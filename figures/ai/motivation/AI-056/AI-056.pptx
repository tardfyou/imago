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d25affc9bb4418" /><Relationship Type="http://schemas.openxmlformats.org/officeDocument/2006/relationships/extended-properties" Target="/docProps/app.xml" Id="R85353f06c3404ab7" /><Relationship Type="http://schemas.openxmlformats.org/officeDocument/2006/relationships/officeDocument" Target="/ppt/presentation.xml" Id="Re149eb0f926a4f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730b2bff70497b"/>
  </p:sldMasterIdLst>
  <p:notesMasterIdLst>
    <p:notesMasterId xmlns:r="http://schemas.openxmlformats.org/officeDocument/2006/relationships" r:id="R87402aee11f64479"/>
  </p:notesMasterIdLst>
  <p:sldIdLst>
    <p:sldId xmlns:r="http://schemas.openxmlformats.org/officeDocument/2006/relationships" id="256" r:id="R837129cc4ecf4b73"/>
  </p:sldIdLst>
  <p:sldSz cx="126873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f81f42f88145c2" /><Relationship Type="http://schemas.openxmlformats.org/officeDocument/2006/relationships/slideMaster" Target="/ppt/slideMasters/slideMaster1.xml" Id="Rbe730b2bff70497b" /><Relationship Type="http://schemas.openxmlformats.org/officeDocument/2006/relationships/notesMaster" Target="/ppt/notesMasters/notesMaster1.xml" Id="R87402aee11f64479" /><Relationship Type="http://schemas.openxmlformats.org/officeDocument/2006/relationships/presProps" Target="/ppt/presProps.xml" Id="R5bba65a0ad3f4c68" /><Relationship Type="http://schemas.openxmlformats.org/officeDocument/2006/relationships/tableStyles" Target="/ppt/tableStyles.xml" Id="R865025f611394404" /><Relationship Type="http://schemas.openxmlformats.org/officeDocument/2006/relationships/slide" Target="/ppt/slides/slide1.xml" Id="R837129cc4ecf4b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7d79f5340f48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4395b4e8bd405a" /><Relationship Type="http://schemas.openxmlformats.org/officeDocument/2006/relationships/notesMaster" Target="/ppt/notesMasters/notesMaster1.xml" Id="R95d0997559bb439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素材ID：AI-056</ns1:t>
            </ns1:r>
          </ns1:p>
          <ns1:p>
            <ns1:r>
              <ns1:t>论文：MMToM-QA: Multimodal Theory of Mind Question Answering</ns1:t>
            </ns1:r>
          </ns1:p>
          <ns1:p>
            <ns1:r>
              <ns1:t>会议：ACL 2024</ns1:t>
            </ns1:r>
          </ns1:p>
          <ns1:p>
            <ns1:r>
              <ns1:t>奖项：Outstanding Paper</ns1:t>
            </ns1:r>
          </ns1:p>
          <ns1:p>
            <ns1:r>
              <ns1:t>图号：Figure 2，PDF第4页</ns1:t>
            </ns1:r>
          </ns1:p>
          <ns1:p>
            <ns1:r>
              <ns1:t>类型：动机示例</ns1:t>
            </ns1:r>
          </ns1:p>
          <ns1:p>
            <ns1:r>
              <ns1:t>借鉴点：按信念和目标两大类排列七种推理情形，每类包含视频、场景、问题和正确选项。</ns1:t>
            </ns1:r>
          </ns1:p>
          <ns1:p>
            <ns1:r>
              <ns1:t>论文URL：https://aclanthology.org/2024.acl-long.851/</ns1:t>
            </ns1:r>
          </ns1:p>
          <ns1:p>
            <ns1:r>
              <ns1:t>官方获奖URL：https://2024.aclweb.org/program/best_papers/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a3c95812745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5cc77dc3d74805" /><Relationship Type="http://schemas.openxmlformats.org/officeDocument/2006/relationships/slideLayout" Target="/ppt/slideLayouts/slideLayout1.xml" Id="R5d449890159548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449890159548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177c38652464e" /><Relationship Type="http://schemas.openxmlformats.org/officeDocument/2006/relationships/image" Target="/ppt/media/image.png" Id="R5449836541ad498e" /><Relationship Type="http://schemas.openxmlformats.org/officeDocument/2006/relationships/image" Target="/ppt/media/image2.png" Id="Rdd119d7598eb487c" /><Relationship Type="http://schemas.openxmlformats.org/officeDocument/2006/relationships/image" Target="/ppt/media/image3.png" Id="R3d0f401200e34e66" /><Relationship Type="http://schemas.openxmlformats.org/officeDocument/2006/relationships/image" Target="/ppt/media/image4.png" Id="R8b00bbdcf6c74209" /><Relationship Type="http://schemas.openxmlformats.org/officeDocument/2006/relationships/image" Target="/ppt/media/image5.png" Id="R5c8b072c97124c7b" /><Relationship Type="http://schemas.openxmlformats.org/officeDocument/2006/relationships/image" Target="/ppt/media/image6.png" Id="R4c5a788060b04008" /><Relationship Type="http://schemas.openxmlformats.org/officeDocument/2006/relationships/image" Target="/ppt/media/image7.png" Id="R52e4ce86f4144344" /><Relationship Type="http://schemas.openxmlformats.org/officeDocument/2006/relationships/image" Target="/ppt/media/image8.png" Id="Rdfea7dcd5b544779" /><Relationship Type="http://schemas.openxmlformats.org/officeDocument/2006/relationships/image" Target="/ppt/media/image9.png" Id="R443b4f666bf94ede" /><Relationship Type="http://schemas.openxmlformats.org/officeDocument/2006/relationships/image" Target="/ppt/media/image10.png" Id="R099c1029a06c4952" /><Relationship Type="http://schemas.openxmlformats.org/officeDocument/2006/relationships/image" Target="/ppt/media/image11.png" Id="R8f7f9d82bd214088" /><Relationship Type="http://schemas.openxmlformats.org/officeDocument/2006/relationships/image" Target="/ppt/media/image12.png" Id="Rd7a7783f4d924e0a" /><Relationship Type="http://schemas.openxmlformats.org/officeDocument/2006/relationships/image" Target="/ppt/media/image13.png" Id="Rbf9542af6551419c" /><Relationship Type="http://schemas.openxmlformats.org/officeDocument/2006/relationships/image" Target="/ppt/media/image14.png" Id="R005e15a723b44ebd" /><Relationship Type="http://schemas.openxmlformats.org/officeDocument/2006/relationships/image" Target="/ppt/media/image15.png" Id="R6cdb1e23eca84dd3" /><Relationship Type="http://schemas.openxmlformats.org/officeDocument/2006/relationships/notesSlide" Target="/ppt/notesSlides/notesSlide1.xml" Id="R188422ec742d49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8C6D32-6677-4199-8DEA-C26A9983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88"/>
            <a:ext cx="12687300" cy="6833812"/>
          </a:xfrm>
          <a:custGeom xmlns:a="http://schemas.openxmlformats.org/drawingml/2006/main">
            <a:pathLst>
              <a:path w="12687300" h="6833812">
                <a:moveTo>
                  <a:pt x="0" y="0"/>
                </a:moveTo>
                <a:lnTo>
                  <a:pt x="0" y="6833812"/>
                </a:lnTo>
                <a:lnTo>
                  <a:pt x="12687300" y="6833812"/>
                </a:lnTo>
                <a:lnTo>
                  <a:pt x="12687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Scene:…Insidethebridge,you’llfindabottle">
            <a:extLst xmlns:a="http://schemas.openxmlformats.org/drawingml/2006/main">
              <a:ext uri="{FF2B5EF4-FFF2-40B4-BE49-F238E27FC236}">
                <a16:creationId xmlns:a16="http://schemas.microsoft.com/office/drawing/2014/main" id="{D180CB2D-EAB0-405D-A995-005316FB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03" y="1379293"/>
            <a:ext cx="2857487" cy="131753"/>
          </a:xfrm>
          <a:custGeom xmlns:a="http://schemas.openxmlformats.org/drawingml/2006/main">
            <a:pathLst>
              <a:path w="2857487" h="131753">
                <a:moveTo>
                  <a:pt x="0" y="69510"/>
                </a:moveTo>
                <a:lnTo>
                  <a:pt x="19742" y="67590"/>
                </a:lnTo>
                <a:cubicBezTo>
                  <a:pt x="20931" y="74217"/>
                  <a:pt x="23341" y="79084"/>
                  <a:pt x="26974" y="82191"/>
                </a:cubicBezTo>
                <a:cubicBezTo>
                  <a:pt x="30608" y="85299"/>
                  <a:pt x="35509" y="86853"/>
                  <a:pt x="41678" y="86853"/>
                </a:cubicBezTo>
                <a:cubicBezTo>
                  <a:pt x="48213" y="86853"/>
                  <a:pt x="53138" y="85470"/>
                  <a:pt x="56451" y="82705"/>
                </a:cubicBezTo>
                <a:cubicBezTo>
                  <a:pt x="59764" y="79941"/>
                  <a:pt x="61421" y="76707"/>
                  <a:pt x="61421" y="73006"/>
                </a:cubicBezTo>
                <a:cubicBezTo>
                  <a:pt x="61421" y="70629"/>
                  <a:pt x="60724" y="68607"/>
                  <a:pt x="59330" y="66939"/>
                </a:cubicBezTo>
                <a:cubicBezTo>
                  <a:pt x="57936" y="65271"/>
                  <a:pt x="55503" y="63820"/>
                  <a:pt x="52029" y="62586"/>
                </a:cubicBezTo>
                <a:cubicBezTo>
                  <a:pt x="49653" y="61763"/>
                  <a:pt x="44238" y="60301"/>
                  <a:pt x="35783" y="58199"/>
                </a:cubicBezTo>
                <a:cubicBezTo>
                  <a:pt x="24906" y="55503"/>
                  <a:pt x="17275" y="52189"/>
                  <a:pt x="12887" y="48259"/>
                </a:cubicBezTo>
                <a:cubicBezTo>
                  <a:pt x="6718" y="42729"/>
                  <a:pt x="3633" y="35989"/>
                  <a:pt x="3633" y="28037"/>
                </a:cubicBezTo>
                <a:cubicBezTo>
                  <a:pt x="3633" y="22919"/>
                  <a:pt x="5084" y="18131"/>
                  <a:pt x="7986" y="13676"/>
                </a:cubicBezTo>
                <a:cubicBezTo>
                  <a:pt x="10888" y="9220"/>
                  <a:pt x="15070" y="5827"/>
                  <a:pt x="20531" y="3496"/>
                </a:cubicBezTo>
                <a:cubicBezTo>
                  <a:pt x="25992" y="1165"/>
                  <a:pt x="32584" y="0"/>
                  <a:pt x="40307" y="0"/>
                </a:cubicBezTo>
                <a:cubicBezTo>
                  <a:pt x="52921" y="0"/>
                  <a:pt x="62415" y="2765"/>
                  <a:pt x="68790" y="8295"/>
                </a:cubicBezTo>
                <a:cubicBezTo>
                  <a:pt x="75165" y="13824"/>
                  <a:pt x="78513" y="21205"/>
                  <a:pt x="78832" y="30436"/>
                </a:cubicBezTo>
                <a:lnTo>
                  <a:pt x="58542" y="31327"/>
                </a:lnTo>
                <a:cubicBezTo>
                  <a:pt x="57673" y="26163"/>
                  <a:pt x="55811" y="22450"/>
                  <a:pt x="52955" y="20188"/>
                </a:cubicBezTo>
                <a:cubicBezTo>
                  <a:pt x="50099" y="17926"/>
                  <a:pt x="45814" y="16795"/>
                  <a:pt x="40102" y="16795"/>
                </a:cubicBezTo>
                <a:cubicBezTo>
                  <a:pt x="34206" y="16795"/>
                  <a:pt x="29591" y="18006"/>
                  <a:pt x="26255" y="20428"/>
                </a:cubicBezTo>
                <a:cubicBezTo>
                  <a:pt x="24107" y="21982"/>
                  <a:pt x="23033" y="24061"/>
                  <a:pt x="23033" y="26666"/>
                </a:cubicBezTo>
                <a:cubicBezTo>
                  <a:pt x="23033" y="29042"/>
                  <a:pt x="24038" y="31076"/>
                  <a:pt x="26049" y="32767"/>
                </a:cubicBezTo>
                <a:cubicBezTo>
                  <a:pt x="28608" y="34915"/>
                  <a:pt x="34823" y="37154"/>
                  <a:pt x="44695" y="39485"/>
                </a:cubicBezTo>
                <a:cubicBezTo>
                  <a:pt x="54566" y="41815"/>
                  <a:pt x="61866" y="44226"/>
                  <a:pt x="66596" y="46717"/>
                </a:cubicBezTo>
                <a:cubicBezTo>
                  <a:pt x="71326" y="49207"/>
                  <a:pt x="75028" y="52612"/>
                  <a:pt x="77701" y="56931"/>
                </a:cubicBezTo>
                <a:cubicBezTo>
                  <a:pt x="80375" y="61249"/>
                  <a:pt x="81712" y="66585"/>
                  <a:pt x="81712" y="72937"/>
                </a:cubicBezTo>
                <a:cubicBezTo>
                  <a:pt x="81712" y="78695"/>
                  <a:pt x="80112" y="84088"/>
                  <a:pt x="76913" y="89115"/>
                </a:cubicBezTo>
                <a:cubicBezTo>
                  <a:pt x="73714" y="94142"/>
                  <a:pt x="69190" y="97878"/>
                  <a:pt x="63340" y="100323"/>
                </a:cubicBezTo>
                <a:cubicBezTo>
                  <a:pt x="57491" y="102768"/>
                  <a:pt x="50201" y="103990"/>
                  <a:pt x="41473" y="103990"/>
                </a:cubicBezTo>
                <a:cubicBezTo>
                  <a:pt x="28768" y="103990"/>
                  <a:pt x="19011" y="101054"/>
                  <a:pt x="12202" y="95182"/>
                </a:cubicBezTo>
                <a:cubicBezTo>
                  <a:pt x="5393" y="89309"/>
                  <a:pt x="1325" y="80752"/>
                  <a:pt x="0" y="69510"/>
                </a:cubicBezTo>
                <a:close/>
                <a:moveTo>
                  <a:pt x="162023" y="50933"/>
                </a:moveTo>
                <a:lnTo>
                  <a:pt x="143035" y="54360"/>
                </a:lnTo>
                <a:cubicBezTo>
                  <a:pt x="142395" y="50567"/>
                  <a:pt x="140944" y="47711"/>
                  <a:pt x="138682" y="45791"/>
                </a:cubicBezTo>
                <a:cubicBezTo>
                  <a:pt x="136420" y="43872"/>
                  <a:pt x="133484" y="42912"/>
                  <a:pt x="129873" y="42912"/>
                </a:cubicBezTo>
                <a:cubicBezTo>
                  <a:pt x="125075" y="42912"/>
                  <a:pt x="121248" y="44569"/>
                  <a:pt x="118391" y="47882"/>
                </a:cubicBezTo>
                <a:cubicBezTo>
                  <a:pt x="115535" y="51195"/>
                  <a:pt x="114107" y="56736"/>
                  <a:pt x="114107" y="64505"/>
                </a:cubicBezTo>
                <a:cubicBezTo>
                  <a:pt x="114107" y="73143"/>
                  <a:pt x="115558" y="79244"/>
                  <a:pt x="118460" y="82808"/>
                </a:cubicBezTo>
                <a:cubicBezTo>
                  <a:pt x="121362" y="86373"/>
                  <a:pt x="125258" y="88155"/>
                  <a:pt x="130148" y="88155"/>
                </a:cubicBezTo>
                <a:cubicBezTo>
                  <a:pt x="133804" y="88155"/>
                  <a:pt x="136797" y="87116"/>
                  <a:pt x="139128" y="85036"/>
                </a:cubicBezTo>
                <a:cubicBezTo>
                  <a:pt x="141458" y="82957"/>
                  <a:pt x="143104" y="79381"/>
                  <a:pt x="144063" y="74308"/>
                </a:cubicBezTo>
                <a:lnTo>
                  <a:pt x="162983" y="77530"/>
                </a:lnTo>
                <a:cubicBezTo>
                  <a:pt x="161018" y="86213"/>
                  <a:pt x="157248" y="92771"/>
                  <a:pt x="151672" y="97204"/>
                </a:cubicBezTo>
                <a:cubicBezTo>
                  <a:pt x="146097" y="101637"/>
                  <a:pt x="138625" y="103853"/>
                  <a:pt x="129257" y="103853"/>
                </a:cubicBezTo>
                <a:cubicBezTo>
                  <a:pt x="118608" y="103853"/>
                  <a:pt x="110120" y="100494"/>
                  <a:pt x="103790" y="93776"/>
                </a:cubicBezTo>
                <a:cubicBezTo>
                  <a:pt x="97461" y="87058"/>
                  <a:pt x="94296" y="77758"/>
                  <a:pt x="94296" y="65876"/>
                </a:cubicBezTo>
                <a:cubicBezTo>
                  <a:pt x="94296" y="53857"/>
                  <a:pt x="97472" y="44500"/>
                  <a:pt x="103825" y="37805"/>
                </a:cubicBezTo>
                <a:cubicBezTo>
                  <a:pt x="110177" y="31110"/>
                  <a:pt x="118768" y="27763"/>
                  <a:pt x="129599" y="27763"/>
                </a:cubicBezTo>
                <a:cubicBezTo>
                  <a:pt x="138465" y="27763"/>
                  <a:pt x="145514" y="29671"/>
                  <a:pt x="150747" y="33487"/>
                </a:cubicBezTo>
                <a:cubicBezTo>
                  <a:pt x="155980" y="37303"/>
                  <a:pt x="159738" y="43118"/>
                  <a:pt x="162023" y="50933"/>
                </a:cubicBezTo>
                <a:close/>
                <a:moveTo>
                  <a:pt x="218523" y="79038"/>
                </a:moveTo>
                <a:lnTo>
                  <a:pt x="237717" y="82260"/>
                </a:lnTo>
                <a:cubicBezTo>
                  <a:pt x="235249" y="89298"/>
                  <a:pt x="231353" y="94656"/>
                  <a:pt x="226029" y="98335"/>
                </a:cubicBezTo>
                <a:cubicBezTo>
                  <a:pt x="220705" y="102014"/>
                  <a:pt x="214044" y="103853"/>
                  <a:pt x="206047" y="103853"/>
                </a:cubicBezTo>
                <a:cubicBezTo>
                  <a:pt x="193388" y="103853"/>
                  <a:pt x="184019" y="99717"/>
                  <a:pt x="177941" y="91446"/>
                </a:cubicBezTo>
                <a:cubicBezTo>
                  <a:pt x="173143" y="84819"/>
                  <a:pt x="170743" y="76456"/>
                  <a:pt x="170743" y="66356"/>
                </a:cubicBezTo>
                <a:cubicBezTo>
                  <a:pt x="170743" y="54292"/>
                  <a:pt x="173897" y="44843"/>
                  <a:pt x="180203" y="38011"/>
                </a:cubicBezTo>
                <a:cubicBezTo>
                  <a:pt x="186510" y="31179"/>
                  <a:pt x="194485" y="27763"/>
                  <a:pt x="204127" y="27763"/>
                </a:cubicBezTo>
                <a:cubicBezTo>
                  <a:pt x="214958" y="27763"/>
                  <a:pt x="223504" y="31339"/>
                  <a:pt x="229765" y="38491"/>
                </a:cubicBezTo>
                <a:cubicBezTo>
                  <a:pt x="236026" y="45643"/>
                  <a:pt x="239019" y="56599"/>
                  <a:pt x="238745" y="71360"/>
                </a:cubicBezTo>
                <a:lnTo>
                  <a:pt x="190486" y="71360"/>
                </a:lnTo>
                <a:cubicBezTo>
                  <a:pt x="190623" y="77073"/>
                  <a:pt x="192177" y="81517"/>
                  <a:pt x="195147" y="84693"/>
                </a:cubicBezTo>
                <a:cubicBezTo>
                  <a:pt x="198118" y="87870"/>
                  <a:pt x="201819" y="89458"/>
                  <a:pt x="206252" y="89458"/>
                </a:cubicBezTo>
                <a:cubicBezTo>
                  <a:pt x="209268" y="89458"/>
                  <a:pt x="211805" y="88635"/>
                  <a:pt x="213861" y="86990"/>
                </a:cubicBezTo>
                <a:cubicBezTo>
                  <a:pt x="215918" y="85345"/>
                  <a:pt x="217472" y="82694"/>
                  <a:pt x="218523" y="79038"/>
                </a:cubicBezTo>
                <a:moveTo>
                  <a:pt x="219620" y="59570"/>
                </a:moveTo>
                <a:cubicBezTo>
                  <a:pt x="219482" y="53994"/>
                  <a:pt x="218043" y="49756"/>
                  <a:pt x="215301" y="46854"/>
                </a:cubicBezTo>
                <a:cubicBezTo>
                  <a:pt x="212559" y="43952"/>
                  <a:pt x="209223" y="42501"/>
                  <a:pt x="205293" y="42501"/>
                </a:cubicBezTo>
                <a:cubicBezTo>
                  <a:pt x="201088" y="42501"/>
                  <a:pt x="197615" y="44032"/>
                  <a:pt x="194873" y="47094"/>
                </a:cubicBezTo>
                <a:cubicBezTo>
                  <a:pt x="192131" y="50156"/>
                  <a:pt x="190783" y="54314"/>
                  <a:pt x="190829" y="59570"/>
                </a:cubicBezTo>
                <a:lnTo>
                  <a:pt x="219620" y="59570"/>
                </a:lnTo>
                <a:close/>
                <a:moveTo>
                  <a:pt x="320402" y="102208"/>
                </a:moveTo>
                <a:lnTo>
                  <a:pt x="301140" y="102208"/>
                </a:lnTo>
                <a:lnTo>
                  <a:pt x="301140" y="65054"/>
                </a:lnTo>
                <a:cubicBezTo>
                  <a:pt x="301140" y="57193"/>
                  <a:pt x="300728" y="52109"/>
                  <a:pt x="299906" y="49802"/>
                </a:cubicBezTo>
                <a:cubicBezTo>
                  <a:pt x="299083" y="47494"/>
                  <a:pt x="297746" y="45700"/>
                  <a:pt x="295895" y="44420"/>
                </a:cubicBezTo>
                <a:cubicBezTo>
                  <a:pt x="294045" y="43141"/>
                  <a:pt x="291817" y="42501"/>
                  <a:pt x="289212" y="42501"/>
                </a:cubicBezTo>
                <a:cubicBezTo>
                  <a:pt x="285876" y="42501"/>
                  <a:pt x="282882" y="43415"/>
                  <a:pt x="280232" y="45243"/>
                </a:cubicBezTo>
                <a:cubicBezTo>
                  <a:pt x="277581" y="47071"/>
                  <a:pt x="275765" y="49493"/>
                  <a:pt x="274782" y="52509"/>
                </a:cubicBezTo>
                <a:cubicBezTo>
                  <a:pt x="273800" y="55525"/>
                  <a:pt x="273308" y="61101"/>
                  <a:pt x="273308" y="69235"/>
                </a:cubicBezTo>
                <a:lnTo>
                  <a:pt x="273308" y="102208"/>
                </a:lnTo>
                <a:lnTo>
                  <a:pt x="254046" y="102208"/>
                </a:lnTo>
                <a:lnTo>
                  <a:pt x="254046" y="29408"/>
                </a:lnTo>
                <a:lnTo>
                  <a:pt x="271937" y="29408"/>
                </a:lnTo>
                <a:lnTo>
                  <a:pt x="271937" y="40102"/>
                </a:lnTo>
                <a:cubicBezTo>
                  <a:pt x="278290" y="31876"/>
                  <a:pt x="286287" y="27763"/>
                  <a:pt x="295930" y="27763"/>
                </a:cubicBezTo>
                <a:cubicBezTo>
                  <a:pt x="300180" y="27763"/>
                  <a:pt x="304064" y="28528"/>
                  <a:pt x="307583" y="30059"/>
                </a:cubicBezTo>
                <a:cubicBezTo>
                  <a:pt x="311102" y="31590"/>
                  <a:pt x="313764" y="33544"/>
                  <a:pt x="315569" y="35920"/>
                </a:cubicBezTo>
                <a:cubicBezTo>
                  <a:pt x="317374" y="38297"/>
                  <a:pt x="318631" y="40993"/>
                  <a:pt x="319340" y="44009"/>
                </a:cubicBezTo>
                <a:cubicBezTo>
                  <a:pt x="320048" y="47025"/>
                  <a:pt x="320402" y="51344"/>
                  <a:pt x="320402" y="56965"/>
                </a:cubicBezTo>
                <a:lnTo>
                  <a:pt x="320402" y="102208"/>
                </a:lnTo>
                <a:close/>
                <a:moveTo>
                  <a:pt x="382021" y="79038"/>
                </a:moveTo>
                <a:lnTo>
                  <a:pt x="401215" y="82260"/>
                </a:lnTo>
                <a:cubicBezTo>
                  <a:pt x="398747" y="89298"/>
                  <a:pt x="394851" y="94656"/>
                  <a:pt x="389527" y="98335"/>
                </a:cubicBezTo>
                <a:cubicBezTo>
                  <a:pt x="384203" y="102014"/>
                  <a:pt x="377543" y="103853"/>
                  <a:pt x="369545" y="103853"/>
                </a:cubicBezTo>
                <a:cubicBezTo>
                  <a:pt x="356886" y="103853"/>
                  <a:pt x="347518" y="99717"/>
                  <a:pt x="341440" y="91446"/>
                </a:cubicBezTo>
                <a:cubicBezTo>
                  <a:pt x="336641" y="84819"/>
                  <a:pt x="334242" y="76456"/>
                  <a:pt x="334242" y="66356"/>
                </a:cubicBezTo>
                <a:cubicBezTo>
                  <a:pt x="334242" y="54292"/>
                  <a:pt x="337395" y="44843"/>
                  <a:pt x="343702" y="38011"/>
                </a:cubicBezTo>
                <a:cubicBezTo>
                  <a:pt x="350008" y="31179"/>
                  <a:pt x="357983" y="27763"/>
                  <a:pt x="367626" y="27763"/>
                </a:cubicBezTo>
                <a:cubicBezTo>
                  <a:pt x="378457" y="27763"/>
                  <a:pt x="387002" y="31339"/>
                  <a:pt x="393263" y="38491"/>
                </a:cubicBezTo>
                <a:cubicBezTo>
                  <a:pt x="399524" y="45643"/>
                  <a:pt x="402518" y="56599"/>
                  <a:pt x="402243" y="71360"/>
                </a:cubicBezTo>
                <a:lnTo>
                  <a:pt x="353984" y="71360"/>
                </a:lnTo>
                <a:cubicBezTo>
                  <a:pt x="354121" y="77073"/>
                  <a:pt x="355675" y="81517"/>
                  <a:pt x="358646" y="84693"/>
                </a:cubicBezTo>
                <a:cubicBezTo>
                  <a:pt x="361616" y="87870"/>
                  <a:pt x="365318" y="89458"/>
                  <a:pt x="369751" y="89458"/>
                </a:cubicBezTo>
                <a:cubicBezTo>
                  <a:pt x="372767" y="89458"/>
                  <a:pt x="375303" y="88635"/>
                  <a:pt x="377360" y="86990"/>
                </a:cubicBezTo>
                <a:cubicBezTo>
                  <a:pt x="379416" y="85345"/>
                  <a:pt x="380970" y="82694"/>
                  <a:pt x="382021" y="79038"/>
                </a:cubicBezTo>
                <a:moveTo>
                  <a:pt x="383118" y="59570"/>
                </a:moveTo>
                <a:cubicBezTo>
                  <a:pt x="382981" y="53994"/>
                  <a:pt x="381541" y="49756"/>
                  <a:pt x="378799" y="46854"/>
                </a:cubicBezTo>
                <a:cubicBezTo>
                  <a:pt x="376057" y="43952"/>
                  <a:pt x="372721" y="42501"/>
                  <a:pt x="368791" y="42501"/>
                </a:cubicBezTo>
                <a:cubicBezTo>
                  <a:pt x="364587" y="42501"/>
                  <a:pt x="361113" y="44032"/>
                  <a:pt x="358371" y="47094"/>
                </a:cubicBezTo>
                <a:cubicBezTo>
                  <a:pt x="355629" y="50156"/>
                  <a:pt x="354281" y="54314"/>
                  <a:pt x="354327" y="59570"/>
                </a:cubicBezTo>
                <a:lnTo>
                  <a:pt x="383118" y="59570"/>
                </a:lnTo>
                <a:close/>
                <a:moveTo>
                  <a:pt x="421383" y="48670"/>
                </a:moveTo>
                <a:lnTo>
                  <a:pt x="421383" y="29408"/>
                </a:lnTo>
                <a:lnTo>
                  <a:pt x="440646" y="29408"/>
                </a:lnTo>
                <a:lnTo>
                  <a:pt x="440646" y="48670"/>
                </a:lnTo>
                <a:lnTo>
                  <a:pt x="421383" y="48670"/>
                </a:lnTo>
                <a:moveTo>
                  <a:pt x="421383" y="102208"/>
                </a:moveTo>
                <a:lnTo>
                  <a:pt x="421383" y="82945"/>
                </a:lnTo>
                <a:lnTo>
                  <a:pt x="440646" y="82945"/>
                </a:lnTo>
                <a:lnTo>
                  <a:pt x="440646" y="102208"/>
                </a:lnTo>
                <a:lnTo>
                  <a:pt x="421383" y="102208"/>
                </a:lnTo>
                <a:close/>
                <a:moveTo>
                  <a:pt x="508765" y="102208"/>
                </a:moveTo>
                <a:lnTo>
                  <a:pt x="508765" y="88155"/>
                </a:lnTo>
                <a:lnTo>
                  <a:pt x="522818" y="88155"/>
                </a:lnTo>
                <a:lnTo>
                  <a:pt x="522818" y="102208"/>
                </a:lnTo>
                <a:lnTo>
                  <a:pt x="508765" y="102208"/>
                </a:lnTo>
                <a:moveTo>
                  <a:pt x="555585" y="102208"/>
                </a:moveTo>
                <a:lnTo>
                  <a:pt x="555585" y="88155"/>
                </a:lnTo>
                <a:lnTo>
                  <a:pt x="569637" y="88155"/>
                </a:lnTo>
                <a:lnTo>
                  <a:pt x="569637" y="102208"/>
                </a:lnTo>
                <a:lnTo>
                  <a:pt x="555585" y="102208"/>
                </a:lnTo>
                <a:moveTo>
                  <a:pt x="602336" y="102208"/>
                </a:moveTo>
                <a:lnTo>
                  <a:pt x="602336" y="88155"/>
                </a:lnTo>
                <a:lnTo>
                  <a:pt x="616457" y="88155"/>
                </a:lnTo>
                <a:lnTo>
                  <a:pt x="616457" y="102208"/>
                </a:lnTo>
                <a:lnTo>
                  <a:pt x="602336" y="102208"/>
                </a:lnTo>
                <a:close/>
                <a:moveTo>
                  <a:pt x="683883" y="102208"/>
                </a:moveTo>
                <a:lnTo>
                  <a:pt x="683883" y="1714"/>
                </a:lnTo>
                <a:lnTo>
                  <a:pt x="697181" y="1714"/>
                </a:lnTo>
                <a:lnTo>
                  <a:pt x="697181" y="102208"/>
                </a:lnTo>
                <a:lnTo>
                  <a:pt x="683883" y="102208"/>
                </a:lnTo>
                <a:close/>
                <a:moveTo>
                  <a:pt x="718567" y="102208"/>
                </a:moveTo>
                <a:lnTo>
                  <a:pt x="718567" y="29408"/>
                </a:lnTo>
                <a:lnTo>
                  <a:pt x="729672" y="29408"/>
                </a:lnTo>
                <a:lnTo>
                  <a:pt x="729672" y="39759"/>
                </a:lnTo>
                <a:cubicBezTo>
                  <a:pt x="735019" y="31761"/>
                  <a:pt x="742742" y="27763"/>
                  <a:pt x="752842" y="27763"/>
                </a:cubicBezTo>
                <a:cubicBezTo>
                  <a:pt x="757229" y="27763"/>
                  <a:pt x="761262" y="28551"/>
                  <a:pt x="764941" y="30128"/>
                </a:cubicBezTo>
                <a:cubicBezTo>
                  <a:pt x="768620" y="31704"/>
                  <a:pt x="771373" y="33772"/>
                  <a:pt x="773201" y="36331"/>
                </a:cubicBezTo>
                <a:cubicBezTo>
                  <a:pt x="775029" y="38891"/>
                  <a:pt x="776309" y="41930"/>
                  <a:pt x="777040" y="45449"/>
                </a:cubicBezTo>
                <a:cubicBezTo>
                  <a:pt x="777497" y="47734"/>
                  <a:pt x="777725" y="51732"/>
                  <a:pt x="777725" y="57445"/>
                </a:cubicBezTo>
                <a:lnTo>
                  <a:pt x="777725" y="102208"/>
                </a:lnTo>
                <a:lnTo>
                  <a:pt x="765386" y="102208"/>
                </a:lnTo>
                <a:lnTo>
                  <a:pt x="765386" y="57925"/>
                </a:lnTo>
                <a:cubicBezTo>
                  <a:pt x="765386" y="52898"/>
                  <a:pt x="764907" y="49139"/>
                  <a:pt x="763947" y="46648"/>
                </a:cubicBezTo>
                <a:cubicBezTo>
                  <a:pt x="762987" y="44158"/>
                  <a:pt x="761285" y="42170"/>
                  <a:pt x="758840" y="40684"/>
                </a:cubicBezTo>
                <a:cubicBezTo>
                  <a:pt x="756395" y="39199"/>
                  <a:pt x="753527" y="38457"/>
                  <a:pt x="750237" y="38457"/>
                </a:cubicBezTo>
                <a:cubicBezTo>
                  <a:pt x="744981" y="38457"/>
                  <a:pt x="740446" y="40125"/>
                  <a:pt x="736630" y="43461"/>
                </a:cubicBezTo>
                <a:cubicBezTo>
                  <a:pt x="732814" y="46797"/>
                  <a:pt x="730906" y="53126"/>
                  <a:pt x="730906" y="62449"/>
                </a:cubicBezTo>
                <a:lnTo>
                  <a:pt x="730906" y="102208"/>
                </a:lnTo>
                <a:lnTo>
                  <a:pt x="718567" y="102208"/>
                </a:lnTo>
                <a:close/>
                <a:moveTo>
                  <a:pt x="791464" y="80478"/>
                </a:moveTo>
                <a:lnTo>
                  <a:pt x="803666" y="78558"/>
                </a:lnTo>
                <a:cubicBezTo>
                  <a:pt x="804351" y="83448"/>
                  <a:pt x="806259" y="87196"/>
                  <a:pt x="809389" y="89800"/>
                </a:cubicBezTo>
                <a:cubicBezTo>
                  <a:pt x="812520" y="92405"/>
                  <a:pt x="816896" y="93708"/>
                  <a:pt x="822517" y="93708"/>
                </a:cubicBezTo>
                <a:cubicBezTo>
                  <a:pt x="828184" y="93708"/>
                  <a:pt x="832388" y="92554"/>
                  <a:pt x="835130" y="90246"/>
                </a:cubicBezTo>
                <a:cubicBezTo>
                  <a:pt x="837872" y="87938"/>
                  <a:pt x="839243" y="85230"/>
                  <a:pt x="839243" y="82123"/>
                </a:cubicBezTo>
                <a:cubicBezTo>
                  <a:pt x="839243" y="79335"/>
                  <a:pt x="838032" y="77142"/>
                  <a:pt x="835610" y="75542"/>
                </a:cubicBezTo>
                <a:cubicBezTo>
                  <a:pt x="833919" y="74445"/>
                  <a:pt x="829714" y="73051"/>
                  <a:pt x="822997" y="71360"/>
                </a:cubicBezTo>
                <a:cubicBezTo>
                  <a:pt x="813948" y="69075"/>
                  <a:pt x="807676" y="67099"/>
                  <a:pt x="804180" y="65431"/>
                </a:cubicBezTo>
                <a:cubicBezTo>
                  <a:pt x="800684" y="63763"/>
                  <a:pt x="798033" y="61455"/>
                  <a:pt x="796228" y="58507"/>
                </a:cubicBezTo>
                <a:cubicBezTo>
                  <a:pt x="794423" y="55560"/>
                  <a:pt x="793520" y="52304"/>
                  <a:pt x="793520" y="48739"/>
                </a:cubicBezTo>
                <a:cubicBezTo>
                  <a:pt x="793520" y="45494"/>
                  <a:pt x="794263" y="42490"/>
                  <a:pt x="795748" y="39725"/>
                </a:cubicBezTo>
                <a:cubicBezTo>
                  <a:pt x="797233" y="36960"/>
                  <a:pt x="799255" y="34663"/>
                  <a:pt x="801815" y="32835"/>
                </a:cubicBezTo>
                <a:cubicBezTo>
                  <a:pt x="803734" y="31419"/>
                  <a:pt x="806350" y="30219"/>
                  <a:pt x="809664" y="29237"/>
                </a:cubicBezTo>
                <a:cubicBezTo>
                  <a:pt x="812977" y="28254"/>
                  <a:pt x="816530" y="27763"/>
                  <a:pt x="820323" y="27763"/>
                </a:cubicBezTo>
                <a:cubicBezTo>
                  <a:pt x="826036" y="27763"/>
                  <a:pt x="831051" y="28585"/>
                  <a:pt x="835370" y="30231"/>
                </a:cubicBezTo>
                <a:cubicBezTo>
                  <a:pt x="839688" y="31876"/>
                  <a:pt x="842876" y="34104"/>
                  <a:pt x="844933" y="36914"/>
                </a:cubicBezTo>
                <a:cubicBezTo>
                  <a:pt x="846989" y="39725"/>
                  <a:pt x="848406" y="43484"/>
                  <a:pt x="849183" y="48191"/>
                </a:cubicBezTo>
                <a:lnTo>
                  <a:pt x="837118" y="49836"/>
                </a:lnTo>
                <a:cubicBezTo>
                  <a:pt x="836569" y="46088"/>
                  <a:pt x="834981" y="43164"/>
                  <a:pt x="832354" y="41061"/>
                </a:cubicBezTo>
                <a:cubicBezTo>
                  <a:pt x="829726" y="38959"/>
                  <a:pt x="826013" y="37908"/>
                  <a:pt x="821214" y="37908"/>
                </a:cubicBezTo>
                <a:cubicBezTo>
                  <a:pt x="815547" y="37908"/>
                  <a:pt x="811503" y="38845"/>
                  <a:pt x="809081" y="40719"/>
                </a:cubicBezTo>
                <a:cubicBezTo>
                  <a:pt x="806659" y="42592"/>
                  <a:pt x="805448" y="44786"/>
                  <a:pt x="805448" y="47299"/>
                </a:cubicBezTo>
                <a:cubicBezTo>
                  <a:pt x="805448" y="48899"/>
                  <a:pt x="805951" y="50338"/>
                  <a:pt x="806956" y="51618"/>
                </a:cubicBezTo>
                <a:cubicBezTo>
                  <a:pt x="807961" y="52943"/>
                  <a:pt x="809538" y="54040"/>
                  <a:pt x="811686" y="54908"/>
                </a:cubicBezTo>
                <a:cubicBezTo>
                  <a:pt x="812920" y="55365"/>
                  <a:pt x="816553" y="56417"/>
                  <a:pt x="822585" y="58062"/>
                </a:cubicBezTo>
                <a:cubicBezTo>
                  <a:pt x="831314" y="60392"/>
                  <a:pt x="837404" y="62300"/>
                  <a:pt x="840854" y="63786"/>
                </a:cubicBezTo>
                <a:cubicBezTo>
                  <a:pt x="844304" y="65271"/>
                  <a:pt x="847012" y="67430"/>
                  <a:pt x="848977" y="70264"/>
                </a:cubicBezTo>
                <a:cubicBezTo>
                  <a:pt x="850942" y="73097"/>
                  <a:pt x="851925" y="76616"/>
                  <a:pt x="851925" y="80820"/>
                </a:cubicBezTo>
                <a:cubicBezTo>
                  <a:pt x="851925" y="84933"/>
                  <a:pt x="850725" y="88806"/>
                  <a:pt x="848326" y="92440"/>
                </a:cubicBezTo>
                <a:cubicBezTo>
                  <a:pt x="845927" y="96073"/>
                  <a:pt x="842465" y="98883"/>
                  <a:pt x="837940" y="100871"/>
                </a:cubicBezTo>
                <a:cubicBezTo>
                  <a:pt x="833416" y="102859"/>
                  <a:pt x="828298" y="103853"/>
                  <a:pt x="822585" y="103853"/>
                </a:cubicBezTo>
                <a:cubicBezTo>
                  <a:pt x="813125" y="103853"/>
                  <a:pt x="805916" y="101888"/>
                  <a:pt x="800958" y="97958"/>
                </a:cubicBezTo>
                <a:cubicBezTo>
                  <a:pt x="795999" y="94028"/>
                  <a:pt x="792835" y="88201"/>
                  <a:pt x="791464" y="80478"/>
                </a:cubicBezTo>
                <a:close/>
                <a:moveTo>
                  <a:pt x="866438" y="15904"/>
                </a:moveTo>
                <a:lnTo>
                  <a:pt x="866438" y="1714"/>
                </a:lnTo>
                <a:lnTo>
                  <a:pt x="878777" y="1714"/>
                </a:lnTo>
                <a:lnTo>
                  <a:pt x="878777" y="15904"/>
                </a:lnTo>
                <a:lnTo>
                  <a:pt x="866438" y="15904"/>
                </a:lnTo>
                <a:moveTo>
                  <a:pt x="866438" y="102208"/>
                </a:moveTo>
                <a:lnTo>
                  <a:pt x="866438" y="29408"/>
                </a:lnTo>
                <a:lnTo>
                  <a:pt x="878777" y="29408"/>
                </a:lnTo>
                <a:lnTo>
                  <a:pt x="878777" y="102208"/>
                </a:lnTo>
                <a:lnTo>
                  <a:pt x="866438" y="102208"/>
                </a:lnTo>
                <a:close/>
                <a:moveTo>
                  <a:pt x="945104" y="102208"/>
                </a:moveTo>
                <a:lnTo>
                  <a:pt x="945104" y="93022"/>
                </a:lnTo>
                <a:cubicBezTo>
                  <a:pt x="940488" y="100243"/>
                  <a:pt x="933702" y="103853"/>
                  <a:pt x="924745" y="103853"/>
                </a:cubicBezTo>
                <a:cubicBezTo>
                  <a:pt x="918941" y="103853"/>
                  <a:pt x="913605" y="102254"/>
                  <a:pt x="908738" y="99055"/>
                </a:cubicBezTo>
                <a:cubicBezTo>
                  <a:pt x="903871" y="95856"/>
                  <a:pt x="900101" y="91388"/>
                  <a:pt x="897428" y="85653"/>
                </a:cubicBezTo>
                <a:cubicBezTo>
                  <a:pt x="894754" y="79918"/>
                  <a:pt x="893417" y="73326"/>
                  <a:pt x="893417" y="65876"/>
                </a:cubicBezTo>
                <a:cubicBezTo>
                  <a:pt x="893417" y="58610"/>
                  <a:pt x="894629" y="52018"/>
                  <a:pt x="897051" y="46100"/>
                </a:cubicBezTo>
                <a:cubicBezTo>
                  <a:pt x="899473" y="40182"/>
                  <a:pt x="903106" y="35646"/>
                  <a:pt x="907950" y="32493"/>
                </a:cubicBezTo>
                <a:cubicBezTo>
                  <a:pt x="912794" y="29339"/>
                  <a:pt x="918210" y="27763"/>
                  <a:pt x="924196" y="27763"/>
                </a:cubicBezTo>
                <a:cubicBezTo>
                  <a:pt x="928584" y="27763"/>
                  <a:pt x="932491" y="28688"/>
                  <a:pt x="935918" y="30539"/>
                </a:cubicBezTo>
                <a:cubicBezTo>
                  <a:pt x="939346" y="32390"/>
                  <a:pt x="942134" y="34801"/>
                  <a:pt x="944282" y="37771"/>
                </a:cubicBezTo>
                <a:lnTo>
                  <a:pt x="944282" y="1714"/>
                </a:lnTo>
                <a:lnTo>
                  <a:pt x="956552" y="1714"/>
                </a:lnTo>
                <a:lnTo>
                  <a:pt x="956552" y="102208"/>
                </a:lnTo>
                <a:lnTo>
                  <a:pt x="945104" y="102208"/>
                </a:lnTo>
                <a:moveTo>
                  <a:pt x="906099" y="65876"/>
                </a:moveTo>
                <a:cubicBezTo>
                  <a:pt x="906099" y="75199"/>
                  <a:pt x="908064" y="82169"/>
                  <a:pt x="911995" y="86784"/>
                </a:cubicBezTo>
                <a:cubicBezTo>
                  <a:pt x="915925" y="91400"/>
                  <a:pt x="920563" y="93708"/>
                  <a:pt x="925910" y="93708"/>
                </a:cubicBezTo>
                <a:cubicBezTo>
                  <a:pt x="931303" y="93708"/>
                  <a:pt x="935884" y="91503"/>
                  <a:pt x="939654" y="87093"/>
                </a:cubicBezTo>
                <a:cubicBezTo>
                  <a:pt x="943425" y="82683"/>
                  <a:pt x="945310" y="75953"/>
                  <a:pt x="945310" y="66905"/>
                </a:cubicBezTo>
                <a:cubicBezTo>
                  <a:pt x="945310" y="56942"/>
                  <a:pt x="943390" y="49630"/>
                  <a:pt x="939552" y="44969"/>
                </a:cubicBezTo>
                <a:cubicBezTo>
                  <a:pt x="935713" y="40307"/>
                  <a:pt x="930983" y="37977"/>
                  <a:pt x="925362" y="37977"/>
                </a:cubicBezTo>
                <a:cubicBezTo>
                  <a:pt x="919878" y="37977"/>
                  <a:pt x="915296" y="40216"/>
                  <a:pt x="911618" y="44695"/>
                </a:cubicBezTo>
                <a:cubicBezTo>
                  <a:pt x="907939" y="49173"/>
                  <a:pt x="906099" y="56234"/>
                  <a:pt x="906099" y="65876"/>
                </a:cubicBezTo>
                <a:close/>
                <a:moveTo>
                  <a:pt x="1025541" y="78764"/>
                </a:moveTo>
                <a:lnTo>
                  <a:pt x="1038292" y="80341"/>
                </a:lnTo>
                <a:cubicBezTo>
                  <a:pt x="1036281" y="87790"/>
                  <a:pt x="1032556" y="93571"/>
                  <a:pt x="1027118" y="97684"/>
                </a:cubicBezTo>
                <a:cubicBezTo>
                  <a:pt x="1021680" y="101797"/>
                  <a:pt x="1014733" y="103853"/>
                  <a:pt x="1006279" y="103853"/>
                </a:cubicBezTo>
                <a:cubicBezTo>
                  <a:pt x="995631" y="103853"/>
                  <a:pt x="987188" y="100574"/>
                  <a:pt x="980950" y="94016"/>
                </a:cubicBezTo>
                <a:cubicBezTo>
                  <a:pt x="974712" y="87458"/>
                  <a:pt x="971593" y="78261"/>
                  <a:pt x="971593" y="66425"/>
                </a:cubicBezTo>
                <a:cubicBezTo>
                  <a:pt x="971593" y="54177"/>
                  <a:pt x="974746" y="44672"/>
                  <a:pt x="981053" y="37908"/>
                </a:cubicBezTo>
                <a:cubicBezTo>
                  <a:pt x="987359" y="31145"/>
                  <a:pt x="995539" y="27763"/>
                  <a:pt x="1005593" y="27763"/>
                </a:cubicBezTo>
                <a:cubicBezTo>
                  <a:pt x="1015328" y="27763"/>
                  <a:pt x="1023279" y="31076"/>
                  <a:pt x="1029449" y="37702"/>
                </a:cubicBezTo>
                <a:cubicBezTo>
                  <a:pt x="1035618" y="44329"/>
                  <a:pt x="1038703" y="53652"/>
                  <a:pt x="1038703" y="65671"/>
                </a:cubicBezTo>
                <a:cubicBezTo>
                  <a:pt x="1038703" y="66402"/>
                  <a:pt x="1038680" y="67499"/>
                  <a:pt x="1038634" y="68961"/>
                </a:cubicBezTo>
                <a:lnTo>
                  <a:pt x="984343" y="68961"/>
                </a:lnTo>
                <a:cubicBezTo>
                  <a:pt x="984800" y="76959"/>
                  <a:pt x="987062" y="83083"/>
                  <a:pt x="991129" y="87333"/>
                </a:cubicBezTo>
                <a:cubicBezTo>
                  <a:pt x="995197" y="91583"/>
                  <a:pt x="1000269" y="93708"/>
                  <a:pt x="1006347" y="93708"/>
                </a:cubicBezTo>
                <a:cubicBezTo>
                  <a:pt x="1010872" y="93708"/>
                  <a:pt x="1014733" y="92520"/>
                  <a:pt x="1017932" y="90143"/>
                </a:cubicBezTo>
                <a:cubicBezTo>
                  <a:pt x="1021131" y="87767"/>
                  <a:pt x="1023668" y="83974"/>
                  <a:pt x="1025541" y="78764"/>
                </a:cubicBezTo>
                <a:moveTo>
                  <a:pt x="985028" y="58816"/>
                </a:moveTo>
                <a:lnTo>
                  <a:pt x="1025679" y="58816"/>
                </a:lnTo>
                <a:cubicBezTo>
                  <a:pt x="1025130" y="52692"/>
                  <a:pt x="1023576" y="48099"/>
                  <a:pt x="1021017" y="45037"/>
                </a:cubicBezTo>
                <a:cubicBezTo>
                  <a:pt x="1017087" y="40285"/>
                  <a:pt x="1011991" y="37908"/>
                  <a:pt x="1005731" y="37908"/>
                </a:cubicBezTo>
                <a:cubicBezTo>
                  <a:pt x="1000064" y="37908"/>
                  <a:pt x="995300" y="39805"/>
                  <a:pt x="991438" y="43598"/>
                </a:cubicBezTo>
                <a:cubicBezTo>
                  <a:pt x="987576" y="47391"/>
                  <a:pt x="985440" y="52464"/>
                  <a:pt x="985028" y="58816"/>
                </a:cubicBezTo>
                <a:close/>
                <a:moveTo>
                  <a:pt x="1119001" y="91171"/>
                </a:moveTo>
                <a:lnTo>
                  <a:pt x="1120784" y="102071"/>
                </a:lnTo>
                <a:cubicBezTo>
                  <a:pt x="1117310" y="102802"/>
                  <a:pt x="1114203" y="103168"/>
                  <a:pt x="1111461" y="103168"/>
                </a:cubicBezTo>
                <a:cubicBezTo>
                  <a:pt x="1106982" y="103168"/>
                  <a:pt x="1103509" y="102459"/>
                  <a:pt x="1101041" y="101043"/>
                </a:cubicBezTo>
                <a:cubicBezTo>
                  <a:pt x="1098573" y="99626"/>
                  <a:pt x="1096837" y="97764"/>
                  <a:pt x="1095831" y="95456"/>
                </a:cubicBezTo>
                <a:cubicBezTo>
                  <a:pt x="1094826" y="93148"/>
                  <a:pt x="1094323" y="88292"/>
                  <a:pt x="1094323" y="80889"/>
                </a:cubicBezTo>
                <a:lnTo>
                  <a:pt x="1094323" y="39005"/>
                </a:lnTo>
                <a:lnTo>
                  <a:pt x="1085275" y="39005"/>
                </a:lnTo>
                <a:lnTo>
                  <a:pt x="1085275" y="29408"/>
                </a:lnTo>
                <a:lnTo>
                  <a:pt x="1094323" y="29408"/>
                </a:lnTo>
                <a:lnTo>
                  <a:pt x="1094323" y="11379"/>
                </a:lnTo>
                <a:lnTo>
                  <a:pt x="1106594" y="3976"/>
                </a:lnTo>
                <a:lnTo>
                  <a:pt x="1106594" y="29408"/>
                </a:lnTo>
                <a:lnTo>
                  <a:pt x="1119001" y="29408"/>
                </a:lnTo>
                <a:lnTo>
                  <a:pt x="1119001" y="39005"/>
                </a:lnTo>
                <a:lnTo>
                  <a:pt x="1106594" y="39005"/>
                </a:lnTo>
                <a:lnTo>
                  <a:pt x="1106594" y="81574"/>
                </a:lnTo>
                <a:cubicBezTo>
                  <a:pt x="1106594" y="85093"/>
                  <a:pt x="1106811" y="87355"/>
                  <a:pt x="1107245" y="88361"/>
                </a:cubicBezTo>
                <a:cubicBezTo>
                  <a:pt x="1107679" y="89366"/>
                  <a:pt x="1108387" y="90166"/>
                  <a:pt x="1109370" y="90760"/>
                </a:cubicBezTo>
                <a:cubicBezTo>
                  <a:pt x="1110353" y="91354"/>
                  <a:pt x="1111758" y="91651"/>
                  <a:pt x="1113586" y="91651"/>
                </a:cubicBezTo>
                <a:cubicBezTo>
                  <a:pt x="1114957" y="91651"/>
                  <a:pt x="1116762" y="91491"/>
                  <a:pt x="1119001" y="91171"/>
                </a:cubicBezTo>
                <a:close/>
                <a:moveTo>
                  <a:pt x="1130584" y="102208"/>
                </a:moveTo>
                <a:lnTo>
                  <a:pt x="1130584" y="1714"/>
                </a:lnTo>
                <a:lnTo>
                  <a:pt x="1142923" y="1714"/>
                </a:lnTo>
                <a:lnTo>
                  <a:pt x="1142923" y="37771"/>
                </a:lnTo>
                <a:cubicBezTo>
                  <a:pt x="1148681" y="31099"/>
                  <a:pt x="1155948" y="27763"/>
                  <a:pt x="1164722" y="27763"/>
                </a:cubicBezTo>
                <a:cubicBezTo>
                  <a:pt x="1170115" y="27763"/>
                  <a:pt x="1174799" y="28825"/>
                  <a:pt x="1178775" y="30950"/>
                </a:cubicBezTo>
                <a:cubicBezTo>
                  <a:pt x="1182751" y="33075"/>
                  <a:pt x="1185596" y="36012"/>
                  <a:pt x="1187309" y="39759"/>
                </a:cubicBezTo>
                <a:cubicBezTo>
                  <a:pt x="1189023" y="43506"/>
                  <a:pt x="1189880" y="48945"/>
                  <a:pt x="1189880" y="56074"/>
                </a:cubicBezTo>
                <a:lnTo>
                  <a:pt x="1189880" y="102208"/>
                </a:lnTo>
                <a:lnTo>
                  <a:pt x="1177541" y="102208"/>
                </a:lnTo>
                <a:lnTo>
                  <a:pt x="1177541" y="56074"/>
                </a:lnTo>
                <a:cubicBezTo>
                  <a:pt x="1177541" y="49904"/>
                  <a:pt x="1176204" y="45414"/>
                  <a:pt x="1173531" y="42604"/>
                </a:cubicBezTo>
                <a:cubicBezTo>
                  <a:pt x="1170857" y="39793"/>
                  <a:pt x="1167076" y="38388"/>
                  <a:pt x="1162186" y="38388"/>
                </a:cubicBezTo>
                <a:cubicBezTo>
                  <a:pt x="1158530" y="38388"/>
                  <a:pt x="1155091" y="39336"/>
                  <a:pt x="1151869" y="41233"/>
                </a:cubicBezTo>
                <a:cubicBezTo>
                  <a:pt x="1148647" y="43129"/>
                  <a:pt x="1146351" y="45700"/>
                  <a:pt x="1144980" y="48945"/>
                </a:cubicBezTo>
                <a:cubicBezTo>
                  <a:pt x="1143609" y="52189"/>
                  <a:pt x="1142923" y="56668"/>
                  <a:pt x="1142923" y="62380"/>
                </a:cubicBezTo>
                <a:lnTo>
                  <a:pt x="1142923" y="102208"/>
                </a:lnTo>
                <a:lnTo>
                  <a:pt x="1130584" y="102208"/>
                </a:lnTo>
                <a:close/>
                <a:moveTo>
                  <a:pt x="1258252" y="78764"/>
                </a:moveTo>
                <a:lnTo>
                  <a:pt x="1271003" y="80341"/>
                </a:lnTo>
                <a:cubicBezTo>
                  <a:pt x="1268992" y="87790"/>
                  <a:pt x="1265267" y="93571"/>
                  <a:pt x="1259829" y="97684"/>
                </a:cubicBezTo>
                <a:cubicBezTo>
                  <a:pt x="1254391" y="101797"/>
                  <a:pt x="1247444" y="103853"/>
                  <a:pt x="1238990" y="103853"/>
                </a:cubicBezTo>
                <a:cubicBezTo>
                  <a:pt x="1228342" y="103853"/>
                  <a:pt x="1219899" y="100574"/>
                  <a:pt x="1213661" y="94016"/>
                </a:cubicBezTo>
                <a:cubicBezTo>
                  <a:pt x="1207423" y="87458"/>
                  <a:pt x="1204304" y="78261"/>
                  <a:pt x="1204304" y="66425"/>
                </a:cubicBezTo>
                <a:cubicBezTo>
                  <a:pt x="1204304" y="54177"/>
                  <a:pt x="1207457" y="44672"/>
                  <a:pt x="1213763" y="37908"/>
                </a:cubicBezTo>
                <a:cubicBezTo>
                  <a:pt x="1220070" y="31145"/>
                  <a:pt x="1228250" y="27763"/>
                  <a:pt x="1238304" y="27763"/>
                </a:cubicBezTo>
                <a:cubicBezTo>
                  <a:pt x="1248038" y="27763"/>
                  <a:pt x="1255990" y="31076"/>
                  <a:pt x="1262160" y="37702"/>
                </a:cubicBezTo>
                <a:cubicBezTo>
                  <a:pt x="1268329" y="44329"/>
                  <a:pt x="1271414" y="53652"/>
                  <a:pt x="1271414" y="65671"/>
                </a:cubicBezTo>
                <a:cubicBezTo>
                  <a:pt x="1271414" y="66402"/>
                  <a:pt x="1271391" y="67499"/>
                  <a:pt x="1271345" y="68961"/>
                </a:cubicBezTo>
                <a:lnTo>
                  <a:pt x="1217054" y="68961"/>
                </a:lnTo>
                <a:cubicBezTo>
                  <a:pt x="1217511" y="76959"/>
                  <a:pt x="1219773" y="83083"/>
                  <a:pt x="1223840" y="87333"/>
                </a:cubicBezTo>
                <a:cubicBezTo>
                  <a:pt x="1227908" y="91583"/>
                  <a:pt x="1232980" y="93708"/>
                  <a:pt x="1239058" y="93708"/>
                </a:cubicBezTo>
                <a:cubicBezTo>
                  <a:pt x="1243583" y="93708"/>
                  <a:pt x="1247444" y="92520"/>
                  <a:pt x="1250643" y="90143"/>
                </a:cubicBezTo>
                <a:cubicBezTo>
                  <a:pt x="1253842" y="87767"/>
                  <a:pt x="1256379" y="83974"/>
                  <a:pt x="1258252" y="78764"/>
                </a:cubicBezTo>
                <a:moveTo>
                  <a:pt x="1217739" y="58816"/>
                </a:moveTo>
                <a:lnTo>
                  <a:pt x="1258389" y="58816"/>
                </a:lnTo>
                <a:cubicBezTo>
                  <a:pt x="1257841" y="52692"/>
                  <a:pt x="1256287" y="48099"/>
                  <a:pt x="1253728" y="45037"/>
                </a:cubicBezTo>
                <a:cubicBezTo>
                  <a:pt x="1249798" y="40285"/>
                  <a:pt x="1244702" y="37908"/>
                  <a:pt x="1238441" y="37908"/>
                </a:cubicBezTo>
                <a:cubicBezTo>
                  <a:pt x="1232775" y="37908"/>
                  <a:pt x="1228010" y="39805"/>
                  <a:pt x="1224149" y="43598"/>
                </a:cubicBezTo>
                <a:cubicBezTo>
                  <a:pt x="1220287" y="47391"/>
                  <a:pt x="1218151" y="52464"/>
                  <a:pt x="1217739" y="58816"/>
                </a:cubicBezTo>
                <a:close/>
                <a:moveTo>
                  <a:pt x="1336151" y="102208"/>
                </a:moveTo>
                <a:lnTo>
                  <a:pt x="1324703" y="102208"/>
                </a:lnTo>
                <a:lnTo>
                  <a:pt x="1324703" y="1714"/>
                </a:lnTo>
                <a:lnTo>
                  <a:pt x="1337042" y="1714"/>
                </a:lnTo>
                <a:lnTo>
                  <a:pt x="1337042" y="37565"/>
                </a:lnTo>
                <a:cubicBezTo>
                  <a:pt x="1342252" y="31030"/>
                  <a:pt x="1348902" y="27763"/>
                  <a:pt x="1356990" y="27763"/>
                </a:cubicBezTo>
                <a:cubicBezTo>
                  <a:pt x="1361469" y="27763"/>
                  <a:pt x="1365708" y="28665"/>
                  <a:pt x="1369706" y="30470"/>
                </a:cubicBezTo>
                <a:cubicBezTo>
                  <a:pt x="1373705" y="32276"/>
                  <a:pt x="1376996" y="34812"/>
                  <a:pt x="1379578" y="38079"/>
                </a:cubicBezTo>
                <a:cubicBezTo>
                  <a:pt x="1382160" y="41347"/>
                  <a:pt x="1384182" y="45289"/>
                  <a:pt x="1385644" y="49904"/>
                </a:cubicBezTo>
                <a:cubicBezTo>
                  <a:pt x="1387107" y="54520"/>
                  <a:pt x="1387838" y="59456"/>
                  <a:pt x="1387838" y="64711"/>
                </a:cubicBezTo>
                <a:cubicBezTo>
                  <a:pt x="1387838" y="77187"/>
                  <a:pt x="1384753" y="86830"/>
                  <a:pt x="1378584" y="93639"/>
                </a:cubicBezTo>
                <a:cubicBezTo>
                  <a:pt x="1372414" y="100448"/>
                  <a:pt x="1365011" y="103853"/>
                  <a:pt x="1356374" y="103853"/>
                </a:cubicBezTo>
                <a:cubicBezTo>
                  <a:pt x="1347782" y="103853"/>
                  <a:pt x="1341041" y="100266"/>
                  <a:pt x="1336151" y="93091"/>
                </a:cubicBezTo>
                <a:lnTo>
                  <a:pt x="1336151" y="102208"/>
                </a:lnTo>
                <a:moveTo>
                  <a:pt x="1336014" y="65260"/>
                </a:moveTo>
                <a:cubicBezTo>
                  <a:pt x="1336014" y="73988"/>
                  <a:pt x="1337202" y="80295"/>
                  <a:pt x="1339579" y="84179"/>
                </a:cubicBezTo>
                <a:cubicBezTo>
                  <a:pt x="1343463" y="90532"/>
                  <a:pt x="1348719" y="93708"/>
                  <a:pt x="1355345" y="93708"/>
                </a:cubicBezTo>
                <a:cubicBezTo>
                  <a:pt x="1360738" y="93708"/>
                  <a:pt x="1365399" y="91366"/>
                  <a:pt x="1369329" y="86681"/>
                </a:cubicBezTo>
                <a:cubicBezTo>
                  <a:pt x="1373260" y="81997"/>
                  <a:pt x="1375225" y="75016"/>
                  <a:pt x="1375225" y="65739"/>
                </a:cubicBezTo>
                <a:cubicBezTo>
                  <a:pt x="1375225" y="56234"/>
                  <a:pt x="1373340" y="49219"/>
                  <a:pt x="1369569" y="44695"/>
                </a:cubicBezTo>
                <a:cubicBezTo>
                  <a:pt x="1365799" y="40170"/>
                  <a:pt x="1361241" y="37908"/>
                  <a:pt x="1355894" y="37908"/>
                </a:cubicBezTo>
                <a:cubicBezTo>
                  <a:pt x="1350501" y="37908"/>
                  <a:pt x="1345840" y="40250"/>
                  <a:pt x="1341909" y="44934"/>
                </a:cubicBezTo>
                <a:cubicBezTo>
                  <a:pt x="1337979" y="49619"/>
                  <a:pt x="1336014" y="56394"/>
                  <a:pt x="1336014" y="65260"/>
                </a:cubicBezTo>
                <a:close/>
                <a:moveTo>
                  <a:pt x="1402468" y="102208"/>
                </a:moveTo>
                <a:lnTo>
                  <a:pt x="1402468" y="29408"/>
                </a:lnTo>
                <a:lnTo>
                  <a:pt x="1413573" y="29408"/>
                </a:lnTo>
                <a:lnTo>
                  <a:pt x="1413573" y="40444"/>
                </a:lnTo>
                <a:cubicBezTo>
                  <a:pt x="1416406" y="35280"/>
                  <a:pt x="1419022" y="31876"/>
                  <a:pt x="1421422" y="30231"/>
                </a:cubicBezTo>
                <a:cubicBezTo>
                  <a:pt x="1423821" y="28585"/>
                  <a:pt x="1426460" y="27763"/>
                  <a:pt x="1429339" y="27763"/>
                </a:cubicBezTo>
                <a:cubicBezTo>
                  <a:pt x="1433498" y="27763"/>
                  <a:pt x="1437725" y="29088"/>
                  <a:pt x="1442021" y="31739"/>
                </a:cubicBezTo>
                <a:lnTo>
                  <a:pt x="1437771" y="43186"/>
                </a:lnTo>
                <a:cubicBezTo>
                  <a:pt x="1434755" y="41404"/>
                  <a:pt x="1431738" y="40513"/>
                  <a:pt x="1428722" y="40513"/>
                </a:cubicBezTo>
                <a:cubicBezTo>
                  <a:pt x="1426026" y="40513"/>
                  <a:pt x="1423604" y="41324"/>
                  <a:pt x="1421456" y="42947"/>
                </a:cubicBezTo>
                <a:cubicBezTo>
                  <a:pt x="1419308" y="44569"/>
                  <a:pt x="1417777" y="46820"/>
                  <a:pt x="1416863" y="49699"/>
                </a:cubicBezTo>
                <a:cubicBezTo>
                  <a:pt x="1415492" y="54086"/>
                  <a:pt x="1414806" y="58884"/>
                  <a:pt x="1414806" y="64094"/>
                </a:cubicBezTo>
                <a:lnTo>
                  <a:pt x="1414806" y="102208"/>
                </a:lnTo>
                <a:lnTo>
                  <a:pt x="1402468" y="102208"/>
                </a:lnTo>
                <a:close/>
                <a:moveTo>
                  <a:pt x="1449058" y="15904"/>
                </a:moveTo>
                <a:lnTo>
                  <a:pt x="1449058" y="1714"/>
                </a:lnTo>
                <a:lnTo>
                  <a:pt x="1461397" y="1714"/>
                </a:lnTo>
                <a:lnTo>
                  <a:pt x="1461397" y="15904"/>
                </a:lnTo>
                <a:lnTo>
                  <a:pt x="1449058" y="15904"/>
                </a:lnTo>
                <a:moveTo>
                  <a:pt x="1449058" y="102208"/>
                </a:moveTo>
                <a:lnTo>
                  <a:pt x="1449058" y="29408"/>
                </a:lnTo>
                <a:lnTo>
                  <a:pt x="1461397" y="29408"/>
                </a:lnTo>
                <a:lnTo>
                  <a:pt x="1461397" y="102208"/>
                </a:lnTo>
                <a:lnTo>
                  <a:pt x="1449058" y="102208"/>
                </a:lnTo>
                <a:close/>
                <a:moveTo>
                  <a:pt x="1527724" y="102208"/>
                </a:moveTo>
                <a:lnTo>
                  <a:pt x="1527724" y="93022"/>
                </a:lnTo>
                <a:cubicBezTo>
                  <a:pt x="1523108" y="100243"/>
                  <a:pt x="1516322" y="103853"/>
                  <a:pt x="1507364" y="103853"/>
                </a:cubicBezTo>
                <a:cubicBezTo>
                  <a:pt x="1501561" y="103853"/>
                  <a:pt x="1496225" y="102254"/>
                  <a:pt x="1491358" y="99055"/>
                </a:cubicBezTo>
                <a:cubicBezTo>
                  <a:pt x="1486491" y="95856"/>
                  <a:pt x="1482721" y="91388"/>
                  <a:pt x="1480047" y="85653"/>
                </a:cubicBezTo>
                <a:cubicBezTo>
                  <a:pt x="1477374" y="79918"/>
                  <a:pt x="1476037" y="73326"/>
                  <a:pt x="1476037" y="65876"/>
                </a:cubicBezTo>
                <a:cubicBezTo>
                  <a:pt x="1476037" y="58610"/>
                  <a:pt x="1477248" y="52018"/>
                  <a:pt x="1479670" y="46100"/>
                </a:cubicBezTo>
                <a:cubicBezTo>
                  <a:pt x="1482092" y="40182"/>
                  <a:pt x="1485726" y="35646"/>
                  <a:pt x="1490570" y="32493"/>
                </a:cubicBezTo>
                <a:cubicBezTo>
                  <a:pt x="1495414" y="29339"/>
                  <a:pt x="1500829" y="27763"/>
                  <a:pt x="1506816" y="27763"/>
                </a:cubicBezTo>
                <a:cubicBezTo>
                  <a:pt x="1511203" y="27763"/>
                  <a:pt x="1515111" y="28688"/>
                  <a:pt x="1518538" y="30539"/>
                </a:cubicBezTo>
                <a:cubicBezTo>
                  <a:pt x="1521966" y="32390"/>
                  <a:pt x="1524753" y="34801"/>
                  <a:pt x="1526901" y="37771"/>
                </a:cubicBezTo>
                <a:lnTo>
                  <a:pt x="1526901" y="1714"/>
                </a:lnTo>
                <a:lnTo>
                  <a:pt x="1539172" y="1714"/>
                </a:lnTo>
                <a:lnTo>
                  <a:pt x="1539172" y="102208"/>
                </a:lnTo>
                <a:lnTo>
                  <a:pt x="1527724" y="102208"/>
                </a:lnTo>
                <a:moveTo>
                  <a:pt x="1488719" y="65876"/>
                </a:moveTo>
                <a:cubicBezTo>
                  <a:pt x="1488719" y="75199"/>
                  <a:pt x="1490684" y="82169"/>
                  <a:pt x="1494614" y="86784"/>
                </a:cubicBezTo>
                <a:cubicBezTo>
                  <a:pt x="1498544" y="91400"/>
                  <a:pt x="1503183" y="93708"/>
                  <a:pt x="1508530" y="93708"/>
                </a:cubicBezTo>
                <a:cubicBezTo>
                  <a:pt x="1513922" y="93708"/>
                  <a:pt x="1518504" y="91503"/>
                  <a:pt x="1522274" y="87093"/>
                </a:cubicBezTo>
                <a:cubicBezTo>
                  <a:pt x="1526044" y="82683"/>
                  <a:pt x="1527929" y="75953"/>
                  <a:pt x="1527929" y="66905"/>
                </a:cubicBezTo>
                <a:cubicBezTo>
                  <a:pt x="1527929" y="56942"/>
                  <a:pt x="1526010" y="49630"/>
                  <a:pt x="1522171" y="44969"/>
                </a:cubicBezTo>
                <a:cubicBezTo>
                  <a:pt x="1518332" y="40307"/>
                  <a:pt x="1513603" y="37977"/>
                  <a:pt x="1507981" y="37977"/>
                </a:cubicBezTo>
                <a:cubicBezTo>
                  <a:pt x="1502497" y="37977"/>
                  <a:pt x="1497916" y="40216"/>
                  <a:pt x="1494237" y="44695"/>
                </a:cubicBezTo>
                <a:cubicBezTo>
                  <a:pt x="1490558" y="49173"/>
                  <a:pt x="1488719" y="56234"/>
                  <a:pt x="1488719" y="65876"/>
                </a:cubicBezTo>
                <a:close/>
                <a:moveTo>
                  <a:pt x="1556063" y="108240"/>
                </a:moveTo>
                <a:lnTo>
                  <a:pt x="1568059" y="110023"/>
                </a:lnTo>
                <a:cubicBezTo>
                  <a:pt x="1568562" y="113724"/>
                  <a:pt x="1569956" y="116421"/>
                  <a:pt x="1572241" y="118112"/>
                </a:cubicBezTo>
                <a:cubicBezTo>
                  <a:pt x="1575303" y="120397"/>
                  <a:pt x="1579484" y="121539"/>
                  <a:pt x="1584785" y="121539"/>
                </a:cubicBezTo>
                <a:cubicBezTo>
                  <a:pt x="1590498" y="121539"/>
                  <a:pt x="1594908" y="120397"/>
                  <a:pt x="1598016" y="118112"/>
                </a:cubicBezTo>
                <a:cubicBezTo>
                  <a:pt x="1601123" y="115827"/>
                  <a:pt x="1603225" y="112628"/>
                  <a:pt x="1604322" y="108515"/>
                </a:cubicBezTo>
                <a:cubicBezTo>
                  <a:pt x="1604962" y="106001"/>
                  <a:pt x="1605259" y="100723"/>
                  <a:pt x="1605213" y="92680"/>
                </a:cubicBezTo>
                <a:cubicBezTo>
                  <a:pt x="1599821" y="99032"/>
                  <a:pt x="1593103" y="102208"/>
                  <a:pt x="1585060" y="102208"/>
                </a:cubicBezTo>
                <a:cubicBezTo>
                  <a:pt x="1575051" y="102208"/>
                  <a:pt x="1567305" y="98598"/>
                  <a:pt x="1561821" y="91377"/>
                </a:cubicBezTo>
                <a:cubicBezTo>
                  <a:pt x="1556337" y="84156"/>
                  <a:pt x="1553595" y="75496"/>
                  <a:pt x="1553595" y="65397"/>
                </a:cubicBezTo>
                <a:cubicBezTo>
                  <a:pt x="1553595" y="58450"/>
                  <a:pt x="1554852" y="52041"/>
                  <a:pt x="1557365" y="46168"/>
                </a:cubicBezTo>
                <a:cubicBezTo>
                  <a:pt x="1559879" y="40296"/>
                  <a:pt x="1563524" y="35760"/>
                  <a:pt x="1568299" y="32561"/>
                </a:cubicBezTo>
                <a:cubicBezTo>
                  <a:pt x="1573075" y="29362"/>
                  <a:pt x="1578685" y="27763"/>
                  <a:pt x="1585128" y="27763"/>
                </a:cubicBezTo>
                <a:cubicBezTo>
                  <a:pt x="1593720" y="27763"/>
                  <a:pt x="1600803" y="31236"/>
                  <a:pt x="1606379" y="38182"/>
                </a:cubicBezTo>
                <a:lnTo>
                  <a:pt x="1606379" y="29408"/>
                </a:lnTo>
                <a:lnTo>
                  <a:pt x="1617758" y="29408"/>
                </a:lnTo>
                <a:lnTo>
                  <a:pt x="1617758" y="92337"/>
                </a:lnTo>
                <a:cubicBezTo>
                  <a:pt x="1617758" y="103670"/>
                  <a:pt x="1616604" y="111702"/>
                  <a:pt x="1614296" y="116432"/>
                </a:cubicBezTo>
                <a:cubicBezTo>
                  <a:pt x="1611988" y="121162"/>
                  <a:pt x="1608332" y="124898"/>
                  <a:pt x="1603328" y="127640"/>
                </a:cubicBezTo>
                <a:cubicBezTo>
                  <a:pt x="1598324" y="130382"/>
                  <a:pt x="1592166" y="131753"/>
                  <a:pt x="1584854" y="131753"/>
                </a:cubicBezTo>
                <a:cubicBezTo>
                  <a:pt x="1576171" y="131753"/>
                  <a:pt x="1569156" y="129799"/>
                  <a:pt x="1563809" y="125892"/>
                </a:cubicBezTo>
                <a:cubicBezTo>
                  <a:pt x="1558462" y="121985"/>
                  <a:pt x="1555880" y="116101"/>
                  <a:pt x="1556063" y="108240"/>
                </a:cubicBezTo>
                <a:moveTo>
                  <a:pt x="1566277" y="64505"/>
                </a:moveTo>
                <a:cubicBezTo>
                  <a:pt x="1566277" y="74057"/>
                  <a:pt x="1568174" y="81026"/>
                  <a:pt x="1571967" y="85413"/>
                </a:cubicBezTo>
                <a:cubicBezTo>
                  <a:pt x="1575760" y="89800"/>
                  <a:pt x="1580513" y="91994"/>
                  <a:pt x="1586225" y="91994"/>
                </a:cubicBezTo>
                <a:cubicBezTo>
                  <a:pt x="1591892" y="91994"/>
                  <a:pt x="1596645" y="89812"/>
                  <a:pt x="1600483" y="85447"/>
                </a:cubicBezTo>
                <a:cubicBezTo>
                  <a:pt x="1604322" y="81083"/>
                  <a:pt x="1606242" y="74240"/>
                  <a:pt x="1606242" y="64917"/>
                </a:cubicBezTo>
                <a:cubicBezTo>
                  <a:pt x="1606242" y="56005"/>
                  <a:pt x="1604265" y="49287"/>
                  <a:pt x="1600312" y="44763"/>
                </a:cubicBezTo>
                <a:cubicBezTo>
                  <a:pt x="1596359" y="40239"/>
                  <a:pt x="1591595" y="37977"/>
                  <a:pt x="1586019" y="37977"/>
                </a:cubicBezTo>
                <a:cubicBezTo>
                  <a:pt x="1580535" y="37977"/>
                  <a:pt x="1575874" y="40205"/>
                  <a:pt x="1572035" y="44660"/>
                </a:cubicBezTo>
                <a:cubicBezTo>
                  <a:pt x="1568196" y="49116"/>
                  <a:pt x="1566277" y="55731"/>
                  <a:pt x="1566277" y="64505"/>
                </a:cubicBezTo>
                <a:close/>
                <a:moveTo>
                  <a:pt x="1685994" y="78764"/>
                </a:moveTo>
                <a:lnTo>
                  <a:pt x="1698744" y="80341"/>
                </a:lnTo>
                <a:cubicBezTo>
                  <a:pt x="1696733" y="87790"/>
                  <a:pt x="1693009" y="93571"/>
                  <a:pt x="1687570" y="97684"/>
                </a:cubicBezTo>
                <a:cubicBezTo>
                  <a:pt x="1682132" y="101797"/>
                  <a:pt x="1675186" y="103853"/>
                  <a:pt x="1666731" y="103853"/>
                </a:cubicBezTo>
                <a:cubicBezTo>
                  <a:pt x="1656083" y="103853"/>
                  <a:pt x="1647640" y="100574"/>
                  <a:pt x="1641402" y="94016"/>
                </a:cubicBezTo>
                <a:cubicBezTo>
                  <a:pt x="1635164" y="87458"/>
                  <a:pt x="1632045" y="78261"/>
                  <a:pt x="1632045" y="66425"/>
                </a:cubicBezTo>
                <a:cubicBezTo>
                  <a:pt x="1632045" y="54177"/>
                  <a:pt x="1635198" y="44672"/>
                  <a:pt x="1641505" y="37908"/>
                </a:cubicBezTo>
                <a:cubicBezTo>
                  <a:pt x="1647811" y="31145"/>
                  <a:pt x="1655992" y="27763"/>
                  <a:pt x="1666046" y="27763"/>
                </a:cubicBezTo>
                <a:cubicBezTo>
                  <a:pt x="1675780" y="27763"/>
                  <a:pt x="1683731" y="31076"/>
                  <a:pt x="1689901" y="37702"/>
                </a:cubicBezTo>
                <a:cubicBezTo>
                  <a:pt x="1696070" y="44329"/>
                  <a:pt x="1699155" y="53652"/>
                  <a:pt x="1699155" y="65671"/>
                </a:cubicBezTo>
                <a:cubicBezTo>
                  <a:pt x="1699155" y="66402"/>
                  <a:pt x="1699132" y="67499"/>
                  <a:pt x="1699087" y="68961"/>
                </a:cubicBezTo>
                <a:lnTo>
                  <a:pt x="1644795" y="68961"/>
                </a:lnTo>
                <a:cubicBezTo>
                  <a:pt x="1645252" y="76959"/>
                  <a:pt x="1647514" y="83083"/>
                  <a:pt x="1651582" y="87333"/>
                </a:cubicBezTo>
                <a:cubicBezTo>
                  <a:pt x="1655649" y="91583"/>
                  <a:pt x="1660722" y="93708"/>
                  <a:pt x="1666800" y="93708"/>
                </a:cubicBezTo>
                <a:cubicBezTo>
                  <a:pt x="1671324" y="93708"/>
                  <a:pt x="1675186" y="92520"/>
                  <a:pt x="1678385" y="90143"/>
                </a:cubicBezTo>
                <a:cubicBezTo>
                  <a:pt x="1681584" y="87767"/>
                  <a:pt x="1684120" y="83974"/>
                  <a:pt x="1685994" y="78764"/>
                </a:cubicBezTo>
                <a:moveTo>
                  <a:pt x="1645481" y="58816"/>
                </a:moveTo>
                <a:lnTo>
                  <a:pt x="1686131" y="58816"/>
                </a:lnTo>
                <a:cubicBezTo>
                  <a:pt x="1685582" y="52692"/>
                  <a:pt x="1684029" y="48099"/>
                  <a:pt x="1681469" y="45037"/>
                </a:cubicBezTo>
                <a:cubicBezTo>
                  <a:pt x="1677539" y="40285"/>
                  <a:pt x="1672444" y="37908"/>
                  <a:pt x="1666183" y="37908"/>
                </a:cubicBezTo>
                <a:cubicBezTo>
                  <a:pt x="1660516" y="37908"/>
                  <a:pt x="1655752" y="39805"/>
                  <a:pt x="1651890" y="43598"/>
                </a:cubicBezTo>
                <a:cubicBezTo>
                  <a:pt x="1648028" y="47391"/>
                  <a:pt x="1645892" y="52464"/>
                  <a:pt x="1645481" y="58816"/>
                </a:cubicBezTo>
                <a:close/>
                <a:moveTo>
                  <a:pt x="1717212" y="102208"/>
                </a:moveTo>
                <a:lnTo>
                  <a:pt x="1717212" y="88155"/>
                </a:lnTo>
                <a:lnTo>
                  <a:pt x="1731264" y="88155"/>
                </a:lnTo>
                <a:lnTo>
                  <a:pt x="1731264" y="102208"/>
                </a:lnTo>
                <a:cubicBezTo>
                  <a:pt x="1731264" y="107372"/>
                  <a:pt x="1730350" y="111542"/>
                  <a:pt x="1728522" y="114718"/>
                </a:cubicBezTo>
                <a:cubicBezTo>
                  <a:pt x="1726694" y="117894"/>
                  <a:pt x="1723792" y="120351"/>
                  <a:pt x="1719817" y="122087"/>
                </a:cubicBezTo>
                <a:lnTo>
                  <a:pt x="1716389" y="116809"/>
                </a:lnTo>
                <a:cubicBezTo>
                  <a:pt x="1718994" y="115667"/>
                  <a:pt x="1720913" y="113987"/>
                  <a:pt x="1722147" y="111771"/>
                </a:cubicBezTo>
                <a:cubicBezTo>
                  <a:pt x="1723381" y="109554"/>
                  <a:pt x="1724067" y="106367"/>
                  <a:pt x="1724204" y="102208"/>
                </a:cubicBezTo>
                <a:lnTo>
                  <a:pt x="1717212" y="102208"/>
                </a:lnTo>
                <a:close/>
                <a:moveTo>
                  <a:pt x="1790488" y="130245"/>
                </a:moveTo>
                <a:lnTo>
                  <a:pt x="1789117" y="118660"/>
                </a:lnTo>
                <a:cubicBezTo>
                  <a:pt x="1791813" y="119391"/>
                  <a:pt x="1794167" y="119757"/>
                  <a:pt x="1796178" y="119757"/>
                </a:cubicBezTo>
                <a:cubicBezTo>
                  <a:pt x="1798920" y="119757"/>
                  <a:pt x="1801113" y="119300"/>
                  <a:pt x="1802758" y="118386"/>
                </a:cubicBezTo>
                <a:cubicBezTo>
                  <a:pt x="1804404" y="117472"/>
                  <a:pt x="1805752" y="116192"/>
                  <a:pt x="1806803" y="114547"/>
                </a:cubicBezTo>
                <a:cubicBezTo>
                  <a:pt x="1807580" y="113313"/>
                  <a:pt x="1808836" y="110251"/>
                  <a:pt x="1810573" y="105361"/>
                </a:cubicBezTo>
                <a:cubicBezTo>
                  <a:pt x="1810802" y="104676"/>
                  <a:pt x="1811167" y="103670"/>
                  <a:pt x="1811670" y="102345"/>
                </a:cubicBezTo>
                <a:lnTo>
                  <a:pt x="1784044" y="29408"/>
                </a:lnTo>
                <a:lnTo>
                  <a:pt x="1797343" y="29408"/>
                </a:lnTo>
                <a:lnTo>
                  <a:pt x="1812492" y="71566"/>
                </a:lnTo>
                <a:cubicBezTo>
                  <a:pt x="1814458" y="76913"/>
                  <a:pt x="1816217" y="82534"/>
                  <a:pt x="1817771" y="88429"/>
                </a:cubicBezTo>
                <a:cubicBezTo>
                  <a:pt x="1819187" y="82763"/>
                  <a:pt x="1820878" y="77233"/>
                  <a:pt x="1822843" y="71840"/>
                </a:cubicBezTo>
                <a:lnTo>
                  <a:pt x="1838404" y="29408"/>
                </a:lnTo>
                <a:lnTo>
                  <a:pt x="1850743" y="29408"/>
                </a:lnTo>
                <a:lnTo>
                  <a:pt x="1823049" y="103442"/>
                </a:lnTo>
                <a:cubicBezTo>
                  <a:pt x="1820079" y="111439"/>
                  <a:pt x="1817771" y="116946"/>
                  <a:pt x="1816126" y="119962"/>
                </a:cubicBezTo>
                <a:cubicBezTo>
                  <a:pt x="1813932" y="124030"/>
                  <a:pt x="1811418" y="127012"/>
                  <a:pt x="1808585" y="128908"/>
                </a:cubicBezTo>
                <a:cubicBezTo>
                  <a:pt x="1805752" y="130805"/>
                  <a:pt x="1802370" y="131753"/>
                  <a:pt x="1798440" y="131753"/>
                </a:cubicBezTo>
                <a:cubicBezTo>
                  <a:pt x="1796063" y="131753"/>
                  <a:pt x="1793413" y="131250"/>
                  <a:pt x="1790488" y="130245"/>
                </a:cubicBezTo>
                <a:close/>
                <a:moveTo>
                  <a:pt x="1856414" y="65808"/>
                </a:moveTo>
                <a:cubicBezTo>
                  <a:pt x="1856414" y="52326"/>
                  <a:pt x="1860161" y="42341"/>
                  <a:pt x="1867656" y="35852"/>
                </a:cubicBezTo>
                <a:cubicBezTo>
                  <a:pt x="1873917" y="30459"/>
                  <a:pt x="1881549" y="27763"/>
                  <a:pt x="1890552" y="27763"/>
                </a:cubicBezTo>
                <a:cubicBezTo>
                  <a:pt x="1900560" y="27763"/>
                  <a:pt x="1908740" y="31042"/>
                  <a:pt x="1915093" y="37600"/>
                </a:cubicBezTo>
                <a:cubicBezTo>
                  <a:pt x="1921445" y="44158"/>
                  <a:pt x="1924621" y="53218"/>
                  <a:pt x="1924621" y="64780"/>
                </a:cubicBezTo>
                <a:cubicBezTo>
                  <a:pt x="1924621" y="74148"/>
                  <a:pt x="1923216" y="81517"/>
                  <a:pt x="1920405" y="86887"/>
                </a:cubicBezTo>
                <a:cubicBezTo>
                  <a:pt x="1917595" y="92257"/>
                  <a:pt x="1913505" y="96427"/>
                  <a:pt x="1908135" y="99397"/>
                </a:cubicBezTo>
                <a:cubicBezTo>
                  <a:pt x="1902765" y="102368"/>
                  <a:pt x="1896904" y="103853"/>
                  <a:pt x="1890552" y="103853"/>
                </a:cubicBezTo>
                <a:cubicBezTo>
                  <a:pt x="1880361" y="103853"/>
                  <a:pt x="1872123" y="100586"/>
                  <a:pt x="1865840" y="94051"/>
                </a:cubicBezTo>
                <a:cubicBezTo>
                  <a:pt x="1859556" y="87515"/>
                  <a:pt x="1856414" y="78101"/>
                  <a:pt x="1856414" y="65808"/>
                </a:cubicBezTo>
                <a:moveTo>
                  <a:pt x="1869096" y="65808"/>
                </a:moveTo>
                <a:cubicBezTo>
                  <a:pt x="1869096" y="75131"/>
                  <a:pt x="1871129" y="82111"/>
                  <a:pt x="1875197" y="86750"/>
                </a:cubicBezTo>
                <a:cubicBezTo>
                  <a:pt x="1879264" y="91388"/>
                  <a:pt x="1884382" y="93708"/>
                  <a:pt x="1890552" y="93708"/>
                </a:cubicBezTo>
                <a:cubicBezTo>
                  <a:pt x="1896676" y="93708"/>
                  <a:pt x="1901771" y="91377"/>
                  <a:pt x="1905838" y="86716"/>
                </a:cubicBezTo>
                <a:cubicBezTo>
                  <a:pt x="1909906" y="82054"/>
                  <a:pt x="1911939" y="74948"/>
                  <a:pt x="1911939" y="65397"/>
                </a:cubicBezTo>
                <a:cubicBezTo>
                  <a:pt x="1911939" y="56394"/>
                  <a:pt x="1909894" y="49573"/>
                  <a:pt x="1905804" y="44934"/>
                </a:cubicBezTo>
                <a:cubicBezTo>
                  <a:pt x="1901714" y="40296"/>
                  <a:pt x="1896630" y="37977"/>
                  <a:pt x="1890552" y="37977"/>
                </a:cubicBezTo>
                <a:cubicBezTo>
                  <a:pt x="1884382" y="37977"/>
                  <a:pt x="1879264" y="40285"/>
                  <a:pt x="1875197" y="44900"/>
                </a:cubicBezTo>
                <a:cubicBezTo>
                  <a:pt x="1871129" y="49516"/>
                  <a:pt x="1869096" y="56485"/>
                  <a:pt x="1869096" y="65808"/>
                </a:cubicBezTo>
                <a:close/>
                <a:moveTo>
                  <a:pt x="1986550" y="102208"/>
                </a:moveTo>
                <a:lnTo>
                  <a:pt x="1986550" y="91514"/>
                </a:lnTo>
                <a:cubicBezTo>
                  <a:pt x="1980883" y="99740"/>
                  <a:pt x="1973183" y="103853"/>
                  <a:pt x="1963449" y="103853"/>
                </a:cubicBezTo>
                <a:cubicBezTo>
                  <a:pt x="1959153" y="103853"/>
                  <a:pt x="1955143" y="103031"/>
                  <a:pt x="1951418" y="101385"/>
                </a:cubicBezTo>
                <a:cubicBezTo>
                  <a:pt x="1947694" y="99740"/>
                  <a:pt x="1944929" y="97672"/>
                  <a:pt x="1943124" y="95182"/>
                </a:cubicBezTo>
                <a:cubicBezTo>
                  <a:pt x="1941319" y="92691"/>
                  <a:pt x="1940050" y="89640"/>
                  <a:pt x="1939319" y="86030"/>
                </a:cubicBezTo>
                <a:cubicBezTo>
                  <a:pt x="1938816" y="83608"/>
                  <a:pt x="1938565" y="79769"/>
                  <a:pt x="1938565" y="74514"/>
                </a:cubicBezTo>
                <a:lnTo>
                  <a:pt x="1938565" y="29408"/>
                </a:lnTo>
                <a:lnTo>
                  <a:pt x="1950904" y="29408"/>
                </a:lnTo>
                <a:lnTo>
                  <a:pt x="1950904" y="69784"/>
                </a:lnTo>
                <a:cubicBezTo>
                  <a:pt x="1950904" y="76228"/>
                  <a:pt x="1951155" y="80569"/>
                  <a:pt x="1951658" y="82808"/>
                </a:cubicBezTo>
                <a:cubicBezTo>
                  <a:pt x="1952435" y="86053"/>
                  <a:pt x="1954080" y="88601"/>
                  <a:pt x="1956594" y="90452"/>
                </a:cubicBezTo>
                <a:cubicBezTo>
                  <a:pt x="1959107" y="92302"/>
                  <a:pt x="1962215" y="93228"/>
                  <a:pt x="1965917" y="93228"/>
                </a:cubicBezTo>
                <a:cubicBezTo>
                  <a:pt x="1969618" y="93228"/>
                  <a:pt x="1973091" y="92280"/>
                  <a:pt x="1976336" y="90383"/>
                </a:cubicBezTo>
                <a:cubicBezTo>
                  <a:pt x="1979581" y="88487"/>
                  <a:pt x="1981877" y="85904"/>
                  <a:pt x="1983225" y="82637"/>
                </a:cubicBezTo>
                <a:cubicBezTo>
                  <a:pt x="1984574" y="79369"/>
                  <a:pt x="1985248" y="74628"/>
                  <a:pt x="1985248" y="68413"/>
                </a:cubicBezTo>
                <a:lnTo>
                  <a:pt x="1985248" y="29408"/>
                </a:lnTo>
                <a:lnTo>
                  <a:pt x="1997587" y="29408"/>
                </a:lnTo>
                <a:lnTo>
                  <a:pt x="1997587" y="102208"/>
                </a:lnTo>
                <a:lnTo>
                  <a:pt x="1986550" y="102208"/>
                </a:lnTo>
                <a:close/>
                <a:moveTo>
                  <a:pt x="2015918" y="15012"/>
                </a:moveTo>
                <a:lnTo>
                  <a:pt x="2015918" y="685"/>
                </a:lnTo>
                <a:lnTo>
                  <a:pt x="2029148" y="685"/>
                </a:lnTo>
                <a:lnTo>
                  <a:pt x="2029148" y="11996"/>
                </a:lnTo>
                <a:cubicBezTo>
                  <a:pt x="2029148" y="18120"/>
                  <a:pt x="2028439" y="22530"/>
                  <a:pt x="2027023" y="25226"/>
                </a:cubicBezTo>
                <a:cubicBezTo>
                  <a:pt x="2025058" y="28928"/>
                  <a:pt x="2021996" y="31716"/>
                  <a:pt x="2017837" y="33589"/>
                </a:cubicBezTo>
                <a:lnTo>
                  <a:pt x="2014821" y="28722"/>
                </a:lnTo>
                <a:cubicBezTo>
                  <a:pt x="2017289" y="27717"/>
                  <a:pt x="2019128" y="26129"/>
                  <a:pt x="2020339" y="23958"/>
                </a:cubicBezTo>
                <a:cubicBezTo>
                  <a:pt x="2021550" y="21787"/>
                  <a:pt x="2022224" y="18806"/>
                  <a:pt x="2022361" y="15012"/>
                </a:cubicBezTo>
                <a:lnTo>
                  <a:pt x="2015918" y="15012"/>
                </a:lnTo>
                <a:close/>
                <a:moveTo>
                  <a:pt x="2047901" y="102208"/>
                </a:moveTo>
                <a:lnTo>
                  <a:pt x="2047901" y="1714"/>
                </a:lnTo>
                <a:lnTo>
                  <a:pt x="2060240" y="1714"/>
                </a:lnTo>
                <a:lnTo>
                  <a:pt x="2060240" y="102208"/>
                </a:lnTo>
                <a:lnTo>
                  <a:pt x="2047901" y="102208"/>
                </a:lnTo>
                <a:close/>
                <a:moveTo>
                  <a:pt x="2079404" y="102208"/>
                </a:moveTo>
                <a:lnTo>
                  <a:pt x="2079404" y="1714"/>
                </a:lnTo>
                <a:lnTo>
                  <a:pt x="2091743" y="1714"/>
                </a:lnTo>
                <a:lnTo>
                  <a:pt x="2091743" y="102208"/>
                </a:lnTo>
                <a:lnTo>
                  <a:pt x="2079404" y="102208"/>
                </a:lnTo>
                <a:close/>
                <a:moveTo>
                  <a:pt x="2152653" y="102208"/>
                </a:moveTo>
                <a:lnTo>
                  <a:pt x="2152653" y="39005"/>
                </a:lnTo>
                <a:lnTo>
                  <a:pt x="2141753" y="39005"/>
                </a:lnTo>
                <a:lnTo>
                  <a:pt x="2141753" y="29408"/>
                </a:lnTo>
                <a:lnTo>
                  <a:pt x="2152653" y="29408"/>
                </a:lnTo>
                <a:lnTo>
                  <a:pt x="2152653" y="21662"/>
                </a:lnTo>
                <a:cubicBezTo>
                  <a:pt x="2152653" y="16772"/>
                  <a:pt x="2153087" y="13139"/>
                  <a:pt x="2153955" y="10762"/>
                </a:cubicBezTo>
                <a:cubicBezTo>
                  <a:pt x="2155143" y="7563"/>
                  <a:pt x="2157234" y="4970"/>
                  <a:pt x="2160228" y="2982"/>
                </a:cubicBezTo>
                <a:cubicBezTo>
                  <a:pt x="2163221" y="994"/>
                  <a:pt x="2167414" y="0"/>
                  <a:pt x="2172806" y="0"/>
                </a:cubicBezTo>
                <a:cubicBezTo>
                  <a:pt x="2176280" y="0"/>
                  <a:pt x="2180118" y="411"/>
                  <a:pt x="2184323" y="1234"/>
                </a:cubicBezTo>
                <a:lnTo>
                  <a:pt x="2182472" y="11996"/>
                </a:lnTo>
                <a:cubicBezTo>
                  <a:pt x="2179913" y="11539"/>
                  <a:pt x="2177491" y="11311"/>
                  <a:pt x="2175206" y="11311"/>
                </a:cubicBezTo>
                <a:cubicBezTo>
                  <a:pt x="2171458" y="11311"/>
                  <a:pt x="2168808" y="12110"/>
                  <a:pt x="2167254" y="13710"/>
                </a:cubicBezTo>
                <a:cubicBezTo>
                  <a:pt x="2165700" y="15309"/>
                  <a:pt x="2164923" y="18303"/>
                  <a:pt x="2164923" y="22690"/>
                </a:cubicBezTo>
                <a:lnTo>
                  <a:pt x="2164923" y="29408"/>
                </a:lnTo>
                <a:lnTo>
                  <a:pt x="2179113" y="29408"/>
                </a:lnTo>
                <a:lnTo>
                  <a:pt x="2179113" y="39005"/>
                </a:lnTo>
                <a:lnTo>
                  <a:pt x="2164923" y="39005"/>
                </a:lnTo>
                <a:lnTo>
                  <a:pt x="2164923" y="102208"/>
                </a:lnTo>
                <a:lnTo>
                  <a:pt x="2152653" y="102208"/>
                </a:lnTo>
                <a:close/>
                <a:moveTo>
                  <a:pt x="2188297" y="15904"/>
                </a:moveTo>
                <a:lnTo>
                  <a:pt x="2188297" y="1714"/>
                </a:lnTo>
                <a:lnTo>
                  <a:pt x="2200636" y="1714"/>
                </a:lnTo>
                <a:lnTo>
                  <a:pt x="2200636" y="15904"/>
                </a:lnTo>
                <a:lnTo>
                  <a:pt x="2188297" y="15904"/>
                </a:lnTo>
                <a:moveTo>
                  <a:pt x="2188297" y="102208"/>
                </a:moveTo>
                <a:lnTo>
                  <a:pt x="2188297" y="29408"/>
                </a:lnTo>
                <a:lnTo>
                  <a:pt x="2200636" y="29408"/>
                </a:lnTo>
                <a:lnTo>
                  <a:pt x="2200636" y="102208"/>
                </a:lnTo>
                <a:lnTo>
                  <a:pt x="2188297" y="102208"/>
                </a:lnTo>
                <a:close/>
                <a:moveTo>
                  <a:pt x="2219732" y="102208"/>
                </a:moveTo>
                <a:lnTo>
                  <a:pt x="2219732" y="29408"/>
                </a:lnTo>
                <a:lnTo>
                  <a:pt x="2230837" y="29408"/>
                </a:lnTo>
                <a:lnTo>
                  <a:pt x="2230837" y="39759"/>
                </a:lnTo>
                <a:cubicBezTo>
                  <a:pt x="2236184" y="31761"/>
                  <a:pt x="2243907" y="27763"/>
                  <a:pt x="2254007" y="27763"/>
                </a:cubicBezTo>
                <a:cubicBezTo>
                  <a:pt x="2258394" y="27763"/>
                  <a:pt x="2262427" y="28551"/>
                  <a:pt x="2266106" y="30128"/>
                </a:cubicBezTo>
                <a:cubicBezTo>
                  <a:pt x="2269785" y="31704"/>
                  <a:pt x="2272538" y="33772"/>
                  <a:pt x="2274366" y="36331"/>
                </a:cubicBezTo>
                <a:cubicBezTo>
                  <a:pt x="2276194" y="38891"/>
                  <a:pt x="2277474" y="41930"/>
                  <a:pt x="2278205" y="45449"/>
                </a:cubicBezTo>
                <a:cubicBezTo>
                  <a:pt x="2278662" y="47734"/>
                  <a:pt x="2278890" y="51732"/>
                  <a:pt x="2278890" y="57445"/>
                </a:cubicBezTo>
                <a:lnTo>
                  <a:pt x="2278890" y="102208"/>
                </a:lnTo>
                <a:lnTo>
                  <a:pt x="2266551" y="102208"/>
                </a:lnTo>
                <a:lnTo>
                  <a:pt x="2266551" y="57925"/>
                </a:lnTo>
                <a:cubicBezTo>
                  <a:pt x="2266551" y="52898"/>
                  <a:pt x="2266072" y="49139"/>
                  <a:pt x="2265112" y="46648"/>
                </a:cubicBezTo>
                <a:cubicBezTo>
                  <a:pt x="2264152" y="44158"/>
                  <a:pt x="2262450" y="42170"/>
                  <a:pt x="2260005" y="40684"/>
                </a:cubicBezTo>
                <a:cubicBezTo>
                  <a:pt x="2257560" y="39199"/>
                  <a:pt x="2254692" y="38457"/>
                  <a:pt x="2251402" y="38457"/>
                </a:cubicBezTo>
                <a:cubicBezTo>
                  <a:pt x="2246146" y="38457"/>
                  <a:pt x="2241611" y="40125"/>
                  <a:pt x="2237795" y="43461"/>
                </a:cubicBezTo>
                <a:cubicBezTo>
                  <a:pt x="2233979" y="46797"/>
                  <a:pt x="2232071" y="53126"/>
                  <a:pt x="2232071" y="62449"/>
                </a:cubicBezTo>
                <a:lnTo>
                  <a:pt x="2232071" y="102208"/>
                </a:lnTo>
                <a:lnTo>
                  <a:pt x="2219732" y="102208"/>
                </a:lnTo>
                <a:close/>
                <a:moveTo>
                  <a:pt x="2344795" y="102208"/>
                </a:moveTo>
                <a:lnTo>
                  <a:pt x="2344795" y="93022"/>
                </a:lnTo>
                <a:cubicBezTo>
                  <a:pt x="2340179" y="100243"/>
                  <a:pt x="2333393" y="103853"/>
                  <a:pt x="2324436" y="103853"/>
                </a:cubicBezTo>
                <a:cubicBezTo>
                  <a:pt x="2318632" y="103853"/>
                  <a:pt x="2313296" y="102254"/>
                  <a:pt x="2308429" y="99055"/>
                </a:cubicBezTo>
                <a:cubicBezTo>
                  <a:pt x="2303562" y="95856"/>
                  <a:pt x="2299792" y="91388"/>
                  <a:pt x="2297119" y="85653"/>
                </a:cubicBezTo>
                <a:cubicBezTo>
                  <a:pt x="2294445" y="79918"/>
                  <a:pt x="2293108" y="73326"/>
                  <a:pt x="2293108" y="65876"/>
                </a:cubicBezTo>
                <a:cubicBezTo>
                  <a:pt x="2293108" y="58610"/>
                  <a:pt x="2294319" y="52018"/>
                  <a:pt x="2296742" y="46100"/>
                </a:cubicBezTo>
                <a:cubicBezTo>
                  <a:pt x="2299164" y="40182"/>
                  <a:pt x="2302797" y="35646"/>
                  <a:pt x="2307641" y="32493"/>
                </a:cubicBezTo>
                <a:cubicBezTo>
                  <a:pt x="2312485" y="29339"/>
                  <a:pt x="2317901" y="27763"/>
                  <a:pt x="2323887" y="27763"/>
                </a:cubicBezTo>
                <a:cubicBezTo>
                  <a:pt x="2328275" y="27763"/>
                  <a:pt x="2332182" y="28688"/>
                  <a:pt x="2335609" y="30539"/>
                </a:cubicBezTo>
                <a:cubicBezTo>
                  <a:pt x="2339037" y="32390"/>
                  <a:pt x="2341825" y="34801"/>
                  <a:pt x="2343972" y="37771"/>
                </a:cubicBezTo>
                <a:lnTo>
                  <a:pt x="2343972" y="1714"/>
                </a:lnTo>
                <a:lnTo>
                  <a:pt x="2356243" y="1714"/>
                </a:lnTo>
                <a:lnTo>
                  <a:pt x="2356243" y="102208"/>
                </a:lnTo>
                <a:lnTo>
                  <a:pt x="2344795" y="102208"/>
                </a:lnTo>
                <a:moveTo>
                  <a:pt x="2305790" y="65876"/>
                </a:moveTo>
                <a:cubicBezTo>
                  <a:pt x="2305790" y="75199"/>
                  <a:pt x="2307755" y="82169"/>
                  <a:pt x="2311685" y="86784"/>
                </a:cubicBezTo>
                <a:cubicBezTo>
                  <a:pt x="2315616" y="91400"/>
                  <a:pt x="2320254" y="93708"/>
                  <a:pt x="2325601" y="93708"/>
                </a:cubicBezTo>
                <a:cubicBezTo>
                  <a:pt x="2330994" y="93708"/>
                  <a:pt x="2335575" y="91503"/>
                  <a:pt x="2339345" y="87093"/>
                </a:cubicBezTo>
                <a:cubicBezTo>
                  <a:pt x="2343116" y="82683"/>
                  <a:pt x="2345001" y="75953"/>
                  <a:pt x="2345001" y="66905"/>
                </a:cubicBezTo>
                <a:cubicBezTo>
                  <a:pt x="2345001" y="56942"/>
                  <a:pt x="2343081" y="49630"/>
                  <a:pt x="2339243" y="44969"/>
                </a:cubicBezTo>
                <a:cubicBezTo>
                  <a:pt x="2335404" y="40307"/>
                  <a:pt x="2330674" y="37977"/>
                  <a:pt x="2325053" y="37977"/>
                </a:cubicBezTo>
                <a:cubicBezTo>
                  <a:pt x="2319569" y="37977"/>
                  <a:pt x="2314987" y="40216"/>
                  <a:pt x="2311308" y="44695"/>
                </a:cubicBezTo>
                <a:cubicBezTo>
                  <a:pt x="2307630" y="49173"/>
                  <a:pt x="2305790" y="56234"/>
                  <a:pt x="2305790" y="65876"/>
                </a:cubicBezTo>
                <a:close/>
                <a:moveTo>
                  <a:pt x="2461425" y="93228"/>
                </a:moveTo>
                <a:cubicBezTo>
                  <a:pt x="2456855" y="97112"/>
                  <a:pt x="2452456" y="99854"/>
                  <a:pt x="2448229" y="101454"/>
                </a:cubicBezTo>
                <a:cubicBezTo>
                  <a:pt x="2444002" y="103053"/>
                  <a:pt x="2439466" y="103853"/>
                  <a:pt x="2434622" y="103853"/>
                </a:cubicBezTo>
                <a:cubicBezTo>
                  <a:pt x="2426624" y="103853"/>
                  <a:pt x="2420478" y="101899"/>
                  <a:pt x="2416182" y="97992"/>
                </a:cubicBezTo>
                <a:cubicBezTo>
                  <a:pt x="2411886" y="94085"/>
                  <a:pt x="2409738" y="89092"/>
                  <a:pt x="2409738" y="83014"/>
                </a:cubicBezTo>
                <a:cubicBezTo>
                  <a:pt x="2409738" y="79449"/>
                  <a:pt x="2410549" y="76193"/>
                  <a:pt x="2412172" y="73246"/>
                </a:cubicBezTo>
                <a:cubicBezTo>
                  <a:pt x="2413794" y="70298"/>
                  <a:pt x="2415919" y="67933"/>
                  <a:pt x="2418547" y="66151"/>
                </a:cubicBezTo>
                <a:cubicBezTo>
                  <a:pt x="2421174" y="64368"/>
                  <a:pt x="2424134" y="63020"/>
                  <a:pt x="2427424" y="62106"/>
                </a:cubicBezTo>
                <a:cubicBezTo>
                  <a:pt x="2429846" y="61466"/>
                  <a:pt x="2433502" y="60849"/>
                  <a:pt x="2438392" y="60255"/>
                </a:cubicBezTo>
                <a:cubicBezTo>
                  <a:pt x="2448354" y="59067"/>
                  <a:pt x="2455689" y="57650"/>
                  <a:pt x="2460396" y="56005"/>
                </a:cubicBezTo>
                <a:cubicBezTo>
                  <a:pt x="2460442" y="54314"/>
                  <a:pt x="2460465" y="53240"/>
                  <a:pt x="2460465" y="52783"/>
                </a:cubicBezTo>
                <a:cubicBezTo>
                  <a:pt x="2460465" y="47756"/>
                  <a:pt x="2459300" y="44215"/>
                  <a:pt x="2456969" y="42158"/>
                </a:cubicBezTo>
                <a:cubicBezTo>
                  <a:pt x="2453816" y="39371"/>
                  <a:pt x="2449131" y="37977"/>
                  <a:pt x="2442916" y="37977"/>
                </a:cubicBezTo>
                <a:cubicBezTo>
                  <a:pt x="2437112" y="37977"/>
                  <a:pt x="2432828" y="38993"/>
                  <a:pt x="2430063" y="41027"/>
                </a:cubicBezTo>
                <a:cubicBezTo>
                  <a:pt x="2427298" y="43061"/>
                  <a:pt x="2425253" y="46660"/>
                  <a:pt x="2423928" y="51824"/>
                </a:cubicBezTo>
                <a:lnTo>
                  <a:pt x="2411863" y="50179"/>
                </a:lnTo>
                <a:cubicBezTo>
                  <a:pt x="2412960" y="45014"/>
                  <a:pt x="2414765" y="40844"/>
                  <a:pt x="2417279" y="37668"/>
                </a:cubicBezTo>
                <a:cubicBezTo>
                  <a:pt x="2419792" y="34492"/>
                  <a:pt x="2423425" y="32047"/>
                  <a:pt x="2428178" y="30333"/>
                </a:cubicBezTo>
                <a:cubicBezTo>
                  <a:pt x="2432931" y="28620"/>
                  <a:pt x="2438438" y="27763"/>
                  <a:pt x="2444699" y="27763"/>
                </a:cubicBezTo>
                <a:cubicBezTo>
                  <a:pt x="2450914" y="27763"/>
                  <a:pt x="2455964" y="28494"/>
                  <a:pt x="2459848" y="29956"/>
                </a:cubicBezTo>
                <a:cubicBezTo>
                  <a:pt x="2463733" y="31419"/>
                  <a:pt x="2466589" y="33258"/>
                  <a:pt x="2468417" y="35475"/>
                </a:cubicBezTo>
                <a:cubicBezTo>
                  <a:pt x="2470245" y="37691"/>
                  <a:pt x="2471524" y="40490"/>
                  <a:pt x="2472256" y="43872"/>
                </a:cubicBezTo>
                <a:cubicBezTo>
                  <a:pt x="2472667" y="45974"/>
                  <a:pt x="2472873" y="49767"/>
                  <a:pt x="2472873" y="55251"/>
                </a:cubicBezTo>
                <a:lnTo>
                  <a:pt x="2472873" y="71703"/>
                </a:lnTo>
                <a:cubicBezTo>
                  <a:pt x="2472873" y="83174"/>
                  <a:pt x="2473135" y="90429"/>
                  <a:pt x="2473661" y="93468"/>
                </a:cubicBezTo>
                <a:cubicBezTo>
                  <a:pt x="2474186" y="96507"/>
                  <a:pt x="2475226" y="99420"/>
                  <a:pt x="2476780" y="102208"/>
                </a:cubicBezTo>
                <a:lnTo>
                  <a:pt x="2463892" y="102208"/>
                </a:lnTo>
                <a:cubicBezTo>
                  <a:pt x="2462613" y="99649"/>
                  <a:pt x="2461790" y="96655"/>
                  <a:pt x="2461425" y="93228"/>
                </a:cubicBezTo>
                <a:moveTo>
                  <a:pt x="2460396" y="65671"/>
                </a:moveTo>
                <a:cubicBezTo>
                  <a:pt x="2455918" y="67499"/>
                  <a:pt x="2449200" y="69053"/>
                  <a:pt x="2440243" y="70332"/>
                </a:cubicBezTo>
                <a:cubicBezTo>
                  <a:pt x="2435170" y="71063"/>
                  <a:pt x="2431583" y="71886"/>
                  <a:pt x="2429480" y="72800"/>
                </a:cubicBezTo>
                <a:cubicBezTo>
                  <a:pt x="2427378" y="73714"/>
                  <a:pt x="2425756" y="75051"/>
                  <a:pt x="2424613" y="76810"/>
                </a:cubicBezTo>
                <a:cubicBezTo>
                  <a:pt x="2423471" y="78570"/>
                  <a:pt x="2422900" y="80523"/>
                  <a:pt x="2422900" y="82671"/>
                </a:cubicBezTo>
                <a:cubicBezTo>
                  <a:pt x="2422900" y="85962"/>
                  <a:pt x="2424145" y="88704"/>
                  <a:pt x="2426636" y="90897"/>
                </a:cubicBezTo>
                <a:cubicBezTo>
                  <a:pt x="2429126" y="93091"/>
                  <a:pt x="2432771" y="94188"/>
                  <a:pt x="2437569" y="94188"/>
                </a:cubicBezTo>
                <a:cubicBezTo>
                  <a:pt x="2442322" y="94188"/>
                  <a:pt x="2446549" y="93148"/>
                  <a:pt x="2450251" y="91069"/>
                </a:cubicBezTo>
                <a:cubicBezTo>
                  <a:pt x="2453953" y="88989"/>
                  <a:pt x="2456672" y="86144"/>
                  <a:pt x="2458408" y="82534"/>
                </a:cubicBezTo>
                <a:cubicBezTo>
                  <a:pt x="2459734" y="79746"/>
                  <a:pt x="2460396" y="75633"/>
                  <a:pt x="2460396" y="70195"/>
                </a:cubicBezTo>
                <a:lnTo>
                  <a:pt x="2460396" y="65671"/>
                </a:lnTo>
                <a:close/>
                <a:moveTo>
                  <a:pt x="2541654" y="102208"/>
                </a:moveTo>
                <a:lnTo>
                  <a:pt x="2530206" y="102208"/>
                </a:lnTo>
                <a:lnTo>
                  <a:pt x="2530206" y="1714"/>
                </a:lnTo>
                <a:lnTo>
                  <a:pt x="2542545" y="1714"/>
                </a:lnTo>
                <a:lnTo>
                  <a:pt x="2542545" y="37565"/>
                </a:lnTo>
                <a:cubicBezTo>
                  <a:pt x="2547755" y="31030"/>
                  <a:pt x="2554404" y="27763"/>
                  <a:pt x="2562493" y="27763"/>
                </a:cubicBezTo>
                <a:cubicBezTo>
                  <a:pt x="2566971" y="27763"/>
                  <a:pt x="2571210" y="28665"/>
                  <a:pt x="2575209" y="30470"/>
                </a:cubicBezTo>
                <a:cubicBezTo>
                  <a:pt x="2579208" y="32276"/>
                  <a:pt x="2582498" y="34812"/>
                  <a:pt x="2585080" y="38079"/>
                </a:cubicBezTo>
                <a:cubicBezTo>
                  <a:pt x="2587662" y="41347"/>
                  <a:pt x="2589684" y="45289"/>
                  <a:pt x="2591147" y="49904"/>
                </a:cubicBezTo>
                <a:cubicBezTo>
                  <a:pt x="2592609" y="54520"/>
                  <a:pt x="2593340" y="59456"/>
                  <a:pt x="2593340" y="64711"/>
                </a:cubicBezTo>
                <a:cubicBezTo>
                  <a:pt x="2593340" y="77187"/>
                  <a:pt x="2590256" y="86830"/>
                  <a:pt x="2584086" y="93639"/>
                </a:cubicBezTo>
                <a:cubicBezTo>
                  <a:pt x="2577917" y="100448"/>
                  <a:pt x="2570513" y="103853"/>
                  <a:pt x="2561876" y="103853"/>
                </a:cubicBezTo>
                <a:cubicBezTo>
                  <a:pt x="2553284" y="103853"/>
                  <a:pt x="2546544" y="100266"/>
                  <a:pt x="2541654" y="93091"/>
                </a:cubicBezTo>
                <a:lnTo>
                  <a:pt x="2541654" y="102208"/>
                </a:lnTo>
                <a:moveTo>
                  <a:pt x="2541517" y="65260"/>
                </a:moveTo>
                <a:cubicBezTo>
                  <a:pt x="2541517" y="73988"/>
                  <a:pt x="2542705" y="80295"/>
                  <a:pt x="2545081" y="84179"/>
                </a:cubicBezTo>
                <a:cubicBezTo>
                  <a:pt x="2548966" y="90532"/>
                  <a:pt x="2554221" y="93708"/>
                  <a:pt x="2560848" y="93708"/>
                </a:cubicBezTo>
                <a:cubicBezTo>
                  <a:pt x="2566240" y="93708"/>
                  <a:pt x="2570902" y="91366"/>
                  <a:pt x="2574832" y="86681"/>
                </a:cubicBezTo>
                <a:cubicBezTo>
                  <a:pt x="2578762" y="81997"/>
                  <a:pt x="2580727" y="75016"/>
                  <a:pt x="2580727" y="65739"/>
                </a:cubicBezTo>
                <a:cubicBezTo>
                  <a:pt x="2580727" y="56234"/>
                  <a:pt x="2578842" y="49219"/>
                  <a:pt x="2575072" y="44695"/>
                </a:cubicBezTo>
                <a:cubicBezTo>
                  <a:pt x="2571302" y="40170"/>
                  <a:pt x="2566743" y="37908"/>
                  <a:pt x="2561396" y="37908"/>
                </a:cubicBezTo>
                <a:cubicBezTo>
                  <a:pt x="2556003" y="37908"/>
                  <a:pt x="2551342" y="40250"/>
                  <a:pt x="2547412" y="44934"/>
                </a:cubicBezTo>
                <a:cubicBezTo>
                  <a:pt x="2543482" y="49619"/>
                  <a:pt x="2541517" y="56394"/>
                  <a:pt x="2541517" y="65260"/>
                </a:cubicBezTo>
                <a:close/>
                <a:moveTo>
                  <a:pt x="2603514" y="65808"/>
                </a:moveTo>
                <a:cubicBezTo>
                  <a:pt x="2603514" y="52326"/>
                  <a:pt x="2607262" y="42341"/>
                  <a:pt x="2614756" y="35852"/>
                </a:cubicBezTo>
                <a:cubicBezTo>
                  <a:pt x="2621017" y="30459"/>
                  <a:pt x="2628649" y="27763"/>
                  <a:pt x="2637652" y="27763"/>
                </a:cubicBezTo>
                <a:cubicBezTo>
                  <a:pt x="2647660" y="27763"/>
                  <a:pt x="2655841" y="31042"/>
                  <a:pt x="2662193" y="37600"/>
                </a:cubicBezTo>
                <a:cubicBezTo>
                  <a:pt x="2668545" y="44158"/>
                  <a:pt x="2671721" y="53218"/>
                  <a:pt x="2671721" y="64780"/>
                </a:cubicBezTo>
                <a:cubicBezTo>
                  <a:pt x="2671721" y="74148"/>
                  <a:pt x="2670316" y="81517"/>
                  <a:pt x="2667506" y="86887"/>
                </a:cubicBezTo>
                <a:cubicBezTo>
                  <a:pt x="2664695" y="92257"/>
                  <a:pt x="2660605" y="96427"/>
                  <a:pt x="2655235" y="99397"/>
                </a:cubicBezTo>
                <a:cubicBezTo>
                  <a:pt x="2649865" y="102368"/>
                  <a:pt x="2644004" y="103853"/>
                  <a:pt x="2637652" y="103853"/>
                </a:cubicBezTo>
                <a:cubicBezTo>
                  <a:pt x="2627461" y="103853"/>
                  <a:pt x="2619224" y="100586"/>
                  <a:pt x="2612940" y="94051"/>
                </a:cubicBezTo>
                <a:cubicBezTo>
                  <a:pt x="2606656" y="87515"/>
                  <a:pt x="2603514" y="78101"/>
                  <a:pt x="2603514" y="65808"/>
                </a:cubicBezTo>
                <a:moveTo>
                  <a:pt x="2616196" y="65808"/>
                </a:moveTo>
                <a:cubicBezTo>
                  <a:pt x="2616196" y="75131"/>
                  <a:pt x="2618230" y="82111"/>
                  <a:pt x="2622297" y="86750"/>
                </a:cubicBezTo>
                <a:cubicBezTo>
                  <a:pt x="2626364" y="91388"/>
                  <a:pt x="2631483" y="93708"/>
                  <a:pt x="2637652" y="93708"/>
                </a:cubicBezTo>
                <a:cubicBezTo>
                  <a:pt x="2643776" y="93708"/>
                  <a:pt x="2648871" y="91377"/>
                  <a:pt x="2652939" y="86716"/>
                </a:cubicBezTo>
                <a:cubicBezTo>
                  <a:pt x="2657006" y="82054"/>
                  <a:pt x="2659040" y="74948"/>
                  <a:pt x="2659040" y="65397"/>
                </a:cubicBezTo>
                <a:cubicBezTo>
                  <a:pt x="2659040" y="56394"/>
                  <a:pt x="2656995" y="49573"/>
                  <a:pt x="2652904" y="44934"/>
                </a:cubicBezTo>
                <a:cubicBezTo>
                  <a:pt x="2648814" y="40296"/>
                  <a:pt x="2643730" y="37977"/>
                  <a:pt x="2637652" y="37977"/>
                </a:cubicBezTo>
                <a:cubicBezTo>
                  <a:pt x="2631483" y="37977"/>
                  <a:pt x="2626364" y="40285"/>
                  <a:pt x="2622297" y="44900"/>
                </a:cubicBezTo>
                <a:cubicBezTo>
                  <a:pt x="2618230" y="49516"/>
                  <a:pt x="2616196" y="56485"/>
                  <a:pt x="2616196" y="65808"/>
                </a:cubicBezTo>
                <a:close/>
                <a:moveTo>
                  <a:pt x="2712879" y="91171"/>
                </a:moveTo>
                <a:lnTo>
                  <a:pt x="2714662" y="102071"/>
                </a:lnTo>
                <a:cubicBezTo>
                  <a:pt x="2711189" y="102802"/>
                  <a:pt x="2708081" y="103168"/>
                  <a:pt x="2705339" y="103168"/>
                </a:cubicBezTo>
                <a:cubicBezTo>
                  <a:pt x="2700860" y="103168"/>
                  <a:pt x="2697387" y="102459"/>
                  <a:pt x="2694919" y="101043"/>
                </a:cubicBezTo>
                <a:cubicBezTo>
                  <a:pt x="2692452" y="99626"/>
                  <a:pt x="2690715" y="97764"/>
                  <a:pt x="2689710" y="95456"/>
                </a:cubicBezTo>
                <a:cubicBezTo>
                  <a:pt x="2688704" y="93148"/>
                  <a:pt x="2688201" y="88292"/>
                  <a:pt x="2688201" y="80889"/>
                </a:cubicBezTo>
                <a:lnTo>
                  <a:pt x="2688201" y="39005"/>
                </a:lnTo>
                <a:lnTo>
                  <a:pt x="2679153" y="39005"/>
                </a:lnTo>
                <a:lnTo>
                  <a:pt x="2679153" y="29408"/>
                </a:lnTo>
                <a:lnTo>
                  <a:pt x="2688201" y="29408"/>
                </a:lnTo>
                <a:lnTo>
                  <a:pt x="2688201" y="11379"/>
                </a:lnTo>
                <a:lnTo>
                  <a:pt x="2700472" y="3976"/>
                </a:lnTo>
                <a:lnTo>
                  <a:pt x="2700472" y="29408"/>
                </a:lnTo>
                <a:lnTo>
                  <a:pt x="2712879" y="29408"/>
                </a:lnTo>
                <a:lnTo>
                  <a:pt x="2712879" y="39005"/>
                </a:lnTo>
                <a:lnTo>
                  <a:pt x="2700472" y="39005"/>
                </a:lnTo>
                <a:lnTo>
                  <a:pt x="2700472" y="81574"/>
                </a:lnTo>
                <a:cubicBezTo>
                  <a:pt x="2700472" y="85093"/>
                  <a:pt x="2700689" y="87355"/>
                  <a:pt x="2701123" y="88361"/>
                </a:cubicBezTo>
                <a:cubicBezTo>
                  <a:pt x="2701557" y="89366"/>
                  <a:pt x="2702266" y="90166"/>
                  <a:pt x="2703248" y="90760"/>
                </a:cubicBezTo>
                <a:cubicBezTo>
                  <a:pt x="2704231" y="91354"/>
                  <a:pt x="2705636" y="91651"/>
                  <a:pt x="2707464" y="91651"/>
                </a:cubicBezTo>
                <a:cubicBezTo>
                  <a:pt x="2708835" y="91651"/>
                  <a:pt x="2710640" y="91491"/>
                  <a:pt x="2712879" y="91171"/>
                </a:cubicBezTo>
                <a:close/>
                <a:moveTo>
                  <a:pt x="2751403" y="91171"/>
                </a:moveTo>
                <a:lnTo>
                  <a:pt x="2753185" y="102071"/>
                </a:lnTo>
                <a:cubicBezTo>
                  <a:pt x="2749712" y="102802"/>
                  <a:pt x="2746604" y="103168"/>
                  <a:pt x="2743862" y="103168"/>
                </a:cubicBezTo>
                <a:cubicBezTo>
                  <a:pt x="2739383" y="103168"/>
                  <a:pt x="2735910" y="102459"/>
                  <a:pt x="2733442" y="101043"/>
                </a:cubicBezTo>
                <a:cubicBezTo>
                  <a:pt x="2730975" y="99626"/>
                  <a:pt x="2729238" y="97764"/>
                  <a:pt x="2728233" y="95456"/>
                </a:cubicBezTo>
                <a:cubicBezTo>
                  <a:pt x="2727227" y="93148"/>
                  <a:pt x="2726725" y="88292"/>
                  <a:pt x="2726725" y="80889"/>
                </a:cubicBezTo>
                <a:lnTo>
                  <a:pt x="2726725" y="39005"/>
                </a:lnTo>
                <a:lnTo>
                  <a:pt x="2717676" y="39005"/>
                </a:lnTo>
                <a:lnTo>
                  <a:pt x="2717676" y="29408"/>
                </a:lnTo>
                <a:lnTo>
                  <a:pt x="2726725" y="29408"/>
                </a:lnTo>
                <a:lnTo>
                  <a:pt x="2726725" y="11379"/>
                </a:lnTo>
                <a:lnTo>
                  <a:pt x="2738995" y="3976"/>
                </a:lnTo>
                <a:lnTo>
                  <a:pt x="2738995" y="29408"/>
                </a:lnTo>
                <a:lnTo>
                  <a:pt x="2751403" y="29408"/>
                </a:lnTo>
                <a:lnTo>
                  <a:pt x="2751403" y="39005"/>
                </a:lnTo>
                <a:lnTo>
                  <a:pt x="2738995" y="39005"/>
                </a:lnTo>
                <a:lnTo>
                  <a:pt x="2738995" y="81574"/>
                </a:lnTo>
                <a:cubicBezTo>
                  <a:pt x="2738995" y="85093"/>
                  <a:pt x="2739212" y="87355"/>
                  <a:pt x="2739646" y="88361"/>
                </a:cubicBezTo>
                <a:cubicBezTo>
                  <a:pt x="2740080" y="89366"/>
                  <a:pt x="2740789" y="90166"/>
                  <a:pt x="2741771" y="90760"/>
                </a:cubicBezTo>
                <a:cubicBezTo>
                  <a:pt x="2742754" y="91354"/>
                  <a:pt x="2744159" y="91651"/>
                  <a:pt x="2745987" y="91651"/>
                </a:cubicBezTo>
                <a:cubicBezTo>
                  <a:pt x="2747358" y="91651"/>
                  <a:pt x="2749163" y="91491"/>
                  <a:pt x="2751403" y="91171"/>
                </a:cubicBezTo>
                <a:close/>
                <a:moveTo>
                  <a:pt x="2762711" y="102208"/>
                </a:moveTo>
                <a:lnTo>
                  <a:pt x="2762711" y="1714"/>
                </a:lnTo>
                <a:lnTo>
                  <a:pt x="2775050" y="1714"/>
                </a:lnTo>
                <a:lnTo>
                  <a:pt x="2775050" y="102208"/>
                </a:lnTo>
                <a:lnTo>
                  <a:pt x="2762711" y="102208"/>
                </a:lnTo>
                <a:close/>
                <a:moveTo>
                  <a:pt x="2844325" y="78764"/>
                </a:moveTo>
                <a:lnTo>
                  <a:pt x="2857075" y="80341"/>
                </a:lnTo>
                <a:cubicBezTo>
                  <a:pt x="2855064" y="87790"/>
                  <a:pt x="2851340" y="93571"/>
                  <a:pt x="2845902" y="97684"/>
                </a:cubicBezTo>
                <a:cubicBezTo>
                  <a:pt x="2840463" y="101797"/>
                  <a:pt x="2833517" y="103853"/>
                  <a:pt x="2825062" y="103853"/>
                </a:cubicBezTo>
                <a:cubicBezTo>
                  <a:pt x="2814414" y="103853"/>
                  <a:pt x="2805971" y="100574"/>
                  <a:pt x="2799733" y="94016"/>
                </a:cubicBezTo>
                <a:cubicBezTo>
                  <a:pt x="2793495" y="87458"/>
                  <a:pt x="2790376" y="78261"/>
                  <a:pt x="2790376" y="66425"/>
                </a:cubicBezTo>
                <a:cubicBezTo>
                  <a:pt x="2790376" y="54177"/>
                  <a:pt x="2793529" y="44672"/>
                  <a:pt x="2799836" y="37908"/>
                </a:cubicBezTo>
                <a:cubicBezTo>
                  <a:pt x="2806143" y="31145"/>
                  <a:pt x="2814323" y="27763"/>
                  <a:pt x="2824377" y="27763"/>
                </a:cubicBezTo>
                <a:cubicBezTo>
                  <a:pt x="2834111" y="27763"/>
                  <a:pt x="2842063" y="31076"/>
                  <a:pt x="2848232" y="37702"/>
                </a:cubicBezTo>
                <a:cubicBezTo>
                  <a:pt x="2854402" y="44329"/>
                  <a:pt x="2857487" y="53652"/>
                  <a:pt x="2857487" y="65671"/>
                </a:cubicBezTo>
                <a:cubicBezTo>
                  <a:pt x="2857487" y="66402"/>
                  <a:pt x="2857464" y="67499"/>
                  <a:pt x="2857418" y="68961"/>
                </a:cubicBezTo>
                <a:lnTo>
                  <a:pt x="2803126" y="68961"/>
                </a:lnTo>
                <a:cubicBezTo>
                  <a:pt x="2803583" y="76959"/>
                  <a:pt x="2805846" y="83083"/>
                  <a:pt x="2809913" y="87333"/>
                </a:cubicBezTo>
                <a:cubicBezTo>
                  <a:pt x="2813980" y="91583"/>
                  <a:pt x="2819053" y="93708"/>
                  <a:pt x="2825131" y="93708"/>
                </a:cubicBezTo>
                <a:cubicBezTo>
                  <a:pt x="2829655" y="93708"/>
                  <a:pt x="2833517" y="92520"/>
                  <a:pt x="2836716" y="90143"/>
                </a:cubicBezTo>
                <a:cubicBezTo>
                  <a:pt x="2839915" y="87767"/>
                  <a:pt x="2842451" y="83974"/>
                  <a:pt x="2844325" y="78764"/>
                </a:cubicBezTo>
                <a:moveTo>
                  <a:pt x="2803812" y="58816"/>
                </a:moveTo>
                <a:lnTo>
                  <a:pt x="2844462" y="58816"/>
                </a:lnTo>
                <a:cubicBezTo>
                  <a:pt x="2843914" y="52692"/>
                  <a:pt x="2842360" y="48099"/>
                  <a:pt x="2839801" y="45037"/>
                </a:cubicBezTo>
                <a:cubicBezTo>
                  <a:pt x="2835870" y="40285"/>
                  <a:pt x="2830775" y="37908"/>
                  <a:pt x="2824514" y="37908"/>
                </a:cubicBezTo>
                <a:cubicBezTo>
                  <a:pt x="2818847" y="37908"/>
                  <a:pt x="2814083" y="39805"/>
                  <a:pt x="2810221" y="43598"/>
                </a:cubicBezTo>
                <a:cubicBezTo>
                  <a:pt x="2806360" y="47391"/>
                  <a:pt x="2804223" y="52464"/>
                  <a:pt x="2803812" y="588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ofwine…">
            <a:extLst xmlns:a="http://schemas.openxmlformats.org/drawingml/2006/main">
              <a:ext uri="{FF2B5EF4-FFF2-40B4-BE49-F238E27FC236}">
                <a16:creationId xmlns:a16="http://schemas.microsoft.com/office/drawing/2014/main" id="{482B1C79-46B9-4565-AA8D-8143E8F4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92" y="1547151"/>
            <a:ext cx="562682" cy="103853"/>
          </a:xfrm>
          <a:custGeom xmlns:a="http://schemas.openxmlformats.org/drawingml/2006/main">
            <a:pathLst>
              <a:path w="562682" h="103853">
                <a:moveTo>
                  <a:pt x="0" y="65808"/>
                </a:moveTo>
                <a:cubicBezTo>
                  <a:pt x="0" y="52326"/>
                  <a:pt x="3747" y="42341"/>
                  <a:pt x="11242" y="35852"/>
                </a:cubicBezTo>
                <a:cubicBezTo>
                  <a:pt x="17503" y="30459"/>
                  <a:pt x="25135" y="27763"/>
                  <a:pt x="34138" y="27763"/>
                </a:cubicBezTo>
                <a:cubicBezTo>
                  <a:pt x="44146" y="27763"/>
                  <a:pt x="52326" y="31042"/>
                  <a:pt x="58679" y="37600"/>
                </a:cubicBezTo>
                <a:cubicBezTo>
                  <a:pt x="65031" y="44158"/>
                  <a:pt x="68207" y="53218"/>
                  <a:pt x="68207" y="64780"/>
                </a:cubicBezTo>
                <a:cubicBezTo>
                  <a:pt x="68207" y="74148"/>
                  <a:pt x="66802" y="81517"/>
                  <a:pt x="63991" y="86887"/>
                </a:cubicBezTo>
                <a:cubicBezTo>
                  <a:pt x="61181" y="92257"/>
                  <a:pt x="57091" y="96427"/>
                  <a:pt x="51721" y="99397"/>
                </a:cubicBezTo>
                <a:cubicBezTo>
                  <a:pt x="46351" y="102368"/>
                  <a:pt x="40490" y="103853"/>
                  <a:pt x="34138" y="103853"/>
                </a:cubicBezTo>
                <a:cubicBezTo>
                  <a:pt x="23947" y="103853"/>
                  <a:pt x="15709" y="100586"/>
                  <a:pt x="9426" y="94051"/>
                </a:cubicBezTo>
                <a:cubicBezTo>
                  <a:pt x="3142" y="87515"/>
                  <a:pt x="0" y="78101"/>
                  <a:pt x="0" y="65808"/>
                </a:cubicBezTo>
                <a:moveTo>
                  <a:pt x="12682" y="65808"/>
                </a:moveTo>
                <a:cubicBezTo>
                  <a:pt x="12682" y="75131"/>
                  <a:pt x="14715" y="82111"/>
                  <a:pt x="18783" y="86750"/>
                </a:cubicBezTo>
                <a:cubicBezTo>
                  <a:pt x="22850" y="91388"/>
                  <a:pt x="27968" y="93708"/>
                  <a:pt x="34138" y="93708"/>
                </a:cubicBezTo>
                <a:cubicBezTo>
                  <a:pt x="40262" y="93708"/>
                  <a:pt x="45357" y="91377"/>
                  <a:pt x="49424" y="86716"/>
                </a:cubicBezTo>
                <a:cubicBezTo>
                  <a:pt x="53492" y="82054"/>
                  <a:pt x="55525" y="74948"/>
                  <a:pt x="55525" y="65397"/>
                </a:cubicBezTo>
                <a:cubicBezTo>
                  <a:pt x="55525" y="56394"/>
                  <a:pt x="53480" y="49573"/>
                  <a:pt x="49390" y="44934"/>
                </a:cubicBezTo>
                <a:cubicBezTo>
                  <a:pt x="45300" y="40296"/>
                  <a:pt x="40216" y="37977"/>
                  <a:pt x="34138" y="37977"/>
                </a:cubicBezTo>
                <a:cubicBezTo>
                  <a:pt x="27968" y="37977"/>
                  <a:pt x="22850" y="40285"/>
                  <a:pt x="18783" y="44900"/>
                </a:cubicBezTo>
                <a:cubicBezTo>
                  <a:pt x="14715" y="49516"/>
                  <a:pt x="12682" y="56485"/>
                  <a:pt x="12682" y="65808"/>
                </a:cubicBezTo>
                <a:close/>
                <a:moveTo>
                  <a:pt x="85345" y="102208"/>
                </a:moveTo>
                <a:lnTo>
                  <a:pt x="85345" y="39005"/>
                </a:lnTo>
                <a:lnTo>
                  <a:pt x="74445" y="39005"/>
                </a:lnTo>
                <a:lnTo>
                  <a:pt x="74445" y="29408"/>
                </a:lnTo>
                <a:lnTo>
                  <a:pt x="85345" y="29408"/>
                </a:lnTo>
                <a:lnTo>
                  <a:pt x="85345" y="21662"/>
                </a:lnTo>
                <a:cubicBezTo>
                  <a:pt x="85345" y="16772"/>
                  <a:pt x="85779" y="13139"/>
                  <a:pt x="86647" y="10762"/>
                </a:cubicBezTo>
                <a:cubicBezTo>
                  <a:pt x="87835" y="7563"/>
                  <a:pt x="89926" y="4970"/>
                  <a:pt x="92920" y="2982"/>
                </a:cubicBezTo>
                <a:cubicBezTo>
                  <a:pt x="95913" y="994"/>
                  <a:pt x="100106" y="0"/>
                  <a:pt x="105498" y="0"/>
                </a:cubicBezTo>
                <a:cubicBezTo>
                  <a:pt x="108972" y="0"/>
                  <a:pt x="112810" y="411"/>
                  <a:pt x="117015" y="1234"/>
                </a:cubicBezTo>
                <a:lnTo>
                  <a:pt x="115164" y="11996"/>
                </a:lnTo>
                <a:cubicBezTo>
                  <a:pt x="112605" y="11539"/>
                  <a:pt x="110183" y="11311"/>
                  <a:pt x="107898" y="11311"/>
                </a:cubicBezTo>
                <a:cubicBezTo>
                  <a:pt x="104150" y="11311"/>
                  <a:pt x="101500" y="12110"/>
                  <a:pt x="99946" y="13710"/>
                </a:cubicBezTo>
                <a:cubicBezTo>
                  <a:pt x="98392" y="15309"/>
                  <a:pt x="97615" y="18303"/>
                  <a:pt x="97615" y="22690"/>
                </a:cubicBezTo>
                <a:lnTo>
                  <a:pt x="97615" y="29408"/>
                </a:lnTo>
                <a:lnTo>
                  <a:pt x="111805" y="29408"/>
                </a:lnTo>
                <a:lnTo>
                  <a:pt x="111805" y="39005"/>
                </a:lnTo>
                <a:lnTo>
                  <a:pt x="97615" y="39005"/>
                </a:lnTo>
                <a:lnTo>
                  <a:pt x="97615" y="102208"/>
                </a:lnTo>
                <a:lnTo>
                  <a:pt x="85345" y="102208"/>
                </a:lnTo>
                <a:close/>
                <a:moveTo>
                  <a:pt x="172823" y="102208"/>
                </a:moveTo>
                <a:lnTo>
                  <a:pt x="150544" y="29408"/>
                </a:lnTo>
                <a:lnTo>
                  <a:pt x="163295" y="29408"/>
                </a:lnTo>
                <a:lnTo>
                  <a:pt x="174879" y="71429"/>
                </a:lnTo>
                <a:lnTo>
                  <a:pt x="179198" y="87058"/>
                </a:lnTo>
                <a:cubicBezTo>
                  <a:pt x="179381" y="86282"/>
                  <a:pt x="180638" y="81277"/>
                  <a:pt x="182968" y="72046"/>
                </a:cubicBezTo>
                <a:lnTo>
                  <a:pt x="194553" y="29408"/>
                </a:lnTo>
                <a:lnTo>
                  <a:pt x="207235" y="29408"/>
                </a:lnTo>
                <a:lnTo>
                  <a:pt x="218134" y="71635"/>
                </a:lnTo>
                <a:lnTo>
                  <a:pt x="221768" y="85550"/>
                </a:lnTo>
                <a:lnTo>
                  <a:pt x="225949" y="71498"/>
                </a:lnTo>
                <a:lnTo>
                  <a:pt x="238425" y="29408"/>
                </a:lnTo>
                <a:lnTo>
                  <a:pt x="250421" y="29408"/>
                </a:lnTo>
                <a:lnTo>
                  <a:pt x="227663" y="102208"/>
                </a:lnTo>
                <a:lnTo>
                  <a:pt x="214844" y="102208"/>
                </a:lnTo>
                <a:lnTo>
                  <a:pt x="203259" y="58610"/>
                </a:lnTo>
                <a:lnTo>
                  <a:pt x="200449" y="46203"/>
                </a:lnTo>
                <a:lnTo>
                  <a:pt x="185710" y="102208"/>
                </a:lnTo>
                <a:lnTo>
                  <a:pt x="172823" y="102208"/>
                </a:lnTo>
                <a:close/>
                <a:moveTo>
                  <a:pt x="260846" y="15904"/>
                </a:moveTo>
                <a:lnTo>
                  <a:pt x="260846" y="1714"/>
                </a:lnTo>
                <a:lnTo>
                  <a:pt x="273185" y="1714"/>
                </a:lnTo>
                <a:lnTo>
                  <a:pt x="273185" y="15904"/>
                </a:lnTo>
                <a:lnTo>
                  <a:pt x="260846" y="15904"/>
                </a:lnTo>
                <a:moveTo>
                  <a:pt x="260846" y="102208"/>
                </a:moveTo>
                <a:lnTo>
                  <a:pt x="260846" y="29408"/>
                </a:lnTo>
                <a:lnTo>
                  <a:pt x="273185" y="29408"/>
                </a:lnTo>
                <a:lnTo>
                  <a:pt x="273185" y="102208"/>
                </a:lnTo>
                <a:lnTo>
                  <a:pt x="260846" y="102208"/>
                </a:lnTo>
                <a:close/>
                <a:moveTo>
                  <a:pt x="292253" y="102208"/>
                </a:moveTo>
                <a:lnTo>
                  <a:pt x="292253" y="29408"/>
                </a:lnTo>
                <a:lnTo>
                  <a:pt x="303358" y="29408"/>
                </a:lnTo>
                <a:lnTo>
                  <a:pt x="303358" y="39759"/>
                </a:lnTo>
                <a:cubicBezTo>
                  <a:pt x="308704" y="31761"/>
                  <a:pt x="316428" y="27763"/>
                  <a:pt x="326527" y="27763"/>
                </a:cubicBezTo>
                <a:cubicBezTo>
                  <a:pt x="330915" y="27763"/>
                  <a:pt x="334948" y="28551"/>
                  <a:pt x="338627" y="30128"/>
                </a:cubicBezTo>
                <a:cubicBezTo>
                  <a:pt x="342305" y="31704"/>
                  <a:pt x="345059" y="33772"/>
                  <a:pt x="346887" y="36331"/>
                </a:cubicBezTo>
                <a:cubicBezTo>
                  <a:pt x="348715" y="38891"/>
                  <a:pt x="349994" y="41930"/>
                  <a:pt x="350726" y="45449"/>
                </a:cubicBezTo>
                <a:cubicBezTo>
                  <a:pt x="351183" y="47734"/>
                  <a:pt x="351411" y="51732"/>
                  <a:pt x="351411" y="57445"/>
                </a:cubicBezTo>
                <a:lnTo>
                  <a:pt x="351411" y="102208"/>
                </a:lnTo>
                <a:lnTo>
                  <a:pt x="339072" y="102208"/>
                </a:lnTo>
                <a:lnTo>
                  <a:pt x="339072" y="57925"/>
                </a:lnTo>
                <a:cubicBezTo>
                  <a:pt x="339072" y="52898"/>
                  <a:pt x="338592" y="49139"/>
                  <a:pt x="337633" y="46648"/>
                </a:cubicBezTo>
                <a:cubicBezTo>
                  <a:pt x="336673" y="44158"/>
                  <a:pt x="334971" y="42170"/>
                  <a:pt x="332526" y="40684"/>
                </a:cubicBezTo>
                <a:cubicBezTo>
                  <a:pt x="330081" y="39199"/>
                  <a:pt x="327213" y="38457"/>
                  <a:pt x="323923" y="38457"/>
                </a:cubicBezTo>
                <a:cubicBezTo>
                  <a:pt x="318667" y="38457"/>
                  <a:pt x="314131" y="40125"/>
                  <a:pt x="310315" y="43461"/>
                </a:cubicBezTo>
                <a:cubicBezTo>
                  <a:pt x="306499" y="46797"/>
                  <a:pt x="304591" y="53126"/>
                  <a:pt x="304591" y="62449"/>
                </a:cubicBezTo>
                <a:lnTo>
                  <a:pt x="304591" y="102208"/>
                </a:lnTo>
                <a:lnTo>
                  <a:pt x="292253" y="102208"/>
                </a:lnTo>
                <a:close/>
                <a:moveTo>
                  <a:pt x="419893" y="78764"/>
                </a:moveTo>
                <a:lnTo>
                  <a:pt x="432643" y="80341"/>
                </a:lnTo>
                <a:cubicBezTo>
                  <a:pt x="430632" y="87790"/>
                  <a:pt x="426908" y="93571"/>
                  <a:pt x="421469" y="97684"/>
                </a:cubicBezTo>
                <a:cubicBezTo>
                  <a:pt x="416031" y="101797"/>
                  <a:pt x="409085" y="103853"/>
                  <a:pt x="400630" y="103853"/>
                </a:cubicBezTo>
                <a:cubicBezTo>
                  <a:pt x="389982" y="103853"/>
                  <a:pt x="381539" y="100574"/>
                  <a:pt x="375301" y="94016"/>
                </a:cubicBezTo>
                <a:cubicBezTo>
                  <a:pt x="369063" y="87458"/>
                  <a:pt x="365944" y="78261"/>
                  <a:pt x="365944" y="66425"/>
                </a:cubicBezTo>
                <a:cubicBezTo>
                  <a:pt x="365944" y="54177"/>
                  <a:pt x="369097" y="44672"/>
                  <a:pt x="375404" y="37908"/>
                </a:cubicBezTo>
                <a:cubicBezTo>
                  <a:pt x="381710" y="31145"/>
                  <a:pt x="389891" y="27763"/>
                  <a:pt x="399945" y="27763"/>
                </a:cubicBezTo>
                <a:cubicBezTo>
                  <a:pt x="409679" y="27763"/>
                  <a:pt x="417630" y="31076"/>
                  <a:pt x="423800" y="37702"/>
                </a:cubicBezTo>
                <a:cubicBezTo>
                  <a:pt x="429969" y="44329"/>
                  <a:pt x="433054" y="53652"/>
                  <a:pt x="433054" y="65671"/>
                </a:cubicBezTo>
                <a:cubicBezTo>
                  <a:pt x="433054" y="66402"/>
                  <a:pt x="433031" y="67499"/>
                  <a:pt x="432986" y="68961"/>
                </a:cubicBezTo>
                <a:lnTo>
                  <a:pt x="378694" y="68961"/>
                </a:lnTo>
                <a:cubicBezTo>
                  <a:pt x="379151" y="76959"/>
                  <a:pt x="381413" y="83083"/>
                  <a:pt x="385481" y="87333"/>
                </a:cubicBezTo>
                <a:cubicBezTo>
                  <a:pt x="389548" y="91583"/>
                  <a:pt x="394621" y="93708"/>
                  <a:pt x="400699" y="93708"/>
                </a:cubicBezTo>
                <a:cubicBezTo>
                  <a:pt x="405223" y="93708"/>
                  <a:pt x="409085" y="92520"/>
                  <a:pt x="412284" y="90143"/>
                </a:cubicBezTo>
                <a:cubicBezTo>
                  <a:pt x="415483" y="87767"/>
                  <a:pt x="418019" y="83974"/>
                  <a:pt x="419893" y="78764"/>
                </a:cubicBezTo>
                <a:moveTo>
                  <a:pt x="379380" y="58816"/>
                </a:moveTo>
                <a:lnTo>
                  <a:pt x="420030" y="58816"/>
                </a:lnTo>
                <a:cubicBezTo>
                  <a:pt x="419481" y="52692"/>
                  <a:pt x="417928" y="48099"/>
                  <a:pt x="415368" y="45037"/>
                </a:cubicBezTo>
                <a:cubicBezTo>
                  <a:pt x="411438" y="40285"/>
                  <a:pt x="406343" y="37908"/>
                  <a:pt x="400082" y="37908"/>
                </a:cubicBezTo>
                <a:cubicBezTo>
                  <a:pt x="394415" y="37908"/>
                  <a:pt x="389651" y="39805"/>
                  <a:pt x="385789" y="43598"/>
                </a:cubicBezTo>
                <a:cubicBezTo>
                  <a:pt x="381927" y="47391"/>
                  <a:pt x="379791" y="52464"/>
                  <a:pt x="379380" y="58816"/>
                </a:cubicBezTo>
                <a:close/>
                <a:moveTo>
                  <a:pt x="454990" y="102208"/>
                </a:moveTo>
                <a:lnTo>
                  <a:pt x="454990" y="88155"/>
                </a:lnTo>
                <a:lnTo>
                  <a:pt x="469043" y="88155"/>
                </a:lnTo>
                <a:lnTo>
                  <a:pt x="469043" y="102208"/>
                </a:lnTo>
                <a:lnTo>
                  <a:pt x="454990" y="102208"/>
                </a:lnTo>
                <a:moveTo>
                  <a:pt x="501810" y="102208"/>
                </a:moveTo>
                <a:lnTo>
                  <a:pt x="501810" y="88155"/>
                </a:lnTo>
                <a:lnTo>
                  <a:pt x="515863" y="88155"/>
                </a:lnTo>
                <a:lnTo>
                  <a:pt x="515863" y="102208"/>
                </a:lnTo>
                <a:lnTo>
                  <a:pt x="501810" y="102208"/>
                </a:lnTo>
                <a:moveTo>
                  <a:pt x="548561" y="102208"/>
                </a:moveTo>
                <a:lnTo>
                  <a:pt x="548561" y="88155"/>
                </a:lnTo>
                <a:lnTo>
                  <a:pt x="562682" y="88155"/>
                </a:lnTo>
                <a:lnTo>
                  <a:pt x="562682" y="102208"/>
                </a:lnTo>
                <a:lnTo>
                  <a:pt x="548561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Actions:…Finally,shemovestowardsthe">
            <a:extLst xmlns:a="http://schemas.openxmlformats.org/drawingml/2006/main">
              <a:ext uri="{FF2B5EF4-FFF2-40B4-BE49-F238E27FC236}">
                <a16:creationId xmlns:a16="http://schemas.microsoft.com/office/drawing/2014/main" id="{3EFF1792-AC4D-4899-8E83-A55B3318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30" y="1716722"/>
            <a:ext cx="2680410" cy="130039"/>
          </a:xfrm>
          <a:custGeom xmlns:a="http://schemas.openxmlformats.org/drawingml/2006/main">
            <a:pathLst>
              <a:path w="2680410" h="130039">
                <a:moveTo>
                  <a:pt x="100837" y="100494"/>
                </a:moveTo>
                <a:lnTo>
                  <a:pt x="78764" y="100494"/>
                </a:lnTo>
                <a:lnTo>
                  <a:pt x="69989" y="77667"/>
                </a:lnTo>
                <a:lnTo>
                  <a:pt x="29819" y="77667"/>
                </a:lnTo>
                <a:lnTo>
                  <a:pt x="21525" y="100494"/>
                </a:lnTo>
                <a:lnTo>
                  <a:pt x="0" y="100494"/>
                </a:lnTo>
                <a:lnTo>
                  <a:pt x="39142" y="0"/>
                </a:lnTo>
                <a:lnTo>
                  <a:pt x="60598" y="0"/>
                </a:lnTo>
                <a:lnTo>
                  <a:pt x="100837" y="100494"/>
                </a:lnTo>
                <a:moveTo>
                  <a:pt x="63477" y="60735"/>
                </a:moveTo>
                <a:lnTo>
                  <a:pt x="49630" y="23444"/>
                </a:lnTo>
                <a:lnTo>
                  <a:pt x="36057" y="60735"/>
                </a:lnTo>
                <a:lnTo>
                  <a:pt x="63477" y="60735"/>
                </a:lnTo>
                <a:close/>
                <a:moveTo>
                  <a:pt x="174972" y="49219"/>
                </a:moveTo>
                <a:lnTo>
                  <a:pt x="155984" y="52646"/>
                </a:lnTo>
                <a:cubicBezTo>
                  <a:pt x="155344" y="48853"/>
                  <a:pt x="153893" y="45997"/>
                  <a:pt x="151631" y="44078"/>
                </a:cubicBezTo>
                <a:cubicBezTo>
                  <a:pt x="149369" y="42158"/>
                  <a:pt x="146432" y="41199"/>
                  <a:pt x="142822" y="41199"/>
                </a:cubicBezTo>
                <a:cubicBezTo>
                  <a:pt x="138024" y="41199"/>
                  <a:pt x="134196" y="42855"/>
                  <a:pt x="131340" y="46168"/>
                </a:cubicBezTo>
                <a:cubicBezTo>
                  <a:pt x="128484" y="49482"/>
                  <a:pt x="127056" y="55023"/>
                  <a:pt x="127056" y="62792"/>
                </a:cubicBezTo>
                <a:cubicBezTo>
                  <a:pt x="127056" y="71429"/>
                  <a:pt x="128507" y="77530"/>
                  <a:pt x="131409" y="81095"/>
                </a:cubicBezTo>
                <a:cubicBezTo>
                  <a:pt x="134310" y="84659"/>
                  <a:pt x="138206" y="86441"/>
                  <a:pt x="143096" y="86441"/>
                </a:cubicBezTo>
                <a:cubicBezTo>
                  <a:pt x="146752" y="86441"/>
                  <a:pt x="149746" y="85402"/>
                  <a:pt x="152076" y="83322"/>
                </a:cubicBezTo>
                <a:cubicBezTo>
                  <a:pt x="154407" y="81243"/>
                  <a:pt x="156052" y="77667"/>
                  <a:pt x="157012" y="72594"/>
                </a:cubicBezTo>
                <a:lnTo>
                  <a:pt x="175932" y="75816"/>
                </a:lnTo>
                <a:cubicBezTo>
                  <a:pt x="173967" y="84499"/>
                  <a:pt x="170196" y="91057"/>
                  <a:pt x="164621" y="95490"/>
                </a:cubicBezTo>
                <a:cubicBezTo>
                  <a:pt x="159046" y="99923"/>
                  <a:pt x="151574" y="102139"/>
                  <a:pt x="142205" y="102139"/>
                </a:cubicBezTo>
                <a:cubicBezTo>
                  <a:pt x="131557" y="102139"/>
                  <a:pt x="123068" y="98780"/>
                  <a:pt x="116739" y="92063"/>
                </a:cubicBezTo>
                <a:cubicBezTo>
                  <a:pt x="110409" y="85345"/>
                  <a:pt x="107245" y="76045"/>
                  <a:pt x="107245" y="64163"/>
                </a:cubicBezTo>
                <a:cubicBezTo>
                  <a:pt x="107245" y="52144"/>
                  <a:pt x="110421" y="42787"/>
                  <a:pt x="116773" y="36092"/>
                </a:cubicBezTo>
                <a:cubicBezTo>
                  <a:pt x="123125" y="29396"/>
                  <a:pt x="131717" y="26049"/>
                  <a:pt x="142548" y="26049"/>
                </a:cubicBezTo>
                <a:cubicBezTo>
                  <a:pt x="151414" y="26049"/>
                  <a:pt x="158463" y="27957"/>
                  <a:pt x="163696" y="31773"/>
                </a:cubicBezTo>
                <a:cubicBezTo>
                  <a:pt x="168928" y="35589"/>
                  <a:pt x="172687" y="41404"/>
                  <a:pt x="174972" y="49219"/>
                </a:cubicBezTo>
                <a:close/>
                <a:moveTo>
                  <a:pt x="222711" y="27694"/>
                </a:moveTo>
                <a:lnTo>
                  <a:pt x="222711" y="43049"/>
                </a:lnTo>
                <a:lnTo>
                  <a:pt x="209549" y="43049"/>
                </a:lnTo>
                <a:lnTo>
                  <a:pt x="209549" y="72389"/>
                </a:lnTo>
                <a:cubicBezTo>
                  <a:pt x="209549" y="78330"/>
                  <a:pt x="209675" y="81791"/>
                  <a:pt x="209926" y="82774"/>
                </a:cubicBezTo>
                <a:cubicBezTo>
                  <a:pt x="210178" y="83757"/>
                  <a:pt x="210749" y="84568"/>
                  <a:pt x="211640" y="85208"/>
                </a:cubicBezTo>
                <a:cubicBezTo>
                  <a:pt x="212531" y="85847"/>
                  <a:pt x="213617" y="86167"/>
                  <a:pt x="214896" y="86167"/>
                </a:cubicBezTo>
                <a:cubicBezTo>
                  <a:pt x="216679" y="86167"/>
                  <a:pt x="219261" y="85550"/>
                  <a:pt x="222642" y="84316"/>
                </a:cubicBezTo>
                <a:lnTo>
                  <a:pt x="224288" y="99260"/>
                </a:lnTo>
                <a:cubicBezTo>
                  <a:pt x="219809" y="101180"/>
                  <a:pt x="214736" y="102139"/>
                  <a:pt x="209070" y="102139"/>
                </a:cubicBezTo>
                <a:cubicBezTo>
                  <a:pt x="205596" y="102139"/>
                  <a:pt x="202466" y="101557"/>
                  <a:pt x="199678" y="100391"/>
                </a:cubicBezTo>
                <a:cubicBezTo>
                  <a:pt x="196891" y="99226"/>
                  <a:pt x="194845" y="97718"/>
                  <a:pt x="193543" y="95867"/>
                </a:cubicBezTo>
                <a:cubicBezTo>
                  <a:pt x="192241" y="94016"/>
                  <a:pt x="191338" y="91514"/>
                  <a:pt x="190835" y="88361"/>
                </a:cubicBezTo>
                <a:cubicBezTo>
                  <a:pt x="190424" y="86122"/>
                  <a:pt x="190218" y="81597"/>
                  <a:pt x="190218" y="74788"/>
                </a:cubicBezTo>
                <a:lnTo>
                  <a:pt x="190218" y="43049"/>
                </a:lnTo>
                <a:lnTo>
                  <a:pt x="181375" y="43049"/>
                </a:lnTo>
                <a:lnTo>
                  <a:pt x="181375" y="27694"/>
                </a:lnTo>
                <a:lnTo>
                  <a:pt x="190218" y="27694"/>
                </a:lnTo>
                <a:lnTo>
                  <a:pt x="190218" y="13230"/>
                </a:lnTo>
                <a:lnTo>
                  <a:pt x="209549" y="1988"/>
                </a:lnTo>
                <a:lnTo>
                  <a:pt x="209549" y="27694"/>
                </a:lnTo>
                <a:lnTo>
                  <a:pt x="222711" y="27694"/>
                </a:lnTo>
                <a:close/>
                <a:moveTo>
                  <a:pt x="235712" y="17823"/>
                </a:moveTo>
                <a:lnTo>
                  <a:pt x="235712" y="0"/>
                </a:lnTo>
                <a:lnTo>
                  <a:pt x="254975" y="0"/>
                </a:lnTo>
                <a:lnTo>
                  <a:pt x="254975" y="17823"/>
                </a:lnTo>
                <a:lnTo>
                  <a:pt x="235712" y="17823"/>
                </a:lnTo>
                <a:moveTo>
                  <a:pt x="235712" y="100494"/>
                </a:moveTo>
                <a:lnTo>
                  <a:pt x="235712" y="27694"/>
                </a:lnTo>
                <a:lnTo>
                  <a:pt x="254975" y="27694"/>
                </a:lnTo>
                <a:lnTo>
                  <a:pt x="254975" y="100494"/>
                </a:lnTo>
                <a:lnTo>
                  <a:pt x="235712" y="100494"/>
                </a:lnTo>
                <a:close/>
                <a:moveTo>
                  <a:pt x="269779" y="63066"/>
                </a:moveTo>
                <a:cubicBezTo>
                  <a:pt x="269779" y="56668"/>
                  <a:pt x="271356" y="50476"/>
                  <a:pt x="274509" y="44489"/>
                </a:cubicBezTo>
                <a:cubicBezTo>
                  <a:pt x="277663" y="38502"/>
                  <a:pt x="282130" y="33932"/>
                  <a:pt x="287911" y="30779"/>
                </a:cubicBezTo>
                <a:cubicBezTo>
                  <a:pt x="293692" y="27626"/>
                  <a:pt x="300147" y="26049"/>
                  <a:pt x="307276" y="26049"/>
                </a:cubicBezTo>
                <a:cubicBezTo>
                  <a:pt x="318290" y="26049"/>
                  <a:pt x="327316" y="29625"/>
                  <a:pt x="334353" y="36777"/>
                </a:cubicBezTo>
                <a:cubicBezTo>
                  <a:pt x="341391" y="43929"/>
                  <a:pt x="344910" y="52966"/>
                  <a:pt x="344910" y="63889"/>
                </a:cubicBezTo>
                <a:cubicBezTo>
                  <a:pt x="344910" y="74902"/>
                  <a:pt x="341357" y="84031"/>
                  <a:pt x="334251" y="91274"/>
                </a:cubicBezTo>
                <a:cubicBezTo>
                  <a:pt x="327144" y="98518"/>
                  <a:pt x="318199" y="102139"/>
                  <a:pt x="307413" y="102139"/>
                </a:cubicBezTo>
                <a:cubicBezTo>
                  <a:pt x="300741" y="102139"/>
                  <a:pt x="294377" y="100631"/>
                  <a:pt x="288322" y="97615"/>
                </a:cubicBezTo>
                <a:cubicBezTo>
                  <a:pt x="282267" y="94599"/>
                  <a:pt x="277663" y="90177"/>
                  <a:pt x="274509" y="84351"/>
                </a:cubicBezTo>
                <a:cubicBezTo>
                  <a:pt x="271356" y="78524"/>
                  <a:pt x="269779" y="71429"/>
                  <a:pt x="269779" y="63066"/>
                </a:cubicBezTo>
                <a:moveTo>
                  <a:pt x="289522" y="64094"/>
                </a:moveTo>
                <a:cubicBezTo>
                  <a:pt x="289522" y="71315"/>
                  <a:pt x="291236" y="76844"/>
                  <a:pt x="294663" y="80683"/>
                </a:cubicBezTo>
                <a:cubicBezTo>
                  <a:pt x="298091" y="84522"/>
                  <a:pt x="302318" y="86441"/>
                  <a:pt x="307345" y="86441"/>
                </a:cubicBezTo>
                <a:cubicBezTo>
                  <a:pt x="312372" y="86441"/>
                  <a:pt x="316588" y="84522"/>
                  <a:pt x="319992" y="80683"/>
                </a:cubicBezTo>
                <a:cubicBezTo>
                  <a:pt x="323397" y="76844"/>
                  <a:pt x="325099" y="71269"/>
                  <a:pt x="325099" y="63957"/>
                </a:cubicBezTo>
                <a:cubicBezTo>
                  <a:pt x="325099" y="56828"/>
                  <a:pt x="323397" y="51344"/>
                  <a:pt x="319992" y="47505"/>
                </a:cubicBezTo>
                <a:cubicBezTo>
                  <a:pt x="316588" y="43666"/>
                  <a:pt x="312372" y="41747"/>
                  <a:pt x="307345" y="41747"/>
                </a:cubicBezTo>
                <a:cubicBezTo>
                  <a:pt x="302318" y="41747"/>
                  <a:pt x="298091" y="43666"/>
                  <a:pt x="294663" y="47505"/>
                </a:cubicBezTo>
                <a:cubicBezTo>
                  <a:pt x="291236" y="51344"/>
                  <a:pt x="289522" y="56874"/>
                  <a:pt x="289522" y="64094"/>
                </a:cubicBezTo>
                <a:close/>
                <a:moveTo>
                  <a:pt x="426149" y="100494"/>
                </a:moveTo>
                <a:lnTo>
                  <a:pt x="406886" y="100494"/>
                </a:lnTo>
                <a:lnTo>
                  <a:pt x="406886" y="63340"/>
                </a:lnTo>
                <a:cubicBezTo>
                  <a:pt x="406886" y="55480"/>
                  <a:pt x="406475" y="50396"/>
                  <a:pt x="405652" y="48088"/>
                </a:cubicBezTo>
                <a:cubicBezTo>
                  <a:pt x="404830" y="45780"/>
                  <a:pt x="403493" y="43986"/>
                  <a:pt x="401642" y="42707"/>
                </a:cubicBezTo>
                <a:cubicBezTo>
                  <a:pt x="399791" y="41427"/>
                  <a:pt x="397563" y="40787"/>
                  <a:pt x="394958" y="40787"/>
                </a:cubicBezTo>
                <a:cubicBezTo>
                  <a:pt x="391622" y="40787"/>
                  <a:pt x="388629" y="41701"/>
                  <a:pt x="385978" y="43529"/>
                </a:cubicBezTo>
                <a:cubicBezTo>
                  <a:pt x="383328" y="45357"/>
                  <a:pt x="381511" y="47779"/>
                  <a:pt x="380529" y="50795"/>
                </a:cubicBezTo>
                <a:cubicBezTo>
                  <a:pt x="379546" y="53812"/>
                  <a:pt x="379055" y="59387"/>
                  <a:pt x="379055" y="67522"/>
                </a:cubicBezTo>
                <a:lnTo>
                  <a:pt x="379055" y="100494"/>
                </a:lnTo>
                <a:lnTo>
                  <a:pt x="359792" y="100494"/>
                </a:lnTo>
                <a:lnTo>
                  <a:pt x="359792" y="27694"/>
                </a:lnTo>
                <a:lnTo>
                  <a:pt x="377684" y="27694"/>
                </a:lnTo>
                <a:lnTo>
                  <a:pt x="377684" y="38388"/>
                </a:lnTo>
                <a:cubicBezTo>
                  <a:pt x="384036" y="30162"/>
                  <a:pt x="392034" y="26049"/>
                  <a:pt x="401676" y="26049"/>
                </a:cubicBezTo>
                <a:cubicBezTo>
                  <a:pt x="405926" y="26049"/>
                  <a:pt x="409811" y="26814"/>
                  <a:pt x="413330" y="28345"/>
                </a:cubicBezTo>
                <a:cubicBezTo>
                  <a:pt x="416849" y="29876"/>
                  <a:pt x="419511" y="31830"/>
                  <a:pt x="421316" y="34206"/>
                </a:cubicBezTo>
                <a:cubicBezTo>
                  <a:pt x="423121" y="36583"/>
                  <a:pt x="424378" y="39279"/>
                  <a:pt x="425086" y="42295"/>
                </a:cubicBezTo>
                <a:cubicBezTo>
                  <a:pt x="425794" y="45312"/>
                  <a:pt x="426149" y="49630"/>
                  <a:pt x="426149" y="55251"/>
                </a:cubicBezTo>
                <a:lnTo>
                  <a:pt x="426149" y="100494"/>
                </a:lnTo>
                <a:close/>
                <a:moveTo>
                  <a:pt x="438837" y="79724"/>
                </a:moveTo>
                <a:lnTo>
                  <a:pt x="458168" y="76776"/>
                </a:lnTo>
                <a:cubicBezTo>
                  <a:pt x="458991" y="80523"/>
                  <a:pt x="460659" y="83368"/>
                  <a:pt x="463172" y="85310"/>
                </a:cubicBezTo>
                <a:cubicBezTo>
                  <a:pt x="465686" y="87253"/>
                  <a:pt x="469205" y="88224"/>
                  <a:pt x="473729" y="88224"/>
                </a:cubicBezTo>
                <a:cubicBezTo>
                  <a:pt x="478710" y="88224"/>
                  <a:pt x="482458" y="87310"/>
                  <a:pt x="484971" y="85482"/>
                </a:cubicBezTo>
                <a:cubicBezTo>
                  <a:pt x="486662" y="84202"/>
                  <a:pt x="487508" y="82488"/>
                  <a:pt x="487508" y="80341"/>
                </a:cubicBezTo>
                <a:cubicBezTo>
                  <a:pt x="487508" y="78878"/>
                  <a:pt x="487051" y="77667"/>
                  <a:pt x="486137" y="76707"/>
                </a:cubicBezTo>
                <a:cubicBezTo>
                  <a:pt x="485177" y="75793"/>
                  <a:pt x="483029" y="74948"/>
                  <a:pt x="479693" y="74171"/>
                </a:cubicBezTo>
                <a:cubicBezTo>
                  <a:pt x="464155" y="70744"/>
                  <a:pt x="454307" y="67613"/>
                  <a:pt x="450148" y="64780"/>
                </a:cubicBezTo>
                <a:cubicBezTo>
                  <a:pt x="444390" y="60849"/>
                  <a:pt x="441511" y="55388"/>
                  <a:pt x="441511" y="48396"/>
                </a:cubicBezTo>
                <a:cubicBezTo>
                  <a:pt x="441511" y="42090"/>
                  <a:pt x="444001" y="36788"/>
                  <a:pt x="448983" y="32493"/>
                </a:cubicBezTo>
                <a:cubicBezTo>
                  <a:pt x="453964" y="28197"/>
                  <a:pt x="461687" y="26049"/>
                  <a:pt x="472152" y="26049"/>
                </a:cubicBezTo>
                <a:cubicBezTo>
                  <a:pt x="482115" y="26049"/>
                  <a:pt x="489518" y="27671"/>
                  <a:pt x="494363" y="30916"/>
                </a:cubicBezTo>
                <a:cubicBezTo>
                  <a:pt x="499207" y="34161"/>
                  <a:pt x="502543" y="38959"/>
                  <a:pt x="504371" y="45312"/>
                </a:cubicBezTo>
                <a:lnTo>
                  <a:pt x="486205" y="48670"/>
                </a:lnTo>
                <a:cubicBezTo>
                  <a:pt x="485428" y="45837"/>
                  <a:pt x="483954" y="43666"/>
                  <a:pt x="481784" y="42158"/>
                </a:cubicBezTo>
                <a:cubicBezTo>
                  <a:pt x="479613" y="40650"/>
                  <a:pt x="476517" y="39896"/>
                  <a:pt x="472495" y="39896"/>
                </a:cubicBezTo>
                <a:cubicBezTo>
                  <a:pt x="467422" y="39896"/>
                  <a:pt x="463789" y="40604"/>
                  <a:pt x="461596" y="42021"/>
                </a:cubicBezTo>
                <a:cubicBezTo>
                  <a:pt x="460133" y="43027"/>
                  <a:pt x="459402" y="44329"/>
                  <a:pt x="459402" y="45928"/>
                </a:cubicBezTo>
                <a:cubicBezTo>
                  <a:pt x="459402" y="47299"/>
                  <a:pt x="460042" y="48465"/>
                  <a:pt x="461321" y="49424"/>
                </a:cubicBezTo>
                <a:cubicBezTo>
                  <a:pt x="463058" y="50704"/>
                  <a:pt x="469056" y="52509"/>
                  <a:pt x="479316" y="54840"/>
                </a:cubicBezTo>
                <a:cubicBezTo>
                  <a:pt x="489575" y="57171"/>
                  <a:pt x="496739" y="60027"/>
                  <a:pt x="500806" y="63409"/>
                </a:cubicBezTo>
                <a:cubicBezTo>
                  <a:pt x="504828" y="66836"/>
                  <a:pt x="506839" y="71612"/>
                  <a:pt x="506839" y="77736"/>
                </a:cubicBezTo>
                <a:cubicBezTo>
                  <a:pt x="506839" y="84408"/>
                  <a:pt x="504051" y="90143"/>
                  <a:pt x="498476" y="94942"/>
                </a:cubicBezTo>
                <a:cubicBezTo>
                  <a:pt x="492900" y="99740"/>
                  <a:pt x="484651" y="102139"/>
                  <a:pt x="473729" y="102139"/>
                </a:cubicBezTo>
                <a:cubicBezTo>
                  <a:pt x="463812" y="102139"/>
                  <a:pt x="455963" y="100129"/>
                  <a:pt x="450182" y="96107"/>
                </a:cubicBezTo>
                <a:cubicBezTo>
                  <a:pt x="444401" y="92085"/>
                  <a:pt x="440619" y="86624"/>
                  <a:pt x="438837" y="79724"/>
                </a:cubicBezTo>
                <a:close/>
                <a:moveTo>
                  <a:pt x="527158" y="46957"/>
                </a:moveTo>
                <a:lnTo>
                  <a:pt x="527158" y="27694"/>
                </a:lnTo>
                <a:lnTo>
                  <a:pt x="546420" y="27694"/>
                </a:lnTo>
                <a:lnTo>
                  <a:pt x="546420" y="46957"/>
                </a:lnTo>
                <a:lnTo>
                  <a:pt x="527158" y="46957"/>
                </a:lnTo>
                <a:moveTo>
                  <a:pt x="527158" y="100494"/>
                </a:moveTo>
                <a:lnTo>
                  <a:pt x="527158" y="81232"/>
                </a:lnTo>
                <a:lnTo>
                  <a:pt x="546420" y="81232"/>
                </a:lnTo>
                <a:lnTo>
                  <a:pt x="546420" y="100494"/>
                </a:lnTo>
                <a:lnTo>
                  <a:pt x="527158" y="100494"/>
                </a:lnTo>
                <a:close/>
                <a:moveTo>
                  <a:pt x="614378" y="100494"/>
                </a:moveTo>
                <a:lnTo>
                  <a:pt x="614378" y="86441"/>
                </a:lnTo>
                <a:lnTo>
                  <a:pt x="628430" y="86441"/>
                </a:lnTo>
                <a:lnTo>
                  <a:pt x="628430" y="100494"/>
                </a:lnTo>
                <a:lnTo>
                  <a:pt x="614378" y="100494"/>
                </a:lnTo>
                <a:moveTo>
                  <a:pt x="661197" y="100494"/>
                </a:moveTo>
                <a:lnTo>
                  <a:pt x="661197" y="86441"/>
                </a:lnTo>
                <a:lnTo>
                  <a:pt x="675250" y="86441"/>
                </a:lnTo>
                <a:lnTo>
                  <a:pt x="675250" y="100494"/>
                </a:lnTo>
                <a:lnTo>
                  <a:pt x="661197" y="100494"/>
                </a:lnTo>
                <a:moveTo>
                  <a:pt x="707948" y="100494"/>
                </a:moveTo>
                <a:lnTo>
                  <a:pt x="707948" y="86441"/>
                </a:lnTo>
                <a:lnTo>
                  <a:pt x="722070" y="86441"/>
                </a:lnTo>
                <a:lnTo>
                  <a:pt x="722070" y="100494"/>
                </a:lnTo>
                <a:lnTo>
                  <a:pt x="707948" y="100494"/>
                </a:lnTo>
                <a:close/>
                <a:moveTo>
                  <a:pt x="787918" y="100494"/>
                </a:moveTo>
                <a:lnTo>
                  <a:pt x="787918" y="0"/>
                </a:lnTo>
                <a:lnTo>
                  <a:pt x="855714" y="0"/>
                </a:lnTo>
                <a:lnTo>
                  <a:pt x="855714" y="11859"/>
                </a:lnTo>
                <a:lnTo>
                  <a:pt x="801217" y="11859"/>
                </a:lnTo>
                <a:lnTo>
                  <a:pt x="801217" y="42981"/>
                </a:lnTo>
                <a:lnTo>
                  <a:pt x="848379" y="42981"/>
                </a:lnTo>
                <a:lnTo>
                  <a:pt x="848379" y="54840"/>
                </a:lnTo>
                <a:lnTo>
                  <a:pt x="801217" y="54840"/>
                </a:lnTo>
                <a:lnTo>
                  <a:pt x="801217" y="100494"/>
                </a:lnTo>
                <a:lnTo>
                  <a:pt x="787918" y="100494"/>
                </a:lnTo>
                <a:close/>
                <a:moveTo>
                  <a:pt x="871419" y="14190"/>
                </a:moveTo>
                <a:lnTo>
                  <a:pt x="871419" y="0"/>
                </a:lnTo>
                <a:lnTo>
                  <a:pt x="883758" y="0"/>
                </a:lnTo>
                <a:lnTo>
                  <a:pt x="883758" y="14190"/>
                </a:lnTo>
                <a:lnTo>
                  <a:pt x="871419" y="14190"/>
                </a:lnTo>
                <a:moveTo>
                  <a:pt x="871419" y="100494"/>
                </a:moveTo>
                <a:lnTo>
                  <a:pt x="871419" y="27694"/>
                </a:lnTo>
                <a:lnTo>
                  <a:pt x="883758" y="27694"/>
                </a:lnTo>
                <a:lnTo>
                  <a:pt x="883758" y="100494"/>
                </a:lnTo>
                <a:lnTo>
                  <a:pt x="871419" y="100494"/>
                </a:lnTo>
                <a:close/>
                <a:moveTo>
                  <a:pt x="902854" y="100494"/>
                </a:moveTo>
                <a:lnTo>
                  <a:pt x="902854" y="27694"/>
                </a:lnTo>
                <a:lnTo>
                  <a:pt x="913959" y="27694"/>
                </a:lnTo>
                <a:lnTo>
                  <a:pt x="913959" y="38045"/>
                </a:lnTo>
                <a:cubicBezTo>
                  <a:pt x="919306" y="30048"/>
                  <a:pt x="927029" y="26049"/>
                  <a:pt x="937129" y="26049"/>
                </a:cubicBezTo>
                <a:cubicBezTo>
                  <a:pt x="941516" y="26049"/>
                  <a:pt x="945549" y="26837"/>
                  <a:pt x="949228" y="28414"/>
                </a:cubicBezTo>
                <a:cubicBezTo>
                  <a:pt x="952907" y="29991"/>
                  <a:pt x="955660" y="32059"/>
                  <a:pt x="957488" y="34618"/>
                </a:cubicBezTo>
                <a:cubicBezTo>
                  <a:pt x="959316" y="37177"/>
                  <a:pt x="960596" y="40216"/>
                  <a:pt x="961327" y="43735"/>
                </a:cubicBezTo>
                <a:cubicBezTo>
                  <a:pt x="961784" y="46020"/>
                  <a:pt x="962013" y="50019"/>
                  <a:pt x="962013" y="55731"/>
                </a:cubicBezTo>
                <a:lnTo>
                  <a:pt x="962013" y="100494"/>
                </a:lnTo>
                <a:lnTo>
                  <a:pt x="949674" y="100494"/>
                </a:lnTo>
                <a:lnTo>
                  <a:pt x="949674" y="56211"/>
                </a:lnTo>
                <a:cubicBezTo>
                  <a:pt x="949674" y="51184"/>
                  <a:pt x="949194" y="47425"/>
                  <a:pt x="948234" y="44934"/>
                </a:cubicBezTo>
                <a:cubicBezTo>
                  <a:pt x="947274" y="42444"/>
                  <a:pt x="945572" y="40456"/>
                  <a:pt x="943127" y="38971"/>
                </a:cubicBezTo>
                <a:cubicBezTo>
                  <a:pt x="940682" y="37485"/>
                  <a:pt x="937815" y="36743"/>
                  <a:pt x="934524" y="36743"/>
                </a:cubicBezTo>
                <a:cubicBezTo>
                  <a:pt x="929269" y="36743"/>
                  <a:pt x="924733" y="38411"/>
                  <a:pt x="920917" y="41747"/>
                </a:cubicBezTo>
                <a:cubicBezTo>
                  <a:pt x="917101" y="45083"/>
                  <a:pt x="915193" y="51412"/>
                  <a:pt x="915193" y="60735"/>
                </a:cubicBezTo>
                <a:lnTo>
                  <a:pt x="915193" y="100494"/>
                </a:lnTo>
                <a:lnTo>
                  <a:pt x="902854" y="100494"/>
                </a:lnTo>
                <a:close/>
                <a:moveTo>
                  <a:pt x="1028192" y="91514"/>
                </a:moveTo>
                <a:cubicBezTo>
                  <a:pt x="1023622" y="95399"/>
                  <a:pt x="1019223" y="98141"/>
                  <a:pt x="1014996" y="99740"/>
                </a:cubicBezTo>
                <a:cubicBezTo>
                  <a:pt x="1010768" y="101340"/>
                  <a:pt x="1006233" y="102139"/>
                  <a:pt x="1001389" y="102139"/>
                </a:cubicBezTo>
                <a:cubicBezTo>
                  <a:pt x="993391" y="102139"/>
                  <a:pt x="987244" y="100186"/>
                  <a:pt x="982949" y="96278"/>
                </a:cubicBezTo>
                <a:cubicBezTo>
                  <a:pt x="978653" y="92371"/>
                  <a:pt x="976505" y="87378"/>
                  <a:pt x="976505" y="81300"/>
                </a:cubicBezTo>
                <a:cubicBezTo>
                  <a:pt x="976505" y="77736"/>
                  <a:pt x="977316" y="74479"/>
                  <a:pt x="978938" y="71532"/>
                </a:cubicBezTo>
                <a:cubicBezTo>
                  <a:pt x="980561" y="68584"/>
                  <a:pt x="982686" y="66219"/>
                  <a:pt x="985314" y="64437"/>
                </a:cubicBezTo>
                <a:cubicBezTo>
                  <a:pt x="987941" y="62655"/>
                  <a:pt x="990900" y="61306"/>
                  <a:pt x="994191" y="60392"/>
                </a:cubicBezTo>
                <a:cubicBezTo>
                  <a:pt x="996613" y="59753"/>
                  <a:pt x="1000269" y="59136"/>
                  <a:pt x="1005159" y="58542"/>
                </a:cubicBezTo>
                <a:cubicBezTo>
                  <a:pt x="1015121" y="57353"/>
                  <a:pt x="1022456" y="55937"/>
                  <a:pt x="1027163" y="54292"/>
                </a:cubicBezTo>
                <a:cubicBezTo>
                  <a:pt x="1027209" y="52601"/>
                  <a:pt x="1027232" y="51527"/>
                  <a:pt x="1027232" y="51070"/>
                </a:cubicBezTo>
                <a:cubicBezTo>
                  <a:pt x="1027232" y="46043"/>
                  <a:pt x="1026067" y="42501"/>
                  <a:pt x="1023736" y="40444"/>
                </a:cubicBezTo>
                <a:cubicBezTo>
                  <a:pt x="1020583" y="37657"/>
                  <a:pt x="1015898" y="36263"/>
                  <a:pt x="1009683" y="36263"/>
                </a:cubicBezTo>
                <a:cubicBezTo>
                  <a:pt x="1003879" y="36263"/>
                  <a:pt x="999595" y="37280"/>
                  <a:pt x="996830" y="39313"/>
                </a:cubicBezTo>
                <a:cubicBezTo>
                  <a:pt x="994065" y="41347"/>
                  <a:pt x="992020" y="44946"/>
                  <a:pt x="990695" y="50110"/>
                </a:cubicBezTo>
                <a:lnTo>
                  <a:pt x="978630" y="48465"/>
                </a:lnTo>
                <a:cubicBezTo>
                  <a:pt x="979727" y="43301"/>
                  <a:pt x="981532" y="39131"/>
                  <a:pt x="984045" y="35954"/>
                </a:cubicBezTo>
                <a:cubicBezTo>
                  <a:pt x="986559" y="32778"/>
                  <a:pt x="990192" y="30333"/>
                  <a:pt x="994945" y="28620"/>
                </a:cubicBezTo>
                <a:cubicBezTo>
                  <a:pt x="999698" y="26906"/>
                  <a:pt x="1005204" y="26049"/>
                  <a:pt x="1011465" y="26049"/>
                </a:cubicBezTo>
                <a:cubicBezTo>
                  <a:pt x="1017681" y="26049"/>
                  <a:pt x="1022730" y="26780"/>
                  <a:pt x="1026615" y="28243"/>
                </a:cubicBezTo>
                <a:cubicBezTo>
                  <a:pt x="1030499" y="29705"/>
                  <a:pt x="1033356" y="31544"/>
                  <a:pt x="1035184" y="33761"/>
                </a:cubicBezTo>
                <a:cubicBezTo>
                  <a:pt x="1037012" y="35977"/>
                  <a:pt x="1038291" y="38776"/>
                  <a:pt x="1039022" y="42158"/>
                </a:cubicBezTo>
                <a:cubicBezTo>
                  <a:pt x="1039434" y="44260"/>
                  <a:pt x="1039639" y="48053"/>
                  <a:pt x="1039639" y="53537"/>
                </a:cubicBezTo>
                <a:lnTo>
                  <a:pt x="1039639" y="69989"/>
                </a:lnTo>
                <a:cubicBezTo>
                  <a:pt x="1039639" y="81460"/>
                  <a:pt x="1039902" y="88715"/>
                  <a:pt x="1040428" y="91754"/>
                </a:cubicBezTo>
                <a:cubicBezTo>
                  <a:pt x="1040953" y="94793"/>
                  <a:pt x="1041993" y="97706"/>
                  <a:pt x="1043547" y="100494"/>
                </a:cubicBezTo>
                <a:lnTo>
                  <a:pt x="1030659" y="100494"/>
                </a:lnTo>
                <a:cubicBezTo>
                  <a:pt x="1029380" y="97935"/>
                  <a:pt x="1028557" y="94942"/>
                  <a:pt x="1028192" y="91514"/>
                </a:cubicBezTo>
                <a:moveTo>
                  <a:pt x="1027163" y="63957"/>
                </a:moveTo>
                <a:cubicBezTo>
                  <a:pt x="1022685" y="65785"/>
                  <a:pt x="1015967" y="67339"/>
                  <a:pt x="1007010" y="68618"/>
                </a:cubicBezTo>
                <a:cubicBezTo>
                  <a:pt x="1001937" y="69350"/>
                  <a:pt x="998349" y="70172"/>
                  <a:pt x="996247" y="71086"/>
                </a:cubicBezTo>
                <a:cubicBezTo>
                  <a:pt x="994145" y="72000"/>
                  <a:pt x="992523" y="73337"/>
                  <a:pt x="991380" y="75096"/>
                </a:cubicBezTo>
                <a:cubicBezTo>
                  <a:pt x="990238" y="76856"/>
                  <a:pt x="989666" y="78810"/>
                  <a:pt x="989666" y="80957"/>
                </a:cubicBezTo>
                <a:cubicBezTo>
                  <a:pt x="989666" y="84248"/>
                  <a:pt x="990912" y="86990"/>
                  <a:pt x="993402" y="89183"/>
                </a:cubicBezTo>
                <a:cubicBezTo>
                  <a:pt x="995893" y="91377"/>
                  <a:pt x="999538" y="92474"/>
                  <a:pt x="1004336" y="92474"/>
                </a:cubicBezTo>
                <a:cubicBezTo>
                  <a:pt x="1009089" y="92474"/>
                  <a:pt x="1013316" y="91434"/>
                  <a:pt x="1017018" y="89355"/>
                </a:cubicBezTo>
                <a:cubicBezTo>
                  <a:pt x="1020720" y="87275"/>
                  <a:pt x="1023439" y="84431"/>
                  <a:pt x="1025175" y="80820"/>
                </a:cubicBezTo>
                <a:cubicBezTo>
                  <a:pt x="1026501" y="78033"/>
                  <a:pt x="1027163" y="73920"/>
                  <a:pt x="1027163" y="68481"/>
                </a:cubicBezTo>
                <a:lnTo>
                  <a:pt x="1027163" y="63957"/>
                </a:lnTo>
                <a:close/>
                <a:moveTo>
                  <a:pt x="1058245" y="100494"/>
                </a:moveTo>
                <a:lnTo>
                  <a:pt x="1058245" y="0"/>
                </a:lnTo>
                <a:lnTo>
                  <a:pt x="1070584" y="0"/>
                </a:lnTo>
                <a:lnTo>
                  <a:pt x="1070584" y="100494"/>
                </a:lnTo>
                <a:lnTo>
                  <a:pt x="1058245" y="100494"/>
                </a:lnTo>
                <a:close/>
                <a:moveTo>
                  <a:pt x="1089748" y="100494"/>
                </a:moveTo>
                <a:lnTo>
                  <a:pt x="1089748" y="0"/>
                </a:lnTo>
                <a:lnTo>
                  <a:pt x="1102087" y="0"/>
                </a:lnTo>
                <a:lnTo>
                  <a:pt x="1102087" y="100494"/>
                </a:lnTo>
                <a:lnTo>
                  <a:pt x="1089748" y="100494"/>
                </a:lnTo>
                <a:close/>
                <a:moveTo>
                  <a:pt x="1120978" y="128531"/>
                </a:moveTo>
                <a:lnTo>
                  <a:pt x="1119607" y="116946"/>
                </a:lnTo>
                <a:cubicBezTo>
                  <a:pt x="1122303" y="117677"/>
                  <a:pt x="1124656" y="118043"/>
                  <a:pt x="1126667" y="118043"/>
                </a:cubicBezTo>
                <a:cubicBezTo>
                  <a:pt x="1129409" y="118043"/>
                  <a:pt x="1131603" y="117586"/>
                  <a:pt x="1133248" y="116672"/>
                </a:cubicBezTo>
                <a:cubicBezTo>
                  <a:pt x="1134893" y="115758"/>
                  <a:pt x="1136241" y="114478"/>
                  <a:pt x="1137292" y="112833"/>
                </a:cubicBezTo>
                <a:cubicBezTo>
                  <a:pt x="1138069" y="111599"/>
                  <a:pt x="1139326" y="108537"/>
                  <a:pt x="1141063" y="103647"/>
                </a:cubicBezTo>
                <a:cubicBezTo>
                  <a:pt x="1141291" y="102962"/>
                  <a:pt x="1141657" y="101957"/>
                  <a:pt x="1142160" y="100631"/>
                </a:cubicBezTo>
                <a:lnTo>
                  <a:pt x="1114534" y="27694"/>
                </a:lnTo>
                <a:lnTo>
                  <a:pt x="1127833" y="27694"/>
                </a:lnTo>
                <a:lnTo>
                  <a:pt x="1142982" y="69852"/>
                </a:lnTo>
                <a:cubicBezTo>
                  <a:pt x="1144947" y="75199"/>
                  <a:pt x="1146707" y="80820"/>
                  <a:pt x="1148260" y="86716"/>
                </a:cubicBezTo>
                <a:cubicBezTo>
                  <a:pt x="1149677" y="81049"/>
                  <a:pt x="1151368" y="75519"/>
                  <a:pt x="1153333" y="70127"/>
                </a:cubicBezTo>
                <a:lnTo>
                  <a:pt x="1168894" y="27694"/>
                </a:lnTo>
                <a:lnTo>
                  <a:pt x="1181233" y="27694"/>
                </a:lnTo>
                <a:lnTo>
                  <a:pt x="1153539" y="101728"/>
                </a:lnTo>
                <a:cubicBezTo>
                  <a:pt x="1150568" y="109726"/>
                  <a:pt x="1148260" y="115232"/>
                  <a:pt x="1146615" y="118249"/>
                </a:cubicBezTo>
                <a:cubicBezTo>
                  <a:pt x="1144422" y="122316"/>
                  <a:pt x="1141908" y="125298"/>
                  <a:pt x="1139075" y="127194"/>
                </a:cubicBezTo>
                <a:cubicBezTo>
                  <a:pt x="1136241" y="129091"/>
                  <a:pt x="1132860" y="130039"/>
                  <a:pt x="1128929" y="130039"/>
                </a:cubicBezTo>
                <a:cubicBezTo>
                  <a:pt x="1126553" y="130039"/>
                  <a:pt x="1123902" y="129537"/>
                  <a:pt x="1120978" y="128531"/>
                </a:cubicBezTo>
                <a:close/>
                <a:moveTo>
                  <a:pt x="1184329" y="100494"/>
                </a:moveTo>
                <a:lnTo>
                  <a:pt x="1184329" y="86441"/>
                </a:lnTo>
                <a:lnTo>
                  <a:pt x="1198382" y="86441"/>
                </a:lnTo>
                <a:lnTo>
                  <a:pt x="1198382" y="100494"/>
                </a:lnTo>
                <a:cubicBezTo>
                  <a:pt x="1198382" y="105658"/>
                  <a:pt x="1197468" y="109828"/>
                  <a:pt x="1195640" y="113005"/>
                </a:cubicBezTo>
                <a:cubicBezTo>
                  <a:pt x="1193812" y="116181"/>
                  <a:pt x="1190910" y="118637"/>
                  <a:pt x="1186934" y="120374"/>
                </a:cubicBezTo>
                <a:lnTo>
                  <a:pt x="1183507" y="115095"/>
                </a:lnTo>
                <a:cubicBezTo>
                  <a:pt x="1186112" y="113953"/>
                  <a:pt x="1188031" y="112273"/>
                  <a:pt x="1189265" y="110057"/>
                </a:cubicBezTo>
                <a:cubicBezTo>
                  <a:pt x="1190499" y="107840"/>
                  <a:pt x="1191184" y="104653"/>
                  <a:pt x="1191322" y="100494"/>
                </a:cubicBezTo>
                <a:lnTo>
                  <a:pt x="1184329" y="100494"/>
                </a:lnTo>
                <a:close/>
                <a:moveTo>
                  <a:pt x="1253218" y="78764"/>
                </a:moveTo>
                <a:lnTo>
                  <a:pt x="1265420" y="76844"/>
                </a:lnTo>
                <a:cubicBezTo>
                  <a:pt x="1266106" y="81734"/>
                  <a:pt x="1268014" y="85482"/>
                  <a:pt x="1271144" y="88087"/>
                </a:cubicBezTo>
                <a:cubicBezTo>
                  <a:pt x="1274274" y="90692"/>
                  <a:pt x="1278650" y="91994"/>
                  <a:pt x="1284271" y="91994"/>
                </a:cubicBezTo>
                <a:cubicBezTo>
                  <a:pt x="1289938" y="91994"/>
                  <a:pt x="1294142" y="90840"/>
                  <a:pt x="1296884" y="88532"/>
                </a:cubicBezTo>
                <a:cubicBezTo>
                  <a:pt x="1299626" y="86224"/>
                  <a:pt x="1300997" y="83517"/>
                  <a:pt x="1300997" y="80409"/>
                </a:cubicBezTo>
                <a:cubicBezTo>
                  <a:pt x="1300997" y="77621"/>
                  <a:pt x="1299786" y="75428"/>
                  <a:pt x="1297364" y="73828"/>
                </a:cubicBezTo>
                <a:cubicBezTo>
                  <a:pt x="1295673" y="72731"/>
                  <a:pt x="1291469" y="71338"/>
                  <a:pt x="1284751" y="69647"/>
                </a:cubicBezTo>
                <a:cubicBezTo>
                  <a:pt x="1275703" y="67362"/>
                  <a:pt x="1269430" y="65385"/>
                  <a:pt x="1265934" y="63717"/>
                </a:cubicBezTo>
                <a:cubicBezTo>
                  <a:pt x="1262438" y="62049"/>
                  <a:pt x="1259788" y="59741"/>
                  <a:pt x="1257982" y="56794"/>
                </a:cubicBezTo>
                <a:cubicBezTo>
                  <a:pt x="1256177" y="53846"/>
                  <a:pt x="1255275" y="50590"/>
                  <a:pt x="1255275" y="47025"/>
                </a:cubicBezTo>
                <a:cubicBezTo>
                  <a:pt x="1255275" y="43781"/>
                  <a:pt x="1256017" y="40776"/>
                  <a:pt x="1257503" y="38011"/>
                </a:cubicBezTo>
                <a:cubicBezTo>
                  <a:pt x="1258988" y="35246"/>
                  <a:pt x="1261010" y="32950"/>
                  <a:pt x="1263569" y="31122"/>
                </a:cubicBezTo>
                <a:cubicBezTo>
                  <a:pt x="1265489" y="29705"/>
                  <a:pt x="1268105" y="28505"/>
                  <a:pt x="1271418" y="27523"/>
                </a:cubicBezTo>
                <a:cubicBezTo>
                  <a:pt x="1274731" y="26540"/>
                  <a:pt x="1278285" y="26049"/>
                  <a:pt x="1282078" y="26049"/>
                </a:cubicBezTo>
                <a:cubicBezTo>
                  <a:pt x="1287790" y="26049"/>
                  <a:pt x="1292806" y="26872"/>
                  <a:pt x="1297124" y="28517"/>
                </a:cubicBezTo>
                <a:cubicBezTo>
                  <a:pt x="1301443" y="30162"/>
                  <a:pt x="1304631" y="32390"/>
                  <a:pt x="1306687" y="35200"/>
                </a:cubicBezTo>
                <a:cubicBezTo>
                  <a:pt x="1308744" y="38011"/>
                  <a:pt x="1310160" y="41770"/>
                  <a:pt x="1310937" y="46477"/>
                </a:cubicBezTo>
                <a:lnTo>
                  <a:pt x="1298872" y="48122"/>
                </a:lnTo>
                <a:cubicBezTo>
                  <a:pt x="1298324" y="44375"/>
                  <a:pt x="1296736" y="41450"/>
                  <a:pt x="1294108" y="39348"/>
                </a:cubicBezTo>
                <a:cubicBezTo>
                  <a:pt x="1291480" y="37245"/>
                  <a:pt x="1287767" y="36194"/>
                  <a:pt x="1282969" y="36194"/>
                </a:cubicBezTo>
                <a:cubicBezTo>
                  <a:pt x="1277302" y="36194"/>
                  <a:pt x="1273258" y="37131"/>
                  <a:pt x="1270835" y="39005"/>
                </a:cubicBezTo>
                <a:cubicBezTo>
                  <a:pt x="1268413" y="40879"/>
                  <a:pt x="1267202" y="43072"/>
                  <a:pt x="1267202" y="45586"/>
                </a:cubicBezTo>
                <a:cubicBezTo>
                  <a:pt x="1267202" y="47185"/>
                  <a:pt x="1267705" y="48625"/>
                  <a:pt x="1268710" y="49904"/>
                </a:cubicBezTo>
                <a:cubicBezTo>
                  <a:pt x="1269716" y="51230"/>
                  <a:pt x="1271292" y="52326"/>
                  <a:pt x="1273440" y="53195"/>
                </a:cubicBezTo>
                <a:cubicBezTo>
                  <a:pt x="1274674" y="53652"/>
                  <a:pt x="1278307" y="54703"/>
                  <a:pt x="1284340" y="56348"/>
                </a:cubicBezTo>
                <a:cubicBezTo>
                  <a:pt x="1293069" y="58679"/>
                  <a:pt x="1299158" y="60587"/>
                  <a:pt x="1302608" y="62072"/>
                </a:cubicBezTo>
                <a:cubicBezTo>
                  <a:pt x="1306059" y="63557"/>
                  <a:pt x="1308766" y="65717"/>
                  <a:pt x="1310732" y="68550"/>
                </a:cubicBezTo>
                <a:cubicBezTo>
                  <a:pt x="1312697" y="71383"/>
                  <a:pt x="1313679" y="74902"/>
                  <a:pt x="1313679" y="79107"/>
                </a:cubicBezTo>
                <a:cubicBezTo>
                  <a:pt x="1313679" y="83220"/>
                  <a:pt x="1312480" y="87093"/>
                  <a:pt x="1310080" y="90726"/>
                </a:cubicBezTo>
                <a:cubicBezTo>
                  <a:pt x="1307681" y="94359"/>
                  <a:pt x="1304219" y="97170"/>
                  <a:pt x="1299695" y="99157"/>
                </a:cubicBezTo>
                <a:cubicBezTo>
                  <a:pt x="1295171" y="101145"/>
                  <a:pt x="1290052" y="102139"/>
                  <a:pt x="1284340" y="102139"/>
                </a:cubicBezTo>
                <a:cubicBezTo>
                  <a:pt x="1274880" y="102139"/>
                  <a:pt x="1267671" y="100174"/>
                  <a:pt x="1262712" y="96244"/>
                </a:cubicBezTo>
                <a:cubicBezTo>
                  <a:pt x="1257754" y="92314"/>
                  <a:pt x="1254589" y="86487"/>
                  <a:pt x="1253218" y="78764"/>
                </a:cubicBezTo>
                <a:close/>
                <a:moveTo>
                  <a:pt x="1328124" y="100494"/>
                </a:moveTo>
                <a:lnTo>
                  <a:pt x="1328124" y="0"/>
                </a:lnTo>
                <a:lnTo>
                  <a:pt x="1340463" y="0"/>
                </a:lnTo>
                <a:lnTo>
                  <a:pt x="1340463" y="36057"/>
                </a:lnTo>
                <a:cubicBezTo>
                  <a:pt x="1346221" y="29385"/>
                  <a:pt x="1353488" y="26049"/>
                  <a:pt x="1362262" y="26049"/>
                </a:cubicBezTo>
                <a:cubicBezTo>
                  <a:pt x="1367655" y="26049"/>
                  <a:pt x="1372339" y="27111"/>
                  <a:pt x="1376315" y="29237"/>
                </a:cubicBezTo>
                <a:cubicBezTo>
                  <a:pt x="1380291" y="31362"/>
                  <a:pt x="1383136" y="34298"/>
                  <a:pt x="1384849" y="38045"/>
                </a:cubicBezTo>
                <a:cubicBezTo>
                  <a:pt x="1386563" y="41793"/>
                  <a:pt x="1387420" y="47231"/>
                  <a:pt x="1387420" y="54360"/>
                </a:cubicBezTo>
                <a:lnTo>
                  <a:pt x="1387420" y="100494"/>
                </a:lnTo>
                <a:lnTo>
                  <a:pt x="1375081" y="100494"/>
                </a:lnTo>
                <a:lnTo>
                  <a:pt x="1375081" y="54360"/>
                </a:lnTo>
                <a:cubicBezTo>
                  <a:pt x="1375081" y="48191"/>
                  <a:pt x="1373744" y="43701"/>
                  <a:pt x="1371071" y="40890"/>
                </a:cubicBezTo>
                <a:cubicBezTo>
                  <a:pt x="1368397" y="38079"/>
                  <a:pt x="1364616" y="36674"/>
                  <a:pt x="1359726" y="36674"/>
                </a:cubicBezTo>
                <a:cubicBezTo>
                  <a:pt x="1356070" y="36674"/>
                  <a:pt x="1352631" y="37622"/>
                  <a:pt x="1349409" y="39519"/>
                </a:cubicBezTo>
                <a:cubicBezTo>
                  <a:pt x="1346187" y="41416"/>
                  <a:pt x="1343891" y="43986"/>
                  <a:pt x="1342520" y="47231"/>
                </a:cubicBezTo>
                <a:cubicBezTo>
                  <a:pt x="1341149" y="50476"/>
                  <a:pt x="1340463" y="54954"/>
                  <a:pt x="1340463" y="60667"/>
                </a:cubicBezTo>
                <a:lnTo>
                  <a:pt x="1340463" y="100494"/>
                </a:lnTo>
                <a:lnTo>
                  <a:pt x="1328124" y="100494"/>
                </a:lnTo>
                <a:close/>
                <a:moveTo>
                  <a:pt x="1455793" y="77050"/>
                </a:moveTo>
                <a:lnTo>
                  <a:pt x="1468543" y="78627"/>
                </a:lnTo>
                <a:cubicBezTo>
                  <a:pt x="1466532" y="86076"/>
                  <a:pt x="1462808" y="91857"/>
                  <a:pt x="1457369" y="95970"/>
                </a:cubicBezTo>
                <a:cubicBezTo>
                  <a:pt x="1451931" y="100083"/>
                  <a:pt x="1444985" y="102139"/>
                  <a:pt x="1436530" y="102139"/>
                </a:cubicBezTo>
                <a:cubicBezTo>
                  <a:pt x="1425882" y="102139"/>
                  <a:pt x="1417439" y="98860"/>
                  <a:pt x="1411201" y="92302"/>
                </a:cubicBezTo>
                <a:cubicBezTo>
                  <a:pt x="1404963" y="85745"/>
                  <a:pt x="1401844" y="76547"/>
                  <a:pt x="1401844" y="64711"/>
                </a:cubicBezTo>
                <a:cubicBezTo>
                  <a:pt x="1401844" y="52464"/>
                  <a:pt x="1404997" y="42958"/>
                  <a:pt x="1411304" y="36194"/>
                </a:cubicBezTo>
                <a:cubicBezTo>
                  <a:pt x="1417610" y="29431"/>
                  <a:pt x="1425791" y="26049"/>
                  <a:pt x="1435845" y="26049"/>
                </a:cubicBezTo>
                <a:cubicBezTo>
                  <a:pt x="1445579" y="26049"/>
                  <a:pt x="1453530" y="29362"/>
                  <a:pt x="1459700" y="35989"/>
                </a:cubicBezTo>
                <a:cubicBezTo>
                  <a:pt x="1465869" y="42615"/>
                  <a:pt x="1468954" y="51938"/>
                  <a:pt x="1468954" y="63957"/>
                </a:cubicBezTo>
                <a:cubicBezTo>
                  <a:pt x="1468954" y="64688"/>
                  <a:pt x="1468931" y="65785"/>
                  <a:pt x="1468886" y="67247"/>
                </a:cubicBezTo>
                <a:lnTo>
                  <a:pt x="1414594" y="67247"/>
                </a:lnTo>
                <a:cubicBezTo>
                  <a:pt x="1415051" y="75245"/>
                  <a:pt x="1417313" y="81369"/>
                  <a:pt x="1421381" y="85619"/>
                </a:cubicBezTo>
                <a:cubicBezTo>
                  <a:pt x="1425448" y="89869"/>
                  <a:pt x="1430521" y="91994"/>
                  <a:pt x="1436599" y="91994"/>
                </a:cubicBezTo>
                <a:cubicBezTo>
                  <a:pt x="1441123" y="91994"/>
                  <a:pt x="1444985" y="90806"/>
                  <a:pt x="1448184" y="88429"/>
                </a:cubicBezTo>
                <a:cubicBezTo>
                  <a:pt x="1451383" y="86053"/>
                  <a:pt x="1453919" y="82260"/>
                  <a:pt x="1455793" y="77050"/>
                </a:cubicBezTo>
                <a:moveTo>
                  <a:pt x="1415280" y="57102"/>
                </a:moveTo>
                <a:lnTo>
                  <a:pt x="1455930" y="57102"/>
                </a:lnTo>
                <a:cubicBezTo>
                  <a:pt x="1455381" y="50978"/>
                  <a:pt x="1453827" y="46385"/>
                  <a:pt x="1451268" y="43324"/>
                </a:cubicBezTo>
                <a:cubicBezTo>
                  <a:pt x="1447338" y="38571"/>
                  <a:pt x="1442243" y="36194"/>
                  <a:pt x="1435982" y="36194"/>
                </a:cubicBezTo>
                <a:cubicBezTo>
                  <a:pt x="1430315" y="36194"/>
                  <a:pt x="1425551" y="38091"/>
                  <a:pt x="1421689" y="41884"/>
                </a:cubicBezTo>
                <a:cubicBezTo>
                  <a:pt x="1417827" y="45677"/>
                  <a:pt x="1415691" y="50750"/>
                  <a:pt x="1415280" y="57102"/>
                </a:cubicBezTo>
                <a:close/>
                <a:moveTo>
                  <a:pt x="1522312" y="100494"/>
                </a:moveTo>
                <a:lnTo>
                  <a:pt x="1522312" y="27694"/>
                </a:lnTo>
                <a:lnTo>
                  <a:pt x="1533349" y="27694"/>
                </a:lnTo>
                <a:lnTo>
                  <a:pt x="1533349" y="37908"/>
                </a:lnTo>
                <a:cubicBezTo>
                  <a:pt x="1535634" y="34344"/>
                  <a:pt x="1538673" y="31476"/>
                  <a:pt x="1542466" y="29305"/>
                </a:cubicBezTo>
                <a:cubicBezTo>
                  <a:pt x="1546259" y="27134"/>
                  <a:pt x="1550578" y="26049"/>
                  <a:pt x="1555422" y="26049"/>
                </a:cubicBezTo>
                <a:cubicBezTo>
                  <a:pt x="1560814" y="26049"/>
                  <a:pt x="1565236" y="27169"/>
                  <a:pt x="1568686" y="29408"/>
                </a:cubicBezTo>
                <a:cubicBezTo>
                  <a:pt x="1572137" y="31647"/>
                  <a:pt x="1574570" y="34778"/>
                  <a:pt x="1575987" y="38799"/>
                </a:cubicBezTo>
                <a:cubicBezTo>
                  <a:pt x="1581745" y="30299"/>
                  <a:pt x="1589240" y="26049"/>
                  <a:pt x="1598471" y="26049"/>
                </a:cubicBezTo>
                <a:cubicBezTo>
                  <a:pt x="1605692" y="26049"/>
                  <a:pt x="1611244" y="28048"/>
                  <a:pt x="1615129" y="32047"/>
                </a:cubicBezTo>
                <a:cubicBezTo>
                  <a:pt x="1619013" y="36046"/>
                  <a:pt x="1620956" y="42204"/>
                  <a:pt x="1620956" y="50521"/>
                </a:cubicBezTo>
                <a:lnTo>
                  <a:pt x="1620956" y="100494"/>
                </a:lnTo>
                <a:lnTo>
                  <a:pt x="1608685" y="100494"/>
                </a:lnTo>
                <a:lnTo>
                  <a:pt x="1608685" y="54634"/>
                </a:lnTo>
                <a:cubicBezTo>
                  <a:pt x="1608685" y="49699"/>
                  <a:pt x="1608285" y="46146"/>
                  <a:pt x="1607485" y="43975"/>
                </a:cubicBezTo>
                <a:cubicBezTo>
                  <a:pt x="1606686" y="41804"/>
                  <a:pt x="1605235" y="40056"/>
                  <a:pt x="1603133" y="38731"/>
                </a:cubicBezTo>
                <a:cubicBezTo>
                  <a:pt x="1601030" y="37405"/>
                  <a:pt x="1598563" y="36743"/>
                  <a:pt x="1595729" y="36743"/>
                </a:cubicBezTo>
                <a:cubicBezTo>
                  <a:pt x="1590611" y="36743"/>
                  <a:pt x="1586361" y="38445"/>
                  <a:pt x="1582979" y="41850"/>
                </a:cubicBezTo>
                <a:cubicBezTo>
                  <a:pt x="1579597" y="45254"/>
                  <a:pt x="1577906" y="50704"/>
                  <a:pt x="1577906" y="58199"/>
                </a:cubicBezTo>
                <a:lnTo>
                  <a:pt x="1577906" y="100494"/>
                </a:lnTo>
                <a:lnTo>
                  <a:pt x="1565567" y="100494"/>
                </a:lnTo>
                <a:lnTo>
                  <a:pt x="1565567" y="53195"/>
                </a:lnTo>
                <a:cubicBezTo>
                  <a:pt x="1565567" y="47711"/>
                  <a:pt x="1564562" y="43598"/>
                  <a:pt x="1562551" y="40856"/>
                </a:cubicBezTo>
                <a:cubicBezTo>
                  <a:pt x="1560540" y="38114"/>
                  <a:pt x="1557250" y="36743"/>
                  <a:pt x="1552680" y="36743"/>
                </a:cubicBezTo>
                <a:cubicBezTo>
                  <a:pt x="1549207" y="36743"/>
                  <a:pt x="1545996" y="37657"/>
                  <a:pt x="1543049" y="39485"/>
                </a:cubicBezTo>
                <a:cubicBezTo>
                  <a:pt x="1540101" y="41313"/>
                  <a:pt x="1537964" y="43986"/>
                  <a:pt x="1536639" y="47505"/>
                </a:cubicBezTo>
                <a:cubicBezTo>
                  <a:pt x="1535314" y="51024"/>
                  <a:pt x="1534651" y="56097"/>
                  <a:pt x="1534651" y="62723"/>
                </a:cubicBezTo>
                <a:lnTo>
                  <a:pt x="1534651" y="100494"/>
                </a:lnTo>
                <a:lnTo>
                  <a:pt x="1522312" y="100494"/>
                </a:lnTo>
                <a:close/>
                <a:moveTo>
                  <a:pt x="1634019" y="64094"/>
                </a:moveTo>
                <a:cubicBezTo>
                  <a:pt x="1634019" y="50613"/>
                  <a:pt x="1637766" y="40627"/>
                  <a:pt x="1645261" y="34138"/>
                </a:cubicBezTo>
                <a:cubicBezTo>
                  <a:pt x="1651522" y="28745"/>
                  <a:pt x="1659154" y="26049"/>
                  <a:pt x="1668157" y="26049"/>
                </a:cubicBezTo>
                <a:cubicBezTo>
                  <a:pt x="1678165" y="26049"/>
                  <a:pt x="1686345" y="29328"/>
                  <a:pt x="1692697" y="35886"/>
                </a:cubicBezTo>
                <a:cubicBezTo>
                  <a:pt x="1699050" y="42444"/>
                  <a:pt x="1702226" y="51504"/>
                  <a:pt x="1702226" y="63066"/>
                </a:cubicBezTo>
                <a:cubicBezTo>
                  <a:pt x="1702226" y="72434"/>
                  <a:pt x="1700821" y="79804"/>
                  <a:pt x="1698010" y="85173"/>
                </a:cubicBezTo>
                <a:cubicBezTo>
                  <a:pt x="1695200" y="90543"/>
                  <a:pt x="1691109" y="94713"/>
                  <a:pt x="1685740" y="97684"/>
                </a:cubicBezTo>
                <a:cubicBezTo>
                  <a:pt x="1680370" y="100654"/>
                  <a:pt x="1674509" y="102139"/>
                  <a:pt x="1668157" y="102139"/>
                </a:cubicBezTo>
                <a:cubicBezTo>
                  <a:pt x="1657965" y="102139"/>
                  <a:pt x="1649728" y="98872"/>
                  <a:pt x="1643444" y="92337"/>
                </a:cubicBezTo>
                <a:cubicBezTo>
                  <a:pt x="1637161" y="85802"/>
                  <a:pt x="1634019" y="76387"/>
                  <a:pt x="1634019" y="64094"/>
                </a:cubicBezTo>
                <a:moveTo>
                  <a:pt x="1646700" y="64094"/>
                </a:moveTo>
                <a:cubicBezTo>
                  <a:pt x="1646700" y="73417"/>
                  <a:pt x="1648734" y="80398"/>
                  <a:pt x="1652801" y="85036"/>
                </a:cubicBezTo>
                <a:cubicBezTo>
                  <a:pt x="1656869" y="89675"/>
                  <a:pt x="1661987" y="91994"/>
                  <a:pt x="1668157" y="91994"/>
                </a:cubicBezTo>
                <a:cubicBezTo>
                  <a:pt x="1674280" y="91994"/>
                  <a:pt x="1679376" y="89663"/>
                  <a:pt x="1683443" y="85002"/>
                </a:cubicBezTo>
                <a:cubicBezTo>
                  <a:pt x="1687510" y="80341"/>
                  <a:pt x="1689544" y="73234"/>
                  <a:pt x="1689544" y="63683"/>
                </a:cubicBezTo>
                <a:cubicBezTo>
                  <a:pt x="1689544" y="54680"/>
                  <a:pt x="1687499" y="47859"/>
                  <a:pt x="1683409" y="43221"/>
                </a:cubicBezTo>
                <a:cubicBezTo>
                  <a:pt x="1679319" y="38582"/>
                  <a:pt x="1674235" y="36263"/>
                  <a:pt x="1668157" y="36263"/>
                </a:cubicBezTo>
                <a:cubicBezTo>
                  <a:pt x="1661987" y="36263"/>
                  <a:pt x="1656869" y="38571"/>
                  <a:pt x="1652801" y="43186"/>
                </a:cubicBezTo>
                <a:cubicBezTo>
                  <a:pt x="1648734" y="47802"/>
                  <a:pt x="1646700" y="54771"/>
                  <a:pt x="1646700" y="64094"/>
                </a:cubicBezTo>
                <a:close/>
                <a:moveTo>
                  <a:pt x="1736666" y="100494"/>
                </a:moveTo>
                <a:lnTo>
                  <a:pt x="1708972" y="27694"/>
                </a:lnTo>
                <a:lnTo>
                  <a:pt x="1721996" y="27694"/>
                </a:lnTo>
                <a:lnTo>
                  <a:pt x="1737626" y="71292"/>
                </a:lnTo>
                <a:cubicBezTo>
                  <a:pt x="1739317" y="75999"/>
                  <a:pt x="1740871" y="80889"/>
                  <a:pt x="1742287" y="85962"/>
                </a:cubicBezTo>
                <a:cubicBezTo>
                  <a:pt x="1743384" y="82123"/>
                  <a:pt x="1744915" y="77507"/>
                  <a:pt x="1746880" y="72115"/>
                </a:cubicBezTo>
                <a:lnTo>
                  <a:pt x="1763058" y="27694"/>
                </a:lnTo>
                <a:lnTo>
                  <a:pt x="1775740" y="27694"/>
                </a:lnTo>
                <a:lnTo>
                  <a:pt x="1748183" y="100494"/>
                </a:lnTo>
                <a:lnTo>
                  <a:pt x="1736666" y="100494"/>
                </a:lnTo>
                <a:close/>
                <a:moveTo>
                  <a:pt x="1836250" y="77050"/>
                </a:moveTo>
                <a:lnTo>
                  <a:pt x="1849001" y="78627"/>
                </a:lnTo>
                <a:cubicBezTo>
                  <a:pt x="1846990" y="86076"/>
                  <a:pt x="1843265" y="91857"/>
                  <a:pt x="1837827" y="95970"/>
                </a:cubicBezTo>
                <a:cubicBezTo>
                  <a:pt x="1832389" y="100083"/>
                  <a:pt x="1825442" y="102139"/>
                  <a:pt x="1816988" y="102139"/>
                </a:cubicBezTo>
                <a:cubicBezTo>
                  <a:pt x="1806340" y="102139"/>
                  <a:pt x="1797897" y="98860"/>
                  <a:pt x="1791659" y="92302"/>
                </a:cubicBezTo>
                <a:cubicBezTo>
                  <a:pt x="1785421" y="85745"/>
                  <a:pt x="1782302" y="76547"/>
                  <a:pt x="1782302" y="64711"/>
                </a:cubicBezTo>
                <a:cubicBezTo>
                  <a:pt x="1782302" y="52464"/>
                  <a:pt x="1785455" y="42958"/>
                  <a:pt x="1791762" y="36194"/>
                </a:cubicBezTo>
                <a:cubicBezTo>
                  <a:pt x="1798068" y="29431"/>
                  <a:pt x="1806248" y="26049"/>
                  <a:pt x="1816302" y="26049"/>
                </a:cubicBezTo>
                <a:cubicBezTo>
                  <a:pt x="1826037" y="26049"/>
                  <a:pt x="1833988" y="29362"/>
                  <a:pt x="1840158" y="35989"/>
                </a:cubicBezTo>
                <a:cubicBezTo>
                  <a:pt x="1846327" y="42615"/>
                  <a:pt x="1849412" y="51938"/>
                  <a:pt x="1849412" y="63957"/>
                </a:cubicBezTo>
                <a:cubicBezTo>
                  <a:pt x="1849412" y="64688"/>
                  <a:pt x="1849389" y="65785"/>
                  <a:pt x="1849343" y="67247"/>
                </a:cubicBezTo>
                <a:lnTo>
                  <a:pt x="1795052" y="67247"/>
                </a:lnTo>
                <a:cubicBezTo>
                  <a:pt x="1795509" y="75245"/>
                  <a:pt x="1797771" y="81369"/>
                  <a:pt x="1801838" y="85619"/>
                </a:cubicBezTo>
                <a:cubicBezTo>
                  <a:pt x="1805906" y="89869"/>
                  <a:pt x="1810978" y="91994"/>
                  <a:pt x="1817056" y="91994"/>
                </a:cubicBezTo>
                <a:cubicBezTo>
                  <a:pt x="1821581" y="91994"/>
                  <a:pt x="1825442" y="90806"/>
                  <a:pt x="1828641" y="88429"/>
                </a:cubicBezTo>
                <a:cubicBezTo>
                  <a:pt x="1831840" y="86053"/>
                  <a:pt x="1834377" y="82260"/>
                  <a:pt x="1836250" y="77050"/>
                </a:cubicBezTo>
                <a:moveTo>
                  <a:pt x="1795737" y="57102"/>
                </a:moveTo>
                <a:lnTo>
                  <a:pt x="1836388" y="57102"/>
                </a:lnTo>
                <a:cubicBezTo>
                  <a:pt x="1835839" y="50978"/>
                  <a:pt x="1834285" y="46385"/>
                  <a:pt x="1831726" y="43324"/>
                </a:cubicBezTo>
                <a:cubicBezTo>
                  <a:pt x="1827796" y="38571"/>
                  <a:pt x="1822700" y="36194"/>
                  <a:pt x="1816440" y="36194"/>
                </a:cubicBezTo>
                <a:cubicBezTo>
                  <a:pt x="1810773" y="36194"/>
                  <a:pt x="1806008" y="38091"/>
                  <a:pt x="1802147" y="41884"/>
                </a:cubicBezTo>
                <a:cubicBezTo>
                  <a:pt x="1798285" y="45677"/>
                  <a:pt x="1796149" y="50750"/>
                  <a:pt x="1795737" y="57102"/>
                </a:cubicBezTo>
                <a:close/>
                <a:moveTo>
                  <a:pt x="1859311" y="78764"/>
                </a:moveTo>
                <a:lnTo>
                  <a:pt x="1871513" y="76844"/>
                </a:lnTo>
                <a:cubicBezTo>
                  <a:pt x="1872198" y="81734"/>
                  <a:pt x="1874106" y="85482"/>
                  <a:pt x="1877237" y="88087"/>
                </a:cubicBezTo>
                <a:cubicBezTo>
                  <a:pt x="1880367" y="90692"/>
                  <a:pt x="1884743" y="91994"/>
                  <a:pt x="1890364" y="91994"/>
                </a:cubicBezTo>
                <a:cubicBezTo>
                  <a:pt x="1896031" y="91994"/>
                  <a:pt x="1900235" y="90840"/>
                  <a:pt x="1902977" y="88532"/>
                </a:cubicBezTo>
                <a:cubicBezTo>
                  <a:pt x="1905719" y="86224"/>
                  <a:pt x="1907090" y="83517"/>
                  <a:pt x="1907090" y="80409"/>
                </a:cubicBezTo>
                <a:cubicBezTo>
                  <a:pt x="1907090" y="77621"/>
                  <a:pt x="1905879" y="75428"/>
                  <a:pt x="1903457" y="73828"/>
                </a:cubicBezTo>
                <a:cubicBezTo>
                  <a:pt x="1901766" y="72731"/>
                  <a:pt x="1897562" y="71338"/>
                  <a:pt x="1890844" y="69647"/>
                </a:cubicBezTo>
                <a:cubicBezTo>
                  <a:pt x="1881795" y="67362"/>
                  <a:pt x="1875523" y="65385"/>
                  <a:pt x="1872027" y="63717"/>
                </a:cubicBezTo>
                <a:cubicBezTo>
                  <a:pt x="1868531" y="62049"/>
                  <a:pt x="1865880" y="59741"/>
                  <a:pt x="1864075" y="56794"/>
                </a:cubicBezTo>
                <a:cubicBezTo>
                  <a:pt x="1862270" y="53846"/>
                  <a:pt x="1861368" y="50590"/>
                  <a:pt x="1861368" y="47025"/>
                </a:cubicBezTo>
                <a:cubicBezTo>
                  <a:pt x="1861368" y="43781"/>
                  <a:pt x="1862110" y="40776"/>
                  <a:pt x="1863595" y="38011"/>
                </a:cubicBezTo>
                <a:cubicBezTo>
                  <a:pt x="1865081" y="35246"/>
                  <a:pt x="1867103" y="32950"/>
                  <a:pt x="1869662" y="31122"/>
                </a:cubicBezTo>
                <a:cubicBezTo>
                  <a:pt x="1871581" y="29705"/>
                  <a:pt x="1874198" y="28505"/>
                  <a:pt x="1877511" y="27523"/>
                </a:cubicBezTo>
                <a:cubicBezTo>
                  <a:pt x="1880824" y="26540"/>
                  <a:pt x="1884377" y="26049"/>
                  <a:pt x="1888171" y="26049"/>
                </a:cubicBezTo>
                <a:cubicBezTo>
                  <a:pt x="1893883" y="26049"/>
                  <a:pt x="1898899" y="26872"/>
                  <a:pt x="1903217" y="28517"/>
                </a:cubicBezTo>
                <a:cubicBezTo>
                  <a:pt x="1907536" y="30162"/>
                  <a:pt x="1910724" y="32390"/>
                  <a:pt x="1912780" y="35200"/>
                </a:cubicBezTo>
                <a:cubicBezTo>
                  <a:pt x="1914837" y="38011"/>
                  <a:pt x="1916253" y="41770"/>
                  <a:pt x="1917030" y="46477"/>
                </a:cubicBezTo>
                <a:lnTo>
                  <a:pt x="1904965" y="48122"/>
                </a:lnTo>
                <a:cubicBezTo>
                  <a:pt x="1904417" y="44375"/>
                  <a:pt x="1902829" y="41450"/>
                  <a:pt x="1900201" y="39348"/>
                </a:cubicBezTo>
                <a:cubicBezTo>
                  <a:pt x="1897573" y="37245"/>
                  <a:pt x="1893860" y="36194"/>
                  <a:pt x="1889062" y="36194"/>
                </a:cubicBezTo>
                <a:cubicBezTo>
                  <a:pt x="1883395" y="36194"/>
                  <a:pt x="1879350" y="37131"/>
                  <a:pt x="1876928" y="39005"/>
                </a:cubicBezTo>
                <a:cubicBezTo>
                  <a:pt x="1874506" y="40879"/>
                  <a:pt x="1873295" y="43072"/>
                  <a:pt x="1873295" y="45586"/>
                </a:cubicBezTo>
                <a:cubicBezTo>
                  <a:pt x="1873295" y="47185"/>
                  <a:pt x="1873798" y="48625"/>
                  <a:pt x="1874803" y="49904"/>
                </a:cubicBezTo>
                <a:cubicBezTo>
                  <a:pt x="1875809" y="51230"/>
                  <a:pt x="1877385" y="52326"/>
                  <a:pt x="1879533" y="53195"/>
                </a:cubicBezTo>
                <a:cubicBezTo>
                  <a:pt x="1880767" y="53652"/>
                  <a:pt x="1884400" y="54703"/>
                  <a:pt x="1890433" y="56348"/>
                </a:cubicBezTo>
                <a:cubicBezTo>
                  <a:pt x="1899161" y="58679"/>
                  <a:pt x="1905251" y="60587"/>
                  <a:pt x="1908701" y="62072"/>
                </a:cubicBezTo>
                <a:cubicBezTo>
                  <a:pt x="1912152" y="63557"/>
                  <a:pt x="1914859" y="65717"/>
                  <a:pt x="1916824" y="68550"/>
                </a:cubicBezTo>
                <a:cubicBezTo>
                  <a:pt x="1918790" y="71383"/>
                  <a:pt x="1919772" y="74902"/>
                  <a:pt x="1919772" y="79107"/>
                </a:cubicBezTo>
                <a:cubicBezTo>
                  <a:pt x="1919772" y="83220"/>
                  <a:pt x="1918572" y="87093"/>
                  <a:pt x="1916173" y="90726"/>
                </a:cubicBezTo>
                <a:cubicBezTo>
                  <a:pt x="1913774" y="94359"/>
                  <a:pt x="1910312" y="97170"/>
                  <a:pt x="1905788" y="99157"/>
                </a:cubicBezTo>
                <a:cubicBezTo>
                  <a:pt x="1901264" y="101145"/>
                  <a:pt x="1896145" y="102139"/>
                  <a:pt x="1890433" y="102139"/>
                </a:cubicBezTo>
                <a:cubicBezTo>
                  <a:pt x="1880973" y="102139"/>
                  <a:pt x="1873764" y="100174"/>
                  <a:pt x="1868805" y="96244"/>
                </a:cubicBezTo>
                <a:cubicBezTo>
                  <a:pt x="1863847" y="92314"/>
                  <a:pt x="1860682" y="86487"/>
                  <a:pt x="1859311" y="78764"/>
                </a:cubicBezTo>
                <a:close/>
                <a:moveTo>
                  <a:pt x="1999681" y="89458"/>
                </a:moveTo>
                <a:lnTo>
                  <a:pt x="2001463" y="100357"/>
                </a:lnTo>
                <a:cubicBezTo>
                  <a:pt x="1997990" y="101088"/>
                  <a:pt x="1994882" y="101454"/>
                  <a:pt x="1992140" y="101454"/>
                </a:cubicBezTo>
                <a:cubicBezTo>
                  <a:pt x="1987662" y="101454"/>
                  <a:pt x="1984189" y="100746"/>
                  <a:pt x="1981721" y="99329"/>
                </a:cubicBezTo>
                <a:cubicBezTo>
                  <a:pt x="1979253" y="97912"/>
                  <a:pt x="1977516" y="96050"/>
                  <a:pt x="1976511" y="93742"/>
                </a:cubicBezTo>
                <a:cubicBezTo>
                  <a:pt x="1975506" y="91434"/>
                  <a:pt x="1975003" y="86579"/>
                  <a:pt x="1975003" y="79175"/>
                </a:cubicBezTo>
                <a:lnTo>
                  <a:pt x="1975003" y="37291"/>
                </a:lnTo>
                <a:lnTo>
                  <a:pt x="1965954" y="37291"/>
                </a:lnTo>
                <a:lnTo>
                  <a:pt x="1965954" y="27694"/>
                </a:lnTo>
                <a:lnTo>
                  <a:pt x="1975003" y="27694"/>
                </a:lnTo>
                <a:lnTo>
                  <a:pt x="1975003" y="9666"/>
                </a:lnTo>
                <a:lnTo>
                  <a:pt x="1987273" y="2262"/>
                </a:lnTo>
                <a:lnTo>
                  <a:pt x="1987273" y="27694"/>
                </a:lnTo>
                <a:lnTo>
                  <a:pt x="1999681" y="27694"/>
                </a:lnTo>
                <a:lnTo>
                  <a:pt x="1999681" y="37291"/>
                </a:lnTo>
                <a:lnTo>
                  <a:pt x="1987273" y="37291"/>
                </a:lnTo>
                <a:lnTo>
                  <a:pt x="1987273" y="79861"/>
                </a:lnTo>
                <a:cubicBezTo>
                  <a:pt x="1987273" y="83380"/>
                  <a:pt x="1987490" y="85642"/>
                  <a:pt x="1987925" y="86647"/>
                </a:cubicBezTo>
                <a:cubicBezTo>
                  <a:pt x="1988359" y="87653"/>
                  <a:pt x="1989067" y="88452"/>
                  <a:pt x="1990050" y="89046"/>
                </a:cubicBezTo>
                <a:cubicBezTo>
                  <a:pt x="1991032" y="89640"/>
                  <a:pt x="1992437" y="89938"/>
                  <a:pt x="1994265" y="89938"/>
                </a:cubicBezTo>
                <a:cubicBezTo>
                  <a:pt x="1995636" y="89938"/>
                  <a:pt x="1997442" y="89778"/>
                  <a:pt x="1999681" y="89458"/>
                </a:cubicBezTo>
                <a:close/>
                <a:moveTo>
                  <a:pt x="2006671" y="64094"/>
                </a:moveTo>
                <a:cubicBezTo>
                  <a:pt x="2006671" y="50613"/>
                  <a:pt x="2010418" y="40627"/>
                  <a:pt x="2017913" y="34138"/>
                </a:cubicBezTo>
                <a:cubicBezTo>
                  <a:pt x="2024174" y="28745"/>
                  <a:pt x="2031806" y="26049"/>
                  <a:pt x="2040809" y="26049"/>
                </a:cubicBezTo>
                <a:cubicBezTo>
                  <a:pt x="2050817" y="26049"/>
                  <a:pt x="2058997" y="29328"/>
                  <a:pt x="2065349" y="35886"/>
                </a:cubicBezTo>
                <a:cubicBezTo>
                  <a:pt x="2071702" y="42444"/>
                  <a:pt x="2074878" y="51504"/>
                  <a:pt x="2074878" y="63066"/>
                </a:cubicBezTo>
                <a:cubicBezTo>
                  <a:pt x="2074878" y="72434"/>
                  <a:pt x="2073473" y="79804"/>
                  <a:pt x="2070662" y="85173"/>
                </a:cubicBezTo>
                <a:cubicBezTo>
                  <a:pt x="2067852" y="90543"/>
                  <a:pt x="2063761" y="94713"/>
                  <a:pt x="2058392" y="97684"/>
                </a:cubicBezTo>
                <a:cubicBezTo>
                  <a:pt x="2053022" y="100654"/>
                  <a:pt x="2047161" y="102139"/>
                  <a:pt x="2040809" y="102139"/>
                </a:cubicBezTo>
                <a:cubicBezTo>
                  <a:pt x="2030618" y="102139"/>
                  <a:pt x="2022380" y="98872"/>
                  <a:pt x="2016096" y="92337"/>
                </a:cubicBezTo>
                <a:cubicBezTo>
                  <a:pt x="2009813" y="85802"/>
                  <a:pt x="2006671" y="76387"/>
                  <a:pt x="2006671" y="64094"/>
                </a:cubicBezTo>
                <a:moveTo>
                  <a:pt x="2019352" y="64094"/>
                </a:moveTo>
                <a:cubicBezTo>
                  <a:pt x="2019352" y="73417"/>
                  <a:pt x="2021386" y="80398"/>
                  <a:pt x="2025453" y="85036"/>
                </a:cubicBezTo>
                <a:cubicBezTo>
                  <a:pt x="2029521" y="89675"/>
                  <a:pt x="2034639" y="91994"/>
                  <a:pt x="2040809" y="91994"/>
                </a:cubicBezTo>
                <a:cubicBezTo>
                  <a:pt x="2046932" y="91994"/>
                  <a:pt x="2052028" y="89663"/>
                  <a:pt x="2056095" y="85002"/>
                </a:cubicBezTo>
                <a:cubicBezTo>
                  <a:pt x="2060163" y="80341"/>
                  <a:pt x="2062196" y="73234"/>
                  <a:pt x="2062196" y="63683"/>
                </a:cubicBezTo>
                <a:cubicBezTo>
                  <a:pt x="2062196" y="54680"/>
                  <a:pt x="2060151" y="47859"/>
                  <a:pt x="2056061" y="43221"/>
                </a:cubicBezTo>
                <a:cubicBezTo>
                  <a:pt x="2051971" y="38582"/>
                  <a:pt x="2046887" y="36263"/>
                  <a:pt x="2040809" y="36263"/>
                </a:cubicBezTo>
                <a:cubicBezTo>
                  <a:pt x="2034639" y="36263"/>
                  <a:pt x="2029521" y="38571"/>
                  <a:pt x="2025453" y="43186"/>
                </a:cubicBezTo>
                <a:cubicBezTo>
                  <a:pt x="2021386" y="47802"/>
                  <a:pt x="2019352" y="54771"/>
                  <a:pt x="2019352" y="64094"/>
                </a:cubicBezTo>
                <a:close/>
                <a:moveTo>
                  <a:pt x="2102532" y="100494"/>
                </a:moveTo>
                <a:lnTo>
                  <a:pt x="2080253" y="27694"/>
                </a:lnTo>
                <a:lnTo>
                  <a:pt x="2093004" y="27694"/>
                </a:lnTo>
                <a:lnTo>
                  <a:pt x="2104588" y="69715"/>
                </a:lnTo>
                <a:lnTo>
                  <a:pt x="2108907" y="85345"/>
                </a:lnTo>
                <a:cubicBezTo>
                  <a:pt x="2109090" y="84568"/>
                  <a:pt x="2110347" y="79564"/>
                  <a:pt x="2112677" y="70332"/>
                </a:cubicBezTo>
                <a:lnTo>
                  <a:pt x="2124262" y="27694"/>
                </a:lnTo>
                <a:lnTo>
                  <a:pt x="2136944" y="27694"/>
                </a:lnTo>
                <a:lnTo>
                  <a:pt x="2147843" y="69921"/>
                </a:lnTo>
                <a:lnTo>
                  <a:pt x="2151477" y="83837"/>
                </a:lnTo>
                <a:lnTo>
                  <a:pt x="2155658" y="69784"/>
                </a:lnTo>
                <a:lnTo>
                  <a:pt x="2168134" y="27694"/>
                </a:lnTo>
                <a:lnTo>
                  <a:pt x="2180130" y="27694"/>
                </a:lnTo>
                <a:lnTo>
                  <a:pt x="2157372" y="100494"/>
                </a:lnTo>
                <a:lnTo>
                  <a:pt x="2144553" y="100494"/>
                </a:lnTo>
                <a:lnTo>
                  <a:pt x="2132968" y="56896"/>
                </a:lnTo>
                <a:lnTo>
                  <a:pt x="2130158" y="44489"/>
                </a:lnTo>
                <a:lnTo>
                  <a:pt x="2115419" y="100494"/>
                </a:lnTo>
                <a:lnTo>
                  <a:pt x="2102532" y="100494"/>
                </a:lnTo>
                <a:close/>
                <a:moveTo>
                  <a:pt x="2238019" y="91514"/>
                </a:moveTo>
                <a:cubicBezTo>
                  <a:pt x="2233449" y="95399"/>
                  <a:pt x="2229050" y="98141"/>
                  <a:pt x="2224823" y="99740"/>
                </a:cubicBezTo>
                <a:cubicBezTo>
                  <a:pt x="2220596" y="101340"/>
                  <a:pt x="2216060" y="102139"/>
                  <a:pt x="2211216" y="102139"/>
                </a:cubicBezTo>
                <a:cubicBezTo>
                  <a:pt x="2203219" y="102139"/>
                  <a:pt x="2197072" y="100186"/>
                  <a:pt x="2192776" y="96278"/>
                </a:cubicBezTo>
                <a:cubicBezTo>
                  <a:pt x="2188480" y="92371"/>
                  <a:pt x="2186332" y="87378"/>
                  <a:pt x="2186332" y="81300"/>
                </a:cubicBezTo>
                <a:cubicBezTo>
                  <a:pt x="2186332" y="77736"/>
                  <a:pt x="2187144" y="74479"/>
                  <a:pt x="2188766" y="71532"/>
                </a:cubicBezTo>
                <a:cubicBezTo>
                  <a:pt x="2190388" y="68584"/>
                  <a:pt x="2192513" y="66219"/>
                  <a:pt x="2195141" y="64437"/>
                </a:cubicBezTo>
                <a:cubicBezTo>
                  <a:pt x="2197769" y="62655"/>
                  <a:pt x="2200728" y="61306"/>
                  <a:pt x="2204018" y="60392"/>
                </a:cubicBezTo>
                <a:cubicBezTo>
                  <a:pt x="2206440" y="59753"/>
                  <a:pt x="2210096" y="59136"/>
                  <a:pt x="2214986" y="58542"/>
                </a:cubicBezTo>
                <a:cubicBezTo>
                  <a:pt x="2224949" y="57353"/>
                  <a:pt x="2232284" y="55937"/>
                  <a:pt x="2236991" y="54292"/>
                </a:cubicBezTo>
                <a:cubicBezTo>
                  <a:pt x="2237037" y="52601"/>
                  <a:pt x="2237059" y="51527"/>
                  <a:pt x="2237059" y="51070"/>
                </a:cubicBezTo>
                <a:cubicBezTo>
                  <a:pt x="2237059" y="46043"/>
                  <a:pt x="2235894" y="42501"/>
                  <a:pt x="2233563" y="40444"/>
                </a:cubicBezTo>
                <a:cubicBezTo>
                  <a:pt x="2230410" y="37657"/>
                  <a:pt x="2225726" y="36263"/>
                  <a:pt x="2219511" y="36263"/>
                </a:cubicBezTo>
                <a:cubicBezTo>
                  <a:pt x="2213707" y="36263"/>
                  <a:pt x="2209422" y="37280"/>
                  <a:pt x="2206658" y="39313"/>
                </a:cubicBezTo>
                <a:cubicBezTo>
                  <a:pt x="2203893" y="41347"/>
                  <a:pt x="2201848" y="44946"/>
                  <a:pt x="2200522" y="50110"/>
                </a:cubicBezTo>
                <a:lnTo>
                  <a:pt x="2188458" y="48465"/>
                </a:lnTo>
                <a:cubicBezTo>
                  <a:pt x="2189554" y="43301"/>
                  <a:pt x="2191359" y="39131"/>
                  <a:pt x="2193873" y="35954"/>
                </a:cubicBezTo>
                <a:cubicBezTo>
                  <a:pt x="2196386" y="32778"/>
                  <a:pt x="2200020" y="30333"/>
                  <a:pt x="2204772" y="28620"/>
                </a:cubicBezTo>
                <a:cubicBezTo>
                  <a:pt x="2209525" y="26906"/>
                  <a:pt x="2215032" y="26049"/>
                  <a:pt x="2221293" y="26049"/>
                </a:cubicBezTo>
                <a:cubicBezTo>
                  <a:pt x="2227508" y="26049"/>
                  <a:pt x="2232558" y="26780"/>
                  <a:pt x="2236442" y="28243"/>
                </a:cubicBezTo>
                <a:cubicBezTo>
                  <a:pt x="2240327" y="29705"/>
                  <a:pt x="2243183" y="31544"/>
                  <a:pt x="2245011" y="33761"/>
                </a:cubicBezTo>
                <a:cubicBezTo>
                  <a:pt x="2246839" y="35977"/>
                  <a:pt x="2248119" y="38776"/>
                  <a:pt x="2248850" y="42158"/>
                </a:cubicBezTo>
                <a:cubicBezTo>
                  <a:pt x="2249261" y="44260"/>
                  <a:pt x="2249467" y="48053"/>
                  <a:pt x="2249467" y="53537"/>
                </a:cubicBezTo>
                <a:lnTo>
                  <a:pt x="2249467" y="69989"/>
                </a:lnTo>
                <a:cubicBezTo>
                  <a:pt x="2249467" y="81460"/>
                  <a:pt x="2249730" y="88715"/>
                  <a:pt x="2250255" y="91754"/>
                </a:cubicBezTo>
                <a:cubicBezTo>
                  <a:pt x="2250781" y="94793"/>
                  <a:pt x="2251820" y="97706"/>
                  <a:pt x="2253374" y="100494"/>
                </a:cubicBezTo>
                <a:lnTo>
                  <a:pt x="2240487" y="100494"/>
                </a:lnTo>
                <a:cubicBezTo>
                  <a:pt x="2239207" y="97935"/>
                  <a:pt x="2238385" y="94942"/>
                  <a:pt x="2238019" y="91514"/>
                </a:cubicBezTo>
                <a:moveTo>
                  <a:pt x="2236991" y="63957"/>
                </a:moveTo>
                <a:cubicBezTo>
                  <a:pt x="2232512" y="65785"/>
                  <a:pt x="2225794" y="67339"/>
                  <a:pt x="2216837" y="68618"/>
                </a:cubicBezTo>
                <a:cubicBezTo>
                  <a:pt x="2211764" y="69350"/>
                  <a:pt x="2208177" y="70172"/>
                  <a:pt x="2206075" y="71086"/>
                </a:cubicBezTo>
                <a:cubicBezTo>
                  <a:pt x="2203973" y="72000"/>
                  <a:pt x="2202350" y="73337"/>
                  <a:pt x="2201208" y="75096"/>
                </a:cubicBezTo>
                <a:cubicBezTo>
                  <a:pt x="2200065" y="76856"/>
                  <a:pt x="2199494" y="78810"/>
                  <a:pt x="2199494" y="80957"/>
                </a:cubicBezTo>
                <a:cubicBezTo>
                  <a:pt x="2199494" y="84248"/>
                  <a:pt x="2200739" y="86990"/>
                  <a:pt x="2203230" y="89183"/>
                </a:cubicBezTo>
                <a:cubicBezTo>
                  <a:pt x="2205721" y="91377"/>
                  <a:pt x="2209365" y="92474"/>
                  <a:pt x="2214164" y="92474"/>
                </a:cubicBezTo>
                <a:cubicBezTo>
                  <a:pt x="2218917" y="92474"/>
                  <a:pt x="2223144" y="91434"/>
                  <a:pt x="2226845" y="89355"/>
                </a:cubicBezTo>
                <a:cubicBezTo>
                  <a:pt x="2230547" y="87275"/>
                  <a:pt x="2233266" y="84431"/>
                  <a:pt x="2235003" y="80820"/>
                </a:cubicBezTo>
                <a:cubicBezTo>
                  <a:pt x="2236328" y="78033"/>
                  <a:pt x="2236991" y="73920"/>
                  <a:pt x="2236991" y="68481"/>
                </a:cubicBezTo>
                <a:lnTo>
                  <a:pt x="2236991" y="63957"/>
                </a:lnTo>
                <a:close/>
                <a:moveTo>
                  <a:pt x="2268209" y="100494"/>
                </a:moveTo>
                <a:lnTo>
                  <a:pt x="2268209" y="27694"/>
                </a:lnTo>
                <a:lnTo>
                  <a:pt x="2279315" y="27694"/>
                </a:lnTo>
                <a:lnTo>
                  <a:pt x="2279315" y="38731"/>
                </a:lnTo>
                <a:cubicBezTo>
                  <a:pt x="2282148" y="33567"/>
                  <a:pt x="2284764" y="30162"/>
                  <a:pt x="2287164" y="28517"/>
                </a:cubicBezTo>
                <a:cubicBezTo>
                  <a:pt x="2289563" y="26872"/>
                  <a:pt x="2292202" y="26049"/>
                  <a:pt x="2295081" y="26049"/>
                </a:cubicBezTo>
                <a:cubicBezTo>
                  <a:pt x="2299240" y="26049"/>
                  <a:pt x="2303467" y="27374"/>
                  <a:pt x="2307763" y="30025"/>
                </a:cubicBezTo>
                <a:lnTo>
                  <a:pt x="2303513" y="41473"/>
                </a:lnTo>
                <a:cubicBezTo>
                  <a:pt x="2300497" y="39690"/>
                  <a:pt x="2297480" y="38799"/>
                  <a:pt x="2294464" y="38799"/>
                </a:cubicBezTo>
                <a:cubicBezTo>
                  <a:pt x="2291768" y="38799"/>
                  <a:pt x="2289346" y="39610"/>
                  <a:pt x="2287198" y="41233"/>
                </a:cubicBezTo>
                <a:cubicBezTo>
                  <a:pt x="2285050" y="42855"/>
                  <a:pt x="2283519" y="45106"/>
                  <a:pt x="2282605" y="47985"/>
                </a:cubicBezTo>
                <a:cubicBezTo>
                  <a:pt x="2281234" y="52372"/>
                  <a:pt x="2280548" y="57171"/>
                  <a:pt x="2280548" y="62380"/>
                </a:cubicBezTo>
                <a:lnTo>
                  <a:pt x="2280548" y="100494"/>
                </a:lnTo>
                <a:lnTo>
                  <a:pt x="2268209" y="100494"/>
                </a:lnTo>
                <a:close/>
                <a:moveTo>
                  <a:pt x="2361962" y="100494"/>
                </a:moveTo>
                <a:lnTo>
                  <a:pt x="2361962" y="91308"/>
                </a:lnTo>
                <a:cubicBezTo>
                  <a:pt x="2357347" y="98529"/>
                  <a:pt x="2350560" y="102139"/>
                  <a:pt x="2341603" y="102139"/>
                </a:cubicBezTo>
                <a:cubicBezTo>
                  <a:pt x="2335799" y="102139"/>
                  <a:pt x="2330464" y="100540"/>
                  <a:pt x="2325597" y="97341"/>
                </a:cubicBezTo>
                <a:cubicBezTo>
                  <a:pt x="2320730" y="94142"/>
                  <a:pt x="2316959" y="89675"/>
                  <a:pt x="2314286" y="83939"/>
                </a:cubicBezTo>
                <a:cubicBezTo>
                  <a:pt x="2311612" y="78204"/>
                  <a:pt x="2310276" y="71612"/>
                  <a:pt x="2310276" y="64163"/>
                </a:cubicBezTo>
                <a:cubicBezTo>
                  <a:pt x="2310276" y="56896"/>
                  <a:pt x="2311487" y="50304"/>
                  <a:pt x="2313909" y="44386"/>
                </a:cubicBezTo>
                <a:cubicBezTo>
                  <a:pt x="2316331" y="38468"/>
                  <a:pt x="2319964" y="33932"/>
                  <a:pt x="2324808" y="30779"/>
                </a:cubicBezTo>
                <a:cubicBezTo>
                  <a:pt x="2329653" y="27626"/>
                  <a:pt x="2335068" y="26049"/>
                  <a:pt x="2341055" y="26049"/>
                </a:cubicBezTo>
                <a:cubicBezTo>
                  <a:pt x="2345442" y="26049"/>
                  <a:pt x="2349349" y="26974"/>
                  <a:pt x="2352777" y="28825"/>
                </a:cubicBezTo>
                <a:cubicBezTo>
                  <a:pt x="2356204" y="30676"/>
                  <a:pt x="2358992" y="33087"/>
                  <a:pt x="2361140" y="36057"/>
                </a:cubicBezTo>
                <a:lnTo>
                  <a:pt x="2361140" y="0"/>
                </a:lnTo>
                <a:lnTo>
                  <a:pt x="2373410" y="0"/>
                </a:lnTo>
                <a:lnTo>
                  <a:pt x="2373410" y="100494"/>
                </a:lnTo>
                <a:lnTo>
                  <a:pt x="2361962" y="100494"/>
                </a:lnTo>
                <a:moveTo>
                  <a:pt x="2322957" y="64163"/>
                </a:moveTo>
                <a:cubicBezTo>
                  <a:pt x="2322957" y="73486"/>
                  <a:pt x="2324923" y="80455"/>
                  <a:pt x="2328853" y="85070"/>
                </a:cubicBezTo>
                <a:cubicBezTo>
                  <a:pt x="2332783" y="89686"/>
                  <a:pt x="2337421" y="91994"/>
                  <a:pt x="2342768" y="91994"/>
                </a:cubicBezTo>
                <a:cubicBezTo>
                  <a:pt x="2348161" y="91994"/>
                  <a:pt x="2352742" y="89789"/>
                  <a:pt x="2356513" y="85379"/>
                </a:cubicBezTo>
                <a:cubicBezTo>
                  <a:pt x="2360283" y="80969"/>
                  <a:pt x="2362168" y="74240"/>
                  <a:pt x="2362168" y="65191"/>
                </a:cubicBezTo>
                <a:cubicBezTo>
                  <a:pt x="2362168" y="55228"/>
                  <a:pt x="2360249" y="47916"/>
                  <a:pt x="2356410" y="43255"/>
                </a:cubicBezTo>
                <a:cubicBezTo>
                  <a:pt x="2352571" y="38594"/>
                  <a:pt x="2347841" y="36263"/>
                  <a:pt x="2342220" y="36263"/>
                </a:cubicBezTo>
                <a:cubicBezTo>
                  <a:pt x="2336736" y="36263"/>
                  <a:pt x="2332155" y="38502"/>
                  <a:pt x="2328476" y="42981"/>
                </a:cubicBezTo>
                <a:cubicBezTo>
                  <a:pt x="2324797" y="47459"/>
                  <a:pt x="2322957" y="54520"/>
                  <a:pt x="2322957" y="64163"/>
                </a:cubicBezTo>
                <a:close/>
                <a:moveTo>
                  <a:pt x="2387628" y="78764"/>
                </a:moveTo>
                <a:lnTo>
                  <a:pt x="2399830" y="76844"/>
                </a:lnTo>
                <a:cubicBezTo>
                  <a:pt x="2400516" y="81734"/>
                  <a:pt x="2402424" y="85482"/>
                  <a:pt x="2405554" y="88087"/>
                </a:cubicBezTo>
                <a:cubicBezTo>
                  <a:pt x="2408684" y="90692"/>
                  <a:pt x="2413060" y="91994"/>
                  <a:pt x="2418681" y="91994"/>
                </a:cubicBezTo>
                <a:cubicBezTo>
                  <a:pt x="2424348" y="91994"/>
                  <a:pt x="2428553" y="90840"/>
                  <a:pt x="2431295" y="88532"/>
                </a:cubicBezTo>
                <a:cubicBezTo>
                  <a:pt x="2434037" y="86224"/>
                  <a:pt x="2435408" y="83517"/>
                  <a:pt x="2435408" y="80409"/>
                </a:cubicBezTo>
                <a:cubicBezTo>
                  <a:pt x="2435408" y="77621"/>
                  <a:pt x="2434196" y="75428"/>
                  <a:pt x="2431774" y="73828"/>
                </a:cubicBezTo>
                <a:cubicBezTo>
                  <a:pt x="2430083" y="72731"/>
                  <a:pt x="2425879" y="71338"/>
                  <a:pt x="2419161" y="69647"/>
                </a:cubicBezTo>
                <a:cubicBezTo>
                  <a:pt x="2410113" y="67362"/>
                  <a:pt x="2403840" y="65385"/>
                  <a:pt x="2400344" y="63717"/>
                </a:cubicBezTo>
                <a:cubicBezTo>
                  <a:pt x="2396848" y="62049"/>
                  <a:pt x="2394198" y="59741"/>
                  <a:pt x="2392392" y="56794"/>
                </a:cubicBezTo>
                <a:cubicBezTo>
                  <a:pt x="2390587" y="53846"/>
                  <a:pt x="2389685" y="50590"/>
                  <a:pt x="2389685" y="47025"/>
                </a:cubicBezTo>
                <a:cubicBezTo>
                  <a:pt x="2389685" y="43781"/>
                  <a:pt x="2390427" y="40776"/>
                  <a:pt x="2391913" y="38011"/>
                </a:cubicBezTo>
                <a:cubicBezTo>
                  <a:pt x="2393398" y="35246"/>
                  <a:pt x="2395420" y="32950"/>
                  <a:pt x="2397979" y="31122"/>
                </a:cubicBezTo>
                <a:cubicBezTo>
                  <a:pt x="2399899" y="29705"/>
                  <a:pt x="2402515" y="28505"/>
                  <a:pt x="2405828" y="27523"/>
                </a:cubicBezTo>
                <a:cubicBezTo>
                  <a:pt x="2409141" y="26540"/>
                  <a:pt x="2412695" y="26049"/>
                  <a:pt x="2416488" y="26049"/>
                </a:cubicBezTo>
                <a:cubicBezTo>
                  <a:pt x="2422200" y="26049"/>
                  <a:pt x="2427216" y="26872"/>
                  <a:pt x="2431534" y="28517"/>
                </a:cubicBezTo>
                <a:cubicBezTo>
                  <a:pt x="2435853" y="30162"/>
                  <a:pt x="2439041" y="32390"/>
                  <a:pt x="2441097" y="35200"/>
                </a:cubicBezTo>
                <a:cubicBezTo>
                  <a:pt x="2443154" y="38011"/>
                  <a:pt x="2444570" y="41770"/>
                  <a:pt x="2445347" y="46477"/>
                </a:cubicBezTo>
                <a:lnTo>
                  <a:pt x="2433282" y="48122"/>
                </a:lnTo>
                <a:cubicBezTo>
                  <a:pt x="2432734" y="44375"/>
                  <a:pt x="2431146" y="41450"/>
                  <a:pt x="2428518" y="39348"/>
                </a:cubicBezTo>
                <a:cubicBezTo>
                  <a:pt x="2425891" y="37245"/>
                  <a:pt x="2422177" y="36194"/>
                  <a:pt x="2417379" y="36194"/>
                </a:cubicBezTo>
                <a:cubicBezTo>
                  <a:pt x="2411712" y="36194"/>
                  <a:pt x="2407668" y="37131"/>
                  <a:pt x="2405246" y="39005"/>
                </a:cubicBezTo>
                <a:cubicBezTo>
                  <a:pt x="2402823" y="40879"/>
                  <a:pt x="2401612" y="43072"/>
                  <a:pt x="2401612" y="45586"/>
                </a:cubicBezTo>
                <a:cubicBezTo>
                  <a:pt x="2401612" y="47185"/>
                  <a:pt x="2402115" y="48625"/>
                  <a:pt x="2403121" y="49904"/>
                </a:cubicBezTo>
                <a:cubicBezTo>
                  <a:pt x="2404126" y="51230"/>
                  <a:pt x="2405703" y="52326"/>
                  <a:pt x="2407850" y="53195"/>
                </a:cubicBezTo>
                <a:cubicBezTo>
                  <a:pt x="2409084" y="53652"/>
                  <a:pt x="2412718" y="54703"/>
                  <a:pt x="2418750" y="56348"/>
                </a:cubicBezTo>
                <a:cubicBezTo>
                  <a:pt x="2427479" y="58679"/>
                  <a:pt x="2433568" y="60587"/>
                  <a:pt x="2437018" y="62072"/>
                </a:cubicBezTo>
                <a:cubicBezTo>
                  <a:pt x="2440469" y="63557"/>
                  <a:pt x="2443177" y="65717"/>
                  <a:pt x="2445142" y="68550"/>
                </a:cubicBezTo>
                <a:cubicBezTo>
                  <a:pt x="2447107" y="71383"/>
                  <a:pt x="2448089" y="74902"/>
                  <a:pt x="2448089" y="79107"/>
                </a:cubicBezTo>
                <a:cubicBezTo>
                  <a:pt x="2448089" y="83220"/>
                  <a:pt x="2446890" y="87093"/>
                  <a:pt x="2444490" y="90726"/>
                </a:cubicBezTo>
                <a:cubicBezTo>
                  <a:pt x="2442091" y="94359"/>
                  <a:pt x="2438629" y="97170"/>
                  <a:pt x="2434105" y="99157"/>
                </a:cubicBezTo>
                <a:cubicBezTo>
                  <a:pt x="2429581" y="101145"/>
                  <a:pt x="2424462" y="102139"/>
                  <a:pt x="2418750" y="102139"/>
                </a:cubicBezTo>
                <a:cubicBezTo>
                  <a:pt x="2409290" y="102139"/>
                  <a:pt x="2402081" y="100174"/>
                  <a:pt x="2397122" y="96244"/>
                </a:cubicBezTo>
                <a:cubicBezTo>
                  <a:pt x="2392164" y="92314"/>
                  <a:pt x="2388999" y="86487"/>
                  <a:pt x="2387628" y="78764"/>
                </a:cubicBezTo>
                <a:close/>
                <a:moveTo>
                  <a:pt x="2527997" y="89458"/>
                </a:moveTo>
                <a:lnTo>
                  <a:pt x="2529780" y="100357"/>
                </a:lnTo>
                <a:cubicBezTo>
                  <a:pt x="2526307" y="101088"/>
                  <a:pt x="2523199" y="101454"/>
                  <a:pt x="2520457" y="101454"/>
                </a:cubicBezTo>
                <a:cubicBezTo>
                  <a:pt x="2515978" y="101454"/>
                  <a:pt x="2512505" y="100746"/>
                  <a:pt x="2510037" y="99329"/>
                </a:cubicBezTo>
                <a:cubicBezTo>
                  <a:pt x="2507570" y="97912"/>
                  <a:pt x="2505833" y="96050"/>
                  <a:pt x="2504828" y="93742"/>
                </a:cubicBezTo>
                <a:cubicBezTo>
                  <a:pt x="2503822" y="91434"/>
                  <a:pt x="2503320" y="86579"/>
                  <a:pt x="2503320" y="79175"/>
                </a:cubicBezTo>
                <a:lnTo>
                  <a:pt x="2503320" y="37291"/>
                </a:lnTo>
                <a:lnTo>
                  <a:pt x="2494271" y="37291"/>
                </a:lnTo>
                <a:lnTo>
                  <a:pt x="2494271" y="27694"/>
                </a:lnTo>
                <a:lnTo>
                  <a:pt x="2503320" y="27694"/>
                </a:lnTo>
                <a:lnTo>
                  <a:pt x="2503320" y="9666"/>
                </a:lnTo>
                <a:lnTo>
                  <a:pt x="2515590" y="2262"/>
                </a:lnTo>
                <a:lnTo>
                  <a:pt x="2515590" y="27694"/>
                </a:lnTo>
                <a:lnTo>
                  <a:pt x="2527997" y="27694"/>
                </a:lnTo>
                <a:lnTo>
                  <a:pt x="2527997" y="37291"/>
                </a:lnTo>
                <a:lnTo>
                  <a:pt x="2515590" y="37291"/>
                </a:lnTo>
                <a:lnTo>
                  <a:pt x="2515590" y="79861"/>
                </a:lnTo>
                <a:cubicBezTo>
                  <a:pt x="2515590" y="83380"/>
                  <a:pt x="2515807" y="85642"/>
                  <a:pt x="2516241" y="86647"/>
                </a:cubicBezTo>
                <a:cubicBezTo>
                  <a:pt x="2516675" y="87653"/>
                  <a:pt x="2517384" y="88452"/>
                  <a:pt x="2518366" y="89046"/>
                </a:cubicBezTo>
                <a:cubicBezTo>
                  <a:pt x="2519349" y="89640"/>
                  <a:pt x="2520754" y="89938"/>
                  <a:pt x="2522582" y="89938"/>
                </a:cubicBezTo>
                <a:cubicBezTo>
                  <a:pt x="2523953" y="89938"/>
                  <a:pt x="2525758" y="89778"/>
                  <a:pt x="2527997" y="89458"/>
                </a:cubicBezTo>
                <a:close/>
                <a:moveTo>
                  <a:pt x="2539580" y="100494"/>
                </a:moveTo>
                <a:lnTo>
                  <a:pt x="2539580" y="0"/>
                </a:lnTo>
                <a:lnTo>
                  <a:pt x="2551919" y="0"/>
                </a:lnTo>
                <a:lnTo>
                  <a:pt x="2551919" y="36057"/>
                </a:lnTo>
                <a:cubicBezTo>
                  <a:pt x="2557677" y="29385"/>
                  <a:pt x="2564944" y="26049"/>
                  <a:pt x="2573718" y="26049"/>
                </a:cubicBezTo>
                <a:cubicBezTo>
                  <a:pt x="2579111" y="26049"/>
                  <a:pt x="2583795" y="27111"/>
                  <a:pt x="2587771" y="29237"/>
                </a:cubicBezTo>
                <a:cubicBezTo>
                  <a:pt x="2591747" y="31362"/>
                  <a:pt x="2594591" y="34298"/>
                  <a:pt x="2596305" y="38045"/>
                </a:cubicBezTo>
                <a:cubicBezTo>
                  <a:pt x="2598019" y="41793"/>
                  <a:pt x="2598876" y="47231"/>
                  <a:pt x="2598876" y="54360"/>
                </a:cubicBezTo>
                <a:lnTo>
                  <a:pt x="2598876" y="100494"/>
                </a:lnTo>
                <a:lnTo>
                  <a:pt x="2586537" y="100494"/>
                </a:lnTo>
                <a:lnTo>
                  <a:pt x="2586537" y="54360"/>
                </a:lnTo>
                <a:cubicBezTo>
                  <a:pt x="2586537" y="48191"/>
                  <a:pt x="2585200" y="43701"/>
                  <a:pt x="2582527" y="40890"/>
                </a:cubicBezTo>
                <a:cubicBezTo>
                  <a:pt x="2579853" y="38079"/>
                  <a:pt x="2576072" y="36674"/>
                  <a:pt x="2571182" y="36674"/>
                </a:cubicBezTo>
                <a:cubicBezTo>
                  <a:pt x="2567526" y="36674"/>
                  <a:pt x="2564087" y="37622"/>
                  <a:pt x="2560865" y="39519"/>
                </a:cubicBezTo>
                <a:cubicBezTo>
                  <a:pt x="2557643" y="41416"/>
                  <a:pt x="2555347" y="43986"/>
                  <a:pt x="2553976" y="47231"/>
                </a:cubicBezTo>
                <a:cubicBezTo>
                  <a:pt x="2552605" y="50476"/>
                  <a:pt x="2551919" y="54954"/>
                  <a:pt x="2551919" y="60667"/>
                </a:cubicBezTo>
                <a:lnTo>
                  <a:pt x="2551919" y="100494"/>
                </a:lnTo>
                <a:lnTo>
                  <a:pt x="2539580" y="100494"/>
                </a:lnTo>
                <a:close/>
                <a:moveTo>
                  <a:pt x="2667249" y="77050"/>
                </a:moveTo>
                <a:lnTo>
                  <a:pt x="2679999" y="78627"/>
                </a:lnTo>
                <a:cubicBezTo>
                  <a:pt x="2677988" y="86076"/>
                  <a:pt x="2674264" y="91857"/>
                  <a:pt x="2668825" y="95970"/>
                </a:cubicBezTo>
                <a:cubicBezTo>
                  <a:pt x="2663387" y="100083"/>
                  <a:pt x="2656441" y="102139"/>
                  <a:pt x="2647986" y="102139"/>
                </a:cubicBezTo>
                <a:cubicBezTo>
                  <a:pt x="2637338" y="102139"/>
                  <a:pt x="2628895" y="98860"/>
                  <a:pt x="2622657" y="92302"/>
                </a:cubicBezTo>
                <a:cubicBezTo>
                  <a:pt x="2616419" y="85745"/>
                  <a:pt x="2613300" y="76547"/>
                  <a:pt x="2613300" y="64711"/>
                </a:cubicBezTo>
                <a:cubicBezTo>
                  <a:pt x="2613300" y="52464"/>
                  <a:pt x="2616453" y="42958"/>
                  <a:pt x="2622760" y="36194"/>
                </a:cubicBezTo>
                <a:cubicBezTo>
                  <a:pt x="2629066" y="29431"/>
                  <a:pt x="2637247" y="26049"/>
                  <a:pt x="2647301" y="26049"/>
                </a:cubicBezTo>
                <a:cubicBezTo>
                  <a:pt x="2657035" y="26049"/>
                  <a:pt x="2664986" y="29362"/>
                  <a:pt x="2671156" y="35989"/>
                </a:cubicBezTo>
                <a:cubicBezTo>
                  <a:pt x="2677325" y="42615"/>
                  <a:pt x="2680410" y="51938"/>
                  <a:pt x="2680410" y="63957"/>
                </a:cubicBezTo>
                <a:cubicBezTo>
                  <a:pt x="2680410" y="64688"/>
                  <a:pt x="2680387" y="65785"/>
                  <a:pt x="2680342" y="67247"/>
                </a:cubicBezTo>
                <a:lnTo>
                  <a:pt x="2626050" y="67247"/>
                </a:lnTo>
                <a:cubicBezTo>
                  <a:pt x="2626507" y="75245"/>
                  <a:pt x="2628769" y="81369"/>
                  <a:pt x="2632836" y="85619"/>
                </a:cubicBezTo>
                <a:cubicBezTo>
                  <a:pt x="2636904" y="89869"/>
                  <a:pt x="2641976" y="91994"/>
                  <a:pt x="2648055" y="91994"/>
                </a:cubicBezTo>
                <a:cubicBezTo>
                  <a:pt x="2652579" y="91994"/>
                  <a:pt x="2656441" y="90806"/>
                  <a:pt x="2659640" y="88429"/>
                </a:cubicBezTo>
                <a:cubicBezTo>
                  <a:pt x="2662839" y="86053"/>
                  <a:pt x="2665375" y="82260"/>
                  <a:pt x="2667249" y="77050"/>
                </a:cubicBezTo>
                <a:moveTo>
                  <a:pt x="2626736" y="57102"/>
                </a:moveTo>
                <a:lnTo>
                  <a:pt x="2667386" y="57102"/>
                </a:lnTo>
                <a:cubicBezTo>
                  <a:pt x="2666837" y="50978"/>
                  <a:pt x="2665283" y="46385"/>
                  <a:pt x="2662724" y="43324"/>
                </a:cubicBezTo>
                <a:cubicBezTo>
                  <a:pt x="2658794" y="38571"/>
                  <a:pt x="2653699" y="36194"/>
                  <a:pt x="2647438" y="36194"/>
                </a:cubicBezTo>
                <a:cubicBezTo>
                  <a:pt x="2641771" y="36194"/>
                  <a:pt x="2637007" y="38091"/>
                  <a:pt x="2633145" y="41884"/>
                </a:cubicBezTo>
                <a:cubicBezTo>
                  <a:pt x="2629283" y="45677"/>
                  <a:pt x="2627147" y="50750"/>
                  <a:pt x="2626736" y="571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fridge,preparingtoopenit.">
            <a:extLst xmlns:a="http://schemas.openxmlformats.org/drawingml/2006/main">
              <a:ext uri="{FF2B5EF4-FFF2-40B4-BE49-F238E27FC236}">
                <a16:creationId xmlns:a16="http://schemas.microsoft.com/office/drawing/2014/main" id="{74066BB5-1A59-44E7-BFAE-9EB2C2A6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33" y="1882866"/>
            <a:ext cx="1655432" cy="131753"/>
          </a:xfrm>
          <a:custGeom xmlns:a="http://schemas.openxmlformats.org/drawingml/2006/main">
            <a:pathLst>
              <a:path w="1655432" h="131753">
                <a:moveTo>
                  <a:pt x="10899" y="102208"/>
                </a:moveTo>
                <a:lnTo>
                  <a:pt x="10899" y="39005"/>
                </a:lnTo>
                <a:lnTo>
                  <a:pt x="0" y="39005"/>
                </a:lnTo>
                <a:lnTo>
                  <a:pt x="0" y="29408"/>
                </a:lnTo>
                <a:lnTo>
                  <a:pt x="10899" y="29408"/>
                </a:lnTo>
                <a:lnTo>
                  <a:pt x="10899" y="21662"/>
                </a:lnTo>
                <a:cubicBezTo>
                  <a:pt x="10899" y="16772"/>
                  <a:pt x="11334" y="13139"/>
                  <a:pt x="12202" y="10762"/>
                </a:cubicBezTo>
                <a:cubicBezTo>
                  <a:pt x="13390" y="7563"/>
                  <a:pt x="15481" y="4970"/>
                  <a:pt x="18474" y="2982"/>
                </a:cubicBezTo>
                <a:cubicBezTo>
                  <a:pt x="21468" y="994"/>
                  <a:pt x="25661" y="0"/>
                  <a:pt x="31053" y="0"/>
                </a:cubicBezTo>
                <a:cubicBezTo>
                  <a:pt x="34526" y="0"/>
                  <a:pt x="38365" y="411"/>
                  <a:pt x="42570" y="1234"/>
                </a:cubicBezTo>
                <a:lnTo>
                  <a:pt x="40719" y="11996"/>
                </a:lnTo>
                <a:cubicBezTo>
                  <a:pt x="38159" y="11539"/>
                  <a:pt x="35737" y="11311"/>
                  <a:pt x="33452" y="11311"/>
                </a:cubicBezTo>
                <a:cubicBezTo>
                  <a:pt x="29705" y="11311"/>
                  <a:pt x="27054" y="12110"/>
                  <a:pt x="25501" y="13710"/>
                </a:cubicBezTo>
                <a:cubicBezTo>
                  <a:pt x="23947" y="15309"/>
                  <a:pt x="23170" y="18303"/>
                  <a:pt x="23170" y="22690"/>
                </a:cubicBezTo>
                <a:lnTo>
                  <a:pt x="23170" y="29408"/>
                </a:lnTo>
                <a:lnTo>
                  <a:pt x="37360" y="29408"/>
                </a:lnTo>
                <a:lnTo>
                  <a:pt x="37360" y="39005"/>
                </a:lnTo>
                <a:lnTo>
                  <a:pt x="23170" y="39005"/>
                </a:lnTo>
                <a:lnTo>
                  <a:pt x="23170" y="102208"/>
                </a:lnTo>
                <a:lnTo>
                  <a:pt x="10899" y="102208"/>
                </a:lnTo>
                <a:close/>
                <a:moveTo>
                  <a:pt x="46282" y="102208"/>
                </a:moveTo>
                <a:lnTo>
                  <a:pt x="46282" y="29408"/>
                </a:lnTo>
                <a:lnTo>
                  <a:pt x="57387" y="29408"/>
                </a:lnTo>
                <a:lnTo>
                  <a:pt x="57387" y="40444"/>
                </a:lnTo>
                <a:cubicBezTo>
                  <a:pt x="60220" y="35280"/>
                  <a:pt x="62836" y="31876"/>
                  <a:pt x="65236" y="30231"/>
                </a:cubicBezTo>
                <a:cubicBezTo>
                  <a:pt x="67635" y="28585"/>
                  <a:pt x="70274" y="27763"/>
                  <a:pt x="73153" y="27763"/>
                </a:cubicBezTo>
                <a:cubicBezTo>
                  <a:pt x="77312" y="27763"/>
                  <a:pt x="81539" y="29088"/>
                  <a:pt x="85835" y="31739"/>
                </a:cubicBezTo>
                <a:lnTo>
                  <a:pt x="81585" y="43186"/>
                </a:lnTo>
                <a:cubicBezTo>
                  <a:pt x="78569" y="41404"/>
                  <a:pt x="75552" y="40513"/>
                  <a:pt x="72536" y="40513"/>
                </a:cubicBezTo>
                <a:cubicBezTo>
                  <a:pt x="69840" y="40513"/>
                  <a:pt x="67418" y="41324"/>
                  <a:pt x="65270" y="42947"/>
                </a:cubicBezTo>
                <a:cubicBezTo>
                  <a:pt x="63122" y="44569"/>
                  <a:pt x="61591" y="46820"/>
                  <a:pt x="60677" y="49699"/>
                </a:cubicBezTo>
                <a:cubicBezTo>
                  <a:pt x="59306" y="54086"/>
                  <a:pt x="58621" y="58884"/>
                  <a:pt x="58621" y="64094"/>
                </a:cubicBezTo>
                <a:lnTo>
                  <a:pt x="58621" y="102208"/>
                </a:lnTo>
                <a:lnTo>
                  <a:pt x="46282" y="102208"/>
                </a:lnTo>
                <a:close/>
                <a:moveTo>
                  <a:pt x="92816" y="15904"/>
                </a:moveTo>
                <a:lnTo>
                  <a:pt x="92816" y="1714"/>
                </a:lnTo>
                <a:lnTo>
                  <a:pt x="105155" y="1714"/>
                </a:lnTo>
                <a:lnTo>
                  <a:pt x="105155" y="15904"/>
                </a:lnTo>
                <a:lnTo>
                  <a:pt x="92816" y="15904"/>
                </a:lnTo>
                <a:moveTo>
                  <a:pt x="92816" y="102208"/>
                </a:moveTo>
                <a:lnTo>
                  <a:pt x="92816" y="29408"/>
                </a:lnTo>
                <a:lnTo>
                  <a:pt x="105155" y="29408"/>
                </a:lnTo>
                <a:lnTo>
                  <a:pt x="105155" y="102208"/>
                </a:lnTo>
                <a:lnTo>
                  <a:pt x="92816" y="102208"/>
                </a:lnTo>
                <a:close/>
                <a:moveTo>
                  <a:pt x="171426" y="102208"/>
                </a:moveTo>
                <a:lnTo>
                  <a:pt x="171426" y="93022"/>
                </a:lnTo>
                <a:cubicBezTo>
                  <a:pt x="166810" y="100243"/>
                  <a:pt x="160024" y="103853"/>
                  <a:pt x="151067" y="103853"/>
                </a:cubicBezTo>
                <a:cubicBezTo>
                  <a:pt x="145263" y="103853"/>
                  <a:pt x="139927" y="102254"/>
                  <a:pt x="135060" y="99055"/>
                </a:cubicBezTo>
                <a:cubicBezTo>
                  <a:pt x="130193" y="95856"/>
                  <a:pt x="126423" y="91388"/>
                  <a:pt x="123749" y="85653"/>
                </a:cubicBezTo>
                <a:cubicBezTo>
                  <a:pt x="121076" y="79918"/>
                  <a:pt x="119739" y="73326"/>
                  <a:pt x="119739" y="65876"/>
                </a:cubicBezTo>
                <a:cubicBezTo>
                  <a:pt x="119739" y="58610"/>
                  <a:pt x="120950" y="52018"/>
                  <a:pt x="123372" y="46100"/>
                </a:cubicBezTo>
                <a:cubicBezTo>
                  <a:pt x="125794" y="40182"/>
                  <a:pt x="129428" y="35646"/>
                  <a:pt x="134272" y="32493"/>
                </a:cubicBezTo>
                <a:cubicBezTo>
                  <a:pt x="139116" y="29339"/>
                  <a:pt x="144531" y="27763"/>
                  <a:pt x="150518" y="27763"/>
                </a:cubicBezTo>
                <a:cubicBezTo>
                  <a:pt x="154905" y="27763"/>
                  <a:pt x="158813" y="28688"/>
                  <a:pt x="162240" y="30539"/>
                </a:cubicBezTo>
                <a:cubicBezTo>
                  <a:pt x="165668" y="32390"/>
                  <a:pt x="168455" y="34801"/>
                  <a:pt x="170603" y="37771"/>
                </a:cubicBezTo>
                <a:lnTo>
                  <a:pt x="170603" y="1714"/>
                </a:lnTo>
                <a:lnTo>
                  <a:pt x="182874" y="1714"/>
                </a:lnTo>
                <a:lnTo>
                  <a:pt x="182874" y="102208"/>
                </a:lnTo>
                <a:lnTo>
                  <a:pt x="171426" y="102208"/>
                </a:lnTo>
                <a:moveTo>
                  <a:pt x="132421" y="65876"/>
                </a:moveTo>
                <a:cubicBezTo>
                  <a:pt x="132421" y="75199"/>
                  <a:pt x="134386" y="82169"/>
                  <a:pt x="138316" y="86784"/>
                </a:cubicBezTo>
                <a:cubicBezTo>
                  <a:pt x="142246" y="91400"/>
                  <a:pt x="146885" y="93708"/>
                  <a:pt x="152232" y="93708"/>
                </a:cubicBezTo>
                <a:cubicBezTo>
                  <a:pt x="157624" y="93708"/>
                  <a:pt x="162206" y="91503"/>
                  <a:pt x="165976" y="87093"/>
                </a:cubicBezTo>
                <a:cubicBezTo>
                  <a:pt x="169746" y="82683"/>
                  <a:pt x="171631" y="75953"/>
                  <a:pt x="171631" y="66905"/>
                </a:cubicBezTo>
                <a:cubicBezTo>
                  <a:pt x="171631" y="56942"/>
                  <a:pt x="169712" y="49630"/>
                  <a:pt x="165873" y="44969"/>
                </a:cubicBezTo>
                <a:cubicBezTo>
                  <a:pt x="162035" y="40307"/>
                  <a:pt x="157305" y="37977"/>
                  <a:pt x="151683" y="37977"/>
                </a:cubicBezTo>
                <a:cubicBezTo>
                  <a:pt x="146199" y="37977"/>
                  <a:pt x="141618" y="40216"/>
                  <a:pt x="137939" y="44695"/>
                </a:cubicBezTo>
                <a:cubicBezTo>
                  <a:pt x="134260" y="49173"/>
                  <a:pt x="132421" y="56234"/>
                  <a:pt x="132421" y="65876"/>
                </a:cubicBezTo>
                <a:close/>
                <a:moveTo>
                  <a:pt x="199709" y="108240"/>
                </a:moveTo>
                <a:lnTo>
                  <a:pt x="211705" y="110023"/>
                </a:lnTo>
                <a:cubicBezTo>
                  <a:pt x="212208" y="113724"/>
                  <a:pt x="213602" y="116421"/>
                  <a:pt x="215887" y="118112"/>
                </a:cubicBezTo>
                <a:cubicBezTo>
                  <a:pt x="218949" y="120397"/>
                  <a:pt x="223130" y="121539"/>
                  <a:pt x="228431" y="121539"/>
                </a:cubicBezTo>
                <a:cubicBezTo>
                  <a:pt x="234144" y="121539"/>
                  <a:pt x="238554" y="120397"/>
                  <a:pt x="241662" y="118112"/>
                </a:cubicBezTo>
                <a:cubicBezTo>
                  <a:pt x="244769" y="115827"/>
                  <a:pt x="246871" y="112628"/>
                  <a:pt x="247968" y="108515"/>
                </a:cubicBezTo>
                <a:cubicBezTo>
                  <a:pt x="248608" y="106001"/>
                  <a:pt x="248905" y="100723"/>
                  <a:pt x="248859" y="92680"/>
                </a:cubicBezTo>
                <a:cubicBezTo>
                  <a:pt x="243467" y="99032"/>
                  <a:pt x="236749" y="102208"/>
                  <a:pt x="228706" y="102208"/>
                </a:cubicBezTo>
                <a:cubicBezTo>
                  <a:pt x="218697" y="102208"/>
                  <a:pt x="210951" y="98598"/>
                  <a:pt x="205467" y="91377"/>
                </a:cubicBezTo>
                <a:cubicBezTo>
                  <a:pt x="199983" y="84156"/>
                  <a:pt x="197241" y="75496"/>
                  <a:pt x="197241" y="65397"/>
                </a:cubicBezTo>
                <a:cubicBezTo>
                  <a:pt x="197241" y="58450"/>
                  <a:pt x="198498" y="52041"/>
                  <a:pt x="201011" y="46168"/>
                </a:cubicBezTo>
                <a:cubicBezTo>
                  <a:pt x="203525" y="40296"/>
                  <a:pt x="207169" y="35760"/>
                  <a:pt x="211945" y="32561"/>
                </a:cubicBezTo>
                <a:cubicBezTo>
                  <a:pt x="216721" y="29362"/>
                  <a:pt x="222330" y="27763"/>
                  <a:pt x="228774" y="27763"/>
                </a:cubicBezTo>
                <a:cubicBezTo>
                  <a:pt x="237366" y="27763"/>
                  <a:pt x="244449" y="31236"/>
                  <a:pt x="250025" y="38182"/>
                </a:cubicBezTo>
                <a:lnTo>
                  <a:pt x="250025" y="29408"/>
                </a:lnTo>
                <a:lnTo>
                  <a:pt x="261404" y="29408"/>
                </a:lnTo>
                <a:lnTo>
                  <a:pt x="261404" y="92337"/>
                </a:lnTo>
                <a:cubicBezTo>
                  <a:pt x="261404" y="103670"/>
                  <a:pt x="260250" y="111702"/>
                  <a:pt x="257942" y="116432"/>
                </a:cubicBezTo>
                <a:cubicBezTo>
                  <a:pt x="255634" y="121162"/>
                  <a:pt x="251978" y="124898"/>
                  <a:pt x="246974" y="127640"/>
                </a:cubicBezTo>
                <a:cubicBezTo>
                  <a:pt x="241970" y="130382"/>
                  <a:pt x="235812" y="131753"/>
                  <a:pt x="228500" y="131753"/>
                </a:cubicBezTo>
                <a:cubicBezTo>
                  <a:pt x="219817" y="131753"/>
                  <a:pt x="212802" y="129799"/>
                  <a:pt x="207455" y="125892"/>
                </a:cubicBezTo>
                <a:cubicBezTo>
                  <a:pt x="202108" y="121985"/>
                  <a:pt x="199526" y="116101"/>
                  <a:pt x="199709" y="108240"/>
                </a:cubicBezTo>
                <a:moveTo>
                  <a:pt x="209923" y="64505"/>
                </a:moveTo>
                <a:cubicBezTo>
                  <a:pt x="209923" y="74057"/>
                  <a:pt x="211819" y="81026"/>
                  <a:pt x="215613" y="85413"/>
                </a:cubicBezTo>
                <a:cubicBezTo>
                  <a:pt x="219406" y="89800"/>
                  <a:pt x="224158" y="91994"/>
                  <a:pt x="229871" y="91994"/>
                </a:cubicBezTo>
                <a:cubicBezTo>
                  <a:pt x="235538" y="91994"/>
                  <a:pt x="240291" y="89812"/>
                  <a:pt x="244129" y="85447"/>
                </a:cubicBezTo>
                <a:cubicBezTo>
                  <a:pt x="247968" y="81083"/>
                  <a:pt x="249888" y="74240"/>
                  <a:pt x="249888" y="64917"/>
                </a:cubicBezTo>
                <a:cubicBezTo>
                  <a:pt x="249888" y="56005"/>
                  <a:pt x="247911" y="49287"/>
                  <a:pt x="243958" y="44763"/>
                </a:cubicBezTo>
                <a:cubicBezTo>
                  <a:pt x="240005" y="40239"/>
                  <a:pt x="235241" y="37977"/>
                  <a:pt x="229665" y="37977"/>
                </a:cubicBezTo>
                <a:cubicBezTo>
                  <a:pt x="224181" y="37977"/>
                  <a:pt x="219520" y="40205"/>
                  <a:pt x="215681" y="44660"/>
                </a:cubicBezTo>
                <a:cubicBezTo>
                  <a:pt x="211842" y="49116"/>
                  <a:pt x="209923" y="55731"/>
                  <a:pt x="209923" y="64505"/>
                </a:cubicBezTo>
                <a:close/>
                <a:moveTo>
                  <a:pt x="329583" y="78764"/>
                </a:moveTo>
                <a:lnTo>
                  <a:pt x="342333" y="80341"/>
                </a:lnTo>
                <a:cubicBezTo>
                  <a:pt x="340323" y="87790"/>
                  <a:pt x="336598" y="93571"/>
                  <a:pt x="331160" y="97684"/>
                </a:cubicBezTo>
                <a:cubicBezTo>
                  <a:pt x="325721" y="101797"/>
                  <a:pt x="318775" y="103853"/>
                  <a:pt x="310321" y="103853"/>
                </a:cubicBezTo>
                <a:cubicBezTo>
                  <a:pt x="299673" y="103853"/>
                  <a:pt x="291229" y="100574"/>
                  <a:pt x="284991" y="94016"/>
                </a:cubicBezTo>
                <a:cubicBezTo>
                  <a:pt x="278753" y="87458"/>
                  <a:pt x="275634" y="78261"/>
                  <a:pt x="275634" y="66425"/>
                </a:cubicBezTo>
                <a:cubicBezTo>
                  <a:pt x="275634" y="54177"/>
                  <a:pt x="278788" y="44672"/>
                  <a:pt x="285094" y="37908"/>
                </a:cubicBezTo>
                <a:cubicBezTo>
                  <a:pt x="291401" y="31145"/>
                  <a:pt x="299581" y="27763"/>
                  <a:pt x="309635" y="27763"/>
                </a:cubicBezTo>
                <a:cubicBezTo>
                  <a:pt x="319369" y="27763"/>
                  <a:pt x="327321" y="31076"/>
                  <a:pt x="333490" y="37702"/>
                </a:cubicBezTo>
                <a:cubicBezTo>
                  <a:pt x="339660" y="44329"/>
                  <a:pt x="342745" y="53652"/>
                  <a:pt x="342745" y="65671"/>
                </a:cubicBezTo>
                <a:cubicBezTo>
                  <a:pt x="342745" y="66402"/>
                  <a:pt x="342722" y="67499"/>
                  <a:pt x="342676" y="68961"/>
                </a:cubicBezTo>
                <a:lnTo>
                  <a:pt x="288385" y="68961"/>
                </a:lnTo>
                <a:cubicBezTo>
                  <a:pt x="288842" y="76959"/>
                  <a:pt x="291104" y="83083"/>
                  <a:pt x="295171" y="87333"/>
                </a:cubicBezTo>
                <a:cubicBezTo>
                  <a:pt x="299238" y="91583"/>
                  <a:pt x="304311" y="93708"/>
                  <a:pt x="310389" y="93708"/>
                </a:cubicBezTo>
                <a:cubicBezTo>
                  <a:pt x="314913" y="93708"/>
                  <a:pt x="318775" y="92520"/>
                  <a:pt x="321974" y="90143"/>
                </a:cubicBezTo>
                <a:cubicBezTo>
                  <a:pt x="325173" y="87767"/>
                  <a:pt x="327709" y="83974"/>
                  <a:pt x="329583" y="78764"/>
                </a:cubicBezTo>
                <a:moveTo>
                  <a:pt x="289070" y="58816"/>
                </a:moveTo>
                <a:lnTo>
                  <a:pt x="329720" y="58816"/>
                </a:lnTo>
                <a:cubicBezTo>
                  <a:pt x="329172" y="52692"/>
                  <a:pt x="327618" y="48099"/>
                  <a:pt x="325059" y="45037"/>
                </a:cubicBezTo>
                <a:cubicBezTo>
                  <a:pt x="321129" y="40285"/>
                  <a:pt x="316033" y="37908"/>
                  <a:pt x="309772" y="37908"/>
                </a:cubicBezTo>
                <a:cubicBezTo>
                  <a:pt x="304105" y="37908"/>
                  <a:pt x="299341" y="39805"/>
                  <a:pt x="295480" y="43598"/>
                </a:cubicBezTo>
                <a:cubicBezTo>
                  <a:pt x="291618" y="47391"/>
                  <a:pt x="289481" y="52464"/>
                  <a:pt x="289070" y="58816"/>
                </a:cubicBezTo>
                <a:close/>
                <a:moveTo>
                  <a:pt x="360745" y="102208"/>
                </a:moveTo>
                <a:lnTo>
                  <a:pt x="360745" y="88155"/>
                </a:lnTo>
                <a:lnTo>
                  <a:pt x="374798" y="88155"/>
                </a:lnTo>
                <a:lnTo>
                  <a:pt x="374798" y="102208"/>
                </a:lnTo>
                <a:cubicBezTo>
                  <a:pt x="374798" y="107372"/>
                  <a:pt x="373884" y="111542"/>
                  <a:pt x="372056" y="114718"/>
                </a:cubicBezTo>
                <a:cubicBezTo>
                  <a:pt x="370228" y="117894"/>
                  <a:pt x="367326" y="120351"/>
                  <a:pt x="363350" y="122087"/>
                </a:cubicBezTo>
                <a:lnTo>
                  <a:pt x="359923" y="116809"/>
                </a:lnTo>
                <a:cubicBezTo>
                  <a:pt x="362528" y="115667"/>
                  <a:pt x="364447" y="113987"/>
                  <a:pt x="365681" y="111771"/>
                </a:cubicBezTo>
                <a:cubicBezTo>
                  <a:pt x="366915" y="109554"/>
                  <a:pt x="367600" y="106367"/>
                  <a:pt x="367738" y="102208"/>
                </a:cubicBezTo>
                <a:lnTo>
                  <a:pt x="360745" y="102208"/>
                </a:lnTo>
                <a:close/>
                <a:moveTo>
                  <a:pt x="434457" y="130108"/>
                </a:moveTo>
                <a:lnTo>
                  <a:pt x="434457" y="29408"/>
                </a:lnTo>
                <a:lnTo>
                  <a:pt x="445700" y="29408"/>
                </a:lnTo>
                <a:lnTo>
                  <a:pt x="445700" y="38868"/>
                </a:lnTo>
                <a:cubicBezTo>
                  <a:pt x="448350" y="35166"/>
                  <a:pt x="451344" y="32390"/>
                  <a:pt x="454680" y="30539"/>
                </a:cubicBezTo>
                <a:cubicBezTo>
                  <a:pt x="458016" y="28688"/>
                  <a:pt x="462060" y="27763"/>
                  <a:pt x="466813" y="27763"/>
                </a:cubicBezTo>
                <a:cubicBezTo>
                  <a:pt x="473028" y="27763"/>
                  <a:pt x="478512" y="29362"/>
                  <a:pt x="483265" y="32561"/>
                </a:cubicBezTo>
                <a:cubicBezTo>
                  <a:pt x="488018" y="35760"/>
                  <a:pt x="491605" y="40273"/>
                  <a:pt x="494027" y="46100"/>
                </a:cubicBezTo>
                <a:cubicBezTo>
                  <a:pt x="496449" y="51927"/>
                  <a:pt x="497660" y="58313"/>
                  <a:pt x="497660" y="65260"/>
                </a:cubicBezTo>
                <a:cubicBezTo>
                  <a:pt x="497660" y="72709"/>
                  <a:pt x="496324" y="79415"/>
                  <a:pt x="493650" y="85379"/>
                </a:cubicBezTo>
                <a:cubicBezTo>
                  <a:pt x="490977" y="91343"/>
                  <a:pt x="487092" y="95913"/>
                  <a:pt x="481997" y="99089"/>
                </a:cubicBezTo>
                <a:cubicBezTo>
                  <a:pt x="476901" y="102265"/>
                  <a:pt x="471543" y="103853"/>
                  <a:pt x="465922" y="103853"/>
                </a:cubicBezTo>
                <a:cubicBezTo>
                  <a:pt x="461809" y="103853"/>
                  <a:pt x="458119" y="102985"/>
                  <a:pt x="454851" y="101248"/>
                </a:cubicBezTo>
                <a:cubicBezTo>
                  <a:pt x="451583" y="99512"/>
                  <a:pt x="448899" y="97318"/>
                  <a:pt x="446796" y="94667"/>
                </a:cubicBezTo>
                <a:lnTo>
                  <a:pt x="446796" y="130108"/>
                </a:lnTo>
                <a:lnTo>
                  <a:pt x="434457" y="130108"/>
                </a:lnTo>
                <a:moveTo>
                  <a:pt x="445631" y="66219"/>
                </a:moveTo>
                <a:cubicBezTo>
                  <a:pt x="445631" y="75588"/>
                  <a:pt x="447528" y="82511"/>
                  <a:pt x="451321" y="86990"/>
                </a:cubicBezTo>
                <a:cubicBezTo>
                  <a:pt x="455114" y="91468"/>
                  <a:pt x="459707" y="93708"/>
                  <a:pt x="465099" y="93708"/>
                </a:cubicBezTo>
                <a:cubicBezTo>
                  <a:pt x="470583" y="93708"/>
                  <a:pt x="475279" y="91388"/>
                  <a:pt x="479186" y="86750"/>
                </a:cubicBezTo>
                <a:cubicBezTo>
                  <a:pt x="483094" y="82111"/>
                  <a:pt x="485047" y="74925"/>
                  <a:pt x="485047" y="65191"/>
                </a:cubicBezTo>
                <a:cubicBezTo>
                  <a:pt x="485047" y="55914"/>
                  <a:pt x="483139" y="48967"/>
                  <a:pt x="479323" y="44352"/>
                </a:cubicBezTo>
                <a:cubicBezTo>
                  <a:pt x="475507" y="39736"/>
                  <a:pt x="470949" y="37428"/>
                  <a:pt x="465648" y="37428"/>
                </a:cubicBezTo>
                <a:cubicBezTo>
                  <a:pt x="460392" y="37428"/>
                  <a:pt x="455742" y="39885"/>
                  <a:pt x="451698" y="44797"/>
                </a:cubicBezTo>
                <a:cubicBezTo>
                  <a:pt x="447653" y="49710"/>
                  <a:pt x="445631" y="56851"/>
                  <a:pt x="445631" y="66219"/>
                </a:cubicBezTo>
                <a:close/>
                <a:moveTo>
                  <a:pt x="512096" y="102208"/>
                </a:moveTo>
                <a:lnTo>
                  <a:pt x="512096" y="29408"/>
                </a:lnTo>
                <a:lnTo>
                  <a:pt x="523202" y="29408"/>
                </a:lnTo>
                <a:lnTo>
                  <a:pt x="523202" y="40444"/>
                </a:lnTo>
                <a:cubicBezTo>
                  <a:pt x="526035" y="35280"/>
                  <a:pt x="528651" y="31876"/>
                  <a:pt x="531051" y="30231"/>
                </a:cubicBezTo>
                <a:cubicBezTo>
                  <a:pt x="533450" y="28585"/>
                  <a:pt x="536089" y="27763"/>
                  <a:pt x="538968" y="27763"/>
                </a:cubicBezTo>
                <a:cubicBezTo>
                  <a:pt x="543127" y="27763"/>
                  <a:pt x="547354" y="29088"/>
                  <a:pt x="551650" y="31739"/>
                </a:cubicBezTo>
                <a:lnTo>
                  <a:pt x="547400" y="43186"/>
                </a:lnTo>
                <a:cubicBezTo>
                  <a:pt x="544384" y="41404"/>
                  <a:pt x="541367" y="40513"/>
                  <a:pt x="538351" y="40513"/>
                </a:cubicBezTo>
                <a:cubicBezTo>
                  <a:pt x="535655" y="40513"/>
                  <a:pt x="533233" y="41324"/>
                  <a:pt x="531085" y="42947"/>
                </a:cubicBezTo>
                <a:cubicBezTo>
                  <a:pt x="528937" y="44569"/>
                  <a:pt x="527406" y="46820"/>
                  <a:pt x="526492" y="49699"/>
                </a:cubicBezTo>
                <a:cubicBezTo>
                  <a:pt x="525121" y="54086"/>
                  <a:pt x="524435" y="58884"/>
                  <a:pt x="524435" y="64094"/>
                </a:cubicBezTo>
                <a:lnTo>
                  <a:pt x="524435" y="102208"/>
                </a:lnTo>
                <a:lnTo>
                  <a:pt x="512096" y="102208"/>
                </a:lnTo>
                <a:close/>
                <a:moveTo>
                  <a:pt x="608398" y="78764"/>
                </a:moveTo>
                <a:lnTo>
                  <a:pt x="621149" y="80341"/>
                </a:lnTo>
                <a:cubicBezTo>
                  <a:pt x="619138" y="87790"/>
                  <a:pt x="615413" y="93571"/>
                  <a:pt x="609975" y="97684"/>
                </a:cubicBezTo>
                <a:cubicBezTo>
                  <a:pt x="604537" y="101797"/>
                  <a:pt x="597590" y="103853"/>
                  <a:pt x="589136" y="103853"/>
                </a:cubicBezTo>
                <a:cubicBezTo>
                  <a:pt x="578488" y="103853"/>
                  <a:pt x="570045" y="100574"/>
                  <a:pt x="563807" y="94016"/>
                </a:cubicBezTo>
                <a:cubicBezTo>
                  <a:pt x="557568" y="87458"/>
                  <a:pt x="554449" y="78261"/>
                  <a:pt x="554449" y="66425"/>
                </a:cubicBezTo>
                <a:cubicBezTo>
                  <a:pt x="554449" y="54177"/>
                  <a:pt x="557603" y="44672"/>
                  <a:pt x="563909" y="37908"/>
                </a:cubicBezTo>
                <a:cubicBezTo>
                  <a:pt x="570216" y="31145"/>
                  <a:pt x="578396" y="27763"/>
                  <a:pt x="588450" y="27763"/>
                </a:cubicBezTo>
                <a:cubicBezTo>
                  <a:pt x="598184" y="27763"/>
                  <a:pt x="606136" y="31076"/>
                  <a:pt x="612306" y="37702"/>
                </a:cubicBezTo>
                <a:cubicBezTo>
                  <a:pt x="618475" y="44329"/>
                  <a:pt x="621560" y="53652"/>
                  <a:pt x="621560" y="65671"/>
                </a:cubicBezTo>
                <a:cubicBezTo>
                  <a:pt x="621560" y="66402"/>
                  <a:pt x="621537" y="67499"/>
                  <a:pt x="621491" y="68961"/>
                </a:cubicBezTo>
                <a:lnTo>
                  <a:pt x="567200" y="68961"/>
                </a:lnTo>
                <a:cubicBezTo>
                  <a:pt x="567657" y="76959"/>
                  <a:pt x="569919" y="83083"/>
                  <a:pt x="573986" y="87333"/>
                </a:cubicBezTo>
                <a:cubicBezTo>
                  <a:pt x="578053" y="91583"/>
                  <a:pt x="583126" y="93708"/>
                  <a:pt x="589204" y="93708"/>
                </a:cubicBezTo>
                <a:cubicBezTo>
                  <a:pt x="593729" y="93708"/>
                  <a:pt x="597590" y="92520"/>
                  <a:pt x="600789" y="90143"/>
                </a:cubicBezTo>
                <a:cubicBezTo>
                  <a:pt x="603988" y="87767"/>
                  <a:pt x="606525" y="83974"/>
                  <a:pt x="608398" y="78764"/>
                </a:cubicBezTo>
                <a:moveTo>
                  <a:pt x="567885" y="58816"/>
                </a:moveTo>
                <a:lnTo>
                  <a:pt x="608535" y="58816"/>
                </a:lnTo>
                <a:cubicBezTo>
                  <a:pt x="607987" y="52692"/>
                  <a:pt x="606433" y="48099"/>
                  <a:pt x="603874" y="45037"/>
                </a:cubicBezTo>
                <a:cubicBezTo>
                  <a:pt x="599944" y="40285"/>
                  <a:pt x="594848" y="37908"/>
                  <a:pt x="588587" y="37908"/>
                </a:cubicBezTo>
                <a:cubicBezTo>
                  <a:pt x="582921" y="37908"/>
                  <a:pt x="578156" y="39805"/>
                  <a:pt x="574295" y="43598"/>
                </a:cubicBezTo>
                <a:cubicBezTo>
                  <a:pt x="570433" y="47391"/>
                  <a:pt x="568297" y="52464"/>
                  <a:pt x="567885" y="58816"/>
                </a:cubicBezTo>
                <a:close/>
                <a:moveTo>
                  <a:pt x="636339" y="130108"/>
                </a:moveTo>
                <a:lnTo>
                  <a:pt x="636339" y="29408"/>
                </a:lnTo>
                <a:lnTo>
                  <a:pt x="647581" y="29408"/>
                </a:lnTo>
                <a:lnTo>
                  <a:pt x="647581" y="38868"/>
                </a:lnTo>
                <a:cubicBezTo>
                  <a:pt x="650231" y="35166"/>
                  <a:pt x="653225" y="32390"/>
                  <a:pt x="656561" y="30539"/>
                </a:cubicBezTo>
                <a:cubicBezTo>
                  <a:pt x="659897" y="28688"/>
                  <a:pt x="663941" y="27763"/>
                  <a:pt x="668694" y="27763"/>
                </a:cubicBezTo>
                <a:cubicBezTo>
                  <a:pt x="674909" y="27763"/>
                  <a:pt x="680393" y="29362"/>
                  <a:pt x="685146" y="32561"/>
                </a:cubicBezTo>
                <a:cubicBezTo>
                  <a:pt x="689899" y="35760"/>
                  <a:pt x="693486" y="40273"/>
                  <a:pt x="695908" y="46100"/>
                </a:cubicBezTo>
                <a:cubicBezTo>
                  <a:pt x="698331" y="51927"/>
                  <a:pt x="699542" y="58313"/>
                  <a:pt x="699542" y="65260"/>
                </a:cubicBezTo>
                <a:cubicBezTo>
                  <a:pt x="699542" y="72709"/>
                  <a:pt x="698205" y="79415"/>
                  <a:pt x="695531" y="85379"/>
                </a:cubicBezTo>
                <a:cubicBezTo>
                  <a:pt x="692858" y="91343"/>
                  <a:pt x="688974" y="95913"/>
                  <a:pt x="683878" y="99089"/>
                </a:cubicBezTo>
                <a:cubicBezTo>
                  <a:pt x="678782" y="102265"/>
                  <a:pt x="673424" y="103853"/>
                  <a:pt x="667803" y="103853"/>
                </a:cubicBezTo>
                <a:cubicBezTo>
                  <a:pt x="663690" y="103853"/>
                  <a:pt x="660000" y="102985"/>
                  <a:pt x="656732" y="101248"/>
                </a:cubicBezTo>
                <a:cubicBezTo>
                  <a:pt x="653465" y="99512"/>
                  <a:pt x="650780" y="97318"/>
                  <a:pt x="648678" y="94667"/>
                </a:cubicBezTo>
                <a:lnTo>
                  <a:pt x="648678" y="130108"/>
                </a:lnTo>
                <a:lnTo>
                  <a:pt x="636339" y="130108"/>
                </a:lnTo>
                <a:moveTo>
                  <a:pt x="647512" y="66219"/>
                </a:moveTo>
                <a:cubicBezTo>
                  <a:pt x="647512" y="75588"/>
                  <a:pt x="649409" y="82511"/>
                  <a:pt x="653202" y="86990"/>
                </a:cubicBezTo>
                <a:cubicBezTo>
                  <a:pt x="656995" y="91468"/>
                  <a:pt x="661588" y="93708"/>
                  <a:pt x="666980" y="93708"/>
                </a:cubicBezTo>
                <a:cubicBezTo>
                  <a:pt x="672464" y="93708"/>
                  <a:pt x="677160" y="91388"/>
                  <a:pt x="681067" y="86750"/>
                </a:cubicBezTo>
                <a:cubicBezTo>
                  <a:pt x="684975" y="82111"/>
                  <a:pt x="686928" y="74925"/>
                  <a:pt x="686928" y="65191"/>
                </a:cubicBezTo>
                <a:cubicBezTo>
                  <a:pt x="686928" y="55914"/>
                  <a:pt x="685020" y="48967"/>
                  <a:pt x="681205" y="44352"/>
                </a:cubicBezTo>
                <a:cubicBezTo>
                  <a:pt x="677389" y="39736"/>
                  <a:pt x="672830" y="37428"/>
                  <a:pt x="667529" y="37428"/>
                </a:cubicBezTo>
                <a:cubicBezTo>
                  <a:pt x="662273" y="37428"/>
                  <a:pt x="657623" y="39885"/>
                  <a:pt x="653579" y="44797"/>
                </a:cubicBezTo>
                <a:cubicBezTo>
                  <a:pt x="649534" y="49710"/>
                  <a:pt x="647512" y="56851"/>
                  <a:pt x="647512" y="66219"/>
                </a:cubicBezTo>
                <a:close/>
                <a:moveTo>
                  <a:pt x="761620" y="93228"/>
                </a:moveTo>
                <a:cubicBezTo>
                  <a:pt x="757050" y="97112"/>
                  <a:pt x="752651" y="99854"/>
                  <a:pt x="748424" y="101454"/>
                </a:cubicBezTo>
                <a:cubicBezTo>
                  <a:pt x="744197" y="103053"/>
                  <a:pt x="739661" y="103853"/>
                  <a:pt x="734817" y="103853"/>
                </a:cubicBezTo>
                <a:cubicBezTo>
                  <a:pt x="726819" y="103853"/>
                  <a:pt x="720673" y="101899"/>
                  <a:pt x="716377" y="97992"/>
                </a:cubicBezTo>
                <a:cubicBezTo>
                  <a:pt x="712081" y="94085"/>
                  <a:pt x="709933" y="89092"/>
                  <a:pt x="709933" y="83014"/>
                </a:cubicBezTo>
                <a:cubicBezTo>
                  <a:pt x="709933" y="79449"/>
                  <a:pt x="710744" y="76193"/>
                  <a:pt x="712367" y="73246"/>
                </a:cubicBezTo>
                <a:cubicBezTo>
                  <a:pt x="713989" y="70298"/>
                  <a:pt x="716114" y="67933"/>
                  <a:pt x="718742" y="66151"/>
                </a:cubicBezTo>
                <a:cubicBezTo>
                  <a:pt x="721370" y="64368"/>
                  <a:pt x="724329" y="63020"/>
                  <a:pt x="727619" y="62106"/>
                </a:cubicBezTo>
                <a:cubicBezTo>
                  <a:pt x="730041" y="61466"/>
                  <a:pt x="733697" y="60849"/>
                  <a:pt x="738587" y="60255"/>
                </a:cubicBezTo>
                <a:cubicBezTo>
                  <a:pt x="748550" y="59067"/>
                  <a:pt x="755884" y="57650"/>
                  <a:pt x="760592" y="56005"/>
                </a:cubicBezTo>
                <a:cubicBezTo>
                  <a:pt x="760637" y="54314"/>
                  <a:pt x="760660" y="53240"/>
                  <a:pt x="760660" y="52783"/>
                </a:cubicBezTo>
                <a:cubicBezTo>
                  <a:pt x="760660" y="47756"/>
                  <a:pt x="759495" y="44215"/>
                  <a:pt x="757164" y="42158"/>
                </a:cubicBezTo>
                <a:cubicBezTo>
                  <a:pt x="754011" y="39371"/>
                  <a:pt x="749327" y="37977"/>
                  <a:pt x="743111" y="37977"/>
                </a:cubicBezTo>
                <a:cubicBezTo>
                  <a:pt x="737307" y="37977"/>
                  <a:pt x="733023" y="38993"/>
                  <a:pt x="730258" y="41027"/>
                </a:cubicBezTo>
                <a:cubicBezTo>
                  <a:pt x="727493" y="43061"/>
                  <a:pt x="725448" y="46660"/>
                  <a:pt x="724123" y="51824"/>
                </a:cubicBezTo>
                <a:lnTo>
                  <a:pt x="712058" y="50179"/>
                </a:lnTo>
                <a:cubicBezTo>
                  <a:pt x="713155" y="45014"/>
                  <a:pt x="714960" y="40844"/>
                  <a:pt x="717474" y="37668"/>
                </a:cubicBezTo>
                <a:cubicBezTo>
                  <a:pt x="719987" y="34492"/>
                  <a:pt x="723620" y="32047"/>
                  <a:pt x="728373" y="30333"/>
                </a:cubicBezTo>
                <a:cubicBezTo>
                  <a:pt x="733126" y="28620"/>
                  <a:pt x="738633" y="27763"/>
                  <a:pt x="744894" y="27763"/>
                </a:cubicBezTo>
                <a:cubicBezTo>
                  <a:pt x="751109" y="27763"/>
                  <a:pt x="756159" y="28494"/>
                  <a:pt x="760043" y="29956"/>
                </a:cubicBezTo>
                <a:cubicBezTo>
                  <a:pt x="763928" y="31419"/>
                  <a:pt x="766784" y="33258"/>
                  <a:pt x="768612" y="35475"/>
                </a:cubicBezTo>
                <a:cubicBezTo>
                  <a:pt x="770440" y="37691"/>
                  <a:pt x="771720" y="40490"/>
                  <a:pt x="772451" y="43872"/>
                </a:cubicBezTo>
                <a:cubicBezTo>
                  <a:pt x="772862" y="45974"/>
                  <a:pt x="773068" y="49767"/>
                  <a:pt x="773068" y="55251"/>
                </a:cubicBezTo>
                <a:lnTo>
                  <a:pt x="773068" y="71703"/>
                </a:lnTo>
                <a:cubicBezTo>
                  <a:pt x="773068" y="83174"/>
                  <a:pt x="773330" y="90429"/>
                  <a:pt x="773856" y="93468"/>
                </a:cubicBezTo>
                <a:cubicBezTo>
                  <a:pt x="774382" y="96507"/>
                  <a:pt x="775421" y="99420"/>
                  <a:pt x="776975" y="102208"/>
                </a:cubicBezTo>
                <a:lnTo>
                  <a:pt x="764088" y="102208"/>
                </a:lnTo>
                <a:cubicBezTo>
                  <a:pt x="762808" y="99649"/>
                  <a:pt x="761985" y="96655"/>
                  <a:pt x="761620" y="93228"/>
                </a:cubicBezTo>
                <a:moveTo>
                  <a:pt x="760592" y="65671"/>
                </a:moveTo>
                <a:cubicBezTo>
                  <a:pt x="756113" y="67499"/>
                  <a:pt x="749395" y="69053"/>
                  <a:pt x="740438" y="70332"/>
                </a:cubicBezTo>
                <a:cubicBezTo>
                  <a:pt x="735365" y="71063"/>
                  <a:pt x="731778" y="71886"/>
                  <a:pt x="729676" y="72800"/>
                </a:cubicBezTo>
                <a:cubicBezTo>
                  <a:pt x="727573" y="73714"/>
                  <a:pt x="725951" y="75051"/>
                  <a:pt x="724809" y="76810"/>
                </a:cubicBezTo>
                <a:cubicBezTo>
                  <a:pt x="723666" y="78570"/>
                  <a:pt x="723095" y="80523"/>
                  <a:pt x="723095" y="82671"/>
                </a:cubicBezTo>
                <a:cubicBezTo>
                  <a:pt x="723095" y="85962"/>
                  <a:pt x="724340" y="88704"/>
                  <a:pt x="726831" y="90897"/>
                </a:cubicBezTo>
                <a:cubicBezTo>
                  <a:pt x="729321" y="93091"/>
                  <a:pt x="732966" y="94188"/>
                  <a:pt x="737764" y="94188"/>
                </a:cubicBezTo>
                <a:cubicBezTo>
                  <a:pt x="742517" y="94188"/>
                  <a:pt x="746745" y="93148"/>
                  <a:pt x="750446" y="91069"/>
                </a:cubicBezTo>
                <a:cubicBezTo>
                  <a:pt x="754148" y="88989"/>
                  <a:pt x="756867" y="86144"/>
                  <a:pt x="758604" y="82534"/>
                </a:cubicBezTo>
                <a:cubicBezTo>
                  <a:pt x="759929" y="79746"/>
                  <a:pt x="760592" y="75633"/>
                  <a:pt x="760592" y="70195"/>
                </a:cubicBezTo>
                <a:lnTo>
                  <a:pt x="760592" y="65671"/>
                </a:lnTo>
                <a:close/>
                <a:moveTo>
                  <a:pt x="791754" y="102208"/>
                </a:moveTo>
                <a:lnTo>
                  <a:pt x="791754" y="29408"/>
                </a:lnTo>
                <a:lnTo>
                  <a:pt x="802859" y="29408"/>
                </a:lnTo>
                <a:lnTo>
                  <a:pt x="802859" y="40444"/>
                </a:lnTo>
                <a:cubicBezTo>
                  <a:pt x="805692" y="35280"/>
                  <a:pt x="808309" y="31876"/>
                  <a:pt x="810708" y="30231"/>
                </a:cubicBezTo>
                <a:cubicBezTo>
                  <a:pt x="813107" y="28585"/>
                  <a:pt x="815746" y="27763"/>
                  <a:pt x="818626" y="27763"/>
                </a:cubicBezTo>
                <a:cubicBezTo>
                  <a:pt x="822784" y="27763"/>
                  <a:pt x="827011" y="29088"/>
                  <a:pt x="831307" y="31739"/>
                </a:cubicBezTo>
                <a:lnTo>
                  <a:pt x="827057" y="43186"/>
                </a:lnTo>
                <a:cubicBezTo>
                  <a:pt x="824041" y="41404"/>
                  <a:pt x="821025" y="40513"/>
                  <a:pt x="818009" y="40513"/>
                </a:cubicBezTo>
                <a:cubicBezTo>
                  <a:pt x="815312" y="40513"/>
                  <a:pt x="812890" y="41324"/>
                  <a:pt x="810742" y="42947"/>
                </a:cubicBezTo>
                <a:cubicBezTo>
                  <a:pt x="808594" y="44569"/>
                  <a:pt x="807063" y="46820"/>
                  <a:pt x="806149" y="49699"/>
                </a:cubicBezTo>
                <a:cubicBezTo>
                  <a:pt x="804778" y="54086"/>
                  <a:pt x="804093" y="58884"/>
                  <a:pt x="804093" y="64094"/>
                </a:cubicBezTo>
                <a:lnTo>
                  <a:pt x="804093" y="102208"/>
                </a:lnTo>
                <a:lnTo>
                  <a:pt x="791754" y="102208"/>
                </a:lnTo>
                <a:close/>
                <a:moveTo>
                  <a:pt x="838288" y="15904"/>
                </a:moveTo>
                <a:lnTo>
                  <a:pt x="838288" y="1714"/>
                </a:lnTo>
                <a:lnTo>
                  <a:pt x="850627" y="1714"/>
                </a:lnTo>
                <a:lnTo>
                  <a:pt x="850627" y="15904"/>
                </a:lnTo>
                <a:lnTo>
                  <a:pt x="838288" y="15904"/>
                </a:lnTo>
                <a:moveTo>
                  <a:pt x="838288" y="102208"/>
                </a:moveTo>
                <a:lnTo>
                  <a:pt x="838288" y="29408"/>
                </a:lnTo>
                <a:lnTo>
                  <a:pt x="850627" y="29408"/>
                </a:lnTo>
                <a:lnTo>
                  <a:pt x="850627" y="102208"/>
                </a:lnTo>
                <a:lnTo>
                  <a:pt x="838288" y="102208"/>
                </a:lnTo>
                <a:close/>
                <a:moveTo>
                  <a:pt x="869667" y="102208"/>
                </a:moveTo>
                <a:lnTo>
                  <a:pt x="869667" y="29408"/>
                </a:lnTo>
                <a:lnTo>
                  <a:pt x="880772" y="29408"/>
                </a:lnTo>
                <a:lnTo>
                  <a:pt x="880772" y="39759"/>
                </a:lnTo>
                <a:cubicBezTo>
                  <a:pt x="886119" y="31761"/>
                  <a:pt x="893843" y="27763"/>
                  <a:pt x="903942" y="27763"/>
                </a:cubicBezTo>
                <a:cubicBezTo>
                  <a:pt x="908330" y="27763"/>
                  <a:pt x="912363" y="28551"/>
                  <a:pt x="916041" y="30128"/>
                </a:cubicBezTo>
                <a:cubicBezTo>
                  <a:pt x="919720" y="31704"/>
                  <a:pt x="922474" y="33772"/>
                  <a:pt x="924302" y="36331"/>
                </a:cubicBezTo>
                <a:cubicBezTo>
                  <a:pt x="926130" y="38891"/>
                  <a:pt x="927409" y="41930"/>
                  <a:pt x="928140" y="45449"/>
                </a:cubicBezTo>
                <a:cubicBezTo>
                  <a:pt x="928597" y="47734"/>
                  <a:pt x="928826" y="51732"/>
                  <a:pt x="928826" y="57445"/>
                </a:cubicBezTo>
                <a:lnTo>
                  <a:pt x="928826" y="102208"/>
                </a:lnTo>
                <a:lnTo>
                  <a:pt x="916487" y="102208"/>
                </a:lnTo>
                <a:lnTo>
                  <a:pt x="916487" y="57925"/>
                </a:lnTo>
                <a:cubicBezTo>
                  <a:pt x="916487" y="52898"/>
                  <a:pt x="916007" y="49139"/>
                  <a:pt x="915047" y="46648"/>
                </a:cubicBezTo>
                <a:cubicBezTo>
                  <a:pt x="914088" y="44158"/>
                  <a:pt x="912385" y="42170"/>
                  <a:pt x="909940" y="40684"/>
                </a:cubicBezTo>
                <a:cubicBezTo>
                  <a:pt x="907495" y="39199"/>
                  <a:pt x="904628" y="38457"/>
                  <a:pt x="901337" y="38457"/>
                </a:cubicBezTo>
                <a:cubicBezTo>
                  <a:pt x="896082" y="38457"/>
                  <a:pt x="891546" y="40125"/>
                  <a:pt x="887730" y="43461"/>
                </a:cubicBezTo>
                <a:cubicBezTo>
                  <a:pt x="883914" y="46797"/>
                  <a:pt x="882006" y="53126"/>
                  <a:pt x="882006" y="62449"/>
                </a:cubicBezTo>
                <a:lnTo>
                  <a:pt x="882006" y="102208"/>
                </a:lnTo>
                <a:lnTo>
                  <a:pt x="869667" y="102208"/>
                </a:lnTo>
                <a:close/>
                <a:moveTo>
                  <a:pt x="945181" y="108240"/>
                </a:moveTo>
                <a:lnTo>
                  <a:pt x="957178" y="110023"/>
                </a:lnTo>
                <a:cubicBezTo>
                  <a:pt x="957680" y="113724"/>
                  <a:pt x="959074" y="116421"/>
                  <a:pt x="961359" y="118112"/>
                </a:cubicBezTo>
                <a:cubicBezTo>
                  <a:pt x="964421" y="120397"/>
                  <a:pt x="968603" y="121539"/>
                  <a:pt x="973904" y="121539"/>
                </a:cubicBezTo>
                <a:cubicBezTo>
                  <a:pt x="979616" y="121539"/>
                  <a:pt x="984026" y="120397"/>
                  <a:pt x="987134" y="118112"/>
                </a:cubicBezTo>
                <a:cubicBezTo>
                  <a:pt x="990242" y="115827"/>
                  <a:pt x="992344" y="112628"/>
                  <a:pt x="993441" y="108515"/>
                </a:cubicBezTo>
                <a:cubicBezTo>
                  <a:pt x="994080" y="106001"/>
                  <a:pt x="994377" y="100723"/>
                  <a:pt x="994332" y="92680"/>
                </a:cubicBezTo>
                <a:cubicBezTo>
                  <a:pt x="988939" y="99032"/>
                  <a:pt x="982221" y="102208"/>
                  <a:pt x="974178" y="102208"/>
                </a:cubicBezTo>
                <a:cubicBezTo>
                  <a:pt x="964170" y="102208"/>
                  <a:pt x="956424" y="98598"/>
                  <a:pt x="950940" y="91377"/>
                </a:cubicBezTo>
                <a:cubicBezTo>
                  <a:pt x="945456" y="84156"/>
                  <a:pt x="942714" y="75496"/>
                  <a:pt x="942714" y="65397"/>
                </a:cubicBezTo>
                <a:cubicBezTo>
                  <a:pt x="942714" y="58450"/>
                  <a:pt x="943970" y="52041"/>
                  <a:pt x="946484" y="46168"/>
                </a:cubicBezTo>
                <a:cubicBezTo>
                  <a:pt x="948997" y="40296"/>
                  <a:pt x="952642" y="35760"/>
                  <a:pt x="957418" y="32561"/>
                </a:cubicBezTo>
                <a:cubicBezTo>
                  <a:pt x="962193" y="29362"/>
                  <a:pt x="967803" y="27763"/>
                  <a:pt x="974247" y="27763"/>
                </a:cubicBezTo>
                <a:cubicBezTo>
                  <a:pt x="982838" y="27763"/>
                  <a:pt x="989922" y="31236"/>
                  <a:pt x="995497" y="38182"/>
                </a:cubicBezTo>
                <a:lnTo>
                  <a:pt x="995497" y="29408"/>
                </a:lnTo>
                <a:lnTo>
                  <a:pt x="1006876" y="29408"/>
                </a:lnTo>
                <a:lnTo>
                  <a:pt x="1006876" y="92337"/>
                </a:lnTo>
                <a:cubicBezTo>
                  <a:pt x="1006876" y="103670"/>
                  <a:pt x="1005722" y="111702"/>
                  <a:pt x="1003415" y="116432"/>
                </a:cubicBezTo>
                <a:cubicBezTo>
                  <a:pt x="1001107" y="121162"/>
                  <a:pt x="997451" y="124898"/>
                  <a:pt x="992447" y="127640"/>
                </a:cubicBezTo>
                <a:cubicBezTo>
                  <a:pt x="987442" y="130382"/>
                  <a:pt x="981284" y="131753"/>
                  <a:pt x="973972" y="131753"/>
                </a:cubicBezTo>
                <a:cubicBezTo>
                  <a:pt x="965289" y="131753"/>
                  <a:pt x="958274" y="129799"/>
                  <a:pt x="952927" y="125892"/>
                </a:cubicBezTo>
                <a:cubicBezTo>
                  <a:pt x="947581" y="121985"/>
                  <a:pt x="944999" y="116101"/>
                  <a:pt x="945181" y="108240"/>
                </a:cubicBezTo>
                <a:moveTo>
                  <a:pt x="955395" y="64505"/>
                </a:moveTo>
                <a:cubicBezTo>
                  <a:pt x="955395" y="74057"/>
                  <a:pt x="957292" y="81026"/>
                  <a:pt x="961085" y="85413"/>
                </a:cubicBezTo>
                <a:cubicBezTo>
                  <a:pt x="964878" y="89800"/>
                  <a:pt x="969631" y="91994"/>
                  <a:pt x="975343" y="91994"/>
                </a:cubicBezTo>
                <a:cubicBezTo>
                  <a:pt x="981010" y="91994"/>
                  <a:pt x="985763" y="89812"/>
                  <a:pt x="989602" y="85447"/>
                </a:cubicBezTo>
                <a:cubicBezTo>
                  <a:pt x="993441" y="81083"/>
                  <a:pt x="995360" y="74240"/>
                  <a:pt x="995360" y="64917"/>
                </a:cubicBezTo>
                <a:cubicBezTo>
                  <a:pt x="995360" y="56005"/>
                  <a:pt x="993383" y="49287"/>
                  <a:pt x="989430" y="44763"/>
                </a:cubicBezTo>
                <a:cubicBezTo>
                  <a:pt x="985477" y="40239"/>
                  <a:pt x="980713" y="37977"/>
                  <a:pt x="975138" y="37977"/>
                </a:cubicBezTo>
                <a:cubicBezTo>
                  <a:pt x="969654" y="37977"/>
                  <a:pt x="964992" y="40205"/>
                  <a:pt x="961153" y="44660"/>
                </a:cubicBezTo>
                <a:cubicBezTo>
                  <a:pt x="957315" y="49116"/>
                  <a:pt x="955395" y="55731"/>
                  <a:pt x="955395" y="64505"/>
                </a:cubicBezTo>
                <a:close/>
                <a:moveTo>
                  <a:pt x="1090627" y="91171"/>
                </a:moveTo>
                <a:lnTo>
                  <a:pt x="1092409" y="102071"/>
                </a:lnTo>
                <a:cubicBezTo>
                  <a:pt x="1088936" y="102802"/>
                  <a:pt x="1085828" y="103168"/>
                  <a:pt x="1083086" y="103168"/>
                </a:cubicBezTo>
                <a:cubicBezTo>
                  <a:pt x="1078608" y="103168"/>
                  <a:pt x="1075135" y="102459"/>
                  <a:pt x="1072667" y="101043"/>
                </a:cubicBezTo>
                <a:cubicBezTo>
                  <a:pt x="1070199" y="99626"/>
                  <a:pt x="1068462" y="97764"/>
                  <a:pt x="1067457" y="95456"/>
                </a:cubicBezTo>
                <a:cubicBezTo>
                  <a:pt x="1066452" y="93148"/>
                  <a:pt x="1065949" y="88292"/>
                  <a:pt x="1065949" y="80889"/>
                </a:cubicBezTo>
                <a:lnTo>
                  <a:pt x="1065949" y="39005"/>
                </a:lnTo>
                <a:lnTo>
                  <a:pt x="1056900" y="39005"/>
                </a:lnTo>
                <a:lnTo>
                  <a:pt x="1056900" y="29408"/>
                </a:lnTo>
                <a:lnTo>
                  <a:pt x="1065949" y="29408"/>
                </a:lnTo>
                <a:lnTo>
                  <a:pt x="1065949" y="11379"/>
                </a:lnTo>
                <a:lnTo>
                  <a:pt x="1078219" y="3976"/>
                </a:lnTo>
                <a:lnTo>
                  <a:pt x="1078219" y="29408"/>
                </a:lnTo>
                <a:lnTo>
                  <a:pt x="1090627" y="29408"/>
                </a:lnTo>
                <a:lnTo>
                  <a:pt x="1090627" y="39005"/>
                </a:lnTo>
                <a:lnTo>
                  <a:pt x="1078219" y="39005"/>
                </a:lnTo>
                <a:lnTo>
                  <a:pt x="1078219" y="81574"/>
                </a:lnTo>
                <a:cubicBezTo>
                  <a:pt x="1078219" y="85093"/>
                  <a:pt x="1078436" y="87355"/>
                  <a:pt x="1078871" y="88361"/>
                </a:cubicBezTo>
                <a:cubicBezTo>
                  <a:pt x="1079305" y="89366"/>
                  <a:pt x="1080013" y="90166"/>
                  <a:pt x="1080996" y="90760"/>
                </a:cubicBezTo>
                <a:cubicBezTo>
                  <a:pt x="1081978" y="91354"/>
                  <a:pt x="1083383" y="91651"/>
                  <a:pt x="1085211" y="91651"/>
                </a:cubicBezTo>
                <a:cubicBezTo>
                  <a:pt x="1086582" y="91651"/>
                  <a:pt x="1088388" y="91491"/>
                  <a:pt x="1090627" y="91171"/>
                </a:cubicBezTo>
                <a:close/>
                <a:moveTo>
                  <a:pt x="1097561" y="65808"/>
                </a:moveTo>
                <a:cubicBezTo>
                  <a:pt x="1097561" y="52326"/>
                  <a:pt x="1101308" y="42341"/>
                  <a:pt x="1108803" y="35852"/>
                </a:cubicBezTo>
                <a:cubicBezTo>
                  <a:pt x="1115064" y="30459"/>
                  <a:pt x="1122696" y="27763"/>
                  <a:pt x="1131699" y="27763"/>
                </a:cubicBezTo>
                <a:cubicBezTo>
                  <a:pt x="1141707" y="27763"/>
                  <a:pt x="1149887" y="31042"/>
                  <a:pt x="1156240" y="37600"/>
                </a:cubicBezTo>
                <a:cubicBezTo>
                  <a:pt x="1162592" y="44158"/>
                  <a:pt x="1165768" y="53218"/>
                  <a:pt x="1165768" y="64780"/>
                </a:cubicBezTo>
                <a:cubicBezTo>
                  <a:pt x="1165768" y="74148"/>
                  <a:pt x="1164363" y="81517"/>
                  <a:pt x="1161552" y="86887"/>
                </a:cubicBezTo>
                <a:cubicBezTo>
                  <a:pt x="1158742" y="92257"/>
                  <a:pt x="1154652" y="96427"/>
                  <a:pt x="1149282" y="99397"/>
                </a:cubicBezTo>
                <a:cubicBezTo>
                  <a:pt x="1143912" y="102368"/>
                  <a:pt x="1138051" y="103853"/>
                  <a:pt x="1131699" y="103853"/>
                </a:cubicBezTo>
                <a:cubicBezTo>
                  <a:pt x="1121508" y="103853"/>
                  <a:pt x="1113270" y="100586"/>
                  <a:pt x="1106986" y="94051"/>
                </a:cubicBezTo>
                <a:cubicBezTo>
                  <a:pt x="1100703" y="87515"/>
                  <a:pt x="1097561" y="78101"/>
                  <a:pt x="1097561" y="65808"/>
                </a:cubicBezTo>
                <a:moveTo>
                  <a:pt x="1110243" y="65808"/>
                </a:moveTo>
                <a:cubicBezTo>
                  <a:pt x="1110243" y="75131"/>
                  <a:pt x="1112276" y="82111"/>
                  <a:pt x="1116344" y="86750"/>
                </a:cubicBezTo>
                <a:cubicBezTo>
                  <a:pt x="1120411" y="91388"/>
                  <a:pt x="1125529" y="93708"/>
                  <a:pt x="1131699" y="93708"/>
                </a:cubicBezTo>
                <a:cubicBezTo>
                  <a:pt x="1137823" y="93708"/>
                  <a:pt x="1142918" y="91377"/>
                  <a:pt x="1146985" y="86716"/>
                </a:cubicBezTo>
                <a:cubicBezTo>
                  <a:pt x="1151053" y="82054"/>
                  <a:pt x="1153086" y="74948"/>
                  <a:pt x="1153086" y="65397"/>
                </a:cubicBezTo>
                <a:cubicBezTo>
                  <a:pt x="1153086" y="56394"/>
                  <a:pt x="1151041" y="49573"/>
                  <a:pt x="1146951" y="44934"/>
                </a:cubicBezTo>
                <a:cubicBezTo>
                  <a:pt x="1142861" y="40296"/>
                  <a:pt x="1137777" y="37977"/>
                  <a:pt x="1131699" y="37977"/>
                </a:cubicBezTo>
                <a:cubicBezTo>
                  <a:pt x="1125529" y="37977"/>
                  <a:pt x="1120411" y="40285"/>
                  <a:pt x="1116344" y="44900"/>
                </a:cubicBezTo>
                <a:cubicBezTo>
                  <a:pt x="1112276" y="49516"/>
                  <a:pt x="1110243" y="56485"/>
                  <a:pt x="1110243" y="65808"/>
                </a:cubicBezTo>
                <a:close/>
                <a:moveTo>
                  <a:pt x="1213804" y="65808"/>
                </a:moveTo>
                <a:cubicBezTo>
                  <a:pt x="1213804" y="52326"/>
                  <a:pt x="1217551" y="42341"/>
                  <a:pt x="1225046" y="35852"/>
                </a:cubicBezTo>
                <a:cubicBezTo>
                  <a:pt x="1231307" y="30459"/>
                  <a:pt x="1238939" y="27763"/>
                  <a:pt x="1247942" y="27763"/>
                </a:cubicBezTo>
                <a:cubicBezTo>
                  <a:pt x="1257950" y="27763"/>
                  <a:pt x="1266130" y="31042"/>
                  <a:pt x="1272483" y="37600"/>
                </a:cubicBezTo>
                <a:cubicBezTo>
                  <a:pt x="1278835" y="44158"/>
                  <a:pt x="1282011" y="53218"/>
                  <a:pt x="1282011" y="64780"/>
                </a:cubicBezTo>
                <a:cubicBezTo>
                  <a:pt x="1282011" y="74148"/>
                  <a:pt x="1280606" y="81517"/>
                  <a:pt x="1277795" y="86887"/>
                </a:cubicBezTo>
                <a:cubicBezTo>
                  <a:pt x="1274985" y="92257"/>
                  <a:pt x="1270895" y="96427"/>
                  <a:pt x="1265525" y="99397"/>
                </a:cubicBezTo>
                <a:cubicBezTo>
                  <a:pt x="1260155" y="102368"/>
                  <a:pt x="1254294" y="103853"/>
                  <a:pt x="1247942" y="103853"/>
                </a:cubicBezTo>
                <a:cubicBezTo>
                  <a:pt x="1237751" y="103853"/>
                  <a:pt x="1229513" y="100586"/>
                  <a:pt x="1223230" y="94051"/>
                </a:cubicBezTo>
                <a:cubicBezTo>
                  <a:pt x="1216946" y="87515"/>
                  <a:pt x="1213804" y="78101"/>
                  <a:pt x="1213804" y="65808"/>
                </a:cubicBezTo>
                <a:moveTo>
                  <a:pt x="1226486" y="65808"/>
                </a:moveTo>
                <a:cubicBezTo>
                  <a:pt x="1226486" y="75131"/>
                  <a:pt x="1228519" y="82111"/>
                  <a:pt x="1232587" y="86750"/>
                </a:cubicBezTo>
                <a:cubicBezTo>
                  <a:pt x="1236654" y="91388"/>
                  <a:pt x="1241772" y="93708"/>
                  <a:pt x="1247942" y="93708"/>
                </a:cubicBezTo>
                <a:cubicBezTo>
                  <a:pt x="1254066" y="93708"/>
                  <a:pt x="1259161" y="91377"/>
                  <a:pt x="1263228" y="86716"/>
                </a:cubicBezTo>
                <a:cubicBezTo>
                  <a:pt x="1267296" y="82054"/>
                  <a:pt x="1269329" y="74948"/>
                  <a:pt x="1269329" y="65397"/>
                </a:cubicBezTo>
                <a:cubicBezTo>
                  <a:pt x="1269329" y="56394"/>
                  <a:pt x="1267284" y="49573"/>
                  <a:pt x="1263194" y="44934"/>
                </a:cubicBezTo>
                <a:cubicBezTo>
                  <a:pt x="1259104" y="40296"/>
                  <a:pt x="1254020" y="37977"/>
                  <a:pt x="1247942" y="37977"/>
                </a:cubicBezTo>
                <a:cubicBezTo>
                  <a:pt x="1241772" y="37977"/>
                  <a:pt x="1236654" y="40285"/>
                  <a:pt x="1232587" y="44900"/>
                </a:cubicBezTo>
                <a:cubicBezTo>
                  <a:pt x="1228519" y="49516"/>
                  <a:pt x="1226486" y="56485"/>
                  <a:pt x="1226486" y="65808"/>
                </a:cubicBezTo>
                <a:close/>
                <a:moveTo>
                  <a:pt x="1296173" y="130108"/>
                </a:moveTo>
                <a:lnTo>
                  <a:pt x="1296173" y="29408"/>
                </a:lnTo>
                <a:lnTo>
                  <a:pt x="1307415" y="29408"/>
                </a:lnTo>
                <a:lnTo>
                  <a:pt x="1307415" y="38868"/>
                </a:lnTo>
                <a:cubicBezTo>
                  <a:pt x="1310066" y="35166"/>
                  <a:pt x="1313059" y="32390"/>
                  <a:pt x="1316395" y="30539"/>
                </a:cubicBezTo>
                <a:cubicBezTo>
                  <a:pt x="1319731" y="28688"/>
                  <a:pt x="1323776" y="27763"/>
                  <a:pt x="1328529" y="27763"/>
                </a:cubicBezTo>
                <a:cubicBezTo>
                  <a:pt x="1334744" y="27763"/>
                  <a:pt x="1340228" y="29362"/>
                  <a:pt x="1344981" y="32561"/>
                </a:cubicBezTo>
                <a:cubicBezTo>
                  <a:pt x="1349733" y="35760"/>
                  <a:pt x="1353321" y="40273"/>
                  <a:pt x="1355743" y="46100"/>
                </a:cubicBezTo>
                <a:cubicBezTo>
                  <a:pt x="1358165" y="51927"/>
                  <a:pt x="1359376" y="58313"/>
                  <a:pt x="1359376" y="65260"/>
                </a:cubicBezTo>
                <a:cubicBezTo>
                  <a:pt x="1359376" y="72709"/>
                  <a:pt x="1358039" y="79415"/>
                  <a:pt x="1355366" y="85379"/>
                </a:cubicBezTo>
                <a:cubicBezTo>
                  <a:pt x="1352692" y="91343"/>
                  <a:pt x="1348808" y="95913"/>
                  <a:pt x="1343712" y="99089"/>
                </a:cubicBezTo>
                <a:cubicBezTo>
                  <a:pt x="1338617" y="102265"/>
                  <a:pt x="1333259" y="103853"/>
                  <a:pt x="1327637" y="103853"/>
                </a:cubicBezTo>
                <a:cubicBezTo>
                  <a:pt x="1323524" y="103853"/>
                  <a:pt x="1319834" y="102985"/>
                  <a:pt x="1316567" y="101248"/>
                </a:cubicBezTo>
                <a:cubicBezTo>
                  <a:pt x="1313299" y="99512"/>
                  <a:pt x="1310614" y="97318"/>
                  <a:pt x="1308512" y="94667"/>
                </a:cubicBezTo>
                <a:lnTo>
                  <a:pt x="1308512" y="130108"/>
                </a:lnTo>
                <a:lnTo>
                  <a:pt x="1296173" y="130108"/>
                </a:lnTo>
                <a:moveTo>
                  <a:pt x="1307347" y="66219"/>
                </a:moveTo>
                <a:cubicBezTo>
                  <a:pt x="1307347" y="75588"/>
                  <a:pt x="1309243" y="82511"/>
                  <a:pt x="1313036" y="86990"/>
                </a:cubicBezTo>
                <a:cubicBezTo>
                  <a:pt x="1316829" y="91468"/>
                  <a:pt x="1321422" y="93708"/>
                  <a:pt x="1326815" y="93708"/>
                </a:cubicBezTo>
                <a:cubicBezTo>
                  <a:pt x="1332299" y="93708"/>
                  <a:pt x="1336995" y="91388"/>
                  <a:pt x="1340902" y="86750"/>
                </a:cubicBezTo>
                <a:cubicBezTo>
                  <a:pt x="1344809" y="82111"/>
                  <a:pt x="1346763" y="74925"/>
                  <a:pt x="1346763" y="65191"/>
                </a:cubicBezTo>
                <a:cubicBezTo>
                  <a:pt x="1346763" y="55914"/>
                  <a:pt x="1344855" y="48967"/>
                  <a:pt x="1341039" y="44352"/>
                </a:cubicBezTo>
                <a:cubicBezTo>
                  <a:pt x="1337223" y="39736"/>
                  <a:pt x="1332664" y="37428"/>
                  <a:pt x="1327363" y="37428"/>
                </a:cubicBezTo>
                <a:cubicBezTo>
                  <a:pt x="1322108" y="37428"/>
                  <a:pt x="1317458" y="39885"/>
                  <a:pt x="1313413" y="44797"/>
                </a:cubicBezTo>
                <a:cubicBezTo>
                  <a:pt x="1309369" y="49710"/>
                  <a:pt x="1307347" y="56851"/>
                  <a:pt x="1307347" y="66219"/>
                </a:cubicBezTo>
                <a:close/>
                <a:moveTo>
                  <a:pt x="1423785" y="78764"/>
                </a:moveTo>
                <a:lnTo>
                  <a:pt x="1436535" y="80341"/>
                </a:lnTo>
                <a:cubicBezTo>
                  <a:pt x="1434525" y="87790"/>
                  <a:pt x="1430800" y="93571"/>
                  <a:pt x="1425362" y="97684"/>
                </a:cubicBezTo>
                <a:cubicBezTo>
                  <a:pt x="1419924" y="101797"/>
                  <a:pt x="1412977" y="103853"/>
                  <a:pt x="1404523" y="103853"/>
                </a:cubicBezTo>
                <a:cubicBezTo>
                  <a:pt x="1393875" y="103853"/>
                  <a:pt x="1385431" y="100574"/>
                  <a:pt x="1379193" y="94016"/>
                </a:cubicBezTo>
                <a:cubicBezTo>
                  <a:pt x="1372955" y="87458"/>
                  <a:pt x="1369836" y="78261"/>
                  <a:pt x="1369836" y="66425"/>
                </a:cubicBezTo>
                <a:cubicBezTo>
                  <a:pt x="1369836" y="54177"/>
                  <a:pt x="1372990" y="44672"/>
                  <a:pt x="1379296" y="37908"/>
                </a:cubicBezTo>
                <a:cubicBezTo>
                  <a:pt x="1385603" y="31145"/>
                  <a:pt x="1393783" y="27763"/>
                  <a:pt x="1403837" y="27763"/>
                </a:cubicBezTo>
                <a:cubicBezTo>
                  <a:pt x="1413571" y="27763"/>
                  <a:pt x="1421523" y="31076"/>
                  <a:pt x="1427693" y="37702"/>
                </a:cubicBezTo>
                <a:cubicBezTo>
                  <a:pt x="1433862" y="44329"/>
                  <a:pt x="1436947" y="53652"/>
                  <a:pt x="1436947" y="65671"/>
                </a:cubicBezTo>
                <a:cubicBezTo>
                  <a:pt x="1436947" y="66402"/>
                  <a:pt x="1436924" y="67499"/>
                  <a:pt x="1436878" y="68961"/>
                </a:cubicBezTo>
                <a:lnTo>
                  <a:pt x="1382587" y="68961"/>
                </a:lnTo>
                <a:cubicBezTo>
                  <a:pt x="1383044" y="76959"/>
                  <a:pt x="1385306" y="83083"/>
                  <a:pt x="1389373" y="87333"/>
                </a:cubicBezTo>
                <a:cubicBezTo>
                  <a:pt x="1393440" y="91583"/>
                  <a:pt x="1398513" y="93708"/>
                  <a:pt x="1404591" y="93708"/>
                </a:cubicBezTo>
                <a:cubicBezTo>
                  <a:pt x="1409115" y="93708"/>
                  <a:pt x="1412977" y="92520"/>
                  <a:pt x="1416176" y="90143"/>
                </a:cubicBezTo>
                <a:cubicBezTo>
                  <a:pt x="1419375" y="87767"/>
                  <a:pt x="1421911" y="83974"/>
                  <a:pt x="1423785" y="78764"/>
                </a:cubicBezTo>
                <a:moveTo>
                  <a:pt x="1383272" y="58816"/>
                </a:moveTo>
                <a:lnTo>
                  <a:pt x="1423922" y="58816"/>
                </a:lnTo>
                <a:cubicBezTo>
                  <a:pt x="1423374" y="52692"/>
                  <a:pt x="1421820" y="48099"/>
                  <a:pt x="1419261" y="45037"/>
                </a:cubicBezTo>
                <a:cubicBezTo>
                  <a:pt x="1415331" y="40285"/>
                  <a:pt x="1410235" y="37908"/>
                  <a:pt x="1403974" y="37908"/>
                </a:cubicBezTo>
                <a:cubicBezTo>
                  <a:pt x="1398307" y="37908"/>
                  <a:pt x="1393543" y="39805"/>
                  <a:pt x="1389682" y="43598"/>
                </a:cubicBezTo>
                <a:cubicBezTo>
                  <a:pt x="1385820" y="47391"/>
                  <a:pt x="1383683" y="52464"/>
                  <a:pt x="1383272" y="58816"/>
                </a:cubicBezTo>
                <a:close/>
                <a:moveTo>
                  <a:pt x="1451726" y="102208"/>
                </a:moveTo>
                <a:lnTo>
                  <a:pt x="1451726" y="29408"/>
                </a:lnTo>
                <a:lnTo>
                  <a:pt x="1462831" y="29408"/>
                </a:lnTo>
                <a:lnTo>
                  <a:pt x="1462831" y="39759"/>
                </a:lnTo>
                <a:cubicBezTo>
                  <a:pt x="1468178" y="31761"/>
                  <a:pt x="1475901" y="27763"/>
                  <a:pt x="1486001" y="27763"/>
                </a:cubicBezTo>
                <a:cubicBezTo>
                  <a:pt x="1490388" y="27763"/>
                  <a:pt x="1494421" y="28551"/>
                  <a:pt x="1498100" y="30128"/>
                </a:cubicBezTo>
                <a:cubicBezTo>
                  <a:pt x="1501779" y="31704"/>
                  <a:pt x="1504532" y="33772"/>
                  <a:pt x="1506360" y="36331"/>
                </a:cubicBezTo>
                <a:cubicBezTo>
                  <a:pt x="1508188" y="38891"/>
                  <a:pt x="1509468" y="41930"/>
                  <a:pt x="1510199" y="45449"/>
                </a:cubicBezTo>
                <a:cubicBezTo>
                  <a:pt x="1510656" y="47734"/>
                  <a:pt x="1510884" y="51732"/>
                  <a:pt x="1510884" y="57445"/>
                </a:cubicBezTo>
                <a:lnTo>
                  <a:pt x="1510884" y="102208"/>
                </a:lnTo>
                <a:lnTo>
                  <a:pt x="1498545" y="102208"/>
                </a:lnTo>
                <a:lnTo>
                  <a:pt x="1498545" y="57925"/>
                </a:lnTo>
                <a:cubicBezTo>
                  <a:pt x="1498545" y="52898"/>
                  <a:pt x="1498065" y="49139"/>
                  <a:pt x="1497106" y="46648"/>
                </a:cubicBezTo>
                <a:cubicBezTo>
                  <a:pt x="1496146" y="44158"/>
                  <a:pt x="1494444" y="42170"/>
                  <a:pt x="1491999" y="40684"/>
                </a:cubicBezTo>
                <a:cubicBezTo>
                  <a:pt x="1489554" y="39199"/>
                  <a:pt x="1486686" y="38457"/>
                  <a:pt x="1483396" y="38457"/>
                </a:cubicBezTo>
                <a:cubicBezTo>
                  <a:pt x="1478140" y="38457"/>
                  <a:pt x="1473605" y="40125"/>
                  <a:pt x="1469789" y="43461"/>
                </a:cubicBezTo>
                <a:cubicBezTo>
                  <a:pt x="1465973" y="46797"/>
                  <a:pt x="1464065" y="53126"/>
                  <a:pt x="1464065" y="62449"/>
                </a:cubicBezTo>
                <a:lnTo>
                  <a:pt x="1464065" y="102208"/>
                </a:lnTo>
                <a:lnTo>
                  <a:pt x="1451726" y="102208"/>
                </a:lnTo>
                <a:close/>
                <a:moveTo>
                  <a:pt x="1568037" y="15904"/>
                </a:moveTo>
                <a:lnTo>
                  <a:pt x="1568037" y="1714"/>
                </a:lnTo>
                <a:lnTo>
                  <a:pt x="1580376" y="1714"/>
                </a:lnTo>
                <a:lnTo>
                  <a:pt x="1580376" y="15904"/>
                </a:lnTo>
                <a:lnTo>
                  <a:pt x="1568037" y="15904"/>
                </a:lnTo>
                <a:moveTo>
                  <a:pt x="1568037" y="102208"/>
                </a:moveTo>
                <a:lnTo>
                  <a:pt x="1568037" y="29408"/>
                </a:lnTo>
                <a:lnTo>
                  <a:pt x="1580376" y="29408"/>
                </a:lnTo>
                <a:lnTo>
                  <a:pt x="1580376" y="102208"/>
                </a:lnTo>
                <a:lnTo>
                  <a:pt x="1568037" y="102208"/>
                </a:lnTo>
                <a:close/>
                <a:moveTo>
                  <a:pt x="1626356" y="91171"/>
                </a:moveTo>
                <a:lnTo>
                  <a:pt x="1628139" y="102071"/>
                </a:lnTo>
                <a:cubicBezTo>
                  <a:pt x="1624665" y="102802"/>
                  <a:pt x="1621558" y="103168"/>
                  <a:pt x="1618816" y="103168"/>
                </a:cubicBezTo>
                <a:cubicBezTo>
                  <a:pt x="1614337" y="103168"/>
                  <a:pt x="1610864" y="102459"/>
                  <a:pt x="1608396" y="101043"/>
                </a:cubicBezTo>
                <a:cubicBezTo>
                  <a:pt x="1605928" y="99626"/>
                  <a:pt x="1604192" y="97764"/>
                  <a:pt x="1603186" y="95456"/>
                </a:cubicBezTo>
                <a:cubicBezTo>
                  <a:pt x="1602181" y="93148"/>
                  <a:pt x="1601678" y="88292"/>
                  <a:pt x="1601678" y="80889"/>
                </a:cubicBezTo>
                <a:lnTo>
                  <a:pt x="1601678" y="39005"/>
                </a:lnTo>
                <a:lnTo>
                  <a:pt x="1592630" y="39005"/>
                </a:lnTo>
                <a:lnTo>
                  <a:pt x="1592630" y="29408"/>
                </a:lnTo>
                <a:lnTo>
                  <a:pt x="1601678" y="29408"/>
                </a:lnTo>
                <a:lnTo>
                  <a:pt x="1601678" y="11379"/>
                </a:lnTo>
                <a:lnTo>
                  <a:pt x="1613949" y="3976"/>
                </a:lnTo>
                <a:lnTo>
                  <a:pt x="1613949" y="29408"/>
                </a:lnTo>
                <a:lnTo>
                  <a:pt x="1626356" y="29408"/>
                </a:lnTo>
                <a:lnTo>
                  <a:pt x="1626356" y="39005"/>
                </a:lnTo>
                <a:lnTo>
                  <a:pt x="1613949" y="39005"/>
                </a:lnTo>
                <a:lnTo>
                  <a:pt x="1613949" y="81574"/>
                </a:lnTo>
                <a:cubicBezTo>
                  <a:pt x="1613949" y="85093"/>
                  <a:pt x="1614166" y="87355"/>
                  <a:pt x="1614600" y="88361"/>
                </a:cubicBezTo>
                <a:cubicBezTo>
                  <a:pt x="1615034" y="89366"/>
                  <a:pt x="1615742" y="90166"/>
                  <a:pt x="1616725" y="90760"/>
                </a:cubicBezTo>
                <a:cubicBezTo>
                  <a:pt x="1617708" y="91354"/>
                  <a:pt x="1619113" y="91651"/>
                  <a:pt x="1620941" y="91651"/>
                </a:cubicBezTo>
                <a:cubicBezTo>
                  <a:pt x="1622312" y="91651"/>
                  <a:pt x="1624117" y="91491"/>
                  <a:pt x="1626356" y="91171"/>
                </a:cubicBezTo>
                <a:close/>
                <a:moveTo>
                  <a:pt x="1641379" y="102208"/>
                </a:moveTo>
                <a:lnTo>
                  <a:pt x="1641379" y="88155"/>
                </a:lnTo>
                <a:lnTo>
                  <a:pt x="1655432" y="88155"/>
                </a:lnTo>
                <a:lnTo>
                  <a:pt x="1655432" y="102208"/>
                </a:lnTo>
                <a:lnTo>
                  <a:pt x="1641379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Question:IfElizabethhasbeentryingtogeta">
            <a:extLst xmlns:a="http://schemas.openxmlformats.org/drawingml/2006/main">
              <a:ext uri="{FF2B5EF4-FFF2-40B4-BE49-F238E27FC236}">
                <a16:creationId xmlns:a16="http://schemas.microsoft.com/office/drawing/2014/main" id="{D07AA571-811D-487F-B8D7-DBC8EEEA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31" y="2134653"/>
            <a:ext cx="2867307" cy="131753"/>
          </a:xfrm>
          <a:custGeom xmlns:a="http://schemas.openxmlformats.org/drawingml/2006/main">
            <a:pathLst>
              <a:path w="2867307" h="131753">
                <a:moveTo>
                  <a:pt x="85002" y="89458"/>
                </a:moveTo>
                <a:cubicBezTo>
                  <a:pt x="89983" y="93022"/>
                  <a:pt x="95399" y="95856"/>
                  <a:pt x="101248" y="97958"/>
                </a:cubicBezTo>
                <a:lnTo>
                  <a:pt x="93776" y="112285"/>
                </a:lnTo>
                <a:cubicBezTo>
                  <a:pt x="90714" y="111371"/>
                  <a:pt x="87721" y="110114"/>
                  <a:pt x="84796" y="108515"/>
                </a:cubicBezTo>
                <a:cubicBezTo>
                  <a:pt x="84156" y="108195"/>
                  <a:pt x="79655" y="105224"/>
                  <a:pt x="71292" y="99603"/>
                </a:cubicBezTo>
                <a:cubicBezTo>
                  <a:pt x="64711" y="102482"/>
                  <a:pt x="57422" y="103922"/>
                  <a:pt x="49424" y="103922"/>
                </a:cubicBezTo>
                <a:cubicBezTo>
                  <a:pt x="33978" y="103922"/>
                  <a:pt x="21879" y="99375"/>
                  <a:pt x="13127" y="90280"/>
                </a:cubicBezTo>
                <a:cubicBezTo>
                  <a:pt x="4376" y="81186"/>
                  <a:pt x="0" y="68413"/>
                  <a:pt x="0" y="51961"/>
                </a:cubicBezTo>
                <a:cubicBezTo>
                  <a:pt x="0" y="35555"/>
                  <a:pt x="4387" y="22793"/>
                  <a:pt x="13162" y="13676"/>
                </a:cubicBezTo>
                <a:cubicBezTo>
                  <a:pt x="21936" y="4559"/>
                  <a:pt x="33841" y="0"/>
                  <a:pt x="48876" y="0"/>
                </a:cubicBezTo>
                <a:cubicBezTo>
                  <a:pt x="63774" y="0"/>
                  <a:pt x="75588" y="4559"/>
                  <a:pt x="84316" y="13676"/>
                </a:cubicBezTo>
                <a:cubicBezTo>
                  <a:pt x="93045" y="22793"/>
                  <a:pt x="97409" y="35555"/>
                  <a:pt x="97409" y="51961"/>
                </a:cubicBezTo>
                <a:cubicBezTo>
                  <a:pt x="97409" y="60644"/>
                  <a:pt x="96198" y="68276"/>
                  <a:pt x="93776" y="74857"/>
                </a:cubicBezTo>
                <a:cubicBezTo>
                  <a:pt x="91948" y="79884"/>
                  <a:pt x="89024" y="84751"/>
                  <a:pt x="85002" y="89458"/>
                </a:cubicBezTo>
                <a:moveTo>
                  <a:pt x="68687" y="78010"/>
                </a:moveTo>
                <a:cubicBezTo>
                  <a:pt x="71292" y="74948"/>
                  <a:pt x="73246" y="71246"/>
                  <a:pt x="74548" y="66905"/>
                </a:cubicBezTo>
                <a:cubicBezTo>
                  <a:pt x="75850" y="62563"/>
                  <a:pt x="76502" y="57582"/>
                  <a:pt x="76502" y="51961"/>
                </a:cubicBezTo>
                <a:cubicBezTo>
                  <a:pt x="76502" y="40353"/>
                  <a:pt x="73943" y="31681"/>
                  <a:pt x="68824" y="25946"/>
                </a:cubicBezTo>
                <a:cubicBezTo>
                  <a:pt x="63706" y="20211"/>
                  <a:pt x="57011" y="17343"/>
                  <a:pt x="48739" y="17343"/>
                </a:cubicBezTo>
                <a:cubicBezTo>
                  <a:pt x="40467" y="17343"/>
                  <a:pt x="33761" y="20222"/>
                  <a:pt x="28620" y="25980"/>
                </a:cubicBezTo>
                <a:cubicBezTo>
                  <a:pt x="23478" y="31739"/>
                  <a:pt x="20908" y="40399"/>
                  <a:pt x="20908" y="51961"/>
                </a:cubicBezTo>
                <a:cubicBezTo>
                  <a:pt x="20908" y="63706"/>
                  <a:pt x="23478" y="72492"/>
                  <a:pt x="28620" y="78318"/>
                </a:cubicBezTo>
                <a:cubicBezTo>
                  <a:pt x="33761" y="84145"/>
                  <a:pt x="40262" y="87058"/>
                  <a:pt x="48122" y="87058"/>
                </a:cubicBezTo>
                <a:cubicBezTo>
                  <a:pt x="51047" y="87058"/>
                  <a:pt x="53812" y="86579"/>
                  <a:pt x="56417" y="85619"/>
                </a:cubicBezTo>
                <a:cubicBezTo>
                  <a:pt x="52304" y="82923"/>
                  <a:pt x="48122" y="80820"/>
                  <a:pt x="43872" y="79312"/>
                </a:cubicBezTo>
                <a:lnTo>
                  <a:pt x="49562" y="67727"/>
                </a:lnTo>
                <a:cubicBezTo>
                  <a:pt x="56234" y="70012"/>
                  <a:pt x="62609" y="73440"/>
                  <a:pt x="68687" y="78010"/>
                </a:cubicBezTo>
                <a:close/>
                <a:moveTo>
                  <a:pt x="160302" y="102208"/>
                </a:moveTo>
                <a:lnTo>
                  <a:pt x="160302" y="91309"/>
                </a:lnTo>
                <a:cubicBezTo>
                  <a:pt x="157651" y="95193"/>
                  <a:pt x="154166" y="98255"/>
                  <a:pt x="149848" y="100494"/>
                </a:cubicBezTo>
                <a:cubicBezTo>
                  <a:pt x="145529" y="102733"/>
                  <a:pt x="140971" y="103853"/>
                  <a:pt x="136172" y="103853"/>
                </a:cubicBezTo>
                <a:cubicBezTo>
                  <a:pt x="131282" y="103853"/>
                  <a:pt x="126895" y="102779"/>
                  <a:pt x="123011" y="100631"/>
                </a:cubicBezTo>
                <a:cubicBezTo>
                  <a:pt x="119126" y="98483"/>
                  <a:pt x="116315" y="95467"/>
                  <a:pt x="114579" y="91583"/>
                </a:cubicBezTo>
                <a:cubicBezTo>
                  <a:pt x="112842" y="87698"/>
                  <a:pt x="111974" y="82328"/>
                  <a:pt x="111974" y="75473"/>
                </a:cubicBezTo>
                <a:lnTo>
                  <a:pt x="111974" y="29408"/>
                </a:lnTo>
                <a:lnTo>
                  <a:pt x="131237" y="29408"/>
                </a:lnTo>
                <a:lnTo>
                  <a:pt x="131237" y="62860"/>
                </a:lnTo>
                <a:cubicBezTo>
                  <a:pt x="131237" y="73097"/>
                  <a:pt x="131591" y="79369"/>
                  <a:pt x="132299" y="81677"/>
                </a:cubicBezTo>
                <a:cubicBezTo>
                  <a:pt x="133007" y="83985"/>
                  <a:pt x="134298" y="85813"/>
                  <a:pt x="136172" y="87161"/>
                </a:cubicBezTo>
                <a:cubicBezTo>
                  <a:pt x="138046" y="88509"/>
                  <a:pt x="140422" y="89183"/>
                  <a:pt x="143301" y="89183"/>
                </a:cubicBezTo>
                <a:cubicBezTo>
                  <a:pt x="146592" y="89183"/>
                  <a:pt x="149539" y="88281"/>
                  <a:pt x="152144" y="86476"/>
                </a:cubicBezTo>
                <a:cubicBezTo>
                  <a:pt x="154749" y="84671"/>
                  <a:pt x="156531" y="82431"/>
                  <a:pt x="157491" y="79758"/>
                </a:cubicBezTo>
                <a:cubicBezTo>
                  <a:pt x="158451" y="77084"/>
                  <a:pt x="158931" y="70538"/>
                  <a:pt x="158931" y="60118"/>
                </a:cubicBezTo>
                <a:lnTo>
                  <a:pt x="158931" y="29408"/>
                </a:lnTo>
                <a:lnTo>
                  <a:pt x="178193" y="29408"/>
                </a:lnTo>
                <a:lnTo>
                  <a:pt x="178193" y="102208"/>
                </a:lnTo>
                <a:lnTo>
                  <a:pt x="160302" y="102208"/>
                </a:lnTo>
                <a:close/>
                <a:moveTo>
                  <a:pt x="240210" y="79038"/>
                </a:moveTo>
                <a:lnTo>
                  <a:pt x="259404" y="82260"/>
                </a:lnTo>
                <a:cubicBezTo>
                  <a:pt x="256936" y="89298"/>
                  <a:pt x="253040" y="94656"/>
                  <a:pt x="247716" y="98335"/>
                </a:cubicBezTo>
                <a:cubicBezTo>
                  <a:pt x="242392" y="102014"/>
                  <a:pt x="235731" y="103853"/>
                  <a:pt x="227734" y="103853"/>
                </a:cubicBezTo>
                <a:cubicBezTo>
                  <a:pt x="215075" y="103853"/>
                  <a:pt x="205706" y="99717"/>
                  <a:pt x="199628" y="91446"/>
                </a:cubicBezTo>
                <a:cubicBezTo>
                  <a:pt x="194830" y="84819"/>
                  <a:pt x="192430" y="76456"/>
                  <a:pt x="192430" y="66356"/>
                </a:cubicBezTo>
                <a:cubicBezTo>
                  <a:pt x="192430" y="54292"/>
                  <a:pt x="195584" y="44843"/>
                  <a:pt x="201890" y="38011"/>
                </a:cubicBezTo>
                <a:cubicBezTo>
                  <a:pt x="208197" y="31179"/>
                  <a:pt x="216171" y="27763"/>
                  <a:pt x="225814" y="27763"/>
                </a:cubicBezTo>
                <a:cubicBezTo>
                  <a:pt x="236645" y="27763"/>
                  <a:pt x="245191" y="31339"/>
                  <a:pt x="251452" y="38491"/>
                </a:cubicBezTo>
                <a:cubicBezTo>
                  <a:pt x="257713" y="45643"/>
                  <a:pt x="260706" y="56599"/>
                  <a:pt x="260432" y="71360"/>
                </a:cubicBezTo>
                <a:lnTo>
                  <a:pt x="212173" y="71360"/>
                </a:lnTo>
                <a:cubicBezTo>
                  <a:pt x="212310" y="77073"/>
                  <a:pt x="213864" y="81517"/>
                  <a:pt x="216834" y="84693"/>
                </a:cubicBezTo>
                <a:cubicBezTo>
                  <a:pt x="219805" y="87870"/>
                  <a:pt x="223506" y="89458"/>
                  <a:pt x="227939" y="89458"/>
                </a:cubicBezTo>
                <a:cubicBezTo>
                  <a:pt x="230955" y="89458"/>
                  <a:pt x="233492" y="88635"/>
                  <a:pt x="235548" y="86990"/>
                </a:cubicBezTo>
                <a:cubicBezTo>
                  <a:pt x="237605" y="85345"/>
                  <a:pt x="239159" y="82694"/>
                  <a:pt x="240210" y="79038"/>
                </a:cubicBezTo>
                <a:moveTo>
                  <a:pt x="241306" y="59570"/>
                </a:moveTo>
                <a:cubicBezTo>
                  <a:pt x="241169" y="53994"/>
                  <a:pt x="239730" y="49756"/>
                  <a:pt x="236988" y="46854"/>
                </a:cubicBezTo>
                <a:cubicBezTo>
                  <a:pt x="234246" y="43952"/>
                  <a:pt x="230910" y="42501"/>
                  <a:pt x="226980" y="42501"/>
                </a:cubicBezTo>
                <a:cubicBezTo>
                  <a:pt x="222775" y="42501"/>
                  <a:pt x="219302" y="44032"/>
                  <a:pt x="216560" y="47094"/>
                </a:cubicBezTo>
                <a:cubicBezTo>
                  <a:pt x="213818" y="50156"/>
                  <a:pt x="212470" y="54314"/>
                  <a:pt x="212515" y="59570"/>
                </a:cubicBezTo>
                <a:lnTo>
                  <a:pt x="241306" y="59570"/>
                </a:lnTo>
                <a:close/>
                <a:moveTo>
                  <a:pt x="269069" y="81437"/>
                </a:moveTo>
                <a:lnTo>
                  <a:pt x="288400" y="78490"/>
                </a:lnTo>
                <a:cubicBezTo>
                  <a:pt x="289223" y="82237"/>
                  <a:pt x="290891" y="85082"/>
                  <a:pt x="293404" y="87024"/>
                </a:cubicBezTo>
                <a:cubicBezTo>
                  <a:pt x="295918" y="88966"/>
                  <a:pt x="299437" y="89938"/>
                  <a:pt x="303961" y="89938"/>
                </a:cubicBezTo>
                <a:cubicBezTo>
                  <a:pt x="308942" y="89938"/>
                  <a:pt x="312690" y="89024"/>
                  <a:pt x="315203" y="87196"/>
                </a:cubicBezTo>
                <a:cubicBezTo>
                  <a:pt x="316894" y="85916"/>
                  <a:pt x="317740" y="84202"/>
                  <a:pt x="317740" y="82054"/>
                </a:cubicBezTo>
                <a:cubicBezTo>
                  <a:pt x="317740" y="80592"/>
                  <a:pt x="317283" y="79381"/>
                  <a:pt x="316369" y="78421"/>
                </a:cubicBezTo>
                <a:cubicBezTo>
                  <a:pt x="315409" y="77507"/>
                  <a:pt x="313261" y="76662"/>
                  <a:pt x="309925" y="75885"/>
                </a:cubicBezTo>
                <a:cubicBezTo>
                  <a:pt x="294387" y="72457"/>
                  <a:pt x="284539" y="69327"/>
                  <a:pt x="280380" y="66493"/>
                </a:cubicBezTo>
                <a:cubicBezTo>
                  <a:pt x="274622" y="62563"/>
                  <a:pt x="271743" y="57102"/>
                  <a:pt x="271743" y="50110"/>
                </a:cubicBezTo>
                <a:cubicBezTo>
                  <a:pt x="271743" y="43803"/>
                  <a:pt x="274233" y="38502"/>
                  <a:pt x="279215" y="34206"/>
                </a:cubicBezTo>
                <a:cubicBezTo>
                  <a:pt x="284196" y="29911"/>
                  <a:pt x="291919" y="27763"/>
                  <a:pt x="302385" y="27763"/>
                </a:cubicBezTo>
                <a:cubicBezTo>
                  <a:pt x="312347" y="27763"/>
                  <a:pt x="319751" y="29385"/>
                  <a:pt x="324595" y="32630"/>
                </a:cubicBezTo>
                <a:cubicBezTo>
                  <a:pt x="329439" y="35874"/>
                  <a:pt x="332775" y="40673"/>
                  <a:pt x="334603" y="47025"/>
                </a:cubicBezTo>
                <a:lnTo>
                  <a:pt x="316437" y="50384"/>
                </a:lnTo>
                <a:cubicBezTo>
                  <a:pt x="315660" y="47551"/>
                  <a:pt x="314187" y="45380"/>
                  <a:pt x="312016" y="43872"/>
                </a:cubicBezTo>
                <a:cubicBezTo>
                  <a:pt x="309845" y="42364"/>
                  <a:pt x="306749" y="41610"/>
                  <a:pt x="302727" y="41610"/>
                </a:cubicBezTo>
                <a:cubicBezTo>
                  <a:pt x="297655" y="41610"/>
                  <a:pt x="294021" y="42318"/>
                  <a:pt x="291828" y="43735"/>
                </a:cubicBezTo>
                <a:cubicBezTo>
                  <a:pt x="290365" y="44740"/>
                  <a:pt x="289634" y="46043"/>
                  <a:pt x="289634" y="47642"/>
                </a:cubicBezTo>
                <a:cubicBezTo>
                  <a:pt x="289634" y="49013"/>
                  <a:pt x="290274" y="50179"/>
                  <a:pt x="291554" y="51138"/>
                </a:cubicBezTo>
                <a:cubicBezTo>
                  <a:pt x="293290" y="52418"/>
                  <a:pt x="299288" y="54223"/>
                  <a:pt x="309548" y="56554"/>
                </a:cubicBezTo>
                <a:cubicBezTo>
                  <a:pt x="319808" y="58884"/>
                  <a:pt x="326971" y="61741"/>
                  <a:pt x="331038" y="65122"/>
                </a:cubicBezTo>
                <a:cubicBezTo>
                  <a:pt x="335060" y="68550"/>
                  <a:pt x="337071" y="73326"/>
                  <a:pt x="337071" y="79449"/>
                </a:cubicBezTo>
                <a:cubicBezTo>
                  <a:pt x="337071" y="86122"/>
                  <a:pt x="334283" y="91857"/>
                  <a:pt x="328708" y="96655"/>
                </a:cubicBezTo>
                <a:cubicBezTo>
                  <a:pt x="323132" y="101454"/>
                  <a:pt x="314883" y="103853"/>
                  <a:pt x="303961" y="103853"/>
                </a:cubicBezTo>
                <a:cubicBezTo>
                  <a:pt x="294044" y="103853"/>
                  <a:pt x="286195" y="101842"/>
                  <a:pt x="280414" y="97821"/>
                </a:cubicBezTo>
                <a:cubicBezTo>
                  <a:pt x="274633" y="93799"/>
                  <a:pt x="270852" y="88338"/>
                  <a:pt x="269069" y="81437"/>
                </a:cubicBezTo>
                <a:close/>
                <a:moveTo>
                  <a:pt x="387044" y="29408"/>
                </a:moveTo>
                <a:lnTo>
                  <a:pt x="387044" y="44763"/>
                </a:lnTo>
                <a:lnTo>
                  <a:pt x="373882" y="44763"/>
                </a:lnTo>
                <a:lnTo>
                  <a:pt x="373882" y="74102"/>
                </a:lnTo>
                <a:cubicBezTo>
                  <a:pt x="373882" y="80043"/>
                  <a:pt x="374008" y="83505"/>
                  <a:pt x="374259" y="84488"/>
                </a:cubicBezTo>
                <a:cubicBezTo>
                  <a:pt x="374511" y="85470"/>
                  <a:pt x="375082" y="86282"/>
                  <a:pt x="375973" y="86921"/>
                </a:cubicBezTo>
                <a:cubicBezTo>
                  <a:pt x="376864" y="87561"/>
                  <a:pt x="377949" y="87881"/>
                  <a:pt x="379229" y="87881"/>
                </a:cubicBezTo>
                <a:cubicBezTo>
                  <a:pt x="381011" y="87881"/>
                  <a:pt x="383593" y="87264"/>
                  <a:pt x="386975" y="86030"/>
                </a:cubicBezTo>
                <a:lnTo>
                  <a:pt x="388620" y="100974"/>
                </a:lnTo>
                <a:cubicBezTo>
                  <a:pt x="384142" y="102893"/>
                  <a:pt x="379069" y="103853"/>
                  <a:pt x="373402" y="103853"/>
                </a:cubicBezTo>
                <a:cubicBezTo>
                  <a:pt x="369929" y="103853"/>
                  <a:pt x="366799" y="103270"/>
                  <a:pt x="364011" y="102105"/>
                </a:cubicBezTo>
                <a:cubicBezTo>
                  <a:pt x="361223" y="100940"/>
                  <a:pt x="359178" y="99432"/>
                  <a:pt x="357876" y="97581"/>
                </a:cubicBezTo>
                <a:cubicBezTo>
                  <a:pt x="356573" y="95730"/>
                  <a:pt x="355671" y="93228"/>
                  <a:pt x="355168" y="90075"/>
                </a:cubicBezTo>
                <a:cubicBezTo>
                  <a:pt x="354757" y="87835"/>
                  <a:pt x="354551" y="83311"/>
                  <a:pt x="354551" y="76502"/>
                </a:cubicBezTo>
                <a:lnTo>
                  <a:pt x="354551" y="44763"/>
                </a:lnTo>
                <a:lnTo>
                  <a:pt x="345708" y="44763"/>
                </a:lnTo>
                <a:lnTo>
                  <a:pt x="345708" y="29408"/>
                </a:lnTo>
                <a:lnTo>
                  <a:pt x="354551" y="29408"/>
                </a:lnTo>
                <a:lnTo>
                  <a:pt x="354551" y="14944"/>
                </a:lnTo>
                <a:lnTo>
                  <a:pt x="373882" y="3702"/>
                </a:lnTo>
                <a:lnTo>
                  <a:pt x="373882" y="29408"/>
                </a:lnTo>
                <a:lnTo>
                  <a:pt x="387044" y="29408"/>
                </a:lnTo>
                <a:close/>
                <a:moveTo>
                  <a:pt x="400017" y="19537"/>
                </a:moveTo>
                <a:lnTo>
                  <a:pt x="400017" y="1714"/>
                </a:lnTo>
                <a:lnTo>
                  <a:pt x="419279" y="1714"/>
                </a:lnTo>
                <a:lnTo>
                  <a:pt x="419279" y="19537"/>
                </a:lnTo>
                <a:lnTo>
                  <a:pt x="400017" y="19537"/>
                </a:lnTo>
                <a:moveTo>
                  <a:pt x="400017" y="102208"/>
                </a:moveTo>
                <a:lnTo>
                  <a:pt x="400017" y="29408"/>
                </a:lnTo>
                <a:lnTo>
                  <a:pt x="419279" y="29408"/>
                </a:lnTo>
                <a:lnTo>
                  <a:pt x="419279" y="102208"/>
                </a:lnTo>
                <a:lnTo>
                  <a:pt x="400017" y="102208"/>
                </a:lnTo>
                <a:close/>
                <a:moveTo>
                  <a:pt x="434056" y="64780"/>
                </a:moveTo>
                <a:cubicBezTo>
                  <a:pt x="434056" y="58382"/>
                  <a:pt x="435633" y="52189"/>
                  <a:pt x="438786" y="46203"/>
                </a:cubicBezTo>
                <a:cubicBezTo>
                  <a:pt x="441939" y="40216"/>
                  <a:pt x="446407" y="35646"/>
                  <a:pt x="452188" y="32493"/>
                </a:cubicBezTo>
                <a:cubicBezTo>
                  <a:pt x="457969" y="29339"/>
                  <a:pt x="464424" y="27763"/>
                  <a:pt x="471553" y="27763"/>
                </a:cubicBezTo>
                <a:cubicBezTo>
                  <a:pt x="482567" y="27763"/>
                  <a:pt x="491592" y="31339"/>
                  <a:pt x="498630" y="38491"/>
                </a:cubicBezTo>
                <a:cubicBezTo>
                  <a:pt x="505668" y="45643"/>
                  <a:pt x="509187" y="54680"/>
                  <a:pt x="509187" y="65602"/>
                </a:cubicBezTo>
                <a:cubicBezTo>
                  <a:pt x="509187" y="76616"/>
                  <a:pt x="505634" y="85745"/>
                  <a:pt x="498527" y="92988"/>
                </a:cubicBezTo>
                <a:cubicBezTo>
                  <a:pt x="491421" y="100231"/>
                  <a:pt x="482475" y="103853"/>
                  <a:pt x="471690" y="103853"/>
                </a:cubicBezTo>
                <a:cubicBezTo>
                  <a:pt x="465018" y="103853"/>
                  <a:pt x="458654" y="102345"/>
                  <a:pt x="452599" y="99329"/>
                </a:cubicBezTo>
                <a:cubicBezTo>
                  <a:pt x="446544" y="96313"/>
                  <a:pt x="441939" y="91891"/>
                  <a:pt x="438786" y="86064"/>
                </a:cubicBezTo>
                <a:cubicBezTo>
                  <a:pt x="435633" y="80238"/>
                  <a:pt x="434056" y="73143"/>
                  <a:pt x="434056" y="64780"/>
                </a:cubicBezTo>
                <a:moveTo>
                  <a:pt x="453798" y="65808"/>
                </a:moveTo>
                <a:cubicBezTo>
                  <a:pt x="453798" y="73029"/>
                  <a:pt x="455512" y="78558"/>
                  <a:pt x="458940" y="82397"/>
                </a:cubicBezTo>
                <a:cubicBezTo>
                  <a:pt x="462367" y="86236"/>
                  <a:pt x="466594" y="88155"/>
                  <a:pt x="471621" y="88155"/>
                </a:cubicBezTo>
                <a:cubicBezTo>
                  <a:pt x="476648" y="88155"/>
                  <a:pt x="480864" y="86236"/>
                  <a:pt x="484269" y="82397"/>
                </a:cubicBezTo>
                <a:cubicBezTo>
                  <a:pt x="487674" y="78558"/>
                  <a:pt x="489376" y="72983"/>
                  <a:pt x="489376" y="65671"/>
                </a:cubicBezTo>
                <a:cubicBezTo>
                  <a:pt x="489376" y="58542"/>
                  <a:pt x="487674" y="53058"/>
                  <a:pt x="484269" y="49219"/>
                </a:cubicBezTo>
                <a:cubicBezTo>
                  <a:pt x="480864" y="45380"/>
                  <a:pt x="476648" y="43461"/>
                  <a:pt x="471621" y="43461"/>
                </a:cubicBezTo>
                <a:cubicBezTo>
                  <a:pt x="466594" y="43461"/>
                  <a:pt x="462367" y="45380"/>
                  <a:pt x="458940" y="49219"/>
                </a:cubicBezTo>
                <a:cubicBezTo>
                  <a:pt x="455512" y="53058"/>
                  <a:pt x="453798" y="58587"/>
                  <a:pt x="453798" y="65808"/>
                </a:cubicBezTo>
                <a:close/>
                <a:moveTo>
                  <a:pt x="590397" y="102208"/>
                </a:moveTo>
                <a:lnTo>
                  <a:pt x="571135" y="102208"/>
                </a:lnTo>
                <a:lnTo>
                  <a:pt x="571135" y="65054"/>
                </a:lnTo>
                <a:cubicBezTo>
                  <a:pt x="571135" y="57193"/>
                  <a:pt x="570723" y="52109"/>
                  <a:pt x="569901" y="49802"/>
                </a:cubicBezTo>
                <a:cubicBezTo>
                  <a:pt x="569078" y="47494"/>
                  <a:pt x="567741" y="45700"/>
                  <a:pt x="565891" y="44420"/>
                </a:cubicBezTo>
                <a:cubicBezTo>
                  <a:pt x="564040" y="43141"/>
                  <a:pt x="561812" y="42501"/>
                  <a:pt x="559207" y="42501"/>
                </a:cubicBezTo>
                <a:cubicBezTo>
                  <a:pt x="555871" y="42501"/>
                  <a:pt x="552877" y="43415"/>
                  <a:pt x="550227" y="45243"/>
                </a:cubicBezTo>
                <a:cubicBezTo>
                  <a:pt x="547576" y="47071"/>
                  <a:pt x="545760" y="49493"/>
                  <a:pt x="544777" y="52509"/>
                </a:cubicBezTo>
                <a:cubicBezTo>
                  <a:pt x="543795" y="55525"/>
                  <a:pt x="543303" y="61101"/>
                  <a:pt x="543303" y="69235"/>
                </a:cubicBezTo>
                <a:lnTo>
                  <a:pt x="543303" y="102208"/>
                </a:lnTo>
                <a:lnTo>
                  <a:pt x="524041" y="102208"/>
                </a:lnTo>
                <a:lnTo>
                  <a:pt x="524041" y="29408"/>
                </a:lnTo>
                <a:lnTo>
                  <a:pt x="541932" y="29408"/>
                </a:lnTo>
                <a:lnTo>
                  <a:pt x="541932" y="40102"/>
                </a:lnTo>
                <a:cubicBezTo>
                  <a:pt x="548285" y="31876"/>
                  <a:pt x="556282" y="27763"/>
                  <a:pt x="565925" y="27763"/>
                </a:cubicBezTo>
                <a:cubicBezTo>
                  <a:pt x="570175" y="27763"/>
                  <a:pt x="574059" y="28528"/>
                  <a:pt x="577578" y="30059"/>
                </a:cubicBezTo>
                <a:cubicBezTo>
                  <a:pt x="581097" y="31590"/>
                  <a:pt x="583759" y="33544"/>
                  <a:pt x="585564" y="35920"/>
                </a:cubicBezTo>
                <a:cubicBezTo>
                  <a:pt x="587369" y="38297"/>
                  <a:pt x="588626" y="40993"/>
                  <a:pt x="589335" y="44009"/>
                </a:cubicBezTo>
                <a:cubicBezTo>
                  <a:pt x="590043" y="47025"/>
                  <a:pt x="590397" y="51344"/>
                  <a:pt x="590397" y="56965"/>
                </a:cubicBezTo>
                <a:lnTo>
                  <a:pt x="590397" y="102208"/>
                </a:lnTo>
                <a:close/>
                <a:moveTo>
                  <a:pt x="613546" y="48670"/>
                </a:moveTo>
                <a:lnTo>
                  <a:pt x="613546" y="29408"/>
                </a:lnTo>
                <a:lnTo>
                  <a:pt x="632808" y="29408"/>
                </a:lnTo>
                <a:lnTo>
                  <a:pt x="632808" y="48670"/>
                </a:lnTo>
                <a:lnTo>
                  <a:pt x="613546" y="48670"/>
                </a:lnTo>
                <a:moveTo>
                  <a:pt x="613546" y="102208"/>
                </a:moveTo>
                <a:lnTo>
                  <a:pt x="613546" y="82945"/>
                </a:lnTo>
                <a:lnTo>
                  <a:pt x="632808" y="82945"/>
                </a:lnTo>
                <a:lnTo>
                  <a:pt x="632808" y="102208"/>
                </a:lnTo>
                <a:lnTo>
                  <a:pt x="613546" y="102208"/>
                </a:lnTo>
                <a:close/>
                <a:moveTo>
                  <a:pt x="697658" y="102208"/>
                </a:moveTo>
                <a:lnTo>
                  <a:pt x="697658" y="1714"/>
                </a:lnTo>
                <a:lnTo>
                  <a:pt x="710957" y="1714"/>
                </a:lnTo>
                <a:lnTo>
                  <a:pt x="710957" y="102208"/>
                </a:lnTo>
                <a:lnTo>
                  <a:pt x="697658" y="102208"/>
                </a:lnTo>
                <a:close/>
                <a:moveTo>
                  <a:pt x="735234" y="102208"/>
                </a:moveTo>
                <a:lnTo>
                  <a:pt x="735234" y="39005"/>
                </a:lnTo>
                <a:lnTo>
                  <a:pt x="724334" y="39005"/>
                </a:lnTo>
                <a:lnTo>
                  <a:pt x="724334" y="29408"/>
                </a:lnTo>
                <a:lnTo>
                  <a:pt x="735234" y="29408"/>
                </a:lnTo>
                <a:lnTo>
                  <a:pt x="735234" y="21662"/>
                </a:lnTo>
                <a:cubicBezTo>
                  <a:pt x="735234" y="16772"/>
                  <a:pt x="735668" y="13139"/>
                  <a:pt x="736536" y="10762"/>
                </a:cubicBezTo>
                <a:cubicBezTo>
                  <a:pt x="737724" y="7563"/>
                  <a:pt x="739815" y="4970"/>
                  <a:pt x="742808" y="2982"/>
                </a:cubicBezTo>
                <a:cubicBezTo>
                  <a:pt x="745802" y="994"/>
                  <a:pt x="749995" y="0"/>
                  <a:pt x="755387" y="0"/>
                </a:cubicBezTo>
                <a:cubicBezTo>
                  <a:pt x="758861" y="0"/>
                  <a:pt x="762699" y="411"/>
                  <a:pt x="766904" y="1234"/>
                </a:cubicBezTo>
                <a:lnTo>
                  <a:pt x="765053" y="11996"/>
                </a:lnTo>
                <a:cubicBezTo>
                  <a:pt x="762494" y="11539"/>
                  <a:pt x="760072" y="11311"/>
                  <a:pt x="757787" y="11311"/>
                </a:cubicBezTo>
                <a:cubicBezTo>
                  <a:pt x="754039" y="11311"/>
                  <a:pt x="751389" y="12110"/>
                  <a:pt x="749835" y="13710"/>
                </a:cubicBezTo>
                <a:cubicBezTo>
                  <a:pt x="748281" y="15309"/>
                  <a:pt x="747504" y="18303"/>
                  <a:pt x="747504" y="22690"/>
                </a:cubicBezTo>
                <a:lnTo>
                  <a:pt x="747504" y="29408"/>
                </a:lnTo>
                <a:lnTo>
                  <a:pt x="761694" y="29408"/>
                </a:lnTo>
                <a:lnTo>
                  <a:pt x="761694" y="39005"/>
                </a:lnTo>
                <a:lnTo>
                  <a:pt x="747504" y="39005"/>
                </a:lnTo>
                <a:lnTo>
                  <a:pt x="747504" y="102208"/>
                </a:lnTo>
                <a:lnTo>
                  <a:pt x="735234" y="102208"/>
                </a:lnTo>
                <a:close/>
                <a:moveTo>
                  <a:pt x="811071" y="102208"/>
                </a:moveTo>
                <a:lnTo>
                  <a:pt x="811071" y="1714"/>
                </a:lnTo>
                <a:lnTo>
                  <a:pt x="883734" y="1714"/>
                </a:lnTo>
                <a:lnTo>
                  <a:pt x="883734" y="13573"/>
                </a:lnTo>
                <a:lnTo>
                  <a:pt x="824369" y="13573"/>
                </a:lnTo>
                <a:lnTo>
                  <a:pt x="824369" y="44352"/>
                </a:lnTo>
                <a:lnTo>
                  <a:pt x="879963" y="44352"/>
                </a:lnTo>
                <a:lnTo>
                  <a:pt x="879963" y="56142"/>
                </a:lnTo>
                <a:lnTo>
                  <a:pt x="824369" y="56142"/>
                </a:lnTo>
                <a:lnTo>
                  <a:pt x="824369" y="90349"/>
                </a:lnTo>
                <a:lnTo>
                  <a:pt x="886064" y="90349"/>
                </a:lnTo>
                <a:lnTo>
                  <a:pt x="886064" y="102208"/>
                </a:lnTo>
                <a:lnTo>
                  <a:pt x="811071" y="102208"/>
                </a:lnTo>
                <a:close/>
                <a:moveTo>
                  <a:pt x="902446" y="102208"/>
                </a:moveTo>
                <a:lnTo>
                  <a:pt x="902446" y="1714"/>
                </a:lnTo>
                <a:lnTo>
                  <a:pt x="914785" y="1714"/>
                </a:lnTo>
                <a:lnTo>
                  <a:pt x="914785" y="102208"/>
                </a:lnTo>
                <a:lnTo>
                  <a:pt x="902446" y="102208"/>
                </a:lnTo>
                <a:close/>
                <a:moveTo>
                  <a:pt x="934236" y="15904"/>
                </a:moveTo>
                <a:lnTo>
                  <a:pt x="934236" y="1714"/>
                </a:lnTo>
                <a:lnTo>
                  <a:pt x="946575" y="1714"/>
                </a:lnTo>
                <a:lnTo>
                  <a:pt x="946575" y="15904"/>
                </a:lnTo>
                <a:lnTo>
                  <a:pt x="934236" y="15904"/>
                </a:lnTo>
                <a:moveTo>
                  <a:pt x="934236" y="102208"/>
                </a:moveTo>
                <a:lnTo>
                  <a:pt x="934236" y="29408"/>
                </a:lnTo>
                <a:lnTo>
                  <a:pt x="946575" y="29408"/>
                </a:lnTo>
                <a:lnTo>
                  <a:pt x="946575" y="102208"/>
                </a:lnTo>
                <a:lnTo>
                  <a:pt x="934236" y="102208"/>
                </a:lnTo>
                <a:close/>
                <a:moveTo>
                  <a:pt x="959102" y="102208"/>
                </a:moveTo>
                <a:lnTo>
                  <a:pt x="959102" y="92200"/>
                </a:lnTo>
                <a:lnTo>
                  <a:pt x="1005442" y="39005"/>
                </a:lnTo>
                <a:cubicBezTo>
                  <a:pt x="1000186" y="39279"/>
                  <a:pt x="995548" y="39416"/>
                  <a:pt x="991526" y="39416"/>
                </a:cubicBezTo>
                <a:lnTo>
                  <a:pt x="961844" y="39416"/>
                </a:lnTo>
                <a:lnTo>
                  <a:pt x="961844" y="29408"/>
                </a:lnTo>
                <a:lnTo>
                  <a:pt x="1021346" y="29408"/>
                </a:lnTo>
                <a:lnTo>
                  <a:pt x="1021346" y="37565"/>
                </a:lnTo>
                <a:lnTo>
                  <a:pt x="981929" y="83768"/>
                </a:lnTo>
                <a:lnTo>
                  <a:pt x="974320" y="92200"/>
                </a:lnTo>
                <a:cubicBezTo>
                  <a:pt x="979850" y="91788"/>
                  <a:pt x="985037" y="91583"/>
                  <a:pt x="989881" y="91583"/>
                </a:cubicBezTo>
                <a:lnTo>
                  <a:pt x="1023539" y="91583"/>
                </a:lnTo>
                <a:lnTo>
                  <a:pt x="1023539" y="102208"/>
                </a:lnTo>
                <a:lnTo>
                  <a:pt x="959102" y="102208"/>
                </a:lnTo>
                <a:close/>
                <a:moveTo>
                  <a:pt x="1083034" y="93228"/>
                </a:moveTo>
                <a:cubicBezTo>
                  <a:pt x="1078464" y="97112"/>
                  <a:pt x="1074065" y="99854"/>
                  <a:pt x="1069838" y="101454"/>
                </a:cubicBezTo>
                <a:cubicBezTo>
                  <a:pt x="1065611" y="103053"/>
                  <a:pt x="1061075" y="103853"/>
                  <a:pt x="1056231" y="103853"/>
                </a:cubicBezTo>
                <a:cubicBezTo>
                  <a:pt x="1048233" y="103853"/>
                  <a:pt x="1042087" y="101899"/>
                  <a:pt x="1037791" y="97992"/>
                </a:cubicBezTo>
                <a:cubicBezTo>
                  <a:pt x="1033495" y="94085"/>
                  <a:pt x="1031347" y="89092"/>
                  <a:pt x="1031347" y="83014"/>
                </a:cubicBezTo>
                <a:cubicBezTo>
                  <a:pt x="1031347" y="79449"/>
                  <a:pt x="1032159" y="76193"/>
                  <a:pt x="1033781" y="73246"/>
                </a:cubicBezTo>
                <a:cubicBezTo>
                  <a:pt x="1035403" y="70298"/>
                  <a:pt x="1037528" y="67933"/>
                  <a:pt x="1040156" y="66151"/>
                </a:cubicBezTo>
                <a:cubicBezTo>
                  <a:pt x="1042784" y="64368"/>
                  <a:pt x="1045743" y="63020"/>
                  <a:pt x="1049033" y="62106"/>
                </a:cubicBezTo>
                <a:cubicBezTo>
                  <a:pt x="1051455" y="61466"/>
                  <a:pt x="1055111" y="60849"/>
                  <a:pt x="1060001" y="60255"/>
                </a:cubicBezTo>
                <a:cubicBezTo>
                  <a:pt x="1069964" y="59067"/>
                  <a:pt x="1077299" y="57650"/>
                  <a:pt x="1082006" y="56005"/>
                </a:cubicBezTo>
                <a:cubicBezTo>
                  <a:pt x="1082051" y="54314"/>
                  <a:pt x="1082074" y="53240"/>
                  <a:pt x="1082074" y="52783"/>
                </a:cubicBezTo>
                <a:cubicBezTo>
                  <a:pt x="1082074" y="47756"/>
                  <a:pt x="1080909" y="44215"/>
                  <a:pt x="1078578" y="42158"/>
                </a:cubicBezTo>
                <a:cubicBezTo>
                  <a:pt x="1075425" y="39371"/>
                  <a:pt x="1070741" y="37977"/>
                  <a:pt x="1064526" y="37977"/>
                </a:cubicBezTo>
                <a:cubicBezTo>
                  <a:pt x="1058722" y="37977"/>
                  <a:pt x="1054437" y="38993"/>
                  <a:pt x="1051672" y="41027"/>
                </a:cubicBezTo>
                <a:cubicBezTo>
                  <a:pt x="1048908" y="43061"/>
                  <a:pt x="1046862" y="46660"/>
                  <a:pt x="1045537" y="51824"/>
                </a:cubicBezTo>
                <a:lnTo>
                  <a:pt x="1033472" y="50179"/>
                </a:lnTo>
                <a:cubicBezTo>
                  <a:pt x="1034569" y="45014"/>
                  <a:pt x="1036374" y="40844"/>
                  <a:pt x="1038888" y="37668"/>
                </a:cubicBezTo>
                <a:cubicBezTo>
                  <a:pt x="1041401" y="34492"/>
                  <a:pt x="1045034" y="32047"/>
                  <a:pt x="1049787" y="30333"/>
                </a:cubicBezTo>
                <a:cubicBezTo>
                  <a:pt x="1054540" y="28620"/>
                  <a:pt x="1060047" y="27763"/>
                  <a:pt x="1066308" y="27763"/>
                </a:cubicBezTo>
                <a:cubicBezTo>
                  <a:pt x="1072523" y="27763"/>
                  <a:pt x="1077573" y="28494"/>
                  <a:pt x="1081457" y="29956"/>
                </a:cubicBezTo>
                <a:cubicBezTo>
                  <a:pt x="1085342" y="31419"/>
                  <a:pt x="1088198" y="33258"/>
                  <a:pt x="1090026" y="35475"/>
                </a:cubicBezTo>
                <a:cubicBezTo>
                  <a:pt x="1091854" y="37691"/>
                  <a:pt x="1093134" y="40490"/>
                  <a:pt x="1093865" y="43872"/>
                </a:cubicBezTo>
                <a:cubicBezTo>
                  <a:pt x="1094276" y="45974"/>
                  <a:pt x="1094482" y="49767"/>
                  <a:pt x="1094482" y="55251"/>
                </a:cubicBezTo>
                <a:lnTo>
                  <a:pt x="1094482" y="71703"/>
                </a:lnTo>
                <a:cubicBezTo>
                  <a:pt x="1094482" y="83174"/>
                  <a:pt x="1094745" y="90429"/>
                  <a:pt x="1095270" y="93468"/>
                </a:cubicBezTo>
                <a:cubicBezTo>
                  <a:pt x="1095796" y="96507"/>
                  <a:pt x="1096835" y="99420"/>
                  <a:pt x="1098389" y="102208"/>
                </a:cubicBezTo>
                <a:lnTo>
                  <a:pt x="1085502" y="102208"/>
                </a:lnTo>
                <a:cubicBezTo>
                  <a:pt x="1084222" y="99649"/>
                  <a:pt x="1083400" y="96655"/>
                  <a:pt x="1083034" y="93228"/>
                </a:cubicBezTo>
                <a:moveTo>
                  <a:pt x="1082006" y="65671"/>
                </a:moveTo>
                <a:cubicBezTo>
                  <a:pt x="1077527" y="67499"/>
                  <a:pt x="1070809" y="69053"/>
                  <a:pt x="1061852" y="70332"/>
                </a:cubicBezTo>
                <a:cubicBezTo>
                  <a:pt x="1056779" y="71063"/>
                  <a:pt x="1053192" y="71886"/>
                  <a:pt x="1051090" y="72800"/>
                </a:cubicBezTo>
                <a:cubicBezTo>
                  <a:pt x="1048988" y="73714"/>
                  <a:pt x="1047365" y="75051"/>
                  <a:pt x="1046223" y="76810"/>
                </a:cubicBezTo>
                <a:cubicBezTo>
                  <a:pt x="1045080" y="78570"/>
                  <a:pt x="1044509" y="80523"/>
                  <a:pt x="1044509" y="82671"/>
                </a:cubicBezTo>
                <a:cubicBezTo>
                  <a:pt x="1044509" y="85962"/>
                  <a:pt x="1045754" y="88704"/>
                  <a:pt x="1048245" y="90897"/>
                </a:cubicBezTo>
                <a:cubicBezTo>
                  <a:pt x="1050736" y="93091"/>
                  <a:pt x="1054380" y="94188"/>
                  <a:pt x="1059179" y="94188"/>
                </a:cubicBezTo>
                <a:cubicBezTo>
                  <a:pt x="1063931" y="94188"/>
                  <a:pt x="1068159" y="93148"/>
                  <a:pt x="1071860" y="91069"/>
                </a:cubicBezTo>
                <a:cubicBezTo>
                  <a:pt x="1075562" y="88989"/>
                  <a:pt x="1078281" y="86144"/>
                  <a:pt x="1080018" y="82534"/>
                </a:cubicBezTo>
                <a:cubicBezTo>
                  <a:pt x="1081343" y="79746"/>
                  <a:pt x="1082006" y="75633"/>
                  <a:pt x="1082006" y="70195"/>
                </a:cubicBezTo>
                <a:lnTo>
                  <a:pt x="1082006" y="65671"/>
                </a:lnTo>
                <a:close/>
                <a:moveTo>
                  <a:pt x="1124684" y="102208"/>
                </a:moveTo>
                <a:lnTo>
                  <a:pt x="1113236" y="102208"/>
                </a:lnTo>
                <a:lnTo>
                  <a:pt x="1113236" y="1714"/>
                </a:lnTo>
                <a:lnTo>
                  <a:pt x="1125575" y="1714"/>
                </a:lnTo>
                <a:lnTo>
                  <a:pt x="1125575" y="37565"/>
                </a:lnTo>
                <a:cubicBezTo>
                  <a:pt x="1130785" y="31030"/>
                  <a:pt x="1137435" y="27763"/>
                  <a:pt x="1145523" y="27763"/>
                </a:cubicBezTo>
                <a:cubicBezTo>
                  <a:pt x="1150002" y="27763"/>
                  <a:pt x="1154241" y="28665"/>
                  <a:pt x="1158239" y="30470"/>
                </a:cubicBezTo>
                <a:cubicBezTo>
                  <a:pt x="1162238" y="32276"/>
                  <a:pt x="1165529" y="34812"/>
                  <a:pt x="1168111" y="38079"/>
                </a:cubicBezTo>
                <a:cubicBezTo>
                  <a:pt x="1170693" y="41347"/>
                  <a:pt x="1172715" y="45289"/>
                  <a:pt x="1174177" y="49904"/>
                </a:cubicBezTo>
                <a:cubicBezTo>
                  <a:pt x="1175640" y="54520"/>
                  <a:pt x="1176371" y="59456"/>
                  <a:pt x="1176371" y="64711"/>
                </a:cubicBezTo>
                <a:cubicBezTo>
                  <a:pt x="1176371" y="77187"/>
                  <a:pt x="1173286" y="86830"/>
                  <a:pt x="1167117" y="93639"/>
                </a:cubicBezTo>
                <a:cubicBezTo>
                  <a:pt x="1160947" y="100448"/>
                  <a:pt x="1153544" y="103853"/>
                  <a:pt x="1144907" y="103853"/>
                </a:cubicBezTo>
                <a:cubicBezTo>
                  <a:pt x="1136315" y="103853"/>
                  <a:pt x="1129574" y="100266"/>
                  <a:pt x="1124684" y="93091"/>
                </a:cubicBezTo>
                <a:lnTo>
                  <a:pt x="1124684" y="102208"/>
                </a:lnTo>
                <a:moveTo>
                  <a:pt x="1124547" y="65260"/>
                </a:moveTo>
                <a:cubicBezTo>
                  <a:pt x="1124547" y="73988"/>
                  <a:pt x="1125735" y="80295"/>
                  <a:pt x="1128112" y="84179"/>
                </a:cubicBezTo>
                <a:cubicBezTo>
                  <a:pt x="1131996" y="90532"/>
                  <a:pt x="1137252" y="93708"/>
                  <a:pt x="1143878" y="93708"/>
                </a:cubicBezTo>
                <a:cubicBezTo>
                  <a:pt x="1149271" y="93708"/>
                  <a:pt x="1153932" y="91366"/>
                  <a:pt x="1157862" y="86681"/>
                </a:cubicBezTo>
                <a:cubicBezTo>
                  <a:pt x="1161793" y="81997"/>
                  <a:pt x="1163758" y="75016"/>
                  <a:pt x="1163758" y="65739"/>
                </a:cubicBezTo>
                <a:cubicBezTo>
                  <a:pt x="1163758" y="56234"/>
                  <a:pt x="1161873" y="49219"/>
                  <a:pt x="1158102" y="44695"/>
                </a:cubicBezTo>
                <a:cubicBezTo>
                  <a:pt x="1154332" y="40170"/>
                  <a:pt x="1149774" y="37908"/>
                  <a:pt x="1144427" y="37908"/>
                </a:cubicBezTo>
                <a:cubicBezTo>
                  <a:pt x="1139034" y="37908"/>
                  <a:pt x="1134373" y="40250"/>
                  <a:pt x="1130443" y="44934"/>
                </a:cubicBezTo>
                <a:cubicBezTo>
                  <a:pt x="1126512" y="49619"/>
                  <a:pt x="1124547" y="56394"/>
                  <a:pt x="1124547" y="65260"/>
                </a:cubicBezTo>
                <a:close/>
                <a:moveTo>
                  <a:pt x="1240917" y="78764"/>
                </a:moveTo>
                <a:lnTo>
                  <a:pt x="1253667" y="80341"/>
                </a:lnTo>
                <a:cubicBezTo>
                  <a:pt x="1251656" y="87790"/>
                  <a:pt x="1247932" y="93571"/>
                  <a:pt x="1242494" y="97684"/>
                </a:cubicBezTo>
                <a:cubicBezTo>
                  <a:pt x="1237055" y="101797"/>
                  <a:pt x="1230109" y="103853"/>
                  <a:pt x="1221654" y="103853"/>
                </a:cubicBezTo>
                <a:cubicBezTo>
                  <a:pt x="1211006" y="103853"/>
                  <a:pt x="1202563" y="100574"/>
                  <a:pt x="1196325" y="94016"/>
                </a:cubicBezTo>
                <a:cubicBezTo>
                  <a:pt x="1190087" y="87458"/>
                  <a:pt x="1186968" y="78261"/>
                  <a:pt x="1186968" y="66425"/>
                </a:cubicBezTo>
                <a:cubicBezTo>
                  <a:pt x="1186968" y="54177"/>
                  <a:pt x="1190121" y="44672"/>
                  <a:pt x="1196428" y="37908"/>
                </a:cubicBezTo>
                <a:cubicBezTo>
                  <a:pt x="1202735" y="31145"/>
                  <a:pt x="1210915" y="27763"/>
                  <a:pt x="1220969" y="27763"/>
                </a:cubicBezTo>
                <a:cubicBezTo>
                  <a:pt x="1230703" y="27763"/>
                  <a:pt x="1238655" y="31076"/>
                  <a:pt x="1244824" y="37702"/>
                </a:cubicBezTo>
                <a:cubicBezTo>
                  <a:pt x="1250994" y="44329"/>
                  <a:pt x="1254079" y="53652"/>
                  <a:pt x="1254079" y="65671"/>
                </a:cubicBezTo>
                <a:cubicBezTo>
                  <a:pt x="1254079" y="66402"/>
                  <a:pt x="1254056" y="67499"/>
                  <a:pt x="1254010" y="68961"/>
                </a:cubicBezTo>
                <a:lnTo>
                  <a:pt x="1199718" y="68961"/>
                </a:lnTo>
                <a:cubicBezTo>
                  <a:pt x="1200175" y="76959"/>
                  <a:pt x="1202438" y="83083"/>
                  <a:pt x="1206505" y="87333"/>
                </a:cubicBezTo>
                <a:cubicBezTo>
                  <a:pt x="1210572" y="91583"/>
                  <a:pt x="1215645" y="93708"/>
                  <a:pt x="1221723" y="93708"/>
                </a:cubicBezTo>
                <a:cubicBezTo>
                  <a:pt x="1226247" y="93708"/>
                  <a:pt x="1230109" y="92520"/>
                  <a:pt x="1233308" y="90143"/>
                </a:cubicBezTo>
                <a:cubicBezTo>
                  <a:pt x="1236507" y="87767"/>
                  <a:pt x="1239043" y="83974"/>
                  <a:pt x="1240917" y="78764"/>
                </a:cubicBezTo>
                <a:moveTo>
                  <a:pt x="1200404" y="58816"/>
                </a:moveTo>
                <a:lnTo>
                  <a:pt x="1241054" y="58816"/>
                </a:lnTo>
                <a:cubicBezTo>
                  <a:pt x="1240506" y="52692"/>
                  <a:pt x="1238952" y="48099"/>
                  <a:pt x="1236393" y="45037"/>
                </a:cubicBezTo>
                <a:cubicBezTo>
                  <a:pt x="1232463" y="40285"/>
                  <a:pt x="1227367" y="37908"/>
                  <a:pt x="1221106" y="37908"/>
                </a:cubicBezTo>
                <a:cubicBezTo>
                  <a:pt x="1215439" y="37908"/>
                  <a:pt x="1210675" y="39805"/>
                  <a:pt x="1206813" y="43598"/>
                </a:cubicBezTo>
                <a:cubicBezTo>
                  <a:pt x="1202952" y="47391"/>
                  <a:pt x="1200815" y="52464"/>
                  <a:pt x="1200404" y="58816"/>
                </a:cubicBezTo>
                <a:close/>
                <a:moveTo>
                  <a:pt x="1295798" y="91171"/>
                </a:moveTo>
                <a:lnTo>
                  <a:pt x="1297580" y="102071"/>
                </a:lnTo>
                <a:cubicBezTo>
                  <a:pt x="1294107" y="102802"/>
                  <a:pt x="1290999" y="103168"/>
                  <a:pt x="1288257" y="103168"/>
                </a:cubicBezTo>
                <a:cubicBezTo>
                  <a:pt x="1283779" y="103168"/>
                  <a:pt x="1280305" y="102459"/>
                  <a:pt x="1277838" y="101043"/>
                </a:cubicBezTo>
                <a:cubicBezTo>
                  <a:pt x="1275370" y="99626"/>
                  <a:pt x="1273633" y="97764"/>
                  <a:pt x="1272628" y="95456"/>
                </a:cubicBezTo>
                <a:cubicBezTo>
                  <a:pt x="1271622" y="93148"/>
                  <a:pt x="1271120" y="88292"/>
                  <a:pt x="1271120" y="80889"/>
                </a:cubicBezTo>
                <a:lnTo>
                  <a:pt x="1271120" y="39005"/>
                </a:lnTo>
                <a:lnTo>
                  <a:pt x="1262071" y="39005"/>
                </a:lnTo>
                <a:lnTo>
                  <a:pt x="1262071" y="29408"/>
                </a:lnTo>
                <a:lnTo>
                  <a:pt x="1271120" y="29408"/>
                </a:lnTo>
                <a:lnTo>
                  <a:pt x="1271120" y="11379"/>
                </a:lnTo>
                <a:lnTo>
                  <a:pt x="1283390" y="3976"/>
                </a:lnTo>
                <a:lnTo>
                  <a:pt x="1283390" y="29408"/>
                </a:lnTo>
                <a:lnTo>
                  <a:pt x="1295798" y="29408"/>
                </a:lnTo>
                <a:lnTo>
                  <a:pt x="1295798" y="39005"/>
                </a:lnTo>
                <a:lnTo>
                  <a:pt x="1283390" y="39005"/>
                </a:lnTo>
                <a:lnTo>
                  <a:pt x="1283390" y="81574"/>
                </a:lnTo>
                <a:cubicBezTo>
                  <a:pt x="1283390" y="85093"/>
                  <a:pt x="1283607" y="87355"/>
                  <a:pt x="1284041" y="88361"/>
                </a:cubicBezTo>
                <a:cubicBezTo>
                  <a:pt x="1284475" y="89366"/>
                  <a:pt x="1285184" y="90166"/>
                  <a:pt x="1286166" y="90760"/>
                </a:cubicBezTo>
                <a:cubicBezTo>
                  <a:pt x="1287149" y="91354"/>
                  <a:pt x="1288554" y="91651"/>
                  <a:pt x="1290382" y="91651"/>
                </a:cubicBezTo>
                <a:cubicBezTo>
                  <a:pt x="1291753" y="91651"/>
                  <a:pt x="1293558" y="91491"/>
                  <a:pt x="1295798" y="91171"/>
                </a:cubicBezTo>
                <a:close/>
                <a:moveTo>
                  <a:pt x="1307325" y="102208"/>
                </a:moveTo>
                <a:lnTo>
                  <a:pt x="1307325" y="1714"/>
                </a:lnTo>
                <a:lnTo>
                  <a:pt x="1319664" y="1714"/>
                </a:lnTo>
                <a:lnTo>
                  <a:pt x="1319664" y="37771"/>
                </a:lnTo>
                <a:cubicBezTo>
                  <a:pt x="1325422" y="31099"/>
                  <a:pt x="1332688" y="27763"/>
                  <a:pt x="1341462" y="27763"/>
                </a:cubicBezTo>
                <a:cubicBezTo>
                  <a:pt x="1346855" y="27763"/>
                  <a:pt x="1351539" y="28825"/>
                  <a:pt x="1355515" y="30950"/>
                </a:cubicBezTo>
                <a:cubicBezTo>
                  <a:pt x="1359491" y="33075"/>
                  <a:pt x="1362336" y="36012"/>
                  <a:pt x="1364050" y="39759"/>
                </a:cubicBezTo>
                <a:cubicBezTo>
                  <a:pt x="1365763" y="43506"/>
                  <a:pt x="1366620" y="48945"/>
                  <a:pt x="1366620" y="56074"/>
                </a:cubicBezTo>
                <a:lnTo>
                  <a:pt x="1366620" y="102208"/>
                </a:lnTo>
                <a:lnTo>
                  <a:pt x="1354281" y="102208"/>
                </a:lnTo>
                <a:lnTo>
                  <a:pt x="1354281" y="56074"/>
                </a:lnTo>
                <a:cubicBezTo>
                  <a:pt x="1354281" y="49904"/>
                  <a:pt x="1352945" y="45414"/>
                  <a:pt x="1350271" y="42604"/>
                </a:cubicBezTo>
                <a:cubicBezTo>
                  <a:pt x="1347598" y="39793"/>
                  <a:pt x="1343816" y="38388"/>
                  <a:pt x="1338926" y="38388"/>
                </a:cubicBezTo>
                <a:cubicBezTo>
                  <a:pt x="1335270" y="38388"/>
                  <a:pt x="1331831" y="39336"/>
                  <a:pt x="1328609" y="41233"/>
                </a:cubicBezTo>
                <a:cubicBezTo>
                  <a:pt x="1325387" y="43129"/>
                  <a:pt x="1323091" y="45700"/>
                  <a:pt x="1321720" y="48945"/>
                </a:cubicBezTo>
                <a:cubicBezTo>
                  <a:pt x="1320349" y="52189"/>
                  <a:pt x="1319664" y="56668"/>
                  <a:pt x="1319664" y="62380"/>
                </a:cubicBezTo>
                <a:lnTo>
                  <a:pt x="1319664" y="102208"/>
                </a:lnTo>
                <a:lnTo>
                  <a:pt x="1307325" y="102208"/>
                </a:lnTo>
                <a:close/>
                <a:moveTo>
                  <a:pt x="1423567" y="102208"/>
                </a:moveTo>
                <a:lnTo>
                  <a:pt x="1423567" y="1714"/>
                </a:lnTo>
                <a:lnTo>
                  <a:pt x="1435906" y="1714"/>
                </a:lnTo>
                <a:lnTo>
                  <a:pt x="1435906" y="37771"/>
                </a:lnTo>
                <a:cubicBezTo>
                  <a:pt x="1441665" y="31099"/>
                  <a:pt x="1448931" y="27763"/>
                  <a:pt x="1457705" y="27763"/>
                </a:cubicBezTo>
                <a:cubicBezTo>
                  <a:pt x="1463098" y="27763"/>
                  <a:pt x="1467782" y="28825"/>
                  <a:pt x="1471758" y="30950"/>
                </a:cubicBezTo>
                <a:cubicBezTo>
                  <a:pt x="1475734" y="33075"/>
                  <a:pt x="1478579" y="36012"/>
                  <a:pt x="1480292" y="39759"/>
                </a:cubicBezTo>
                <a:cubicBezTo>
                  <a:pt x="1482006" y="43506"/>
                  <a:pt x="1482863" y="48945"/>
                  <a:pt x="1482863" y="56074"/>
                </a:cubicBezTo>
                <a:lnTo>
                  <a:pt x="1482863" y="102208"/>
                </a:lnTo>
                <a:lnTo>
                  <a:pt x="1470524" y="102208"/>
                </a:lnTo>
                <a:lnTo>
                  <a:pt x="1470524" y="56074"/>
                </a:lnTo>
                <a:cubicBezTo>
                  <a:pt x="1470524" y="49904"/>
                  <a:pt x="1469187" y="45414"/>
                  <a:pt x="1466514" y="42604"/>
                </a:cubicBezTo>
                <a:cubicBezTo>
                  <a:pt x="1463840" y="39793"/>
                  <a:pt x="1460059" y="38388"/>
                  <a:pt x="1455169" y="38388"/>
                </a:cubicBezTo>
                <a:cubicBezTo>
                  <a:pt x="1451513" y="38388"/>
                  <a:pt x="1448074" y="39336"/>
                  <a:pt x="1444852" y="41233"/>
                </a:cubicBezTo>
                <a:cubicBezTo>
                  <a:pt x="1441630" y="43129"/>
                  <a:pt x="1439334" y="45700"/>
                  <a:pt x="1437963" y="48945"/>
                </a:cubicBezTo>
                <a:cubicBezTo>
                  <a:pt x="1436592" y="52189"/>
                  <a:pt x="1435906" y="56668"/>
                  <a:pt x="1435906" y="62380"/>
                </a:cubicBezTo>
                <a:lnTo>
                  <a:pt x="1435906" y="102208"/>
                </a:lnTo>
                <a:lnTo>
                  <a:pt x="1423567" y="102208"/>
                </a:lnTo>
                <a:close/>
                <a:moveTo>
                  <a:pt x="1548849" y="93228"/>
                </a:moveTo>
                <a:cubicBezTo>
                  <a:pt x="1544279" y="97112"/>
                  <a:pt x="1539880" y="99854"/>
                  <a:pt x="1535653" y="101454"/>
                </a:cubicBezTo>
                <a:cubicBezTo>
                  <a:pt x="1531426" y="103053"/>
                  <a:pt x="1526890" y="103853"/>
                  <a:pt x="1522046" y="103853"/>
                </a:cubicBezTo>
                <a:cubicBezTo>
                  <a:pt x="1514048" y="103853"/>
                  <a:pt x="1507902" y="101899"/>
                  <a:pt x="1503606" y="97992"/>
                </a:cubicBezTo>
                <a:cubicBezTo>
                  <a:pt x="1499310" y="94085"/>
                  <a:pt x="1497162" y="89092"/>
                  <a:pt x="1497162" y="83014"/>
                </a:cubicBezTo>
                <a:cubicBezTo>
                  <a:pt x="1497162" y="79449"/>
                  <a:pt x="1497973" y="76193"/>
                  <a:pt x="1499596" y="73246"/>
                </a:cubicBezTo>
                <a:cubicBezTo>
                  <a:pt x="1501218" y="70298"/>
                  <a:pt x="1503343" y="67933"/>
                  <a:pt x="1505971" y="66151"/>
                </a:cubicBezTo>
                <a:cubicBezTo>
                  <a:pt x="1508599" y="64368"/>
                  <a:pt x="1511558" y="63020"/>
                  <a:pt x="1514848" y="62106"/>
                </a:cubicBezTo>
                <a:cubicBezTo>
                  <a:pt x="1517270" y="61466"/>
                  <a:pt x="1520926" y="60849"/>
                  <a:pt x="1525816" y="60255"/>
                </a:cubicBezTo>
                <a:cubicBezTo>
                  <a:pt x="1535779" y="59067"/>
                  <a:pt x="1543113" y="57650"/>
                  <a:pt x="1547821" y="56005"/>
                </a:cubicBezTo>
                <a:cubicBezTo>
                  <a:pt x="1547866" y="54314"/>
                  <a:pt x="1547889" y="53240"/>
                  <a:pt x="1547889" y="52783"/>
                </a:cubicBezTo>
                <a:cubicBezTo>
                  <a:pt x="1547889" y="47756"/>
                  <a:pt x="1546724" y="44215"/>
                  <a:pt x="1544393" y="42158"/>
                </a:cubicBezTo>
                <a:cubicBezTo>
                  <a:pt x="1541240" y="39371"/>
                  <a:pt x="1536556" y="37977"/>
                  <a:pt x="1530340" y="37977"/>
                </a:cubicBezTo>
                <a:cubicBezTo>
                  <a:pt x="1524536" y="37977"/>
                  <a:pt x="1520252" y="38993"/>
                  <a:pt x="1517487" y="41027"/>
                </a:cubicBezTo>
                <a:cubicBezTo>
                  <a:pt x="1514722" y="43061"/>
                  <a:pt x="1512677" y="46660"/>
                  <a:pt x="1511352" y="51824"/>
                </a:cubicBezTo>
                <a:lnTo>
                  <a:pt x="1499287" y="50179"/>
                </a:lnTo>
                <a:cubicBezTo>
                  <a:pt x="1500384" y="45014"/>
                  <a:pt x="1502189" y="40844"/>
                  <a:pt x="1504703" y="37668"/>
                </a:cubicBezTo>
                <a:cubicBezTo>
                  <a:pt x="1507216" y="34492"/>
                  <a:pt x="1510849" y="32047"/>
                  <a:pt x="1515602" y="30333"/>
                </a:cubicBezTo>
                <a:cubicBezTo>
                  <a:pt x="1520355" y="28620"/>
                  <a:pt x="1525862" y="27763"/>
                  <a:pt x="1532123" y="27763"/>
                </a:cubicBezTo>
                <a:cubicBezTo>
                  <a:pt x="1538338" y="27763"/>
                  <a:pt x="1543388" y="28494"/>
                  <a:pt x="1547272" y="29956"/>
                </a:cubicBezTo>
                <a:cubicBezTo>
                  <a:pt x="1551157" y="31419"/>
                  <a:pt x="1554013" y="33258"/>
                  <a:pt x="1555841" y="35475"/>
                </a:cubicBezTo>
                <a:cubicBezTo>
                  <a:pt x="1557669" y="37691"/>
                  <a:pt x="1558948" y="40490"/>
                  <a:pt x="1559680" y="43872"/>
                </a:cubicBezTo>
                <a:cubicBezTo>
                  <a:pt x="1560091" y="45974"/>
                  <a:pt x="1560297" y="49767"/>
                  <a:pt x="1560297" y="55251"/>
                </a:cubicBezTo>
                <a:lnTo>
                  <a:pt x="1560297" y="71703"/>
                </a:lnTo>
                <a:cubicBezTo>
                  <a:pt x="1560297" y="83174"/>
                  <a:pt x="1560559" y="90429"/>
                  <a:pt x="1561085" y="93468"/>
                </a:cubicBezTo>
                <a:cubicBezTo>
                  <a:pt x="1561611" y="96507"/>
                  <a:pt x="1562650" y="99420"/>
                  <a:pt x="1564204" y="102208"/>
                </a:cubicBezTo>
                <a:lnTo>
                  <a:pt x="1551317" y="102208"/>
                </a:lnTo>
                <a:cubicBezTo>
                  <a:pt x="1550037" y="99649"/>
                  <a:pt x="1549214" y="96655"/>
                  <a:pt x="1548849" y="93228"/>
                </a:cubicBezTo>
                <a:moveTo>
                  <a:pt x="1547821" y="65671"/>
                </a:moveTo>
                <a:cubicBezTo>
                  <a:pt x="1543342" y="67499"/>
                  <a:pt x="1536624" y="69053"/>
                  <a:pt x="1527667" y="70332"/>
                </a:cubicBezTo>
                <a:cubicBezTo>
                  <a:pt x="1522594" y="71063"/>
                  <a:pt x="1519007" y="71886"/>
                  <a:pt x="1516905" y="72800"/>
                </a:cubicBezTo>
                <a:cubicBezTo>
                  <a:pt x="1514802" y="73714"/>
                  <a:pt x="1513180" y="75051"/>
                  <a:pt x="1512037" y="76810"/>
                </a:cubicBezTo>
                <a:cubicBezTo>
                  <a:pt x="1510895" y="78570"/>
                  <a:pt x="1510324" y="80523"/>
                  <a:pt x="1510324" y="82671"/>
                </a:cubicBezTo>
                <a:cubicBezTo>
                  <a:pt x="1510324" y="85962"/>
                  <a:pt x="1511569" y="88704"/>
                  <a:pt x="1514060" y="90897"/>
                </a:cubicBezTo>
                <a:cubicBezTo>
                  <a:pt x="1516550" y="93091"/>
                  <a:pt x="1520195" y="94188"/>
                  <a:pt x="1524993" y="94188"/>
                </a:cubicBezTo>
                <a:cubicBezTo>
                  <a:pt x="1529746" y="94188"/>
                  <a:pt x="1533973" y="93148"/>
                  <a:pt x="1537675" y="91069"/>
                </a:cubicBezTo>
                <a:cubicBezTo>
                  <a:pt x="1541377" y="88989"/>
                  <a:pt x="1544096" y="86144"/>
                  <a:pt x="1545833" y="82534"/>
                </a:cubicBezTo>
                <a:cubicBezTo>
                  <a:pt x="1547158" y="79746"/>
                  <a:pt x="1547821" y="75633"/>
                  <a:pt x="1547821" y="70195"/>
                </a:cubicBezTo>
                <a:lnTo>
                  <a:pt x="1547821" y="65671"/>
                </a:lnTo>
                <a:close/>
                <a:moveTo>
                  <a:pt x="1574184" y="80478"/>
                </a:moveTo>
                <a:lnTo>
                  <a:pt x="1586386" y="78558"/>
                </a:lnTo>
                <a:cubicBezTo>
                  <a:pt x="1587072" y="83448"/>
                  <a:pt x="1588980" y="87196"/>
                  <a:pt x="1592110" y="89800"/>
                </a:cubicBezTo>
                <a:cubicBezTo>
                  <a:pt x="1595241" y="92405"/>
                  <a:pt x="1599616" y="93708"/>
                  <a:pt x="1605238" y="93708"/>
                </a:cubicBezTo>
                <a:cubicBezTo>
                  <a:pt x="1610904" y="93708"/>
                  <a:pt x="1615109" y="92554"/>
                  <a:pt x="1617851" y="90246"/>
                </a:cubicBezTo>
                <a:cubicBezTo>
                  <a:pt x="1620593" y="87938"/>
                  <a:pt x="1621964" y="85230"/>
                  <a:pt x="1621964" y="82123"/>
                </a:cubicBezTo>
                <a:cubicBezTo>
                  <a:pt x="1621964" y="79335"/>
                  <a:pt x="1620753" y="77142"/>
                  <a:pt x="1618331" y="75542"/>
                </a:cubicBezTo>
                <a:cubicBezTo>
                  <a:pt x="1616640" y="74445"/>
                  <a:pt x="1612435" y="73051"/>
                  <a:pt x="1605717" y="71360"/>
                </a:cubicBezTo>
                <a:cubicBezTo>
                  <a:pt x="1596669" y="69075"/>
                  <a:pt x="1590396" y="67099"/>
                  <a:pt x="1586900" y="65431"/>
                </a:cubicBezTo>
                <a:cubicBezTo>
                  <a:pt x="1583404" y="63763"/>
                  <a:pt x="1580754" y="61455"/>
                  <a:pt x="1578949" y="58507"/>
                </a:cubicBezTo>
                <a:cubicBezTo>
                  <a:pt x="1577143" y="55560"/>
                  <a:pt x="1576241" y="52304"/>
                  <a:pt x="1576241" y="48739"/>
                </a:cubicBezTo>
                <a:cubicBezTo>
                  <a:pt x="1576241" y="45494"/>
                  <a:pt x="1576984" y="42490"/>
                  <a:pt x="1578469" y="39725"/>
                </a:cubicBezTo>
                <a:cubicBezTo>
                  <a:pt x="1579954" y="36960"/>
                  <a:pt x="1581976" y="34663"/>
                  <a:pt x="1584535" y="32835"/>
                </a:cubicBezTo>
                <a:cubicBezTo>
                  <a:pt x="1586455" y="31419"/>
                  <a:pt x="1589071" y="30219"/>
                  <a:pt x="1592384" y="29237"/>
                </a:cubicBezTo>
                <a:cubicBezTo>
                  <a:pt x="1595698" y="28254"/>
                  <a:pt x="1599251" y="27763"/>
                  <a:pt x="1603044" y="27763"/>
                </a:cubicBezTo>
                <a:cubicBezTo>
                  <a:pt x="1608756" y="27763"/>
                  <a:pt x="1613772" y="28585"/>
                  <a:pt x="1618091" y="30231"/>
                </a:cubicBezTo>
                <a:cubicBezTo>
                  <a:pt x="1622409" y="31876"/>
                  <a:pt x="1625597" y="34104"/>
                  <a:pt x="1627653" y="36914"/>
                </a:cubicBezTo>
                <a:cubicBezTo>
                  <a:pt x="1629710" y="39725"/>
                  <a:pt x="1631127" y="43484"/>
                  <a:pt x="1631903" y="48191"/>
                </a:cubicBezTo>
                <a:lnTo>
                  <a:pt x="1619839" y="49836"/>
                </a:lnTo>
                <a:cubicBezTo>
                  <a:pt x="1619290" y="46088"/>
                  <a:pt x="1617702" y="43164"/>
                  <a:pt x="1615074" y="41061"/>
                </a:cubicBezTo>
                <a:cubicBezTo>
                  <a:pt x="1612447" y="38959"/>
                  <a:pt x="1608734" y="37908"/>
                  <a:pt x="1603935" y="37908"/>
                </a:cubicBezTo>
                <a:cubicBezTo>
                  <a:pt x="1598268" y="37908"/>
                  <a:pt x="1594224" y="38845"/>
                  <a:pt x="1591802" y="40719"/>
                </a:cubicBezTo>
                <a:cubicBezTo>
                  <a:pt x="1589380" y="42592"/>
                  <a:pt x="1588169" y="44786"/>
                  <a:pt x="1588169" y="47299"/>
                </a:cubicBezTo>
                <a:cubicBezTo>
                  <a:pt x="1588169" y="48899"/>
                  <a:pt x="1588671" y="50338"/>
                  <a:pt x="1589677" y="51618"/>
                </a:cubicBezTo>
                <a:cubicBezTo>
                  <a:pt x="1590682" y="52943"/>
                  <a:pt x="1592259" y="54040"/>
                  <a:pt x="1594407" y="54908"/>
                </a:cubicBezTo>
                <a:cubicBezTo>
                  <a:pt x="1595641" y="55365"/>
                  <a:pt x="1599274" y="56417"/>
                  <a:pt x="1605306" y="58062"/>
                </a:cubicBezTo>
                <a:cubicBezTo>
                  <a:pt x="1614035" y="60392"/>
                  <a:pt x="1620124" y="62300"/>
                  <a:pt x="1623575" y="63786"/>
                </a:cubicBezTo>
                <a:cubicBezTo>
                  <a:pt x="1627025" y="65271"/>
                  <a:pt x="1629733" y="67430"/>
                  <a:pt x="1631698" y="70264"/>
                </a:cubicBezTo>
                <a:cubicBezTo>
                  <a:pt x="1633663" y="73097"/>
                  <a:pt x="1634645" y="76616"/>
                  <a:pt x="1634645" y="80820"/>
                </a:cubicBezTo>
                <a:cubicBezTo>
                  <a:pt x="1634645" y="84933"/>
                  <a:pt x="1633446" y="88806"/>
                  <a:pt x="1631047" y="92440"/>
                </a:cubicBezTo>
                <a:cubicBezTo>
                  <a:pt x="1628647" y="96073"/>
                  <a:pt x="1625186" y="98883"/>
                  <a:pt x="1620661" y="100871"/>
                </a:cubicBezTo>
                <a:cubicBezTo>
                  <a:pt x="1616137" y="102859"/>
                  <a:pt x="1611019" y="103853"/>
                  <a:pt x="1605306" y="103853"/>
                </a:cubicBezTo>
                <a:cubicBezTo>
                  <a:pt x="1595846" y="103853"/>
                  <a:pt x="1588637" y="101888"/>
                  <a:pt x="1583679" y="97958"/>
                </a:cubicBezTo>
                <a:cubicBezTo>
                  <a:pt x="1578720" y="94028"/>
                  <a:pt x="1575555" y="88201"/>
                  <a:pt x="1574184" y="80478"/>
                </a:cubicBezTo>
                <a:close/>
                <a:moveTo>
                  <a:pt x="1698881" y="102208"/>
                </a:moveTo>
                <a:lnTo>
                  <a:pt x="1687433" y="102208"/>
                </a:lnTo>
                <a:lnTo>
                  <a:pt x="1687433" y="1714"/>
                </a:lnTo>
                <a:lnTo>
                  <a:pt x="1699772" y="1714"/>
                </a:lnTo>
                <a:lnTo>
                  <a:pt x="1699772" y="37565"/>
                </a:lnTo>
                <a:cubicBezTo>
                  <a:pt x="1704981" y="31030"/>
                  <a:pt x="1711631" y="27763"/>
                  <a:pt x="1719720" y="27763"/>
                </a:cubicBezTo>
                <a:cubicBezTo>
                  <a:pt x="1724198" y="27763"/>
                  <a:pt x="1728437" y="28665"/>
                  <a:pt x="1732436" y="30470"/>
                </a:cubicBezTo>
                <a:cubicBezTo>
                  <a:pt x="1736434" y="32276"/>
                  <a:pt x="1739725" y="34812"/>
                  <a:pt x="1742307" y="38079"/>
                </a:cubicBezTo>
                <a:cubicBezTo>
                  <a:pt x="1744889" y="41347"/>
                  <a:pt x="1746911" y="45289"/>
                  <a:pt x="1748374" y="49904"/>
                </a:cubicBezTo>
                <a:cubicBezTo>
                  <a:pt x="1749836" y="54520"/>
                  <a:pt x="1750567" y="59456"/>
                  <a:pt x="1750567" y="64711"/>
                </a:cubicBezTo>
                <a:cubicBezTo>
                  <a:pt x="1750567" y="77187"/>
                  <a:pt x="1747482" y="86830"/>
                  <a:pt x="1741313" y="93639"/>
                </a:cubicBezTo>
                <a:cubicBezTo>
                  <a:pt x="1735143" y="100448"/>
                  <a:pt x="1727740" y="103853"/>
                  <a:pt x="1719103" y="103853"/>
                </a:cubicBezTo>
                <a:cubicBezTo>
                  <a:pt x="1710511" y="103853"/>
                  <a:pt x="1703770" y="100266"/>
                  <a:pt x="1698881" y="93091"/>
                </a:cubicBezTo>
                <a:lnTo>
                  <a:pt x="1698881" y="102208"/>
                </a:lnTo>
                <a:moveTo>
                  <a:pt x="1698743" y="65260"/>
                </a:moveTo>
                <a:cubicBezTo>
                  <a:pt x="1698743" y="73988"/>
                  <a:pt x="1699932" y="80295"/>
                  <a:pt x="1702308" y="84179"/>
                </a:cubicBezTo>
                <a:cubicBezTo>
                  <a:pt x="1706193" y="90532"/>
                  <a:pt x="1711448" y="93708"/>
                  <a:pt x="1718075" y="93708"/>
                </a:cubicBezTo>
                <a:cubicBezTo>
                  <a:pt x="1723467" y="93708"/>
                  <a:pt x="1728129" y="91366"/>
                  <a:pt x="1732059" y="86681"/>
                </a:cubicBezTo>
                <a:cubicBezTo>
                  <a:pt x="1735989" y="81997"/>
                  <a:pt x="1737954" y="75016"/>
                  <a:pt x="1737954" y="65739"/>
                </a:cubicBezTo>
                <a:cubicBezTo>
                  <a:pt x="1737954" y="56234"/>
                  <a:pt x="1736069" y="49219"/>
                  <a:pt x="1732299" y="44695"/>
                </a:cubicBezTo>
                <a:cubicBezTo>
                  <a:pt x="1728528" y="40170"/>
                  <a:pt x="1723970" y="37908"/>
                  <a:pt x="1718623" y="37908"/>
                </a:cubicBezTo>
                <a:cubicBezTo>
                  <a:pt x="1713230" y="37908"/>
                  <a:pt x="1708569" y="40250"/>
                  <a:pt x="1704639" y="44934"/>
                </a:cubicBezTo>
                <a:cubicBezTo>
                  <a:pt x="1700709" y="49619"/>
                  <a:pt x="1698743" y="56394"/>
                  <a:pt x="1698743" y="65260"/>
                </a:cubicBezTo>
                <a:close/>
                <a:moveTo>
                  <a:pt x="1815113" y="78764"/>
                </a:moveTo>
                <a:lnTo>
                  <a:pt x="1827864" y="80341"/>
                </a:lnTo>
                <a:cubicBezTo>
                  <a:pt x="1825853" y="87790"/>
                  <a:pt x="1822128" y="93571"/>
                  <a:pt x="1816690" y="97684"/>
                </a:cubicBezTo>
                <a:cubicBezTo>
                  <a:pt x="1811252" y="101797"/>
                  <a:pt x="1804305" y="103853"/>
                  <a:pt x="1795851" y="103853"/>
                </a:cubicBezTo>
                <a:cubicBezTo>
                  <a:pt x="1785203" y="103853"/>
                  <a:pt x="1776760" y="100574"/>
                  <a:pt x="1770522" y="94016"/>
                </a:cubicBezTo>
                <a:cubicBezTo>
                  <a:pt x="1764284" y="87458"/>
                  <a:pt x="1761165" y="78261"/>
                  <a:pt x="1761165" y="66425"/>
                </a:cubicBezTo>
                <a:cubicBezTo>
                  <a:pt x="1761165" y="54177"/>
                  <a:pt x="1764318" y="44672"/>
                  <a:pt x="1770624" y="37908"/>
                </a:cubicBezTo>
                <a:cubicBezTo>
                  <a:pt x="1776931" y="31145"/>
                  <a:pt x="1785111" y="27763"/>
                  <a:pt x="1795165" y="27763"/>
                </a:cubicBezTo>
                <a:cubicBezTo>
                  <a:pt x="1804899" y="27763"/>
                  <a:pt x="1812851" y="31076"/>
                  <a:pt x="1819021" y="37702"/>
                </a:cubicBezTo>
                <a:cubicBezTo>
                  <a:pt x="1825190" y="44329"/>
                  <a:pt x="1828275" y="53652"/>
                  <a:pt x="1828275" y="65671"/>
                </a:cubicBezTo>
                <a:cubicBezTo>
                  <a:pt x="1828275" y="66402"/>
                  <a:pt x="1828252" y="67499"/>
                  <a:pt x="1828206" y="68961"/>
                </a:cubicBezTo>
                <a:lnTo>
                  <a:pt x="1773915" y="68961"/>
                </a:lnTo>
                <a:cubicBezTo>
                  <a:pt x="1774372" y="76959"/>
                  <a:pt x="1776634" y="83083"/>
                  <a:pt x="1780701" y="87333"/>
                </a:cubicBezTo>
                <a:cubicBezTo>
                  <a:pt x="1784769" y="91583"/>
                  <a:pt x="1789841" y="93708"/>
                  <a:pt x="1795919" y="93708"/>
                </a:cubicBezTo>
                <a:cubicBezTo>
                  <a:pt x="1800444" y="93708"/>
                  <a:pt x="1804305" y="92520"/>
                  <a:pt x="1807504" y="90143"/>
                </a:cubicBezTo>
                <a:cubicBezTo>
                  <a:pt x="1810703" y="87767"/>
                  <a:pt x="1813240" y="83974"/>
                  <a:pt x="1815113" y="78764"/>
                </a:cubicBezTo>
                <a:moveTo>
                  <a:pt x="1774600" y="58816"/>
                </a:moveTo>
                <a:lnTo>
                  <a:pt x="1815250" y="58816"/>
                </a:lnTo>
                <a:cubicBezTo>
                  <a:pt x="1814702" y="52692"/>
                  <a:pt x="1813148" y="48099"/>
                  <a:pt x="1810589" y="45037"/>
                </a:cubicBezTo>
                <a:cubicBezTo>
                  <a:pt x="1806659" y="40285"/>
                  <a:pt x="1801563" y="37908"/>
                  <a:pt x="1795302" y="37908"/>
                </a:cubicBezTo>
                <a:cubicBezTo>
                  <a:pt x="1789636" y="37908"/>
                  <a:pt x="1784871" y="39805"/>
                  <a:pt x="1781010" y="43598"/>
                </a:cubicBezTo>
                <a:cubicBezTo>
                  <a:pt x="1777148" y="47391"/>
                  <a:pt x="1775012" y="52464"/>
                  <a:pt x="1774600" y="58816"/>
                </a:cubicBezTo>
                <a:close/>
                <a:moveTo>
                  <a:pt x="1892890" y="78764"/>
                </a:moveTo>
                <a:lnTo>
                  <a:pt x="1905640" y="80341"/>
                </a:lnTo>
                <a:cubicBezTo>
                  <a:pt x="1903629" y="87790"/>
                  <a:pt x="1899905" y="93571"/>
                  <a:pt x="1894466" y="97684"/>
                </a:cubicBezTo>
                <a:cubicBezTo>
                  <a:pt x="1889028" y="101797"/>
                  <a:pt x="1882082" y="103853"/>
                  <a:pt x="1873627" y="103853"/>
                </a:cubicBezTo>
                <a:cubicBezTo>
                  <a:pt x="1862979" y="103853"/>
                  <a:pt x="1854536" y="100574"/>
                  <a:pt x="1848298" y="94016"/>
                </a:cubicBezTo>
                <a:cubicBezTo>
                  <a:pt x="1842060" y="87458"/>
                  <a:pt x="1838941" y="78261"/>
                  <a:pt x="1838941" y="66425"/>
                </a:cubicBezTo>
                <a:cubicBezTo>
                  <a:pt x="1838941" y="54177"/>
                  <a:pt x="1842094" y="44672"/>
                  <a:pt x="1848401" y="37908"/>
                </a:cubicBezTo>
                <a:cubicBezTo>
                  <a:pt x="1854707" y="31145"/>
                  <a:pt x="1862888" y="27763"/>
                  <a:pt x="1872942" y="27763"/>
                </a:cubicBezTo>
                <a:cubicBezTo>
                  <a:pt x="1882676" y="27763"/>
                  <a:pt x="1890627" y="31076"/>
                  <a:pt x="1896797" y="37702"/>
                </a:cubicBezTo>
                <a:cubicBezTo>
                  <a:pt x="1902966" y="44329"/>
                  <a:pt x="1906051" y="53652"/>
                  <a:pt x="1906051" y="65671"/>
                </a:cubicBezTo>
                <a:cubicBezTo>
                  <a:pt x="1906051" y="66402"/>
                  <a:pt x="1906028" y="67499"/>
                  <a:pt x="1905983" y="68961"/>
                </a:cubicBezTo>
                <a:lnTo>
                  <a:pt x="1851691" y="68961"/>
                </a:lnTo>
                <a:cubicBezTo>
                  <a:pt x="1852148" y="76959"/>
                  <a:pt x="1854410" y="83083"/>
                  <a:pt x="1858478" y="87333"/>
                </a:cubicBezTo>
                <a:cubicBezTo>
                  <a:pt x="1862545" y="91583"/>
                  <a:pt x="1867618" y="93708"/>
                  <a:pt x="1873696" y="93708"/>
                </a:cubicBezTo>
                <a:cubicBezTo>
                  <a:pt x="1878220" y="93708"/>
                  <a:pt x="1882082" y="92520"/>
                  <a:pt x="1885281" y="90143"/>
                </a:cubicBezTo>
                <a:cubicBezTo>
                  <a:pt x="1888480" y="87767"/>
                  <a:pt x="1891016" y="83974"/>
                  <a:pt x="1892890" y="78764"/>
                </a:cubicBezTo>
                <a:moveTo>
                  <a:pt x="1852377" y="58816"/>
                </a:moveTo>
                <a:lnTo>
                  <a:pt x="1893027" y="58816"/>
                </a:lnTo>
                <a:cubicBezTo>
                  <a:pt x="1892478" y="52692"/>
                  <a:pt x="1890925" y="48099"/>
                  <a:pt x="1888365" y="45037"/>
                </a:cubicBezTo>
                <a:cubicBezTo>
                  <a:pt x="1884435" y="40285"/>
                  <a:pt x="1879340" y="37908"/>
                  <a:pt x="1873079" y="37908"/>
                </a:cubicBezTo>
                <a:cubicBezTo>
                  <a:pt x="1867412" y="37908"/>
                  <a:pt x="1862648" y="39805"/>
                  <a:pt x="1858786" y="43598"/>
                </a:cubicBezTo>
                <a:cubicBezTo>
                  <a:pt x="1854924" y="47391"/>
                  <a:pt x="1852788" y="52464"/>
                  <a:pt x="1852377" y="58816"/>
                </a:cubicBezTo>
                <a:close/>
                <a:moveTo>
                  <a:pt x="1920830" y="102208"/>
                </a:moveTo>
                <a:lnTo>
                  <a:pt x="1920830" y="29408"/>
                </a:lnTo>
                <a:lnTo>
                  <a:pt x="1931935" y="29408"/>
                </a:lnTo>
                <a:lnTo>
                  <a:pt x="1931935" y="39759"/>
                </a:lnTo>
                <a:cubicBezTo>
                  <a:pt x="1937282" y="31761"/>
                  <a:pt x="1945005" y="27763"/>
                  <a:pt x="1955105" y="27763"/>
                </a:cubicBezTo>
                <a:cubicBezTo>
                  <a:pt x="1959492" y="27763"/>
                  <a:pt x="1963525" y="28551"/>
                  <a:pt x="1967204" y="30128"/>
                </a:cubicBezTo>
                <a:cubicBezTo>
                  <a:pt x="1970883" y="31704"/>
                  <a:pt x="1973636" y="33772"/>
                  <a:pt x="1975464" y="36331"/>
                </a:cubicBezTo>
                <a:cubicBezTo>
                  <a:pt x="1977292" y="38891"/>
                  <a:pt x="1978572" y="41930"/>
                  <a:pt x="1979303" y="45449"/>
                </a:cubicBezTo>
                <a:cubicBezTo>
                  <a:pt x="1979760" y="47734"/>
                  <a:pt x="1979989" y="51732"/>
                  <a:pt x="1979989" y="57445"/>
                </a:cubicBezTo>
                <a:lnTo>
                  <a:pt x="1979989" y="102208"/>
                </a:lnTo>
                <a:lnTo>
                  <a:pt x="1967650" y="102208"/>
                </a:lnTo>
                <a:lnTo>
                  <a:pt x="1967650" y="57925"/>
                </a:lnTo>
                <a:cubicBezTo>
                  <a:pt x="1967650" y="52898"/>
                  <a:pt x="1967170" y="49139"/>
                  <a:pt x="1966210" y="46648"/>
                </a:cubicBezTo>
                <a:cubicBezTo>
                  <a:pt x="1965250" y="44158"/>
                  <a:pt x="1963548" y="42170"/>
                  <a:pt x="1961103" y="40684"/>
                </a:cubicBezTo>
                <a:cubicBezTo>
                  <a:pt x="1958658" y="39199"/>
                  <a:pt x="1955791" y="38457"/>
                  <a:pt x="1952500" y="38457"/>
                </a:cubicBezTo>
                <a:cubicBezTo>
                  <a:pt x="1947245" y="38457"/>
                  <a:pt x="1942709" y="40125"/>
                  <a:pt x="1938893" y="43461"/>
                </a:cubicBezTo>
                <a:cubicBezTo>
                  <a:pt x="1935077" y="46797"/>
                  <a:pt x="1933169" y="53126"/>
                  <a:pt x="1933169" y="62449"/>
                </a:cubicBezTo>
                <a:lnTo>
                  <a:pt x="1933169" y="102208"/>
                </a:lnTo>
                <a:lnTo>
                  <a:pt x="1920830" y="102208"/>
                </a:lnTo>
                <a:close/>
                <a:moveTo>
                  <a:pt x="2064013" y="91171"/>
                </a:moveTo>
                <a:lnTo>
                  <a:pt x="2065796" y="102071"/>
                </a:lnTo>
                <a:cubicBezTo>
                  <a:pt x="2062322" y="102802"/>
                  <a:pt x="2059215" y="103168"/>
                  <a:pt x="2056473" y="103168"/>
                </a:cubicBezTo>
                <a:cubicBezTo>
                  <a:pt x="2051994" y="103168"/>
                  <a:pt x="2048521" y="102459"/>
                  <a:pt x="2046053" y="101043"/>
                </a:cubicBezTo>
                <a:cubicBezTo>
                  <a:pt x="2043585" y="99626"/>
                  <a:pt x="2041849" y="97764"/>
                  <a:pt x="2040843" y="95456"/>
                </a:cubicBezTo>
                <a:cubicBezTo>
                  <a:pt x="2039838" y="93148"/>
                  <a:pt x="2039335" y="88292"/>
                  <a:pt x="2039335" y="80889"/>
                </a:cubicBezTo>
                <a:lnTo>
                  <a:pt x="2039335" y="39005"/>
                </a:lnTo>
                <a:lnTo>
                  <a:pt x="2030287" y="39005"/>
                </a:lnTo>
                <a:lnTo>
                  <a:pt x="2030287" y="29408"/>
                </a:lnTo>
                <a:lnTo>
                  <a:pt x="2039335" y="29408"/>
                </a:lnTo>
                <a:lnTo>
                  <a:pt x="2039335" y="11379"/>
                </a:lnTo>
                <a:lnTo>
                  <a:pt x="2051606" y="3976"/>
                </a:lnTo>
                <a:lnTo>
                  <a:pt x="2051606" y="29408"/>
                </a:lnTo>
                <a:lnTo>
                  <a:pt x="2064013" y="29408"/>
                </a:lnTo>
                <a:lnTo>
                  <a:pt x="2064013" y="39005"/>
                </a:lnTo>
                <a:lnTo>
                  <a:pt x="2051606" y="39005"/>
                </a:lnTo>
                <a:lnTo>
                  <a:pt x="2051606" y="81574"/>
                </a:lnTo>
                <a:cubicBezTo>
                  <a:pt x="2051606" y="85093"/>
                  <a:pt x="2051823" y="87355"/>
                  <a:pt x="2052257" y="88361"/>
                </a:cubicBezTo>
                <a:cubicBezTo>
                  <a:pt x="2052691" y="89366"/>
                  <a:pt x="2053399" y="90166"/>
                  <a:pt x="2054382" y="90760"/>
                </a:cubicBezTo>
                <a:cubicBezTo>
                  <a:pt x="2055365" y="91354"/>
                  <a:pt x="2056770" y="91651"/>
                  <a:pt x="2058598" y="91651"/>
                </a:cubicBezTo>
                <a:cubicBezTo>
                  <a:pt x="2059969" y="91651"/>
                  <a:pt x="2061774" y="91491"/>
                  <a:pt x="2064013" y="91171"/>
                </a:cubicBezTo>
                <a:close/>
                <a:moveTo>
                  <a:pt x="2075403" y="102208"/>
                </a:moveTo>
                <a:lnTo>
                  <a:pt x="2075403" y="29408"/>
                </a:lnTo>
                <a:lnTo>
                  <a:pt x="2086508" y="29408"/>
                </a:lnTo>
                <a:lnTo>
                  <a:pt x="2086508" y="40444"/>
                </a:lnTo>
                <a:cubicBezTo>
                  <a:pt x="2089341" y="35280"/>
                  <a:pt x="2091958" y="31876"/>
                  <a:pt x="2094357" y="30231"/>
                </a:cubicBezTo>
                <a:cubicBezTo>
                  <a:pt x="2096756" y="28585"/>
                  <a:pt x="2099395" y="27763"/>
                  <a:pt x="2102275" y="27763"/>
                </a:cubicBezTo>
                <a:cubicBezTo>
                  <a:pt x="2106433" y="27763"/>
                  <a:pt x="2110660" y="29088"/>
                  <a:pt x="2114956" y="31739"/>
                </a:cubicBezTo>
                <a:lnTo>
                  <a:pt x="2110706" y="43186"/>
                </a:lnTo>
                <a:cubicBezTo>
                  <a:pt x="2107690" y="41404"/>
                  <a:pt x="2104674" y="40513"/>
                  <a:pt x="2101658" y="40513"/>
                </a:cubicBezTo>
                <a:cubicBezTo>
                  <a:pt x="2098961" y="40513"/>
                  <a:pt x="2096539" y="41324"/>
                  <a:pt x="2094391" y="42947"/>
                </a:cubicBezTo>
                <a:cubicBezTo>
                  <a:pt x="2092243" y="44569"/>
                  <a:pt x="2090712" y="46820"/>
                  <a:pt x="2089798" y="49699"/>
                </a:cubicBezTo>
                <a:cubicBezTo>
                  <a:pt x="2088427" y="54086"/>
                  <a:pt x="2087742" y="58884"/>
                  <a:pt x="2087742" y="64094"/>
                </a:cubicBezTo>
                <a:lnTo>
                  <a:pt x="2087742" y="102208"/>
                </a:lnTo>
                <a:lnTo>
                  <a:pt x="2075403" y="102208"/>
                </a:lnTo>
                <a:close/>
                <a:moveTo>
                  <a:pt x="2121321" y="130245"/>
                </a:moveTo>
                <a:lnTo>
                  <a:pt x="2119950" y="118660"/>
                </a:lnTo>
                <a:cubicBezTo>
                  <a:pt x="2122646" y="119391"/>
                  <a:pt x="2124999" y="119757"/>
                  <a:pt x="2127010" y="119757"/>
                </a:cubicBezTo>
                <a:cubicBezTo>
                  <a:pt x="2129752" y="119757"/>
                  <a:pt x="2131946" y="119300"/>
                  <a:pt x="2133591" y="118386"/>
                </a:cubicBezTo>
                <a:cubicBezTo>
                  <a:pt x="2135236" y="117472"/>
                  <a:pt x="2136584" y="116192"/>
                  <a:pt x="2137635" y="114547"/>
                </a:cubicBezTo>
                <a:cubicBezTo>
                  <a:pt x="2138412" y="113313"/>
                  <a:pt x="2139669" y="110251"/>
                  <a:pt x="2141406" y="105361"/>
                </a:cubicBezTo>
                <a:cubicBezTo>
                  <a:pt x="2141634" y="104676"/>
                  <a:pt x="2142000" y="103670"/>
                  <a:pt x="2142502" y="102345"/>
                </a:cubicBezTo>
                <a:lnTo>
                  <a:pt x="2114877" y="29408"/>
                </a:lnTo>
                <a:lnTo>
                  <a:pt x="2128176" y="29408"/>
                </a:lnTo>
                <a:lnTo>
                  <a:pt x="2143325" y="71566"/>
                </a:lnTo>
                <a:cubicBezTo>
                  <a:pt x="2145290" y="76913"/>
                  <a:pt x="2147050" y="82534"/>
                  <a:pt x="2148603" y="88429"/>
                </a:cubicBezTo>
                <a:cubicBezTo>
                  <a:pt x="2150020" y="82763"/>
                  <a:pt x="2151711" y="77233"/>
                  <a:pt x="2153676" y="71840"/>
                </a:cubicBezTo>
                <a:lnTo>
                  <a:pt x="2169237" y="29408"/>
                </a:lnTo>
                <a:lnTo>
                  <a:pt x="2181576" y="29408"/>
                </a:lnTo>
                <a:lnTo>
                  <a:pt x="2153882" y="103442"/>
                </a:lnTo>
                <a:cubicBezTo>
                  <a:pt x="2150911" y="111439"/>
                  <a:pt x="2148603" y="116946"/>
                  <a:pt x="2146958" y="119962"/>
                </a:cubicBezTo>
                <a:cubicBezTo>
                  <a:pt x="2144765" y="124030"/>
                  <a:pt x="2142251" y="127012"/>
                  <a:pt x="2139418" y="128908"/>
                </a:cubicBezTo>
                <a:cubicBezTo>
                  <a:pt x="2136584" y="130805"/>
                  <a:pt x="2133203" y="131753"/>
                  <a:pt x="2129272" y="131753"/>
                </a:cubicBezTo>
                <a:cubicBezTo>
                  <a:pt x="2126896" y="131753"/>
                  <a:pt x="2124245" y="131250"/>
                  <a:pt x="2121321" y="130245"/>
                </a:cubicBezTo>
                <a:close/>
                <a:moveTo>
                  <a:pt x="2191852" y="15904"/>
                </a:moveTo>
                <a:lnTo>
                  <a:pt x="2191852" y="1714"/>
                </a:lnTo>
                <a:lnTo>
                  <a:pt x="2204191" y="1714"/>
                </a:lnTo>
                <a:lnTo>
                  <a:pt x="2204191" y="15904"/>
                </a:lnTo>
                <a:lnTo>
                  <a:pt x="2191852" y="15904"/>
                </a:lnTo>
                <a:moveTo>
                  <a:pt x="2191852" y="102208"/>
                </a:moveTo>
                <a:lnTo>
                  <a:pt x="2191852" y="29408"/>
                </a:lnTo>
                <a:lnTo>
                  <a:pt x="2204191" y="29408"/>
                </a:lnTo>
                <a:lnTo>
                  <a:pt x="2204191" y="102208"/>
                </a:lnTo>
                <a:lnTo>
                  <a:pt x="2191852" y="102208"/>
                </a:lnTo>
                <a:close/>
                <a:moveTo>
                  <a:pt x="2223231" y="102208"/>
                </a:moveTo>
                <a:lnTo>
                  <a:pt x="2223231" y="29408"/>
                </a:lnTo>
                <a:lnTo>
                  <a:pt x="2234336" y="29408"/>
                </a:lnTo>
                <a:lnTo>
                  <a:pt x="2234336" y="39759"/>
                </a:lnTo>
                <a:cubicBezTo>
                  <a:pt x="2239683" y="31761"/>
                  <a:pt x="2247406" y="27763"/>
                  <a:pt x="2257506" y="27763"/>
                </a:cubicBezTo>
                <a:cubicBezTo>
                  <a:pt x="2261893" y="27763"/>
                  <a:pt x="2265926" y="28551"/>
                  <a:pt x="2269605" y="30128"/>
                </a:cubicBezTo>
                <a:cubicBezTo>
                  <a:pt x="2273284" y="31704"/>
                  <a:pt x="2276037" y="33772"/>
                  <a:pt x="2277865" y="36331"/>
                </a:cubicBezTo>
                <a:cubicBezTo>
                  <a:pt x="2279693" y="38891"/>
                  <a:pt x="2280973" y="41930"/>
                  <a:pt x="2281704" y="45449"/>
                </a:cubicBezTo>
                <a:cubicBezTo>
                  <a:pt x="2282161" y="47734"/>
                  <a:pt x="2282389" y="51732"/>
                  <a:pt x="2282389" y="57445"/>
                </a:cubicBezTo>
                <a:lnTo>
                  <a:pt x="2282389" y="102208"/>
                </a:lnTo>
                <a:lnTo>
                  <a:pt x="2270050" y="102208"/>
                </a:lnTo>
                <a:lnTo>
                  <a:pt x="2270050" y="57925"/>
                </a:lnTo>
                <a:cubicBezTo>
                  <a:pt x="2270050" y="52898"/>
                  <a:pt x="2269571" y="49139"/>
                  <a:pt x="2268611" y="46648"/>
                </a:cubicBezTo>
                <a:cubicBezTo>
                  <a:pt x="2267651" y="44158"/>
                  <a:pt x="2265949" y="42170"/>
                  <a:pt x="2263504" y="40684"/>
                </a:cubicBezTo>
                <a:cubicBezTo>
                  <a:pt x="2261059" y="39199"/>
                  <a:pt x="2258191" y="38457"/>
                  <a:pt x="2254901" y="38457"/>
                </a:cubicBezTo>
                <a:cubicBezTo>
                  <a:pt x="2249645" y="38457"/>
                  <a:pt x="2245110" y="40125"/>
                  <a:pt x="2241294" y="43461"/>
                </a:cubicBezTo>
                <a:cubicBezTo>
                  <a:pt x="2237478" y="46797"/>
                  <a:pt x="2235570" y="53126"/>
                  <a:pt x="2235570" y="62449"/>
                </a:cubicBezTo>
                <a:lnTo>
                  <a:pt x="2235570" y="102208"/>
                </a:lnTo>
                <a:lnTo>
                  <a:pt x="2223231" y="102208"/>
                </a:lnTo>
                <a:close/>
                <a:moveTo>
                  <a:pt x="2298745" y="108240"/>
                </a:moveTo>
                <a:lnTo>
                  <a:pt x="2310741" y="110023"/>
                </a:lnTo>
                <a:cubicBezTo>
                  <a:pt x="2311244" y="113724"/>
                  <a:pt x="2312637" y="116421"/>
                  <a:pt x="2314922" y="118112"/>
                </a:cubicBezTo>
                <a:cubicBezTo>
                  <a:pt x="2317984" y="120397"/>
                  <a:pt x="2322166" y="121539"/>
                  <a:pt x="2327467" y="121539"/>
                </a:cubicBezTo>
                <a:cubicBezTo>
                  <a:pt x="2333180" y="121539"/>
                  <a:pt x="2337590" y="120397"/>
                  <a:pt x="2340697" y="118112"/>
                </a:cubicBezTo>
                <a:cubicBezTo>
                  <a:pt x="2343805" y="115827"/>
                  <a:pt x="2345907" y="112628"/>
                  <a:pt x="2347004" y="108515"/>
                </a:cubicBezTo>
                <a:cubicBezTo>
                  <a:pt x="2347644" y="106001"/>
                  <a:pt x="2347941" y="100723"/>
                  <a:pt x="2347895" y="92680"/>
                </a:cubicBezTo>
                <a:cubicBezTo>
                  <a:pt x="2342502" y="99032"/>
                  <a:pt x="2335784" y="102208"/>
                  <a:pt x="2327741" y="102208"/>
                </a:cubicBezTo>
                <a:cubicBezTo>
                  <a:pt x="2317733" y="102208"/>
                  <a:pt x="2309987" y="98598"/>
                  <a:pt x="2304503" y="91377"/>
                </a:cubicBezTo>
                <a:cubicBezTo>
                  <a:pt x="2299019" y="84156"/>
                  <a:pt x="2296277" y="75496"/>
                  <a:pt x="2296277" y="65397"/>
                </a:cubicBezTo>
                <a:cubicBezTo>
                  <a:pt x="2296277" y="58450"/>
                  <a:pt x="2297534" y="52041"/>
                  <a:pt x="2300047" y="46168"/>
                </a:cubicBezTo>
                <a:cubicBezTo>
                  <a:pt x="2302561" y="40296"/>
                  <a:pt x="2306205" y="35760"/>
                  <a:pt x="2310981" y="32561"/>
                </a:cubicBezTo>
                <a:cubicBezTo>
                  <a:pt x="2315756" y="29362"/>
                  <a:pt x="2321366" y="27763"/>
                  <a:pt x="2327810" y="27763"/>
                </a:cubicBezTo>
                <a:cubicBezTo>
                  <a:pt x="2336401" y="27763"/>
                  <a:pt x="2343485" y="31236"/>
                  <a:pt x="2349060" y="38182"/>
                </a:cubicBezTo>
                <a:lnTo>
                  <a:pt x="2349060" y="29408"/>
                </a:lnTo>
                <a:lnTo>
                  <a:pt x="2360440" y="29408"/>
                </a:lnTo>
                <a:lnTo>
                  <a:pt x="2360440" y="92337"/>
                </a:lnTo>
                <a:cubicBezTo>
                  <a:pt x="2360440" y="103670"/>
                  <a:pt x="2359286" y="111702"/>
                  <a:pt x="2356978" y="116432"/>
                </a:cubicBezTo>
                <a:cubicBezTo>
                  <a:pt x="2354670" y="121162"/>
                  <a:pt x="2351014" y="124898"/>
                  <a:pt x="2346010" y="127640"/>
                </a:cubicBezTo>
                <a:cubicBezTo>
                  <a:pt x="2341006" y="130382"/>
                  <a:pt x="2334848" y="131753"/>
                  <a:pt x="2327536" y="131753"/>
                </a:cubicBezTo>
                <a:cubicBezTo>
                  <a:pt x="2318853" y="131753"/>
                  <a:pt x="2311838" y="129799"/>
                  <a:pt x="2306491" y="125892"/>
                </a:cubicBezTo>
                <a:cubicBezTo>
                  <a:pt x="2301144" y="121985"/>
                  <a:pt x="2298562" y="116101"/>
                  <a:pt x="2298745" y="108240"/>
                </a:cubicBezTo>
                <a:moveTo>
                  <a:pt x="2308959" y="64505"/>
                </a:moveTo>
                <a:cubicBezTo>
                  <a:pt x="2308959" y="74057"/>
                  <a:pt x="2310855" y="81026"/>
                  <a:pt x="2314648" y="85413"/>
                </a:cubicBezTo>
                <a:cubicBezTo>
                  <a:pt x="2318441" y="89800"/>
                  <a:pt x="2323194" y="91994"/>
                  <a:pt x="2328907" y="91994"/>
                </a:cubicBezTo>
                <a:cubicBezTo>
                  <a:pt x="2334573" y="91994"/>
                  <a:pt x="2339326" y="89812"/>
                  <a:pt x="2343165" y="85447"/>
                </a:cubicBezTo>
                <a:cubicBezTo>
                  <a:pt x="2347004" y="81083"/>
                  <a:pt x="2348923" y="74240"/>
                  <a:pt x="2348923" y="64917"/>
                </a:cubicBezTo>
                <a:cubicBezTo>
                  <a:pt x="2348923" y="56005"/>
                  <a:pt x="2346947" y="49287"/>
                  <a:pt x="2342994" y="44763"/>
                </a:cubicBezTo>
                <a:cubicBezTo>
                  <a:pt x="2339041" y="40239"/>
                  <a:pt x="2334276" y="37977"/>
                  <a:pt x="2328701" y="37977"/>
                </a:cubicBezTo>
                <a:cubicBezTo>
                  <a:pt x="2323217" y="37977"/>
                  <a:pt x="2318556" y="40205"/>
                  <a:pt x="2314717" y="44660"/>
                </a:cubicBezTo>
                <a:cubicBezTo>
                  <a:pt x="2310878" y="49116"/>
                  <a:pt x="2308959" y="55731"/>
                  <a:pt x="2308959" y="64505"/>
                </a:cubicBezTo>
                <a:close/>
                <a:moveTo>
                  <a:pt x="2444190" y="91171"/>
                </a:moveTo>
                <a:lnTo>
                  <a:pt x="2445973" y="102071"/>
                </a:lnTo>
                <a:cubicBezTo>
                  <a:pt x="2442499" y="102802"/>
                  <a:pt x="2439392" y="103168"/>
                  <a:pt x="2436650" y="103168"/>
                </a:cubicBezTo>
                <a:cubicBezTo>
                  <a:pt x="2432171" y="103168"/>
                  <a:pt x="2428698" y="102459"/>
                  <a:pt x="2426230" y="101043"/>
                </a:cubicBezTo>
                <a:cubicBezTo>
                  <a:pt x="2423762" y="99626"/>
                  <a:pt x="2422026" y="97764"/>
                  <a:pt x="2421020" y="95456"/>
                </a:cubicBezTo>
                <a:cubicBezTo>
                  <a:pt x="2420015" y="93148"/>
                  <a:pt x="2419512" y="88292"/>
                  <a:pt x="2419512" y="80889"/>
                </a:cubicBezTo>
                <a:lnTo>
                  <a:pt x="2419512" y="39005"/>
                </a:lnTo>
                <a:lnTo>
                  <a:pt x="2410464" y="39005"/>
                </a:lnTo>
                <a:lnTo>
                  <a:pt x="2410464" y="29408"/>
                </a:lnTo>
                <a:lnTo>
                  <a:pt x="2419512" y="29408"/>
                </a:lnTo>
                <a:lnTo>
                  <a:pt x="2419512" y="11379"/>
                </a:lnTo>
                <a:lnTo>
                  <a:pt x="2431783" y="3976"/>
                </a:lnTo>
                <a:lnTo>
                  <a:pt x="2431783" y="29408"/>
                </a:lnTo>
                <a:lnTo>
                  <a:pt x="2444190" y="29408"/>
                </a:lnTo>
                <a:lnTo>
                  <a:pt x="2444190" y="39005"/>
                </a:lnTo>
                <a:lnTo>
                  <a:pt x="2431783" y="39005"/>
                </a:lnTo>
                <a:lnTo>
                  <a:pt x="2431783" y="81574"/>
                </a:lnTo>
                <a:cubicBezTo>
                  <a:pt x="2431783" y="85093"/>
                  <a:pt x="2432000" y="87355"/>
                  <a:pt x="2432434" y="88361"/>
                </a:cubicBezTo>
                <a:cubicBezTo>
                  <a:pt x="2432868" y="89366"/>
                  <a:pt x="2433576" y="90166"/>
                  <a:pt x="2434559" y="90760"/>
                </a:cubicBezTo>
                <a:cubicBezTo>
                  <a:pt x="2435542" y="91354"/>
                  <a:pt x="2436947" y="91651"/>
                  <a:pt x="2438775" y="91651"/>
                </a:cubicBezTo>
                <a:cubicBezTo>
                  <a:pt x="2440146" y="91651"/>
                  <a:pt x="2441951" y="91491"/>
                  <a:pt x="2444190" y="91171"/>
                </a:cubicBezTo>
                <a:close/>
                <a:moveTo>
                  <a:pt x="2451124" y="65808"/>
                </a:moveTo>
                <a:cubicBezTo>
                  <a:pt x="2451124" y="52326"/>
                  <a:pt x="2454872" y="42341"/>
                  <a:pt x="2462367" y="35852"/>
                </a:cubicBezTo>
                <a:cubicBezTo>
                  <a:pt x="2468627" y="30459"/>
                  <a:pt x="2476259" y="27763"/>
                  <a:pt x="2485262" y="27763"/>
                </a:cubicBezTo>
                <a:cubicBezTo>
                  <a:pt x="2495271" y="27763"/>
                  <a:pt x="2503451" y="31042"/>
                  <a:pt x="2509803" y="37600"/>
                </a:cubicBezTo>
                <a:cubicBezTo>
                  <a:pt x="2516155" y="44158"/>
                  <a:pt x="2519332" y="53218"/>
                  <a:pt x="2519332" y="64780"/>
                </a:cubicBezTo>
                <a:cubicBezTo>
                  <a:pt x="2519332" y="74148"/>
                  <a:pt x="2517926" y="81517"/>
                  <a:pt x="2515116" y="86887"/>
                </a:cubicBezTo>
                <a:cubicBezTo>
                  <a:pt x="2512305" y="92257"/>
                  <a:pt x="2508215" y="96427"/>
                  <a:pt x="2502845" y="99397"/>
                </a:cubicBezTo>
                <a:cubicBezTo>
                  <a:pt x="2497476" y="102368"/>
                  <a:pt x="2491615" y="103853"/>
                  <a:pt x="2485262" y="103853"/>
                </a:cubicBezTo>
                <a:cubicBezTo>
                  <a:pt x="2475071" y="103853"/>
                  <a:pt x="2466834" y="100586"/>
                  <a:pt x="2460550" y="94051"/>
                </a:cubicBezTo>
                <a:cubicBezTo>
                  <a:pt x="2454266" y="87515"/>
                  <a:pt x="2451124" y="78101"/>
                  <a:pt x="2451124" y="65808"/>
                </a:cubicBezTo>
                <a:moveTo>
                  <a:pt x="2463806" y="65808"/>
                </a:moveTo>
                <a:cubicBezTo>
                  <a:pt x="2463806" y="75131"/>
                  <a:pt x="2465840" y="82111"/>
                  <a:pt x="2469907" y="86750"/>
                </a:cubicBezTo>
                <a:cubicBezTo>
                  <a:pt x="2473974" y="91388"/>
                  <a:pt x="2479093" y="93708"/>
                  <a:pt x="2485262" y="93708"/>
                </a:cubicBezTo>
                <a:cubicBezTo>
                  <a:pt x="2491386" y="93708"/>
                  <a:pt x="2496482" y="91377"/>
                  <a:pt x="2500549" y="86716"/>
                </a:cubicBezTo>
                <a:cubicBezTo>
                  <a:pt x="2504616" y="82054"/>
                  <a:pt x="2506650" y="74948"/>
                  <a:pt x="2506650" y="65397"/>
                </a:cubicBezTo>
                <a:cubicBezTo>
                  <a:pt x="2506650" y="56394"/>
                  <a:pt x="2504605" y="49573"/>
                  <a:pt x="2500515" y="44934"/>
                </a:cubicBezTo>
                <a:cubicBezTo>
                  <a:pt x="2496424" y="40296"/>
                  <a:pt x="2491340" y="37977"/>
                  <a:pt x="2485262" y="37977"/>
                </a:cubicBezTo>
                <a:cubicBezTo>
                  <a:pt x="2479093" y="37977"/>
                  <a:pt x="2473974" y="40285"/>
                  <a:pt x="2469907" y="44900"/>
                </a:cubicBezTo>
                <a:cubicBezTo>
                  <a:pt x="2465840" y="49516"/>
                  <a:pt x="2463806" y="56485"/>
                  <a:pt x="2463806" y="65808"/>
                </a:cubicBezTo>
                <a:close/>
                <a:moveTo>
                  <a:pt x="2569698" y="108240"/>
                </a:moveTo>
                <a:lnTo>
                  <a:pt x="2581694" y="110023"/>
                </a:lnTo>
                <a:cubicBezTo>
                  <a:pt x="2582197" y="113724"/>
                  <a:pt x="2583591" y="116421"/>
                  <a:pt x="2585876" y="118112"/>
                </a:cubicBezTo>
                <a:cubicBezTo>
                  <a:pt x="2588938" y="120397"/>
                  <a:pt x="2593119" y="121539"/>
                  <a:pt x="2598421" y="121539"/>
                </a:cubicBezTo>
                <a:cubicBezTo>
                  <a:pt x="2604133" y="121539"/>
                  <a:pt x="2608543" y="120397"/>
                  <a:pt x="2611651" y="118112"/>
                </a:cubicBezTo>
                <a:cubicBezTo>
                  <a:pt x="2614758" y="115827"/>
                  <a:pt x="2616861" y="112628"/>
                  <a:pt x="2617957" y="108515"/>
                </a:cubicBezTo>
                <a:cubicBezTo>
                  <a:pt x="2618597" y="106001"/>
                  <a:pt x="2618894" y="100723"/>
                  <a:pt x="2618849" y="92680"/>
                </a:cubicBezTo>
                <a:cubicBezTo>
                  <a:pt x="2613456" y="99032"/>
                  <a:pt x="2606738" y="102208"/>
                  <a:pt x="2598695" y="102208"/>
                </a:cubicBezTo>
                <a:cubicBezTo>
                  <a:pt x="2588687" y="102208"/>
                  <a:pt x="2580940" y="98598"/>
                  <a:pt x="2575456" y="91377"/>
                </a:cubicBezTo>
                <a:cubicBezTo>
                  <a:pt x="2569972" y="84156"/>
                  <a:pt x="2567230" y="75496"/>
                  <a:pt x="2567230" y="65397"/>
                </a:cubicBezTo>
                <a:cubicBezTo>
                  <a:pt x="2567230" y="58450"/>
                  <a:pt x="2568487" y="52041"/>
                  <a:pt x="2571001" y="46168"/>
                </a:cubicBezTo>
                <a:cubicBezTo>
                  <a:pt x="2573514" y="40296"/>
                  <a:pt x="2577159" y="35760"/>
                  <a:pt x="2581934" y="32561"/>
                </a:cubicBezTo>
                <a:cubicBezTo>
                  <a:pt x="2586710" y="29362"/>
                  <a:pt x="2592320" y="27763"/>
                  <a:pt x="2598763" y="27763"/>
                </a:cubicBezTo>
                <a:cubicBezTo>
                  <a:pt x="2607355" y="27763"/>
                  <a:pt x="2614438" y="31236"/>
                  <a:pt x="2620014" y="38182"/>
                </a:cubicBezTo>
                <a:lnTo>
                  <a:pt x="2620014" y="29408"/>
                </a:lnTo>
                <a:lnTo>
                  <a:pt x="2631393" y="29408"/>
                </a:lnTo>
                <a:lnTo>
                  <a:pt x="2631393" y="92337"/>
                </a:lnTo>
                <a:cubicBezTo>
                  <a:pt x="2631393" y="103670"/>
                  <a:pt x="2630239" y="111702"/>
                  <a:pt x="2627931" y="116432"/>
                </a:cubicBezTo>
                <a:cubicBezTo>
                  <a:pt x="2625624" y="121162"/>
                  <a:pt x="2621968" y="124898"/>
                  <a:pt x="2616963" y="127640"/>
                </a:cubicBezTo>
                <a:cubicBezTo>
                  <a:pt x="2611959" y="130382"/>
                  <a:pt x="2605801" y="131753"/>
                  <a:pt x="2598489" y="131753"/>
                </a:cubicBezTo>
                <a:cubicBezTo>
                  <a:pt x="2589806" y="131753"/>
                  <a:pt x="2582791" y="129799"/>
                  <a:pt x="2577444" y="125892"/>
                </a:cubicBezTo>
                <a:cubicBezTo>
                  <a:pt x="2572097" y="121985"/>
                  <a:pt x="2569515" y="116101"/>
                  <a:pt x="2569698" y="108240"/>
                </a:cubicBezTo>
                <a:moveTo>
                  <a:pt x="2579912" y="64505"/>
                </a:moveTo>
                <a:cubicBezTo>
                  <a:pt x="2579912" y="74057"/>
                  <a:pt x="2581809" y="81026"/>
                  <a:pt x="2585602" y="85413"/>
                </a:cubicBezTo>
                <a:cubicBezTo>
                  <a:pt x="2589395" y="89800"/>
                  <a:pt x="2594148" y="91994"/>
                  <a:pt x="2599860" y="91994"/>
                </a:cubicBezTo>
                <a:cubicBezTo>
                  <a:pt x="2605527" y="91994"/>
                  <a:pt x="2610280" y="89812"/>
                  <a:pt x="2614119" y="85447"/>
                </a:cubicBezTo>
                <a:cubicBezTo>
                  <a:pt x="2617957" y="81083"/>
                  <a:pt x="2619877" y="74240"/>
                  <a:pt x="2619877" y="64917"/>
                </a:cubicBezTo>
                <a:cubicBezTo>
                  <a:pt x="2619877" y="56005"/>
                  <a:pt x="2617900" y="49287"/>
                  <a:pt x="2613947" y="44763"/>
                </a:cubicBezTo>
                <a:cubicBezTo>
                  <a:pt x="2609994" y="40239"/>
                  <a:pt x="2605230" y="37977"/>
                  <a:pt x="2599655" y="37977"/>
                </a:cubicBezTo>
                <a:cubicBezTo>
                  <a:pt x="2594171" y="37977"/>
                  <a:pt x="2589509" y="40205"/>
                  <a:pt x="2585670" y="44660"/>
                </a:cubicBezTo>
                <a:cubicBezTo>
                  <a:pt x="2581832" y="49116"/>
                  <a:pt x="2579912" y="55731"/>
                  <a:pt x="2579912" y="64505"/>
                </a:cubicBezTo>
                <a:close/>
                <a:moveTo>
                  <a:pt x="2699572" y="78764"/>
                </a:moveTo>
                <a:lnTo>
                  <a:pt x="2712322" y="80341"/>
                </a:lnTo>
                <a:cubicBezTo>
                  <a:pt x="2710312" y="87790"/>
                  <a:pt x="2706587" y="93571"/>
                  <a:pt x="2701149" y="97684"/>
                </a:cubicBezTo>
                <a:cubicBezTo>
                  <a:pt x="2695711" y="101797"/>
                  <a:pt x="2688764" y="103853"/>
                  <a:pt x="2680310" y="103853"/>
                </a:cubicBezTo>
                <a:cubicBezTo>
                  <a:pt x="2669662" y="103853"/>
                  <a:pt x="2661218" y="100574"/>
                  <a:pt x="2654980" y="94016"/>
                </a:cubicBezTo>
                <a:cubicBezTo>
                  <a:pt x="2648742" y="87458"/>
                  <a:pt x="2645623" y="78261"/>
                  <a:pt x="2645623" y="66425"/>
                </a:cubicBezTo>
                <a:cubicBezTo>
                  <a:pt x="2645623" y="54177"/>
                  <a:pt x="2648777" y="44672"/>
                  <a:pt x="2655083" y="37908"/>
                </a:cubicBezTo>
                <a:cubicBezTo>
                  <a:pt x="2661390" y="31145"/>
                  <a:pt x="2669570" y="27763"/>
                  <a:pt x="2679624" y="27763"/>
                </a:cubicBezTo>
                <a:cubicBezTo>
                  <a:pt x="2689358" y="27763"/>
                  <a:pt x="2697310" y="31076"/>
                  <a:pt x="2703480" y="37702"/>
                </a:cubicBezTo>
                <a:cubicBezTo>
                  <a:pt x="2709649" y="44329"/>
                  <a:pt x="2712734" y="53652"/>
                  <a:pt x="2712734" y="65671"/>
                </a:cubicBezTo>
                <a:cubicBezTo>
                  <a:pt x="2712734" y="66402"/>
                  <a:pt x="2712711" y="67499"/>
                  <a:pt x="2712665" y="68961"/>
                </a:cubicBezTo>
                <a:lnTo>
                  <a:pt x="2658374" y="68961"/>
                </a:lnTo>
                <a:cubicBezTo>
                  <a:pt x="2658831" y="76959"/>
                  <a:pt x="2661093" y="83083"/>
                  <a:pt x="2665160" y="87333"/>
                </a:cubicBezTo>
                <a:cubicBezTo>
                  <a:pt x="2669227" y="91583"/>
                  <a:pt x="2674300" y="93708"/>
                  <a:pt x="2680378" y="93708"/>
                </a:cubicBezTo>
                <a:cubicBezTo>
                  <a:pt x="2684902" y="93708"/>
                  <a:pt x="2688764" y="92520"/>
                  <a:pt x="2691963" y="90143"/>
                </a:cubicBezTo>
                <a:cubicBezTo>
                  <a:pt x="2695162" y="87767"/>
                  <a:pt x="2697698" y="83974"/>
                  <a:pt x="2699572" y="78764"/>
                </a:cubicBezTo>
                <a:moveTo>
                  <a:pt x="2659059" y="58816"/>
                </a:moveTo>
                <a:lnTo>
                  <a:pt x="2699709" y="58816"/>
                </a:lnTo>
                <a:cubicBezTo>
                  <a:pt x="2699161" y="52692"/>
                  <a:pt x="2697607" y="48099"/>
                  <a:pt x="2695048" y="45037"/>
                </a:cubicBezTo>
                <a:cubicBezTo>
                  <a:pt x="2691118" y="40285"/>
                  <a:pt x="2686022" y="37908"/>
                  <a:pt x="2679761" y="37908"/>
                </a:cubicBezTo>
                <a:cubicBezTo>
                  <a:pt x="2674094" y="37908"/>
                  <a:pt x="2669330" y="39805"/>
                  <a:pt x="2665469" y="43598"/>
                </a:cubicBezTo>
                <a:cubicBezTo>
                  <a:pt x="2661607" y="47391"/>
                  <a:pt x="2659470" y="52464"/>
                  <a:pt x="2659059" y="58816"/>
                </a:cubicBezTo>
                <a:close/>
                <a:moveTo>
                  <a:pt x="2754453" y="91171"/>
                </a:moveTo>
                <a:lnTo>
                  <a:pt x="2756235" y="102071"/>
                </a:lnTo>
                <a:cubicBezTo>
                  <a:pt x="2752762" y="102802"/>
                  <a:pt x="2749655" y="103168"/>
                  <a:pt x="2746913" y="103168"/>
                </a:cubicBezTo>
                <a:cubicBezTo>
                  <a:pt x="2742434" y="103168"/>
                  <a:pt x="2738961" y="102459"/>
                  <a:pt x="2736493" y="101043"/>
                </a:cubicBezTo>
                <a:cubicBezTo>
                  <a:pt x="2734025" y="99626"/>
                  <a:pt x="2732289" y="97764"/>
                  <a:pt x="2731283" y="95456"/>
                </a:cubicBezTo>
                <a:cubicBezTo>
                  <a:pt x="2730278" y="93148"/>
                  <a:pt x="2729775" y="88292"/>
                  <a:pt x="2729775" y="80889"/>
                </a:cubicBezTo>
                <a:lnTo>
                  <a:pt x="2729775" y="39005"/>
                </a:lnTo>
                <a:lnTo>
                  <a:pt x="2720726" y="39005"/>
                </a:lnTo>
                <a:lnTo>
                  <a:pt x="2720726" y="29408"/>
                </a:lnTo>
                <a:lnTo>
                  <a:pt x="2729775" y="29408"/>
                </a:lnTo>
                <a:lnTo>
                  <a:pt x="2729775" y="11379"/>
                </a:lnTo>
                <a:lnTo>
                  <a:pt x="2742045" y="3976"/>
                </a:lnTo>
                <a:lnTo>
                  <a:pt x="2742045" y="29408"/>
                </a:lnTo>
                <a:lnTo>
                  <a:pt x="2754453" y="29408"/>
                </a:lnTo>
                <a:lnTo>
                  <a:pt x="2754453" y="39005"/>
                </a:lnTo>
                <a:lnTo>
                  <a:pt x="2742045" y="39005"/>
                </a:lnTo>
                <a:lnTo>
                  <a:pt x="2742045" y="81574"/>
                </a:lnTo>
                <a:cubicBezTo>
                  <a:pt x="2742045" y="85093"/>
                  <a:pt x="2742263" y="87355"/>
                  <a:pt x="2742697" y="88361"/>
                </a:cubicBezTo>
                <a:cubicBezTo>
                  <a:pt x="2743131" y="89366"/>
                  <a:pt x="2743839" y="90166"/>
                  <a:pt x="2744822" y="90760"/>
                </a:cubicBezTo>
                <a:cubicBezTo>
                  <a:pt x="2745804" y="91354"/>
                  <a:pt x="2747210" y="91651"/>
                  <a:pt x="2749038" y="91651"/>
                </a:cubicBezTo>
                <a:cubicBezTo>
                  <a:pt x="2750409" y="91651"/>
                  <a:pt x="2752214" y="91491"/>
                  <a:pt x="2754453" y="91171"/>
                </a:cubicBezTo>
                <a:close/>
                <a:moveTo>
                  <a:pt x="2851952" y="93228"/>
                </a:moveTo>
                <a:cubicBezTo>
                  <a:pt x="2847382" y="97112"/>
                  <a:pt x="2842983" y="99854"/>
                  <a:pt x="2838756" y="101454"/>
                </a:cubicBezTo>
                <a:cubicBezTo>
                  <a:pt x="2834529" y="103053"/>
                  <a:pt x="2829993" y="103853"/>
                  <a:pt x="2825149" y="103853"/>
                </a:cubicBezTo>
                <a:cubicBezTo>
                  <a:pt x="2817151" y="103853"/>
                  <a:pt x="2811005" y="101899"/>
                  <a:pt x="2806709" y="97992"/>
                </a:cubicBezTo>
                <a:cubicBezTo>
                  <a:pt x="2802413" y="94085"/>
                  <a:pt x="2800265" y="89092"/>
                  <a:pt x="2800265" y="83014"/>
                </a:cubicBezTo>
                <a:cubicBezTo>
                  <a:pt x="2800265" y="79449"/>
                  <a:pt x="2801076" y="76193"/>
                  <a:pt x="2802699" y="73246"/>
                </a:cubicBezTo>
                <a:cubicBezTo>
                  <a:pt x="2804321" y="70298"/>
                  <a:pt x="2806446" y="67933"/>
                  <a:pt x="2809074" y="66151"/>
                </a:cubicBezTo>
                <a:cubicBezTo>
                  <a:pt x="2811701" y="64368"/>
                  <a:pt x="2814660" y="63020"/>
                  <a:pt x="2817951" y="62106"/>
                </a:cubicBezTo>
                <a:cubicBezTo>
                  <a:pt x="2820373" y="61466"/>
                  <a:pt x="2824029" y="60849"/>
                  <a:pt x="2828919" y="60255"/>
                </a:cubicBezTo>
                <a:cubicBezTo>
                  <a:pt x="2838881" y="59067"/>
                  <a:pt x="2846216" y="57650"/>
                  <a:pt x="2850923" y="56005"/>
                </a:cubicBezTo>
                <a:cubicBezTo>
                  <a:pt x="2850969" y="54314"/>
                  <a:pt x="2850992" y="53240"/>
                  <a:pt x="2850992" y="52783"/>
                </a:cubicBezTo>
                <a:cubicBezTo>
                  <a:pt x="2850992" y="47756"/>
                  <a:pt x="2849827" y="44215"/>
                  <a:pt x="2847496" y="42158"/>
                </a:cubicBezTo>
                <a:cubicBezTo>
                  <a:pt x="2844343" y="39371"/>
                  <a:pt x="2839658" y="37977"/>
                  <a:pt x="2833443" y="37977"/>
                </a:cubicBezTo>
                <a:cubicBezTo>
                  <a:pt x="2827639" y="37977"/>
                  <a:pt x="2823355" y="38993"/>
                  <a:pt x="2820590" y="41027"/>
                </a:cubicBezTo>
                <a:cubicBezTo>
                  <a:pt x="2817825" y="43061"/>
                  <a:pt x="2815780" y="46660"/>
                  <a:pt x="2814455" y="51824"/>
                </a:cubicBezTo>
                <a:lnTo>
                  <a:pt x="2802390" y="50179"/>
                </a:lnTo>
                <a:cubicBezTo>
                  <a:pt x="2803487" y="45014"/>
                  <a:pt x="2805292" y="40844"/>
                  <a:pt x="2807806" y="37668"/>
                </a:cubicBezTo>
                <a:cubicBezTo>
                  <a:pt x="2810319" y="34492"/>
                  <a:pt x="2813952" y="32047"/>
                  <a:pt x="2818705" y="30333"/>
                </a:cubicBezTo>
                <a:cubicBezTo>
                  <a:pt x="2823458" y="28620"/>
                  <a:pt x="2828965" y="27763"/>
                  <a:pt x="2835225" y="27763"/>
                </a:cubicBezTo>
                <a:cubicBezTo>
                  <a:pt x="2841441" y="27763"/>
                  <a:pt x="2846491" y="28494"/>
                  <a:pt x="2850375" y="29956"/>
                </a:cubicBezTo>
                <a:cubicBezTo>
                  <a:pt x="2854260" y="31419"/>
                  <a:pt x="2857116" y="33258"/>
                  <a:pt x="2858944" y="35475"/>
                </a:cubicBezTo>
                <a:cubicBezTo>
                  <a:pt x="2860772" y="37691"/>
                  <a:pt x="2862051" y="40490"/>
                  <a:pt x="2862783" y="43872"/>
                </a:cubicBezTo>
                <a:cubicBezTo>
                  <a:pt x="2863194" y="45974"/>
                  <a:pt x="2863399" y="49767"/>
                  <a:pt x="2863399" y="55251"/>
                </a:cubicBezTo>
                <a:lnTo>
                  <a:pt x="2863399" y="71703"/>
                </a:lnTo>
                <a:cubicBezTo>
                  <a:pt x="2863399" y="83174"/>
                  <a:pt x="2863662" y="90429"/>
                  <a:pt x="2864188" y="93468"/>
                </a:cubicBezTo>
                <a:cubicBezTo>
                  <a:pt x="2864713" y="96507"/>
                  <a:pt x="2865753" y="99420"/>
                  <a:pt x="2867307" y="102208"/>
                </a:cubicBezTo>
                <a:lnTo>
                  <a:pt x="2854419" y="102208"/>
                </a:lnTo>
                <a:cubicBezTo>
                  <a:pt x="2853140" y="99649"/>
                  <a:pt x="2852317" y="96655"/>
                  <a:pt x="2851952" y="93228"/>
                </a:cubicBezTo>
                <a:moveTo>
                  <a:pt x="2850923" y="65671"/>
                </a:moveTo>
                <a:cubicBezTo>
                  <a:pt x="2846445" y="67499"/>
                  <a:pt x="2839727" y="69053"/>
                  <a:pt x="2830770" y="70332"/>
                </a:cubicBezTo>
                <a:cubicBezTo>
                  <a:pt x="2825697" y="71063"/>
                  <a:pt x="2822110" y="71886"/>
                  <a:pt x="2820007" y="72800"/>
                </a:cubicBezTo>
                <a:cubicBezTo>
                  <a:pt x="2817905" y="73714"/>
                  <a:pt x="2816283" y="75051"/>
                  <a:pt x="2815140" y="76810"/>
                </a:cubicBezTo>
                <a:cubicBezTo>
                  <a:pt x="2813998" y="78570"/>
                  <a:pt x="2813427" y="80523"/>
                  <a:pt x="2813427" y="82671"/>
                </a:cubicBezTo>
                <a:cubicBezTo>
                  <a:pt x="2813427" y="85962"/>
                  <a:pt x="2814672" y="88704"/>
                  <a:pt x="2817163" y="90897"/>
                </a:cubicBezTo>
                <a:cubicBezTo>
                  <a:pt x="2819653" y="93091"/>
                  <a:pt x="2823298" y="94188"/>
                  <a:pt x="2828096" y="94188"/>
                </a:cubicBezTo>
                <a:cubicBezTo>
                  <a:pt x="2832849" y="94188"/>
                  <a:pt x="2837076" y="93148"/>
                  <a:pt x="2840778" y="91069"/>
                </a:cubicBezTo>
                <a:cubicBezTo>
                  <a:pt x="2844480" y="88989"/>
                  <a:pt x="2847199" y="86144"/>
                  <a:pt x="2848935" y="82534"/>
                </a:cubicBezTo>
                <a:cubicBezTo>
                  <a:pt x="2850261" y="79746"/>
                  <a:pt x="2850923" y="75633"/>
                  <a:pt x="2850923" y="70195"/>
                </a:cubicBezTo>
                <a:lnTo>
                  <a:pt x="2850923" y="656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bottleofwine,whichoneofthefollowing">
            <a:extLst xmlns:a="http://schemas.openxmlformats.org/drawingml/2006/main">
              <a:ext uri="{FF2B5EF4-FFF2-40B4-BE49-F238E27FC236}">
                <a16:creationId xmlns:a16="http://schemas.microsoft.com/office/drawing/2014/main" id="{C9CB92E2-1C73-4882-9100-2485515D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16" y="2302511"/>
            <a:ext cx="2484070" cy="131753"/>
          </a:xfrm>
          <a:custGeom xmlns:a="http://schemas.openxmlformats.org/drawingml/2006/main">
            <a:pathLst>
              <a:path w="2484070" h="131753">
                <a:moveTo>
                  <a:pt x="11448" y="102208"/>
                </a:moveTo>
                <a:lnTo>
                  <a:pt x="0" y="102208"/>
                </a:lnTo>
                <a:lnTo>
                  <a:pt x="0" y="1714"/>
                </a:lnTo>
                <a:lnTo>
                  <a:pt x="12339" y="1714"/>
                </a:lnTo>
                <a:lnTo>
                  <a:pt x="12339" y="37565"/>
                </a:lnTo>
                <a:cubicBezTo>
                  <a:pt x="17549" y="31030"/>
                  <a:pt x="24198" y="27763"/>
                  <a:pt x="32287" y="27763"/>
                </a:cubicBezTo>
                <a:cubicBezTo>
                  <a:pt x="36766" y="27763"/>
                  <a:pt x="41004" y="28665"/>
                  <a:pt x="45003" y="30470"/>
                </a:cubicBezTo>
                <a:cubicBezTo>
                  <a:pt x="49002" y="32276"/>
                  <a:pt x="52292" y="34812"/>
                  <a:pt x="54874" y="38079"/>
                </a:cubicBezTo>
                <a:cubicBezTo>
                  <a:pt x="57456" y="41347"/>
                  <a:pt x="59478" y="45289"/>
                  <a:pt x="60941" y="49904"/>
                </a:cubicBezTo>
                <a:cubicBezTo>
                  <a:pt x="62403" y="54520"/>
                  <a:pt x="63134" y="59456"/>
                  <a:pt x="63134" y="64711"/>
                </a:cubicBezTo>
                <a:cubicBezTo>
                  <a:pt x="63134" y="77187"/>
                  <a:pt x="60050" y="86830"/>
                  <a:pt x="53880" y="93639"/>
                </a:cubicBezTo>
                <a:cubicBezTo>
                  <a:pt x="47711" y="100448"/>
                  <a:pt x="40307" y="103853"/>
                  <a:pt x="31670" y="103853"/>
                </a:cubicBezTo>
                <a:cubicBezTo>
                  <a:pt x="23078" y="103853"/>
                  <a:pt x="16338" y="100266"/>
                  <a:pt x="11448" y="93091"/>
                </a:cubicBezTo>
                <a:lnTo>
                  <a:pt x="11448" y="102208"/>
                </a:lnTo>
                <a:moveTo>
                  <a:pt x="11311" y="65260"/>
                </a:moveTo>
                <a:cubicBezTo>
                  <a:pt x="11311" y="73988"/>
                  <a:pt x="12499" y="80295"/>
                  <a:pt x="14875" y="84179"/>
                </a:cubicBezTo>
                <a:cubicBezTo>
                  <a:pt x="18760" y="90532"/>
                  <a:pt x="24015" y="93708"/>
                  <a:pt x="30642" y="93708"/>
                </a:cubicBezTo>
                <a:cubicBezTo>
                  <a:pt x="36034" y="93708"/>
                  <a:pt x="40696" y="91366"/>
                  <a:pt x="44626" y="86681"/>
                </a:cubicBezTo>
                <a:cubicBezTo>
                  <a:pt x="48556" y="81997"/>
                  <a:pt x="50521" y="75016"/>
                  <a:pt x="50521" y="65739"/>
                </a:cubicBezTo>
                <a:cubicBezTo>
                  <a:pt x="50521" y="56234"/>
                  <a:pt x="48636" y="49219"/>
                  <a:pt x="44866" y="44695"/>
                </a:cubicBezTo>
                <a:cubicBezTo>
                  <a:pt x="41096" y="40170"/>
                  <a:pt x="36537" y="37908"/>
                  <a:pt x="31190" y="37908"/>
                </a:cubicBezTo>
                <a:cubicBezTo>
                  <a:pt x="25798" y="37908"/>
                  <a:pt x="21136" y="40250"/>
                  <a:pt x="17206" y="44934"/>
                </a:cubicBezTo>
                <a:cubicBezTo>
                  <a:pt x="13276" y="49619"/>
                  <a:pt x="11311" y="56394"/>
                  <a:pt x="11311" y="65260"/>
                </a:cubicBezTo>
                <a:close/>
                <a:moveTo>
                  <a:pt x="73280" y="65808"/>
                </a:moveTo>
                <a:cubicBezTo>
                  <a:pt x="73280" y="52326"/>
                  <a:pt x="77027" y="42341"/>
                  <a:pt x="84522" y="35852"/>
                </a:cubicBezTo>
                <a:cubicBezTo>
                  <a:pt x="90783" y="30459"/>
                  <a:pt x="98415" y="27763"/>
                  <a:pt x="107418" y="27763"/>
                </a:cubicBezTo>
                <a:cubicBezTo>
                  <a:pt x="117426" y="27763"/>
                  <a:pt x="125606" y="31042"/>
                  <a:pt x="131959" y="37600"/>
                </a:cubicBezTo>
                <a:cubicBezTo>
                  <a:pt x="138311" y="44158"/>
                  <a:pt x="141487" y="53218"/>
                  <a:pt x="141487" y="64780"/>
                </a:cubicBezTo>
                <a:cubicBezTo>
                  <a:pt x="141487" y="74148"/>
                  <a:pt x="140082" y="81517"/>
                  <a:pt x="137271" y="86887"/>
                </a:cubicBezTo>
                <a:cubicBezTo>
                  <a:pt x="134461" y="92257"/>
                  <a:pt x="130371" y="96427"/>
                  <a:pt x="125001" y="99397"/>
                </a:cubicBezTo>
                <a:cubicBezTo>
                  <a:pt x="119631" y="102368"/>
                  <a:pt x="113770" y="103853"/>
                  <a:pt x="107418" y="103853"/>
                </a:cubicBezTo>
                <a:cubicBezTo>
                  <a:pt x="97227" y="103853"/>
                  <a:pt x="88989" y="100586"/>
                  <a:pt x="82706" y="94051"/>
                </a:cubicBezTo>
                <a:cubicBezTo>
                  <a:pt x="76422" y="87515"/>
                  <a:pt x="73280" y="78101"/>
                  <a:pt x="73280" y="65808"/>
                </a:cubicBezTo>
                <a:moveTo>
                  <a:pt x="85962" y="65808"/>
                </a:moveTo>
                <a:cubicBezTo>
                  <a:pt x="85962" y="75131"/>
                  <a:pt x="87995" y="82111"/>
                  <a:pt x="92063" y="86750"/>
                </a:cubicBezTo>
                <a:cubicBezTo>
                  <a:pt x="96130" y="91388"/>
                  <a:pt x="101248" y="93708"/>
                  <a:pt x="107418" y="93708"/>
                </a:cubicBezTo>
                <a:cubicBezTo>
                  <a:pt x="113542" y="93708"/>
                  <a:pt x="118637" y="91377"/>
                  <a:pt x="122704" y="86716"/>
                </a:cubicBezTo>
                <a:cubicBezTo>
                  <a:pt x="126772" y="82054"/>
                  <a:pt x="128805" y="74948"/>
                  <a:pt x="128805" y="65397"/>
                </a:cubicBezTo>
                <a:cubicBezTo>
                  <a:pt x="128805" y="56394"/>
                  <a:pt x="126760" y="49573"/>
                  <a:pt x="122670" y="44934"/>
                </a:cubicBezTo>
                <a:cubicBezTo>
                  <a:pt x="118580" y="40296"/>
                  <a:pt x="113496" y="37977"/>
                  <a:pt x="107418" y="37977"/>
                </a:cubicBezTo>
                <a:cubicBezTo>
                  <a:pt x="101248" y="37977"/>
                  <a:pt x="96130" y="40285"/>
                  <a:pt x="92063" y="44900"/>
                </a:cubicBezTo>
                <a:cubicBezTo>
                  <a:pt x="87995" y="49516"/>
                  <a:pt x="85962" y="56485"/>
                  <a:pt x="85962" y="65808"/>
                </a:cubicBezTo>
                <a:close/>
                <a:moveTo>
                  <a:pt x="182617" y="91171"/>
                </a:moveTo>
                <a:lnTo>
                  <a:pt x="184400" y="102071"/>
                </a:lnTo>
                <a:cubicBezTo>
                  <a:pt x="180926" y="102802"/>
                  <a:pt x="177819" y="103168"/>
                  <a:pt x="175077" y="103168"/>
                </a:cubicBezTo>
                <a:cubicBezTo>
                  <a:pt x="170598" y="103168"/>
                  <a:pt x="167125" y="102459"/>
                  <a:pt x="164657" y="101043"/>
                </a:cubicBezTo>
                <a:cubicBezTo>
                  <a:pt x="162189" y="99626"/>
                  <a:pt x="160453" y="97764"/>
                  <a:pt x="159447" y="95456"/>
                </a:cubicBezTo>
                <a:cubicBezTo>
                  <a:pt x="158442" y="93148"/>
                  <a:pt x="157939" y="88292"/>
                  <a:pt x="157939" y="80889"/>
                </a:cubicBezTo>
                <a:lnTo>
                  <a:pt x="157939" y="39005"/>
                </a:lnTo>
                <a:lnTo>
                  <a:pt x="148891" y="39005"/>
                </a:lnTo>
                <a:lnTo>
                  <a:pt x="148891" y="29408"/>
                </a:lnTo>
                <a:lnTo>
                  <a:pt x="157939" y="29408"/>
                </a:lnTo>
                <a:lnTo>
                  <a:pt x="157939" y="11379"/>
                </a:lnTo>
                <a:lnTo>
                  <a:pt x="170210" y="3976"/>
                </a:lnTo>
                <a:lnTo>
                  <a:pt x="170210" y="29408"/>
                </a:lnTo>
                <a:lnTo>
                  <a:pt x="182617" y="29408"/>
                </a:lnTo>
                <a:lnTo>
                  <a:pt x="182617" y="39005"/>
                </a:lnTo>
                <a:lnTo>
                  <a:pt x="170210" y="39005"/>
                </a:lnTo>
                <a:lnTo>
                  <a:pt x="170210" y="81574"/>
                </a:lnTo>
                <a:cubicBezTo>
                  <a:pt x="170210" y="85093"/>
                  <a:pt x="170427" y="87355"/>
                  <a:pt x="170861" y="88361"/>
                </a:cubicBezTo>
                <a:cubicBezTo>
                  <a:pt x="171295" y="89366"/>
                  <a:pt x="172003" y="90166"/>
                  <a:pt x="172986" y="90760"/>
                </a:cubicBezTo>
                <a:cubicBezTo>
                  <a:pt x="173969" y="91354"/>
                  <a:pt x="175374" y="91651"/>
                  <a:pt x="177202" y="91651"/>
                </a:cubicBezTo>
                <a:cubicBezTo>
                  <a:pt x="178573" y="91651"/>
                  <a:pt x="180378" y="91491"/>
                  <a:pt x="182617" y="91171"/>
                </a:cubicBezTo>
                <a:close/>
                <a:moveTo>
                  <a:pt x="221112" y="91171"/>
                </a:moveTo>
                <a:lnTo>
                  <a:pt x="222895" y="102071"/>
                </a:lnTo>
                <a:cubicBezTo>
                  <a:pt x="219421" y="102802"/>
                  <a:pt x="216314" y="103168"/>
                  <a:pt x="213572" y="103168"/>
                </a:cubicBezTo>
                <a:cubicBezTo>
                  <a:pt x="209093" y="103168"/>
                  <a:pt x="205620" y="102459"/>
                  <a:pt x="203152" y="101043"/>
                </a:cubicBezTo>
                <a:cubicBezTo>
                  <a:pt x="200684" y="99626"/>
                  <a:pt x="198948" y="97764"/>
                  <a:pt x="197942" y="95456"/>
                </a:cubicBezTo>
                <a:cubicBezTo>
                  <a:pt x="196937" y="93148"/>
                  <a:pt x="196434" y="88292"/>
                  <a:pt x="196434" y="80889"/>
                </a:cubicBezTo>
                <a:lnTo>
                  <a:pt x="196434" y="39005"/>
                </a:lnTo>
                <a:lnTo>
                  <a:pt x="187386" y="39005"/>
                </a:lnTo>
                <a:lnTo>
                  <a:pt x="187386" y="29408"/>
                </a:lnTo>
                <a:lnTo>
                  <a:pt x="196434" y="29408"/>
                </a:lnTo>
                <a:lnTo>
                  <a:pt x="196434" y="11379"/>
                </a:lnTo>
                <a:lnTo>
                  <a:pt x="208705" y="3976"/>
                </a:lnTo>
                <a:lnTo>
                  <a:pt x="208705" y="29408"/>
                </a:lnTo>
                <a:lnTo>
                  <a:pt x="221112" y="29408"/>
                </a:lnTo>
                <a:lnTo>
                  <a:pt x="221112" y="39005"/>
                </a:lnTo>
                <a:lnTo>
                  <a:pt x="208705" y="39005"/>
                </a:lnTo>
                <a:lnTo>
                  <a:pt x="208705" y="81574"/>
                </a:lnTo>
                <a:cubicBezTo>
                  <a:pt x="208705" y="85093"/>
                  <a:pt x="208922" y="87355"/>
                  <a:pt x="209356" y="88361"/>
                </a:cubicBezTo>
                <a:cubicBezTo>
                  <a:pt x="209790" y="89366"/>
                  <a:pt x="210498" y="90166"/>
                  <a:pt x="211481" y="90760"/>
                </a:cubicBezTo>
                <a:cubicBezTo>
                  <a:pt x="212464" y="91354"/>
                  <a:pt x="213869" y="91651"/>
                  <a:pt x="215697" y="91651"/>
                </a:cubicBezTo>
                <a:cubicBezTo>
                  <a:pt x="217068" y="91651"/>
                  <a:pt x="218873" y="91491"/>
                  <a:pt x="221112" y="91171"/>
                </a:cubicBezTo>
                <a:close/>
                <a:moveTo>
                  <a:pt x="232393" y="102208"/>
                </a:moveTo>
                <a:lnTo>
                  <a:pt x="232393" y="1714"/>
                </a:lnTo>
                <a:lnTo>
                  <a:pt x="244732" y="1714"/>
                </a:lnTo>
                <a:lnTo>
                  <a:pt x="244732" y="102208"/>
                </a:lnTo>
                <a:lnTo>
                  <a:pt x="232393" y="102208"/>
                </a:lnTo>
                <a:close/>
                <a:moveTo>
                  <a:pt x="313978" y="78764"/>
                </a:moveTo>
                <a:lnTo>
                  <a:pt x="326729" y="80341"/>
                </a:lnTo>
                <a:cubicBezTo>
                  <a:pt x="324718" y="87790"/>
                  <a:pt x="320993" y="93571"/>
                  <a:pt x="315555" y="97684"/>
                </a:cubicBezTo>
                <a:cubicBezTo>
                  <a:pt x="310117" y="101797"/>
                  <a:pt x="303170" y="103853"/>
                  <a:pt x="294716" y="103853"/>
                </a:cubicBezTo>
                <a:cubicBezTo>
                  <a:pt x="284068" y="103853"/>
                  <a:pt x="275625" y="100574"/>
                  <a:pt x="269387" y="94016"/>
                </a:cubicBezTo>
                <a:cubicBezTo>
                  <a:pt x="263149" y="87458"/>
                  <a:pt x="260030" y="78261"/>
                  <a:pt x="260030" y="66425"/>
                </a:cubicBezTo>
                <a:cubicBezTo>
                  <a:pt x="260030" y="54177"/>
                  <a:pt x="263183" y="44672"/>
                  <a:pt x="269490" y="37908"/>
                </a:cubicBezTo>
                <a:cubicBezTo>
                  <a:pt x="275796" y="31145"/>
                  <a:pt x="283976" y="27763"/>
                  <a:pt x="294030" y="27763"/>
                </a:cubicBezTo>
                <a:cubicBezTo>
                  <a:pt x="303764" y="27763"/>
                  <a:pt x="311716" y="31076"/>
                  <a:pt x="317886" y="37702"/>
                </a:cubicBezTo>
                <a:cubicBezTo>
                  <a:pt x="324055" y="44329"/>
                  <a:pt x="327140" y="53652"/>
                  <a:pt x="327140" y="65671"/>
                </a:cubicBezTo>
                <a:cubicBezTo>
                  <a:pt x="327140" y="66402"/>
                  <a:pt x="327117" y="67499"/>
                  <a:pt x="327071" y="68961"/>
                </a:cubicBezTo>
                <a:lnTo>
                  <a:pt x="272780" y="68961"/>
                </a:lnTo>
                <a:cubicBezTo>
                  <a:pt x="273237" y="76959"/>
                  <a:pt x="275499" y="83083"/>
                  <a:pt x="279566" y="87333"/>
                </a:cubicBezTo>
                <a:cubicBezTo>
                  <a:pt x="283634" y="91583"/>
                  <a:pt x="288706" y="93708"/>
                  <a:pt x="294784" y="93708"/>
                </a:cubicBezTo>
                <a:cubicBezTo>
                  <a:pt x="299309" y="93708"/>
                  <a:pt x="303170" y="92520"/>
                  <a:pt x="306369" y="90143"/>
                </a:cubicBezTo>
                <a:cubicBezTo>
                  <a:pt x="309568" y="87767"/>
                  <a:pt x="312105" y="83974"/>
                  <a:pt x="313978" y="78764"/>
                </a:cubicBezTo>
                <a:moveTo>
                  <a:pt x="273465" y="58816"/>
                </a:moveTo>
                <a:lnTo>
                  <a:pt x="314116" y="58816"/>
                </a:lnTo>
                <a:cubicBezTo>
                  <a:pt x="313567" y="52692"/>
                  <a:pt x="312013" y="48099"/>
                  <a:pt x="309454" y="45037"/>
                </a:cubicBezTo>
                <a:cubicBezTo>
                  <a:pt x="305524" y="40285"/>
                  <a:pt x="300428" y="37908"/>
                  <a:pt x="294167" y="37908"/>
                </a:cubicBezTo>
                <a:cubicBezTo>
                  <a:pt x="288501" y="37908"/>
                  <a:pt x="283736" y="39805"/>
                  <a:pt x="279875" y="43598"/>
                </a:cubicBezTo>
                <a:cubicBezTo>
                  <a:pt x="276013" y="47391"/>
                  <a:pt x="273877" y="52464"/>
                  <a:pt x="273465" y="58816"/>
                </a:cubicBezTo>
                <a:close/>
                <a:moveTo>
                  <a:pt x="375849" y="65808"/>
                </a:moveTo>
                <a:cubicBezTo>
                  <a:pt x="375849" y="52326"/>
                  <a:pt x="379597" y="42341"/>
                  <a:pt x="387091" y="35852"/>
                </a:cubicBezTo>
                <a:cubicBezTo>
                  <a:pt x="393352" y="30459"/>
                  <a:pt x="400984" y="27763"/>
                  <a:pt x="409987" y="27763"/>
                </a:cubicBezTo>
                <a:cubicBezTo>
                  <a:pt x="419995" y="27763"/>
                  <a:pt x="428176" y="31042"/>
                  <a:pt x="434528" y="37600"/>
                </a:cubicBezTo>
                <a:cubicBezTo>
                  <a:pt x="440880" y="44158"/>
                  <a:pt x="444056" y="53218"/>
                  <a:pt x="444056" y="64780"/>
                </a:cubicBezTo>
                <a:cubicBezTo>
                  <a:pt x="444056" y="74148"/>
                  <a:pt x="442651" y="81517"/>
                  <a:pt x="439841" y="86887"/>
                </a:cubicBezTo>
                <a:cubicBezTo>
                  <a:pt x="437030" y="92257"/>
                  <a:pt x="432940" y="96427"/>
                  <a:pt x="427570" y="99397"/>
                </a:cubicBezTo>
                <a:cubicBezTo>
                  <a:pt x="422200" y="102368"/>
                  <a:pt x="416339" y="103853"/>
                  <a:pt x="409987" y="103853"/>
                </a:cubicBezTo>
                <a:cubicBezTo>
                  <a:pt x="399796" y="103853"/>
                  <a:pt x="391559" y="100586"/>
                  <a:pt x="385275" y="94051"/>
                </a:cubicBezTo>
                <a:cubicBezTo>
                  <a:pt x="378991" y="87515"/>
                  <a:pt x="375849" y="78101"/>
                  <a:pt x="375849" y="65808"/>
                </a:cubicBezTo>
                <a:moveTo>
                  <a:pt x="388531" y="65808"/>
                </a:moveTo>
                <a:cubicBezTo>
                  <a:pt x="388531" y="75131"/>
                  <a:pt x="390565" y="82111"/>
                  <a:pt x="394632" y="86750"/>
                </a:cubicBezTo>
                <a:cubicBezTo>
                  <a:pt x="398699" y="91388"/>
                  <a:pt x="403818" y="93708"/>
                  <a:pt x="409987" y="93708"/>
                </a:cubicBezTo>
                <a:cubicBezTo>
                  <a:pt x="416111" y="93708"/>
                  <a:pt x="421206" y="91377"/>
                  <a:pt x="425274" y="86716"/>
                </a:cubicBezTo>
                <a:cubicBezTo>
                  <a:pt x="429341" y="82054"/>
                  <a:pt x="431375" y="74948"/>
                  <a:pt x="431375" y="65397"/>
                </a:cubicBezTo>
                <a:cubicBezTo>
                  <a:pt x="431375" y="56394"/>
                  <a:pt x="429330" y="49573"/>
                  <a:pt x="425239" y="44934"/>
                </a:cubicBezTo>
                <a:cubicBezTo>
                  <a:pt x="421149" y="40296"/>
                  <a:pt x="416065" y="37977"/>
                  <a:pt x="409987" y="37977"/>
                </a:cubicBezTo>
                <a:cubicBezTo>
                  <a:pt x="403818" y="37977"/>
                  <a:pt x="398699" y="40285"/>
                  <a:pt x="394632" y="44900"/>
                </a:cubicBezTo>
                <a:cubicBezTo>
                  <a:pt x="390565" y="49516"/>
                  <a:pt x="388531" y="56485"/>
                  <a:pt x="388531" y="65808"/>
                </a:cubicBezTo>
                <a:close/>
                <a:moveTo>
                  <a:pt x="461194" y="102208"/>
                </a:moveTo>
                <a:lnTo>
                  <a:pt x="461194" y="39005"/>
                </a:lnTo>
                <a:lnTo>
                  <a:pt x="450294" y="39005"/>
                </a:lnTo>
                <a:lnTo>
                  <a:pt x="450294" y="29408"/>
                </a:lnTo>
                <a:lnTo>
                  <a:pt x="461194" y="29408"/>
                </a:lnTo>
                <a:lnTo>
                  <a:pt x="461194" y="21662"/>
                </a:lnTo>
                <a:cubicBezTo>
                  <a:pt x="461194" y="16772"/>
                  <a:pt x="461628" y="13139"/>
                  <a:pt x="462496" y="10762"/>
                </a:cubicBezTo>
                <a:cubicBezTo>
                  <a:pt x="463685" y="7563"/>
                  <a:pt x="465775" y="4970"/>
                  <a:pt x="468769" y="2982"/>
                </a:cubicBezTo>
                <a:cubicBezTo>
                  <a:pt x="471762" y="994"/>
                  <a:pt x="475955" y="0"/>
                  <a:pt x="481348" y="0"/>
                </a:cubicBezTo>
                <a:cubicBezTo>
                  <a:pt x="484821" y="0"/>
                  <a:pt x="488660" y="411"/>
                  <a:pt x="492864" y="1234"/>
                </a:cubicBezTo>
                <a:lnTo>
                  <a:pt x="491013" y="11996"/>
                </a:lnTo>
                <a:cubicBezTo>
                  <a:pt x="488454" y="11539"/>
                  <a:pt x="486032" y="11311"/>
                  <a:pt x="483747" y="11311"/>
                </a:cubicBezTo>
                <a:cubicBezTo>
                  <a:pt x="479999" y="11311"/>
                  <a:pt x="477349" y="12110"/>
                  <a:pt x="475795" y="13710"/>
                </a:cubicBezTo>
                <a:cubicBezTo>
                  <a:pt x="474241" y="15309"/>
                  <a:pt x="473464" y="18303"/>
                  <a:pt x="473464" y="22690"/>
                </a:cubicBezTo>
                <a:lnTo>
                  <a:pt x="473464" y="29408"/>
                </a:lnTo>
                <a:lnTo>
                  <a:pt x="487654" y="29408"/>
                </a:lnTo>
                <a:lnTo>
                  <a:pt x="487654" y="39005"/>
                </a:lnTo>
                <a:lnTo>
                  <a:pt x="473464" y="39005"/>
                </a:lnTo>
                <a:lnTo>
                  <a:pt x="473464" y="102208"/>
                </a:lnTo>
                <a:lnTo>
                  <a:pt x="461194" y="102208"/>
                </a:lnTo>
                <a:close/>
                <a:moveTo>
                  <a:pt x="548672" y="102208"/>
                </a:moveTo>
                <a:lnTo>
                  <a:pt x="526393" y="29408"/>
                </a:lnTo>
                <a:lnTo>
                  <a:pt x="539144" y="29408"/>
                </a:lnTo>
                <a:lnTo>
                  <a:pt x="550729" y="71429"/>
                </a:lnTo>
                <a:lnTo>
                  <a:pt x="555047" y="87058"/>
                </a:lnTo>
                <a:cubicBezTo>
                  <a:pt x="555230" y="86282"/>
                  <a:pt x="556487" y="81277"/>
                  <a:pt x="558817" y="72046"/>
                </a:cubicBezTo>
                <a:lnTo>
                  <a:pt x="570402" y="29408"/>
                </a:lnTo>
                <a:lnTo>
                  <a:pt x="583084" y="29408"/>
                </a:lnTo>
                <a:lnTo>
                  <a:pt x="593984" y="71635"/>
                </a:lnTo>
                <a:lnTo>
                  <a:pt x="597617" y="85550"/>
                </a:lnTo>
                <a:lnTo>
                  <a:pt x="601798" y="71498"/>
                </a:lnTo>
                <a:lnTo>
                  <a:pt x="614274" y="29408"/>
                </a:lnTo>
                <a:lnTo>
                  <a:pt x="626271" y="29408"/>
                </a:lnTo>
                <a:lnTo>
                  <a:pt x="603512" y="102208"/>
                </a:lnTo>
                <a:lnTo>
                  <a:pt x="590693" y="102208"/>
                </a:lnTo>
                <a:lnTo>
                  <a:pt x="579108" y="58610"/>
                </a:lnTo>
                <a:lnTo>
                  <a:pt x="576298" y="46203"/>
                </a:lnTo>
                <a:lnTo>
                  <a:pt x="561559" y="102208"/>
                </a:lnTo>
                <a:lnTo>
                  <a:pt x="548672" y="102208"/>
                </a:lnTo>
                <a:close/>
                <a:moveTo>
                  <a:pt x="636695" y="15904"/>
                </a:moveTo>
                <a:lnTo>
                  <a:pt x="636695" y="1714"/>
                </a:lnTo>
                <a:lnTo>
                  <a:pt x="649034" y="1714"/>
                </a:lnTo>
                <a:lnTo>
                  <a:pt x="649034" y="15904"/>
                </a:lnTo>
                <a:lnTo>
                  <a:pt x="636695" y="15904"/>
                </a:lnTo>
                <a:moveTo>
                  <a:pt x="636695" y="102208"/>
                </a:moveTo>
                <a:lnTo>
                  <a:pt x="636695" y="29408"/>
                </a:lnTo>
                <a:lnTo>
                  <a:pt x="649034" y="29408"/>
                </a:lnTo>
                <a:lnTo>
                  <a:pt x="649034" y="102208"/>
                </a:lnTo>
                <a:lnTo>
                  <a:pt x="636695" y="102208"/>
                </a:lnTo>
                <a:close/>
                <a:moveTo>
                  <a:pt x="668101" y="102208"/>
                </a:moveTo>
                <a:lnTo>
                  <a:pt x="668101" y="29408"/>
                </a:lnTo>
                <a:lnTo>
                  <a:pt x="679207" y="29408"/>
                </a:lnTo>
                <a:lnTo>
                  <a:pt x="679207" y="39759"/>
                </a:lnTo>
                <a:cubicBezTo>
                  <a:pt x="684553" y="31761"/>
                  <a:pt x="692277" y="27763"/>
                  <a:pt x="702376" y="27763"/>
                </a:cubicBezTo>
                <a:cubicBezTo>
                  <a:pt x="706764" y="27763"/>
                  <a:pt x="710797" y="28551"/>
                  <a:pt x="714475" y="30128"/>
                </a:cubicBezTo>
                <a:cubicBezTo>
                  <a:pt x="718154" y="31704"/>
                  <a:pt x="720908" y="33772"/>
                  <a:pt x="722736" y="36331"/>
                </a:cubicBezTo>
                <a:cubicBezTo>
                  <a:pt x="724564" y="38891"/>
                  <a:pt x="725843" y="41930"/>
                  <a:pt x="726575" y="45449"/>
                </a:cubicBezTo>
                <a:cubicBezTo>
                  <a:pt x="727032" y="47734"/>
                  <a:pt x="727260" y="51732"/>
                  <a:pt x="727260" y="57445"/>
                </a:cubicBezTo>
                <a:lnTo>
                  <a:pt x="727260" y="102208"/>
                </a:lnTo>
                <a:lnTo>
                  <a:pt x="714921" y="102208"/>
                </a:lnTo>
                <a:lnTo>
                  <a:pt x="714921" y="57925"/>
                </a:lnTo>
                <a:cubicBezTo>
                  <a:pt x="714921" y="52898"/>
                  <a:pt x="714441" y="49139"/>
                  <a:pt x="713482" y="46648"/>
                </a:cubicBezTo>
                <a:cubicBezTo>
                  <a:pt x="712522" y="44158"/>
                  <a:pt x="710820" y="42170"/>
                  <a:pt x="708375" y="40684"/>
                </a:cubicBezTo>
                <a:cubicBezTo>
                  <a:pt x="705930" y="39199"/>
                  <a:pt x="703062" y="38457"/>
                  <a:pt x="699772" y="38457"/>
                </a:cubicBezTo>
                <a:cubicBezTo>
                  <a:pt x="694516" y="38457"/>
                  <a:pt x="689980" y="40125"/>
                  <a:pt x="686164" y="43461"/>
                </a:cubicBezTo>
                <a:cubicBezTo>
                  <a:pt x="682348" y="46797"/>
                  <a:pt x="680440" y="53126"/>
                  <a:pt x="680440" y="62449"/>
                </a:cubicBezTo>
                <a:lnTo>
                  <a:pt x="680440" y="102208"/>
                </a:lnTo>
                <a:lnTo>
                  <a:pt x="668101" y="102208"/>
                </a:lnTo>
                <a:close/>
                <a:moveTo>
                  <a:pt x="795742" y="78764"/>
                </a:moveTo>
                <a:lnTo>
                  <a:pt x="808492" y="80341"/>
                </a:lnTo>
                <a:cubicBezTo>
                  <a:pt x="806481" y="87790"/>
                  <a:pt x="802757" y="93571"/>
                  <a:pt x="797318" y="97684"/>
                </a:cubicBezTo>
                <a:cubicBezTo>
                  <a:pt x="791880" y="101797"/>
                  <a:pt x="784934" y="103853"/>
                  <a:pt x="776479" y="103853"/>
                </a:cubicBezTo>
                <a:cubicBezTo>
                  <a:pt x="765831" y="103853"/>
                  <a:pt x="757388" y="100574"/>
                  <a:pt x="751150" y="94016"/>
                </a:cubicBezTo>
                <a:cubicBezTo>
                  <a:pt x="744912" y="87458"/>
                  <a:pt x="741793" y="78261"/>
                  <a:pt x="741793" y="66425"/>
                </a:cubicBezTo>
                <a:cubicBezTo>
                  <a:pt x="741793" y="54177"/>
                  <a:pt x="744946" y="44672"/>
                  <a:pt x="751253" y="37908"/>
                </a:cubicBezTo>
                <a:cubicBezTo>
                  <a:pt x="757559" y="31145"/>
                  <a:pt x="765740" y="27763"/>
                  <a:pt x="775794" y="27763"/>
                </a:cubicBezTo>
                <a:cubicBezTo>
                  <a:pt x="785528" y="27763"/>
                  <a:pt x="793479" y="31076"/>
                  <a:pt x="799649" y="37702"/>
                </a:cubicBezTo>
                <a:cubicBezTo>
                  <a:pt x="805818" y="44329"/>
                  <a:pt x="808903" y="53652"/>
                  <a:pt x="808903" y="65671"/>
                </a:cubicBezTo>
                <a:cubicBezTo>
                  <a:pt x="808903" y="66402"/>
                  <a:pt x="808880" y="67499"/>
                  <a:pt x="808835" y="68961"/>
                </a:cubicBezTo>
                <a:lnTo>
                  <a:pt x="754543" y="68961"/>
                </a:lnTo>
                <a:cubicBezTo>
                  <a:pt x="755000" y="76959"/>
                  <a:pt x="757262" y="83083"/>
                  <a:pt x="761330" y="87333"/>
                </a:cubicBezTo>
                <a:cubicBezTo>
                  <a:pt x="765397" y="91583"/>
                  <a:pt x="770469" y="93708"/>
                  <a:pt x="776548" y="93708"/>
                </a:cubicBezTo>
                <a:cubicBezTo>
                  <a:pt x="781072" y="93708"/>
                  <a:pt x="784934" y="92520"/>
                  <a:pt x="788133" y="90143"/>
                </a:cubicBezTo>
                <a:cubicBezTo>
                  <a:pt x="791332" y="87767"/>
                  <a:pt x="793868" y="83974"/>
                  <a:pt x="795742" y="78764"/>
                </a:cubicBezTo>
                <a:moveTo>
                  <a:pt x="755229" y="58816"/>
                </a:moveTo>
                <a:lnTo>
                  <a:pt x="795879" y="58816"/>
                </a:lnTo>
                <a:cubicBezTo>
                  <a:pt x="795330" y="52692"/>
                  <a:pt x="793776" y="48099"/>
                  <a:pt x="791217" y="45037"/>
                </a:cubicBezTo>
                <a:cubicBezTo>
                  <a:pt x="787287" y="40285"/>
                  <a:pt x="782192" y="37908"/>
                  <a:pt x="775931" y="37908"/>
                </a:cubicBezTo>
                <a:cubicBezTo>
                  <a:pt x="770264" y="37908"/>
                  <a:pt x="765500" y="39805"/>
                  <a:pt x="761638" y="43598"/>
                </a:cubicBezTo>
                <a:cubicBezTo>
                  <a:pt x="757776" y="47391"/>
                  <a:pt x="755640" y="52464"/>
                  <a:pt x="755229" y="58816"/>
                </a:cubicBezTo>
                <a:close/>
                <a:moveTo>
                  <a:pt x="826932" y="102208"/>
                </a:moveTo>
                <a:lnTo>
                  <a:pt x="826932" y="88155"/>
                </a:lnTo>
                <a:lnTo>
                  <a:pt x="840985" y="88155"/>
                </a:lnTo>
                <a:lnTo>
                  <a:pt x="840985" y="102208"/>
                </a:lnTo>
                <a:cubicBezTo>
                  <a:pt x="840985" y="107372"/>
                  <a:pt x="840071" y="111542"/>
                  <a:pt x="838243" y="114718"/>
                </a:cubicBezTo>
                <a:cubicBezTo>
                  <a:pt x="836415" y="117894"/>
                  <a:pt x="833513" y="120351"/>
                  <a:pt x="829537" y="122087"/>
                </a:cubicBezTo>
                <a:lnTo>
                  <a:pt x="826109" y="116809"/>
                </a:lnTo>
                <a:cubicBezTo>
                  <a:pt x="828714" y="115667"/>
                  <a:pt x="830634" y="113987"/>
                  <a:pt x="831868" y="111771"/>
                </a:cubicBezTo>
                <a:cubicBezTo>
                  <a:pt x="833102" y="109554"/>
                  <a:pt x="833787" y="106367"/>
                  <a:pt x="833924" y="102208"/>
                </a:cubicBezTo>
                <a:lnTo>
                  <a:pt x="826932" y="102208"/>
                </a:lnTo>
                <a:close/>
                <a:moveTo>
                  <a:pt x="914136" y="102208"/>
                </a:moveTo>
                <a:lnTo>
                  <a:pt x="891857" y="29408"/>
                </a:lnTo>
                <a:lnTo>
                  <a:pt x="904607" y="29408"/>
                </a:lnTo>
                <a:lnTo>
                  <a:pt x="916192" y="71429"/>
                </a:lnTo>
                <a:lnTo>
                  <a:pt x="920511" y="87058"/>
                </a:lnTo>
                <a:cubicBezTo>
                  <a:pt x="920694" y="86282"/>
                  <a:pt x="921951" y="81277"/>
                  <a:pt x="924281" y="72046"/>
                </a:cubicBezTo>
                <a:lnTo>
                  <a:pt x="935866" y="29408"/>
                </a:lnTo>
                <a:lnTo>
                  <a:pt x="948548" y="29408"/>
                </a:lnTo>
                <a:lnTo>
                  <a:pt x="959447" y="71635"/>
                </a:lnTo>
                <a:lnTo>
                  <a:pt x="963081" y="85550"/>
                </a:lnTo>
                <a:lnTo>
                  <a:pt x="967262" y="71498"/>
                </a:lnTo>
                <a:lnTo>
                  <a:pt x="979738" y="29408"/>
                </a:lnTo>
                <a:lnTo>
                  <a:pt x="991734" y="29408"/>
                </a:lnTo>
                <a:lnTo>
                  <a:pt x="968976" y="102208"/>
                </a:lnTo>
                <a:lnTo>
                  <a:pt x="956157" y="102208"/>
                </a:lnTo>
                <a:lnTo>
                  <a:pt x="944572" y="58610"/>
                </a:lnTo>
                <a:lnTo>
                  <a:pt x="941761" y="46203"/>
                </a:lnTo>
                <a:lnTo>
                  <a:pt x="927023" y="102208"/>
                </a:lnTo>
                <a:lnTo>
                  <a:pt x="914136" y="102208"/>
                </a:lnTo>
                <a:close/>
                <a:moveTo>
                  <a:pt x="1002090" y="102208"/>
                </a:moveTo>
                <a:lnTo>
                  <a:pt x="1002090" y="1714"/>
                </a:lnTo>
                <a:lnTo>
                  <a:pt x="1014429" y="1714"/>
                </a:lnTo>
                <a:lnTo>
                  <a:pt x="1014429" y="37771"/>
                </a:lnTo>
                <a:cubicBezTo>
                  <a:pt x="1020187" y="31099"/>
                  <a:pt x="1027454" y="27763"/>
                  <a:pt x="1036228" y="27763"/>
                </a:cubicBezTo>
                <a:cubicBezTo>
                  <a:pt x="1041621" y="27763"/>
                  <a:pt x="1046305" y="28825"/>
                  <a:pt x="1050281" y="30950"/>
                </a:cubicBezTo>
                <a:cubicBezTo>
                  <a:pt x="1054257" y="33075"/>
                  <a:pt x="1057101" y="36012"/>
                  <a:pt x="1058815" y="39759"/>
                </a:cubicBezTo>
                <a:cubicBezTo>
                  <a:pt x="1060529" y="43506"/>
                  <a:pt x="1061386" y="48945"/>
                  <a:pt x="1061386" y="56074"/>
                </a:cubicBezTo>
                <a:lnTo>
                  <a:pt x="1061386" y="102208"/>
                </a:lnTo>
                <a:lnTo>
                  <a:pt x="1049047" y="102208"/>
                </a:lnTo>
                <a:lnTo>
                  <a:pt x="1049047" y="56074"/>
                </a:lnTo>
                <a:cubicBezTo>
                  <a:pt x="1049047" y="49904"/>
                  <a:pt x="1047710" y="45414"/>
                  <a:pt x="1045037" y="42604"/>
                </a:cubicBezTo>
                <a:cubicBezTo>
                  <a:pt x="1042363" y="39793"/>
                  <a:pt x="1038581" y="38388"/>
                  <a:pt x="1033692" y="38388"/>
                </a:cubicBezTo>
                <a:cubicBezTo>
                  <a:pt x="1030036" y="38388"/>
                  <a:pt x="1026597" y="39336"/>
                  <a:pt x="1023375" y="41233"/>
                </a:cubicBezTo>
                <a:cubicBezTo>
                  <a:pt x="1020153" y="43129"/>
                  <a:pt x="1017857" y="45700"/>
                  <a:pt x="1016486" y="48945"/>
                </a:cubicBezTo>
                <a:cubicBezTo>
                  <a:pt x="1015115" y="52189"/>
                  <a:pt x="1014429" y="56668"/>
                  <a:pt x="1014429" y="62380"/>
                </a:cubicBezTo>
                <a:lnTo>
                  <a:pt x="1014429" y="102208"/>
                </a:lnTo>
                <a:lnTo>
                  <a:pt x="1002090" y="102208"/>
                </a:lnTo>
                <a:close/>
                <a:moveTo>
                  <a:pt x="1079963" y="15904"/>
                </a:moveTo>
                <a:lnTo>
                  <a:pt x="1079963" y="1714"/>
                </a:lnTo>
                <a:lnTo>
                  <a:pt x="1092302" y="1714"/>
                </a:lnTo>
                <a:lnTo>
                  <a:pt x="1092302" y="15904"/>
                </a:lnTo>
                <a:lnTo>
                  <a:pt x="1079963" y="15904"/>
                </a:lnTo>
                <a:moveTo>
                  <a:pt x="1079963" y="102208"/>
                </a:moveTo>
                <a:lnTo>
                  <a:pt x="1079963" y="29408"/>
                </a:lnTo>
                <a:lnTo>
                  <a:pt x="1092302" y="29408"/>
                </a:lnTo>
                <a:lnTo>
                  <a:pt x="1092302" y="102208"/>
                </a:lnTo>
                <a:lnTo>
                  <a:pt x="1079963" y="102208"/>
                </a:lnTo>
                <a:close/>
                <a:moveTo>
                  <a:pt x="1158875" y="75542"/>
                </a:moveTo>
                <a:lnTo>
                  <a:pt x="1171008" y="77119"/>
                </a:lnTo>
                <a:cubicBezTo>
                  <a:pt x="1169683" y="85482"/>
                  <a:pt x="1166290" y="92028"/>
                  <a:pt x="1160829" y="96758"/>
                </a:cubicBezTo>
                <a:cubicBezTo>
                  <a:pt x="1155367" y="101488"/>
                  <a:pt x="1148661" y="103853"/>
                  <a:pt x="1140709" y="103853"/>
                </a:cubicBezTo>
                <a:cubicBezTo>
                  <a:pt x="1130747" y="103853"/>
                  <a:pt x="1122738" y="100597"/>
                  <a:pt x="1116682" y="94085"/>
                </a:cubicBezTo>
                <a:cubicBezTo>
                  <a:pt x="1110627" y="87573"/>
                  <a:pt x="1107600" y="78238"/>
                  <a:pt x="1107600" y="66082"/>
                </a:cubicBezTo>
                <a:cubicBezTo>
                  <a:pt x="1107600" y="58222"/>
                  <a:pt x="1108902" y="51344"/>
                  <a:pt x="1111507" y="45449"/>
                </a:cubicBezTo>
                <a:cubicBezTo>
                  <a:pt x="1114112" y="39553"/>
                  <a:pt x="1118076" y="35132"/>
                  <a:pt x="1123400" y="32184"/>
                </a:cubicBezTo>
                <a:cubicBezTo>
                  <a:pt x="1128724" y="29237"/>
                  <a:pt x="1134517" y="27763"/>
                  <a:pt x="1140778" y="27763"/>
                </a:cubicBezTo>
                <a:cubicBezTo>
                  <a:pt x="1148684" y="27763"/>
                  <a:pt x="1155150" y="29762"/>
                  <a:pt x="1160177" y="33761"/>
                </a:cubicBezTo>
                <a:cubicBezTo>
                  <a:pt x="1165204" y="37760"/>
                  <a:pt x="1168426" y="43438"/>
                  <a:pt x="1169843" y="50795"/>
                </a:cubicBezTo>
                <a:lnTo>
                  <a:pt x="1157847" y="52646"/>
                </a:lnTo>
                <a:cubicBezTo>
                  <a:pt x="1156704" y="47756"/>
                  <a:pt x="1154682" y="44078"/>
                  <a:pt x="1151780" y="41610"/>
                </a:cubicBezTo>
                <a:cubicBezTo>
                  <a:pt x="1148878" y="39142"/>
                  <a:pt x="1145371" y="37908"/>
                  <a:pt x="1141258" y="37908"/>
                </a:cubicBezTo>
                <a:cubicBezTo>
                  <a:pt x="1135042" y="37908"/>
                  <a:pt x="1129993" y="40136"/>
                  <a:pt x="1126108" y="44592"/>
                </a:cubicBezTo>
                <a:cubicBezTo>
                  <a:pt x="1122224" y="49047"/>
                  <a:pt x="1120281" y="56097"/>
                  <a:pt x="1120281" y="65739"/>
                </a:cubicBezTo>
                <a:cubicBezTo>
                  <a:pt x="1120281" y="75519"/>
                  <a:pt x="1122155" y="82626"/>
                  <a:pt x="1125902" y="87058"/>
                </a:cubicBezTo>
                <a:cubicBezTo>
                  <a:pt x="1129650" y="91491"/>
                  <a:pt x="1134540" y="93708"/>
                  <a:pt x="1140572" y="93708"/>
                </a:cubicBezTo>
                <a:cubicBezTo>
                  <a:pt x="1145416" y="93708"/>
                  <a:pt x="1149461" y="92223"/>
                  <a:pt x="1152705" y="89252"/>
                </a:cubicBezTo>
                <a:cubicBezTo>
                  <a:pt x="1155950" y="86282"/>
                  <a:pt x="1158007" y="81712"/>
                  <a:pt x="1158875" y="75542"/>
                </a:cubicBezTo>
                <a:close/>
                <a:moveTo>
                  <a:pt x="1181312" y="102208"/>
                </a:moveTo>
                <a:lnTo>
                  <a:pt x="1181312" y="1714"/>
                </a:lnTo>
                <a:lnTo>
                  <a:pt x="1193651" y="1714"/>
                </a:lnTo>
                <a:lnTo>
                  <a:pt x="1193651" y="37771"/>
                </a:lnTo>
                <a:cubicBezTo>
                  <a:pt x="1199409" y="31099"/>
                  <a:pt x="1206676" y="27763"/>
                  <a:pt x="1215450" y="27763"/>
                </a:cubicBezTo>
                <a:cubicBezTo>
                  <a:pt x="1220843" y="27763"/>
                  <a:pt x="1225527" y="28825"/>
                  <a:pt x="1229503" y="30950"/>
                </a:cubicBezTo>
                <a:cubicBezTo>
                  <a:pt x="1233479" y="33075"/>
                  <a:pt x="1236324" y="36012"/>
                  <a:pt x="1238037" y="39759"/>
                </a:cubicBezTo>
                <a:cubicBezTo>
                  <a:pt x="1239751" y="43506"/>
                  <a:pt x="1240608" y="48945"/>
                  <a:pt x="1240608" y="56074"/>
                </a:cubicBezTo>
                <a:lnTo>
                  <a:pt x="1240608" y="102208"/>
                </a:lnTo>
                <a:lnTo>
                  <a:pt x="1228269" y="102208"/>
                </a:lnTo>
                <a:lnTo>
                  <a:pt x="1228269" y="56074"/>
                </a:lnTo>
                <a:cubicBezTo>
                  <a:pt x="1228269" y="49904"/>
                  <a:pt x="1226932" y="45414"/>
                  <a:pt x="1224259" y="42604"/>
                </a:cubicBezTo>
                <a:cubicBezTo>
                  <a:pt x="1221585" y="39793"/>
                  <a:pt x="1217804" y="38388"/>
                  <a:pt x="1212914" y="38388"/>
                </a:cubicBezTo>
                <a:cubicBezTo>
                  <a:pt x="1209258" y="38388"/>
                  <a:pt x="1205819" y="39336"/>
                  <a:pt x="1202597" y="41233"/>
                </a:cubicBezTo>
                <a:cubicBezTo>
                  <a:pt x="1199375" y="43129"/>
                  <a:pt x="1197079" y="45700"/>
                  <a:pt x="1195708" y="48945"/>
                </a:cubicBezTo>
                <a:cubicBezTo>
                  <a:pt x="1194337" y="52189"/>
                  <a:pt x="1193651" y="56668"/>
                  <a:pt x="1193651" y="62380"/>
                </a:cubicBezTo>
                <a:lnTo>
                  <a:pt x="1193651" y="102208"/>
                </a:lnTo>
                <a:lnTo>
                  <a:pt x="1181312" y="102208"/>
                </a:lnTo>
                <a:close/>
                <a:moveTo>
                  <a:pt x="1293018" y="65808"/>
                </a:moveTo>
                <a:cubicBezTo>
                  <a:pt x="1293018" y="52326"/>
                  <a:pt x="1296766" y="42341"/>
                  <a:pt x="1304261" y="35852"/>
                </a:cubicBezTo>
                <a:cubicBezTo>
                  <a:pt x="1310522" y="30459"/>
                  <a:pt x="1318153" y="27763"/>
                  <a:pt x="1327156" y="27763"/>
                </a:cubicBezTo>
                <a:cubicBezTo>
                  <a:pt x="1337165" y="27763"/>
                  <a:pt x="1345345" y="31042"/>
                  <a:pt x="1351697" y="37600"/>
                </a:cubicBezTo>
                <a:cubicBezTo>
                  <a:pt x="1358049" y="44158"/>
                  <a:pt x="1361226" y="53218"/>
                  <a:pt x="1361226" y="64780"/>
                </a:cubicBezTo>
                <a:cubicBezTo>
                  <a:pt x="1361226" y="74148"/>
                  <a:pt x="1359820" y="81517"/>
                  <a:pt x="1357010" y="86887"/>
                </a:cubicBezTo>
                <a:cubicBezTo>
                  <a:pt x="1354199" y="92257"/>
                  <a:pt x="1350109" y="96427"/>
                  <a:pt x="1344739" y="99397"/>
                </a:cubicBezTo>
                <a:cubicBezTo>
                  <a:pt x="1339370" y="102368"/>
                  <a:pt x="1333509" y="103853"/>
                  <a:pt x="1327156" y="103853"/>
                </a:cubicBezTo>
                <a:cubicBezTo>
                  <a:pt x="1316965" y="103853"/>
                  <a:pt x="1308728" y="100586"/>
                  <a:pt x="1302444" y="94051"/>
                </a:cubicBezTo>
                <a:cubicBezTo>
                  <a:pt x="1296160" y="87515"/>
                  <a:pt x="1293018" y="78101"/>
                  <a:pt x="1293018" y="65808"/>
                </a:cubicBezTo>
                <a:moveTo>
                  <a:pt x="1305700" y="65808"/>
                </a:moveTo>
                <a:cubicBezTo>
                  <a:pt x="1305700" y="75131"/>
                  <a:pt x="1307734" y="82111"/>
                  <a:pt x="1311801" y="86750"/>
                </a:cubicBezTo>
                <a:cubicBezTo>
                  <a:pt x="1315868" y="91388"/>
                  <a:pt x="1320987" y="93708"/>
                  <a:pt x="1327156" y="93708"/>
                </a:cubicBezTo>
                <a:cubicBezTo>
                  <a:pt x="1333280" y="93708"/>
                  <a:pt x="1338376" y="91377"/>
                  <a:pt x="1342443" y="86716"/>
                </a:cubicBezTo>
                <a:cubicBezTo>
                  <a:pt x="1346510" y="82054"/>
                  <a:pt x="1348544" y="74948"/>
                  <a:pt x="1348544" y="65397"/>
                </a:cubicBezTo>
                <a:cubicBezTo>
                  <a:pt x="1348544" y="56394"/>
                  <a:pt x="1346499" y="49573"/>
                  <a:pt x="1342409" y="44934"/>
                </a:cubicBezTo>
                <a:cubicBezTo>
                  <a:pt x="1338319" y="40296"/>
                  <a:pt x="1333234" y="37977"/>
                  <a:pt x="1327156" y="37977"/>
                </a:cubicBezTo>
                <a:cubicBezTo>
                  <a:pt x="1320987" y="37977"/>
                  <a:pt x="1315868" y="40285"/>
                  <a:pt x="1311801" y="44900"/>
                </a:cubicBezTo>
                <a:cubicBezTo>
                  <a:pt x="1307734" y="49516"/>
                  <a:pt x="1305700" y="56485"/>
                  <a:pt x="1305700" y="65808"/>
                </a:cubicBezTo>
                <a:close/>
                <a:moveTo>
                  <a:pt x="1375416" y="102208"/>
                </a:moveTo>
                <a:lnTo>
                  <a:pt x="1375416" y="29408"/>
                </a:lnTo>
                <a:lnTo>
                  <a:pt x="1386521" y="29408"/>
                </a:lnTo>
                <a:lnTo>
                  <a:pt x="1386521" y="39759"/>
                </a:lnTo>
                <a:cubicBezTo>
                  <a:pt x="1391868" y="31761"/>
                  <a:pt x="1399591" y="27763"/>
                  <a:pt x="1409691" y="27763"/>
                </a:cubicBezTo>
                <a:cubicBezTo>
                  <a:pt x="1414078" y="27763"/>
                  <a:pt x="1418111" y="28551"/>
                  <a:pt x="1421790" y="30128"/>
                </a:cubicBezTo>
                <a:cubicBezTo>
                  <a:pt x="1425468" y="31704"/>
                  <a:pt x="1428222" y="33772"/>
                  <a:pt x="1430050" y="36331"/>
                </a:cubicBezTo>
                <a:cubicBezTo>
                  <a:pt x="1431878" y="38891"/>
                  <a:pt x="1433157" y="41930"/>
                  <a:pt x="1433889" y="45449"/>
                </a:cubicBezTo>
                <a:cubicBezTo>
                  <a:pt x="1434346" y="47734"/>
                  <a:pt x="1434574" y="51732"/>
                  <a:pt x="1434574" y="57445"/>
                </a:cubicBezTo>
                <a:lnTo>
                  <a:pt x="1434574" y="102208"/>
                </a:lnTo>
                <a:lnTo>
                  <a:pt x="1422235" y="102208"/>
                </a:lnTo>
                <a:lnTo>
                  <a:pt x="1422235" y="57925"/>
                </a:lnTo>
                <a:cubicBezTo>
                  <a:pt x="1422235" y="52898"/>
                  <a:pt x="1421755" y="49139"/>
                  <a:pt x="1420796" y="46648"/>
                </a:cubicBezTo>
                <a:cubicBezTo>
                  <a:pt x="1419836" y="44158"/>
                  <a:pt x="1418134" y="42170"/>
                  <a:pt x="1415689" y="40684"/>
                </a:cubicBezTo>
                <a:cubicBezTo>
                  <a:pt x="1413244" y="39199"/>
                  <a:pt x="1410376" y="38457"/>
                  <a:pt x="1407086" y="38457"/>
                </a:cubicBezTo>
                <a:cubicBezTo>
                  <a:pt x="1401830" y="38457"/>
                  <a:pt x="1397294" y="40125"/>
                  <a:pt x="1393478" y="43461"/>
                </a:cubicBezTo>
                <a:cubicBezTo>
                  <a:pt x="1389663" y="46797"/>
                  <a:pt x="1387755" y="53126"/>
                  <a:pt x="1387755" y="62449"/>
                </a:cubicBezTo>
                <a:lnTo>
                  <a:pt x="1387755" y="102208"/>
                </a:lnTo>
                <a:lnTo>
                  <a:pt x="1375416" y="102208"/>
                </a:lnTo>
                <a:close/>
                <a:moveTo>
                  <a:pt x="1503056" y="78764"/>
                </a:moveTo>
                <a:lnTo>
                  <a:pt x="1515806" y="80341"/>
                </a:lnTo>
                <a:cubicBezTo>
                  <a:pt x="1513795" y="87790"/>
                  <a:pt x="1510071" y="93571"/>
                  <a:pt x="1504632" y="97684"/>
                </a:cubicBezTo>
                <a:cubicBezTo>
                  <a:pt x="1499194" y="101797"/>
                  <a:pt x="1492248" y="103853"/>
                  <a:pt x="1483793" y="103853"/>
                </a:cubicBezTo>
                <a:cubicBezTo>
                  <a:pt x="1473145" y="103853"/>
                  <a:pt x="1464702" y="100574"/>
                  <a:pt x="1458464" y="94016"/>
                </a:cubicBezTo>
                <a:cubicBezTo>
                  <a:pt x="1452226" y="87458"/>
                  <a:pt x="1449107" y="78261"/>
                  <a:pt x="1449107" y="66425"/>
                </a:cubicBezTo>
                <a:cubicBezTo>
                  <a:pt x="1449107" y="54177"/>
                  <a:pt x="1452260" y="44672"/>
                  <a:pt x="1458567" y="37908"/>
                </a:cubicBezTo>
                <a:cubicBezTo>
                  <a:pt x="1464873" y="31145"/>
                  <a:pt x="1473054" y="27763"/>
                  <a:pt x="1483108" y="27763"/>
                </a:cubicBezTo>
                <a:cubicBezTo>
                  <a:pt x="1492842" y="27763"/>
                  <a:pt x="1500794" y="31076"/>
                  <a:pt x="1506963" y="37702"/>
                </a:cubicBezTo>
                <a:cubicBezTo>
                  <a:pt x="1513133" y="44329"/>
                  <a:pt x="1516217" y="53652"/>
                  <a:pt x="1516217" y="65671"/>
                </a:cubicBezTo>
                <a:cubicBezTo>
                  <a:pt x="1516217" y="66402"/>
                  <a:pt x="1516194" y="67499"/>
                  <a:pt x="1516149" y="68961"/>
                </a:cubicBezTo>
                <a:lnTo>
                  <a:pt x="1461857" y="68961"/>
                </a:lnTo>
                <a:cubicBezTo>
                  <a:pt x="1462314" y="76959"/>
                  <a:pt x="1464576" y="83083"/>
                  <a:pt x="1468644" y="87333"/>
                </a:cubicBezTo>
                <a:cubicBezTo>
                  <a:pt x="1472711" y="91583"/>
                  <a:pt x="1477784" y="93708"/>
                  <a:pt x="1483862" y="93708"/>
                </a:cubicBezTo>
                <a:cubicBezTo>
                  <a:pt x="1488386" y="93708"/>
                  <a:pt x="1492248" y="92520"/>
                  <a:pt x="1495447" y="90143"/>
                </a:cubicBezTo>
                <a:cubicBezTo>
                  <a:pt x="1498646" y="87767"/>
                  <a:pt x="1501182" y="83974"/>
                  <a:pt x="1503056" y="78764"/>
                </a:cubicBezTo>
                <a:moveTo>
                  <a:pt x="1462543" y="58816"/>
                </a:moveTo>
                <a:lnTo>
                  <a:pt x="1503193" y="58816"/>
                </a:lnTo>
                <a:cubicBezTo>
                  <a:pt x="1502644" y="52692"/>
                  <a:pt x="1501091" y="48099"/>
                  <a:pt x="1498531" y="45037"/>
                </a:cubicBezTo>
                <a:cubicBezTo>
                  <a:pt x="1494601" y="40285"/>
                  <a:pt x="1489506" y="37908"/>
                  <a:pt x="1483245" y="37908"/>
                </a:cubicBezTo>
                <a:cubicBezTo>
                  <a:pt x="1477578" y="37908"/>
                  <a:pt x="1472814" y="39805"/>
                  <a:pt x="1468952" y="43598"/>
                </a:cubicBezTo>
                <a:cubicBezTo>
                  <a:pt x="1465090" y="47391"/>
                  <a:pt x="1462954" y="52464"/>
                  <a:pt x="1462543" y="58816"/>
                </a:cubicBezTo>
                <a:close/>
                <a:moveTo>
                  <a:pt x="1564927" y="65808"/>
                </a:moveTo>
                <a:cubicBezTo>
                  <a:pt x="1564927" y="52326"/>
                  <a:pt x="1568674" y="42341"/>
                  <a:pt x="1576169" y="35852"/>
                </a:cubicBezTo>
                <a:cubicBezTo>
                  <a:pt x="1582430" y="30459"/>
                  <a:pt x="1590062" y="27763"/>
                  <a:pt x="1599065" y="27763"/>
                </a:cubicBezTo>
                <a:cubicBezTo>
                  <a:pt x="1609073" y="27763"/>
                  <a:pt x="1617253" y="31042"/>
                  <a:pt x="1623605" y="37600"/>
                </a:cubicBezTo>
                <a:cubicBezTo>
                  <a:pt x="1629958" y="44158"/>
                  <a:pt x="1633134" y="53218"/>
                  <a:pt x="1633134" y="64780"/>
                </a:cubicBezTo>
                <a:cubicBezTo>
                  <a:pt x="1633134" y="74148"/>
                  <a:pt x="1631729" y="81517"/>
                  <a:pt x="1628918" y="86887"/>
                </a:cubicBezTo>
                <a:cubicBezTo>
                  <a:pt x="1626108" y="92257"/>
                  <a:pt x="1622017" y="96427"/>
                  <a:pt x="1616648" y="99397"/>
                </a:cubicBezTo>
                <a:cubicBezTo>
                  <a:pt x="1611278" y="102368"/>
                  <a:pt x="1605417" y="103853"/>
                  <a:pt x="1599065" y="103853"/>
                </a:cubicBezTo>
                <a:cubicBezTo>
                  <a:pt x="1588873" y="103853"/>
                  <a:pt x="1580636" y="100586"/>
                  <a:pt x="1574352" y="94051"/>
                </a:cubicBezTo>
                <a:cubicBezTo>
                  <a:pt x="1568069" y="87515"/>
                  <a:pt x="1564927" y="78101"/>
                  <a:pt x="1564927" y="65808"/>
                </a:cubicBezTo>
                <a:moveTo>
                  <a:pt x="1577608" y="65808"/>
                </a:moveTo>
                <a:cubicBezTo>
                  <a:pt x="1577608" y="75131"/>
                  <a:pt x="1579642" y="82111"/>
                  <a:pt x="1583709" y="86750"/>
                </a:cubicBezTo>
                <a:cubicBezTo>
                  <a:pt x="1587777" y="91388"/>
                  <a:pt x="1592895" y="93708"/>
                  <a:pt x="1599065" y="93708"/>
                </a:cubicBezTo>
                <a:cubicBezTo>
                  <a:pt x="1605188" y="93708"/>
                  <a:pt x="1610284" y="91377"/>
                  <a:pt x="1614351" y="86716"/>
                </a:cubicBezTo>
                <a:cubicBezTo>
                  <a:pt x="1618419" y="82054"/>
                  <a:pt x="1620452" y="74948"/>
                  <a:pt x="1620452" y="65397"/>
                </a:cubicBezTo>
                <a:cubicBezTo>
                  <a:pt x="1620452" y="56394"/>
                  <a:pt x="1618407" y="49573"/>
                  <a:pt x="1614317" y="44934"/>
                </a:cubicBezTo>
                <a:cubicBezTo>
                  <a:pt x="1610227" y="40296"/>
                  <a:pt x="1605143" y="37977"/>
                  <a:pt x="1599065" y="37977"/>
                </a:cubicBezTo>
                <a:cubicBezTo>
                  <a:pt x="1592895" y="37977"/>
                  <a:pt x="1587777" y="40285"/>
                  <a:pt x="1583709" y="44900"/>
                </a:cubicBezTo>
                <a:cubicBezTo>
                  <a:pt x="1579642" y="49516"/>
                  <a:pt x="1577608" y="56485"/>
                  <a:pt x="1577608" y="65808"/>
                </a:cubicBezTo>
                <a:close/>
                <a:moveTo>
                  <a:pt x="1650271" y="102208"/>
                </a:moveTo>
                <a:lnTo>
                  <a:pt x="1650271" y="39005"/>
                </a:lnTo>
                <a:lnTo>
                  <a:pt x="1639372" y="39005"/>
                </a:lnTo>
                <a:lnTo>
                  <a:pt x="1639372" y="29408"/>
                </a:lnTo>
                <a:lnTo>
                  <a:pt x="1650271" y="29408"/>
                </a:lnTo>
                <a:lnTo>
                  <a:pt x="1650271" y="21662"/>
                </a:lnTo>
                <a:cubicBezTo>
                  <a:pt x="1650271" y="16772"/>
                  <a:pt x="1650706" y="13139"/>
                  <a:pt x="1651574" y="10762"/>
                </a:cubicBezTo>
                <a:cubicBezTo>
                  <a:pt x="1652762" y="7563"/>
                  <a:pt x="1654853" y="4970"/>
                  <a:pt x="1657846" y="2982"/>
                </a:cubicBezTo>
                <a:cubicBezTo>
                  <a:pt x="1660840" y="994"/>
                  <a:pt x="1665033" y="0"/>
                  <a:pt x="1670425" y="0"/>
                </a:cubicBezTo>
                <a:cubicBezTo>
                  <a:pt x="1673898" y="0"/>
                  <a:pt x="1677737" y="411"/>
                  <a:pt x="1681942" y="1234"/>
                </a:cubicBezTo>
                <a:lnTo>
                  <a:pt x="1680091" y="11996"/>
                </a:lnTo>
                <a:cubicBezTo>
                  <a:pt x="1677531" y="11539"/>
                  <a:pt x="1675109" y="11311"/>
                  <a:pt x="1672824" y="11311"/>
                </a:cubicBezTo>
                <a:cubicBezTo>
                  <a:pt x="1669077" y="11311"/>
                  <a:pt x="1666426" y="12110"/>
                  <a:pt x="1664873" y="13710"/>
                </a:cubicBezTo>
                <a:cubicBezTo>
                  <a:pt x="1663319" y="15309"/>
                  <a:pt x="1662542" y="18303"/>
                  <a:pt x="1662542" y="22690"/>
                </a:cubicBezTo>
                <a:lnTo>
                  <a:pt x="1662542" y="29408"/>
                </a:lnTo>
                <a:lnTo>
                  <a:pt x="1676732" y="29408"/>
                </a:lnTo>
                <a:lnTo>
                  <a:pt x="1676732" y="39005"/>
                </a:lnTo>
                <a:lnTo>
                  <a:pt x="1662542" y="39005"/>
                </a:lnTo>
                <a:lnTo>
                  <a:pt x="1662542" y="102208"/>
                </a:lnTo>
                <a:lnTo>
                  <a:pt x="1650271" y="102208"/>
                </a:lnTo>
                <a:close/>
                <a:moveTo>
                  <a:pt x="1751254" y="91171"/>
                </a:moveTo>
                <a:lnTo>
                  <a:pt x="1753036" y="102071"/>
                </a:lnTo>
                <a:cubicBezTo>
                  <a:pt x="1749563" y="102802"/>
                  <a:pt x="1746456" y="103168"/>
                  <a:pt x="1743714" y="103168"/>
                </a:cubicBezTo>
                <a:cubicBezTo>
                  <a:pt x="1739235" y="103168"/>
                  <a:pt x="1735762" y="102459"/>
                  <a:pt x="1733294" y="101043"/>
                </a:cubicBezTo>
                <a:cubicBezTo>
                  <a:pt x="1730826" y="99626"/>
                  <a:pt x="1729090" y="97764"/>
                  <a:pt x="1728084" y="95456"/>
                </a:cubicBezTo>
                <a:cubicBezTo>
                  <a:pt x="1727079" y="93148"/>
                  <a:pt x="1726576" y="88292"/>
                  <a:pt x="1726576" y="80889"/>
                </a:cubicBezTo>
                <a:lnTo>
                  <a:pt x="1726576" y="39005"/>
                </a:lnTo>
                <a:lnTo>
                  <a:pt x="1717528" y="39005"/>
                </a:lnTo>
                <a:lnTo>
                  <a:pt x="1717528" y="29408"/>
                </a:lnTo>
                <a:lnTo>
                  <a:pt x="1726576" y="29408"/>
                </a:lnTo>
                <a:lnTo>
                  <a:pt x="1726576" y="11379"/>
                </a:lnTo>
                <a:lnTo>
                  <a:pt x="1738847" y="3976"/>
                </a:lnTo>
                <a:lnTo>
                  <a:pt x="1738847" y="29408"/>
                </a:lnTo>
                <a:lnTo>
                  <a:pt x="1751254" y="29408"/>
                </a:lnTo>
                <a:lnTo>
                  <a:pt x="1751254" y="39005"/>
                </a:lnTo>
                <a:lnTo>
                  <a:pt x="1738847" y="39005"/>
                </a:lnTo>
                <a:lnTo>
                  <a:pt x="1738847" y="81574"/>
                </a:lnTo>
                <a:cubicBezTo>
                  <a:pt x="1738847" y="85093"/>
                  <a:pt x="1739064" y="87355"/>
                  <a:pt x="1739498" y="88361"/>
                </a:cubicBezTo>
                <a:cubicBezTo>
                  <a:pt x="1739932" y="89366"/>
                  <a:pt x="1740640" y="90166"/>
                  <a:pt x="1741623" y="90760"/>
                </a:cubicBezTo>
                <a:cubicBezTo>
                  <a:pt x="1742605" y="91354"/>
                  <a:pt x="1744011" y="91651"/>
                  <a:pt x="1745839" y="91651"/>
                </a:cubicBezTo>
                <a:cubicBezTo>
                  <a:pt x="1747210" y="91651"/>
                  <a:pt x="1749015" y="91491"/>
                  <a:pt x="1751254" y="91171"/>
                </a:cubicBezTo>
                <a:close/>
                <a:moveTo>
                  <a:pt x="1762809" y="102208"/>
                </a:moveTo>
                <a:lnTo>
                  <a:pt x="1762809" y="1714"/>
                </a:lnTo>
                <a:lnTo>
                  <a:pt x="1775148" y="1714"/>
                </a:lnTo>
                <a:lnTo>
                  <a:pt x="1775148" y="37771"/>
                </a:lnTo>
                <a:cubicBezTo>
                  <a:pt x="1780906" y="31099"/>
                  <a:pt x="1788173" y="27763"/>
                  <a:pt x="1796947" y="27763"/>
                </a:cubicBezTo>
                <a:cubicBezTo>
                  <a:pt x="1802340" y="27763"/>
                  <a:pt x="1807024" y="28825"/>
                  <a:pt x="1811000" y="30950"/>
                </a:cubicBezTo>
                <a:cubicBezTo>
                  <a:pt x="1814976" y="33075"/>
                  <a:pt x="1817820" y="36012"/>
                  <a:pt x="1819534" y="39759"/>
                </a:cubicBezTo>
                <a:cubicBezTo>
                  <a:pt x="1821248" y="43506"/>
                  <a:pt x="1822105" y="48945"/>
                  <a:pt x="1822105" y="56074"/>
                </a:cubicBezTo>
                <a:lnTo>
                  <a:pt x="1822105" y="102208"/>
                </a:lnTo>
                <a:lnTo>
                  <a:pt x="1809766" y="102208"/>
                </a:lnTo>
                <a:lnTo>
                  <a:pt x="1809766" y="56074"/>
                </a:lnTo>
                <a:cubicBezTo>
                  <a:pt x="1809766" y="49904"/>
                  <a:pt x="1808429" y="45414"/>
                  <a:pt x="1805756" y="42604"/>
                </a:cubicBezTo>
                <a:cubicBezTo>
                  <a:pt x="1803082" y="39793"/>
                  <a:pt x="1799301" y="38388"/>
                  <a:pt x="1794411" y="38388"/>
                </a:cubicBezTo>
                <a:cubicBezTo>
                  <a:pt x="1790755" y="38388"/>
                  <a:pt x="1787316" y="39336"/>
                  <a:pt x="1784094" y="41233"/>
                </a:cubicBezTo>
                <a:cubicBezTo>
                  <a:pt x="1780872" y="43129"/>
                  <a:pt x="1778576" y="45700"/>
                  <a:pt x="1777205" y="48945"/>
                </a:cubicBezTo>
                <a:cubicBezTo>
                  <a:pt x="1775834" y="52189"/>
                  <a:pt x="1775148" y="56668"/>
                  <a:pt x="1775148" y="62380"/>
                </a:cubicBezTo>
                <a:lnTo>
                  <a:pt x="1775148" y="102208"/>
                </a:lnTo>
                <a:lnTo>
                  <a:pt x="1762809" y="102208"/>
                </a:lnTo>
                <a:close/>
                <a:moveTo>
                  <a:pt x="1890449" y="78764"/>
                </a:moveTo>
                <a:lnTo>
                  <a:pt x="1903200" y="80341"/>
                </a:lnTo>
                <a:cubicBezTo>
                  <a:pt x="1901189" y="87790"/>
                  <a:pt x="1897464" y="93571"/>
                  <a:pt x="1892026" y="97684"/>
                </a:cubicBezTo>
                <a:cubicBezTo>
                  <a:pt x="1886588" y="101797"/>
                  <a:pt x="1879641" y="103853"/>
                  <a:pt x="1871187" y="103853"/>
                </a:cubicBezTo>
                <a:cubicBezTo>
                  <a:pt x="1860539" y="103853"/>
                  <a:pt x="1852096" y="100574"/>
                  <a:pt x="1845858" y="94016"/>
                </a:cubicBezTo>
                <a:cubicBezTo>
                  <a:pt x="1839619" y="87458"/>
                  <a:pt x="1836500" y="78261"/>
                  <a:pt x="1836500" y="66425"/>
                </a:cubicBezTo>
                <a:cubicBezTo>
                  <a:pt x="1836500" y="54177"/>
                  <a:pt x="1839654" y="44672"/>
                  <a:pt x="1845960" y="37908"/>
                </a:cubicBezTo>
                <a:cubicBezTo>
                  <a:pt x="1852267" y="31145"/>
                  <a:pt x="1860447" y="27763"/>
                  <a:pt x="1870501" y="27763"/>
                </a:cubicBezTo>
                <a:cubicBezTo>
                  <a:pt x="1880235" y="27763"/>
                  <a:pt x="1888187" y="31076"/>
                  <a:pt x="1894357" y="37702"/>
                </a:cubicBezTo>
                <a:cubicBezTo>
                  <a:pt x="1900526" y="44329"/>
                  <a:pt x="1903611" y="53652"/>
                  <a:pt x="1903611" y="65671"/>
                </a:cubicBezTo>
                <a:cubicBezTo>
                  <a:pt x="1903611" y="66402"/>
                  <a:pt x="1903588" y="67499"/>
                  <a:pt x="1903542" y="68961"/>
                </a:cubicBezTo>
                <a:lnTo>
                  <a:pt x="1849251" y="68961"/>
                </a:lnTo>
                <a:cubicBezTo>
                  <a:pt x="1849708" y="76959"/>
                  <a:pt x="1851970" y="83083"/>
                  <a:pt x="1856037" y="87333"/>
                </a:cubicBezTo>
                <a:cubicBezTo>
                  <a:pt x="1860104" y="91583"/>
                  <a:pt x="1865177" y="93708"/>
                  <a:pt x="1871255" y="93708"/>
                </a:cubicBezTo>
                <a:cubicBezTo>
                  <a:pt x="1875780" y="93708"/>
                  <a:pt x="1879641" y="92520"/>
                  <a:pt x="1882840" y="90143"/>
                </a:cubicBezTo>
                <a:cubicBezTo>
                  <a:pt x="1886039" y="87767"/>
                  <a:pt x="1888576" y="83974"/>
                  <a:pt x="1890449" y="78764"/>
                </a:cubicBezTo>
                <a:moveTo>
                  <a:pt x="1849936" y="58816"/>
                </a:moveTo>
                <a:lnTo>
                  <a:pt x="1890586" y="58816"/>
                </a:lnTo>
                <a:cubicBezTo>
                  <a:pt x="1890038" y="52692"/>
                  <a:pt x="1888484" y="48099"/>
                  <a:pt x="1885925" y="45037"/>
                </a:cubicBezTo>
                <a:cubicBezTo>
                  <a:pt x="1881995" y="40285"/>
                  <a:pt x="1876899" y="37908"/>
                  <a:pt x="1870638" y="37908"/>
                </a:cubicBezTo>
                <a:cubicBezTo>
                  <a:pt x="1864972" y="37908"/>
                  <a:pt x="1860207" y="39805"/>
                  <a:pt x="1856346" y="43598"/>
                </a:cubicBezTo>
                <a:cubicBezTo>
                  <a:pt x="1852484" y="47391"/>
                  <a:pt x="1850348" y="52464"/>
                  <a:pt x="1849936" y="58816"/>
                </a:cubicBezTo>
                <a:close/>
                <a:moveTo>
                  <a:pt x="1959860" y="102208"/>
                </a:moveTo>
                <a:lnTo>
                  <a:pt x="1959860" y="39005"/>
                </a:lnTo>
                <a:lnTo>
                  <a:pt x="1948961" y="39005"/>
                </a:lnTo>
                <a:lnTo>
                  <a:pt x="1948961" y="29408"/>
                </a:lnTo>
                <a:lnTo>
                  <a:pt x="1959860" y="29408"/>
                </a:lnTo>
                <a:lnTo>
                  <a:pt x="1959860" y="21662"/>
                </a:lnTo>
                <a:cubicBezTo>
                  <a:pt x="1959860" y="16772"/>
                  <a:pt x="1960295" y="13139"/>
                  <a:pt x="1961163" y="10762"/>
                </a:cubicBezTo>
                <a:cubicBezTo>
                  <a:pt x="1962351" y="7563"/>
                  <a:pt x="1964442" y="4970"/>
                  <a:pt x="1967435" y="2982"/>
                </a:cubicBezTo>
                <a:cubicBezTo>
                  <a:pt x="1970429" y="994"/>
                  <a:pt x="1974622" y="0"/>
                  <a:pt x="1980014" y="0"/>
                </a:cubicBezTo>
                <a:cubicBezTo>
                  <a:pt x="1983487" y="0"/>
                  <a:pt x="1987326" y="411"/>
                  <a:pt x="1991530" y="1234"/>
                </a:cubicBezTo>
                <a:lnTo>
                  <a:pt x="1989680" y="11996"/>
                </a:lnTo>
                <a:cubicBezTo>
                  <a:pt x="1987120" y="11539"/>
                  <a:pt x="1984698" y="11311"/>
                  <a:pt x="1982413" y="11311"/>
                </a:cubicBezTo>
                <a:cubicBezTo>
                  <a:pt x="1978666" y="11311"/>
                  <a:pt x="1976015" y="12110"/>
                  <a:pt x="1974462" y="13710"/>
                </a:cubicBezTo>
                <a:cubicBezTo>
                  <a:pt x="1972908" y="15309"/>
                  <a:pt x="1972131" y="18303"/>
                  <a:pt x="1972131" y="22690"/>
                </a:cubicBezTo>
                <a:lnTo>
                  <a:pt x="1972131" y="29408"/>
                </a:lnTo>
                <a:lnTo>
                  <a:pt x="1986321" y="29408"/>
                </a:lnTo>
                <a:lnTo>
                  <a:pt x="1986321" y="39005"/>
                </a:lnTo>
                <a:lnTo>
                  <a:pt x="1972131" y="39005"/>
                </a:lnTo>
                <a:lnTo>
                  <a:pt x="1972131" y="102208"/>
                </a:lnTo>
                <a:lnTo>
                  <a:pt x="1959860" y="102208"/>
                </a:lnTo>
                <a:close/>
                <a:moveTo>
                  <a:pt x="1990815" y="65808"/>
                </a:moveTo>
                <a:cubicBezTo>
                  <a:pt x="1990815" y="52326"/>
                  <a:pt x="1994562" y="42341"/>
                  <a:pt x="2002057" y="35852"/>
                </a:cubicBezTo>
                <a:cubicBezTo>
                  <a:pt x="2008318" y="30459"/>
                  <a:pt x="2015950" y="27763"/>
                  <a:pt x="2024953" y="27763"/>
                </a:cubicBezTo>
                <a:cubicBezTo>
                  <a:pt x="2034961" y="27763"/>
                  <a:pt x="2043142" y="31042"/>
                  <a:pt x="2049494" y="37600"/>
                </a:cubicBezTo>
                <a:cubicBezTo>
                  <a:pt x="2055846" y="44158"/>
                  <a:pt x="2059022" y="53218"/>
                  <a:pt x="2059022" y="64780"/>
                </a:cubicBezTo>
                <a:cubicBezTo>
                  <a:pt x="2059022" y="74148"/>
                  <a:pt x="2057617" y="81517"/>
                  <a:pt x="2054806" y="86887"/>
                </a:cubicBezTo>
                <a:cubicBezTo>
                  <a:pt x="2051996" y="92257"/>
                  <a:pt x="2047906" y="96427"/>
                  <a:pt x="2042536" y="99397"/>
                </a:cubicBezTo>
                <a:cubicBezTo>
                  <a:pt x="2037166" y="102368"/>
                  <a:pt x="2031305" y="103853"/>
                  <a:pt x="2024953" y="103853"/>
                </a:cubicBezTo>
                <a:cubicBezTo>
                  <a:pt x="2014762" y="103853"/>
                  <a:pt x="2006524" y="100586"/>
                  <a:pt x="2000241" y="94051"/>
                </a:cubicBezTo>
                <a:cubicBezTo>
                  <a:pt x="1993957" y="87515"/>
                  <a:pt x="1990815" y="78101"/>
                  <a:pt x="1990815" y="65808"/>
                </a:cubicBezTo>
                <a:moveTo>
                  <a:pt x="2003497" y="65808"/>
                </a:moveTo>
                <a:cubicBezTo>
                  <a:pt x="2003497" y="75131"/>
                  <a:pt x="2005530" y="82111"/>
                  <a:pt x="2009598" y="86750"/>
                </a:cubicBezTo>
                <a:cubicBezTo>
                  <a:pt x="2013665" y="91388"/>
                  <a:pt x="2018783" y="93708"/>
                  <a:pt x="2024953" y="93708"/>
                </a:cubicBezTo>
                <a:cubicBezTo>
                  <a:pt x="2031077" y="93708"/>
                  <a:pt x="2036172" y="91377"/>
                  <a:pt x="2040240" y="86716"/>
                </a:cubicBezTo>
                <a:cubicBezTo>
                  <a:pt x="2044307" y="82054"/>
                  <a:pt x="2046341" y="74948"/>
                  <a:pt x="2046341" y="65397"/>
                </a:cubicBezTo>
                <a:cubicBezTo>
                  <a:pt x="2046341" y="56394"/>
                  <a:pt x="2044295" y="49573"/>
                  <a:pt x="2040205" y="44934"/>
                </a:cubicBezTo>
                <a:cubicBezTo>
                  <a:pt x="2036115" y="40296"/>
                  <a:pt x="2031031" y="37977"/>
                  <a:pt x="2024953" y="37977"/>
                </a:cubicBezTo>
                <a:cubicBezTo>
                  <a:pt x="2018783" y="37977"/>
                  <a:pt x="2013665" y="40285"/>
                  <a:pt x="2009598" y="44900"/>
                </a:cubicBezTo>
                <a:cubicBezTo>
                  <a:pt x="2005530" y="49516"/>
                  <a:pt x="2003497" y="56485"/>
                  <a:pt x="2003497" y="65808"/>
                </a:cubicBezTo>
                <a:close/>
                <a:moveTo>
                  <a:pt x="2072938" y="102208"/>
                </a:moveTo>
                <a:lnTo>
                  <a:pt x="2072938" y="1714"/>
                </a:lnTo>
                <a:lnTo>
                  <a:pt x="2085277" y="1714"/>
                </a:lnTo>
                <a:lnTo>
                  <a:pt x="2085277" y="102208"/>
                </a:lnTo>
                <a:lnTo>
                  <a:pt x="2072938" y="102208"/>
                </a:lnTo>
                <a:close/>
                <a:moveTo>
                  <a:pt x="2104413" y="102208"/>
                </a:moveTo>
                <a:lnTo>
                  <a:pt x="2104413" y="1714"/>
                </a:lnTo>
                <a:lnTo>
                  <a:pt x="2116752" y="1714"/>
                </a:lnTo>
                <a:lnTo>
                  <a:pt x="2116752" y="102208"/>
                </a:lnTo>
                <a:lnTo>
                  <a:pt x="2104413" y="102208"/>
                </a:lnTo>
                <a:close/>
                <a:moveTo>
                  <a:pt x="2131571" y="65808"/>
                </a:moveTo>
                <a:cubicBezTo>
                  <a:pt x="2131571" y="52326"/>
                  <a:pt x="2135318" y="42341"/>
                  <a:pt x="2142813" y="35852"/>
                </a:cubicBezTo>
                <a:cubicBezTo>
                  <a:pt x="2149074" y="30459"/>
                  <a:pt x="2156706" y="27763"/>
                  <a:pt x="2165709" y="27763"/>
                </a:cubicBezTo>
                <a:cubicBezTo>
                  <a:pt x="2175717" y="27763"/>
                  <a:pt x="2183897" y="31042"/>
                  <a:pt x="2190249" y="37600"/>
                </a:cubicBezTo>
                <a:cubicBezTo>
                  <a:pt x="2196602" y="44158"/>
                  <a:pt x="2199778" y="53218"/>
                  <a:pt x="2199778" y="64780"/>
                </a:cubicBezTo>
                <a:cubicBezTo>
                  <a:pt x="2199778" y="74148"/>
                  <a:pt x="2198373" y="81517"/>
                  <a:pt x="2195562" y="86887"/>
                </a:cubicBezTo>
                <a:cubicBezTo>
                  <a:pt x="2192751" y="92257"/>
                  <a:pt x="2188661" y="96427"/>
                  <a:pt x="2183292" y="99397"/>
                </a:cubicBezTo>
                <a:cubicBezTo>
                  <a:pt x="2177922" y="102368"/>
                  <a:pt x="2172061" y="103853"/>
                  <a:pt x="2165709" y="103853"/>
                </a:cubicBezTo>
                <a:cubicBezTo>
                  <a:pt x="2155517" y="103853"/>
                  <a:pt x="2147280" y="100586"/>
                  <a:pt x="2140996" y="94051"/>
                </a:cubicBezTo>
                <a:cubicBezTo>
                  <a:pt x="2134713" y="87515"/>
                  <a:pt x="2131571" y="78101"/>
                  <a:pt x="2131571" y="65808"/>
                </a:cubicBezTo>
                <a:moveTo>
                  <a:pt x="2144252" y="65808"/>
                </a:moveTo>
                <a:cubicBezTo>
                  <a:pt x="2144252" y="75131"/>
                  <a:pt x="2146286" y="82111"/>
                  <a:pt x="2150353" y="86750"/>
                </a:cubicBezTo>
                <a:cubicBezTo>
                  <a:pt x="2154421" y="91388"/>
                  <a:pt x="2159539" y="93708"/>
                  <a:pt x="2165709" y="93708"/>
                </a:cubicBezTo>
                <a:cubicBezTo>
                  <a:pt x="2171832" y="93708"/>
                  <a:pt x="2176928" y="91377"/>
                  <a:pt x="2180995" y="86716"/>
                </a:cubicBezTo>
                <a:cubicBezTo>
                  <a:pt x="2185062" y="82054"/>
                  <a:pt x="2187096" y="74948"/>
                  <a:pt x="2187096" y="65397"/>
                </a:cubicBezTo>
                <a:cubicBezTo>
                  <a:pt x="2187096" y="56394"/>
                  <a:pt x="2185051" y="49573"/>
                  <a:pt x="2180961" y="44934"/>
                </a:cubicBezTo>
                <a:cubicBezTo>
                  <a:pt x="2176871" y="40296"/>
                  <a:pt x="2171787" y="37977"/>
                  <a:pt x="2165709" y="37977"/>
                </a:cubicBezTo>
                <a:cubicBezTo>
                  <a:pt x="2159539" y="37977"/>
                  <a:pt x="2154421" y="40285"/>
                  <a:pt x="2150353" y="44900"/>
                </a:cubicBezTo>
                <a:cubicBezTo>
                  <a:pt x="2146286" y="49516"/>
                  <a:pt x="2144252" y="56485"/>
                  <a:pt x="2144252" y="65808"/>
                </a:cubicBezTo>
                <a:close/>
                <a:moveTo>
                  <a:pt x="2227404" y="102208"/>
                </a:moveTo>
                <a:lnTo>
                  <a:pt x="2205125" y="29408"/>
                </a:lnTo>
                <a:lnTo>
                  <a:pt x="2217875" y="29408"/>
                </a:lnTo>
                <a:lnTo>
                  <a:pt x="2229460" y="71429"/>
                </a:lnTo>
                <a:lnTo>
                  <a:pt x="2233779" y="87058"/>
                </a:lnTo>
                <a:cubicBezTo>
                  <a:pt x="2233962" y="86282"/>
                  <a:pt x="2235218" y="81277"/>
                  <a:pt x="2237549" y="72046"/>
                </a:cubicBezTo>
                <a:lnTo>
                  <a:pt x="2249134" y="29408"/>
                </a:lnTo>
                <a:lnTo>
                  <a:pt x="2261816" y="29408"/>
                </a:lnTo>
                <a:lnTo>
                  <a:pt x="2272715" y="71635"/>
                </a:lnTo>
                <a:lnTo>
                  <a:pt x="2276348" y="85550"/>
                </a:lnTo>
                <a:lnTo>
                  <a:pt x="2280530" y="71498"/>
                </a:lnTo>
                <a:lnTo>
                  <a:pt x="2293006" y="29408"/>
                </a:lnTo>
                <a:lnTo>
                  <a:pt x="2305002" y="29408"/>
                </a:lnTo>
                <a:lnTo>
                  <a:pt x="2282244" y="102208"/>
                </a:lnTo>
                <a:lnTo>
                  <a:pt x="2269425" y="102208"/>
                </a:lnTo>
                <a:lnTo>
                  <a:pt x="2257840" y="58610"/>
                </a:lnTo>
                <a:lnTo>
                  <a:pt x="2255029" y="46203"/>
                </a:lnTo>
                <a:lnTo>
                  <a:pt x="2240291" y="102208"/>
                </a:lnTo>
                <a:lnTo>
                  <a:pt x="2227404" y="102208"/>
                </a:lnTo>
                <a:close/>
                <a:moveTo>
                  <a:pt x="2315426" y="15904"/>
                </a:moveTo>
                <a:lnTo>
                  <a:pt x="2315426" y="1714"/>
                </a:lnTo>
                <a:lnTo>
                  <a:pt x="2327765" y="1714"/>
                </a:lnTo>
                <a:lnTo>
                  <a:pt x="2327765" y="15904"/>
                </a:lnTo>
                <a:lnTo>
                  <a:pt x="2315426" y="15904"/>
                </a:lnTo>
                <a:moveTo>
                  <a:pt x="2315426" y="102208"/>
                </a:moveTo>
                <a:lnTo>
                  <a:pt x="2315426" y="29408"/>
                </a:lnTo>
                <a:lnTo>
                  <a:pt x="2327765" y="29408"/>
                </a:lnTo>
                <a:lnTo>
                  <a:pt x="2327765" y="102208"/>
                </a:lnTo>
                <a:lnTo>
                  <a:pt x="2315426" y="102208"/>
                </a:lnTo>
                <a:close/>
                <a:moveTo>
                  <a:pt x="2346833" y="102208"/>
                </a:moveTo>
                <a:lnTo>
                  <a:pt x="2346833" y="29408"/>
                </a:lnTo>
                <a:lnTo>
                  <a:pt x="2357938" y="29408"/>
                </a:lnTo>
                <a:lnTo>
                  <a:pt x="2357938" y="39759"/>
                </a:lnTo>
                <a:cubicBezTo>
                  <a:pt x="2363285" y="31761"/>
                  <a:pt x="2371008" y="27763"/>
                  <a:pt x="2381108" y="27763"/>
                </a:cubicBezTo>
                <a:cubicBezTo>
                  <a:pt x="2385495" y="27763"/>
                  <a:pt x="2389528" y="28551"/>
                  <a:pt x="2393207" y="30128"/>
                </a:cubicBezTo>
                <a:cubicBezTo>
                  <a:pt x="2396886" y="31704"/>
                  <a:pt x="2399639" y="33772"/>
                  <a:pt x="2401467" y="36331"/>
                </a:cubicBezTo>
                <a:cubicBezTo>
                  <a:pt x="2403295" y="38891"/>
                  <a:pt x="2404575" y="41930"/>
                  <a:pt x="2405306" y="45449"/>
                </a:cubicBezTo>
                <a:cubicBezTo>
                  <a:pt x="2405763" y="47734"/>
                  <a:pt x="2405992" y="51732"/>
                  <a:pt x="2405992" y="57445"/>
                </a:cubicBezTo>
                <a:lnTo>
                  <a:pt x="2405992" y="102208"/>
                </a:lnTo>
                <a:lnTo>
                  <a:pt x="2393653" y="102208"/>
                </a:lnTo>
                <a:lnTo>
                  <a:pt x="2393653" y="57925"/>
                </a:lnTo>
                <a:cubicBezTo>
                  <a:pt x="2393653" y="52898"/>
                  <a:pt x="2393173" y="49139"/>
                  <a:pt x="2392213" y="46648"/>
                </a:cubicBezTo>
                <a:cubicBezTo>
                  <a:pt x="2391253" y="44158"/>
                  <a:pt x="2389551" y="42170"/>
                  <a:pt x="2387106" y="40684"/>
                </a:cubicBezTo>
                <a:cubicBezTo>
                  <a:pt x="2384661" y="39199"/>
                  <a:pt x="2381793" y="38457"/>
                  <a:pt x="2378503" y="38457"/>
                </a:cubicBezTo>
                <a:cubicBezTo>
                  <a:pt x="2373248" y="38457"/>
                  <a:pt x="2368712" y="40125"/>
                  <a:pt x="2364896" y="43461"/>
                </a:cubicBezTo>
                <a:cubicBezTo>
                  <a:pt x="2361080" y="46797"/>
                  <a:pt x="2359172" y="53126"/>
                  <a:pt x="2359172" y="62449"/>
                </a:cubicBezTo>
                <a:lnTo>
                  <a:pt x="2359172" y="102208"/>
                </a:lnTo>
                <a:lnTo>
                  <a:pt x="2346833" y="102208"/>
                </a:lnTo>
                <a:close/>
                <a:moveTo>
                  <a:pt x="2422375" y="108240"/>
                </a:moveTo>
                <a:lnTo>
                  <a:pt x="2434371" y="110023"/>
                </a:lnTo>
                <a:cubicBezTo>
                  <a:pt x="2434874" y="113724"/>
                  <a:pt x="2436268" y="116421"/>
                  <a:pt x="2438553" y="118112"/>
                </a:cubicBezTo>
                <a:cubicBezTo>
                  <a:pt x="2441615" y="120397"/>
                  <a:pt x="2445796" y="121539"/>
                  <a:pt x="2451098" y="121539"/>
                </a:cubicBezTo>
                <a:cubicBezTo>
                  <a:pt x="2456810" y="121539"/>
                  <a:pt x="2461220" y="120397"/>
                  <a:pt x="2464328" y="118112"/>
                </a:cubicBezTo>
                <a:cubicBezTo>
                  <a:pt x="2467435" y="115827"/>
                  <a:pt x="2469538" y="112628"/>
                  <a:pt x="2470634" y="108515"/>
                </a:cubicBezTo>
                <a:cubicBezTo>
                  <a:pt x="2471274" y="106001"/>
                  <a:pt x="2471571" y="100723"/>
                  <a:pt x="2471525" y="92680"/>
                </a:cubicBezTo>
                <a:cubicBezTo>
                  <a:pt x="2466133" y="99032"/>
                  <a:pt x="2459415" y="102208"/>
                  <a:pt x="2451372" y="102208"/>
                </a:cubicBezTo>
                <a:cubicBezTo>
                  <a:pt x="2441363" y="102208"/>
                  <a:pt x="2433617" y="98598"/>
                  <a:pt x="2428133" y="91377"/>
                </a:cubicBezTo>
                <a:cubicBezTo>
                  <a:pt x="2422649" y="84156"/>
                  <a:pt x="2419907" y="75496"/>
                  <a:pt x="2419907" y="65397"/>
                </a:cubicBezTo>
                <a:cubicBezTo>
                  <a:pt x="2419907" y="58450"/>
                  <a:pt x="2421164" y="52041"/>
                  <a:pt x="2423678" y="46168"/>
                </a:cubicBezTo>
                <a:cubicBezTo>
                  <a:pt x="2426191" y="40296"/>
                  <a:pt x="2429836" y="35760"/>
                  <a:pt x="2434611" y="32561"/>
                </a:cubicBezTo>
                <a:cubicBezTo>
                  <a:pt x="2439387" y="29362"/>
                  <a:pt x="2444997" y="27763"/>
                  <a:pt x="2451440" y="27763"/>
                </a:cubicBezTo>
                <a:cubicBezTo>
                  <a:pt x="2460032" y="27763"/>
                  <a:pt x="2467115" y="31236"/>
                  <a:pt x="2472691" y="38182"/>
                </a:cubicBezTo>
                <a:lnTo>
                  <a:pt x="2472691" y="29408"/>
                </a:lnTo>
                <a:lnTo>
                  <a:pt x="2484070" y="29408"/>
                </a:lnTo>
                <a:lnTo>
                  <a:pt x="2484070" y="92337"/>
                </a:lnTo>
                <a:cubicBezTo>
                  <a:pt x="2484070" y="103670"/>
                  <a:pt x="2482916" y="111702"/>
                  <a:pt x="2480608" y="116432"/>
                </a:cubicBezTo>
                <a:cubicBezTo>
                  <a:pt x="2478300" y="121162"/>
                  <a:pt x="2474644" y="124898"/>
                  <a:pt x="2469640" y="127640"/>
                </a:cubicBezTo>
                <a:cubicBezTo>
                  <a:pt x="2464636" y="130382"/>
                  <a:pt x="2458478" y="131753"/>
                  <a:pt x="2451166" y="131753"/>
                </a:cubicBezTo>
                <a:cubicBezTo>
                  <a:pt x="2442483" y="131753"/>
                  <a:pt x="2435468" y="129799"/>
                  <a:pt x="2430121" y="125892"/>
                </a:cubicBezTo>
                <a:cubicBezTo>
                  <a:pt x="2424774" y="121985"/>
                  <a:pt x="2422192" y="116101"/>
                  <a:pt x="2422375" y="108240"/>
                </a:cubicBezTo>
                <a:moveTo>
                  <a:pt x="2432589" y="64505"/>
                </a:moveTo>
                <a:cubicBezTo>
                  <a:pt x="2432589" y="74057"/>
                  <a:pt x="2434486" y="81026"/>
                  <a:pt x="2438279" y="85413"/>
                </a:cubicBezTo>
                <a:cubicBezTo>
                  <a:pt x="2442072" y="89800"/>
                  <a:pt x="2446825" y="91994"/>
                  <a:pt x="2452537" y="91994"/>
                </a:cubicBezTo>
                <a:cubicBezTo>
                  <a:pt x="2458204" y="91994"/>
                  <a:pt x="2462957" y="89812"/>
                  <a:pt x="2466796" y="85447"/>
                </a:cubicBezTo>
                <a:cubicBezTo>
                  <a:pt x="2470634" y="81083"/>
                  <a:pt x="2472554" y="74240"/>
                  <a:pt x="2472554" y="64917"/>
                </a:cubicBezTo>
                <a:cubicBezTo>
                  <a:pt x="2472554" y="56005"/>
                  <a:pt x="2470577" y="49287"/>
                  <a:pt x="2466624" y="44763"/>
                </a:cubicBezTo>
                <a:cubicBezTo>
                  <a:pt x="2462671" y="40239"/>
                  <a:pt x="2457907" y="37977"/>
                  <a:pt x="2452331" y="37977"/>
                </a:cubicBezTo>
                <a:cubicBezTo>
                  <a:pt x="2446847" y="37977"/>
                  <a:pt x="2442186" y="40205"/>
                  <a:pt x="2438347" y="44660"/>
                </a:cubicBezTo>
                <a:cubicBezTo>
                  <a:pt x="2434508" y="49116"/>
                  <a:pt x="2432589" y="55731"/>
                  <a:pt x="2432589" y="645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statementsismorelikelytobetrue?">
            <a:extLst xmlns:a="http://schemas.openxmlformats.org/drawingml/2006/main">
              <a:ext uri="{FF2B5EF4-FFF2-40B4-BE49-F238E27FC236}">
                <a16:creationId xmlns:a16="http://schemas.microsoft.com/office/drawing/2014/main" id="{A56CE2A1-7214-483A-BC64-3918C6FD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949" y="2470369"/>
            <a:ext cx="2224667" cy="131753"/>
          </a:xfrm>
          <a:custGeom xmlns:a="http://schemas.openxmlformats.org/drawingml/2006/main">
            <a:pathLst>
              <a:path w="2224667" h="131753">
                <a:moveTo>
                  <a:pt x="0" y="80478"/>
                </a:moveTo>
                <a:lnTo>
                  <a:pt x="12202" y="78558"/>
                </a:lnTo>
                <a:cubicBezTo>
                  <a:pt x="12887" y="83448"/>
                  <a:pt x="14795" y="87196"/>
                  <a:pt x="17926" y="89800"/>
                </a:cubicBezTo>
                <a:cubicBezTo>
                  <a:pt x="21056" y="92405"/>
                  <a:pt x="25432" y="93708"/>
                  <a:pt x="31053" y="93708"/>
                </a:cubicBezTo>
                <a:cubicBezTo>
                  <a:pt x="36720" y="93708"/>
                  <a:pt x="40924" y="92554"/>
                  <a:pt x="43666" y="90246"/>
                </a:cubicBezTo>
                <a:cubicBezTo>
                  <a:pt x="46408" y="87938"/>
                  <a:pt x="47779" y="85230"/>
                  <a:pt x="47779" y="82123"/>
                </a:cubicBezTo>
                <a:cubicBezTo>
                  <a:pt x="47779" y="79335"/>
                  <a:pt x="46568" y="77142"/>
                  <a:pt x="44146" y="75542"/>
                </a:cubicBezTo>
                <a:cubicBezTo>
                  <a:pt x="42455" y="74445"/>
                  <a:pt x="38251" y="73051"/>
                  <a:pt x="31533" y="71360"/>
                </a:cubicBezTo>
                <a:cubicBezTo>
                  <a:pt x="22484" y="69075"/>
                  <a:pt x="16212" y="67099"/>
                  <a:pt x="12716" y="65431"/>
                </a:cubicBezTo>
                <a:cubicBezTo>
                  <a:pt x="9220" y="63763"/>
                  <a:pt x="6569" y="61455"/>
                  <a:pt x="4764" y="58507"/>
                </a:cubicBezTo>
                <a:cubicBezTo>
                  <a:pt x="2959" y="55560"/>
                  <a:pt x="2056" y="52304"/>
                  <a:pt x="2056" y="48739"/>
                </a:cubicBezTo>
                <a:cubicBezTo>
                  <a:pt x="2056" y="45494"/>
                  <a:pt x="2799" y="42490"/>
                  <a:pt x="4284" y="39725"/>
                </a:cubicBezTo>
                <a:cubicBezTo>
                  <a:pt x="5770" y="36960"/>
                  <a:pt x="7792" y="34663"/>
                  <a:pt x="10351" y="32835"/>
                </a:cubicBezTo>
                <a:cubicBezTo>
                  <a:pt x="12270" y="31419"/>
                  <a:pt x="14887" y="30219"/>
                  <a:pt x="18200" y="29237"/>
                </a:cubicBezTo>
                <a:cubicBezTo>
                  <a:pt x="21513" y="28254"/>
                  <a:pt x="25066" y="27763"/>
                  <a:pt x="28860" y="27763"/>
                </a:cubicBezTo>
                <a:cubicBezTo>
                  <a:pt x="34572" y="27763"/>
                  <a:pt x="39588" y="28585"/>
                  <a:pt x="43906" y="30231"/>
                </a:cubicBezTo>
                <a:cubicBezTo>
                  <a:pt x="48225" y="31876"/>
                  <a:pt x="51412" y="34104"/>
                  <a:pt x="53469" y="36914"/>
                </a:cubicBezTo>
                <a:cubicBezTo>
                  <a:pt x="55525" y="39725"/>
                  <a:pt x="56942" y="43484"/>
                  <a:pt x="57719" y="48191"/>
                </a:cubicBezTo>
                <a:lnTo>
                  <a:pt x="45654" y="49836"/>
                </a:lnTo>
                <a:cubicBezTo>
                  <a:pt x="45106" y="46088"/>
                  <a:pt x="43518" y="43164"/>
                  <a:pt x="40890" y="41061"/>
                </a:cubicBezTo>
                <a:cubicBezTo>
                  <a:pt x="38262" y="38959"/>
                  <a:pt x="34549" y="37908"/>
                  <a:pt x="29751" y="37908"/>
                </a:cubicBezTo>
                <a:cubicBezTo>
                  <a:pt x="24084" y="37908"/>
                  <a:pt x="20039" y="38845"/>
                  <a:pt x="17617" y="40719"/>
                </a:cubicBezTo>
                <a:cubicBezTo>
                  <a:pt x="15195" y="42592"/>
                  <a:pt x="13984" y="44786"/>
                  <a:pt x="13984" y="47299"/>
                </a:cubicBezTo>
                <a:cubicBezTo>
                  <a:pt x="13984" y="48899"/>
                  <a:pt x="14487" y="50338"/>
                  <a:pt x="15492" y="51618"/>
                </a:cubicBezTo>
                <a:cubicBezTo>
                  <a:pt x="16498" y="52943"/>
                  <a:pt x="18074" y="54040"/>
                  <a:pt x="20222" y="54908"/>
                </a:cubicBezTo>
                <a:cubicBezTo>
                  <a:pt x="21456" y="55365"/>
                  <a:pt x="25089" y="56417"/>
                  <a:pt x="31122" y="58062"/>
                </a:cubicBezTo>
                <a:cubicBezTo>
                  <a:pt x="39850" y="60392"/>
                  <a:pt x="45940" y="62300"/>
                  <a:pt x="49390" y="63786"/>
                </a:cubicBezTo>
                <a:cubicBezTo>
                  <a:pt x="52841" y="65271"/>
                  <a:pt x="55548" y="67430"/>
                  <a:pt x="57513" y="70264"/>
                </a:cubicBezTo>
                <a:cubicBezTo>
                  <a:pt x="59478" y="73097"/>
                  <a:pt x="60461" y="76616"/>
                  <a:pt x="60461" y="80820"/>
                </a:cubicBezTo>
                <a:cubicBezTo>
                  <a:pt x="60461" y="84933"/>
                  <a:pt x="59261" y="88806"/>
                  <a:pt x="56862" y="92440"/>
                </a:cubicBezTo>
                <a:cubicBezTo>
                  <a:pt x="54463" y="96073"/>
                  <a:pt x="51001" y="98883"/>
                  <a:pt x="46477" y="100871"/>
                </a:cubicBezTo>
                <a:cubicBezTo>
                  <a:pt x="41953" y="102859"/>
                  <a:pt x="36834" y="103853"/>
                  <a:pt x="31122" y="103853"/>
                </a:cubicBezTo>
                <a:cubicBezTo>
                  <a:pt x="21662" y="103853"/>
                  <a:pt x="14453" y="101888"/>
                  <a:pt x="9494" y="97958"/>
                </a:cubicBezTo>
                <a:cubicBezTo>
                  <a:pt x="4536" y="94028"/>
                  <a:pt x="1371" y="88201"/>
                  <a:pt x="0" y="80478"/>
                </a:cubicBezTo>
                <a:close/>
                <a:moveTo>
                  <a:pt x="101818" y="91171"/>
                </a:moveTo>
                <a:lnTo>
                  <a:pt x="103600" y="102071"/>
                </a:lnTo>
                <a:cubicBezTo>
                  <a:pt x="100127" y="102802"/>
                  <a:pt x="97020" y="103168"/>
                  <a:pt x="94278" y="103168"/>
                </a:cubicBezTo>
                <a:cubicBezTo>
                  <a:pt x="89799" y="103168"/>
                  <a:pt x="86326" y="102459"/>
                  <a:pt x="83858" y="101043"/>
                </a:cubicBezTo>
                <a:cubicBezTo>
                  <a:pt x="81390" y="99626"/>
                  <a:pt x="79654" y="97764"/>
                  <a:pt x="78648" y="95456"/>
                </a:cubicBezTo>
                <a:cubicBezTo>
                  <a:pt x="77643" y="93148"/>
                  <a:pt x="77140" y="88292"/>
                  <a:pt x="77140" y="80889"/>
                </a:cubicBezTo>
                <a:lnTo>
                  <a:pt x="77140" y="39005"/>
                </a:lnTo>
                <a:lnTo>
                  <a:pt x="68092" y="39005"/>
                </a:lnTo>
                <a:lnTo>
                  <a:pt x="68092" y="29408"/>
                </a:lnTo>
                <a:lnTo>
                  <a:pt x="77140" y="29408"/>
                </a:lnTo>
                <a:lnTo>
                  <a:pt x="77140" y="11379"/>
                </a:lnTo>
                <a:lnTo>
                  <a:pt x="89411" y="3976"/>
                </a:lnTo>
                <a:lnTo>
                  <a:pt x="89411" y="29408"/>
                </a:lnTo>
                <a:lnTo>
                  <a:pt x="101818" y="29408"/>
                </a:lnTo>
                <a:lnTo>
                  <a:pt x="101818" y="39005"/>
                </a:lnTo>
                <a:lnTo>
                  <a:pt x="89411" y="39005"/>
                </a:lnTo>
                <a:lnTo>
                  <a:pt x="89411" y="81574"/>
                </a:lnTo>
                <a:cubicBezTo>
                  <a:pt x="89411" y="85093"/>
                  <a:pt x="89628" y="87355"/>
                  <a:pt x="90062" y="88361"/>
                </a:cubicBezTo>
                <a:cubicBezTo>
                  <a:pt x="90496" y="89366"/>
                  <a:pt x="91204" y="90166"/>
                  <a:pt x="92187" y="90760"/>
                </a:cubicBezTo>
                <a:cubicBezTo>
                  <a:pt x="93169" y="91354"/>
                  <a:pt x="94575" y="91651"/>
                  <a:pt x="96403" y="91651"/>
                </a:cubicBezTo>
                <a:cubicBezTo>
                  <a:pt x="97774" y="91651"/>
                  <a:pt x="99579" y="91491"/>
                  <a:pt x="101818" y="91171"/>
                </a:cubicBezTo>
                <a:close/>
                <a:moveTo>
                  <a:pt x="160878" y="93228"/>
                </a:moveTo>
                <a:cubicBezTo>
                  <a:pt x="156308" y="97112"/>
                  <a:pt x="151910" y="99854"/>
                  <a:pt x="147682" y="101454"/>
                </a:cubicBezTo>
                <a:cubicBezTo>
                  <a:pt x="143455" y="103053"/>
                  <a:pt x="138919" y="103853"/>
                  <a:pt x="134075" y="103853"/>
                </a:cubicBezTo>
                <a:cubicBezTo>
                  <a:pt x="126078" y="103853"/>
                  <a:pt x="119931" y="101899"/>
                  <a:pt x="115635" y="97992"/>
                </a:cubicBezTo>
                <a:cubicBezTo>
                  <a:pt x="111339" y="94085"/>
                  <a:pt x="109192" y="89092"/>
                  <a:pt x="109192" y="83014"/>
                </a:cubicBezTo>
                <a:cubicBezTo>
                  <a:pt x="109192" y="79449"/>
                  <a:pt x="110003" y="76193"/>
                  <a:pt x="111625" y="73246"/>
                </a:cubicBezTo>
                <a:cubicBezTo>
                  <a:pt x="113247" y="70298"/>
                  <a:pt x="115372" y="67933"/>
                  <a:pt x="118000" y="66151"/>
                </a:cubicBezTo>
                <a:cubicBezTo>
                  <a:pt x="120628" y="64368"/>
                  <a:pt x="123587" y="63020"/>
                  <a:pt x="126877" y="62106"/>
                </a:cubicBezTo>
                <a:cubicBezTo>
                  <a:pt x="129299" y="61466"/>
                  <a:pt x="132955" y="60849"/>
                  <a:pt x="137845" y="60255"/>
                </a:cubicBezTo>
                <a:cubicBezTo>
                  <a:pt x="147808" y="59067"/>
                  <a:pt x="155143" y="57650"/>
                  <a:pt x="159850" y="56005"/>
                </a:cubicBezTo>
                <a:cubicBezTo>
                  <a:pt x="159896" y="54314"/>
                  <a:pt x="159918" y="53240"/>
                  <a:pt x="159918" y="52783"/>
                </a:cubicBezTo>
                <a:cubicBezTo>
                  <a:pt x="159918" y="47756"/>
                  <a:pt x="158753" y="44215"/>
                  <a:pt x="156422" y="42158"/>
                </a:cubicBezTo>
                <a:cubicBezTo>
                  <a:pt x="153269" y="39371"/>
                  <a:pt x="148585" y="37977"/>
                  <a:pt x="142370" y="37977"/>
                </a:cubicBezTo>
                <a:cubicBezTo>
                  <a:pt x="136566" y="37977"/>
                  <a:pt x="132281" y="38993"/>
                  <a:pt x="129517" y="41027"/>
                </a:cubicBezTo>
                <a:cubicBezTo>
                  <a:pt x="126752" y="43061"/>
                  <a:pt x="124707" y="46660"/>
                  <a:pt x="123381" y="51824"/>
                </a:cubicBezTo>
                <a:lnTo>
                  <a:pt x="111317" y="50179"/>
                </a:lnTo>
                <a:cubicBezTo>
                  <a:pt x="112413" y="45014"/>
                  <a:pt x="114219" y="40844"/>
                  <a:pt x="116732" y="37668"/>
                </a:cubicBezTo>
                <a:cubicBezTo>
                  <a:pt x="119246" y="34492"/>
                  <a:pt x="122879" y="32047"/>
                  <a:pt x="127631" y="30333"/>
                </a:cubicBezTo>
                <a:cubicBezTo>
                  <a:pt x="132384" y="28620"/>
                  <a:pt x="137891" y="27763"/>
                  <a:pt x="144152" y="27763"/>
                </a:cubicBezTo>
                <a:cubicBezTo>
                  <a:pt x="150367" y="27763"/>
                  <a:pt x="155417" y="28494"/>
                  <a:pt x="159302" y="29956"/>
                </a:cubicBezTo>
                <a:cubicBezTo>
                  <a:pt x="163186" y="31419"/>
                  <a:pt x="166042" y="33258"/>
                  <a:pt x="167870" y="35475"/>
                </a:cubicBezTo>
                <a:cubicBezTo>
                  <a:pt x="169698" y="37691"/>
                  <a:pt x="170978" y="40490"/>
                  <a:pt x="171709" y="43872"/>
                </a:cubicBezTo>
                <a:cubicBezTo>
                  <a:pt x="172120" y="45974"/>
                  <a:pt x="172326" y="49767"/>
                  <a:pt x="172326" y="55251"/>
                </a:cubicBezTo>
                <a:lnTo>
                  <a:pt x="172326" y="71703"/>
                </a:lnTo>
                <a:cubicBezTo>
                  <a:pt x="172326" y="83174"/>
                  <a:pt x="172589" y="90429"/>
                  <a:pt x="173114" y="93468"/>
                </a:cubicBezTo>
                <a:cubicBezTo>
                  <a:pt x="173640" y="96507"/>
                  <a:pt x="174680" y="99420"/>
                  <a:pt x="176233" y="102208"/>
                </a:cubicBezTo>
                <a:lnTo>
                  <a:pt x="163346" y="102208"/>
                </a:lnTo>
                <a:cubicBezTo>
                  <a:pt x="162066" y="99649"/>
                  <a:pt x="161244" y="96655"/>
                  <a:pt x="160878" y="93228"/>
                </a:cubicBezTo>
                <a:moveTo>
                  <a:pt x="159850" y="65671"/>
                </a:moveTo>
                <a:cubicBezTo>
                  <a:pt x="155371" y="67499"/>
                  <a:pt x="148653" y="69053"/>
                  <a:pt x="139696" y="70332"/>
                </a:cubicBezTo>
                <a:cubicBezTo>
                  <a:pt x="134624" y="71063"/>
                  <a:pt x="131036" y="71886"/>
                  <a:pt x="128934" y="72800"/>
                </a:cubicBezTo>
                <a:cubicBezTo>
                  <a:pt x="126832" y="73714"/>
                  <a:pt x="125209" y="75051"/>
                  <a:pt x="124067" y="76810"/>
                </a:cubicBezTo>
                <a:cubicBezTo>
                  <a:pt x="122924" y="78570"/>
                  <a:pt x="122353" y="80523"/>
                  <a:pt x="122353" y="82671"/>
                </a:cubicBezTo>
                <a:cubicBezTo>
                  <a:pt x="122353" y="85962"/>
                  <a:pt x="123598" y="88704"/>
                  <a:pt x="126089" y="90897"/>
                </a:cubicBezTo>
                <a:cubicBezTo>
                  <a:pt x="128580" y="93091"/>
                  <a:pt x="132224" y="94188"/>
                  <a:pt x="137023" y="94188"/>
                </a:cubicBezTo>
                <a:cubicBezTo>
                  <a:pt x="141776" y="94188"/>
                  <a:pt x="146003" y="93148"/>
                  <a:pt x="149705" y="91069"/>
                </a:cubicBezTo>
                <a:cubicBezTo>
                  <a:pt x="153406" y="88989"/>
                  <a:pt x="156125" y="86144"/>
                  <a:pt x="157862" y="82534"/>
                </a:cubicBezTo>
                <a:cubicBezTo>
                  <a:pt x="159187" y="79746"/>
                  <a:pt x="159850" y="75633"/>
                  <a:pt x="159850" y="70195"/>
                </a:cubicBezTo>
                <a:lnTo>
                  <a:pt x="159850" y="65671"/>
                </a:lnTo>
                <a:close/>
                <a:moveTo>
                  <a:pt x="218117" y="91171"/>
                </a:moveTo>
                <a:lnTo>
                  <a:pt x="219900" y="102071"/>
                </a:lnTo>
                <a:cubicBezTo>
                  <a:pt x="216427" y="102802"/>
                  <a:pt x="213319" y="103168"/>
                  <a:pt x="210577" y="103168"/>
                </a:cubicBezTo>
                <a:cubicBezTo>
                  <a:pt x="206098" y="103168"/>
                  <a:pt x="202625" y="102459"/>
                  <a:pt x="200157" y="101043"/>
                </a:cubicBezTo>
                <a:cubicBezTo>
                  <a:pt x="197690" y="99626"/>
                  <a:pt x="195953" y="97764"/>
                  <a:pt x="194948" y="95456"/>
                </a:cubicBezTo>
                <a:cubicBezTo>
                  <a:pt x="193942" y="93148"/>
                  <a:pt x="193439" y="88292"/>
                  <a:pt x="193439" y="80889"/>
                </a:cubicBezTo>
                <a:lnTo>
                  <a:pt x="193439" y="39005"/>
                </a:lnTo>
                <a:lnTo>
                  <a:pt x="184391" y="39005"/>
                </a:lnTo>
                <a:lnTo>
                  <a:pt x="184391" y="29408"/>
                </a:lnTo>
                <a:lnTo>
                  <a:pt x="193439" y="29408"/>
                </a:lnTo>
                <a:lnTo>
                  <a:pt x="193439" y="11379"/>
                </a:lnTo>
                <a:lnTo>
                  <a:pt x="205710" y="3976"/>
                </a:lnTo>
                <a:lnTo>
                  <a:pt x="205710" y="29408"/>
                </a:lnTo>
                <a:lnTo>
                  <a:pt x="218117" y="29408"/>
                </a:lnTo>
                <a:lnTo>
                  <a:pt x="218117" y="39005"/>
                </a:lnTo>
                <a:lnTo>
                  <a:pt x="205710" y="39005"/>
                </a:lnTo>
                <a:lnTo>
                  <a:pt x="205710" y="81574"/>
                </a:lnTo>
                <a:cubicBezTo>
                  <a:pt x="205710" y="85093"/>
                  <a:pt x="205927" y="87355"/>
                  <a:pt x="206361" y="88361"/>
                </a:cubicBezTo>
                <a:cubicBezTo>
                  <a:pt x="206795" y="89366"/>
                  <a:pt x="207504" y="90166"/>
                  <a:pt x="208486" y="90760"/>
                </a:cubicBezTo>
                <a:cubicBezTo>
                  <a:pt x="209469" y="91354"/>
                  <a:pt x="210874" y="91651"/>
                  <a:pt x="212702" y="91651"/>
                </a:cubicBezTo>
                <a:cubicBezTo>
                  <a:pt x="214073" y="91651"/>
                  <a:pt x="215878" y="91491"/>
                  <a:pt x="218117" y="91171"/>
                </a:cubicBezTo>
                <a:close/>
                <a:moveTo>
                  <a:pt x="279508" y="78764"/>
                </a:moveTo>
                <a:lnTo>
                  <a:pt x="292258" y="80341"/>
                </a:lnTo>
                <a:cubicBezTo>
                  <a:pt x="290248" y="87790"/>
                  <a:pt x="286523" y="93571"/>
                  <a:pt x="281085" y="97684"/>
                </a:cubicBezTo>
                <a:cubicBezTo>
                  <a:pt x="275646" y="101797"/>
                  <a:pt x="268700" y="103853"/>
                  <a:pt x="260246" y="103853"/>
                </a:cubicBezTo>
                <a:cubicBezTo>
                  <a:pt x="249597" y="103853"/>
                  <a:pt x="241154" y="100574"/>
                  <a:pt x="234916" y="94016"/>
                </a:cubicBezTo>
                <a:cubicBezTo>
                  <a:pt x="228678" y="87458"/>
                  <a:pt x="225559" y="78261"/>
                  <a:pt x="225559" y="66425"/>
                </a:cubicBezTo>
                <a:cubicBezTo>
                  <a:pt x="225559" y="54177"/>
                  <a:pt x="228713" y="44672"/>
                  <a:pt x="235019" y="37908"/>
                </a:cubicBezTo>
                <a:cubicBezTo>
                  <a:pt x="241326" y="31145"/>
                  <a:pt x="249506" y="27763"/>
                  <a:pt x="259560" y="27763"/>
                </a:cubicBezTo>
                <a:cubicBezTo>
                  <a:pt x="269294" y="27763"/>
                  <a:pt x="277246" y="31076"/>
                  <a:pt x="283415" y="37702"/>
                </a:cubicBezTo>
                <a:cubicBezTo>
                  <a:pt x="289585" y="44329"/>
                  <a:pt x="292670" y="53652"/>
                  <a:pt x="292670" y="65671"/>
                </a:cubicBezTo>
                <a:cubicBezTo>
                  <a:pt x="292670" y="66402"/>
                  <a:pt x="292647" y="67499"/>
                  <a:pt x="292601" y="68961"/>
                </a:cubicBezTo>
                <a:lnTo>
                  <a:pt x="238310" y="68961"/>
                </a:lnTo>
                <a:cubicBezTo>
                  <a:pt x="238767" y="76959"/>
                  <a:pt x="241029" y="83083"/>
                  <a:pt x="245096" y="87333"/>
                </a:cubicBezTo>
                <a:cubicBezTo>
                  <a:pt x="249163" y="91583"/>
                  <a:pt x="254236" y="93708"/>
                  <a:pt x="260314" y="93708"/>
                </a:cubicBezTo>
                <a:cubicBezTo>
                  <a:pt x="264838" y="93708"/>
                  <a:pt x="268700" y="92520"/>
                  <a:pt x="271899" y="90143"/>
                </a:cubicBezTo>
                <a:cubicBezTo>
                  <a:pt x="275098" y="87767"/>
                  <a:pt x="277634" y="83974"/>
                  <a:pt x="279508" y="78764"/>
                </a:cubicBezTo>
                <a:moveTo>
                  <a:pt x="238995" y="58816"/>
                </a:moveTo>
                <a:lnTo>
                  <a:pt x="279645" y="58816"/>
                </a:lnTo>
                <a:cubicBezTo>
                  <a:pt x="279097" y="52692"/>
                  <a:pt x="277543" y="48099"/>
                  <a:pt x="274984" y="45037"/>
                </a:cubicBezTo>
                <a:cubicBezTo>
                  <a:pt x="271054" y="40285"/>
                  <a:pt x="265958" y="37908"/>
                  <a:pt x="259697" y="37908"/>
                </a:cubicBezTo>
                <a:cubicBezTo>
                  <a:pt x="254030" y="37908"/>
                  <a:pt x="249266" y="39805"/>
                  <a:pt x="245405" y="43598"/>
                </a:cubicBezTo>
                <a:cubicBezTo>
                  <a:pt x="241543" y="47391"/>
                  <a:pt x="239406" y="52464"/>
                  <a:pt x="238995" y="58816"/>
                </a:cubicBezTo>
                <a:close/>
                <a:moveTo>
                  <a:pt x="307477" y="102208"/>
                </a:moveTo>
                <a:lnTo>
                  <a:pt x="307477" y="29408"/>
                </a:lnTo>
                <a:lnTo>
                  <a:pt x="318513" y="29408"/>
                </a:lnTo>
                <a:lnTo>
                  <a:pt x="318513" y="39622"/>
                </a:lnTo>
                <a:cubicBezTo>
                  <a:pt x="320798" y="36057"/>
                  <a:pt x="323837" y="33190"/>
                  <a:pt x="327630" y="31019"/>
                </a:cubicBezTo>
                <a:cubicBezTo>
                  <a:pt x="331423" y="28848"/>
                  <a:pt x="335742" y="27763"/>
                  <a:pt x="340586" y="27763"/>
                </a:cubicBezTo>
                <a:cubicBezTo>
                  <a:pt x="345979" y="27763"/>
                  <a:pt x="350400" y="28882"/>
                  <a:pt x="353851" y="31122"/>
                </a:cubicBezTo>
                <a:cubicBezTo>
                  <a:pt x="357301" y="33361"/>
                  <a:pt x="359735" y="36491"/>
                  <a:pt x="361151" y="40513"/>
                </a:cubicBezTo>
                <a:cubicBezTo>
                  <a:pt x="366909" y="32013"/>
                  <a:pt x="374404" y="27763"/>
                  <a:pt x="383636" y="27763"/>
                </a:cubicBezTo>
                <a:cubicBezTo>
                  <a:pt x="390856" y="27763"/>
                  <a:pt x="396409" y="29762"/>
                  <a:pt x="400293" y="33761"/>
                </a:cubicBezTo>
                <a:cubicBezTo>
                  <a:pt x="404178" y="37760"/>
                  <a:pt x="406120" y="43918"/>
                  <a:pt x="406120" y="52235"/>
                </a:cubicBezTo>
                <a:lnTo>
                  <a:pt x="406120" y="102208"/>
                </a:lnTo>
                <a:lnTo>
                  <a:pt x="393850" y="102208"/>
                </a:lnTo>
                <a:lnTo>
                  <a:pt x="393850" y="56348"/>
                </a:lnTo>
                <a:cubicBezTo>
                  <a:pt x="393850" y="51412"/>
                  <a:pt x="393450" y="47859"/>
                  <a:pt x="392650" y="45689"/>
                </a:cubicBezTo>
                <a:cubicBezTo>
                  <a:pt x="391850" y="43518"/>
                  <a:pt x="390399" y="41770"/>
                  <a:pt x="388297" y="40444"/>
                </a:cubicBezTo>
                <a:cubicBezTo>
                  <a:pt x="386195" y="39119"/>
                  <a:pt x="383727" y="38457"/>
                  <a:pt x="380894" y="38457"/>
                </a:cubicBezTo>
                <a:cubicBezTo>
                  <a:pt x="375775" y="38457"/>
                  <a:pt x="371525" y="40159"/>
                  <a:pt x="368143" y="43563"/>
                </a:cubicBezTo>
                <a:cubicBezTo>
                  <a:pt x="364762" y="46968"/>
                  <a:pt x="363071" y="52418"/>
                  <a:pt x="363071" y="59913"/>
                </a:cubicBezTo>
                <a:lnTo>
                  <a:pt x="363071" y="102208"/>
                </a:lnTo>
                <a:lnTo>
                  <a:pt x="350732" y="102208"/>
                </a:lnTo>
                <a:lnTo>
                  <a:pt x="350732" y="54908"/>
                </a:lnTo>
                <a:cubicBezTo>
                  <a:pt x="350732" y="49424"/>
                  <a:pt x="349726" y="45312"/>
                  <a:pt x="347715" y="42570"/>
                </a:cubicBezTo>
                <a:cubicBezTo>
                  <a:pt x="345705" y="39828"/>
                  <a:pt x="342414" y="38457"/>
                  <a:pt x="337844" y="38457"/>
                </a:cubicBezTo>
                <a:cubicBezTo>
                  <a:pt x="334371" y="38457"/>
                  <a:pt x="331161" y="39371"/>
                  <a:pt x="328213" y="41199"/>
                </a:cubicBezTo>
                <a:cubicBezTo>
                  <a:pt x="325265" y="43027"/>
                  <a:pt x="323129" y="45700"/>
                  <a:pt x="321804" y="49219"/>
                </a:cubicBezTo>
                <a:cubicBezTo>
                  <a:pt x="320478" y="52738"/>
                  <a:pt x="319816" y="57810"/>
                  <a:pt x="319816" y="64437"/>
                </a:cubicBezTo>
                <a:lnTo>
                  <a:pt x="319816" y="102208"/>
                </a:lnTo>
                <a:lnTo>
                  <a:pt x="307477" y="102208"/>
                </a:lnTo>
                <a:close/>
                <a:moveTo>
                  <a:pt x="473584" y="78764"/>
                </a:moveTo>
                <a:lnTo>
                  <a:pt x="486334" y="80341"/>
                </a:lnTo>
                <a:cubicBezTo>
                  <a:pt x="484323" y="87790"/>
                  <a:pt x="480599" y="93571"/>
                  <a:pt x="475160" y="97684"/>
                </a:cubicBezTo>
                <a:cubicBezTo>
                  <a:pt x="469722" y="101797"/>
                  <a:pt x="462776" y="103853"/>
                  <a:pt x="454321" y="103853"/>
                </a:cubicBezTo>
                <a:cubicBezTo>
                  <a:pt x="443673" y="103853"/>
                  <a:pt x="435230" y="100574"/>
                  <a:pt x="428992" y="94016"/>
                </a:cubicBezTo>
                <a:cubicBezTo>
                  <a:pt x="422754" y="87458"/>
                  <a:pt x="419635" y="78261"/>
                  <a:pt x="419635" y="66425"/>
                </a:cubicBezTo>
                <a:cubicBezTo>
                  <a:pt x="419635" y="54177"/>
                  <a:pt x="422788" y="44672"/>
                  <a:pt x="429095" y="37908"/>
                </a:cubicBezTo>
                <a:cubicBezTo>
                  <a:pt x="435401" y="31145"/>
                  <a:pt x="443582" y="27763"/>
                  <a:pt x="453636" y="27763"/>
                </a:cubicBezTo>
                <a:cubicBezTo>
                  <a:pt x="463370" y="27763"/>
                  <a:pt x="471322" y="31076"/>
                  <a:pt x="477491" y="37702"/>
                </a:cubicBezTo>
                <a:cubicBezTo>
                  <a:pt x="483661" y="44329"/>
                  <a:pt x="486745" y="53652"/>
                  <a:pt x="486745" y="65671"/>
                </a:cubicBezTo>
                <a:cubicBezTo>
                  <a:pt x="486745" y="66402"/>
                  <a:pt x="486722" y="67499"/>
                  <a:pt x="486677" y="68961"/>
                </a:cubicBezTo>
                <a:lnTo>
                  <a:pt x="432385" y="68961"/>
                </a:lnTo>
                <a:cubicBezTo>
                  <a:pt x="432842" y="76959"/>
                  <a:pt x="435104" y="83083"/>
                  <a:pt x="439172" y="87333"/>
                </a:cubicBezTo>
                <a:cubicBezTo>
                  <a:pt x="443239" y="91583"/>
                  <a:pt x="448312" y="93708"/>
                  <a:pt x="454390" y="93708"/>
                </a:cubicBezTo>
                <a:cubicBezTo>
                  <a:pt x="458914" y="93708"/>
                  <a:pt x="462776" y="92520"/>
                  <a:pt x="465975" y="90143"/>
                </a:cubicBezTo>
                <a:cubicBezTo>
                  <a:pt x="469174" y="87767"/>
                  <a:pt x="471710" y="83974"/>
                  <a:pt x="473584" y="78764"/>
                </a:cubicBezTo>
                <a:moveTo>
                  <a:pt x="433071" y="58816"/>
                </a:moveTo>
                <a:lnTo>
                  <a:pt x="473721" y="58816"/>
                </a:lnTo>
                <a:cubicBezTo>
                  <a:pt x="473172" y="52692"/>
                  <a:pt x="471619" y="48099"/>
                  <a:pt x="469059" y="45037"/>
                </a:cubicBezTo>
                <a:cubicBezTo>
                  <a:pt x="465129" y="40285"/>
                  <a:pt x="460034" y="37908"/>
                  <a:pt x="453773" y="37908"/>
                </a:cubicBezTo>
                <a:cubicBezTo>
                  <a:pt x="448106" y="37908"/>
                  <a:pt x="443342" y="39805"/>
                  <a:pt x="439480" y="43598"/>
                </a:cubicBezTo>
                <a:cubicBezTo>
                  <a:pt x="435618" y="47391"/>
                  <a:pt x="433482" y="52464"/>
                  <a:pt x="433071" y="58816"/>
                </a:cubicBezTo>
                <a:close/>
                <a:moveTo>
                  <a:pt x="501552" y="102208"/>
                </a:moveTo>
                <a:lnTo>
                  <a:pt x="501552" y="29408"/>
                </a:lnTo>
                <a:lnTo>
                  <a:pt x="512657" y="29408"/>
                </a:lnTo>
                <a:lnTo>
                  <a:pt x="512657" y="39759"/>
                </a:lnTo>
                <a:cubicBezTo>
                  <a:pt x="518004" y="31761"/>
                  <a:pt x="525727" y="27763"/>
                  <a:pt x="535827" y="27763"/>
                </a:cubicBezTo>
                <a:cubicBezTo>
                  <a:pt x="540214" y="27763"/>
                  <a:pt x="544247" y="28551"/>
                  <a:pt x="547926" y="30128"/>
                </a:cubicBezTo>
                <a:cubicBezTo>
                  <a:pt x="551605" y="31704"/>
                  <a:pt x="554358" y="33772"/>
                  <a:pt x="556186" y="36331"/>
                </a:cubicBezTo>
                <a:cubicBezTo>
                  <a:pt x="558014" y="38891"/>
                  <a:pt x="559294" y="41930"/>
                  <a:pt x="560025" y="45449"/>
                </a:cubicBezTo>
                <a:cubicBezTo>
                  <a:pt x="560482" y="47734"/>
                  <a:pt x="560711" y="51732"/>
                  <a:pt x="560711" y="57445"/>
                </a:cubicBezTo>
                <a:lnTo>
                  <a:pt x="560711" y="102208"/>
                </a:lnTo>
                <a:lnTo>
                  <a:pt x="548372" y="102208"/>
                </a:lnTo>
                <a:lnTo>
                  <a:pt x="548372" y="57925"/>
                </a:lnTo>
                <a:cubicBezTo>
                  <a:pt x="548372" y="52898"/>
                  <a:pt x="547892" y="49139"/>
                  <a:pt x="546932" y="46648"/>
                </a:cubicBezTo>
                <a:cubicBezTo>
                  <a:pt x="545973" y="44158"/>
                  <a:pt x="544270" y="42170"/>
                  <a:pt x="541825" y="40684"/>
                </a:cubicBezTo>
                <a:cubicBezTo>
                  <a:pt x="539380" y="39199"/>
                  <a:pt x="536513" y="38457"/>
                  <a:pt x="533222" y="38457"/>
                </a:cubicBezTo>
                <a:cubicBezTo>
                  <a:pt x="527967" y="38457"/>
                  <a:pt x="523431" y="40125"/>
                  <a:pt x="519615" y="43461"/>
                </a:cubicBezTo>
                <a:cubicBezTo>
                  <a:pt x="515799" y="46797"/>
                  <a:pt x="513891" y="53126"/>
                  <a:pt x="513891" y="62449"/>
                </a:cubicBezTo>
                <a:lnTo>
                  <a:pt x="513891" y="102208"/>
                </a:lnTo>
                <a:lnTo>
                  <a:pt x="501552" y="102208"/>
                </a:lnTo>
                <a:close/>
                <a:moveTo>
                  <a:pt x="606297" y="91171"/>
                </a:moveTo>
                <a:lnTo>
                  <a:pt x="608079" y="102071"/>
                </a:lnTo>
                <a:cubicBezTo>
                  <a:pt x="604606" y="102802"/>
                  <a:pt x="601498" y="103168"/>
                  <a:pt x="598756" y="103168"/>
                </a:cubicBezTo>
                <a:cubicBezTo>
                  <a:pt x="594277" y="103168"/>
                  <a:pt x="590804" y="102459"/>
                  <a:pt x="588336" y="101043"/>
                </a:cubicBezTo>
                <a:cubicBezTo>
                  <a:pt x="585869" y="99626"/>
                  <a:pt x="584132" y="97764"/>
                  <a:pt x="583127" y="95456"/>
                </a:cubicBezTo>
                <a:cubicBezTo>
                  <a:pt x="582121" y="93148"/>
                  <a:pt x="581619" y="88292"/>
                  <a:pt x="581619" y="80889"/>
                </a:cubicBezTo>
                <a:lnTo>
                  <a:pt x="581619" y="39005"/>
                </a:lnTo>
                <a:lnTo>
                  <a:pt x="572570" y="39005"/>
                </a:lnTo>
                <a:lnTo>
                  <a:pt x="572570" y="29408"/>
                </a:lnTo>
                <a:lnTo>
                  <a:pt x="581619" y="29408"/>
                </a:lnTo>
                <a:lnTo>
                  <a:pt x="581619" y="11379"/>
                </a:lnTo>
                <a:lnTo>
                  <a:pt x="593889" y="3976"/>
                </a:lnTo>
                <a:lnTo>
                  <a:pt x="593889" y="29408"/>
                </a:lnTo>
                <a:lnTo>
                  <a:pt x="606297" y="29408"/>
                </a:lnTo>
                <a:lnTo>
                  <a:pt x="606297" y="39005"/>
                </a:lnTo>
                <a:lnTo>
                  <a:pt x="593889" y="39005"/>
                </a:lnTo>
                <a:lnTo>
                  <a:pt x="593889" y="81574"/>
                </a:lnTo>
                <a:cubicBezTo>
                  <a:pt x="593889" y="85093"/>
                  <a:pt x="594106" y="87355"/>
                  <a:pt x="594540" y="88361"/>
                </a:cubicBezTo>
                <a:cubicBezTo>
                  <a:pt x="594974" y="89366"/>
                  <a:pt x="595683" y="90166"/>
                  <a:pt x="596665" y="90760"/>
                </a:cubicBezTo>
                <a:cubicBezTo>
                  <a:pt x="597648" y="91354"/>
                  <a:pt x="599053" y="91651"/>
                  <a:pt x="600881" y="91651"/>
                </a:cubicBezTo>
                <a:cubicBezTo>
                  <a:pt x="602252" y="91651"/>
                  <a:pt x="604057" y="91491"/>
                  <a:pt x="606297" y="91171"/>
                </a:cubicBezTo>
                <a:close/>
                <a:moveTo>
                  <a:pt x="612916" y="80478"/>
                </a:moveTo>
                <a:lnTo>
                  <a:pt x="625118" y="78558"/>
                </a:lnTo>
                <a:cubicBezTo>
                  <a:pt x="625803" y="83448"/>
                  <a:pt x="627711" y="87196"/>
                  <a:pt x="630842" y="89800"/>
                </a:cubicBezTo>
                <a:cubicBezTo>
                  <a:pt x="633972" y="92405"/>
                  <a:pt x="638348" y="93708"/>
                  <a:pt x="643969" y="93708"/>
                </a:cubicBezTo>
                <a:cubicBezTo>
                  <a:pt x="649636" y="93708"/>
                  <a:pt x="653840" y="92554"/>
                  <a:pt x="656582" y="90246"/>
                </a:cubicBezTo>
                <a:cubicBezTo>
                  <a:pt x="659324" y="87938"/>
                  <a:pt x="660695" y="85230"/>
                  <a:pt x="660695" y="82123"/>
                </a:cubicBezTo>
                <a:cubicBezTo>
                  <a:pt x="660695" y="79335"/>
                  <a:pt x="659484" y="77142"/>
                  <a:pt x="657062" y="75542"/>
                </a:cubicBezTo>
                <a:cubicBezTo>
                  <a:pt x="655371" y="74445"/>
                  <a:pt x="651167" y="73051"/>
                  <a:pt x="644449" y="71360"/>
                </a:cubicBezTo>
                <a:cubicBezTo>
                  <a:pt x="635400" y="69075"/>
                  <a:pt x="629128" y="67099"/>
                  <a:pt x="625632" y="65431"/>
                </a:cubicBezTo>
                <a:cubicBezTo>
                  <a:pt x="622136" y="63763"/>
                  <a:pt x="619485" y="61455"/>
                  <a:pt x="617680" y="58507"/>
                </a:cubicBezTo>
                <a:cubicBezTo>
                  <a:pt x="615875" y="55560"/>
                  <a:pt x="614972" y="52304"/>
                  <a:pt x="614972" y="48739"/>
                </a:cubicBezTo>
                <a:cubicBezTo>
                  <a:pt x="614972" y="45494"/>
                  <a:pt x="615715" y="42490"/>
                  <a:pt x="617200" y="39725"/>
                </a:cubicBezTo>
                <a:cubicBezTo>
                  <a:pt x="618685" y="36960"/>
                  <a:pt x="620708" y="34663"/>
                  <a:pt x="623267" y="32835"/>
                </a:cubicBezTo>
                <a:cubicBezTo>
                  <a:pt x="625186" y="31419"/>
                  <a:pt x="627803" y="30219"/>
                  <a:pt x="631116" y="29237"/>
                </a:cubicBezTo>
                <a:cubicBezTo>
                  <a:pt x="634429" y="28254"/>
                  <a:pt x="637982" y="27763"/>
                  <a:pt x="641775" y="27763"/>
                </a:cubicBezTo>
                <a:cubicBezTo>
                  <a:pt x="647488" y="27763"/>
                  <a:pt x="652503" y="28585"/>
                  <a:pt x="656822" y="30231"/>
                </a:cubicBezTo>
                <a:cubicBezTo>
                  <a:pt x="661141" y="31876"/>
                  <a:pt x="664328" y="34104"/>
                  <a:pt x="666385" y="36914"/>
                </a:cubicBezTo>
                <a:cubicBezTo>
                  <a:pt x="668441" y="39725"/>
                  <a:pt x="669858" y="43484"/>
                  <a:pt x="670635" y="48191"/>
                </a:cubicBezTo>
                <a:lnTo>
                  <a:pt x="658570" y="49836"/>
                </a:lnTo>
                <a:cubicBezTo>
                  <a:pt x="658022" y="46088"/>
                  <a:pt x="656434" y="43164"/>
                  <a:pt x="653806" y="41061"/>
                </a:cubicBezTo>
                <a:cubicBezTo>
                  <a:pt x="651178" y="38959"/>
                  <a:pt x="647465" y="37908"/>
                  <a:pt x="642666" y="37908"/>
                </a:cubicBezTo>
                <a:cubicBezTo>
                  <a:pt x="637000" y="37908"/>
                  <a:pt x="632955" y="38845"/>
                  <a:pt x="630533" y="40719"/>
                </a:cubicBezTo>
                <a:cubicBezTo>
                  <a:pt x="628111" y="42592"/>
                  <a:pt x="626900" y="44786"/>
                  <a:pt x="626900" y="47299"/>
                </a:cubicBezTo>
                <a:cubicBezTo>
                  <a:pt x="626900" y="48899"/>
                  <a:pt x="627403" y="50338"/>
                  <a:pt x="628408" y="51618"/>
                </a:cubicBezTo>
                <a:cubicBezTo>
                  <a:pt x="629413" y="52943"/>
                  <a:pt x="630990" y="54040"/>
                  <a:pt x="633138" y="54908"/>
                </a:cubicBezTo>
                <a:cubicBezTo>
                  <a:pt x="634372" y="55365"/>
                  <a:pt x="638005" y="56417"/>
                  <a:pt x="644037" y="58062"/>
                </a:cubicBezTo>
                <a:cubicBezTo>
                  <a:pt x="652766" y="60392"/>
                  <a:pt x="658856" y="62300"/>
                  <a:pt x="662306" y="63786"/>
                </a:cubicBezTo>
                <a:cubicBezTo>
                  <a:pt x="665756" y="65271"/>
                  <a:pt x="668464" y="67430"/>
                  <a:pt x="670429" y="70264"/>
                </a:cubicBezTo>
                <a:cubicBezTo>
                  <a:pt x="672394" y="73097"/>
                  <a:pt x="673377" y="76616"/>
                  <a:pt x="673377" y="80820"/>
                </a:cubicBezTo>
                <a:cubicBezTo>
                  <a:pt x="673377" y="84933"/>
                  <a:pt x="672177" y="88806"/>
                  <a:pt x="669778" y="92440"/>
                </a:cubicBezTo>
                <a:cubicBezTo>
                  <a:pt x="667379" y="96073"/>
                  <a:pt x="663917" y="98883"/>
                  <a:pt x="659393" y="100871"/>
                </a:cubicBezTo>
                <a:cubicBezTo>
                  <a:pt x="654868" y="102859"/>
                  <a:pt x="649750" y="103853"/>
                  <a:pt x="644037" y="103853"/>
                </a:cubicBezTo>
                <a:cubicBezTo>
                  <a:pt x="634578" y="103853"/>
                  <a:pt x="627368" y="101888"/>
                  <a:pt x="622410" y="97958"/>
                </a:cubicBezTo>
                <a:cubicBezTo>
                  <a:pt x="617451" y="94028"/>
                  <a:pt x="614287" y="88201"/>
                  <a:pt x="612916" y="80478"/>
                </a:cubicBezTo>
                <a:close/>
                <a:moveTo>
                  <a:pt x="726357" y="15904"/>
                </a:moveTo>
                <a:lnTo>
                  <a:pt x="726357" y="1714"/>
                </a:lnTo>
                <a:lnTo>
                  <a:pt x="738696" y="1714"/>
                </a:lnTo>
                <a:lnTo>
                  <a:pt x="738696" y="15904"/>
                </a:lnTo>
                <a:lnTo>
                  <a:pt x="726357" y="15904"/>
                </a:lnTo>
                <a:moveTo>
                  <a:pt x="726357" y="102208"/>
                </a:moveTo>
                <a:lnTo>
                  <a:pt x="726357" y="29408"/>
                </a:lnTo>
                <a:lnTo>
                  <a:pt x="738696" y="29408"/>
                </a:lnTo>
                <a:lnTo>
                  <a:pt x="738696" y="102208"/>
                </a:lnTo>
                <a:lnTo>
                  <a:pt x="726357" y="102208"/>
                </a:lnTo>
                <a:close/>
                <a:moveTo>
                  <a:pt x="752829" y="80478"/>
                </a:moveTo>
                <a:lnTo>
                  <a:pt x="765031" y="78558"/>
                </a:lnTo>
                <a:cubicBezTo>
                  <a:pt x="765716" y="83448"/>
                  <a:pt x="767624" y="87196"/>
                  <a:pt x="770754" y="89800"/>
                </a:cubicBezTo>
                <a:cubicBezTo>
                  <a:pt x="773885" y="92405"/>
                  <a:pt x="778261" y="93708"/>
                  <a:pt x="783882" y="93708"/>
                </a:cubicBezTo>
                <a:cubicBezTo>
                  <a:pt x="789549" y="93708"/>
                  <a:pt x="793753" y="92554"/>
                  <a:pt x="796495" y="90246"/>
                </a:cubicBezTo>
                <a:cubicBezTo>
                  <a:pt x="799237" y="87938"/>
                  <a:pt x="800608" y="85230"/>
                  <a:pt x="800608" y="82123"/>
                </a:cubicBezTo>
                <a:cubicBezTo>
                  <a:pt x="800608" y="79335"/>
                  <a:pt x="799397" y="77142"/>
                  <a:pt x="796975" y="75542"/>
                </a:cubicBezTo>
                <a:cubicBezTo>
                  <a:pt x="795284" y="74445"/>
                  <a:pt x="791080" y="73051"/>
                  <a:pt x="784362" y="71360"/>
                </a:cubicBezTo>
                <a:cubicBezTo>
                  <a:pt x="775313" y="69075"/>
                  <a:pt x="769041" y="67099"/>
                  <a:pt x="765545" y="65431"/>
                </a:cubicBezTo>
                <a:cubicBezTo>
                  <a:pt x="762049" y="63763"/>
                  <a:pt x="759398" y="61455"/>
                  <a:pt x="757593" y="58507"/>
                </a:cubicBezTo>
                <a:cubicBezTo>
                  <a:pt x="755788" y="55560"/>
                  <a:pt x="754885" y="52304"/>
                  <a:pt x="754885" y="48739"/>
                </a:cubicBezTo>
                <a:cubicBezTo>
                  <a:pt x="754885" y="45494"/>
                  <a:pt x="755628" y="42490"/>
                  <a:pt x="757113" y="39725"/>
                </a:cubicBezTo>
                <a:cubicBezTo>
                  <a:pt x="758598" y="36960"/>
                  <a:pt x="760621" y="34663"/>
                  <a:pt x="763180" y="32835"/>
                </a:cubicBezTo>
                <a:cubicBezTo>
                  <a:pt x="765099" y="31419"/>
                  <a:pt x="767715" y="30219"/>
                  <a:pt x="771029" y="29237"/>
                </a:cubicBezTo>
                <a:cubicBezTo>
                  <a:pt x="774342" y="28254"/>
                  <a:pt x="777895" y="27763"/>
                  <a:pt x="781688" y="27763"/>
                </a:cubicBezTo>
                <a:cubicBezTo>
                  <a:pt x="787401" y="27763"/>
                  <a:pt x="792416" y="28585"/>
                  <a:pt x="796735" y="30231"/>
                </a:cubicBezTo>
                <a:cubicBezTo>
                  <a:pt x="801054" y="31876"/>
                  <a:pt x="804241" y="34104"/>
                  <a:pt x="806298" y="36914"/>
                </a:cubicBezTo>
                <a:cubicBezTo>
                  <a:pt x="808354" y="39725"/>
                  <a:pt x="809771" y="43484"/>
                  <a:pt x="810548" y="48191"/>
                </a:cubicBezTo>
                <a:lnTo>
                  <a:pt x="798483" y="49836"/>
                </a:lnTo>
                <a:cubicBezTo>
                  <a:pt x="797935" y="46088"/>
                  <a:pt x="796346" y="43164"/>
                  <a:pt x="793719" y="41061"/>
                </a:cubicBezTo>
                <a:cubicBezTo>
                  <a:pt x="791091" y="38959"/>
                  <a:pt x="787378" y="37908"/>
                  <a:pt x="782579" y="37908"/>
                </a:cubicBezTo>
                <a:cubicBezTo>
                  <a:pt x="776913" y="37908"/>
                  <a:pt x="772868" y="38845"/>
                  <a:pt x="770446" y="40719"/>
                </a:cubicBezTo>
                <a:cubicBezTo>
                  <a:pt x="768024" y="42592"/>
                  <a:pt x="766813" y="44786"/>
                  <a:pt x="766813" y="47299"/>
                </a:cubicBezTo>
                <a:cubicBezTo>
                  <a:pt x="766813" y="48899"/>
                  <a:pt x="767316" y="50338"/>
                  <a:pt x="768321" y="51618"/>
                </a:cubicBezTo>
                <a:cubicBezTo>
                  <a:pt x="769326" y="52943"/>
                  <a:pt x="770903" y="54040"/>
                  <a:pt x="773051" y="54908"/>
                </a:cubicBezTo>
                <a:cubicBezTo>
                  <a:pt x="774285" y="55365"/>
                  <a:pt x="777918" y="56417"/>
                  <a:pt x="783950" y="58062"/>
                </a:cubicBezTo>
                <a:cubicBezTo>
                  <a:pt x="792679" y="60392"/>
                  <a:pt x="798769" y="62300"/>
                  <a:pt x="802219" y="63786"/>
                </a:cubicBezTo>
                <a:cubicBezTo>
                  <a:pt x="805669" y="65271"/>
                  <a:pt x="808377" y="67430"/>
                  <a:pt x="810342" y="70264"/>
                </a:cubicBezTo>
                <a:cubicBezTo>
                  <a:pt x="812307" y="73097"/>
                  <a:pt x="813290" y="76616"/>
                  <a:pt x="813290" y="80820"/>
                </a:cubicBezTo>
                <a:cubicBezTo>
                  <a:pt x="813290" y="84933"/>
                  <a:pt x="812090" y="88806"/>
                  <a:pt x="809691" y="92440"/>
                </a:cubicBezTo>
                <a:cubicBezTo>
                  <a:pt x="807292" y="96073"/>
                  <a:pt x="803830" y="98883"/>
                  <a:pt x="799306" y="100871"/>
                </a:cubicBezTo>
                <a:cubicBezTo>
                  <a:pt x="794781" y="102859"/>
                  <a:pt x="789663" y="103853"/>
                  <a:pt x="783950" y="103853"/>
                </a:cubicBezTo>
                <a:cubicBezTo>
                  <a:pt x="774490" y="103853"/>
                  <a:pt x="767281" y="101888"/>
                  <a:pt x="762323" y="97958"/>
                </a:cubicBezTo>
                <a:cubicBezTo>
                  <a:pt x="757364" y="94028"/>
                  <a:pt x="754200" y="88201"/>
                  <a:pt x="752829" y="80478"/>
                </a:cubicBezTo>
                <a:close/>
                <a:moveTo>
                  <a:pt x="866202" y="102208"/>
                </a:moveTo>
                <a:lnTo>
                  <a:pt x="866202" y="29408"/>
                </a:lnTo>
                <a:lnTo>
                  <a:pt x="877238" y="29408"/>
                </a:lnTo>
                <a:lnTo>
                  <a:pt x="877238" y="39622"/>
                </a:lnTo>
                <a:cubicBezTo>
                  <a:pt x="879523" y="36057"/>
                  <a:pt x="882562" y="33190"/>
                  <a:pt x="886355" y="31019"/>
                </a:cubicBezTo>
                <a:cubicBezTo>
                  <a:pt x="890149" y="28848"/>
                  <a:pt x="894467" y="27763"/>
                  <a:pt x="899311" y="27763"/>
                </a:cubicBezTo>
                <a:cubicBezTo>
                  <a:pt x="904704" y="27763"/>
                  <a:pt x="909125" y="28882"/>
                  <a:pt x="912576" y="31122"/>
                </a:cubicBezTo>
                <a:cubicBezTo>
                  <a:pt x="916026" y="33361"/>
                  <a:pt x="918460" y="36491"/>
                  <a:pt x="919876" y="40513"/>
                </a:cubicBezTo>
                <a:cubicBezTo>
                  <a:pt x="925635" y="32013"/>
                  <a:pt x="933129" y="27763"/>
                  <a:pt x="942361" y="27763"/>
                </a:cubicBezTo>
                <a:cubicBezTo>
                  <a:pt x="949581" y="27763"/>
                  <a:pt x="955134" y="29762"/>
                  <a:pt x="959018" y="33761"/>
                </a:cubicBezTo>
                <a:cubicBezTo>
                  <a:pt x="962903" y="37760"/>
                  <a:pt x="964845" y="43918"/>
                  <a:pt x="964845" y="52235"/>
                </a:cubicBezTo>
                <a:lnTo>
                  <a:pt x="964845" y="102208"/>
                </a:lnTo>
                <a:lnTo>
                  <a:pt x="952575" y="102208"/>
                </a:lnTo>
                <a:lnTo>
                  <a:pt x="952575" y="56348"/>
                </a:lnTo>
                <a:cubicBezTo>
                  <a:pt x="952575" y="51412"/>
                  <a:pt x="952175" y="47859"/>
                  <a:pt x="951375" y="45689"/>
                </a:cubicBezTo>
                <a:cubicBezTo>
                  <a:pt x="950575" y="43518"/>
                  <a:pt x="949124" y="41770"/>
                  <a:pt x="947022" y="40444"/>
                </a:cubicBezTo>
                <a:cubicBezTo>
                  <a:pt x="944920" y="39119"/>
                  <a:pt x="942452" y="38457"/>
                  <a:pt x="939619" y="38457"/>
                </a:cubicBezTo>
                <a:cubicBezTo>
                  <a:pt x="934500" y="38457"/>
                  <a:pt x="930250" y="40159"/>
                  <a:pt x="926868" y="43563"/>
                </a:cubicBezTo>
                <a:cubicBezTo>
                  <a:pt x="923487" y="46968"/>
                  <a:pt x="921796" y="52418"/>
                  <a:pt x="921796" y="59913"/>
                </a:cubicBezTo>
                <a:lnTo>
                  <a:pt x="921796" y="102208"/>
                </a:lnTo>
                <a:lnTo>
                  <a:pt x="909457" y="102208"/>
                </a:lnTo>
                <a:lnTo>
                  <a:pt x="909457" y="54908"/>
                </a:lnTo>
                <a:cubicBezTo>
                  <a:pt x="909457" y="49424"/>
                  <a:pt x="908451" y="45312"/>
                  <a:pt x="906441" y="42570"/>
                </a:cubicBezTo>
                <a:cubicBezTo>
                  <a:pt x="904430" y="39828"/>
                  <a:pt x="901139" y="38457"/>
                  <a:pt x="896569" y="38457"/>
                </a:cubicBezTo>
                <a:cubicBezTo>
                  <a:pt x="893096" y="38457"/>
                  <a:pt x="889886" y="39371"/>
                  <a:pt x="886938" y="41199"/>
                </a:cubicBezTo>
                <a:cubicBezTo>
                  <a:pt x="883990" y="43027"/>
                  <a:pt x="881854" y="45700"/>
                  <a:pt x="880529" y="49219"/>
                </a:cubicBezTo>
                <a:cubicBezTo>
                  <a:pt x="879203" y="52738"/>
                  <a:pt x="878541" y="57810"/>
                  <a:pt x="878541" y="64437"/>
                </a:cubicBezTo>
                <a:lnTo>
                  <a:pt x="878541" y="102208"/>
                </a:lnTo>
                <a:lnTo>
                  <a:pt x="866202" y="102208"/>
                </a:lnTo>
                <a:close/>
                <a:moveTo>
                  <a:pt x="977880" y="65808"/>
                </a:moveTo>
                <a:cubicBezTo>
                  <a:pt x="977880" y="52326"/>
                  <a:pt x="981627" y="42341"/>
                  <a:pt x="989122" y="35852"/>
                </a:cubicBezTo>
                <a:cubicBezTo>
                  <a:pt x="995383" y="30459"/>
                  <a:pt x="1003015" y="27763"/>
                  <a:pt x="1012018" y="27763"/>
                </a:cubicBezTo>
                <a:cubicBezTo>
                  <a:pt x="1022026" y="27763"/>
                  <a:pt x="1030207" y="31042"/>
                  <a:pt x="1036559" y="37600"/>
                </a:cubicBezTo>
                <a:cubicBezTo>
                  <a:pt x="1042911" y="44158"/>
                  <a:pt x="1046087" y="53218"/>
                  <a:pt x="1046087" y="64780"/>
                </a:cubicBezTo>
                <a:cubicBezTo>
                  <a:pt x="1046087" y="74148"/>
                  <a:pt x="1044682" y="81517"/>
                  <a:pt x="1041871" y="86887"/>
                </a:cubicBezTo>
                <a:cubicBezTo>
                  <a:pt x="1039061" y="92257"/>
                  <a:pt x="1034971" y="96427"/>
                  <a:pt x="1029601" y="99397"/>
                </a:cubicBezTo>
                <a:cubicBezTo>
                  <a:pt x="1024231" y="102368"/>
                  <a:pt x="1018370" y="103853"/>
                  <a:pt x="1012018" y="103853"/>
                </a:cubicBezTo>
                <a:cubicBezTo>
                  <a:pt x="1001827" y="103853"/>
                  <a:pt x="993589" y="100586"/>
                  <a:pt x="987306" y="94051"/>
                </a:cubicBezTo>
                <a:cubicBezTo>
                  <a:pt x="981022" y="87515"/>
                  <a:pt x="977880" y="78101"/>
                  <a:pt x="977880" y="65808"/>
                </a:cubicBezTo>
                <a:moveTo>
                  <a:pt x="990562" y="65808"/>
                </a:moveTo>
                <a:cubicBezTo>
                  <a:pt x="990562" y="75131"/>
                  <a:pt x="992595" y="82111"/>
                  <a:pt x="996663" y="86750"/>
                </a:cubicBezTo>
                <a:cubicBezTo>
                  <a:pt x="1000730" y="91388"/>
                  <a:pt x="1005848" y="93708"/>
                  <a:pt x="1012018" y="93708"/>
                </a:cubicBezTo>
                <a:cubicBezTo>
                  <a:pt x="1018142" y="93708"/>
                  <a:pt x="1023237" y="91377"/>
                  <a:pt x="1027305" y="86716"/>
                </a:cubicBezTo>
                <a:cubicBezTo>
                  <a:pt x="1031372" y="82054"/>
                  <a:pt x="1033406" y="74948"/>
                  <a:pt x="1033406" y="65397"/>
                </a:cubicBezTo>
                <a:cubicBezTo>
                  <a:pt x="1033406" y="56394"/>
                  <a:pt x="1031360" y="49573"/>
                  <a:pt x="1027270" y="44934"/>
                </a:cubicBezTo>
                <a:cubicBezTo>
                  <a:pt x="1023180" y="40296"/>
                  <a:pt x="1018096" y="37977"/>
                  <a:pt x="1012018" y="37977"/>
                </a:cubicBezTo>
                <a:cubicBezTo>
                  <a:pt x="1005848" y="37977"/>
                  <a:pt x="1000730" y="40285"/>
                  <a:pt x="996663" y="44900"/>
                </a:cubicBezTo>
                <a:cubicBezTo>
                  <a:pt x="992595" y="49516"/>
                  <a:pt x="990562" y="56485"/>
                  <a:pt x="990562" y="65808"/>
                </a:cubicBezTo>
                <a:close/>
                <a:moveTo>
                  <a:pt x="1060140" y="102208"/>
                </a:moveTo>
                <a:lnTo>
                  <a:pt x="1060140" y="29408"/>
                </a:lnTo>
                <a:lnTo>
                  <a:pt x="1071245" y="29408"/>
                </a:lnTo>
                <a:lnTo>
                  <a:pt x="1071245" y="40444"/>
                </a:lnTo>
                <a:cubicBezTo>
                  <a:pt x="1074079" y="35280"/>
                  <a:pt x="1076695" y="31876"/>
                  <a:pt x="1079094" y="30231"/>
                </a:cubicBezTo>
                <a:cubicBezTo>
                  <a:pt x="1081493" y="28585"/>
                  <a:pt x="1084133" y="27763"/>
                  <a:pt x="1087012" y="27763"/>
                </a:cubicBezTo>
                <a:cubicBezTo>
                  <a:pt x="1091170" y="27763"/>
                  <a:pt x="1095398" y="29088"/>
                  <a:pt x="1099693" y="31739"/>
                </a:cubicBezTo>
                <a:lnTo>
                  <a:pt x="1095443" y="43186"/>
                </a:lnTo>
                <a:cubicBezTo>
                  <a:pt x="1092427" y="41404"/>
                  <a:pt x="1089411" y="40513"/>
                  <a:pt x="1086395" y="40513"/>
                </a:cubicBezTo>
                <a:cubicBezTo>
                  <a:pt x="1083698" y="40513"/>
                  <a:pt x="1081276" y="41324"/>
                  <a:pt x="1079128" y="42947"/>
                </a:cubicBezTo>
                <a:cubicBezTo>
                  <a:pt x="1076981" y="44569"/>
                  <a:pt x="1075450" y="46820"/>
                  <a:pt x="1074536" y="49699"/>
                </a:cubicBezTo>
                <a:cubicBezTo>
                  <a:pt x="1073165" y="54086"/>
                  <a:pt x="1072479" y="58884"/>
                  <a:pt x="1072479" y="64094"/>
                </a:cubicBezTo>
                <a:lnTo>
                  <a:pt x="1072479" y="102208"/>
                </a:lnTo>
                <a:lnTo>
                  <a:pt x="1060140" y="102208"/>
                </a:lnTo>
                <a:close/>
                <a:moveTo>
                  <a:pt x="1156470" y="78764"/>
                </a:moveTo>
                <a:lnTo>
                  <a:pt x="1169220" y="80341"/>
                </a:lnTo>
                <a:cubicBezTo>
                  <a:pt x="1167209" y="87790"/>
                  <a:pt x="1163485" y="93571"/>
                  <a:pt x="1158047" y="97684"/>
                </a:cubicBezTo>
                <a:cubicBezTo>
                  <a:pt x="1152608" y="101797"/>
                  <a:pt x="1145662" y="103853"/>
                  <a:pt x="1137207" y="103853"/>
                </a:cubicBezTo>
                <a:cubicBezTo>
                  <a:pt x="1126559" y="103853"/>
                  <a:pt x="1118116" y="100574"/>
                  <a:pt x="1111878" y="94016"/>
                </a:cubicBezTo>
                <a:cubicBezTo>
                  <a:pt x="1105640" y="87458"/>
                  <a:pt x="1102521" y="78261"/>
                  <a:pt x="1102521" y="66425"/>
                </a:cubicBezTo>
                <a:cubicBezTo>
                  <a:pt x="1102521" y="54177"/>
                  <a:pt x="1105674" y="44672"/>
                  <a:pt x="1111981" y="37908"/>
                </a:cubicBezTo>
                <a:cubicBezTo>
                  <a:pt x="1118288" y="31145"/>
                  <a:pt x="1126468" y="27763"/>
                  <a:pt x="1136522" y="27763"/>
                </a:cubicBezTo>
                <a:cubicBezTo>
                  <a:pt x="1146256" y="27763"/>
                  <a:pt x="1154208" y="31076"/>
                  <a:pt x="1160377" y="37702"/>
                </a:cubicBezTo>
                <a:cubicBezTo>
                  <a:pt x="1166547" y="44329"/>
                  <a:pt x="1169631" y="53652"/>
                  <a:pt x="1169631" y="65671"/>
                </a:cubicBezTo>
                <a:cubicBezTo>
                  <a:pt x="1169631" y="66402"/>
                  <a:pt x="1169609" y="67499"/>
                  <a:pt x="1169563" y="68961"/>
                </a:cubicBezTo>
                <a:lnTo>
                  <a:pt x="1115271" y="68961"/>
                </a:lnTo>
                <a:cubicBezTo>
                  <a:pt x="1115728" y="76959"/>
                  <a:pt x="1117991" y="83083"/>
                  <a:pt x="1122058" y="87333"/>
                </a:cubicBezTo>
                <a:cubicBezTo>
                  <a:pt x="1126125" y="91583"/>
                  <a:pt x="1131198" y="93708"/>
                  <a:pt x="1137276" y="93708"/>
                </a:cubicBezTo>
                <a:cubicBezTo>
                  <a:pt x="1141800" y="93708"/>
                  <a:pt x="1145662" y="92520"/>
                  <a:pt x="1148861" y="90143"/>
                </a:cubicBezTo>
                <a:cubicBezTo>
                  <a:pt x="1152060" y="87767"/>
                  <a:pt x="1154596" y="83974"/>
                  <a:pt x="1156470" y="78764"/>
                </a:cubicBezTo>
                <a:moveTo>
                  <a:pt x="1115957" y="58816"/>
                </a:moveTo>
                <a:lnTo>
                  <a:pt x="1156607" y="58816"/>
                </a:lnTo>
                <a:cubicBezTo>
                  <a:pt x="1156059" y="52692"/>
                  <a:pt x="1154505" y="48099"/>
                  <a:pt x="1151946" y="45037"/>
                </a:cubicBezTo>
                <a:cubicBezTo>
                  <a:pt x="1148015" y="40285"/>
                  <a:pt x="1142920" y="37908"/>
                  <a:pt x="1136659" y="37908"/>
                </a:cubicBezTo>
                <a:cubicBezTo>
                  <a:pt x="1130992" y="37908"/>
                  <a:pt x="1126228" y="39805"/>
                  <a:pt x="1122366" y="43598"/>
                </a:cubicBezTo>
                <a:cubicBezTo>
                  <a:pt x="1118505" y="47391"/>
                  <a:pt x="1116368" y="52464"/>
                  <a:pt x="1115957" y="58816"/>
                </a:cubicBezTo>
                <a:close/>
                <a:moveTo>
                  <a:pt x="1222659" y="102208"/>
                </a:moveTo>
                <a:lnTo>
                  <a:pt x="1222659" y="1714"/>
                </a:lnTo>
                <a:lnTo>
                  <a:pt x="1234998" y="1714"/>
                </a:lnTo>
                <a:lnTo>
                  <a:pt x="1234998" y="102208"/>
                </a:lnTo>
                <a:lnTo>
                  <a:pt x="1222659" y="102208"/>
                </a:lnTo>
                <a:close/>
                <a:moveTo>
                  <a:pt x="1254477" y="15904"/>
                </a:moveTo>
                <a:lnTo>
                  <a:pt x="1254477" y="1714"/>
                </a:lnTo>
                <a:lnTo>
                  <a:pt x="1266816" y="1714"/>
                </a:lnTo>
                <a:lnTo>
                  <a:pt x="1266816" y="15904"/>
                </a:lnTo>
                <a:lnTo>
                  <a:pt x="1254477" y="15904"/>
                </a:lnTo>
                <a:moveTo>
                  <a:pt x="1254477" y="102208"/>
                </a:moveTo>
                <a:lnTo>
                  <a:pt x="1254477" y="29408"/>
                </a:lnTo>
                <a:lnTo>
                  <a:pt x="1266816" y="29408"/>
                </a:lnTo>
                <a:lnTo>
                  <a:pt x="1266816" y="102208"/>
                </a:lnTo>
                <a:lnTo>
                  <a:pt x="1254477" y="102208"/>
                </a:lnTo>
                <a:close/>
                <a:moveTo>
                  <a:pt x="1285953" y="102208"/>
                </a:moveTo>
                <a:lnTo>
                  <a:pt x="1285953" y="1714"/>
                </a:lnTo>
                <a:lnTo>
                  <a:pt x="1298292" y="1714"/>
                </a:lnTo>
                <a:lnTo>
                  <a:pt x="1298292" y="59021"/>
                </a:lnTo>
                <a:lnTo>
                  <a:pt x="1327494" y="29408"/>
                </a:lnTo>
                <a:lnTo>
                  <a:pt x="1343466" y="29408"/>
                </a:lnTo>
                <a:lnTo>
                  <a:pt x="1315635" y="56417"/>
                </a:lnTo>
                <a:lnTo>
                  <a:pt x="1346277" y="102208"/>
                </a:lnTo>
                <a:lnTo>
                  <a:pt x="1331059" y="102208"/>
                </a:lnTo>
                <a:lnTo>
                  <a:pt x="1306998" y="64985"/>
                </a:lnTo>
                <a:lnTo>
                  <a:pt x="1298292" y="73348"/>
                </a:lnTo>
                <a:lnTo>
                  <a:pt x="1298292" y="102208"/>
                </a:lnTo>
                <a:lnTo>
                  <a:pt x="1285953" y="102208"/>
                </a:lnTo>
                <a:close/>
                <a:moveTo>
                  <a:pt x="1405663" y="78764"/>
                </a:moveTo>
                <a:lnTo>
                  <a:pt x="1418413" y="80341"/>
                </a:lnTo>
                <a:cubicBezTo>
                  <a:pt x="1416402" y="87790"/>
                  <a:pt x="1412677" y="93571"/>
                  <a:pt x="1407239" y="97684"/>
                </a:cubicBezTo>
                <a:cubicBezTo>
                  <a:pt x="1401801" y="101797"/>
                  <a:pt x="1394854" y="103853"/>
                  <a:pt x="1386400" y="103853"/>
                </a:cubicBezTo>
                <a:cubicBezTo>
                  <a:pt x="1375752" y="103853"/>
                  <a:pt x="1367309" y="100574"/>
                  <a:pt x="1361071" y="94016"/>
                </a:cubicBezTo>
                <a:cubicBezTo>
                  <a:pt x="1354833" y="87458"/>
                  <a:pt x="1351714" y="78261"/>
                  <a:pt x="1351714" y="66425"/>
                </a:cubicBezTo>
                <a:cubicBezTo>
                  <a:pt x="1351714" y="54177"/>
                  <a:pt x="1354867" y="44672"/>
                  <a:pt x="1361174" y="37908"/>
                </a:cubicBezTo>
                <a:cubicBezTo>
                  <a:pt x="1367480" y="31145"/>
                  <a:pt x="1375661" y="27763"/>
                  <a:pt x="1385714" y="27763"/>
                </a:cubicBezTo>
                <a:cubicBezTo>
                  <a:pt x="1395449" y="27763"/>
                  <a:pt x="1403400" y="31076"/>
                  <a:pt x="1409570" y="37702"/>
                </a:cubicBezTo>
                <a:cubicBezTo>
                  <a:pt x="1415739" y="44329"/>
                  <a:pt x="1418824" y="53652"/>
                  <a:pt x="1418824" y="65671"/>
                </a:cubicBezTo>
                <a:cubicBezTo>
                  <a:pt x="1418824" y="66402"/>
                  <a:pt x="1418801" y="67499"/>
                  <a:pt x="1418756" y="68961"/>
                </a:cubicBezTo>
                <a:lnTo>
                  <a:pt x="1364464" y="68961"/>
                </a:lnTo>
                <a:cubicBezTo>
                  <a:pt x="1364921" y="76959"/>
                  <a:pt x="1367183" y="83083"/>
                  <a:pt x="1371250" y="87333"/>
                </a:cubicBezTo>
                <a:cubicBezTo>
                  <a:pt x="1375318" y="91583"/>
                  <a:pt x="1380390" y="93708"/>
                  <a:pt x="1386469" y="93708"/>
                </a:cubicBezTo>
                <a:cubicBezTo>
                  <a:pt x="1390993" y="93708"/>
                  <a:pt x="1394854" y="92520"/>
                  <a:pt x="1398053" y="90143"/>
                </a:cubicBezTo>
                <a:cubicBezTo>
                  <a:pt x="1401252" y="87767"/>
                  <a:pt x="1403789" y="83974"/>
                  <a:pt x="1405663" y="78764"/>
                </a:cubicBezTo>
                <a:moveTo>
                  <a:pt x="1365150" y="58816"/>
                </a:moveTo>
                <a:lnTo>
                  <a:pt x="1405800" y="58816"/>
                </a:lnTo>
                <a:cubicBezTo>
                  <a:pt x="1405251" y="52692"/>
                  <a:pt x="1403697" y="48099"/>
                  <a:pt x="1401138" y="45037"/>
                </a:cubicBezTo>
                <a:cubicBezTo>
                  <a:pt x="1397208" y="40285"/>
                  <a:pt x="1392112" y="37908"/>
                  <a:pt x="1385852" y="37908"/>
                </a:cubicBezTo>
                <a:cubicBezTo>
                  <a:pt x="1380185" y="37908"/>
                  <a:pt x="1375421" y="39805"/>
                  <a:pt x="1371559" y="43598"/>
                </a:cubicBezTo>
                <a:cubicBezTo>
                  <a:pt x="1367697" y="47391"/>
                  <a:pt x="1365561" y="52464"/>
                  <a:pt x="1365150" y="58816"/>
                </a:cubicBezTo>
                <a:close/>
                <a:moveTo>
                  <a:pt x="1433357" y="102208"/>
                </a:moveTo>
                <a:lnTo>
                  <a:pt x="1433357" y="1714"/>
                </a:lnTo>
                <a:lnTo>
                  <a:pt x="1445696" y="1714"/>
                </a:lnTo>
                <a:lnTo>
                  <a:pt x="1445696" y="102208"/>
                </a:lnTo>
                <a:lnTo>
                  <a:pt x="1433357" y="102208"/>
                </a:lnTo>
                <a:close/>
                <a:moveTo>
                  <a:pt x="1464558" y="130245"/>
                </a:moveTo>
                <a:lnTo>
                  <a:pt x="1463187" y="118660"/>
                </a:lnTo>
                <a:cubicBezTo>
                  <a:pt x="1465883" y="119391"/>
                  <a:pt x="1468237" y="119757"/>
                  <a:pt x="1470248" y="119757"/>
                </a:cubicBezTo>
                <a:cubicBezTo>
                  <a:pt x="1472990" y="119757"/>
                  <a:pt x="1475183" y="119300"/>
                  <a:pt x="1476828" y="118386"/>
                </a:cubicBezTo>
                <a:cubicBezTo>
                  <a:pt x="1478474" y="117472"/>
                  <a:pt x="1479822" y="116192"/>
                  <a:pt x="1480873" y="114547"/>
                </a:cubicBezTo>
                <a:cubicBezTo>
                  <a:pt x="1481650" y="113313"/>
                  <a:pt x="1482907" y="110251"/>
                  <a:pt x="1484643" y="105361"/>
                </a:cubicBezTo>
                <a:cubicBezTo>
                  <a:pt x="1484872" y="104676"/>
                  <a:pt x="1485237" y="103670"/>
                  <a:pt x="1485740" y="102345"/>
                </a:cubicBezTo>
                <a:lnTo>
                  <a:pt x="1458114" y="29408"/>
                </a:lnTo>
                <a:lnTo>
                  <a:pt x="1471413" y="29408"/>
                </a:lnTo>
                <a:lnTo>
                  <a:pt x="1486563" y="71566"/>
                </a:lnTo>
                <a:cubicBezTo>
                  <a:pt x="1488528" y="76913"/>
                  <a:pt x="1490287" y="82534"/>
                  <a:pt x="1491841" y="88429"/>
                </a:cubicBezTo>
                <a:cubicBezTo>
                  <a:pt x="1493258" y="82763"/>
                  <a:pt x="1494948" y="77233"/>
                  <a:pt x="1496914" y="71840"/>
                </a:cubicBezTo>
                <a:lnTo>
                  <a:pt x="1512474" y="29408"/>
                </a:lnTo>
                <a:lnTo>
                  <a:pt x="1524813" y="29408"/>
                </a:lnTo>
                <a:lnTo>
                  <a:pt x="1497119" y="103442"/>
                </a:lnTo>
                <a:cubicBezTo>
                  <a:pt x="1494149" y="111439"/>
                  <a:pt x="1491841" y="116946"/>
                  <a:pt x="1490196" y="119962"/>
                </a:cubicBezTo>
                <a:cubicBezTo>
                  <a:pt x="1488002" y="124030"/>
                  <a:pt x="1485489" y="127012"/>
                  <a:pt x="1482655" y="128908"/>
                </a:cubicBezTo>
                <a:cubicBezTo>
                  <a:pt x="1479822" y="130805"/>
                  <a:pt x="1476440" y="131753"/>
                  <a:pt x="1472510" y="131753"/>
                </a:cubicBezTo>
                <a:cubicBezTo>
                  <a:pt x="1470133" y="131753"/>
                  <a:pt x="1467483" y="131250"/>
                  <a:pt x="1464558" y="130245"/>
                </a:cubicBezTo>
                <a:close/>
                <a:moveTo>
                  <a:pt x="1600484" y="91171"/>
                </a:moveTo>
                <a:lnTo>
                  <a:pt x="1602267" y="102071"/>
                </a:lnTo>
                <a:cubicBezTo>
                  <a:pt x="1598793" y="102802"/>
                  <a:pt x="1595686" y="103168"/>
                  <a:pt x="1592944" y="103168"/>
                </a:cubicBezTo>
                <a:cubicBezTo>
                  <a:pt x="1588465" y="103168"/>
                  <a:pt x="1584992" y="102459"/>
                  <a:pt x="1582524" y="101043"/>
                </a:cubicBezTo>
                <a:cubicBezTo>
                  <a:pt x="1580056" y="99626"/>
                  <a:pt x="1578320" y="97764"/>
                  <a:pt x="1577314" y="95456"/>
                </a:cubicBezTo>
                <a:cubicBezTo>
                  <a:pt x="1576309" y="93148"/>
                  <a:pt x="1575806" y="88292"/>
                  <a:pt x="1575806" y="80889"/>
                </a:cubicBezTo>
                <a:lnTo>
                  <a:pt x="1575806" y="39005"/>
                </a:lnTo>
                <a:lnTo>
                  <a:pt x="1566758" y="39005"/>
                </a:lnTo>
                <a:lnTo>
                  <a:pt x="1566758" y="29408"/>
                </a:lnTo>
                <a:lnTo>
                  <a:pt x="1575806" y="29408"/>
                </a:lnTo>
                <a:lnTo>
                  <a:pt x="1575806" y="11379"/>
                </a:lnTo>
                <a:lnTo>
                  <a:pt x="1588077" y="3976"/>
                </a:lnTo>
                <a:lnTo>
                  <a:pt x="1588077" y="29408"/>
                </a:lnTo>
                <a:lnTo>
                  <a:pt x="1600484" y="29408"/>
                </a:lnTo>
                <a:lnTo>
                  <a:pt x="1600484" y="39005"/>
                </a:lnTo>
                <a:lnTo>
                  <a:pt x="1588077" y="39005"/>
                </a:lnTo>
                <a:lnTo>
                  <a:pt x="1588077" y="81574"/>
                </a:lnTo>
                <a:cubicBezTo>
                  <a:pt x="1588077" y="85093"/>
                  <a:pt x="1588294" y="87355"/>
                  <a:pt x="1588728" y="88361"/>
                </a:cubicBezTo>
                <a:cubicBezTo>
                  <a:pt x="1589162" y="89366"/>
                  <a:pt x="1589871" y="90166"/>
                  <a:pt x="1590853" y="90760"/>
                </a:cubicBezTo>
                <a:cubicBezTo>
                  <a:pt x="1591836" y="91354"/>
                  <a:pt x="1593241" y="91651"/>
                  <a:pt x="1595069" y="91651"/>
                </a:cubicBezTo>
                <a:cubicBezTo>
                  <a:pt x="1596440" y="91651"/>
                  <a:pt x="1598245" y="91491"/>
                  <a:pt x="1600484" y="91171"/>
                </a:cubicBezTo>
                <a:close/>
                <a:moveTo>
                  <a:pt x="1607446" y="65808"/>
                </a:moveTo>
                <a:cubicBezTo>
                  <a:pt x="1607446" y="52326"/>
                  <a:pt x="1611194" y="42341"/>
                  <a:pt x="1618689" y="35852"/>
                </a:cubicBezTo>
                <a:cubicBezTo>
                  <a:pt x="1624950" y="30459"/>
                  <a:pt x="1632581" y="27763"/>
                  <a:pt x="1641584" y="27763"/>
                </a:cubicBezTo>
                <a:cubicBezTo>
                  <a:pt x="1651593" y="27763"/>
                  <a:pt x="1659773" y="31042"/>
                  <a:pt x="1666125" y="37600"/>
                </a:cubicBezTo>
                <a:cubicBezTo>
                  <a:pt x="1672478" y="44158"/>
                  <a:pt x="1675654" y="53218"/>
                  <a:pt x="1675654" y="64780"/>
                </a:cubicBezTo>
                <a:cubicBezTo>
                  <a:pt x="1675654" y="74148"/>
                  <a:pt x="1674248" y="81517"/>
                  <a:pt x="1671438" y="86887"/>
                </a:cubicBezTo>
                <a:cubicBezTo>
                  <a:pt x="1668627" y="92257"/>
                  <a:pt x="1664537" y="96427"/>
                  <a:pt x="1659167" y="99397"/>
                </a:cubicBezTo>
                <a:cubicBezTo>
                  <a:pt x="1653798" y="102368"/>
                  <a:pt x="1647937" y="103853"/>
                  <a:pt x="1641584" y="103853"/>
                </a:cubicBezTo>
                <a:cubicBezTo>
                  <a:pt x="1631393" y="103853"/>
                  <a:pt x="1623156" y="100586"/>
                  <a:pt x="1616872" y="94051"/>
                </a:cubicBezTo>
                <a:cubicBezTo>
                  <a:pt x="1610588" y="87515"/>
                  <a:pt x="1607446" y="78101"/>
                  <a:pt x="1607446" y="65808"/>
                </a:cubicBezTo>
                <a:moveTo>
                  <a:pt x="1620128" y="65808"/>
                </a:moveTo>
                <a:cubicBezTo>
                  <a:pt x="1620128" y="75131"/>
                  <a:pt x="1622162" y="82111"/>
                  <a:pt x="1626229" y="86750"/>
                </a:cubicBezTo>
                <a:cubicBezTo>
                  <a:pt x="1630296" y="91388"/>
                  <a:pt x="1635415" y="93708"/>
                  <a:pt x="1641584" y="93708"/>
                </a:cubicBezTo>
                <a:cubicBezTo>
                  <a:pt x="1647708" y="93708"/>
                  <a:pt x="1652804" y="91377"/>
                  <a:pt x="1656871" y="86716"/>
                </a:cubicBezTo>
                <a:cubicBezTo>
                  <a:pt x="1660938" y="82054"/>
                  <a:pt x="1662972" y="74948"/>
                  <a:pt x="1662972" y="65397"/>
                </a:cubicBezTo>
                <a:cubicBezTo>
                  <a:pt x="1662972" y="56394"/>
                  <a:pt x="1660927" y="49573"/>
                  <a:pt x="1656837" y="44934"/>
                </a:cubicBezTo>
                <a:cubicBezTo>
                  <a:pt x="1652747" y="40296"/>
                  <a:pt x="1647662" y="37977"/>
                  <a:pt x="1641584" y="37977"/>
                </a:cubicBezTo>
                <a:cubicBezTo>
                  <a:pt x="1635415" y="37977"/>
                  <a:pt x="1630296" y="40285"/>
                  <a:pt x="1626229" y="44900"/>
                </a:cubicBezTo>
                <a:cubicBezTo>
                  <a:pt x="1622162" y="49516"/>
                  <a:pt x="1620128" y="56485"/>
                  <a:pt x="1620128" y="65808"/>
                </a:cubicBezTo>
                <a:close/>
                <a:moveTo>
                  <a:pt x="1739718" y="102208"/>
                </a:moveTo>
                <a:lnTo>
                  <a:pt x="1728270" y="102208"/>
                </a:lnTo>
                <a:lnTo>
                  <a:pt x="1728270" y="1714"/>
                </a:lnTo>
                <a:lnTo>
                  <a:pt x="1740609" y="1714"/>
                </a:lnTo>
                <a:lnTo>
                  <a:pt x="1740609" y="37565"/>
                </a:lnTo>
                <a:cubicBezTo>
                  <a:pt x="1745819" y="31030"/>
                  <a:pt x="1752468" y="27763"/>
                  <a:pt x="1760557" y="27763"/>
                </a:cubicBezTo>
                <a:cubicBezTo>
                  <a:pt x="1765036" y="27763"/>
                  <a:pt x="1769274" y="28665"/>
                  <a:pt x="1773273" y="30470"/>
                </a:cubicBezTo>
                <a:cubicBezTo>
                  <a:pt x="1777272" y="32276"/>
                  <a:pt x="1780562" y="34812"/>
                  <a:pt x="1783144" y="38079"/>
                </a:cubicBezTo>
                <a:cubicBezTo>
                  <a:pt x="1785726" y="41347"/>
                  <a:pt x="1787749" y="45289"/>
                  <a:pt x="1789211" y="49904"/>
                </a:cubicBezTo>
                <a:cubicBezTo>
                  <a:pt x="1790673" y="54520"/>
                  <a:pt x="1791405" y="59456"/>
                  <a:pt x="1791405" y="64711"/>
                </a:cubicBezTo>
                <a:cubicBezTo>
                  <a:pt x="1791405" y="77187"/>
                  <a:pt x="1788320" y="86830"/>
                  <a:pt x="1782150" y="93639"/>
                </a:cubicBezTo>
                <a:cubicBezTo>
                  <a:pt x="1775981" y="100448"/>
                  <a:pt x="1768577" y="103853"/>
                  <a:pt x="1759940" y="103853"/>
                </a:cubicBezTo>
                <a:cubicBezTo>
                  <a:pt x="1751349" y="103853"/>
                  <a:pt x="1744608" y="100266"/>
                  <a:pt x="1739718" y="93091"/>
                </a:cubicBezTo>
                <a:lnTo>
                  <a:pt x="1739718" y="102208"/>
                </a:lnTo>
                <a:moveTo>
                  <a:pt x="1739581" y="65260"/>
                </a:moveTo>
                <a:cubicBezTo>
                  <a:pt x="1739581" y="73988"/>
                  <a:pt x="1740769" y="80295"/>
                  <a:pt x="1743145" y="84179"/>
                </a:cubicBezTo>
                <a:cubicBezTo>
                  <a:pt x="1747030" y="90532"/>
                  <a:pt x="1752285" y="93708"/>
                  <a:pt x="1758912" y="93708"/>
                </a:cubicBezTo>
                <a:cubicBezTo>
                  <a:pt x="1764305" y="93708"/>
                  <a:pt x="1768966" y="91366"/>
                  <a:pt x="1772896" y="86681"/>
                </a:cubicBezTo>
                <a:cubicBezTo>
                  <a:pt x="1776826" y="81997"/>
                  <a:pt x="1778791" y="75016"/>
                  <a:pt x="1778791" y="65739"/>
                </a:cubicBezTo>
                <a:cubicBezTo>
                  <a:pt x="1778791" y="56234"/>
                  <a:pt x="1776906" y="49219"/>
                  <a:pt x="1773136" y="44695"/>
                </a:cubicBezTo>
                <a:cubicBezTo>
                  <a:pt x="1769366" y="40170"/>
                  <a:pt x="1764807" y="37908"/>
                  <a:pt x="1759460" y="37908"/>
                </a:cubicBezTo>
                <a:cubicBezTo>
                  <a:pt x="1754068" y="37908"/>
                  <a:pt x="1749406" y="40250"/>
                  <a:pt x="1745476" y="44934"/>
                </a:cubicBezTo>
                <a:cubicBezTo>
                  <a:pt x="1741546" y="49619"/>
                  <a:pt x="1739581" y="56394"/>
                  <a:pt x="1739581" y="65260"/>
                </a:cubicBezTo>
                <a:close/>
                <a:moveTo>
                  <a:pt x="1855979" y="78764"/>
                </a:moveTo>
                <a:lnTo>
                  <a:pt x="1868729" y="80341"/>
                </a:lnTo>
                <a:cubicBezTo>
                  <a:pt x="1866718" y="87790"/>
                  <a:pt x="1862994" y="93571"/>
                  <a:pt x="1857555" y="97684"/>
                </a:cubicBezTo>
                <a:cubicBezTo>
                  <a:pt x="1852117" y="101797"/>
                  <a:pt x="1845171" y="103853"/>
                  <a:pt x="1836716" y="103853"/>
                </a:cubicBezTo>
                <a:cubicBezTo>
                  <a:pt x="1826068" y="103853"/>
                  <a:pt x="1817625" y="100574"/>
                  <a:pt x="1811387" y="94016"/>
                </a:cubicBezTo>
                <a:cubicBezTo>
                  <a:pt x="1805149" y="87458"/>
                  <a:pt x="1802030" y="78261"/>
                  <a:pt x="1802030" y="66425"/>
                </a:cubicBezTo>
                <a:cubicBezTo>
                  <a:pt x="1802030" y="54177"/>
                  <a:pt x="1805183" y="44672"/>
                  <a:pt x="1811490" y="37908"/>
                </a:cubicBezTo>
                <a:cubicBezTo>
                  <a:pt x="1817796" y="31145"/>
                  <a:pt x="1825977" y="27763"/>
                  <a:pt x="1836031" y="27763"/>
                </a:cubicBezTo>
                <a:cubicBezTo>
                  <a:pt x="1845765" y="27763"/>
                  <a:pt x="1853717" y="31076"/>
                  <a:pt x="1859886" y="37702"/>
                </a:cubicBezTo>
                <a:cubicBezTo>
                  <a:pt x="1866056" y="44329"/>
                  <a:pt x="1869140" y="53652"/>
                  <a:pt x="1869140" y="65671"/>
                </a:cubicBezTo>
                <a:cubicBezTo>
                  <a:pt x="1869140" y="66402"/>
                  <a:pt x="1869117" y="67499"/>
                  <a:pt x="1869072" y="68961"/>
                </a:cubicBezTo>
                <a:lnTo>
                  <a:pt x="1814780" y="68961"/>
                </a:lnTo>
                <a:cubicBezTo>
                  <a:pt x="1815237" y="76959"/>
                  <a:pt x="1817499" y="83083"/>
                  <a:pt x="1821567" y="87333"/>
                </a:cubicBezTo>
                <a:cubicBezTo>
                  <a:pt x="1825634" y="91583"/>
                  <a:pt x="1830707" y="93708"/>
                  <a:pt x="1836785" y="93708"/>
                </a:cubicBezTo>
                <a:cubicBezTo>
                  <a:pt x="1841309" y="93708"/>
                  <a:pt x="1845171" y="92520"/>
                  <a:pt x="1848370" y="90143"/>
                </a:cubicBezTo>
                <a:cubicBezTo>
                  <a:pt x="1851569" y="87767"/>
                  <a:pt x="1854105" y="83974"/>
                  <a:pt x="1855979" y="78764"/>
                </a:cubicBezTo>
                <a:moveTo>
                  <a:pt x="1815466" y="58816"/>
                </a:moveTo>
                <a:lnTo>
                  <a:pt x="1856116" y="58816"/>
                </a:lnTo>
                <a:cubicBezTo>
                  <a:pt x="1855567" y="52692"/>
                  <a:pt x="1854014" y="48099"/>
                  <a:pt x="1851454" y="45037"/>
                </a:cubicBezTo>
                <a:cubicBezTo>
                  <a:pt x="1847524" y="40285"/>
                  <a:pt x="1842429" y="37908"/>
                  <a:pt x="1836168" y="37908"/>
                </a:cubicBezTo>
                <a:cubicBezTo>
                  <a:pt x="1830501" y="37908"/>
                  <a:pt x="1825737" y="39805"/>
                  <a:pt x="1821875" y="43598"/>
                </a:cubicBezTo>
                <a:cubicBezTo>
                  <a:pt x="1818014" y="47391"/>
                  <a:pt x="1815877" y="52464"/>
                  <a:pt x="1815466" y="58816"/>
                </a:cubicBezTo>
                <a:close/>
                <a:moveTo>
                  <a:pt x="1949383" y="91171"/>
                </a:moveTo>
                <a:lnTo>
                  <a:pt x="1951165" y="102071"/>
                </a:lnTo>
                <a:cubicBezTo>
                  <a:pt x="1947692" y="102802"/>
                  <a:pt x="1944584" y="103168"/>
                  <a:pt x="1941842" y="103168"/>
                </a:cubicBezTo>
                <a:cubicBezTo>
                  <a:pt x="1937363" y="103168"/>
                  <a:pt x="1933890" y="102459"/>
                  <a:pt x="1931422" y="101043"/>
                </a:cubicBezTo>
                <a:cubicBezTo>
                  <a:pt x="1928955" y="99626"/>
                  <a:pt x="1927218" y="97764"/>
                  <a:pt x="1926213" y="95456"/>
                </a:cubicBezTo>
                <a:cubicBezTo>
                  <a:pt x="1925207" y="93148"/>
                  <a:pt x="1924705" y="88292"/>
                  <a:pt x="1924705" y="80889"/>
                </a:cubicBezTo>
                <a:lnTo>
                  <a:pt x="1924705" y="39005"/>
                </a:lnTo>
                <a:lnTo>
                  <a:pt x="1915656" y="39005"/>
                </a:lnTo>
                <a:lnTo>
                  <a:pt x="1915656" y="29408"/>
                </a:lnTo>
                <a:lnTo>
                  <a:pt x="1924705" y="29408"/>
                </a:lnTo>
                <a:lnTo>
                  <a:pt x="1924705" y="11379"/>
                </a:lnTo>
                <a:lnTo>
                  <a:pt x="1936975" y="3976"/>
                </a:lnTo>
                <a:lnTo>
                  <a:pt x="1936975" y="29408"/>
                </a:lnTo>
                <a:lnTo>
                  <a:pt x="1949383" y="29408"/>
                </a:lnTo>
                <a:lnTo>
                  <a:pt x="1949383" y="39005"/>
                </a:lnTo>
                <a:lnTo>
                  <a:pt x="1936975" y="39005"/>
                </a:lnTo>
                <a:lnTo>
                  <a:pt x="1936975" y="81574"/>
                </a:lnTo>
                <a:cubicBezTo>
                  <a:pt x="1936975" y="85093"/>
                  <a:pt x="1937192" y="87355"/>
                  <a:pt x="1937626" y="88361"/>
                </a:cubicBezTo>
                <a:cubicBezTo>
                  <a:pt x="1938060" y="89366"/>
                  <a:pt x="1938769" y="90166"/>
                  <a:pt x="1939751" y="90760"/>
                </a:cubicBezTo>
                <a:cubicBezTo>
                  <a:pt x="1940734" y="91354"/>
                  <a:pt x="1942139" y="91651"/>
                  <a:pt x="1943967" y="91651"/>
                </a:cubicBezTo>
                <a:cubicBezTo>
                  <a:pt x="1945338" y="91651"/>
                  <a:pt x="1947143" y="91491"/>
                  <a:pt x="1949383" y="91171"/>
                </a:cubicBezTo>
                <a:close/>
                <a:moveTo>
                  <a:pt x="1960800" y="102208"/>
                </a:moveTo>
                <a:lnTo>
                  <a:pt x="1960800" y="29408"/>
                </a:lnTo>
                <a:lnTo>
                  <a:pt x="1971905" y="29408"/>
                </a:lnTo>
                <a:lnTo>
                  <a:pt x="1971905" y="40444"/>
                </a:lnTo>
                <a:cubicBezTo>
                  <a:pt x="1974739" y="35280"/>
                  <a:pt x="1977355" y="31876"/>
                  <a:pt x="1979754" y="30231"/>
                </a:cubicBezTo>
                <a:cubicBezTo>
                  <a:pt x="1982154" y="28585"/>
                  <a:pt x="1984793" y="27763"/>
                  <a:pt x="1987672" y="27763"/>
                </a:cubicBezTo>
                <a:cubicBezTo>
                  <a:pt x="1991831" y="27763"/>
                  <a:pt x="1996058" y="29088"/>
                  <a:pt x="2000354" y="31739"/>
                </a:cubicBezTo>
                <a:lnTo>
                  <a:pt x="1996104" y="43186"/>
                </a:lnTo>
                <a:cubicBezTo>
                  <a:pt x="1993087" y="41404"/>
                  <a:pt x="1990071" y="40513"/>
                  <a:pt x="1987055" y="40513"/>
                </a:cubicBezTo>
                <a:cubicBezTo>
                  <a:pt x="1984359" y="40513"/>
                  <a:pt x="1981937" y="41324"/>
                  <a:pt x="1979789" y="42947"/>
                </a:cubicBezTo>
                <a:cubicBezTo>
                  <a:pt x="1977641" y="44569"/>
                  <a:pt x="1976110" y="46820"/>
                  <a:pt x="1975196" y="49699"/>
                </a:cubicBezTo>
                <a:cubicBezTo>
                  <a:pt x="1973825" y="54086"/>
                  <a:pt x="1973139" y="58884"/>
                  <a:pt x="1973139" y="64094"/>
                </a:cubicBezTo>
                <a:lnTo>
                  <a:pt x="1973139" y="102208"/>
                </a:lnTo>
                <a:lnTo>
                  <a:pt x="1960800" y="102208"/>
                </a:lnTo>
                <a:close/>
                <a:moveTo>
                  <a:pt x="2055005" y="102208"/>
                </a:moveTo>
                <a:lnTo>
                  <a:pt x="2055005" y="91514"/>
                </a:lnTo>
                <a:cubicBezTo>
                  <a:pt x="2049338" y="99740"/>
                  <a:pt x="2041638" y="103853"/>
                  <a:pt x="2031904" y="103853"/>
                </a:cubicBezTo>
                <a:cubicBezTo>
                  <a:pt x="2027608" y="103853"/>
                  <a:pt x="2023598" y="103031"/>
                  <a:pt x="2019873" y="101385"/>
                </a:cubicBezTo>
                <a:cubicBezTo>
                  <a:pt x="2016149" y="99740"/>
                  <a:pt x="2013384" y="97672"/>
                  <a:pt x="2011579" y="95182"/>
                </a:cubicBezTo>
                <a:cubicBezTo>
                  <a:pt x="2009774" y="92691"/>
                  <a:pt x="2008505" y="89640"/>
                  <a:pt x="2007774" y="86030"/>
                </a:cubicBezTo>
                <a:cubicBezTo>
                  <a:pt x="2007272" y="83608"/>
                  <a:pt x="2007020" y="79769"/>
                  <a:pt x="2007020" y="74514"/>
                </a:cubicBezTo>
                <a:lnTo>
                  <a:pt x="2007020" y="29408"/>
                </a:lnTo>
                <a:lnTo>
                  <a:pt x="2019359" y="29408"/>
                </a:lnTo>
                <a:lnTo>
                  <a:pt x="2019359" y="69784"/>
                </a:lnTo>
                <a:cubicBezTo>
                  <a:pt x="2019359" y="76228"/>
                  <a:pt x="2019611" y="80569"/>
                  <a:pt x="2020113" y="82808"/>
                </a:cubicBezTo>
                <a:cubicBezTo>
                  <a:pt x="2020890" y="86053"/>
                  <a:pt x="2022535" y="88601"/>
                  <a:pt x="2025049" y="90452"/>
                </a:cubicBezTo>
                <a:cubicBezTo>
                  <a:pt x="2027562" y="92302"/>
                  <a:pt x="2030670" y="93228"/>
                  <a:pt x="2034372" y="93228"/>
                </a:cubicBezTo>
                <a:cubicBezTo>
                  <a:pt x="2038073" y="93228"/>
                  <a:pt x="2041547" y="92280"/>
                  <a:pt x="2044791" y="90383"/>
                </a:cubicBezTo>
                <a:cubicBezTo>
                  <a:pt x="2048036" y="88487"/>
                  <a:pt x="2050332" y="85904"/>
                  <a:pt x="2051681" y="82637"/>
                </a:cubicBezTo>
                <a:cubicBezTo>
                  <a:pt x="2053029" y="79369"/>
                  <a:pt x="2053703" y="74628"/>
                  <a:pt x="2053703" y="68413"/>
                </a:cubicBezTo>
                <a:lnTo>
                  <a:pt x="2053703" y="29408"/>
                </a:lnTo>
                <a:lnTo>
                  <a:pt x="2066042" y="29408"/>
                </a:lnTo>
                <a:lnTo>
                  <a:pt x="2066042" y="102208"/>
                </a:lnTo>
                <a:lnTo>
                  <a:pt x="2055005" y="102208"/>
                </a:lnTo>
                <a:close/>
                <a:moveTo>
                  <a:pt x="2134935" y="78764"/>
                </a:moveTo>
                <a:lnTo>
                  <a:pt x="2147685" y="80341"/>
                </a:lnTo>
                <a:cubicBezTo>
                  <a:pt x="2145674" y="87790"/>
                  <a:pt x="2141949" y="93571"/>
                  <a:pt x="2136511" y="97684"/>
                </a:cubicBezTo>
                <a:cubicBezTo>
                  <a:pt x="2131073" y="101797"/>
                  <a:pt x="2124126" y="103853"/>
                  <a:pt x="2115672" y="103853"/>
                </a:cubicBezTo>
                <a:cubicBezTo>
                  <a:pt x="2105024" y="103853"/>
                  <a:pt x="2096581" y="100574"/>
                  <a:pt x="2090343" y="94016"/>
                </a:cubicBezTo>
                <a:cubicBezTo>
                  <a:pt x="2084105" y="87458"/>
                  <a:pt x="2080986" y="78261"/>
                  <a:pt x="2080986" y="66425"/>
                </a:cubicBezTo>
                <a:cubicBezTo>
                  <a:pt x="2080986" y="54177"/>
                  <a:pt x="2084139" y="44672"/>
                  <a:pt x="2090446" y="37908"/>
                </a:cubicBezTo>
                <a:cubicBezTo>
                  <a:pt x="2096752" y="31145"/>
                  <a:pt x="2104933" y="27763"/>
                  <a:pt x="2114986" y="27763"/>
                </a:cubicBezTo>
                <a:cubicBezTo>
                  <a:pt x="2124721" y="27763"/>
                  <a:pt x="2132672" y="31076"/>
                  <a:pt x="2138842" y="37702"/>
                </a:cubicBezTo>
                <a:cubicBezTo>
                  <a:pt x="2145011" y="44329"/>
                  <a:pt x="2148096" y="53652"/>
                  <a:pt x="2148096" y="65671"/>
                </a:cubicBezTo>
                <a:cubicBezTo>
                  <a:pt x="2148096" y="66402"/>
                  <a:pt x="2148073" y="67499"/>
                  <a:pt x="2148028" y="68961"/>
                </a:cubicBezTo>
                <a:lnTo>
                  <a:pt x="2093736" y="68961"/>
                </a:lnTo>
                <a:cubicBezTo>
                  <a:pt x="2094193" y="76959"/>
                  <a:pt x="2096455" y="83083"/>
                  <a:pt x="2100522" y="87333"/>
                </a:cubicBezTo>
                <a:cubicBezTo>
                  <a:pt x="2104590" y="91583"/>
                  <a:pt x="2109662" y="93708"/>
                  <a:pt x="2115741" y="93708"/>
                </a:cubicBezTo>
                <a:cubicBezTo>
                  <a:pt x="2120265" y="93708"/>
                  <a:pt x="2124126" y="92520"/>
                  <a:pt x="2127325" y="90143"/>
                </a:cubicBezTo>
                <a:cubicBezTo>
                  <a:pt x="2130524" y="87767"/>
                  <a:pt x="2133061" y="83974"/>
                  <a:pt x="2134935" y="78764"/>
                </a:cubicBezTo>
                <a:moveTo>
                  <a:pt x="2094422" y="58816"/>
                </a:moveTo>
                <a:lnTo>
                  <a:pt x="2135072" y="58816"/>
                </a:lnTo>
                <a:cubicBezTo>
                  <a:pt x="2134523" y="52692"/>
                  <a:pt x="2132969" y="48099"/>
                  <a:pt x="2130410" y="45037"/>
                </a:cubicBezTo>
                <a:cubicBezTo>
                  <a:pt x="2126480" y="40285"/>
                  <a:pt x="2121384" y="37908"/>
                  <a:pt x="2115124" y="37908"/>
                </a:cubicBezTo>
                <a:cubicBezTo>
                  <a:pt x="2109457" y="37908"/>
                  <a:pt x="2104693" y="39805"/>
                  <a:pt x="2100831" y="43598"/>
                </a:cubicBezTo>
                <a:cubicBezTo>
                  <a:pt x="2096969" y="47391"/>
                  <a:pt x="2094833" y="52464"/>
                  <a:pt x="2094422" y="58816"/>
                </a:cubicBezTo>
                <a:close/>
                <a:moveTo>
                  <a:pt x="2186004" y="77461"/>
                </a:moveTo>
                <a:cubicBezTo>
                  <a:pt x="2185959" y="75816"/>
                  <a:pt x="2185936" y="74582"/>
                  <a:pt x="2185936" y="73760"/>
                </a:cubicBezTo>
                <a:cubicBezTo>
                  <a:pt x="2185936" y="68916"/>
                  <a:pt x="2186621" y="64734"/>
                  <a:pt x="2187992" y="61215"/>
                </a:cubicBezTo>
                <a:cubicBezTo>
                  <a:pt x="2188998" y="58564"/>
                  <a:pt x="2190620" y="55891"/>
                  <a:pt x="2192859" y="53195"/>
                </a:cubicBezTo>
                <a:cubicBezTo>
                  <a:pt x="2194505" y="51230"/>
                  <a:pt x="2197464" y="48362"/>
                  <a:pt x="2201737" y="44592"/>
                </a:cubicBezTo>
                <a:cubicBezTo>
                  <a:pt x="2206009" y="40821"/>
                  <a:pt x="2208786" y="37817"/>
                  <a:pt x="2210065" y="35577"/>
                </a:cubicBezTo>
                <a:cubicBezTo>
                  <a:pt x="2211345" y="33338"/>
                  <a:pt x="2211985" y="30893"/>
                  <a:pt x="2211985" y="28243"/>
                </a:cubicBezTo>
                <a:cubicBezTo>
                  <a:pt x="2211985" y="23444"/>
                  <a:pt x="2210111" y="19228"/>
                  <a:pt x="2206364" y="15595"/>
                </a:cubicBezTo>
                <a:cubicBezTo>
                  <a:pt x="2202616" y="11962"/>
                  <a:pt x="2198023" y="10145"/>
                  <a:pt x="2192585" y="10145"/>
                </a:cubicBezTo>
                <a:cubicBezTo>
                  <a:pt x="2187330" y="10145"/>
                  <a:pt x="2182942" y="11791"/>
                  <a:pt x="2179424" y="15081"/>
                </a:cubicBezTo>
                <a:cubicBezTo>
                  <a:pt x="2175905" y="18371"/>
                  <a:pt x="2173597" y="23513"/>
                  <a:pt x="2172500" y="30505"/>
                </a:cubicBezTo>
                <a:lnTo>
                  <a:pt x="2159818" y="28997"/>
                </a:lnTo>
                <a:cubicBezTo>
                  <a:pt x="2160961" y="19628"/>
                  <a:pt x="2164354" y="12453"/>
                  <a:pt x="2169998" y="7472"/>
                </a:cubicBezTo>
                <a:cubicBezTo>
                  <a:pt x="2175642" y="2491"/>
                  <a:pt x="2183102" y="0"/>
                  <a:pt x="2192379" y="0"/>
                </a:cubicBezTo>
                <a:cubicBezTo>
                  <a:pt x="2202205" y="0"/>
                  <a:pt x="2210043" y="2673"/>
                  <a:pt x="2215892" y="8020"/>
                </a:cubicBezTo>
                <a:cubicBezTo>
                  <a:pt x="2221742" y="13367"/>
                  <a:pt x="2224667" y="19834"/>
                  <a:pt x="2224667" y="27420"/>
                </a:cubicBezTo>
                <a:cubicBezTo>
                  <a:pt x="2224667" y="31807"/>
                  <a:pt x="2223638" y="35852"/>
                  <a:pt x="2221582" y="39553"/>
                </a:cubicBezTo>
                <a:cubicBezTo>
                  <a:pt x="2219525" y="43255"/>
                  <a:pt x="2215504" y="47756"/>
                  <a:pt x="2209517" y="53058"/>
                </a:cubicBezTo>
                <a:cubicBezTo>
                  <a:pt x="2205495" y="56622"/>
                  <a:pt x="2202868" y="59250"/>
                  <a:pt x="2201634" y="60941"/>
                </a:cubicBezTo>
                <a:cubicBezTo>
                  <a:pt x="2200400" y="62632"/>
                  <a:pt x="2199486" y="64574"/>
                  <a:pt x="2198892" y="66768"/>
                </a:cubicBezTo>
                <a:cubicBezTo>
                  <a:pt x="2198298" y="68961"/>
                  <a:pt x="2197955" y="72526"/>
                  <a:pt x="2197863" y="77461"/>
                </a:cubicBezTo>
                <a:lnTo>
                  <a:pt x="2186004" y="77461"/>
                </a:lnTo>
                <a:moveTo>
                  <a:pt x="2185250" y="102208"/>
                </a:moveTo>
                <a:lnTo>
                  <a:pt x="2185250" y="88155"/>
                </a:lnTo>
                <a:lnTo>
                  <a:pt x="2199303" y="88155"/>
                </a:lnTo>
                <a:lnTo>
                  <a:pt x="2199303" y="102208"/>
                </a:lnTo>
                <a:lnTo>
                  <a:pt x="2185250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(">
            <a:extLst xmlns:a="http://schemas.openxmlformats.org/drawingml/2006/main">
              <a:ext uri="{FF2B5EF4-FFF2-40B4-BE49-F238E27FC236}">
                <a16:creationId xmlns:a16="http://schemas.microsoft.com/office/drawing/2014/main" id="{BBC78BF7-5B9F-4316-9157-940BF0B7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84" y="2638227"/>
            <a:ext cx="51892" cy="131753"/>
          </a:xfrm>
          <a:custGeom xmlns:a="http://schemas.openxmlformats.org/drawingml/2006/main">
            <a:pathLst>
              <a:path w="51892" h="131753">
                <a:moveTo>
                  <a:pt x="24404" y="131753"/>
                </a:moveTo>
                <a:lnTo>
                  <a:pt x="11037" y="131753"/>
                </a:lnTo>
                <a:cubicBezTo>
                  <a:pt x="7289" y="123024"/>
                  <a:pt x="4513" y="114193"/>
                  <a:pt x="2708" y="105258"/>
                </a:cubicBezTo>
                <a:cubicBezTo>
                  <a:pt x="903" y="96324"/>
                  <a:pt x="0" y="88132"/>
                  <a:pt x="0" y="80683"/>
                </a:cubicBezTo>
                <a:cubicBezTo>
                  <a:pt x="0" y="71360"/>
                  <a:pt x="1497" y="62003"/>
                  <a:pt x="4490" y="52612"/>
                </a:cubicBezTo>
                <a:cubicBezTo>
                  <a:pt x="7483" y="43221"/>
                  <a:pt x="12065" y="33658"/>
                  <a:pt x="18234" y="23924"/>
                </a:cubicBezTo>
                <a:cubicBezTo>
                  <a:pt x="22119" y="17709"/>
                  <a:pt x="28357" y="9734"/>
                  <a:pt x="36948" y="0"/>
                </a:cubicBezTo>
                <a:lnTo>
                  <a:pt x="51892" y="0"/>
                </a:lnTo>
                <a:cubicBezTo>
                  <a:pt x="43164" y="10237"/>
                  <a:pt x="36434" y="19857"/>
                  <a:pt x="31704" y="28860"/>
                </a:cubicBezTo>
                <a:cubicBezTo>
                  <a:pt x="26974" y="37862"/>
                  <a:pt x="23444" y="47665"/>
                  <a:pt x="21113" y="58267"/>
                </a:cubicBezTo>
                <a:cubicBezTo>
                  <a:pt x="18783" y="68870"/>
                  <a:pt x="17617" y="79244"/>
                  <a:pt x="17617" y="89389"/>
                </a:cubicBezTo>
                <a:cubicBezTo>
                  <a:pt x="17617" y="96244"/>
                  <a:pt x="18131" y="102916"/>
                  <a:pt x="19160" y="109406"/>
                </a:cubicBezTo>
                <a:cubicBezTo>
                  <a:pt x="20188" y="115895"/>
                  <a:pt x="21936" y="123344"/>
                  <a:pt x="24404" y="131753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a">
            <a:extLst xmlns:a="http://schemas.openxmlformats.org/drawingml/2006/main">
              <a:ext uri="{FF2B5EF4-FFF2-40B4-BE49-F238E27FC236}">
                <a16:creationId xmlns:a16="http://schemas.microsoft.com/office/drawing/2014/main" id="{6F0694AC-E50F-4B2F-8BD6-4F561C43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266" y="2665921"/>
            <a:ext cx="68550" cy="76228"/>
          </a:xfrm>
          <a:custGeom xmlns:a="http://schemas.openxmlformats.org/drawingml/2006/main">
            <a:pathLst>
              <a:path w="68550" h="76228">
                <a:moveTo>
                  <a:pt x="27077" y="22347"/>
                </a:moveTo>
                <a:lnTo>
                  <a:pt x="7883" y="20702"/>
                </a:lnTo>
                <a:cubicBezTo>
                  <a:pt x="10077" y="14213"/>
                  <a:pt x="13904" y="9140"/>
                  <a:pt x="19365" y="5484"/>
                </a:cubicBezTo>
                <a:cubicBezTo>
                  <a:pt x="24826" y="1828"/>
                  <a:pt x="32059" y="0"/>
                  <a:pt x="41061" y="0"/>
                </a:cubicBezTo>
                <a:cubicBezTo>
                  <a:pt x="50430" y="0"/>
                  <a:pt x="57353" y="1885"/>
                  <a:pt x="61832" y="5655"/>
                </a:cubicBezTo>
                <a:cubicBezTo>
                  <a:pt x="66311" y="9426"/>
                  <a:pt x="68550" y="14030"/>
                  <a:pt x="68550" y="19468"/>
                </a:cubicBezTo>
                <a:cubicBezTo>
                  <a:pt x="68550" y="21662"/>
                  <a:pt x="68356" y="23992"/>
                  <a:pt x="67967" y="26460"/>
                </a:cubicBezTo>
                <a:cubicBezTo>
                  <a:pt x="67579" y="28928"/>
                  <a:pt x="66219" y="35417"/>
                  <a:pt x="63889" y="45928"/>
                </a:cubicBezTo>
                <a:cubicBezTo>
                  <a:pt x="61969" y="54611"/>
                  <a:pt x="61009" y="60690"/>
                  <a:pt x="61009" y="64163"/>
                </a:cubicBezTo>
                <a:cubicBezTo>
                  <a:pt x="61009" y="67270"/>
                  <a:pt x="61558" y="70721"/>
                  <a:pt x="62655" y="74514"/>
                </a:cubicBezTo>
                <a:lnTo>
                  <a:pt x="43529" y="74514"/>
                </a:lnTo>
                <a:cubicBezTo>
                  <a:pt x="42752" y="71863"/>
                  <a:pt x="42272" y="69121"/>
                  <a:pt x="42090" y="66288"/>
                </a:cubicBezTo>
                <a:cubicBezTo>
                  <a:pt x="39211" y="69487"/>
                  <a:pt x="35897" y="71943"/>
                  <a:pt x="32150" y="73657"/>
                </a:cubicBezTo>
                <a:cubicBezTo>
                  <a:pt x="28403" y="75371"/>
                  <a:pt x="24632" y="76228"/>
                  <a:pt x="20839" y="76228"/>
                </a:cubicBezTo>
                <a:cubicBezTo>
                  <a:pt x="14807" y="76228"/>
                  <a:pt x="9825" y="74251"/>
                  <a:pt x="5895" y="70298"/>
                </a:cubicBezTo>
                <a:cubicBezTo>
                  <a:pt x="1965" y="66345"/>
                  <a:pt x="0" y="61261"/>
                  <a:pt x="0" y="55046"/>
                </a:cubicBezTo>
                <a:cubicBezTo>
                  <a:pt x="0" y="48099"/>
                  <a:pt x="2159" y="42547"/>
                  <a:pt x="6478" y="38388"/>
                </a:cubicBezTo>
                <a:cubicBezTo>
                  <a:pt x="10797" y="34229"/>
                  <a:pt x="18508" y="31716"/>
                  <a:pt x="29614" y="30847"/>
                </a:cubicBezTo>
                <a:cubicBezTo>
                  <a:pt x="38982" y="30071"/>
                  <a:pt x="45243" y="29134"/>
                  <a:pt x="48396" y="28037"/>
                </a:cubicBezTo>
                <a:cubicBezTo>
                  <a:pt x="49219" y="25295"/>
                  <a:pt x="49630" y="23101"/>
                  <a:pt x="49630" y="21456"/>
                </a:cubicBezTo>
                <a:cubicBezTo>
                  <a:pt x="49630" y="19354"/>
                  <a:pt x="48785" y="17594"/>
                  <a:pt x="47094" y="16178"/>
                </a:cubicBezTo>
                <a:cubicBezTo>
                  <a:pt x="45403" y="14761"/>
                  <a:pt x="42889" y="14053"/>
                  <a:pt x="39553" y="14053"/>
                </a:cubicBezTo>
                <a:cubicBezTo>
                  <a:pt x="36034" y="14053"/>
                  <a:pt x="33258" y="14773"/>
                  <a:pt x="31224" y="16212"/>
                </a:cubicBezTo>
                <a:cubicBezTo>
                  <a:pt x="29191" y="17652"/>
                  <a:pt x="27808" y="19697"/>
                  <a:pt x="27077" y="22347"/>
                </a:cubicBezTo>
                <a:moveTo>
                  <a:pt x="45791" y="40582"/>
                </a:moveTo>
                <a:cubicBezTo>
                  <a:pt x="44603" y="40901"/>
                  <a:pt x="43027" y="41199"/>
                  <a:pt x="41061" y="41473"/>
                </a:cubicBezTo>
                <a:cubicBezTo>
                  <a:pt x="31190" y="42661"/>
                  <a:pt x="24747" y="44397"/>
                  <a:pt x="21730" y="46682"/>
                </a:cubicBezTo>
                <a:cubicBezTo>
                  <a:pt x="19582" y="48328"/>
                  <a:pt x="18508" y="50544"/>
                  <a:pt x="18508" y="53332"/>
                </a:cubicBezTo>
                <a:cubicBezTo>
                  <a:pt x="18508" y="55617"/>
                  <a:pt x="19331" y="57548"/>
                  <a:pt x="20976" y="59124"/>
                </a:cubicBezTo>
                <a:cubicBezTo>
                  <a:pt x="22621" y="60701"/>
                  <a:pt x="24792" y="61489"/>
                  <a:pt x="27489" y="61489"/>
                </a:cubicBezTo>
                <a:cubicBezTo>
                  <a:pt x="30459" y="61489"/>
                  <a:pt x="33258" y="60770"/>
                  <a:pt x="35886" y="59330"/>
                </a:cubicBezTo>
                <a:cubicBezTo>
                  <a:pt x="38514" y="57890"/>
                  <a:pt x="40479" y="56040"/>
                  <a:pt x="41781" y="53777"/>
                </a:cubicBezTo>
                <a:cubicBezTo>
                  <a:pt x="43084" y="51515"/>
                  <a:pt x="44238" y="47985"/>
                  <a:pt x="45243" y="43186"/>
                </a:cubicBezTo>
                <a:lnTo>
                  <a:pt x="45791" y="40582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)Elizabeththinksthatthereisabottleof">
            <a:extLst xmlns:a="http://schemas.openxmlformats.org/drawingml/2006/main">
              <a:ext uri="{FF2B5EF4-FFF2-40B4-BE49-F238E27FC236}">
                <a16:creationId xmlns:a16="http://schemas.microsoft.com/office/drawing/2014/main" id="{B7A30041-A47B-495E-9983-F6E24125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67" y="2638227"/>
            <a:ext cx="2695526" cy="131753"/>
          </a:xfrm>
          <a:custGeom xmlns:a="http://schemas.openxmlformats.org/drawingml/2006/main">
            <a:pathLst>
              <a:path w="2695526" h="131753">
                <a:moveTo>
                  <a:pt x="27489" y="0"/>
                </a:moveTo>
                <a:lnTo>
                  <a:pt x="40856" y="0"/>
                </a:lnTo>
                <a:cubicBezTo>
                  <a:pt x="44603" y="8683"/>
                  <a:pt x="47379" y="17503"/>
                  <a:pt x="49185" y="26460"/>
                </a:cubicBezTo>
                <a:cubicBezTo>
                  <a:pt x="50990" y="35417"/>
                  <a:pt x="51892" y="43598"/>
                  <a:pt x="51892" y="51001"/>
                </a:cubicBezTo>
                <a:cubicBezTo>
                  <a:pt x="51892" y="60324"/>
                  <a:pt x="50396" y="69681"/>
                  <a:pt x="47402" y="79072"/>
                </a:cubicBezTo>
                <a:cubicBezTo>
                  <a:pt x="44409" y="88464"/>
                  <a:pt x="39828" y="98049"/>
                  <a:pt x="33658" y="107829"/>
                </a:cubicBezTo>
                <a:cubicBezTo>
                  <a:pt x="29728" y="114044"/>
                  <a:pt x="23490" y="122019"/>
                  <a:pt x="14944" y="131753"/>
                </a:cubicBezTo>
                <a:lnTo>
                  <a:pt x="0" y="131753"/>
                </a:lnTo>
                <a:cubicBezTo>
                  <a:pt x="8683" y="121516"/>
                  <a:pt x="15389" y="111919"/>
                  <a:pt x="20119" y="102962"/>
                </a:cubicBezTo>
                <a:cubicBezTo>
                  <a:pt x="24849" y="94005"/>
                  <a:pt x="28380" y="84214"/>
                  <a:pt x="30710" y="73588"/>
                </a:cubicBezTo>
                <a:cubicBezTo>
                  <a:pt x="33041" y="62963"/>
                  <a:pt x="34206" y="52555"/>
                  <a:pt x="34206" y="42364"/>
                </a:cubicBezTo>
                <a:cubicBezTo>
                  <a:pt x="34206" y="35463"/>
                  <a:pt x="33704" y="28780"/>
                  <a:pt x="32698" y="22313"/>
                </a:cubicBezTo>
                <a:cubicBezTo>
                  <a:pt x="31693" y="15846"/>
                  <a:pt x="29956" y="8409"/>
                  <a:pt x="27489" y="0"/>
                </a:cubicBezTo>
                <a:close/>
                <a:moveTo>
                  <a:pt x="81462" y="102208"/>
                </a:moveTo>
                <a:lnTo>
                  <a:pt x="102438" y="1714"/>
                </a:lnTo>
                <a:lnTo>
                  <a:pt x="176952" y="1714"/>
                </a:lnTo>
                <a:lnTo>
                  <a:pt x="173456" y="18508"/>
                </a:lnTo>
                <a:lnTo>
                  <a:pt x="119644" y="18508"/>
                </a:lnTo>
                <a:lnTo>
                  <a:pt x="114845" y="41336"/>
                </a:lnTo>
                <a:lnTo>
                  <a:pt x="166875" y="41336"/>
                </a:lnTo>
                <a:lnTo>
                  <a:pt x="163379" y="58130"/>
                </a:lnTo>
                <a:lnTo>
                  <a:pt x="111349" y="58130"/>
                </a:lnTo>
                <a:lnTo>
                  <a:pt x="105043" y="85413"/>
                </a:lnTo>
                <a:lnTo>
                  <a:pt x="163516" y="85413"/>
                </a:lnTo>
                <a:lnTo>
                  <a:pt x="159951" y="102208"/>
                </a:lnTo>
                <a:lnTo>
                  <a:pt x="81462" y="102208"/>
                </a:lnTo>
                <a:close/>
                <a:moveTo>
                  <a:pt x="174729" y="102208"/>
                </a:moveTo>
                <a:lnTo>
                  <a:pt x="195774" y="1714"/>
                </a:lnTo>
                <a:lnTo>
                  <a:pt x="215380" y="1714"/>
                </a:lnTo>
                <a:lnTo>
                  <a:pt x="194403" y="102208"/>
                </a:lnTo>
                <a:lnTo>
                  <a:pt x="174729" y="102208"/>
                </a:lnTo>
                <a:close/>
                <a:moveTo>
                  <a:pt x="234352" y="1714"/>
                </a:moveTo>
                <a:lnTo>
                  <a:pt x="254026" y="1714"/>
                </a:lnTo>
                <a:lnTo>
                  <a:pt x="250324" y="19537"/>
                </a:lnTo>
                <a:lnTo>
                  <a:pt x="230650" y="19537"/>
                </a:lnTo>
                <a:lnTo>
                  <a:pt x="234352" y="1714"/>
                </a:lnTo>
                <a:moveTo>
                  <a:pt x="228594" y="29408"/>
                </a:moveTo>
                <a:lnTo>
                  <a:pt x="248267" y="29408"/>
                </a:lnTo>
                <a:lnTo>
                  <a:pt x="233049" y="102208"/>
                </a:lnTo>
                <a:lnTo>
                  <a:pt x="213376" y="102208"/>
                </a:lnTo>
                <a:lnTo>
                  <a:pt x="228594" y="29408"/>
                </a:lnTo>
                <a:close/>
                <a:moveTo>
                  <a:pt x="248594" y="102208"/>
                </a:moveTo>
                <a:lnTo>
                  <a:pt x="251405" y="88909"/>
                </a:lnTo>
                <a:lnTo>
                  <a:pt x="291301" y="44763"/>
                </a:lnTo>
                <a:lnTo>
                  <a:pt x="258740" y="44763"/>
                </a:lnTo>
                <a:lnTo>
                  <a:pt x="261961" y="29408"/>
                </a:lnTo>
                <a:lnTo>
                  <a:pt x="319064" y="29408"/>
                </a:lnTo>
                <a:lnTo>
                  <a:pt x="316664" y="41130"/>
                </a:lnTo>
                <a:lnTo>
                  <a:pt x="276426" y="86304"/>
                </a:lnTo>
                <a:lnTo>
                  <a:pt x="311455" y="86304"/>
                </a:lnTo>
                <a:lnTo>
                  <a:pt x="308096" y="102208"/>
                </a:lnTo>
                <a:lnTo>
                  <a:pt x="248594" y="102208"/>
                </a:lnTo>
                <a:close/>
                <a:moveTo>
                  <a:pt x="349604" y="50041"/>
                </a:moveTo>
                <a:lnTo>
                  <a:pt x="330410" y="48396"/>
                </a:lnTo>
                <a:cubicBezTo>
                  <a:pt x="332603" y="41907"/>
                  <a:pt x="336431" y="36834"/>
                  <a:pt x="341892" y="33178"/>
                </a:cubicBezTo>
                <a:cubicBezTo>
                  <a:pt x="347353" y="29522"/>
                  <a:pt x="354585" y="27694"/>
                  <a:pt x="363588" y="27694"/>
                </a:cubicBezTo>
                <a:cubicBezTo>
                  <a:pt x="372956" y="27694"/>
                  <a:pt x="379880" y="29579"/>
                  <a:pt x="384359" y="33350"/>
                </a:cubicBezTo>
                <a:cubicBezTo>
                  <a:pt x="388837" y="37120"/>
                  <a:pt x="391077" y="41724"/>
                  <a:pt x="391077" y="47162"/>
                </a:cubicBezTo>
                <a:cubicBezTo>
                  <a:pt x="391077" y="49356"/>
                  <a:pt x="390882" y="51687"/>
                  <a:pt x="390494" y="54154"/>
                </a:cubicBezTo>
                <a:cubicBezTo>
                  <a:pt x="390105" y="56622"/>
                  <a:pt x="388746" y="63112"/>
                  <a:pt x="386415" y="73623"/>
                </a:cubicBezTo>
                <a:cubicBezTo>
                  <a:pt x="384496" y="82306"/>
                  <a:pt x="383536" y="88384"/>
                  <a:pt x="383536" y="91857"/>
                </a:cubicBezTo>
                <a:cubicBezTo>
                  <a:pt x="383536" y="94965"/>
                  <a:pt x="384084" y="98415"/>
                  <a:pt x="385181" y="102208"/>
                </a:cubicBezTo>
                <a:lnTo>
                  <a:pt x="366056" y="102208"/>
                </a:lnTo>
                <a:cubicBezTo>
                  <a:pt x="365279" y="99557"/>
                  <a:pt x="364799" y="96815"/>
                  <a:pt x="364616" y="93982"/>
                </a:cubicBezTo>
                <a:cubicBezTo>
                  <a:pt x="361737" y="97181"/>
                  <a:pt x="358424" y="99637"/>
                  <a:pt x="354677" y="101351"/>
                </a:cubicBezTo>
                <a:cubicBezTo>
                  <a:pt x="350929" y="103065"/>
                  <a:pt x="347159" y="103922"/>
                  <a:pt x="343366" y="103922"/>
                </a:cubicBezTo>
                <a:cubicBezTo>
                  <a:pt x="337333" y="103922"/>
                  <a:pt x="332352" y="101945"/>
                  <a:pt x="328422" y="97992"/>
                </a:cubicBezTo>
                <a:cubicBezTo>
                  <a:pt x="324492" y="94039"/>
                  <a:pt x="322527" y="88955"/>
                  <a:pt x="322527" y="82740"/>
                </a:cubicBezTo>
                <a:cubicBezTo>
                  <a:pt x="322527" y="75793"/>
                  <a:pt x="324686" y="70241"/>
                  <a:pt x="329005" y="66082"/>
                </a:cubicBezTo>
                <a:cubicBezTo>
                  <a:pt x="333323" y="61923"/>
                  <a:pt x="341035" y="59410"/>
                  <a:pt x="352140" y="58542"/>
                </a:cubicBezTo>
                <a:cubicBezTo>
                  <a:pt x="361509" y="57765"/>
                  <a:pt x="367770" y="56828"/>
                  <a:pt x="370923" y="55731"/>
                </a:cubicBezTo>
                <a:cubicBezTo>
                  <a:pt x="371745" y="52989"/>
                  <a:pt x="372157" y="50795"/>
                  <a:pt x="372157" y="49150"/>
                </a:cubicBezTo>
                <a:cubicBezTo>
                  <a:pt x="372157" y="47048"/>
                  <a:pt x="371311" y="45289"/>
                  <a:pt x="369620" y="43872"/>
                </a:cubicBezTo>
                <a:cubicBezTo>
                  <a:pt x="367929" y="42455"/>
                  <a:pt x="365416" y="41747"/>
                  <a:pt x="362080" y="41747"/>
                </a:cubicBezTo>
                <a:cubicBezTo>
                  <a:pt x="358561" y="41747"/>
                  <a:pt x="355785" y="42467"/>
                  <a:pt x="353751" y="43906"/>
                </a:cubicBezTo>
                <a:cubicBezTo>
                  <a:pt x="351717" y="45346"/>
                  <a:pt x="350335" y="47391"/>
                  <a:pt x="349604" y="50041"/>
                </a:cubicBezTo>
                <a:moveTo>
                  <a:pt x="368318" y="68276"/>
                </a:moveTo>
                <a:cubicBezTo>
                  <a:pt x="367130" y="68596"/>
                  <a:pt x="365553" y="68893"/>
                  <a:pt x="363588" y="69167"/>
                </a:cubicBezTo>
                <a:cubicBezTo>
                  <a:pt x="353717" y="70355"/>
                  <a:pt x="347273" y="72092"/>
                  <a:pt x="344257" y="74377"/>
                </a:cubicBezTo>
                <a:cubicBezTo>
                  <a:pt x="342109" y="76022"/>
                  <a:pt x="341035" y="78238"/>
                  <a:pt x="341035" y="81026"/>
                </a:cubicBezTo>
                <a:cubicBezTo>
                  <a:pt x="341035" y="83311"/>
                  <a:pt x="341858" y="85242"/>
                  <a:pt x="343503" y="86818"/>
                </a:cubicBezTo>
                <a:cubicBezTo>
                  <a:pt x="345148" y="88395"/>
                  <a:pt x="347319" y="89183"/>
                  <a:pt x="350015" y="89183"/>
                </a:cubicBezTo>
                <a:cubicBezTo>
                  <a:pt x="352986" y="89183"/>
                  <a:pt x="355785" y="88464"/>
                  <a:pt x="358412" y="87024"/>
                </a:cubicBezTo>
                <a:cubicBezTo>
                  <a:pt x="361040" y="85585"/>
                  <a:pt x="363005" y="83734"/>
                  <a:pt x="364308" y="81472"/>
                </a:cubicBezTo>
                <a:cubicBezTo>
                  <a:pt x="365610" y="79209"/>
                  <a:pt x="366764" y="75679"/>
                  <a:pt x="367770" y="70881"/>
                </a:cubicBezTo>
                <a:lnTo>
                  <a:pt x="368318" y="68276"/>
                </a:lnTo>
                <a:close/>
                <a:moveTo>
                  <a:pt x="399111" y="102208"/>
                </a:moveTo>
                <a:lnTo>
                  <a:pt x="420087" y="1714"/>
                </a:lnTo>
                <a:lnTo>
                  <a:pt x="439830" y="1714"/>
                </a:lnTo>
                <a:lnTo>
                  <a:pt x="432769" y="35303"/>
                </a:lnTo>
                <a:cubicBezTo>
                  <a:pt x="436379" y="32561"/>
                  <a:pt x="439750" y="30608"/>
                  <a:pt x="442880" y="29442"/>
                </a:cubicBezTo>
                <a:cubicBezTo>
                  <a:pt x="446011" y="28277"/>
                  <a:pt x="449427" y="27694"/>
                  <a:pt x="453128" y="27694"/>
                </a:cubicBezTo>
                <a:cubicBezTo>
                  <a:pt x="460806" y="27694"/>
                  <a:pt x="466953" y="30265"/>
                  <a:pt x="471568" y="35406"/>
                </a:cubicBezTo>
                <a:cubicBezTo>
                  <a:pt x="476184" y="40547"/>
                  <a:pt x="478492" y="48031"/>
                  <a:pt x="478492" y="57856"/>
                </a:cubicBezTo>
                <a:cubicBezTo>
                  <a:pt x="478492" y="64483"/>
                  <a:pt x="477406" y="70915"/>
                  <a:pt x="475236" y="77153"/>
                </a:cubicBezTo>
                <a:cubicBezTo>
                  <a:pt x="473065" y="83391"/>
                  <a:pt x="470163" y="88464"/>
                  <a:pt x="466530" y="92371"/>
                </a:cubicBezTo>
                <a:cubicBezTo>
                  <a:pt x="462897" y="96278"/>
                  <a:pt x="459081" y="99180"/>
                  <a:pt x="455082" y="101077"/>
                </a:cubicBezTo>
                <a:cubicBezTo>
                  <a:pt x="451083" y="102973"/>
                  <a:pt x="446890" y="103922"/>
                  <a:pt x="442503" y="103922"/>
                </a:cubicBezTo>
                <a:cubicBezTo>
                  <a:pt x="432084" y="103922"/>
                  <a:pt x="424429" y="99352"/>
                  <a:pt x="419539" y="90212"/>
                </a:cubicBezTo>
                <a:lnTo>
                  <a:pt x="417003" y="102208"/>
                </a:lnTo>
                <a:lnTo>
                  <a:pt x="399111" y="102208"/>
                </a:lnTo>
                <a:moveTo>
                  <a:pt x="425640" y="72526"/>
                </a:moveTo>
                <a:cubicBezTo>
                  <a:pt x="425640" y="77416"/>
                  <a:pt x="427022" y="81392"/>
                  <a:pt x="429787" y="84454"/>
                </a:cubicBezTo>
                <a:cubicBezTo>
                  <a:pt x="432552" y="87515"/>
                  <a:pt x="435808" y="89046"/>
                  <a:pt x="439555" y="89046"/>
                </a:cubicBezTo>
                <a:cubicBezTo>
                  <a:pt x="442846" y="89046"/>
                  <a:pt x="445988" y="87858"/>
                  <a:pt x="448981" y="85482"/>
                </a:cubicBezTo>
                <a:cubicBezTo>
                  <a:pt x="451974" y="83105"/>
                  <a:pt x="454465" y="79312"/>
                  <a:pt x="456453" y="74102"/>
                </a:cubicBezTo>
                <a:cubicBezTo>
                  <a:pt x="458441" y="68893"/>
                  <a:pt x="459435" y="63637"/>
                  <a:pt x="459435" y="58336"/>
                </a:cubicBezTo>
                <a:cubicBezTo>
                  <a:pt x="459435" y="53172"/>
                  <a:pt x="458098" y="49116"/>
                  <a:pt x="455425" y="46168"/>
                </a:cubicBezTo>
                <a:cubicBezTo>
                  <a:pt x="452751" y="43221"/>
                  <a:pt x="449518" y="41747"/>
                  <a:pt x="445725" y="41747"/>
                </a:cubicBezTo>
                <a:cubicBezTo>
                  <a:pt x="440789" y="41747"/>
                  <a:pt x="436539" y="44032"/>
                  <a:pt x="432975" y="48602"/>
                </a:cubicBezTo>
                <a:cubicBezTo>
                  <a:pt x="428085" y="54863"/>
                  <a:pt x="425640" y="62837"/>
                  <a:pt x="425640" y="72526"/>
                </a:cubicBezTo>
                <a:close/>
                <a:moveTo>
                  <a:pt x="556220" y="71909"/>
                </a:moveTo>
                <a:lnTo>
                  <a:pt x="506864" y="71909"/>
                </a:lnTo>
                <a:cubicBezTo>
                  <a:pt x="506819" y="72686"/>
                  <a:pt x="506796" y="73280"/>
                  <a:pt x="506796" y="73691"/>
                </a:cubicBezTo>
                <a:cubicBezTo>
                  <a:pt x="506796" y="78535"/>
                  <a:pt x="508178" y="82443"/>
                  <a:pt x="510943" y="85413"/>
                </a:cubicBezTo>
                <a:cubicBezTo>
                  <a:pt x="513708" y="88384"/>
                  <a:pt x="517078" y="89869"/>
                  <a:pt x="521054" y="89869"/>
                </a:cubicBezTo>
                <a:cubicBezTo>
                  <a:pt x="527589" y="89869"/>
                  <a:pt x="532685" y="86487"/>
                  <a:pt x="536341" y="79724"/>
                </a:cubicBezTo>
                <a:lnTo>
                  <a:pt x="553958" y="82671"/>
                </a:lnTo>
                <a:cubicBezTo>
                  <a:pt x="550531" y="89755"/>
                  <a:pt x="545949" y="95067"/>
                  <a:pt x="540214" y="98609"/>
                </a:cubicBezTo>
                <a:cubicBezTo>
                  <a:pt x="534478" y="102151"/>
                  <a:pt x="528046" y="103922"/>
                  <a:pt x="520917" y="103922"/>
                </a:cubicBezTo>
                <a:cubicBezTo>
                  <a:pt x="511137" y="103922"/>
                  <a:pt x="503185" y="100826"/>
                  <a:pt x="497062" y="94633"/>
                </a:cubicBezTo>
                <a:cubicBezTo>
                  <a:pt x="490938" y="88441"/>
                  <a:pt x="487876" y="80249"/>
                  <a:pt x="487876" y="70058"/>
                </a:cubicBezTo>
                <a:cubicBezTo>
                  <a:pt x="487876" y="60095"/>
                  <a:pt x="490641" y="51230"/>
                  <a:pt x="496170" y="43461"/>
                </a:cubicBezTo>
                <a:cubicBezTo>
                  <a:pt x="503711" y="32950"/>
                  <a:pt x="514473" y="27694"/>
                  <a:pt x="528457" y="27694"/>
                </a:cubicBezTo>
                <a:cubicBezTo>
                  <a:pt x="537369" y="27694"/>
                  <a:pt x="544452" y="30448"/>
                  <a:pt x="549708" y="35954"/>
                </a:cubicBezTo>
                <a:cubicBezTo>
                  <a:pt x="554963" y="41461"/>
                  <a:pt x="557591" y="49173"/>
                  <a:pt x="557591" y="59090"/>
                </a:cubicBezTo>
                <a:cubicBezTo>
                  <a:pt x="557591" y="63843"/>
                  <a:pt x="557134" y="68116"/>
                  <a:pt x="556220" y="71909"/>
                </a:cubicBezTo>
                <a:moveTo>
                  <a:pt x="539631" y="59913"/>
                </a:moveTo>
                <a:cubicBezTo>
                  <a:pt x="539677" y="59044"/>
                  <a:pt x="539700" y="58382"/>
                  <a:pt x="539700" y="57925"/>
                </a:cubicBezTo>
                <a:cubicBezTo>
                  <a:pt x="539700" y="52532"/>
                  <a:pt x="538489" y="48488"/>
                  <a:pt x="536067" y="45791"/>
                </a:cubicBezTo>
                <a:cubicBezTo>
                  <a:pt x="533644" y="43095"/>
                  <a:pt x="530400" y="41747"/>
                  <a:pt x="526332" y="41747"/>
                </a:cubicBezTo>
                <a:cubicBezTo>
                  <a:pt x="522265" y="41747"/>
                  <a:pt x="518621" y="43278"/>
                  <a:pt x="515399" y="46340"/>
                </a:cubicBezTo>
                <a:cubicBezTo>
                  <a:pt x="512177" y="49402"/>
                  <a:pt x="509995" y="53926"/>
                  <a:pt x="508852" y="59913"/>
                </a:cubicBezTo>
                <a:lnTo>
                  <a:pt x="539631" y="59913"/>
                </a:lnTo>
                <a:close/>
                <a:moveTo>
                  <a:pt x="568093" y="44009"/>
                </a:moveTo>
                <a:lnTo>
                  <a:pt x="571110" y="29408"/>
                </a:lnTo>
                <a:lnTo>
                  <a:pt x="580707" y="29408"/>
                </a:lnTo>
                <a:lnTo>
                  <a:pt x="583106" y="17754"/>
                </a:lnTo>
                <a:lnTo>
                  <a:pt x="605659" y="4182"/>
                </a:lnTo>
                <a:lnTo>
                  <a:pt x="600380" y="29408"/>
                </a:lnTo>
                <a:lnTo>
                  <a:pt x="612377" y="29408"/>
                </a:lnTo>
                <a:lnTo>
                  <a:pt x="609361" y="44009"/>
                </a:lnTo>
                <a:lnTo>
                  <a:pt x="597296" y="44009"/>
                </a:lnTo>
                <a:lnTo>
                  <a:pt x="590921" y="74514"/>
                </a:lnTo>
                <a:cubicBezTo>
                  <a:pt x="589778" y="80043"/>
                  <a:pt x="589207" y="83197"/>
                  <a:pt x="589207" y="83974"/>
                </a:cubicBezTo>
                <a:cubicBezTo>
                  <a:pt x="589207" y="85482"/>
                  <a:pt x="589687" y="86659"/>
                  <a:pt x="590646" y="87504"/>
                </a:cubicBezTo>
                <a:cubicBezTo>
                  <a:pt x="591606" y="88349"/>
                  <a:pt x="593343" y="88772"/>
                  <a:pt x="595856" y="88772"/>
                </a:cubicBezTo>
                <a:cubicBezTo>
                  <a:pt x="596724" y="88772"/>
                  <a:pt x="598895" y="88612"/>
                  <a:pt x="602368" y="88292"/>
                </a:cubicBezTo>
                <a:lnTo>
                  <a:pt x="599284" y="102893"/>
                </a:lnTo>
                <a:cubicBezTo>
                  <a:pt x="595902" y="103579"/>
                  <a:pt x="592429" y="103922"/>
                  <a:pt x="588864" y="103922"/>
                </a:cubicBezTo>
                <a:cubicBezTo>
                  <a:pt x="581918" y="103922"/>
                  <a:pt x="576868" y="102585"/>
                  <a:pt x="573715" y="99912"/>
                </a:cubicBezTo>
                <a:cubicBezTo>
                  <a:pt x="570561" y="97238"/>
                  <a:pt x="568985" y="93525"/>
                  <a:pt x="568985" y="88772"/>
                </a:cubicBezTo>
                <a:cubicBezTo>
                  <a:pt x="568985" y="86533"/>
                  <a:pt x="569830" y="81369"/>
                  <a:pt x="571521" y="73280"/>
                </a:cubicBezTo>
                <a:lnTo>
                  <a:pt x="577622" y="44009"/>
                </a:lnTo>
                <a:lnTo>
                  <a:pt x="568093" y="44009"/>
                </a:lnTo>
                <a:close/>
                <a:moveTo>
                  <a:pt x="629477" y="102208"/>
                </a:moveTo>
                <a:lnTo>
                  <a:pt x="609803" y="102208"/>
                </a:lnTo>
                <a:lnTo>
                  <a:pt x="630848" y="1714"/>
                </a:lnTo>
                <a:lnTo>
                  <a:pt x="650522" y="1714"/>
                </a:lnTo>
                <a:lnTo>
                  <a:pt x="642981" y="37497"/>
                </a:lnTo>
                <a:cubicBezTo>
                  <a:pt x="647414" y="34024"/>
                  <a:pt x="651550" y="31522"/>
                  <a:pt x="655389" y="29991"/>
                </a:cubicBezTo>
                <a:cubicBezTo>
                  <a:pt x="659227" y="28460"/>
                  <a:pt x="663340" y="27694"/>
                  <a:pt x="667728" y="27694"/>
                </a:cubicBezTo>
                <a:cubicBezTo>
                  <a:pt x="673623" y="27694"/>
                  <a:pt x="678284" y="29385"/>
                  <a:pt x="681712" y="32767"/>
                </a:cubicBezTo>
                <a:cubicBezTo>
                  <a:pt x="685139" y="36149"/>
                  <a:pt x="686853" y="40582"/>
                  <a:pt x="686853" y="46066"/>
                </a:cubicBezTo>
                <a:cubicBezTo>
                  <a:pt x="686853" y="48990"/>
                  <a:pt x="686213" y="53515"/>
                  <a:pt x="684934" y="59638"/>
                </a:cubicBezTo>
                <a:lnTo>
                  <a:pt x="676022" y="102208"/>
                </a:lnTo>
                <a:lnTo>
                  <a:pt x="656348" y="102208"/>
                </a:lnTo>
                <a:lnTo>
                  <a:pt x="665466" y="58816"/>
                </a:lnTo>
                <a:cubicBezTo>
                  <a:pt x="666425" y="54109"/>
                  <a:pt x="666905" y="51093"/>
                  <a:pt x="666905" y="49767"/>
                </a:cubicBezTo>
                <a:cubicBezTo>
                  <a:pt x="666905" y="47345"/>
                  <a:pt x="666151" y="45403"/>
                  <a:pt x="664643" y="43941"/>
                </a:cubicBezTo>
                <a:cubicBezTo>
                  <a:pt x="663135" y="42478"/>
                  <a:pt x="661078" y="41747"/>
                  <a:pt x="658473" y="41747"/>
                </a:cubicBezTo>
                <a:cubicBezTo>
                  <a:pt x="655183" y="41747"/>
                  <a:pt x="652030" y="42889"/>
                  <a:pt x="649014" y="45174"/>
                </a:cubicBezTo>
                <a:cubicBezTo>
                  <a:pt x="645083" y="48191"/>
                  <a:pt x="642090" y="51892"/>
                  <a:pt x="640033" y="56279"/>
                </a:cubicBezTo>
                <a:cubicBezTo>
                  <a:pt x="638891" y="58702"/>
                  <a:pt x="637383" y="64391"/>
                  <a:pt x="635509" y="73348"/>
                </a:cubicBezTo>
                <a:lnTo>
                  <a:pt x="629477" y="102208"/>
                </a:lnTo>
                <a:close/>
                <a:moveTo>
                  <a:pt x="738654" y="44009"/>
                </a:moveTo>
                <a:lnTo>
                  <a:pt x="741670" y="29408"/>
                </a:lnTo>
                <a:lnTo>
                  <a:pt x="751267" y="29408"/>
                </a:lnTo>
                <a:lnTo>
                  <a:pt x="753666" y="17754"/>
                </a:lnTo>
                <a:lnTo>
                  <a:pt x="776219" y="4182"/>
                </a:lnTo>
                <a:lnTo>
                  <a:pt x="770941" y="29408"/>
                </a:lnTo>
                <a:lnTo>
                  <a:pt x="782937" y="29408"/>
                </a:lnTo>
                <a:lnTo>
                  <a:pt x="779921" y="44009"/>
                </a:lnTo>
                <a:lnTo>
                  <a:pt x="767856" y="44009"/>
                </a:lnTo>
                <a:lnTo>
                  <a:pt x="761481" y="74514"/>
                </a:lnTo>
                <a:cubicBezTo>
                  <a:pt x="760338" y="80043"/>
                  <a:pt x="759767" y="83197"/>
                  <a:pt x="759767" y="83974"/>
                </a:cubicBezTo>
                <a:cubicBezTo>
                  <a:pt x="759767" y="85482"/>
                  <a:pt x="760247" y="86659"/>
                  <a:pt x="761207" y="87504"/>
                </a:cubicBezTo>
                <a:cubicBezTo>
                  <a:pt x="762166" y="88349"/>
                  <a:pt x="763903" y="88772"/>
                  <a:pt x="766416" y="88772"/>
                </a:cubicBezTo>
                <a:cubicBezTo>
                  <a:pt x="767285" y="88772"/>
                  <a:pt x="769455" y="88612"/>
                  <a:pt x="772929" y="88292"/>
                </a:cubicBezTo>
                <a:lnTo>
                  <a:pt x="769844" y="102893"/>
                </a:lnTo>
                <a:cubicBezTo>
                  <a:pt x="766462" y="103579"/>
                  <a:pt x="762989" y="103922"/>
                  <a:pt x="759424" y="103922"/>
                </a:cubicBezTo>
                <a:cubicBezTo>
                  <a:pt x="752478" y="103922"/>
                  <a:pt x="747428" y="102585"/>
                  <a:pt x="744275" y="99912"/>
                </a:cubicBezTo>
                <a:cubicBezTo>
                  <a:pt x="741121" y="97238"/>
                  <a:pt x="739545" y="93525"/>
                  <a:pt x="739545" y="88772"/>
                </a:cubicBezTo>
                <a:cubicBezTo>
                  <a:pt x="739545" y="86533"/>
                  <a:pt x="740390" y="81369"/>
                  <a:pt x="742081" y="73280"/>
                </a:cubicBezTo>
                <a:lnTo>
                  <a:pt x="748182" y="44009"/>
                </a:lnTo>
                <a:lnTo>
                  <a:pt x="738654" y="44009"/>
                </a:lnTo>
                <a:close/>
                <a:moveTo>
                  <a:pt x="800037" y="102208"/>
                </a:moveTo>
                <a:lnTo>
                  <a:pt x="780363" y="102208"/>
                </a:lnTo>
                <a:lnTo>
                  <a:pt x="801408" y="1714"/>
                </a:lnTo>
                <a:lnTo>
                  <a:pt x="821082" y="1714"/>
                </a:lnTo>
                <a:lnTo>
                  <a:pt x="813541" y="37497"/>
                </a:lnTo>
                <a:cubicBezTo>
                  <a:pt x="817974" y="34024"/>
                  <a:pt x="822110" y="31522"/>
                  <a:pt x="825949" y="29991"/>
                </a:cubicBezTo>
                <a:cubicBezTo>
                  <a:pt x="829788" y="28460"/>
                  <a:pt x="833901" y="27694"/>
                  <a:pt x="838288" y="27694"/>
                </a:cubicBezTo>
                <a:cubicBezTo>
                  <a:pt x="844183" y="27694"/>
                  <a:pt x="848844" y="29385"/>
                  <a:pt x="852272" y="32767"/>
                </a:cubicBezTo>
                <a:cubicBezTo>
                  <a:pt x="855699" y="36149"/>
                  <a:pt x="857413" y="40582"/>
                  <a:pt x="857413" y="46066"/>
                </a:cubicBezTo>
                <a:cubicBezTo>
                  <a:pt x="857413" y="48990"/>
                  <a:pt x="856773" y="53515"/>
                  <a:pt x="855494" y="59638"/>
                </a:cubicBezTo>
                <a:lnTo>
                  <a:pt x="846582" y="102208"/>
                </a:lnTo>
                <a:lnTo>
                  <a:pt x="826908" y="102208"/>
                </a:lnTo>
                <a:lnTo>
                  <a:pt x="836026" y="58816"/>
                </a:lnTo>
                <a:cubicBezTo>
                  <a:pt x="836985" y="54109"/>
                  <a:pt x="837465" y="51093"/>
                  <a:pt x="837465" y="49767"/>
                </a:cubicBezTo>
                <a:cubicBezTo>
                  <a:pt x="837465" y="47345"/>
                  <a:pt x="836711" y="45403"/>
                  <a:pt x="835203" y="43941"/>
                </a:cubicBezTo>
                <a:cubicBezTo>
                  <a:pt x="833695" y="42478"/>
                  <a:pt x="831638" y="41747"/>
                  <a:pt x="829033" y="41747"/>
                </a:cubicBezTo>
                <a:cubicBezTo>
                  <a:pt x="825743" y="41747"/>
                  <a:pt x="822590" y="42889"/>
                  <a:pt x="819574" y="45174"/>
                </a:cubicBezTo>
                <a:cubicBezTo>
                  <a:pt x="815643" y="48191"/>
                  <a:pt x="812650" y="51892"/>
                  <a:pt x="810594" y="56279"/>
                </a:cubicBezTo>
                <a:cubicBezTo>
                  <a:pt x="809451" y="58702"/>
                  <a:pt x="807943" y="64391"/>
                  <a:pt x="806069" y="73348"/>
                </a:cubicBezTo>
                <a:lnTo>
                  <a:pt x="800037" y="102208"/>
                </a:lnTo>
                <a:close/>
                <a:moveTo>
                  <a:pt x="886745" y="1714"/>
                </a:moveTo>
                <a:lnTo>
                  <a:pt x="906419" y="1714"/>
                </a:lnTo>
                <a:lnTo>
                  <a:pt x="902718" y="19537"/>
                </a:lnTo>
                <a:lnTo>
                  <a:pt x="883044" y="19537"/>
                </a:lnTo>
                <a:lnTo>
                  <a:pt x="886745" y="1714"/>
                </a:lnTo>
                <a:moveTo>
                  <a:pt x="880987" y="29408"/>
                </a:moveTo>
                <a:lnTo>
                  <a:pt x="900661" y="29408"/>
                </a:lnTo>
                <a:lnTo>
                  <a:pt x="885443" y="102208"/>
                </a:lnTo>
                <a:lnTo>
                  <a:pt x="865769" y="102208"/>
                </a:lnTo>
                <a:lnTo>
                  <a:pt x="880987" y="29408"/>
                </a:lnTo>
                <a:close/>
                <a:moveTo>
                  <a:pt x="919770" y="29408"/>
                </a:moveTo>
                <a:lnTo>
                  <a:pt x="938416" y="29408"/>
                </a:lnTo>
                <a:lnTo>
                  <a:pt x="936497" y="38868"/>
                </a:lnTo>
                <a:cubicBezTo>
                  <a:pt x="941158" y="34846"/>
                  <a:pt x="945511" y="31979"/>
                  <a:pt x="949555" y="30265"/>
                </a:cubicBezTo>
                <a:cubicBezTo>
                  <a:pt x="953600" y="28551"/>
                  <a:pt x="957861" y="27694"/>
                  <a:pt x="962340" y="27694"/>
                </a:cubicBezTo>
                <a:cubicBezTo>
                  <a:pt x="968327" y="27694"/>
                  <a:pt x="973045" y="29408"/>
                  <a:pt x="976496" y="32835"/>
                </a:cubicBezTo>
                <a:cubicBezTo>
                  <a:pt x="979946" y="36263"/>
                  <a:pt x="981671" y="40810"/>
                  <a:pt x="981671" y="46477"/>
                </a:cubicBezTo>
                <a:cubicBezTo>
                  <a:pt x="981671" y="49036"/>
                  <a:pt x="980917" y="53880"/>
                  <a:pt x="979409" y="61009"/>
                </a:cubicBezTo>
                <a:lnTo>
                  <a:pt x="970840" y="102208"/>
                </a:lnTo>
                <a:lnTo>
                  <a:pt x="951166" y="102208"/>
                </a:lnTo>
                <a:lnTo>
                  <a:pt x="959804" y="60872"/>
                </a:lnTo>
                <a:cubicBezTo>
                  <a:pt x="961083" y="54703"/>
                  <a:pt x="961723" y="51024"/>
                  <a:pt x="961723" y="49836"/>
                </a:cubicBezTo>
                <a:cubicBezTo>
                  <a:pt x="961723" y="47322"/>
                  <a:pt x="960980" y="45346"/>
                  <a:pt x="959495" y="43906"/>
                </a:cubicBezTo>
                <a:cubicBezTo>
                  <a:pt x="958010" y="42467"/>
                  <a:pt x="955942" y="41747"/>
                  <a:pt x="953291" y="41747"/>
                </a:cubicBezTo>
                <a:cubicBezTo>
                  <a:pt x="950412" y="41747"/>
                  <a:pt x="947213" y="42958"/>
                  <a:pt x="943694" y="45380"/>
                </a:cubicBezTo>
                <a:cubicBezTo>
                  <a:pt x="940176" y="47802"/>
                  <a:pt x="937411" y="51001"/>
                  <a:pt x="935400" y="54977"/>
                </a:cubicBezTo>
                <a:cubicBezTo>
                  <a:pt x="933937" y="57810"/>
                  <a:pt x="932292" y="63591"/>
                  <a:pt x="930464" y="72320"/>
                </a:cubicBezTo>
                <a:lnTo>
                  <a:pt x="924226" y="102208"/>
                </a:lnTo>
                <a:lnTo>
                  <a:pt x="904552" y="102208"/>
                </a:lnTo>
                <a:lnTo>
                  <a:pt x="919770" y="29408"/>
                </a:lnTo>
                <a:close/>
                <a:moveTo>
                  <a:pt x="989616" y="102208"/>
                </a:moveTo>
                <a:lnTo>
                  <a:pt x="1010660" y="1714"/>
                </a:lnTo>
                <a:lnTo>
                  <a:pt x="1030334" y="1714"/>
                </a:lnTo>
                <a:lnTo>
                  <a:pt x="1019366" y="54017"/>
                </a:lnTo>
                <a:lnTo>
                  <a:pt x="1045004" y="29408"/>
                </a:lnTo>
                <a:lnTo>
                  <a:pt x="1070573" y="29408"/>
                </a:lnTo>
                <a:lnTo>
                  <a:pt x="1041302" y="55868"/>
                </a:lnTo>
                <a:lnTo>
                  <a:pt x="1056863" y="102208"/>
                </a:lnTo>
                <a:lnTo>
                  <a:pt x="1037189" y="102208"/>
                </a:lnTo>
                <a:lnTo>
                  <a:pt x="1027181" y="68550"/>
                </a:lnTo>
                <a:lnTo>
                  <a:pt x="1013882" y="80341"/>
                </a:lnTo>
                <a:lnTo>
                  <a:pt x="1009289" y="102208"/>
                </a:lnTo>
                <a:lnTo>
                  <a:pt x="989616" y="102208"/>
                </a:lnTo>
                <a:close/>
                <a:moveTo>
                  <a:pt x="1065240" y="81849"/>
                </a:moveTo>
                <a:lnTo>
                  <a:pt x="1084297" y="78832"/>
                </a:lnTo>
                <a:cubicBezTo>
                  <a:pt x="1085988" y="82854"/>
                  <a:pt x="1088090" y="85699"/>
                  <a:pt x="1090604" y="87367"/>
                </a:cubicBezTo>
                <a:cubicBezTo>
                  <a:pt x="1093117" y="89035"/>
                  <a:pt x="1096545" y="89869"/>
                  <a:pt x="1100886" y="89869"/>
                </a:cubicBezTo>
                <a:cubicBezTo>
                  <a:pt x="1105365" y="89869"/>
                  <a:pt x="1108952" y="88864"/>
                  <a:pt x="1111649" y="86853"/>
                </a:cubicBezTo>
                <a:cubicBezTo>
                  <a:pt x="1113522" y="85482"/>
                  <a:pt x="1114459" y="83814"/>
                  <a:pt x="1114459" y="81849"/>
                </a:cubicBezTo>
                <a:cubicBezTo>
                  <a:pt x="1114459" y="80523"/>
                  <a:pt x="1113979" y="79335"/>
                  <a:pt x="1113020" y="78284"/>
                </a:cubicBezTo>
                <a:cubicBezTo>
                  <a:pt x="1112014" y="77279"/>
                  <a:pt x="1109295" y="76045"/>
                  <a:pt x="1104862" y="74582"/>
                </a:cubicBezTo>
                <a:cubicBezTo>
                  <a:pt x="1092980" y="70652"/>
                  <a:pt x="1085622" y="67545"/>
                  <a:pt x="1082789" y="65260"/>
                </a:cubicBezTo>
                <a:cubicBezTo>
                  <a:pt x="1078356" y="61695"/>
                  <a:pt x="1076140" y="57034"/>
                  <a:pt x="1076140" y="51275"/>
                </a:cubicBezTo>
                <a:cubicBezTo>
                  <a:pt x="1076140" y="45517"/>
                  <a:pt x="1078288" y="40559"/>
                  <a:pt x="1082583" y="36400"/>
                </a:cubicBezTo>
                <a:cubicBezTo>
                  <a:pt x="1088570" y="30596"/>
                  <a:pt x="1097459" y="27694"/>
                  <a:pt x="1109249" y="27694"/>
                </a:cubicBezTo>
                <a:cubicBezTo>
                  <a:pt x="1118618" y="27694"/>
                  <a:pt x="1125701" y="29408"/>
                  <a:pt x="1130500" y="32835"/>
                </a:cubicBezTo>
                <a:cubicBezTo>
                  <a:pt x="1135298" y="36263"/>
                  <a:pt x="1138337" y="40901"/>
                  <a:pt x="1139617" y="46751"/>
                </a:cubicBezTo>
                <a:lnTo>
                  <a:pt x="1121451" y="49904"/>
                </a:lnTo>
                <a:cubicBezTo>
                  <a:pt x="1120492" y="47254"/>
                  <a:pt x="1118938" y="45266"/>
                  <a:pt x="1116790" y="43941"/>
                </a:cubicBezTo>
                <a:cubicBezTo>
                  <a:pt x="1113865" y="42158"/>
                  <a:pt x="1110346" y="41267"/>
                  <a:pt x="1106233" y="41267"/>
                </a:cubicBezTo>
                <a:cubicBezTo>
                  <a:pt x="1102120" y="41267"/>
                  <a:pt x="1099161" y="41953"/>
                  <a:pt x="1097356" y="43324"/>
                </a:cubicBezTo>
                <a:cubicBezTo>
                  <a:pt x="1095551" y="44695"/>
                  <a:pt x="1094648" y="46271"/>
                  <a:pt x="1094648" y="48054"/>
                </a:cubicBezTo>
                <a:cubicBezTo>
                  <a:pt x="1094648" y="49882"/>
                  <a:pt x="1095562" y="51390"/>
                  <a:pt x="1097390" y="52578"/>
                </a:cubicBezTo>
                <a:cubicBezTo>
                  <a:pt x="1098533" y="53309"/>
                  <a:pt x="1102212" y="54589"/>
                  <a:pt x="1108427" y="56417"/>
                </a:cubicBezTo>
                <a:cubicBezTo>
                  <a:pt x="1118024" y="59204"/>
                  <a:pt x="1124445" y="61946"/>
                  <a:pt x="1127689" y="64643"/>
                </a:cubicBezTo>
                <a:cubicBezTo>
                  <a:pt x="1132259" y="68436"/>
                  <a:pt x="1134544" y="73006"/>
                  <a:pt x="1134544" y="78353"/>
                </a:cubicBezTo>
                <a:cubicBezTo>
                  <a:pt x="1134544" y="85253"/>
                  <a:pt x="1131642" y="91240"/>
                  <a:pt x="1125838" y="96313"/>
                </a:cubicBezTo>
                <a:cubicBezTo>
                  <a:pt x="1120035" y="101385"/>
                  <a:pt x="1111854" y="103922"/>
                  <a:pt x="1101298" y="103922"/>
                </a:cubicBezTo>
                <a:cubicBezTo>
                  <a:pt x="1090787" y="103922"/>
                  <a:pt x="1082663" y="101991"/>
                  <a:pt x="1076928" y="98129"/>
                </a:cubicBezTo>
                <a:cubicBezTo>
                  <a:pt x="1071193" y="94268"/>
                  <a:pt x="1067297" y="88841"/>
                  <a:pt x="1065240" y="81849"/>
                </a:cubicBezTo>
                <a:close/>
                <a:moveTo>
                  <a:pt x="1189040" y="44009"/>
                </a:moveTo>
                <a:lnTo>
                  <a:pt x="1192056" y="29408"/>
                </a:lnTo>
                <a:lnTo>
                  <a:pt x="1201653" y="29408"/>
                </a:lnTo>
                <a:lnTo>
                  <a:pt x="1204052" y="17754"/>
                </a:lnTo>
                <a:lnTo>
                  <a:pt x="1226605" y="4182"/>
                </a:lnTo>
                <a:lnTo>
                  <a:pt x="1221327" y="29408"/>
                </a:lnTo>
                <a:lnTo>
                  <a:pt x="1233323" y="29408"/>
                </a:lnTo>
                <a:lnTo>
                  <a:pt x="1230307" y="44009"/>
                </a:lnTo>
                <a:lnTo>
                  <a:pt x="1218242" y="44009"/>
                </a:lnTo>
                <a:lnTo>
                  <a:pt x="1211867" y="74514"/>
                </a:lnTo>
                <a:cubicBezTo>
                  <a:pt x="1210724" y="80043"/>
                  <a:pt x="1210153" y="83197"/>
                  <a:pt x="1210153" y="83974"/>
                </a:cubicBezTo>
                <a:cubicBezTo>
                  <a:pt x="1210153" y="85482"/>
                  <a:pt x="1210633" y="86659"/>
                  <a:pt x="1211593" y="87504"/>
                </a:cubicBezTo>
                <a:cubicBezTo>
                  <a:pt x="1212552" y="88349"/>
                  <a:pt x="1214289" y="88772"/>
                  <a:pt x="1216802" y="88772"/>
                </a:cubicBezTo>
                <a:cubicBezTo>
                  <a:pt x="1217671" y="88772"/>
                  <a:pt x="1219841" y="88612"/>
                  <a:pt x="1223315" y="88292"/>
                </a:cubicBezTo>
                <a:lnTo>
                  <a:pt x="1220230" y="102893"/>
                </a:lnTo>
                <a:cubicBezTo>
                  <a:pt x="1216848" y="103579"/>
                  <a:pt x="1213375" y="103922"/>
                  <a:pt x="1209810" y="103922"/>
                </a:cubicBezTo>
                <a:cubicBezTo>
                  <a:pt x="1202864" y="103922"/>
                  <a:pt x="1197814" y="102585"/>
                  <a:pt x="1194661" y="99912"/>
                </a:cubicBezTo>
                <a:cubicBezTo>
                  <a:pt x="1191507" y="97238"/>
                  <a:pt x="1189931" y="93525"/>
                  <a:pt x="1189931" y="88772"/>
                </a:cubicBezTo>
                <a:cubicBezTo>
                  <a:pt x="1189931" y="86533"/>
                  <a:pt x="1190776" y="81369"/>
                  <a:pt x="1192467" y="73280"/>
                </a:cubicBezTo>
                <a:lnTo>
                  <a:pt x="1198568" y="44009"/>
                </a:lnTo>
                <a:lnTo>
                  <a:pt x="1189040" y="44009"/>
                </a:lnTo>
                <a:close/>
                <a:moveTo>
                  <a:pt x="1250423" y="102208"/>
                </a:moveTo>
                <a:lnTo>
                  <a:pt x="1230749" y="102208"/>
                </a:lnTo>
                <a:lnTo>
                  <a:pt x="1251794" y="1714"/>
                </a:lnTo>
                <a:lnTo>
                  <a:pt x="1271468" y="1714"/>
                </a:lnTo>
                <a:lnTo>
                  <a:pt x="1263927" y="37497"/>
                </a:lnTo>
                <a:cubicBezTo>
                  <a:pt x="1268360" y="34024"/>
                  <a:pt x="1272496" y="31522"/>
                  <a:pt x="1276335" y="29991"/>
                </a:cubicBezTo>
                <a:cubicBezTo>
                  <a:pt x="1280174" y="28460"/>
                  <a:pt x="1284287" y="27694"/>
                  <a:pt x="1288674" y="27694"/>
                </a:cubicBezTo>
                <a:cubicBezTo>
                  <a:pt x="1294569" y="27694"/>
                  <a:pt x="1299231" y="29385"/>
                  <a:pt x="1302658" y="32767"/>
                </a:cubicBezTo>
                <a:cubicBezTo>
                  <a:pt x="1306086" y="36149"/>
                  <a:pt x="1307799" y="40582"/>
                  <a:pt x="1307799" y="46066"/>
                </a:cubicBezTo>
                <a:cubicBezTo>
                  <a:pt x="1307799" y="48990"/>
                  <a:pt x="1307160" y="53515"/>
                  <a:pt x="1305880" y="59638"/>
                </a:cubicBezTo>
                <a:lnTo>
                  <a:pt x="1296968" y="102208"/>
                </a:lnTo>
                <a:lnTo>
                  <a:pt x="1277295" y="102208"/>
                </a:lnTo>
                <a:lnTo>
                  <a:pt x="1286412" y="58816"/>
                </a:lnTo>
                <a:cubicBezTo>
                  <a:pt x="1287371" y="54109"/>
                  <a:pt x="1287851" y="51093"/>
                  <a:pt x="1287851" y="49767"/>
                </a:cubicBezTo>
                <a:cubicBezTo>
                  <a:pt x="1287851" y="47345"/>
                  <a:pt x="1287097" y="45403"/>
                  <a:pt x="1285589" y="43941"/>
                </a:cubicBezTo>
                <a:cubicBezTo>
                  <a:pt x="1284081" y="42478"/>
                  <a:pt x="1282025" y="41747"/>
                  <a:pt x="1279420" y="41747"/>
                </a:cubicBezTo>
                <a:cubicBezTo>
                  <a:pt x="1276129" y="41747"/>
                  <a:pt x="1272976" y="42889"/>
                  <a:pt x="1269960" y="45174"/>
                </a:cubicBezTo>
                <a:cubicBezTo>
                  <a:pt x="1266030" y="48191"/>
                  <a:pt x="1263036" y="51892"/>
                  <a:pt x="1260980" y="56279"/>
                </a:cubicBezTo>
                <a:cubicBezTo>
                  <a:pt x="1259837" y="58702"/>
                  <a:pt x="1258329" y="64391"/>
                  <a:pt x="1256455" y="73348"/>
                </a:cubicBezTo>
                <a:lnTo>
                  <a:pt x="1250423" y="102208"/>
                </a:lnTo>
                <a:close/>
                <a:moveTo>
                  <a:pt x="1343918" y="50041"/>
                </a:moveTo>
                <a:lnTo>
                  <a:pt x="1324724" y="48396"/>
                </a:lnTo>
                <a:cubicBezTo>
                  <a:pt x="1326917" y="41907"/>
                  <a:pt x="1330745" y="36834"/>
                  <a:pt x="1336206" y="33178"/>
                </a:cubicBezTo>
                <a:cubicBezTo>
                  <a:pt x="1341667" y="29522"/>
                  <a:pt x="1348899" y="27694"/>
                  <a:pt x="1357902" y="27694"/>
                </a:cubicBezTo>
                <a:cubicBezTo>
                  <a:pt x="1367270" y="27694"/>
                  <a:pt x="1374194" y="29579"/>
                  <a:pt x="1378673" y="33350"/>
                </a:cubicBezTo>
                <a:cubicBezTo>
                  <a:pt x="1383151" y="37120"/>
                  <a:pt x="1385391" y="41724"/>
                  <a:pt x="1385391" y="47162"/>
                </a:cubicBezTo>
                <a:cubicBezTo>
                  <a:pt x="1385391" y="49356"/>
                  <a:pt x="1385196" y="51687"/>
                  <a:pt x="1384808" y="54154"/>
                </a:cubicBezTo>
                <a:cubicBezTo>
                  <a:pt x="1384419" y="56622"/>
                  <a:pt x="1383060" y="63112"/>
                  <a:pt x="1380729" y="73623"/>
                </a:cubicBezTo>
                <a:cubicBezTo>
                  <a:pt x="1378810" y="82306"/>
                  <a:pt x="1377850" y="88384"/>
                  <a:pt x="1377850" y="91857"/>
                </a:cubicBezTo>
                <a:cubicBezTo>
                  <a:pt x="1377850" y="94965"/>
                  <a:pt x="1378398" y="98415"/>
                  <a:pt x="1379495" y="102208"/>
                </a:cubicBezTo>
                <a:lnTo>
                  <a:pt x="1360370" y="102208"/>
                </a:lnTo>
                <a:cubicBezTo>
                  <a:pt x="1359593" y="99557"/>
                  <a:pt x="1359113" y="96815"/>
                  <a:pt x="1358930" y="93982"/>
                </a:cubicBezTo>
                <a:cubicBezTo>
                  <a:pt x="1356051" y="97181"/>
                  <a:pt x="1352738" y="99637"/>
                  <a:pt x="1348990" y="101351"/>
                </a:cubicBezTo>
                <a:cubicBezTo>
                  <a:pt x="1345243" y="103065"/>
                  <a:pt x="1341473" y="103922"/>
                  <a:pt x="1337680" y="103922"/>
                </a:cubicBezTo>
                <a:cubicBezTo>
                  <a:pt x="1331647" y="103922"/>
                  <a:pt x="1326666" y="101945"/>
                  <a:pt x="1322736" y="97992"/>
                </a:cubicBezTo>
                <a:cubicBezTo>
                  <a:pt x="1318806" y="94039"/>
                  <a:pt x="1316841" y="88955"/>
                  <a:pt x="1316841" y="82740"/>
                </a:cubicBezTo>
                <a:cubicBezTo>
                  <a:pt x="1316841" y="75793"/>
                  <a:pt x="1319000" y="70241"/>
                  <a:pt x="1323319" y="66082"/>
                </a:cubicBezTo>
                <a:cubicBezTo>
                  <a:pt x="1327637" y="61923"/>
                  <a:pt x="1335349" y="59410"/>
                  <a:pt x="1346454" y="58542"/>
                </a:cubicBezTo>
                <a:cubicBezTo>
                  <a:pt x="1355823" y="57765"/>
                  <a:pt x="1362084" y="56828"/>
                  <a:pt x="1365237" y="55731"/>
                </a:cubicBezTo>
                <a:cubicBezTo>
                  <a:pt x="1366059" y="52989"/>
                  <a:pt x="1366471" y="50795"/>
                  <a:pt x="1366471" y="49150"/>
                </a:cubicBezTo>
                <a:cubicBezTo>
                  <a:pt x="1366471" y="47048"/>
                  <a:pt x="1365625" y="45289"/>
                  <a:pt x="1363934" y="43872"/>
                </a:cubicBezTo>
                <a:cubicBezTo>
                  <a:pt x="1362243" y="42455"/>
                  <a:pt x="1359730" y="41747"/>
                  <a:pt x="1356394" y="41747"/>
                </a:cubicBezTo>
                <a:cubicBezTo>
                  <a:pt x="1352875" y="41747"/>
                  <a:pt x="1350099" y="42467"/>
                  <a:pt x="1348065" y="43906"/>
                </a:cubicBezTo>
                <a:cubicBezTo>
                  <a:pt x="1346031" y="45346"/>
                  <a:pt x="1344649" y="47391"/>
                  <a:pt x="1343918" y="50041"/>
                </a:cubicBezTo>
                <a:moveTo>
                  <a:pt x="1362632" y="68276"/>
                </a:moveTo>
                <a:cubicBezTo>
                  <a:pt x="1361444" y="68596"/>
                  <a:pt x="1359867" y="68893"/>
                  <a:pt x="1357902" y="69167"/>
                </a:cubicBezTo>
                <a:cubicBezTo>
                  <a:pt x="1348031" y="70355"/>
                  <a:pt x="1341587" y="72092"/>
                  <a:pt x="1338571" y="74377"/>
                </a:cubicBezTo>
                <a:cubicBezTo>
                  <a:pt x="1336423" y="76022"/>
                  <a:pt x="1335349" y="78238"/>
                  <a:pt x="1335349" y="81026"/>
                </a:cubicBezTo>
                <a:cubicBezTo>
                  <a:pt x="1335349" y="83311"/>
                  <a:pt x="1336172" y="85242"/>
                  <a:pt x="1337817" y="86818"/>
                </a:cubicBezTo>
                <a:cubicBezTo>
                  <a:pt x="1339462" y="88395"/>
                  <a:pt x="1341633" y="89183"/>
                  <a:pt x="1344329" y="89183"/>
                </a:cubicBezTo>
                <a:cubicBezTo>
                  <a:pt x="1347300" y="89183"/>
                  <a:pt x="1350099" y="88464"/>
                  <a:pt x="1352726" y="87024"/>
                </a:cubicBezTo>
                <a:cubicBezTo>
                  <a:pt x="1355354" y="85585"/>
                  <a:pt x="1357319" y="83734"/>
                  <a:pt x="1358622" y="81472"/>
                </a:cubicBezTo>
                <a:cubicBezTo>
                  <a:pt x="1359924" y="79209"/>
                  <a:pt x="1361078" y="75679"/>
                  <a:pt x="1362084" y="70881"/>
                </a:cubicBezTo>
                <a:lnTo>
                  <a:pt x="1362632" y="68276"/>
                </a:lnTo>
                <a:close/>
                <a:moveTo>
                  <a:pt x="1398909" y="44009"/>
                </a:moveTo>
                <a:lnTo>
                  <a:pt x="1401925" y="29408"/>
                </a:lnTo>
                <a:lnTo>
                  <a:pt x="1411522" y="29408"/>
                </a:lnTo>
                <a:lnTo>
                  <a:pt x="1413921" y="17754"/>
                </a:lnTo>
                <a:lnTo>
                  <a:pt x="1436474" y="4182"/>
                </a:lnTo>
                <a:lnTo>
                  <a:pt x="1431196" y="29408"/>
                </a:lnTo>
                <a:lnTo>
                  <a:pt x="1443192" y="29408"/>
                </a:lnTo>
                <a:lnTo>
                  <a:pt x="1440176" y="44009"/>
                </a:lnTo>
                <a:lnTo>
                  <a:pt x="1428111" y="44009"/>
                </a:lnTo>
                <a:lnTo>
                  <a:pt x="1421736" y="74514"/>
                </a:lnTo>
                <a:cubicBezTo>
                  <a:pt x="1420593" y="80043"/>
                  <a:pt x="1420022" y="83197"/>
                  <a:pt x="1420022" y="83974"/>
                </a:cubicBezTo>
                <a:cubicBezTo>
                  <a:pt x="1420022" y="85482"/>
                  <a:pt x="1420502" y="86659"/>
                  <a:pt x="1421462" y="87504"/>
                </a:cubicBezTo>
                <a:cubicBezTo>
                  <a:pt x="1422421" y="88349"/>
                  <a:pt x="1424158" y="88772"/>
                  <a:pt x="1426671" y="88772"/>
                </a:cubicBezTo>
                <a:cubicBezTo>
                  <a:pt x="1427540" y="88772"/>
                  <a:pt x="1429711" y="88612"/>
                  <a:pt x="1433184" y="88292"/>
                </a:cubicBezTo>
                <a:lnTo>
                  <a:pt x="1430099" y="102893"/>
                </a:lnTo>
                <a:cubicBezTo>
                  <a:pt x="1426717" y="103579"/>
                  <a:pt x="1423244" y="103922"/>
                  <a:pt x="1419679" y="103922"/>
                </a:cubicBezTo>
                <a:cubicBezTo>
                  <a:pt x="1412733" y="103922"/>
                  <a:pt x="1407683" y="102585"/>
                  <a:pt x="1404530" y="99912"/>
                </a:cubicBezTo>
                <a:cubicBezTo>
                  <a:pt x="1401377" y="97238"/>
                  <a:pt x="1399800" y="93525"/>
                  <a:pt x="1399800" y="88772"/>
                </a:cubicBezTo>
                <a:cubicBezTo>
                  <a:pt x="1399800" y="86533"/>
                  <a:pt x="1400645" y="81369"/>
                  <a:pt x="1402336" y="73280"/>
                </a:cubicBezTo>
                <a:lnTo>
                  <a:pt x="1408437" y="44009"/>
                </a:lnTo>
                <a:lnTo>
                  <a:pt x="1398909" y="44009"/>
                </a:lnTo>
                <a:close/>
                <a:moveTo>
                  <a:pt x="1483789" y="44009"/>
                </a:moveTo>
                <a:lnTo>
                  <a:pt x="1486805" y="29408"/>
                </a:lnTo>
                <a:lnTo>
                  <a:pt x="1496402" y="29408"/>
                </a:lnTo>
                <a:lnTo>
                  <a:pt x="1498801" y="17754"/>
                </a:lnTo>
                <a:lnTo>
                  <a:pt x="1521354" y="4182"/>
                </a:lnTo>
                <a:lnTo>
                  <a:pt x="1516076" y="29408"/>
                </a:lnTo>
                <a:lnTo>
                  <a:pt x="1528072" y="29408"/>
                </a:lnTo>
                <a:lnTo>
                  <a:pt x="1525056" y="44009"/>
                </a:lnTo>
                <a:lnTo>
                  <a:pt x="1512991" y="44009"/>
                </a:lnTo>
                <a:lnTo>
                  <a:pt x="1506616" y="74514"/>
                </a:lnTo>
                <a:cubicBezTo>
                  <a:pt x="1505473" y="80043"/>
                  <a:pt x="1504902" y="83197"/>
                  <a:pt x="1504902" y="83974"/>
                </a:cubicBezTo>
                <a:cubicBezTo>
                  <a:pt x="1504902" y="85482"/>
                  <a:pt x="1505382" y="86659"/>
                  <a:pt x="1506342" y="87504"/>
                </a:cubicBezTo>
                <a:cubicBezTo>
                  <a:pt x="1507301" y="88349"/>
                  <a:pt x="1509038" y="88772"/>
                  <a:pt x="1511552" y="88772"/>
                </a:cubicBezTo>
                <a:cubicBezTo>
                  <a:pt x="1512420" y="88772"/>
                  <a:pt x="1514591" y="88612"/>
                  <a:pt x="1518064" y="88292"/>
                </a:cubicBezTo>
                <a:lnTo>
                  <a:pt x="1514979" y="102893"/>
                </a:lnTo>
                <a:cubicBezTo>
                  <a:pt x="1511597" y="103579"/>
                  <a:pt x="1508124" y="103922"/>
                  <a:pt x="1504559" y="103922"/>
                </a:cubicBezTo>
                <a:cubicBezTo>
                  <a:pt x="1497613" y="103922"/>
                  <a:pt x="1492563" y="102585"/>
                  <a:pt x="1489410" y="99912"/>
                </a:cubicBezTo>
                <a:cubicBezTo>
                  <a:pt x="1486257" y="97238"/>
                  <a:pt x="1484680" y="93525"/>
                  <a:pt x="1484680" y="88772"/>
                </a:cubicBezTo>
                <a:cubicBezTo>
                  <a:pt x="1484680" y="86533"/>
                  <a:pt x="1485525" y="81369"/>
                  <a:pt x="1487216" y="73280"/>
                </a:cubicBezTo>
                <a:lnTo>
                  <a:pt x="1493317" y="44009"/>
                </a:lnTo>
                <a:lnTo>
                  <a:pt x="1483789" y="44009"/>
                </a:lnTo>
                <a:close/>
                <a:moveTo>
                  <a:pt x="1545172" y="102208"/>
                </a:moveTo>
                <a:lnTo>
                  <a:pt x="1525498" y="102208"/>
                </a:lnTo>
                <a:lnTo>
                  <a:pt x="1546543" y="1714"/>
                </a:lnTo>
                <a:lnTo>
                  <a:pt x="1566217" y="1714"/>
                </a:lnTo>
                <a:lnTo>
                  <a:pt x="1558676" y="37497"/>
                </a:lnTo>
                <a:cubicBezTo>
                  <a:pt x="1563109" y="34024"/>
                  <a:pt x="1567245" y="31522"/>
                  <a:pt x="1571084" y="29991"/>
                </a:cubicBezTo>
                <a:cubicBezTo>
                  <a:pt x="1574923" y="28460"/>
                  <a:pt x="1579036" y="27694"/>
                  <a:pt x="1583423" y="27694"/>
                </a:cubicBezTo>
                <a:cubicBezTo>
                  <a:pt x="1589318" y="27694"/>
                  <a:pt x="1593980" y="29385"/>
                  <a:pt x="1597407" y="32767"/>
                </a:cubicBezTo>
                <a:cubicBezTo>
                  <a:pt x="1600835" y="36149"/>
                  <a:pt x="1602548" y="40582"/>
                  <a:pt x="1602548" y="46066"/>
                </a:cubicBezTo>
                <a:cubicBezTo>
                  <a:pt x="1602548" y="48990"/>
                  <a:pt x="1601909" y="53515"/>
                  <a:pt x="1600629" y="59638"/>
                </a:cubicBezTo>
                <a:lnTo>
                  <a:pt x="1591718" y="102208"/>
                </a:lnTo>
                <a:lnTo>
                  <a:pt x="1572044" y="102208"/>
                </a:lnTo>
                <a:lnTo>
                  <a:pt x="1581161" y="58816"/>
                </a:lnTo>
                <a:cubicBezTo>
                  <a:pt x="1582121" y="54109"/>
                  <a:pt x="1582600" y="51093"/>
                  <a:pt x="1582600" y="49767"/>
                </a:cubicBezTo>
                <a:cubicBezTo>
                  <a:pt x="1582600" y="47345"/>
                  <a:pt x="1581846" y="45403"/>
                  <a:pt x="1580338" y="43941"/>
                </a:cubicBezTo>
                <a:cubicBezTo>
                  <a:pt x="1578830" y="42478"/>
                  <a:pt x="1576774" y="41747"/>
                  <a:pt x="1574169" y="41747"/>
                </a:cubicBezTo>
                <a:cubicBezTo>
                  <a:pt x="1570878" y="41747"/>
                  <a:pt x="1567725" y="42889"/>
                  <a:pt x="1564709" y="45174"/>
                </a:cubicBezTo>
                <a:cubicBezTo>
                  <a:pt x="1560779" y="48191"/>
                  <a:pt x="1557785" y="51892"/>
                  <a:pt x="1555729" y="56279"/>
                </a:cubicBezTo>
                <a:cubicBezTo>
                  <a:pt x="1554586" y="58702"/>
                  <a:pt x="1553078" y="64391"/>
                  <a:pt x="1551205" y="73348"/>
                </a:cubicBezTo>
                <a:lnTo>
                  <a:pt x="1545172" y="102208"/>
                </a:lnTo>
                <a:close/>
                <a:moveTo>
                  <a:pt x="1681785" y="71909"/>
                </a:moveTo>
                <a:lnTo>
                  <a:pt x="1632429" y="71909"/>
                </a:lnTo>
                <a:cubicBezTo>
                  <a:pt x="1632383" y="72686"/>
                  <a:pt x="1632360" y="73280"/>
                  <a:pt x="1632360" y="73691"/>
                </a:cubicBezTo>
                <a:cubicBezTo>
                  <a:pt x="1632360" y="78535"/>
                  <a:pt x="1633743" y="82443"/>
                  <a:pt x="1636508" y="85413"/>
                </a:cubicBezTo>
                <a:cubicBezTo>
                  <a:pt x="1639273" y="88384"/>
                  <a:pt x="1642643" y="89869"/>
                  <a:pt x="1646619" y="89869"/>
                </a:cubicBezTo>
                <a:cubicBezTo>
                  <a:pt x="1653154" y="89869"/>
                  <a:pt x="1658249" y="86487"/>
                  <a:pt x="1661905" y="79724"/>
                </a:cubicBezTo>
                <a:lnTo>
                  <a:pt x="1679523" y="82671"/>
                </a:lnTo>
                <a:cubicBezTo>
                  <a:pt x="1676095" y="89755"/>
                  <a:pt x="1671514" y="95067"/>
                  <a:pt x="1665778" y="98609"/>
                </a:cubicBezTo>
                <a:cubicBezTo>
                  <a:pt x="1660043" y="102151"/>
                  <a:pt x="1653611" y="103922"/>
                  <a:pt x="1646482" y="103922"/>
                </a:cubicBezTo>
                <a:cubicBezTo>
                  <a:pt x="1636702" y="103922"/>
                  <a:pt x="1628750" y="100826"/>
                  <a:pt x="1622626" y="94633"/>
                </a:cubicBezTo>
                <a:cubicBezTo>
                  <a:pt x="1616503" y="88441"/>
                  <a:pt x="1613441" y="80249"/>
                  <a:pt x="1613441" y="70058"/>
                </a:cubicBezTo>
                <a:cubicBezTo>
                  <a:pt x="1613441" y="60095"/>
                  <a:pt x="1616205" y="51230"/>
                  <a:pt x="1621735" y="43461"/>
                </a:cubicBezTo>
                <a:cubicBezTo>
                  <a:pt x="1629276" y="32950"/>
                  <a:pt x="1640038" y="27694"/>
                  <a:pt x="1654022" y="27694"/>
                </a:cubicBezTo>
                <a:cubicBezTo>
                  <a:pt x="1662934" y="27694"/>
                  <a:pt x="1670017" y="30448"/>
                  <a:pt x="1675273" y="35954"/>
                </a:cubicBezTo>
                <a:cubicBezTo>
                  <a:pt x="1680528" y="41461"/>
                  <a:pt x="1683156" y="49173"/>
                  <a:pt x="1683156" y="59090"/>
                </a:cubicBezTo>
                <a:cubicBezTo>
                  <a:pt x="1683156" y="63843"/>
                  <a:pt x="1682699" y="68116"/>
                  <a:pt x="1681785" y="71909"/>
                </a:cubicBezTo>
                <a:moveTo>
                  <a:pt x="1665196" y="59913"/>
                </a:moveTo>
                <a:cubicBezTo>
                  <a:pt x="1665242" y="59044"/>
                  <a:pt x="1665264" y="58382"/>
                  <a:pt x="1665264" y="57925"/>
                </a:cubicBezTo>
                <a:cubicBezTo>
                  <a:pt x="1665264" y="52532"/>
                  <a:pt x="1664053" y="48488"/>
                  <a:pt x="1661631" y="45791"/>
                </a:cubicBezTo>
                <a:cubicBezTo>
                  <a:pt x="1659209" y="43095"/>
                  <a:pt x="1655964" y="41747"/>
                  <a:pt x="1651897" y="41747"/>
                </a:cubicBezTo>
                <a:cubicBezTo>
                  <a:pt x="1647830" y="41747"/>
                  <a:pt x="1644185" y="43278"/>
                  <a:pt x="1640963" y="46340"/>
                </a:cubicBezTo>
                <a:cubicBezTo>
                  <a:pt x="1637742" y="49402"/>
                  <a:pt x="1635559" y="53926"/>
                  <a:pt x="1634417" y="59913"/>
                </a:cubicBezTo>
                <a:lnTo>
                  <a:pt x="1665196" y="59913"/>
                </a:lnTo>
                <a:close/>
                <a:moveTo>
                  <a:pt x="1702844" y="29408"/>
                </a:moveTo>
                <a:lnTo>
                  <a:pt x="1721215" y="29408"/>
                </a:lnTo>
                <a:lnTo>
                  <a:pt x="1718268" y="43529"/>
                </a:lnTo>
                <a:cubicBezTo>
                  <a:pt x="1725123" y="32973"/>
                  <a:pt x="1732549" y="27694"/>
                  <a:pt x="1740546" y="27694"/>
                </a:cubicBezTo>
                <a:cubicBezTo>
                  <a:pt x="1743380" y="27694"/>
                  <a:pt x="1746419" y="28403"/>
                  <a:pt x="1749663" y="29819"/>
                </a:cubicBezTo>
                <a:lnTo>
                  <a:pt x="1742123" y="45928"/>
                </a:lnTo>
                <a:cubicBezTo>
                  <a:pt x="1740341" y="45289"/>
                  <a:pt x="1738444" y="44969"/>
                  <a:pt x="1736433" y="44969"/>
                </a:cubicBezTo>
                <a:cubicBezTo>
                  <a:pt x="1733051" y="44969"/>
                  <a:pt x="1729613" y="46248"/>
                  <a:pt x="1726117" y="48808"/>
                </a:cubicBezTo>
                <a:cubicBezTo>
                  <a:pt x="1722620" y="51367"/>
                  <a:pt x="1719890" y="54783"/>
                  <a:pt x="1717925" y="59056"/>
                </a:cubicBezTo>
                <a:cubicBezTo>
                  <a:pt x="1715960" y="63329"/>
                  <a:pt x="1714017" y="70104"/>
                  <a:pt x="1712098" y="79381"/>
                </a:cubicBezTo>
                <a:lnTo>
                  <a:pt x="1707300" y="102208"/>
                </a:lnTo>
                <a:lnTo>
                  <a:pt x="1687626" y="102208"/>
                </a:lnTo>
                <a:lnTo>
                  <a:pt x="1702844" y="29408"/>
                </a:lnTo>
                <a:close/>
                <a:moveTo>
                  <a:pt x="1813836" y="71909"/>
                </a:moveTo>
                <a:lnTo>
                  <a:pt x="1764480" y="71909"/>
                </a:lnTo>
                <a:cubicBezTo>
                  <a:pt x="1764435" y="72686"/>
                  <a:pt x="1764412" y="73280"/>
                  <a:pt x="1764412" y="73691"/>
                </a:cubicBezTo>
                <a:cubicBezTo>
                  <a:pt x="1764412" y="78535"/>
                  <a:pt x="1765794" y="82443"/>
                  <a:pt x="1768559" y="85413"/>
                </a:cubicBezTo>
                <a:cubicBezTo>
                  <a:pt x="1771324" y="88384"/>
                  <a:pt x="1774694" y="89869"/>
                  <a:pt x="1778670" y="89869"/>
                </a:cubicBezTo>
                <a:cubicBezTo>
                  <a:pt x="1785205" y="89869"/>
                  <a:pt x="1790301" y="86487"/>
                  <a:pt x="1793957" y="79724"/>
                </a:cubicBezTo>
                <a:lnTo>
                  <a:pt x="1811574" y="82671"/>
                </a:lnTo>
                <a:cubicBezTo>
                  <a:pt x="1808147" y="89755"/>
                  <a:pt x="1803565" y="95067"/>
                  <a:pt x="1797830" y="98609"/>
                </a:cubicBezTo>
                <a:cubicBezTo>
                  <a:pt x="1792094" y="102151"/>
                  <a:pt x="1785662" y="103922"/>
                  <a:pt x="1778533" y="103922"/>
                </a:cubicBezTo>
                <a:cubicBezTo>
                  <a:pt x="1768753" y="103922"/>
                  <a:pt x="1760801" y="100826"/>
                  <a:pt x="1754678" y="94633"/>
                </a:cubicBezTo>
                <a:cubicBezTo>
                  <a:pt x="1748554" y="88441"/>
                  <a:pt x="1745492" y="80249"/>
                  <a:pt x="1745492" y="70058"/>
                </a:cubicBezTo>
                <a:cubicBezTo>
                  <a:pt x="1745492" y="60095"/>
                  <a:pt x="1748257" y="51230"/>
                  <a:pt x="1753786" y="43461"/>
                </a:cubicBezTo>
                <a:cubicBezTo>
                  <a:pt x="1761327" y="32950"/>
                  <a:pt x="1772089" y="27694"/>
                  <a:pt x="1786073" y="27694"/>
                </a:cubicBezTo>
                <a:cubicBezTo>
                  <a:pt x="1794985" y="27694"/>
                  <a:pt x="1802068" y="30448"/>
                  <a:pt x="1807324" y="35954"/>
                </a:cubicBezTo>
                <a:cubicBezTo>
                  <a:pt x="1812579" y="41461"/>
                  <a:pt x="1815207" y="49173"/>
                  <a:pt x="1815207" y="59090"/>
                </a:cubicBezTo>
                <a:cubicBezTo>
                  <a:pt x="1815207" y="63843"/>
                  <a:pt x="1814750" y="68116"/>
                  <a:pt x="1813836" y="71909"/>
                </a:cubicBezTo>
                <a:moveTo>
                  <a:pt x="1797247" y="59913"/>
                </a:moveTo>
                <a:cubicBezTo>
                  <a:pt x="1797293" y="59044"/>
                  <a:pt x="1797316" y="58382"/>
                  <a:pt x="1797316" y="57925"/>
                </a:cubicBezTo>
                <a:cubicBezTo>
                  <a:pt x="1797316" y="52532"/>
                  <a:pt x="1796105" y="48488"/>
                  <a:pt x="1793683" y="45791"/>
                </a:cubicBezTo>
                <a:cubicBezTo>
                  <a:pt x="1791260" y="43095"/>
                  <a:pt x="1788016" y="41747"/>
                  <a:pt x="1783948" y="41747"/>
                </a:cubicBezTo>
                <a:cubicBezTo>
                  <a:pt x="1779881" y="41747"/>
                  <a:pt x="1776237" y="43278"/>
                  <a:pt x="1773015" y="46340"/>
                </a:cubicBezTo>
                <a:cubicBezTo>
                  <a:pt x="1769793" y="49402"/>
                  <a:pt x="1767611" y="53926"/>
                  <a:pt x="1766468" y="59913"/>
                </a:cubicBezTo>
                <a:lnTo>
                  <a:pt x="1797247" y="59913"/>
                </a:lnTo>
                <a:close/>
                <a:moveTo>
                  <a:pt x="1880259" y="1714"/>
                </a:moveTo>
                <a:lnTo>
                  <a:pt x="1899933" y="1714"/>
                </a:lnTo>
                <a:lnTo>
                  <a:pt x="1896231" y="19537"/>
                </a:lnTo>
                <a:lnTo>
                  <a:pt x="1876557" y="19537"/>
                </a:lnTo>
                <a:lnTo>
                  <a:pt x="1880259" y="1714"/>
                </a:lnTo>
                <a:moveTo>
                  <a:pt x="1874501" y="29408"/>
                </a:moveTo>
                <a:lnTo>
                  <a:pt x="1894175" y="29408"/>
                </a:lnTo>
                <a:lnTo>
                  <a:pt x="1878957" y="102208"/>
                </a:lnTo>
                <a:lnTo>
                  <a:pt x="1859283" y="102208"/>
                </a:lnTo>
                <a:lnTo>
                  <a:pt x="1874501" y="29408"/>
                </a:lnTo>
                <a:close/>
                <a:moveTo>
                  <a:pt x="1895255" y="81849"/>
                </a:moveTo>
                <a:lnTo>
                  <a:pt x="1914312" y="78832"/>
                </a:lnTo>
                <a:cubicBezTo>
                  <a:pt x="1916003" y="82854"/>
                  <a:pt x="1918105" y="85699"/>
                  <a:pt x="1920619" y="87367"/>
                </a:cubicBezTo>
                <a:cubicBezTo>
                  <a:pt x="1923132" y="89035"/>
                  <a:pt x="1926560" y="89869"/>
                  <a:pt x="1930901" y="89869"/>
                </a:cubicBezTo>
                <a:cubicBezTo>
                  <a:pt x="1935380" y="89869"/>
                  <a:pt x="1938967" y="88864"/>
                  <a:pt x="1941664" y="86853"/>
                </a:cubicBezTo>
                <a:cubicBezTo>
                  <a:pt x="1943537" y="85482"/>
                  <a:pt x="1944474" y="83814"/>
                  <a:pt x="1944474" y="81849"/>
                </a:cubicBezTo>
                <a:cubicBezTo>
                  <a:pt x="1944474" y="80523"/>
                  <a:pt x="1943994" y="79335"/>
                  <a:pt x="1943035" y="78284"/>
                </a:cubicBezTo>
                <a:cubicBezTo>
                  <a:pt x="1942029" y="77279"/>
                  <a:pt x="1939310" y="76045"/>
                  <a:pt x="1934877" y="74582"/>
                </a:cubicBezTo>
                <a:cubicBezTo>
                  <a:pt x="1922995" y="70652"/>
                  <a:pt x="1915638" y="67545"/>
                  <a:pt x="1912804" y="65260"/>
                </a:cubicBezTo>
                <a:cubicBezTo>
                  <a:pt x="1908371" y="61695"/>
                  <a:pt x="1906155" y="57034"/>
                  <a:pt x="1906155" y="51275"/>
                </a:cubicBezTo>
                <a:cubicBezTo>
                  <a:pt x="1906155" y="45517"/>
                  <a:pt x="1908303" y="40559"/>
                  <a:pt x="1912599" y="36400"/>
                </a:cubicBezTo>
                <a:cubicBezTo>
                  <a:pt x="1918585" y="30596"/>
                  <a:pt x="1927474" y="27694"/>
                  <a:pt x="1939265" y="27694"/>
                </a:cubicBezTo>
                <a:cubicBezTo>
                  <a:pt x="1948633" y="27694"/>
                  <a:pt x="1955717" y="29408"/>
                  <a:pt x="1960515" y="32835"/>
                </a:cubicBezTo>
                <a:cubicBezTo>
                  <a:pt x="1965314" y="36263"/>
                  <a:pt x="1968353" y="40901"/>
                  <a:pt x="1969632" y="46751"/>
                </a:cubicBezTo>
                <a:lnTo>
                  <a:pt x="1951466" y="49904"/>
                </a:lnTo>
                <a:cubicBezTo>
                  <a:pt x="1950507" y="47254"/>
                  <a:pt x="1948953" y="45266"/>
                  <a:pt x="1946805" y="43941"/>
                </a:cubicBezTo>
                <a:cubicBezTo>
                  <a:pt x="1943880" y="42158"/>
                  <a:pt x="1940361" y="41267"/>
                  <a:pt x="1936248" y="41267"/>
                </a:cubicBezTo>
                <a:cubicBezTo>
                  <a:pt x="1932135" y="41267"/>
                  <a:pt x="1929176" y="41953"/>
                  <a:pt x="1927371" y="43324"/>
                </a:cubicBezTo>
                <a:cubicBezTo>
                  <a:pt x="1925566" y="44695"/>
                  <a:pt x="1924663" y="46271"/>
                  <a:pt x="1924663" y="48054"/>
                </a:cubicBezTo>
                <a:cubicBezTo>
                  <a:pt x="1924663" y="49882"/>
                  <a:pt x="1925577" y="51390"/>
                  <a:pt x="1927405" y="52578"/>
                </a:cubicBezTo>
                <a:cubicBezTo>
                  <a:pt x="1928548" y="53309"/>
                  <a:pt x="1932227" y="54589"/>
                  <a:pt x="1938442" y="56417"/>
                </a:cubicBezTo>
                <a:cubicBezTo>
                  <a:pt x="1948039" y="59204"/>
                  <a:pt x="1954460" y="61946"/>
                  <a:pt x="1957704" y="64643"/>
                </a:cubicBezTo>
                <a:cubicBezTo>
                  <a:pt x="1962274" y="68436"/>
                  <a:pt x="1964559" y="73006"/>
                  <a:pt x="1964559" y="78353"/>
                </a:cubicBezTo>
                <a:cubicBezTo>
                  <a:pt x="1964559" y="85253"/>
                  <a:pt x="1961658" y="91240"/>
                  <a:pt x="1955854" y="96313"/>
                </a:cubicBezTo>
                <a:cubicBezTo>
                  <a:pt x="1950050" y="101385"/>
                  <a:pt x="1941869" y="103922"/>
                  <a:pt x="1931313" y="103922"/>
                </a:cubicBezTo>
                <a:cubicBezTo>
                  <a:pt x="1920802" y="103922"/>
                  <a:pt x="1912679" y="101991"/>
                  <a:pt x="1906943" y="98129"/>
                </a:cubicBezTo>
                <a:cubicBezTo>
                  <a:pt x="1901208" y="94268"/>
                  <a:pt x="1897312" y="88841"/>
                  <a:pt x="1895255" y="81849"/>
                </a:cubicBezTo>
                <a:close/>
                <a:moveTo>
                  <a:pt x="2041882" y="50041"/>
                </a:moveTo>
                <a:lnTo>
                  <a:pt x="2022688" y="48396"/>
                </a:lnTo>
                <a:cubicBezTo>
                  <a:pt x="2024882" y="41907"/>
                  <a:pt x="2028709" y="36834"/>
                  <a:pt x="2034170" y="33178"/>
                </a:cubicBezTo>
                <a:cubicBezTo>
                  <a:pt x="2039631" y="29522"/>
                  <a:pt x="2046863" y="27694"/>
                  <a:pt x="2055866" y="27694"/>
                </a:cubicBezTo>
                <a:cubicBezTo>
                  <a:pt x="2065235" y="27694"/>
                  <a:pt x="2072158" y="29579"/>
                  <a:pt x="2076637" y="33350"/>
                </a:cubicBezTo>
                <a:cubicBezTo>
                  <a:pt x="2081115" y="37120"/>
                  <a:pt x="2083355" y="41724"/>
                  <a:pt x="2083355" y="47162"/>
                </a:cubicBezTo>
                <a:cubicBezTo>
                  <a:pt x="2083355" y="49356"/>
                  <a:pt x="2083160" y="51687"/>
                  <a:pt x="2082772" y="54154"/>
                </a:cubicBezTo>
                <a:cubicBezTo>
                  <a:pt x="2082383" y="56622"/>
                  <a:pt x="2081024" y="63112"/>
                  <a:pt x="2078693" y="73623"/>
                </a:cubicBezTo>
                <a:cubicBezTo>
                  <a:pt x="2076774" y="82306"/>
                  <a:pt x="2075814" y="88384"/>
                  <a:pt x="2075814" y="91857"/>
                </a:cubicBezTo>
                <a:cubicBezTo>
                  <a:pt x="2075814" y="94965"/>
                  <a:pt x="2076363" y="98415"/>
                  <a:pt x="2077459" y="102208"/>
                </a:cubicBezTo>
                <a:lnTo>
                  <a:pt x="2058334" y="102208"/>
                </a:lnTo>
                <a:cubicBezTo>
                  <a:pt x="2057557" y="99557"/>
                  <a:pt x="2057077" y="96815"/>
                  <a:pt x="2056894" y="93982"/>
                </a:cubicBezTo>
                <a:cubicBezTo>
                  <a:pt x="2054015" y="97181"/>
                  <a:pt x="2050702" y="99637"/>
                  <a:pt x="2046955" y="101351"/>
                </a:cubicBezTo>
                <a:cubicBezTo>
                  <a:pt x="2043207" y="103065"/>
                  <a:pt x="2039437" y="103922"/>
                  <a:pt x="2035644" y="103922"/>
                </a:cubicBezTo>
                <a:cubicBezTo>
                  <a:pt x="2029611" y="103922"/>
                  <a:pt x="2024630" y="101945"/>
                  <a:pt x="2020700" y="97992"/>
                </a:cubicBezTo>
                <a:cubicBezTo>
                  <a:pt x="2016770" y="94039"/>
                  <a:pt x="2014805" y="88955"/>
                  <a:pt x="2014805" y="82740"/>
                </a:cubicBezTo>
                <a:cubicBezTo>
                  <a:pt x="2014805" y="75793"/>
                  <a:pt x="2016964" y="70241"/>
                  <a:pt x="2021283" y="66082"/>
                </a:cubicBezTo>
                <a:cubicBezTo>
                  <a:pt x="2025601" y="61923"/>
                  <a:pt x="2033313" y="59410"/>
                  <a:pt x="2044418" y="58542"/>
                </a:cubicBezTo>
                <a:cubicBezTo>
                  <a:pt x="2053787" y="57765"/>
                  <a:pt x="2060048" y="56828"/>
                  <a:pt x="2063201" y="55731"/>
                </a:cubicBezTo>
                <a:cubicBezTo>
                  <a:pt x="2064024" y="52989"/>
                  <a:pt x="2064435" y="50795"/>
                  <a:pt x="2064435" y="49150"/>
                </a:cubicBezTo>
                <a:cubicBezTo>
                  <a:pt x="2064435" y="47048"/>
                  <a:pt x="2063589" y="45289"/>
                  <a:pt x="2061898" y="43872"/>
                </a:cubicBezTo>
                <a:cubicBezTo>
                  <a:pt x="2060208" y="42455"/>
                  <a:pt x="2057694" y="41747"/>
                  <a:pt x="2054358" y="41747"/>
                </a:cubicBezTo>
                <a:cubicBezTo>
                  <a:pt x="2050839" y="41747"/>
                  <a:pt x="2048063" y="42467"/>
                  <a:pt x="2046029" y="43906"/>
                </a:cubicBezTo>
                <a:cubicBezTo>
                  <a:pt x="2043996" y="45346"/>
                  <a:pt x="2042613" y="47391"/>
                  <a:pt x="2041882" y="50041"/>
                </a:cubicBezTo>
                <a:moveTo>
                  <a:pt x="2060596" y="68276"/>
                </a:moveTo>
                <a:cubicBezTo>
                  <a:pt x="2059408" y="68596"/>
                  <a:pt x="2057831" y="68893"/>
                  <a:pt x="2055866" y="69167"/>
                </a:cubicBezTo>
                <a:cubicBezTo>
                  <a:pt x="2045995" y="70355"/>
                  <a:pt x="2039551" y="72092"/>
                  <a:pt x="2036535" y="74377"/>
                </a:cubicBezTo>
                <a:cubicBezTo>
                  <a:pt x="2034387" y="76022"/>
                  <a:pt x="2033313" y="78238"/>
                  <a:pt x="2033313" y="81026"/>
                </a:cubicBezTo>
                <a:cubicBezTo>
                  <a:pt x="2033313" y="83311"/>
                  <a:pt x="2034136" y="85242"/>
                  <a:pt x="2035781" y="86818"/>
                </a:cubicBezTo>
                <a:cubicBezTo>
                  <a:pt x="2037426" y="88395"/>
                  <a:pt x="2039597" y="89183"/>
                  <a:pt x="2042293" y="89183"/>
                </a:cubicBezTo>
                <a:cubicBezTo>
                  <a:pt x="2045264" y="89183"/>
                  <a:pt x="2048063" y="88464"/>
                  <a:pt x="2050691" y="87024"/>
                </a:cubicBezTo>
                <a:cubicBezTo>
                  <a:pt x="2053318" y="85585"/>
                  <a:pt x="2055283" y="83734"/>
                  <a:pt x="2056586" y="81472"/>
                </a:cubicBezTo>
                <a:cubicBezTo>
                  <a:pt x="2057888" y="79209"/>
                  <a:pt x="2059042" y="75679"/>
                  <a:pt x="2060048" y="70881"/>
                </a:cubicBezTo>
                <a:lnTo>
                  <a:pt x="2060596" y="68276"/>
                </a:lnTo>
                <a:close/>
                <a:moveTo>
                  <a:pt x="2129898" y="102208"/>
                </a:moveTo>
                <a:lnTo>
                  <a:pt x="2150875" y="1714"/>
                </a:lnTo>
                <a:lnTo>
                  <a:pt x="2170617" y="1714"/>
                </a:lnTo>
                <a:lnTo>
                  <a:pt x="2163556" y="35303"/>
                </a:lnTo>
                <a:cubicBezTo>
                  <a:pt x="2167167" y="32561"/>
                  <a:pt x="2170537" y="30608"/>
                  <a:pt x="2173667" y="29442"/>
                </a:cubicBezTo>
                <a:cubicBezTo>
                  <a:pt x="2176798" y="28277"/>
                  <a:pt x="2180214" y="27694"/>
                  <a:pt x="2183916" y="27694"/>
                </a:cubicBezTo>
                <a:cubicBezTo>
                  <a:pt x="2191593" y="27694"/>
                  <a:pt x="2197740" y="30265"/>
                  <a:pt x="2202355" y="35406"/>
                </a:cubicBezTo>
                <a:cubicBezTo>
                  <a:pt x="2206971" y="40547"/>
                  <a:pt x="2209279" y="48031"/>
                  <a:pt x="2209279" y="57856"/>
                </a:cubicBezTo>
                <a:cubicBezTo>
                  <a:pt x="2209279" y="64483"/>
                  <a:pt x="2208194" y="70915"/>
                  <a:pt x="2206023" y="77153"/>
                </a:cubicBezTo>
                <a:cubicBezTo>
                  <a:pt x="2203852" y="83391"/>
                  <a:pt x="2200950" y="88464"/>
                  <a:pt x="2197317" y="92371"/>
                </a:cubicBezTo>
                <a:cubicBezTo>
                  <a:pt x="2193684" y="96278"/>
                  <a:pt x="2189868" y="99180"/>
                  <a:pt x="2185869" y="101077"/>
                </a:cubicBezTo>
                <a:cubicBezTo>
                  <a:pt x="2181870" y="102973"/>
                  <a:pt x="2177678" y="103922"/>
                  <a:pt x="2173290" y="103922"/>
                </a:cubicBezTo>
                <a:cubicBezTo>
                  <a:pt x="2162871" y="103922"/>
                  <a:pt x="2155216" y="99352"/>
                  <a:pt x="2150326" y="90212"/>
                </a:cubicBezTo>
                <a:lnTo>
                  <a:pt x="2147790" y="102208"/>
                </a:lnTo>
                <a:lnTo>
                  <a:pt x="2129898" y="102208"/>
                </a:lnTo>
                <a:moveTo>
                  <a:pt x="2156427" y="72526"/>
                </a:moveTo>
                <a:cubicBezTo>
                  <a:pt x="2156427" y="77416"/>
                  <a:pt x="2157809" y="81392"/>
                  <a:pt x="2160574" y="84454"/>
                </a:cubicBezTo>
                <a:cubicBezTo>
                  <a:pt x="2163339" y="87515"/>
                  <a:pt x="2166595" y="89046"/>
                  <a:pt x="2170343" y="89046"/>
                </a:cubicBezTo>
                <a:cubicBezTo>
                  <a:pt x="2173633" y="89046"/>
                  <a:pt x="2176775" y="87858"/>
                  <a:pt x="2179768" y="85482"/>
                </a:cubicBezTo>
                <a:cubicBezTo>
                  <a:pt x="2182762" y="83105"/>
                  <a:pt x="2185252" y="79312"/>
                  <a:pt x="2187240" y="74102"/>
                </a:cubicBezTo>
                <a:cubicBezTo>
                  <a:pt x="2189228" y="68893"/>
                  <a:pt x="2190222" y="63637"/>
                  <a:pt x="2190222" y="58336"/>
                </a:cubicBezTo>
                <a:cubicBezTo>
                  <a:pt x="2190222" y="53172"/>
                  <a:pt x="2188885" y="49116"/>
                  <a:pt x="2186212" y="46168"/>
                </a:cubicBezTo>
                <a:cubicBezTo>
                  <a:pt x="2183539" y="43221"/>
                  <a:pt x="2180305" y="41747"/>
                  <a:pt x="2176512" y="41747"/>
                </a:cubicBezTo>
                <a:cubicBezTo>
                  <a:pt x="2171577" y="41747"/>
                  <a:pt x="2167326" y="44032"/>
                  <a:pt x="2163762" y="48602"/>
                </a:cubicBezTo>
                <a:cubicBezTo>
                  <a:pt x="2158872" y="54863"/>
                  <a:pt x="2156427" y="62837"/>
                  <a:pt x="2156427" y="72526"/>
                </a:cubicBezTo>
                <a:close/>
                <a:moveTo>
                  <a:pt x="2219006" y="71977"/>
                </a:moveTo>
                <a:cubicBezTo>
                  <a:pt x="2219006" y="58496"/>
                  <a:pt x="2222810" y="47745"/>
                  <a:pt x="2230419" y="39725"/>
                </a:cubicBezTo>
                <a:cubicBezTo>
                  <a:pt x="2238028" y="31704"/>
                  <a:pt x="2248025" y="27694"/>
                  <a:pt x="2260410" y="27694"/>
                </a:cubicBezTo>
                <a:cubicBezTo>
                  <a:pt x="2271149" y="27694"/>
                  <a:pt x="2279535" y="30653"/>
                  <a:pt x="2285568" y="36571"/>
                </a:cubicBezTo>
                <a:cubicBezTo>
                  <a:pt x="2291600" y="42490"/>
                  <a:pt x="2294616" y="50453"/>
                  <a:pt x="2294616" y="60461"/>
                </a:cubicBezTo>
                <a:cubicBezTo>
                  <a:pt x="2294616" y="72252"/>
                  <a:pt x="2290846" y="82443"/>
                  <a:pt x="2283306" y="91034"/>
                </a:cubicBezTo>
                <a:cubicBezTo>
                  <a:pt x="2275765" y="99626"/>
                  <a:pt x="2265665" y="103922"/>
                  <a:pt x="2253007" y="103922"/>
                </a:cubicBezTo>
                <a:cubicBezTo>
                  <a:pt x="2246152" y="103922"/>
                  <a:pt x="2240074" y="102551"/>
                  <a:pt x="2234772" y="99809"/>
                </a:cubicBezTo>
                <a:cubicBezTo>
                  <a:pt x="2229471" y="97067"/>
                  <a:pt x="2225518" y="93182"/>
                  <a:pt x="2222913" y="88155"/>
                </a:cubicBezTo>
                <a:cubicBezTo>
                  <a:pt x="2220308" y="83128"/>
                  <a:pt x="2219006" y="77736"/>
                  <a:pt x="2219006" y="71977"/>
                </a:cubicBezTo>
                <a:moveTo>
                  <a:pt x="2275080" y="57925"/>
                </a:moveTo>
                <a:cubicBezTo>
                  <a:pt x="2275080" y="53263"/>
                  <a:pt x="2273720" y="49527"/>
                  <a:pt x="2271001" y="46717"/>
                </a:cubicBezTo>
                <a:cubicBezTo>
                  <a:pt x="2268282" y="43906"/>
                  <a:pt x="2264774" y="42501"/>
                  <a:pt x="2260479" y="42501"/>
                </a:cubicBezTo>
                <a:cubicBezTo>
                  <a:pt x="2256228" y="42501"/>
                  <a:pt x="2252458" y="43815"/>
                  <a:pt x="2249168" y="46443"/>
                </a:cubicBezTo>
                <a:cubicBezTo>
                  <a:pt x="2245877" y="49070"/>
                  <a:pt x="2243318" y="52886"/>
                  <a:pt x="2241490" y="57890"/>
                </a:cubicBezTo>
                <a:cubicBezTo>
                  <a:pt x="2239662" y="62895"/>
                  <a:pt x="2238748" y="67499"/>
                  <a:pt x="2238748" y="71703"/>
                </a:cubicBezTo>
                <a:cubicBezTo>
                  <a:pt x="2238748" y="76913"/>
                  <a:pt x="2240165" y="81049"/>
                  <a:pt x="2242998" y="84111"/>
                </a:cubicBezTo>
                <a:cubicBezTo>
                  <a:pt x="2245832" y="87173"/>
                  <a:pt x="2249396" y="88704"/>
                  <a:pt x="2253692" y="88704"/>
                </a:cubicBezTo>
                <a:cubicBezTo>
                  <a:pt x="2259085" y="88704"/>
                  <a:pt x="2263609" y="86396"/>
                  <a:pt x="2267265" y="81780"/>
                </a:cubicBezTo>
                <a:cubicBezTo>
                  <a:pt x="2272475" y="75245"/>
                  <a:pt x="2275080" y="67293"/>
                  <a:pt x="2275080" y="57925"/>
                </a:cubicBezTo>
                <a:close/>
                <a:moveTo>
                  <a:pt x="2306742" y="44009"/>
                </a:moveTo>
                <a:lnTo>
                  <a:pt x="2309759" y="29408"/>
                </a:lnTo>
                <a:lnTo>
                  <a:pt x="2319356" y="29408"/>
                </a:lnTo>
                <a:lnTo>
                  <a:pt x="2321755" y="17754"/>
                </a:lnTo>
                <a:lnTo>
                  <a:pt x="2344308" y="4182"/>
                </a:lnTo>
                <a:lnTo>
                  <a:pt x="2339029" y="29408"/>
                </a:lnTo>
                <a:lnTo>
                  <a:pt x="2351026" y="29408"/>
                </a:lnTo>
                <a:lnTo>
                  <a:pt x="2348009" y="44009"/>
                </a:lnTo>
                <a:lnTo>
                  <a:pt x="2335945" y="44009"/>
                </a:lnTo>
                <a:lnTo>
                  <a:pt x="2329570" y="74514"/>
                </a:lnTo>
                <a:cubicBezTo>
                  <a:pt x="2328427" y="80043"/>
                  <a:pt x="2327856" y="83197"/>
                  <a:pt x="2327856" y="83974"/>
                </a:cubicBezTo>
                <a:cubicBezTo>
                  <a:pt x="2327856" y="85482"/>
                  <a:pt x="2328336" y="86659"/>
                  <a:pt x="2329295" y="87504"/>
                </a:cubicBezTo>
                <a:cubicBezTo>
                  <a:pt x="2330255" y="88349"/>
                  <a:pt x="2331992" y="88772"/>
                  <a:pt x="2334505" y="88772"/>
                </a:cubicBezTo>
                <a:cubicBezTo>
                  <a:pt x="2335373" y="88772"/>
                  <a:pt x="2337544" y="88612"/>
                  <a:pt x="2341017" y="88292"/>
                </a:cubicBezTo>
                <a:lnTo>
                  <a:pt x="2337933" y="102893"/>
                </a:lnTo>
                <a:cubicBezTo>
                  <a:pt x="2334551" y="103579"/>
                  <a:pt x="2331078" y="103922"/>
                  <a:pt x="2327513" y="103922"/>
                </a:cubicBezTo>
                <a:cubicBezTo>
                  <a:pt x="2320567" y="103922"/>
                  <a:pt x="2315517" y="102585"/>
                  <a:pt x="2312364" y="99912"/>
                </a:cubicBezTo>
                <a:cubicBezTo>
                  <a:pt x="2309210" y="97238"/>
                  <a:pt x="2307634" y="93525"/>
                  <a:pt x="2307634" y="88772"/>
                </a:cubicBezTo>
                <a:cubicBezTo>
                  <a:pt x="2307634" y="86533"/>
                  <a:pt x="2308479" y="81369"/>
                  <a:pt x="2310170" y="73280"/>
                </a:cubicBezTo>
                <a:lnTo>
                  <a:pt x="2316271" y="44009"/>
                </a:lnTo>
                <a:lnTo>
                  <a:pt x="2306742" y="44009"/>
                </a:lnTo>
                <a:close/>
                <a:moveTo>
                  <a:pt x="2353113" y="44009"/>
                </a:moveTo>
                <a:lnTo>
                  <a:pt x="2356130" y="29408"/>
                </a:lnTo>
                <a:lnTo>
                  <a:pt x="2365727" y="29408"/>
                </a:lnTo>
                <a:lnTo>
                  <a:pt x="2368126" y="17754"/>
                </a:lnTo>
                <a:lnTo>
                  <a:pt x="2390679" y="4182"/>
                </a:lnTo>
                <a:lnTo>
                  <a:pt x="2385400" y="29408"/>
                </a:lnTo>
                <a:lnTo>
                  <a:pt x="2397397" y="29408"/>
                </a:lnTo>
                <a:lnTo>
                  <a:pt x="2394380" y="44009"/>
                </a:lnTo>
                <a:lnTo>
                  <a:pt x="2382316" y="44009"/>
                </a:lnTo>
                <a:lnTo>
                  <a:pt x="2375941" y="74514"/>
                </a:lnTo>
                <a:cubicBezTo>
                  <a:pt x="2374798" y="80043"/>
                  <a:pt x="2374227" y="83197"/>
                  <a:pt x="2374227" y="83974"/>
                </a:cubicBezTo>
                <a:cubicBezTo>
                  <a:pt x="2374227" y="85482"/>
                  <a:pt x="2374707" y="86659"/>
                  <a:pt x="2375666" y="87504"/>
                </a:cubicBezTo>
                <a:cubicBezTo>
                  <a:pt x="2376626" y="88349"/>
                  <a:pt x="2378363" y="88772"/>
                  <a:pt x="2380876" y="88772"/>
                </a:cubicBezTo>
                <a:cubicBezTo>
                  <a:pt x="2381744" y="88772"/>
                  <a:pt x="2383915" y="88612"/>
                  <a:pt x="2387388" y="88292"/>
                </a:cubicBezTo>
                <a:lnTo>
                  <a:pt x="2384304" y="102893"/>
                </a:lnTo>
                <a:cubicBezTo>
                  <a:pt x="2380922" y="103579"/>
                  <a:pt x="2377449" y="103922"/>
                  <a:pt x="2373884" y="103922"/>
                </a:cubicBezTo>
                <a:cubicBezTo>
                  <a:pt x="2366938" y="103922"/>
                  <a:pt x="2361888" y="102585"/>
                  <a:pt x="2358735" y="99912"/>
                </a:cubicBezTo>
                <a:cubicBezTo>
                  <a:pt x="2355581" y="97238"/>
                  <a:pt x="2354005" y="93525"/>
                  <a:pt x="2354005" y="88772"/>
                </a:cubicBezTo>
                <a:cubicBezTo>
                  <a:pt x="2354005" y="86533"/>
                  <a:pt x="2354850" y="81369"/>
                  <a:pt x="2356541" y="73280"/>
                </a:cubicBezTo>
                <a:lnTo>
                  <a:pt x="2362642" y="44009"/>
                </a:lnTo>
                <a:lnTo>
                  <a:pt x="2353113" y="44009"/>
                </a:lnTo>
                <a:close/>
                <a:moveTo>
                  <a:pt x="2394412" y="102208"/>
                </a:moveTo>
                <a:lnTo>
                  <a:pt x="2415457" y="1714"/>
                </a:lnTo>
                <a:lnTo>
                  <a:pt x="2435062" y="1714"/>
                </a:lnTo>
                <a:lnTo>
                  <a:pt x="2414086" y="102208"/>
                </a:lnTo>
                <a:lnTo>
                  <a:pt x="2394412" y="102208"/>
                </a:lnTo>
                <a:close/>
                <a:moveTo>
                  <a:pt x="2503939" y="71909"/>
                </a:moveTo>
                <a:lnTo>
                  <a:pt x="2454583" y="71909"/>
                </a:lnTo>
                <a:cubicBezTo>
                  <a:pt x="2454537" y="72686"/>
                  <a:pt x="2454514" y="73280"/>
                  <a:pt x="2454514" y="73691"/>
                </a:cubicBezTo>
                <a:cubicBezTo>
                  <a:pt x="2454514" y="78535"/>
                  <a:pt x="2455896" y="82443"/>
                  <a:pt x="2458661" y="85413"/>
                </a:cubicBezTo>
                <a:cubicBezTo>
                  <a:pt x="2461426" y="88384"/>
                  <a:pt x="2464796" y="89869"/>
                  <a:pt x="2468772" y="89869"/>
                </a:cubicBezTo>
                <a:cubicBezTo>
                  <a:pt x="2475307" y="89869"/>
                  <a:pt x="2480403" y="86487"/>
                  <a:pt x="2484059" y="79724"/>
                </a:cubicBezTo>
                <a:lnTo>
                  <a:pt x="2501676" y="82671"/>
                </a:lnTo>
                <a:cubicBezTo>
                  <a:pt x="2498249" y="89755"/>
                  <a:pt x="2493667" y="95067"/>
                  <a:pt x="2487932" y="98609"/>
                </a:cubicBezTo>
                <a:cubicBezTo>
                  <a:pt x="2482197" y="102151"/>
                  <a:pt x="2475764" y="103922"/>
                  <a:pt x="2468635" y="103922"/>
                </a:cubicBezTo>
                <a:cubicBezTo>
                  <a:pt x="2458855" y="103922"/>
                  <a:pt x="2450904" y="100826"/>
                  <a:pt x="2444780" y="94633"/>
                </a:cubicBezTo>
                <a:cubicBezTo>
                  <a:pt x="2438656" y="88441"/>
                  <a:pt x="2435594" y="80249"/>
                  <a:pt x="2435594" y="70058"/>
                </a:cubicBezTo>
                <a:cubicBezTo>
                  <a:pt x="2435594" y="60095"/>
                  <a:pt x="2438359" y="51230"/>
                  <a:pt x="2443889" y="43461"/>
                </a:cubicBezTo>
                <a:cubicBezTo>
                  <a:pt x="2451429" y="32950"/>
                  <a:pt x="2462192" y="27694"/>
                  <a:pt x="2476176" y="27694"/>
                </a:cubicBezTo>
                <a:cubicBezTo>
                  <a:pt x="2485087" y="27694"/>
                  <a:pt x="2492171" y="30448"/>
                  <a:pt x="2497426" y="35954"/>
                </a:cubicBezTo>
                <a:cubicBezTo>
                  <a:pt x="2502682" y="41461"/>
                  <a:pt x="2505309" y="49173"/>
                  <a:pt x="2505309" y="59090"/>
                </a:cubicBezTo>
                <a:cubicBezTo>
                  <a:pt x="2505309" y="63843"/>
                  <a:pt x="2504852" y="68116"/>
                  <a:pt x="2503939" y="71909"/>
                </a:cubicBezTo>
                <a:moveTo>
                  <a:pt x="2487349" y="59913"/>
                </a:moveTo>
                <a:cubicBezTo>
                  <a:pt x="2487395" y="59044"/>
                  <a:pt x="2487418" y="58382"/>
                  <a:pt x="2487418" y="57925"/>
                </a:cubicBezTo>
                <a:cubicBezTo>
                  <a:pt x="2487418" y="52532"/>
                  <a:pt x="2486207" y="48488"/>
                  <a:pt x="2483785" y="45791"/>
                </a:cubicBezTo>
                <a:cubicBezTo>
                  <a:pt x="2481363" y="43095"/>
                  <a:pt x="2478118" y="41747"/>
                  <a:pt x="2474051" y="41747"/>
                </a:cubicBezTo>
                <a:cubicBezTo>
                  <a:pt x="2469983" y="41747"/>
                  <a:pt x="2466339" y="43278"/>
                  <a:pt x="2463117" y="46340"/>
                </a:cubicBezTo>
                <a:cubicBezTo>
                  <a:pt x="2459895" y="49402"/>
                  <a:pt x="2457713" y="53926"/>
                  <a:pt x="2456570" y="59913"/>
                </a:cubicBezTo>
                <a:lnTo>
                  <a:pt x="2487349" y="59913"/>
                </a:lnTo>
                <a:close/>
                <a:moveTo>
                  <a:pt x="2552264" y="71977"/>
                </a:moveTo>
                <a:cubicBezTo>
                  <a:pt x="2552264" y="58496"/>
                  <a:pt x="2556069" y="47745"/>
                  <a:pt x="2563678" y="39725"/>
                </a:cubicBezTo>
                <a:cubicBezTo>
                  <a:pt x="2571287" y="31704"/>
                  <a:pt x="2581284" y="27694"/>
                  <a:pt x="2593669" y="27694"/>
                </a:cubicBezTo>
                <a:cubicBezTo>
                  <a:pt x="2604408" y="27694"/>
                  <a:pt x="2612794" y="30653"/>
                  <a:pt x="2618826" y="36571"/>
                </a:cubicBezTo>
                <a:cubicBezTo>
                  <a:pt x="2624859" y="42490"/>
                  <a:pt x="2627875" y="50453"/>
                  <a:pt x="2627875" y="60461"/>
                </a:cubicBezTo>
                <a:cubicBezTo>
                  <a:pt x="2627875" y="72252"/>
                  <a:pt x="2624105" y="82443"/>
                  <a:pt x="2616564" y="91034"/>
                </a:cubicBezTo>
                <a:cubicBezTo>
                  <a:pt x="2609024" y="99626"/>
                  <a:pt x="2598924" y="103922"/>
                  <a:pt x="2586265" y="103922"/>
                </a:cubicBezTo>
                <a:cubicBezTo>
                  <a:pt x="2579410" y="103922"/>
                  <a:pt x="2573332" y="102551"/>
                  <a:pt x="2568031" y="99809"/>
                </a:cubicBezTo>
                <a:cubicBezTo>
                  <a:pt x="2562730" y="97067"/>
                  <a:pt x="2558777" y="93182"/>
                  <a:pt x="2556172" y="88155"/>
                </a:cubicBezTo>
                <a:cubicBezTo>
                  <a:pt x="2553567" y="83128"/>
                  <a:pt x="2552264" y="77736"/>
                  <a:pt x="2552264" y="71977"/>
                </a:cubicBezTo>
                <a:moveTo>
                  <a:pt x="2608338" y="57925"/>
                </a:moveTo>
                <a:cubicBezTo>
                  <a:pt x="2608338" y="53263"/>
                  <a:pt x="2606979" y="49527"/>
                  <a:pt x="2604259" y="46717"/>
                </a:cubicBezTo>
                <a:cubicBezTo>
                  <a:pt x="2601540" y="43906"/>
                  <a:pt x="2598033" y="42501"/>
                  <a:pt x="2593737" y="42501"/>
                </a:cubicBezTo>
                <a:cubicBezTo>
                  <a:pt x="2589487" y="42501"/>
                  <a:pt x="2585717" y="43815"/>
                  <a:pt x="2582426" y="46443"/>
                </a:cubicBezTo>
                <a:cubicBezTo>
                  <a:pt x="2579136" y="49070"/>
                  <a:pt x="2576577" y="52886"/>
                  <a:pt x="2574749" y="57890"/>
                </a:cubicBezTo>
                <a:cubicBezTo>
                  <a:pt x="2572921" y="62895"/>
                  <a:pt x="2572007" y="67499"/>
                  <a:pt x="2572007" y="71703"/>
                </a:cubicBezTo>
                <a:cubicBezTo>
                  <a:pt x="2572007" y="76913"/>
                  <a:pt x="2573423" y="81049"/>
                  <a:pt x="2576257" y="84111"/>
                </a:cubicBezTo>
                <a:cubicBezTo>
                  <a:pt x="2579090" y="87173"/>
                  <a:pt x="2582655" y="88704"/>
                  <a:pt x="2586951" y="88704"/>
                </a:cubicBezTo>
                <a:cubicBezTo>
                  <a:pt x="2592343" y="88704"/>
                  <a:pt x="2596868" y="86396"/>
                  <a:pt x="2600524" y="81780"/>
                </a:cubicBezTo>
                <a:cubicBezTo>
                  <a:pt x="2605733" y="75245"/>
                  <a:pt x="2608338" y="67293"/>
                  <a:pt x="2608338" y="57925"/>
                </a:cubicBezTo>
                <a:close/>
                <a:moveTo>
                  <a:pt x="2685792" y="29408"/>
                </a:moveTo>
                <a:lnTo>
                  <a:pt x="2682776" y="43803"/>
                </a:lnTo>
                <a:lnTo>
                  <a:pt x="2668861" y="43803"/>
                </a:lnTo>
                <a:lnTo>
                  <a:pt x="2656659" y="102208"/>
                </a:lnTo>
                <a:lnTo>
                  <a:pt x="2636985" y="102208"/>
                </a:lnTo>
                <a:lnTo>
                  <a:pt x="2649187" y="43803"/>
                </a:lnTo>
                <a:lnTo>
                  <a:pt x="2638219" y="43803"/>
                </a:lnTo>
                <a:lnTo>
                  <a:pt x="2641235" y="29408"/>
                </a:lnTo>
                <a:lnTo>
                  <a:pt x="2652203" y="29408"/>
                </a:lnTo>
                <a:lnTo>
                  <a:pt x="2653780" y="21936"/>
                </a:lnTo>
                <a:cubicBezTo>
                  <a:pt x="2655059" y="15812"/>
                  <a:pt x="2656270" y="11676"/>
                  <a:pt x="2657413" y="9528"/>
                </a:cubicBezTo>
                <a:cubicBezTo>
                  <a:pt x="2658966" y="6604"/>
                  <a:pt x="2661286" y="4284"/>
                  <a:pt x="2664371" y="2571"/>
                </a:cubicBezTo>
                <a:cubicBezTo>
                  <a:pt x="2667455" y="857"/>
                  <a:pt x="2671488" y="0"/>
                  <a:pt x="2676470" y="0"/>
                </a:cubicBezTo>
                <a:cubicBezTo>
                  <a:pt x="2682502" y="0"/>
                  <a:pt x="2688854" y="1097"/>
                  <a:pt x="2695526" y="3290"/>
                </a:cubicBezTo>
                <a:lnTo>
                  <a:pt x="2691688" y="17343"/>
                </a:lnTo>
                <a:cubicBezTo>
                  <a:pt x="2686981" y="15744"/>
                  <a:pt x="2683165" y="14944"/>
                  <a:pt x="2680240" y="14944"/>
                </a:cubicBezTo>
                <a:cubicBezTo>
                  <a:pt x="2678001" y="14944"/>
                  <a:pt x="2676332" y="15652"/>
                  <a:pt x="2675236" y="17069"/>
                </a:cubicBezTo>
                <a:cubicBezTo>
                  <a:pt x="2674504" y="17983"/>
                  <a:pt x="2673750" y="20382"/>
                  <a:pt x="2672974" y="24267"/>
                </a:cubicBezTo>
                <a:lnTo>
                  <a:pt x="2671877" y="29408"/>
                </a:lnTo>
                <a:lnTo>
                  <a:pt x="2685792" y="29408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wineinsidethef">
            <a:extLst xmlns:a="http://schemas.openxmlformats.org/drawingml/2006/main">
              <a:ext uri="{FF2B5EF4-FFF2-40B4-BE49-F238E27FC236}">
                <a16:creationId xmlns:a16="http://schemas.microsoft.com/office/drawing/2014/main" id="{E6E97335-7CA8-4B43-A9AD-7D02DA37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7" y="2806085"/>
            <a:ext cx="1095623" cy="103922"/>
          </a:xfrm>
          <a:custGeom xmlns:a="http://schemas.openxmlformats.org/drawingml/2006/main">
            <a:pathLst>
              <a:path w="1095623" h="103922">
                <a:moveTo>
                  <a:pt x="71635" y="102208"/>
                </a:moveTo>
                <a:lnTo>
                  <a:pt x="53126" y="102208"/>
                </a:lnTo>
                <a:lnTo>
                  <a:pt x="49562" y="55868"/>
                </a:lnTo>
                <a:lnTo>
                  <a:pt x="27351" y="102208"/>
                </a:lnTo>
                <a:lnTo>
                  <a:pt x="9117" y="102208"/>
                </a:lnTo>
                <a:lnTo>
                  <a:pt x="0" y="29408"/>
                </a:lnTo>
                <a:lnTo>
                  <a:pt x="17480" y="29408"/>
                </a:lnTo>
                <a:lnTo>
                  <a:pt x="22553" y="78215"/>
                </a:lnTo>
                <a:lnTo>
                  <a:pt x="45243" y="29408"/>
                </a:lnTo>
                <a:lnTo>
                  <a:pt x="63134" y="29408"/>
                </a:lnTo>
                <a:lnTo>
                  <a:pt x="65602" y="78215"/>
                </a:lnTo>
                <a:lnTo>
                  <a:pt x="88155" y="29408"/>
                </a:lnTo>
                <a:lnTo>
                  <a:pt x="107898" y="29408"/>
                </a:lnTo>
                <a:lnTo>
                  <a:pt x="71635" y="102208"/>
                </a:lnTo>
                <a:close/>
                <a:moveTo>
                  <a:pt x="124930" y="1714"/>
                </a:moveTo>
                <a:lnTo>
                  <a:pt x="144604" y="1714"/>
                </a:lnTo>
                <a:lnTo>
                  <a:pt x="140902" y="19537"/>
                </a:lnTo>
                <a:lnTo>
                  <a:pt x="121228" y="19537"/>
                </a:lnTo>
                <a:lnTo>
                  <a:pt x="124930" y="1714"/>
                </a:lnTo>
                <a:moveTo>
                  <a:pt x="119172" y="29408"/>
                </a:moveTo>
                <a:lnTo>
                  <a:pt x="138846" y="29408"/>
                </a:lnTo>
                <a:lnTo>
                  <a:pt x="123627" y="102208"/>
                </a:lnTo>
                <a:lnTo>
                  <a:pt x="103954" y="102208"/>
                </a:lnTo>
                <a:lnTo>
                  <a:pt x="119172" y="29408"/>
                </a:lnTo>
                <a:close/>
                <a:moveTo>
                  <a:pt x="157941" y="29408"/>
                </a:moveTo>
                <a:lnTo>
                  <a:pt x="176586" y="29408"/>
                </a:lnTo>
                <a:lnTo>
                  <a:pt x="174667" y="38868"/>
                </a:lnTo>
                <a:cubicBezTo>
                  <a:pt x="179328" y="34846"/>
                  <a:pt x="183681" y="31979"/>
                  <a:pt x="187726" y="30265"/>
                </a:cubicBezTo>
                <a:cubicBezTo>
                  <a:pt x="191770" y="28551"/>
                  <a:pt x="196032" y="27694"/>
                  <a:pt x="200510" y="27694"/>
                </a:cubicBezTo>
                <a:cubicBezTo>
                  <a:pt x="206497" y="27694"/>
                  <a:pt x="211216" y="29408"/>
                  <a:pt x="214666" y="32835"/>
                </a:cubicBezTo>
                <a:cubicBezTo>
                  <a:pt x="218116" y="36263"/>
                  <a:pt x="219841" y="40810"/>
                  <a:pt x="219841" y="46477"/>
                </a:cubicBezTo>
                <a:cubicBezTo>
                  <a:pt x="219841" y="49036"/>
                  <a:pt x="219087" y="53880"/>
                  <a:pt x="217579" y="61009"/>
                </a:cubicBezTo>
                <a:lnTo>
                  <a:pt x="209011" y="102208"/>
                </a:lnTo>
                <a:lnTo>
                  <a:pt x="189337" y="102208"/>
                </a:lnTo>
                <a:lnTo>
                  <a:pt x="197974" y="60872"/>
                </a:lnTo>
                <a:cubicBezTo>
                  <a:pt x="199254" y="54703"/>
                  <a:pt x="199893" y="51024"/>
                  <a:pt x="199893" y="49836"/>
                </a:cubicBezTo>
                <a:cubicBezTo>
                  <a:pt x="199893" y="47322"/>
                  <a:pt x="199151" y="45346"/>
                  <a:pt x="197666" y="43906"/>
                </a:cubicBezTo>
                <a:cubicBezTo>
                  <a:pt x="196180" y="42467"/>
                  <a:pt x="194112" y="41747"/>
                  <a:pt x="191462" y="41747"/>
                </a:cubicBezTo>
                <a:cubicBezTo>
                  <a:pt x="188583" y="41747"/>
                  <a:pt x="185384" y="42958"/>
                  <a:pt x="181865" y="45380"/>
                </a:cubicBezTo>
                <a:cubicBezTo>
                  <a:pt x="178346" y="47802"/>
                  <a:pt x="175581" y="51001"/>
                  <a:pt x="173570" y="54977"/>
                </a:cubicBezTo>
                <a:cubicBezTo>
                  <a:pt x="172108" y="57810"/>
                  <a:pt x="170463" y="63591"/>
                  <a:pt x="168635" y="72320"/>
                </a:cubicBezTo>
                <a:lnTo>
                  <a:pt x="162397" y="102208"/>
                </a:lnTo>
                <a:lnTo>
                  <a:pt x="142723" y="102208"/>
                </a:lnTo>
                <a:lnTo>
                  <a:pt x="157941" y="29408"/>
                </a:lnTo>
                <a:close/>
                <a:moveTo>
                  <a:pt x="298995" y="71909"/>
                </a:moveTo>
                <a:lnTo>
                  <a:pt x="249639" y="71909"/>
                </a:lnTo>
                <a:cubicBezTo>
                  <a:pt x="249594" y="72686"/>
                  <a:pt x="249571" y="73280"/>
                  <a:pt x="249571" y="73691"/>
                </a:cubicBezTo>
                <a:cubicBezTo>
                  <a:pt x="249571" y="78535"/>
                  <a:pt x="250953" y="82443"/>
                  <a:pt x="253718" y="85413"/>
                </a:cubicBezTo>
                <a:cubicBezTo>
                  <a:pt x="256483" y="88384"/>
                  <a:pt x="259853" y="89869"/>
                  <a:pt x="263829" y="89869"/>
                </a:cubicBezTo>
                <a:cubicBezTo>
                  <a:pt x="270364" y="89869"/>
                  <a:pt x="275460" y="86487"/>
                  <a:pt x="279116" y="79724"/>
                </a:cubicBezTo>
                <a:lnTo>
                  <a:pt x="296733" y="82671"/>
                </a:lnTo>
                <a:cubicBezTo>
                  <a:pt x="293306" y="89755"/>
                  <a:pt x="288724" y="95067"/>
                  <a:pt x="282989" y="98609"/>
                </a:cubicBezTo>
                <a:cubicBezTo>
                  <a:pt x="277254" y="102151"/>
                  <a:pt x="270821" y="103922"/>
                  <a:pt x="263692" y="103922"/>
                </a:cubicBezTo>
                <a:cubicBezTo>
                  <a:pt x="253912" y="103922"/>
                  <a:pt x="245961" y="100826"/>
                  <a:pt x="239837" y="94633"/>
                </a:cubicBezTo>
                <a:cubicBezTo>
                  <a:pt x="233713" y="88441"/>
                  <a:pt x="230651" y="80249"/>
                  <a:pt x="230651" y="70058"/>
                </a:cubicBezTo>
                <a:cubicBezTo>
                  <a:pt x="230651" y="60095"/>
                  <a:pt x="233416" y="51230"/>
                  <a:pt x="238946" y="43461"/>
                </a:cubicBezTo>
                <a:cubicBezTo>
                  <a:pt x="246486" y="32950"/>
                  <a:pt x="257249" y="27694"/>
                  <a:pt x="271233" y="27694"/>
                </a:cubicBezTo>
                <a:cubicBezTo>
                  <a:pt x="280144" y="27694"/>
                  <a:pt x="287228" y="30448"/>
                  <a:pt x="292483" y="35954"/>
                </a:cubicBezTo>
                <a:cubicBezTo>
                  <a:pt x="297739" y="41461"/>
                  <a:pt x="300366" y="49173"/>
                  <a:pt x="300366" y="59090"/>
                </a:cubicBezTo>
                <a:cubicBezTo>
                  <a:pt x="300366" y="63843"/>
                  <a:pt x="299909" y="68116"/>
                  <a:pt x="298995" y="71909"/>
                </a:cubicBezTo>
                <a:moveTo>
                  <a:pt x="282406" y="59913"/>
                </a:moveTo>
                <a:cubicBezTo>
                  <a:pt x="282452" y="59044"/>
                  <a:pt x="282475" y="58382"/>
                  <a:pt x="282475" y="57925"/>
                </a:cubicBezTo>
                <a:cubicBezTo>
                  <a:pt x="282475" y="52532"/>
                  <a:pt x="281264" y="48488"/>
                  <a:pt x="278842" y="45791"/>
                </a:cubicBezTo>
                <a:cubicBezTo>
                  <a:pt x="276420" y="43095"/>
                  <a:pt x="273175" y="41747"/>
                  <a:pt x="269108" y="41747"/>
                </a:cubicBezTo>
                <a:cubicBezTo>
                  <a:pt x="265040" y="41747"/>
                  <a:pt x="261396" y="43278"/>
                  <a:pt x="258174" y="46340"/>
                </a:cubicBezTo>
                <a:cubicBezTo>
                  <a:pt x="254952" y="49402"/>
                  <a:pt x="252770" y="53926"/>
                  <a:pt x="251627" y="59913"/>
                </a:cubicBezTo>
                <a:lnTo>
                  <a:pt x="282406" y="59913"/>
                </a:lnTo>
                <a:close/>
                <a:moveTo>
                  <a:pt x="365390" y="1714"/>
                </a:moveTo>
                <a:lnTo>
                  <a:pt x="385064" y="1714"/>
                </a:lnTo>
                <a:lnTo>
                  <a:pt x="381363" y="19537"/>
                </a:lnTo>
                <a:lnTo>
                  <a:pt x="361689" y="19537"/>
                </a:lnTo>
                <a:lnTo>
                  <a:pt x="365390" y="1714"/>
                </a:lnTo>
                <a:moveTo>
                  <a:pt x="359632" y="29408"/>
                </a:moveTo>
                <a:lnTo>
                  <a:pt x="379306" y="29408"/>
                </a:lnTo>
                <a:lnTo>
                  <a:pt x="364088" y="102208"/>
                </a:lnTo>
                <a:lnTo>
                  <a:pt x="344414" y="102208"/>
                </a:lnTo>
                <a:lnTo>
                  <a:pt x="359632" y="29408"/>
                </a:lnTo>
                <a:close/>
                <a:moveTo>
                  <a:pt x="398401" y="29408"/>
                </a:moveTo>
                <a:lnTo>
                  <a:pt x="417047" y="29408"/>
                </a:lnTo>
                <a:lnTo>
                  <a:pt x="415127" y="38868"/>
                </a:lnTo>
                <a:cubicBezTo>
                  <a:pt x="419789" y="34846"/>
                  <a:pt x="424142" y="31979"/>
                  <a:pt x="428186" y="30265"/>
                </a:cubicBezTo>
                <a:cubicBezTo>
                  <a:pt x="432231" y="28551"/>
                  <a:pt x="436492" y="27694"/>
                  <a:pt x="440971" y="27694"/>
                </a:cubicBezTo>
                <a:cubicBezTo>
                  <a:pt x="446957" y="27694"/>
                  <a:pt x="451676" y="29408"/>
                  <a:pt x="455126" y="32835"/>
                </a:cubicBezTo>
                <a:cubicBezTo>
                  <a:pt x="458577" y="36263"/>
                  <a:pt x="460302" y="40810"/>
                  <a:pt x="460302" y="46477"/>
                </a:cubicBezTo>
                <a:cubicBezTo>
                  <a:pt x="460302" y="49036"/>
                  <a:pt x="459548" y="53880"/>
                  <a:pt x="458040" y="61009"/>
                </a:cubicBezTo>
                <a:lnTo>
                  <a:pt x="449471" y="102208"/>
                </a:lnTo>
                <a:lnTo>
                  <a:pt x="429797" y="102208"/>
                </a:lnTo>
                <a:lnTo>
                  <a:pt x="438434" y="60872"/>
                </a:lnTo>
                <a:cubicBezTo>
                  <a:pt x="439714" y="54703"/>
                  <a:pt x="440354" y="51024"/>
                  <a:pt x="440354" y="49836"/>
                </a:cubicBezTo>
                <a:cubicBezTo>
                  <a:pt x="440354" y="47322"/>
                  <a:pt x="439611" y="45346"/>
                  <a:pt x="438126" y="43906"/>
                </a:cubicBezTo>
                <a:cubicBezTo>
                  <a:pt x="436641" y="42467"/>
                  <a:pt x="434573" y="41747"/>
                  <a:pt x="431922" y="41747"/>
                </a:cubicBezTo>
                <a:cubicBezTo>
                  <a:pt x="429043" y="41747"/>
                  <a:pt x="425844" y="42958"/>
                  <a:pt x="422325" y="45380"/>
                </a:cubicBezTo>
                <a:cubicBezTo>
                  <a:pt x="418806" y="47802"/>
                  <a:pt x="416041" y="51001"/>
                  <a:pt x="414031" y="54977"/>
                </a:cubicBezTo>
                <a:cubicBezTo>
                  <a:pt x="412568" y="57810"/>
                  <a:pt x="410923" y="63591"/>
                  <a:pt x="409095" y="72320"/>
                </a:cubicBezTo>
                <a:lnTo>
                  <a:pt x="402857" y="102208"/>
                </a:lnTo>
                <a:lnTo>
                  <a:pt x="383183" y="102208"/>
                </a:lnTo>
                <a:lnTo>
                  <a:pt x="398401" y="29408"/>
                </a:lnTo>
                <a:close/>
                <a:moveTo>
                  <a:pt x="466039" y="81849"/>
                </a:moveTo>
                <a:lnTo>
                  <a:pt x="485096" y="78832"/>
                </a:lnTo>
                <a:cubicBezTo>
                  <a:pt x="486787" y="82854"/>
                  <a:pt x="488889" y="85699"/>
                  <a:pt x="491402" y="87367"/>
                </a:cubicBezTo>
                <a:cubicBezTo>
                  <a:pt x="493916" y="89035"/>
                  <a:pt x="497343" y="89869"/>
                  <a:pt x="501685" y="89869"/>
                </a:cubicBezTo>
                <a:cubicBezTo>
                  <a:pt x="506163" y="89869"/>
                  <a:pt x="509751" y="88864"/>
                  <a:pt x="512447" y="86853"/>
                </a:cubicBezTo>
                <a:cubicBezTo>
                  <a:pt x="514321" y="85482"/>
                  <a:pt x="515258" y="83814"/>
                  <a:pt x="515258" y="81849"/>
                </a:cubicBezTo>
                <a:cubicBezTo>
                  <a:pt x="515258" y="80523"/>
                  <a:pt x="514778" y="79335"/>
                  <a:pt x="513818" y="78284"/>
                </a:cubicBezTo>
                <a:cubicBezTo>
                  <a:pt x="512813" y="77279"/>
                  <a:pt x="510094" y="76045"/>
                  <a:pt x="505661" y="74582"/>
                </a:cubicBezTo>
                <a:cubicBezTo>
                  <a:pt x="493779" y="70652"/>
                  <a:pt x="486421" y="67545"/>
                  <a:pt x="483588" y="65260"/>
                </a:cubicBezTo>
                <a:cubicBezTo>
                  <a:pt x="479155" y="61695"/>
                  <a:pt x="476938" y="57034"/>
                  <a:pt x="476938" y="51275"/>
                </a:cubicBezTo>
                <a:cubicBezTo>
                  <a:pt x="476938" y="45517"/>
                  <a:pt x="479086" y="40559"/>
                  <a:pt x="483382" y="36400"/>
                </a:cubicBezTo>
                <a:cubicBezTo>
                  <a:pt x="489369" y="30596"/>
                  <a:pt x="498257" y="27694"/>
                  <a:pt x="510048" y="27694"/>
                </a:cubicBezTo>
                <a:cubicBezTo>
                  <a:pt x="519416" y="27694"/>
                  <a:pt x="526500" y="29408"/>
                  <a:pt x="531298" y="32835"/>
                </a:cubicBezTo>
                <a:cubicBezTo>
                  <a:pt x="536097" y="36263"/>
                  <a:pt x="539136" y="40901"/>
                  <a:pt x="540416" y="46751"/>
                </a:cubicBezTo>
                <a:lnTo>
                  <a:pt x="522250" y="49904"/>
                </a:lnTo>
                <a:cubicBezTo>
                  <a:pt x="521290" y="47254"/>
                  <a:pt x="519736" y="45266"/>
                  <a:pt x="517588" y="43941"/>
                </a:cubicBezTo>
                <a:cubicBezTo>
                  <a:pt x="514664" y="42158"/>
                  <a:pt x="511145" y="41267"/>
                  <a:pt x="507032" y="41267"/>
                </a:cubicBezTo>
                <a:cubicBezTo>
                  <a:pt x="502919" y="41267"/>
                  <a:pt x="499960" y="41953"/>
                  <a:pt x="498155" y="43324"/>
                </a:cubicBezTo>
                <a:cubicBezTo>
                  <a:pt x="496349" y="44695"/>
                  <a:pt x="495447" y="46271"/>
                  <a:pt x="495447" y="48054"/>
                </a:cubicBezTo>
                <a:cubicBezTo>
                  <a:pt x="495447" y="49882"/>
                  <a:pt x="496361" y="51390"/>
                  <a:pt x="498189" y="52578"/>
                </a:cubicBezTo>
                <a:cubicBezTo>
                  <a:pt x="499331" y="53309"/>
                  <a:pt x="503010" y="54589"/>
                  <a:pt x="509225" y="56417"/>
                </a:cubicBezTo>
                <a:cubicBezTo>
                  <a:pt x="518822" y="59204"/>
                  <a:pt x="525243" y="61946"/>
                  <a:pt x="528488" y="64643"/>
                </a:cubicBezTo>
                <a:cubicBezTo>
                  <a:pt x="533058" y="68436"/>
                  <a:pt x="535343" y="73006"/>
                  <a:pt x="535343" y="78353"/>
                </a:cubicBezTo>
                <a:cubicBezTo>
                  <a:pt x="535343" y="85253"/>
                  <a:pt x="532441" y="91240"/>
                  <a:pt x="526637" y="96313"/>
                </a:cubicBezTo>
                <a:cubicBezTo>
                  <a:pt x="520833" y="101385"/>
                  <a:pt x="512653" y="103922"/>
                  <a:pt x="502096" y="103922"/>
                </a:cubicBezTo>
                <a:cubicBezTo>
                  <a:pt x="491585" y="103922"/>
                  <a:pt x="483462" y="101991"/>
                  <a:pt x="477727" y="98129"/>
                </a:cubicBezTo>
                <a:cubicBezTo>
                  <a:pt x="471991" y="94268"/>
                  <a:pt x="468095" y="88841"/>
                  <a:pt x="466039" y="81849"/>
                </a:cubicBezTo>
                <a:close/>
                <a:moveTo>
                  <a:pt x="567356" y="1714"/>
                </a:moveTo>
                <a:lnTo>
                  <a:pt x="587030" y="1714"/>
                </a:lnTo>
                <a:lnTo>
                  <a:pt x="583328" y="19537"/>
                </a:lnTo>
                <a:lnTo>
                  <a:pt x="563654" y="19537"/>
                </a:lnTo>
                <a:lnTo>
                  <a:pt x="567356" y="1714"/>
                </a:lnTo>
                <a:moveTo>
                  <a:pt x="561598" y="29408"/>
                </a:moveTo>
                <a:lnTo>
                  <a:pt x="581271" y="29408"/>
                </a:lnTo>
                <a:lnTo>
                  <a:pt x="566053" y="102208"/>
                </a:lnTo>
                <a:lnTo>
                  <a:pt x="546379" y="102208"/>
                </a:lnTo>
                <a:lnTo>
                  <a:pt x="561598" y="29408"/>
                </a:lnTo>
                <a:close/>
                <a:moveTo>
                  <a:pt x="652122" y="102208"/>
                </a:moveTo>
                <a:lnTo>
                  <a:pt x="633476" y="102208"/>
                </a:lnTo>
                <a:lnTo>
                  <a:pt x="635122" y="94325"/>
                </a:lnTo>
                <a:cubicBezTo>
                  <a:pt x="631557" y="97752"/>
                  <a:pt x="628050" y="100209"/>
                  <a:pt x="624599" y="101694"/>
                </a:cubicBezTo>
                <a:cubicBezTo>
                  <a:pt x="621149" y="103179"/>
                  <a:pt x="617253" y="103922"/>
                  <a:pt x="612911" y="103922"/>
                </a:cubicBezTo>
                <a:cubicBezTo>
                  <a:pt x="605371" y="103922"/>
                  <a:pt x="599259" y="101351"/>
                  <a:pt x="594574" y="96210"/>
                </a:cubicBezTo>
                <a:cubicBezTo>
                  <a:pt x="589890" y="91069"/>
                  <a:pt x="587548" y="83471"/>
                  <a:pt x="587548" y="73417"/>
                </a:cubicBezTo>
                <a:cubicBezTo>
                  <a:pt x="587548" y="61763"/>
                  <a:pt x="590838" y="51230"/>
                  <a:pt x="597419" y="41815"/>
                </a:cubicBezTo>
                <a:cubicBezTo>
                  <a:pt x="604000" y="32401"/>
                  <a:pt x="612706" y="27694"/>
                  <a:pt x="623537" y="27694"/>
                </a:cubicBezTo>
                <a:cubicBezTo>
                  <a:pt x="633316" y="27694"/>
                  <a:pt x="640651" y="31579"/>
                  <a:pt x="645541" y="39348"/>
                </a:cubicBezTo>
                <a:lnTo>
                  <a:pt x="653424" y="1714"/>
                </a:lnTo>
                <a:lnTo>
                  <a:pt x="673098" y="1714"/>
                </a:lnTo>
                <a:lnTo>
                  <a:pt x="652122" y="102208"/>
                </a:lnTo>
                <a:moveTo>
                  <a:pt x="606673" y="72594"/>
                </a:moveTo>
                <a:cubicBezTo>
                  <a:pt x="606673" y="77804"/>
                  <a:pt x="607987" y="81871"/>
                  <a:pt x="610615" y="84796"/>
                </a:cubicBezTo>
                <a:cubicBezTo>
                  <a:pt x="613243" y="87721"/>
                  <a:pt x="616476" y="89183"/>
                  <a:pt x="620315" y="89183"/>
                </a:cubicBezTo>
                <a:cubicBezTo>
                  <a:pt x="623879" y="89183"/>
                  <a:pt x="627204" y="87961"/>
                  <a:pt x="630289" y="85516"/>
                </a:cubicBezTo>
                <a:cubicBezTo>
                  <a:pt x="633374" y="83071"/>
                  <a:pt x="635841" y="79335"/>
                  <a:pt x="637692" y="74308"/>
                </a:cubicBezTo>
                <a:cubicBezTo>
                  <a:pt x="639543" y="69281"/>
                  <a:pt x="640469" y="64460"/>
                  <a:pt x="640469" y="59844"/>
                </a:cubicBezTo>
                <a:cubicBezTo>
                  <a:pt x="640469" y="54589"/>
                  <a:pt x="639052" y="50338"/>
                  <a:pt x="636218" y="47094"/>
                </a:cubicBezTo>
                <a:cubicBezTo>
                  <a:pt x="633385" y="43849"/>
                  <a:pt x="630117" y="42227"/>
                  <a:pt x="626416" y="42227"/>
                </a:cubicBezTo>
                <a:cubicBezTo>
                  <a:pt x="620658" y="42227"/>
                  <a:pt x="615928" y="45426"/>
                  <a:pt x="612226" y="51824"/>
                </a:cubicBezTo>
                <a:cubicBezTo>
                  <a:pt x="608524" y="58222"/>
                  <a:pt x="606673" y="65145"/>
                  <a:pt x="606673" y="72594"/>
                </a:cubicBezTo>
                <a:close/>
                <a:moveTo>
                  <a:pt x="741421" y="71909"/>
                </a:moveTo>
                <a:lnTo>
                  <a:pt x="692065" y="71909"/>
                </a:lnTo>
                <a:cubicBezTo>
                  <a:pt x="692020" y="72686"/>
                  <a:pt x="691997" y="73280"/>
                  <a:pt x="691997" y="73691"/>
                </a:cubicBezTo>
                <a:cubicBezTo>
                  <a:pt x="691997" y="78535"/>
                  <a:pt x="693379" y="82443"/>
                  <a:pt x="696144" y="85413"/>
                </a:cubicBezTo>
                <a:cubicBezTo>
                  <a:pt x="698909" y="88384"/>
                  <a:pt x="702279" y="89869"/>
                  <a:pt x="706255" y="89869"/>
                </a:cubicBezTo>
                <a:cubicBezTo>
                  <a:pt x="712790" y="89869"/>
                  <a:pt x="717886" y="86487"/>
                  <a:pt x="721542" y="79724"/>
                </a:cubicBezTo>
                <a:lnTo>
                  <a:pt x="739159" y="82671"/>
                </a:lnTo>
                <a:cubicBezTo>
                  <a:pt x="735732" y="89755"/>
                  <a:pt x="731150" y="95067"/>
                  <a:pt x="725415" y="98609"/>
                </a:cubicBezTo>
                <a:cubicBezTo>
                  <a:pt x="719680" y="102151"/>
                  <a:pt x="713247" y="103922"/>
                  <a:pt x="706118" y="103922"/>
                </a:cubicBezTo>
                <a:cubicBezTo>
                  <a:pt x="696338" y="103922"/>
                  <a:pt x="688386" y="100826"/>
                  <a:pt x="682263" y="94633"/>
                </a:cubicBezTo>
                <a:cubicBezTo>
                  <a:pt x="676139" y="88441"/>
                  <a:pt x="673077" y="80249"/>
                  <a:pt x="673077" y="70058"/>
                </a:cubicBezTo>
                <a:cubicBezTo>
                  <a:pt x="673077" y="60095"/>
                  <a:pt x="675842" y="51230"/>
                  <a:pt x="681372" y="43461"/>
                </a:cubicBezTo>
                <a:cubicBezTo>
                  <a:pt x="688912" y="32950"/>
                  <a:pt x="699674" y="27694"/>
                  <a:pt x="713659" y="27694"/>
                </a:cubicBezTo>
                <a:cubicBezTo>
                  <a:pt x="722570" y="27694"/>
                  <a:pt x="729654" y="30448"/>
                  <a:pt x="734909" y="35954"/>
                </a:cubicBezTo>
                <a:cubicBezTo>
                  <a:pt x="740165" y="41461"/>
                  <a:pt x="742792" y="49173"/>
                  <a:pt x="742792" y="59090"/>
                </a:cubicBezTo>
                <a:cubicBezTo>
                  <a:pt x="742792" y="63843"/>
                  <a:pt x="742335" y="68116"/>
                  <a:pt x="741421" y="71909"/>
                </a:cubicBezTo>
                <a:moveTo>
                  <a:pt x="724832" y="59913"/>
                </a:moveTo>
                <a:cubicBezTo>
                  <a:pt x="724878" y="59044"/>
                  <a:pt x="724901" y="58382"/>
                  <a:pt x="724901" y="57925"/>
                </a:cubicBezTo>
                <a:cubicBezTo>
                  <a:pt x="724901" y="52532"/>
                  <a:pt x="723690" y="48488"/>
                  <a:pt x="721268" y="45791"/>
                </a:cubicBezTo>
                <a:cubicBezTo>
                  <a:pt x="718845" y="43095"/>
                  <a:pt x="715601" y="41747"/>
                  <a:pt x="711534" y="41747"/>
                </a:cubicBezTo>
                <a:cubicBezTo>
                  <a:pt x="707466" y="41747"/>
                  <a:pt x="703822" y="43278"/>
                  <a:pt x="700600" y="46340"/>
                </a:cubicBezTo>
                <a:cubicBezTo>
                  <a:pt x="697378" y="49402"/>
                  <a:pt x="695196" y="53926"/>
                  <a:pt x="694053" y="59913"/>
                </a:cubicBezTo>
                <a:lnTo>
                  <a:pt x="724832" y="59913"/>
                </a:lnTo>
                <a:close/>
                <a:moveTo>
                  <a:pt x="791776" y="44009"/>
                </a:moveTo>
                <a:lnTo>
                  <a:pt x="794792" y="29408"/>
                </a:lnTo>
                <a:lnTo>
                  <a:pt x="804389" y="29408"/>
                </a:lnTo>
                <a:lnTo>
                  <a:pt x="806788" y="17754"/>
                </a:lnTo>
                <a:lnTo>
                  <a:pt x="829341" y="4182"/>
                </a:lnTo>
                <a:lnTo>
                  <a:pt x="824063" y="29408"/>
                </a:lnTo>
                <a:lnTo>
                  <a:pt x="836059" y="29408"/>
                </a:lnTo>
                <a:lnTo>
                  <a:pt x="833043" y="44009"/>
                </a:lnTo>
                <a:lnTo>
                  <a:pt x="820978" y="44009"/>
                </a:lnTo>
                <a:lnTo>
                  <a:pt x="814603" y="74514"/>
                </a:lnTo>
                <a:cubicBezTo>
                  <a:pt x="813460" y="80043"/>
                  <a:pt x="812889" y="83197"/>
                  <a:pt x="812889" y="83974"/>
                </a:cubicBezTo>
                <a:cubicBezTo>
                  <a:pt x="812889" y="85482"/>
                  <a:pt x="813369" y="86659"/>
                  <a:pt x="814329" y="87504"/>
                </a:cubicBezTo>
                <a:cubicBezTo>
                  <a:pt x="815288" y="88349"/>
                  <a:pt x="817025" y="88772"/>
                  <a:pt x="819538" y="88772"/>
                </a:cubicBezTo>
                <a:cubicBezTo>
                  <a:pt x="820407" y="88772"/>
                  <a:pt x="822577" y="88612"/>
                  <a:pt x="826051" y="88292"/>
                </a:cubicBezTo>
                <a:lnTo>
                  <a:pt x="822966" y="102893"/>
                </a:lnTo>
                <a:cubicBezTo>
                  <a:pt x="819584" y="103579"/>
                  <a:pt x="816111" y="103922"/>
                  <a:pt x="812546" y="103922"/>
                </a:cubicBezTo>
                <a:cubicBezTo>
                  <a:pt x="805600" y="103922"/>
                  <a:pt x="800550" y="102585"/>
                  <a:pt x="797397" y="99912"/>
                </a:cubicBezTo>
                <a:cubicBezTo>
                  <a:pt x="794243" y="97238"/>
                  <a:pt x="792667" y="93525"/>
                  <a:pt x="792667" y="88772"/>
                </a:cubicBezTo>
                <a:cubicBezTo>
                  <a:pt x="792667" y="86533"/>
                  <a:pt x="793512" y="81369"/>
                  <a:pt x="795203" y="73280"/>
                </a:cubicBezTo>
                <a:lnTo>
                  <a:pt x="801304" y="44009"/>
                </a:lnTo>
                <a:lnTo>
                  <a:pt x="791776" y="44009"/>
                </a:lnTo>
                <a:close/>
                <a:moveTo>
                  <a:pt x="853145" y="102208"/>
                </a:moveTo>
                <a:lnTo>
                  <a:pt x="833471" y="102208"/>
                </a:lnTo>
                <a:lnTo>
                  <a:pt x="854516" y="1714"/>
                </a:lnTo>
                <a:lnTo>
                  <a:pt x="874190" y="1714"/>
                </a:lnTo>
                <a:lnTo>
                  <a:pt x="866649" y="37497"/>
                </a:lnTo>
                <a:cubicBezTo>
                  <a:pt x="871082" y="34024"/>
                  <a:pt x="875218" y="31522"/>
                  <a:pt x="879057" y="29991"/>
                </a:cubicBezTo>
                <a:cubicBezTo>
                  <a:pt x="882896" y="28460"/>
                  <a:pt x="887009" y="27694"/>
                  <a:pt x="891396" y="27694"/>
                </a:cubicBezTo>
                <a:cubicBezTo>
                  <a:pt x="897291" y="27694"/>
                  <a:pt x="901952" y="29385"/>
                  <a:pt x="905380" y="32767"/>
                </a:cubicBezTo>
                <a:cubicBezTo>
                  <a:pt x="908807" y="36149"/>
                  <a:pt x="910521" y="40582"/>
                  <a:pt x="910521" y="46066"/>
                </a:cubicBezTo>
                <a:cubicBezTo>
                  <a:pt x="910521" y="48990"/>
                  <a:pt x="909881" y="53515"/>
                  <a:pt x="908602" y="59638"/>
                </a:cubicBezTo>
                <a:lnTo>
                  <a:pt x="899690" y="102208"/>
                </a:lnTo>
                <a:lnTo>
                  <a:pt x="880016" y="102208"/>
                </a:lnTo>
                <a:lnTo>
                  <a:pt x="889134" y="58816"/>
                </a:lnTo>
                <a:cubicBezTo>
                  <a:pt x="890093" y="54109"/>
                  <a:pt x="890573" y="51093"/>
                  <a:pt x="890573" y="49767"/>
                </a:cubicBezTo>
                <a:cubicBezTo>
                  <a:pt x="890573" y="47345"/>
                  <a:pt x="889819" y="45403"/>
                  <a:pt x="888311" y="43941"/>
                </a:cubicBezTo>
                <a:cubicBezTo>
                  <a:pt x="886803" y="42478"/>
                  <a:pt x="884746" y="41747"/>
                  <a:pt x="882142" y="41747"/>
                </a:cubicBezTo>
                <a:cubicBezTo>
                  <a:pt x="878851" y="41747"/>
                  <a:pt x="875698" y="42889"/>
                  <a:pt x="872682" y="45174"/>
                </a:cubicBezTo>
                <a:cubicBezTo>
                  <a:pt x="868751" y="48191"/>
                  <a:pt x="865758" y="51892"/>
                  <a:pt x="863702" y="56279"/>
                </a:cubicBezTo>
                <a:cubicBezTo>
                  <a:pt x="862559" y="58702"/>
                  <a:pt x="861051" y="64391"/>
                  <a:pt x="859177" y="73348"/>
                </a:cubicBezTo>
                <a:lnTo>
                  <a:pt x="853145" y="102208"/>
                </a:lnTo>
                <a:close/>
                <a:moveTo>
                  <a:pt x="989744" y="71909"/>
                </a:moveTo>
                <a:lnTo>
                  <a:pt x="940388" y="71909"/>
                </a:lnTo>
                <a:cubicBezTo>
                  <a:pt x="940342" y="72686"/>
                  <a:pt x="940319" y="73280"/>
                  <a:pt x="940319" y="73691"/>
                </a:cubicBezTo>
                <a:cubicBezTo>
                  <a:pt x="940319" y="78535"/>
                  <a:pt x="941702" y="82443"/>
                  <a:pt x="944466" y="85413"/>
                </a:cubicBezTo>
                <a:cubicBezTo>
                  <a:pt x="947231" y="88384"/>
                  <a:pt x="950602" y="89869"/>
                  <a:pt x="954578" y="89869"/>
                </a:cubicBezTo>
                <a:cubicBezTo>
                  <a:pt x="961113" y="89869"/>
                  <a:pt x="966208" y="86487"/>
                  <a:pt x="969864" y="79724"/>
                </a:cubicBezTo>
                <a:lnTo>
                  <a:pt x="987482" y="82671"/>
                </a:lnTo>
                <a:cubicBezTo>
                  <a:pt x="984054" y="89755"/>
                  <a:pt x="979473" y="95067"/>
                  <a:pt x="973737" y="98609"/>
                </a:cubicBezTo>
                <a:cubicBezTo>
                  <a:pt x="968002" y="102151"/>
                  <a:pt x="961570" y="103922"/>
                  <a:pt x="954440" y="103922"/>
                </a:cubicBezTo>
                <a:cubicBezTo>
                  <a:pt x="944661" y="103922"/>
                  <a:pt x="936709" y="100826"/>
                  <a:pt x="930585" y="94633"/>
                </a:cubicBezTo>
                <a:cubicBezTo>
                  <a:pt x="924461" y="88441"/>
                  <a:pt x="921399" y="80249"/>
                  <a:pt x="921399" y="70058"/>
                </a:cubicBezTo>
                <a:cubicBezTo>
                  <a:pt x="921399" y="60095"/>
                  <a:pt x="924164" y="51230"/>
                  <a:pt x="929694" y="43461"/>
                </a:cubicBezTo>
                <a:cubicBezTo>
                  <a:pt x="937234" y="32950"/>
                  <a:pt x="947997" y="27694"/>
                  <a:pt x="961981" y="27694"/>
                </a:cubicBezTo>
                <a:cubicBezTo>
                  <a:pt x="970892" y="27694"/>
                  <a:pt x="977976" y="30448"/>
                  <a:pt x="983231" y="35954"/>
                </a:cubicBezTo>
                <a:cubicBezTo>
                  <a:pt x="988487" y="41461"/>
                  <a:pt x="991115" y="49173"/>
                  <a:pt x="991115" y="59090"/>
                </a:cubicBezTo>
                <a:cubicBezTo>
                  <a:pt x="991115" y="63843"/>
                  <a:pt x="990658" y="68116"/>
                  <a:pt x="989744" y="71909"/>
                </a:cubicBezTo>
                <a:moveTo>
                  <a:pt x="973155" y="59913"/>
                </a:moveTo>
                <a:cubicBezTo>
                  <a:pt x="973200" y="59044"/>
                  <a:pt x="973223" y="58382"/>
                  <a:pt x="973223" y="57925"/>
                </a:cubicBezTo>
                <a:cubicBezTo>
                  <a:pt x="973223" y="52532"/>
                  <a:pt x="972012" y="48488"/>
                  <a:pt x="969590" y="45791"/>
                </a:cubicBezTo>
                <a:cubicBezTo>
                  <a:pt x="967168" y="43095"/>
                  <a:pt x="963923" y="41747"/>
                  <a:pt x="959856" y="41747"/>
                </a:cubicBezTo>
                <a:cubicBezTo>
                  <a:pt x="955789" y="41747"/>
                  <a:pt x="952144" y="43278"/>
                  <a:pt x="948922" y="46340"/>
                </a:cubicBezTo>
                <a:cubicBezTo>
                  <a:pt x="945700" y="49402"/>
                  <a:pt x="943518" y="53926"/>
                  <a:pt x="942376" y="59913"/>
                </a:cubicBezTo>
                <a:lnTo>
                  <a:pt x="973155" y="59913"/>
                </a:lnTo>
                <a:close/>
                <a:moveTo>
                  <a:pt x="1085889" y="29408"/>
                </a:moveTo>
                <a:lnTo>
                  <a:pt x="1082873" y="43803"/>
                </a:lnTo>
                <a:lnTo>
                  <a:pt x="1068958" y="43803"/>
                </a:lnTo>
                <a:lnTo>
                  <a:pt x="1056756" y="102208"/>
                </a:lnTo>
                <a:lnTo>
                  <a:pt x="1037082" y="102208"/>
                </a:lnTo>
                <a:lnTo>
                  <a:pt x="1049284" y="43803"/>
                </a:lnTo>
                <a:lnTo>
                  <a:pt x="1038316" y="43803"/>
                </a:lnTo>
                <a:lnTo>
                  <a:pt x="1041332" y="29408"/>
                </a:lnTo>
                <a:lnTo>
                  <a:pt x="1052300" y="29408"/>
                </a:lnTo>
                <a:lnTo>
                  <a:pt x="1053877" y="21936"/>
                </a:lnTo>
                <a:cubicBezTo>
                  <a:pt x="1055156" y="15812"/>
                  <a:pt x="1056367" y="11676"/>
                  <a:pt x="1057510" y="9528"/>
                </a:cubicBezTo>
                <a:cubicBezTo>
                  <a:pt x="1059063" y="6604"/>
                  <a:pt x="1061383" y="4284"/>
                  <a:pt x="1064467" y="2571"/>
                </a:cubicBezTo>
                <a:cubicBezTo>
                  <a:pt x="1067552" y="857"/>
                  <a:pt x="1071585" y="0"/>
                  <a:pt x="1076567" y="0"/>
                </a:cubicBezTo>
                <a:cubicBezTo>
                  <a:pt x="1082599" y="0"/>
                  <a:pt x="1088951" y="1097"/>
                  <a:pt x="1095623" y="3290"/>
                </a:cubicBezTo>
                <a:lnTo>
                  <a:pt x="1091785" y="17343"/>
                </a:lnTo>
                <a:cubicBezTo>
                  <a:pt x="1087078" y="15744"/>
                  <a:pt x="1083262" y="14944"/>
                  <a:pt x="1080337" y="14944"/>
                </a:cubicBezTo>
                <a:cubicBezTo>
                  <a:pt x="1078097" y="14944"/>
                  <a:pt x="1076429" y="15652"/>
                  <a:pt x="1075333" y="17069"/>
                </a:cubicBezTo>
                <a:cubicBezTo>
                  <a:pt x="1074601" y="17983"/>
                  <a:pt x="1073847" y="20382"/>
                  <a:pt x="1073071" y="24267"/>
                </a:cubicBezTo>
                <a:lnTo>
                  <a:pt x="1071974" y="29408"/>
                </a:lnTo>
                <a:lnTo>
                  <a:pt x="1085889" y="29408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r">
            <a:extLst xmlns:a="http://schemas.openxmlformats.org/drawingml/2006/main">
              <a:ext uri="{FF2B5EF4-FFF2-40B4-BE49-F238E27FC236}">
                <a16:creationId xmlns:a16="http://schemas.microsoft.com/office/drawing/2014/main" id="{6925B431-9897-4255-ADDA-C9C2140D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970" y="2833779"/>
            <a:ext cx="62038" cy="74514"/>
          </a:xfrm>
          <a:custGeom xmlns:a="http://schemas.openxmlformats.org/drawingml/2006/main">
            <a:pathLst>
              <a:path w="62038" h="74514">
                <a:moveTo>
                  <a:pt x="15218" y="1714"/>
                </a:moveTo>
                <a:lnTo>
                  <a:pt x="33589" y="1714"/>
                </a:lnTo>
                <a:lnTo>
                  <a:pt x="30642" y="15835"/>
                </a:lnTo>
                <a:cubicBezTo>
                  <a:pt x="37497" y="5278"/>
                  <a:pt x="44923" y="0"/>
                  <a:pt x="52921" y="0"/>
                </a:cubicBezTo>
                <a:cubicBezTo>
                  <a:pt x="55754" y="0"/>
                  <a:pt x="58793" y="708"/>
                  <a:pt x="62038" y="2125"/>
                </a:cubicBezTo>
                <a:lnTo>
                  <a:pt x="54497" y="18234"/>
                </a:lnTo>
                <a:cubicBezTo>
                  <a:pt x="52715" y="17594"/>
                  <a:pt x="50818" y="17275"/>
                  <a:pt x="48808" y="17275"/>
                </a:cubicBezTo>
                <a:cubicBezTo>
                  <a:pt x="45426" y="17275"/>
                  <a:pt x="41987" y="18554"/>
                  <a:pt x="38491" y="21113"/>
                </a:cubicBezTo>
                <a:cubicBezTo>
                  <a:pt x="34995" y="23673"/>
                  <a:pt x="32264" y="27089"/>
                  <a:pt x="30299" y="31362"/>
                </a:cubicBezTo>
                <a:cubicBezTo>
                  <a:pt x="28334" y="35635"/>
                  <a:pt x="26392" y="42410"/>
                  <a:pt x="24472" y="51687"/>
                </a:cubicBezTo>
                <a:lnTo>
                  <a:pt x="19674" y="74514"/>
                </a:lnTo>
                <a:lnTo>
                  <a:pt x="0" y="74514"/>
                </a:lnTo>
                <a:lnTo>
                  <a:pt x="15218" y="1714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idge.">
            <a:extLst xmlns:a="http://schemas.openxmlformats.org/drawingml/2006/main">
              <a:ext uri="{FF2B5EF4-FFF2-40B4-BE49-F238E27FC236}">
                <a16:creationId xmlns:a16="http://schemas.microsoft.com/office/drawing/2014/main" id="{2F35B7DA-8A48-41DD-911C-0DBDC040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285" y="2807799"/>
            <a:ext cx="311624" cy="130039"/>
          </a:xfrm>
          <a:custGeom xmlns:a="http://schemas.openxmlformats.org/drawingml/2006/main">
            <a:pathLst>
              <a:path w="311624" h="130039">
                <a:moveTo>
                  <a:pt x="20976" y="0"/>
                </a:moveTo>
                <a:lnTo>
                  <a:pt x="40650" y="0"/>
                </a:lnTo>
                <a:lnTo>
                  <a:pt x="36948" y="17823"/>
                </a:lnTo>
                <a:lnTo>
                  <a:pt x="17275" y="17823"/>
                </a:lnTo>
                <a:lnTo>
                  <a:pt x="20976" y="0"/>
                </a:lnTo>
                <a:moveTo>
                  <a:pt x="15218" y="27694"/>
                </a:moveTo>
                <a:lnTo>
                  <a:pt x="34892" y="27694"/>
                </a:lnTo>
                <a:lnTo>
                  <a:pt x="19674" y="100494"/>
                </a:lnTo>
                <a:lnTo>
                  <a:pt x="0" y="100494"/>
                </a:lnTo>
                <a:lnTo>
                  <a:pt x="15218" y="27694"/>
                </a:lnTo>
                <a:close/>
                <a:moveTo>
                  <a:pt x="105743" y="100494"/>
                </a:moveTo>
                <a:lnTo>
                  <a:pt x="87097" y="100494"/>
                </a:lnTo>
                <a:lnTo>
                  <a:pt x="88742" y="92611"/>
                </a:lnTo>
                <a:cubicBezTo>
                  <a:pt x="85178" y="96038"/>
                  <a:pt x="81670" y="98495"/>
                  <a:pt x="78220" y="99980"/>
                </a:cubicBezTo>
                <a:cubicBezTo>
                  <a:pt x="74769" y="101465"/>
                  <a:pt x="70874" y="102208"/>
                  <a:pt x="66532" y="102208"/>
                </a:cubicBezTo>
                <a:cubicBezTo>
                  <a:pt x="58992" y="102208"/>
                  <a:pt x="52879" y="99637"/>
                  <a:pt x="48195" y="94496"/>
                </a:cubicBezTo>
                <a:cubicBezTo>
                  <a:pt x="43511" y="89355"/>
                  <a:pt x="41169" y="81757"/>
                  <a:pt x="41169" y="71703"/>
                </a:cubicBezTo>
                <a:cubicBezTo>
                  <a:pt x="41169" y="60050"/>
                  <a:pt x="44459" y="49516"/>
                  <a:pt x="51040" y="40102"/>
                </a:cubicBezTo>
                <a:cubicBezTo>
                  <a:pt x="57621" y="30688"/>
                  <a:pt x="66326" y="25980"/>
                  <a:pt x="77157" y="25980"/>
                </a:cubicBezTo>
                <a:cubicBezTo>
                  <a:pt x="86937" y="25980"/>
                  <a:pt x="94272" y="29865"/>
                  <a:pt x="99162" y="37634"/>
                </a:cubicBezTo>
                <a:lnTo>
                  <a:pt x="107045" y="0"/>
                </a:lnTo>
                <a:lnTo>
                  <a:pt x="126719" y="0"/>
                </a:lnTo>
                <a:lnTo>
                  <a:pt x="105743" y="100494"/>
                </a:lnTo>
                <a:moveTo>
                  <a:pt x="60294" y="70881"/>
                </a:moveTo>
                <a:cubicBezTo>
                  <a:pt x="60294" y="76090"/>
                  <a:pt x="61608" y="80158"/>
                  <a:pt x="64236" y="83083"/>
                </a:cubicBezTo>
                <a:cubicBezTo>
                  <a:pt x="66863" y="86007"/>
                  <a:pt x="70097" y="87470"/>
                  <a:pt x="73935" y="87470"/>
                </a:cubicBezTo>
                <a:cubicBezTo>
                  <a:pt x="77500" y="87470"/>
                  <a:pt x="80825" y="86247"/>
                  <a:pt x="83909" y="83802"/>
                </a:cubicBezTo>
                <a:cubicBezTo>
                  <a:pt x="86994" y="81357"/>
                  <a:pt x="89462" y="77621"/>
                  <a:pt x="91313" y="72594"/>
                </a:cubicBezTo>
                <a:cubicBezTo>
                  <a:pt x="93164" y="67567"/>
                  <a:pt x="94089" y="62746"/>
                  <a:pt x="94089" y="58130"/>
                </a:cubicBezTo>
                <a:cubicBezTo>
                  <a:pt x="94089" y="52875"/>
                  <a:pt x="92672" y="48625"/>
                  <a:pt x="89839" y="45380"/>
                </a:cubicBezTo>
                <a:cubicBezTo>
                  <a:pt x="87006" y="42135"/>
                  <a:pt x="83738" y="40513"/>
                  <a:pt x="80036" y="40513"/>
                </a:cubicBezTo>
                <a:cubicBezTo>
                  <a:pt x="74278" y="40513"/>
                  <a:pt x="69548" y="43712"/>
                  <a:pt x="65847" y="50110"/>
                </a:cubicBezTo>
                <a:cubicBezTo>
                  <a:pt x="62145" y="56508"/>
                  <a:pt x="60294" y="63432"/>
                  <a:pt x="60294" y="70881"/>
                </a:cubicBezTo>
                <a:close/>
                <a:moveTo>
                  <a:pt x="123133" y="104333"/>
                </a:moveTo>
                <a:lnTo>
                  <a:pt x="143904" y="107349"/>
                </a:lnTo>
                <a:cubicBezTo>
                  <a:pt x="143904" y="109451"/>
                  <a:pt x="144246" y="111039"/>
                  <a:pt x="144932" y="112113"/>
                </a:cubicBezTo>
                <a:cubicBezTo>
                  <a:pt x="145617" y="113187"/>
                  <a:pt x="146726" y="114101"/>
                  <a:pt x="148257" y="114855"/>
                </a:cubicBezTo>
                <a:cubicBezTo>
                  <a:pt x="149787" y="115609"/>
                  <a:pt x="151878" y="115986"/>
                  <a:pt x="154529" y="115986"/>
                </a:cubicBezTo>
                <a:cubicBezTo>
                  <a:pt x="158688" y="115986"/>
                  <a:pt x="162024" y="115164"/>
                  <a:pt x="164537" y="113519"/>
                </a:cubicBezTo>
                <a:cubicBezTo>
                  <a:pt x="166411" y="112239"/>
                  <a:pt x="167942" y="110183"/>
                  <a:pt x="169130" y="107349"/>
                </a:cubicBezTo>
                <a:cubicBezTo>
                  <a:pt x="169861" y="105567"/>
                  <a:pt x="170798" y="101682"/>
                  <a:pt x="171941" y="95696"/>
                </a:cubicBezTo>
                <a:lnTo>
                  <a:pt x="172626" y="92268"/>
                </a:lnTo>
                <a:cubicBezTo>
                  <a:pt x="165817" y="97935"/>
                  <a:pt x="158779" y="100768"/>
                  <a:pt x="151513" y="100768"/>
                </a:cubicBezTo>
                <a:cubicBezTo>
                  <a:pt x="144383" y="100768"/>
                  <a:pt x="138534" y="98255"/>
                  <a:pt x="133964" y="93228"/>
                </a:cubicBezTo>
                <a:cubicBezTo>
                  <a:pt x="129394" y="88201"/>
                  <a:pt x="127109" y="80843"/>
                  <a:pt x="127109" y="71155"/>
                </a:cubicBezTo>
                <a:cubicBezTo>
                  <a:pt x="127109" y="62609"/>
                  <a:pt x="128663" y="54771"/>
                  <a:pt x="131770" y="47642"/>
                </a:cubicBezTo>
                <a:cubicBezTo>
                  <a:pt x="134878" y="40513"/>
                  <a:pt x="139242" y="35120"/>
                  <a:pt x="144863" y="31464"/>
                </a:cubicBezTo>
                <a:cubicBezTo>
                  <a:pt x="150484" y="27808"/>
                  <a:pt x="156220" y="25980"/>
                  <a:pt x="162069" y="25980"/>
                </a:cubicBezTo>
                <a:cubicBezTo>
                  <a:pt x="166914" y="25980"/>
                  <a:pt x="171346" y="27260"/>
                  <a:pt x="175368" y="29819"/>
                </a:cubicBezTo>
                <a:cubicBezTo>
                  <a:pt x="179390" y="32378"/>
                  <a:pt x="182520" y="35966"/>
                  <a:pt x="184759" y="40582"/>
                </a:cubicBezTo>
                <a:lnTo>
                  <a:pt x="187501" y="27694"/>
                </a:lnTo>
                <a:lnTo>
                  <a:pt x="205941" y="27694"/>
                </a:lnTo>
                <a:lnTo>
                  <a:pt x="193328" y="88361"/>
                </a:lnTo>
                <a:cubicBezTo>
                  <a:pt x="191272" y="98095"/>
                  <a:pt x="189535" y="105041"/>
                  <a:pt x="188118" y="109200"/>
                </a:cubicBezTo>
                <a:cubicBezTo>
                  <a:pt x="186702" y="113359"/>
                  <a:pt x="185079" y="116672"/>
                  <a:pt x="183251" y="119140"/>
                </a:cubicBezTo>
                <a:cubicBezTo>
                  <a:pt x="181423" y="121608"/>
                  <a:pt x="179115" y="123675"/>
                  <a:pt x="176328" y="125344"/>
                </a:cubicBezTo>
                <a:cubicBezTo>
                  <a:pt x="173540" y="127012"/>
                  <a:pt x="170250" y="128211"/>
                  <a:pt x="166457" y="128942"/>
                </a:cubicBezTo>
                <a:cubicBezTo>
                  <a:pt x="162663" y="129674"/>
                  <a:pt x="158550" y="130039"/>
                  <a:pt x="154118" y="130039"/>
                </a:cubicBezTo>
                <a:cubicBezTo>
                  <a:pt x="143835" y="130039"/>
                  <a:pt x="136066" y="128280"/>
                  <a:pt x="130811" y="124761"/>
                </a:cubicBezTo>
                <a:cubicBezTo>
                  <a:pt x="125555" y="121242"/>
                  <a:pt x="122927" y="115392"/>
                  <a:pt x="122927" y="107212"/>
                </a:cubicBezTo>
                <a:cubicBezTo>
                  <a:pt x="122927" y="106344"/>
                  <a:pt x="122996" y="105384"/>
                  <a:pt x="123133" y="104333"/>
                </a:cubicBezTo>
                <a:moveTo>
                  <a:pt x="146303" y="69167"/>
                </a:moveTo>
                <a:cubicBezTo>
                  <a:pt x="146303" y="74697"/>
                  <a:pt x="147548" y="78912"/>
                  <a:pt x="150039" y="81814"/>
                </a:cubicBezTo>
                <a:cubicBezTo>
                  <a:pt x="152529" y="84716"/>
                  <a:pt x="155648" y="86167"/>
                  <a:pt x="159396" y="86167"/>
                </a:cubicBezTo>
                <a:cubicBezTo>
                  <a:pt x="162823" y="86167"/>
                  <a:pt x="166148" y="84865"/>
                  <a:pt x="169370" y="82260"/>
                </a:cubicBezTo>
                <a:cubicBezTo>
                  <a:pt x="172592" y="79655"/>
                  <a:pt x="175060" y="75953"/>
                  <a:pt x="176773" y="71155"/>
                </a:cubicBezTo>
                <a:cubicBezTo>
                  <a:pt x="178487" y="66356"/>
                  <a:pt x="179344" y="61718"/>
                  <a:pt x="179344" y="57239"/>
                </a:cubicBezTo>
                <a:cubicBezTo>
                  <a:pt x="179344" y="52075"/>
                  <a:pt x="177950" y="47916"/>
                  <a:pt x="175162" y="44763"/>
                </a:cubicBezTo>
                <a:cubicBezTo>
                  <a:pt x="172375" y="41610"/>
                  <a:pt x="169153" y="40033"/>
                  <a:pt x="165497" y="40033"/>
                </a:cubicBezTo>
                <a:cubicBezTo>
                  <a:pt x="161978" y="40033"/>
                  <a:pt x="158745" y="41427"/>
                  <a:pt x="155797" y="44215"/>
                </a:cubicBezTo>
                <a:cubicBezTo>
                  <a:pt x="152849" y="47002"/>
                  <a:pt x="150416" y="51298"/>
                  <a:pt x="148496" y="57102"/>
                </a:cubicBezTo>
                <a:cubicBezTo>
                  <a:pt x="147034" y="61581"/>
                  <a:pt x="146303" y="65602"/>
                  <a:pt x="146303" y="69167"/>
                </a:cubicBezTo>
                <a:close/>
                <a:moveTo>
                  <a:pt x="280708" y="70195"/>
                </a:moveTo>
                <a:lnTo>
                  <a:pt x="231352" y="70195"/>
                </a:lnTo>
                <a:cubicBezTo>
                  <a:pt x="231306" y="70972"/>
                  <a:pt x="231283" y="71566"/>
                  <a:pt x="231283" y="71977"/>
                </a:cubicBezTo>
                <a:cubicBezTo>
                  <a:pt x="231283" y="76822"/>
                  <a:pt x="232666" y="80729"/>
                  <a:pt x="235431" y="83699"/>
                </a:cubicBezTo>
                <a:cubicBezTo>
                  <a:pt x="238196" y="86670"/>
                  <a:pt x="241566" y="88155"/>
                  <a:pt x="245542" y="88155"/>
                </a:cubicBezTo>
                <a:cubicBezTo>
                  <a:pt x="252077" y="88155"/>
                  <a:pt x="257173" y="84773"/>
                  <a:pt x="260829" y="78010"/>
                </a:cubicBezTo>
                <a:lnTo>
                  <a:pt x="278446" y="80957"/>
                </a:lnTo>
                <a:cubicBezTo>
                  <a:pt x="275018" y="88041"/>
                  <a:pt x="270437" y="93354"/>
                  <a:pt x="264702" y="96895"/>
                </a:cubicBezTo>
                <a:cubicBezTo>
                  <a:pt x="258966" y="100437"/>
                  <a:pt x="252534" y="102208"/>
                  <a:pt x="245405" y="102208"/>
                </a:cubicBezTo>
                <a:cubicBezTo>
                  <a:pt x="235625" y="102208"/>
                  <a:pt x="227673" y="99112"/>
                  <a:pt x="221549" y="92919"/>
                </a:cubicBezTo>
                <a:cubicBezTo>
                  <a:pt x="215426" y="86727"/>
                  <a:pt x="212364" y="78535"/>
                  <a:pt x="212364" y="68344"/>
                </a:cubicBezTo>
                <a:cubicBezTo>
                  <a:pt x="212364" y="58382"/>
                  <a:pt x="215129" y="49516"/>
                  <a:pt x="220658" y="41747"/>
                </a:cubicBezTo>
                <a:cubicBezTo>
                  <a:pt x="228199" y="31236"/>
                  <a:pt x="238961" y="25980"/>
                  <a:pt x="252945" y="25980"/>
                </a:cubicBezTo>
                <a:cubicBezTo>
                  <a:pt x="261857" y="25980"/>
                  <a:pt x="268940" y="28734"/>
                  <a:pt x="274196" y="34241"/>
                </a:cubicBezTo>
                <a:cubicBezTo>
                  <a:pt x="279451" y="39748"/>
                  <a:pt x="282079" y="47459"/>
                  <a:pt x="282079" y="57376"/>
                </a:cubicBezTo>
                <a:cubicBezTo>
                  <a:pt x="282079" y="62129"/>
                  <a:pt x="281622" y="66402"/>
                  <a:pt x="280708" y="70195"/>
                </a:cubicBezTo>
                <a:moveTo>
                  <a:pt x="264119" y="58199"/>
                </a:moveTo>
                <a:cubicBezTo>
                  <a:pt x="264165" y="57331"/>
                  <a:pt x="264187" y="56668"/>
                  <a:pt x="264187" y="56211"/>
                </a:cubicBezTo>
                <a:cubicBezTo>
                  <a:pt x="264187" y="50818"/>
                  <a:pt x="262976" y="46774"/>
                  <a:pt x="260554" y="44078"/>
                </a:cubicBezTo>
                <a:cubicBezTo>
                  <a:pt x="258132" y="41381"/>
                  <a:pt x="254888" y="40033"/>
                  <a:pt x="250820" y="40033"/>
                </a:cubicBezTo>
                <a:cubicBezTo>
                  <a:pt x="246753" y="40033"/>
                  <a:pt x="243108" y="41564"/>
                  <a:pt x="239887" y="44626"/>
                </a:cubicBezTo>
                <a:cubicBezTo>
                  <a:pt x="236665" y="47688"/>
                  <a:pt x="234482" y="52212"/>
                  <a:pt x="233340" y="58199"/>
                </a:cubicBezTo>
                <a:lnTo>
                  <a:pt x="264119" y="58199"/>
                </a:lnTo>
                <a:close/>
                <a:moveTo>
                  <a:pt x="292156" y="81506"/>
                </a:moveTo>
                <a:lnTo>
                  <a:pt x="311624" y="81506"/>
                </a:lnTo>
                <a:lnTo>
                  <a:pt x="307648" y="100494"/>
                </a:lnTo>
                <a:lnTo>
                  <a:pt x="288180" y="100494"/>
                </a:lnTo>
                <a:lnTo>
                  <a:pt x="292156" y="81506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(b)Elizabeththinksthatthereisn’tanybottleof">
            <a:extLst xmlns:a="http://schemas.openxmlformats.org/drawingml/2006/main">
              <a:ext uri="{FF2B5EF4-FFF2-40B4-BE49-F238E27FC236}">
                <a16:creationId xmlns:a16="http://schemas.microsoft.com/office/drawing/2014/main" id="{4390358F-ECA2-42CB-9D76-55EF9A12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0" y="2973942"/>
            <a:ext cx="2881210" cy="131753"/>
          </a:xfrm>
          <a:custGeom xmlns:a="http://schemas.openxmlformats.org/drawingml/2006/main">
            <a:pathLst>
              <a:path w="2881210" h="131753">
                <a:moveTo>
                  <a:pt x="24335" y="131753"/>
                </a:moveTo>
                <a:cubicBezTo>
                  <a:pt x="17526" y="123161"/>
                  <a:pt x="11768" y="113107"/>
                  <a:pt x="7061" y="101591"/>
                </a:cubicBezTo>
                <a:cubicBezTo>
                  <a:pt x="2354" y="90075"/>
                  <a:pt x="0" y="78147"/>
                  <a:pt x="0" y="65808"/>
                </a:cubicBezTo>
                <a:cubicBezTo>
                  <a:pt x="0" y="54931"/>
                  <a:pt x="1759" y="44512"/>
                  <a:pt x="5278" y="34549"/>
                </a:cubicBezTo>
                <a:cubicBezTo>
                  <a:pt x="9391" y="22987"/>
                  <a:pt x="15744" y="11471"/>
                  <a:pt x="24335" y="0"/>
                </a:cubicBezTo>
                <a:lnTo>
                  <a:pt x="33178" y="0"/>
                </a:lnTo>
                <a:cubicBezTo>
                  <a:pt x="27648" y="9506"/>
                  <a:pt x="23992" y="16292"/>
                  <a:pt x="22210" y="20359"/>
                </a:cubicBezTo>
                <a:cubicBezTo>
                  <a:pt x="19422" y="26666"/>
                  <a:pt x="17229" y="33247"/>
                  <a:pt x="15629" y="40102"/>
                </a:cubicBezTo>
                <a:cubicBezTo>
                  <a:pt x="13664" y="48648"/>
                  <a:pt x="12682" y="57239"/>
                  <a:pt x="12682" y="65876"/>
                </a:cubicBezTo>
                <a:cubicBezTo>
                  <a:pt x="12682" y="87858"/>
                  <a:pt x="19514" y="109817"/>
                  <a:pt x="33178" y="131753"/>
                </a:cubicBezTo>
                <a:lnTo>
                  <a:pt x="24335" y="131753"/>
                </a:lnTo>
                <a:close/>
                <a:moveTo>
                  <a:pt x="58462" y="102208"/>
                </a:moveTo>
                <a:lnTo>
                  <a:pt x="47014" y="102208"/>
                </a:lnTo>
                <a:lnTo>
                  <a:pt x="47014" y="1714"/>
                </a:lnTo>
                <a:lnTo>
                  <a:pt x="59353" y="1714"/>
                </a:lnTo>
                <a:lnTo>
                  <a:pt x="59353" y="37565"/>
                </a:lnTo>
                <a:cubicBezTo>
                  <a:pt x="64563" y="31030"/>
                  <a:pt x="71212" y="27763"/>
                  <a:pt x="79301" y="27763"/>
                </a:cubicBezTo>
                <a:cubicBezTo>
                  <a:pt x="83780" y="27763"/>
                  <a:pt x="88019" y="28665"/>
                  <a:pt x="92017" y="30470"/>
                </a:cubicBezTo>
                <a:cubicBezTo>
                  <a:pt x="96016" y="32276"/>
                  <a:pt x="99306" y="34812"/>
                  <a:pt x="101889" y="38079"/>
                </a:cubicBezTo>
                <a:cubicBezTo>
                  <a:pt x="104471" y="41347"/>
                  <a:pt x="106493" y="45289"/>
                  <a:pt x="107955" y="49904"/>
                </a:cubicBezTo>
                <a:cubicBezTo>
                  <a:pt x="109418" y="54520"/>
                  <a:pt x="110149" y="59456"/>
                  <a:pt x="110149" y="64711"/>
                </a:cubicBezTo>
                <a:cubicBezTo>
                  <a:pt x="110149" y="77187"/>
                  <a:pt x="107064" y="86830"/>
                  <a:pt x="100895" y="93639"/>
                </a:cubicBezTo>
                <a:cubicBezTo>
                  <a:pt x="94725" y="100448"/>
                  <a:pt x="87322" y="103853"/>
                  <a:pt x="78684" y="103853"/>
                </a:cubicBezTo>
                <a:cubicBezTo>
                  <a:pt x="70093" y="103853"/>
                  <a:pt x="63352" y="100266"/>
                  <a:pt x="58462" y="93091"/>
                </a:cubicBezTo>
                <a:lnTo>
                  <a:pt x="58462" y="102208"/>
                </a:lnTo>
                <a:moveTo>
                  <a:pt x="58325" y="65260"/>
                </a:moveTo>
                <a:cubicBezTo>
                  <a:pt x="58325" y="73988"/>
                  <a:pt x="59513" y="80295"/>
                  <a:pt x="61890" y="84179"/>
                </a:cubicBezTo>
                <a:cubicBezTo>
                  <a:pt x="65774" y="90532"/>
                  <a:pt x="71030" y="93708"/>
                  <a:pt x="77656" y="93708"/>
                </a:cubicBezTo>
                <a:cubicBezTo>
                  <a:pt x="83049" y="93708"/>
                  <a:pt x="87710" y="91366"/>
                  <a:pt x="91640" y="86681"/>
                </a:cubicBezTo>
                <a:cubicBezTo>
                  <a:pt x="95571" y="81997"/>
                  <a:pt x="97536" y="75016"/>
                  <a:pt x="97536" y="65739"/>
                </a:cubicBezTo>
                <a:cubicBezTo>
                  <a:pt x="97536" y="56234"/>
                  <a:pt x="95650" y="49219"/>
                  <a:pt x="91880" y="44695"/>
                </a:cubicBezTo>
                <a:cubicBezTo>
                  <a:pt x="88110" y="40170"/>
                  <a:pt x="83551" y="37908"/>
                  <a:pt x="78205" y="37908"/>
                </a:cubicBezTo>
                <a:cubicBezTo>
                  <a:pt x="72812" y="37908"/>
                  <a:pt x="68151" y="40250"/>
                  <a:pt x="64220" y="44934"/>
                </a:cubicBezTo>
                <a:cubicBezTo>
                  <a:pt x="60290" y="49619"/>
                  <a:pt x="58325" y="56394"/>
                  <a:pt x="58325" y="65260"/>
                </a:cubicBezTo>
                <a:close/>
                <a:moveTo>
                  <a:pt x="132948" y="131753"/>
                </a:moveTo>
                <a:lnTo>
                  <a:pt x="124105" y="131753"/>
                </a:lnTo>
                <a:cubicBezTo>
                  <a:pt x="137769" y="109817"/>
                  <a:pt x="144601" y="87858"/>
                  <a:pt x="144601" y="65876"/>
                </a:cubicBezTo>
                <a:cubicBezTo>
                  <a:pt x="144601" y="57285"/>
                  <a:pt x="143619" y="48762"/>
                  <a:pt x="141654" y="40307"/>
                </a:cubicBezTo>
                <a:cubicBezTo>
                  <a:pt x="140100" y="33452"/>
                  <a:pt x="137929" y="26872"/>
                  <a:pt x="135142" y="20565"/>
                </a:cubicBezTo>
                <a:cubicBezTo>
                  <a:pt x="133359" y="16452"/>
                  <a:pt x="129680" y="9597"/>
                  <a:pt x="124105" y="0"/>
                </a:cubicBezTo>
                <a:lnTo>
                  <a:pt x="132948" y="0"/>
                </a:lnTo>
                <a:cubicBezTo>
                  <a:pt x="141540" y="11471"/>
                  <a:pt x="147892" y="22987"/>
                  <a:pt x="152005" y="34549"/>
                </a:cubicBezTo>
                <a:cubicBezTo>
                  <a:pt x="155524" y="44512"/>
                  <a:pt x="157283" y="54931"/>
                  <a:pt x="157283" y="65808"/>
                </a:cubicBezTo>
                <a:cubicBezTo>
                  <a:pt x="157283" y="78147"/>
                  <a:pt x="154918" y="90075"/>
                  <a:pt x="150188" y="101591"/>
                </a:cubicBezTo>
                <a:cubicBezTo>
                  <a:pt x="145458" y="113107"/>
                  <a:pt x="139712" y="123161"/>
                  <a:pt x="132948" y="131753"/>
                </a:cubicBezTo>
                <a:close/>
                <a:moveTo>
                  <a:pt x="191445" y="102208"/>
                </a:moveTo>
                <a:lnTo>
                  <a:pt x="191445" y="1714"/>
                </a:lnTo>
                <a:lnTo>
                  <a:pt x="264108" y="1714"/>
                </a:lnTo>
                <a:lnTo>
                  <a:pt x="264108" y="13573"/>
                </a:lnTo>
                <a:lnTo>
                  <a:pt x="204744" y="13573"/>
                </a:lnTo>
                <a:lnTo>
                  <a:pt x="204744" y="44352"/>
                </a:lnTo>
                <a:lnTo>
                  <a:pt x="260338" y="44352"/>
                </a:lnTo>
                <a:lnTo>
                  <a:pt x="260338" y="56142"/>
                </a:lnTo>
                <a:lnTo>
                  <a:pt x="204744" y="56142"/>
                </a:lnTo>
                <a:lnTo>
                  <a:pt x="204744" y="90349"/>
                </a:lnTo>
                <a:lnTo>
                  <a:pt x="266439" y="90349"/>
                </a:lnTo>
                <a:lnTo>
                  <a:pt x="266439" y="102208"/>
                </a:lnTo>
                <a:lnTo>
                  <a:pt x="191445" y="102208"/>
                </a:lnTo>
                <a:close/>
                <a:moveTo>
                  <a:pt x="282862" y="102208"/>
                </a:moveTo>
                <a:lnTo>
                  <a:pt x="282862" y="1714"/>
                </a:lnTo>
                <a:lnTo>
                  <a:pt x="295201" y="1714"/>
                </a:lnTo>
                <a:lnTo>
                  <a:pt x="295201" y="102208"/>
                </a:lnTo>
                <a:lnTo>
                  <a:pt x="282862" y="102208"/>
                </a:lnTo>
                <a:close/>
                <a:moveTo>
                  <a:pt x="314695" y="15904"/>
                </a:moveTo>
                <a:lnTo>
                  <a:pt x="314695" y="1714"/>
                </a:lnTo>
                <a:lnTo>
                  <a:pt x="327034" y="1714"/>
                </a:lnTo>
                <a:lnTo>
                  <a:pt x="327034" y="15904"/>
                </a:lnTo>
                <a:lnTo>
                  <a:pt x="314695" y="15904"/>
                </a:lnTo>
                <a:moveTo>
                  <a:pt x="314695" y="102208"/>
                </a:moveTo>
                <a:lnTo>
                  <a:pt x="314695" y="29408"/>
                </a:lnTo>
                <a:lnTo>
                  <a:pt x="327034" y="29408"/>
                </a:lnTo>
                <a:lnTo>
                  <a:pt x="327034" y="102208"/>
                </a:lnTo>
                <a:lnTo>
                  <a:pt x="314695" y="102208"/>
                </a:lnTo>
                <a:close/>
                <a:moveTo>
                  <a:pt x="339603" y="102208"/>
                </a:moveTo>
                <a:lnTo>
                  <a:pt x="339603" y="92200"/>
                </a:lnTo>
                <a:lnTo>
                  <a:pt x="385943" y="39005"/>
                </a:lnTo>
                <a:cubicBezTo>
                  <a:pt x="380688" y="39279"/>
                  <a:pt x="376049" y="39416"/>
                  <a:pt x="372027" y="39416"/>
                </a:cubicBezTo>
                <a:lnTo>
                  <a:pt x="342345" y="39416"/>
                </a:lnTo>
                <a:lnTo>
                  <a:pt x="342345" y="29408"/>
                </a:lnTo>
                <a:lnTo>
                  <a:pt x="401847" y="29408"/>
                </a:lnTo>
                <a:lnTo>
                  <a:pt x="401847" y="37565"/>
                </a:lnTo>
                <a:lnTo>
                  <a:pt x="362430" y="83768"/>
                </a:lnTo>
                <a:lnTo>
                  <a:pt x="354821" y="92200"/>
                </a:lnTo>
                <a:cubicBezTo>
                  <a:pt x="360351" y="91788"/>
                  <a:pt x="365538" y="91583"/>
                  <a:pt x="370382" y="91583"/>
                </a:cubicBezTo>
                <a:lnTo>
                  <a:pt x="404040" y="91583"/>
                </a:lnTo>
                <a:lnTo>
                  <a:pt x="404040" y="102208"/>
                </a:lnTo>
                <a:lnTo>
                  <a:pt x="339603" y="102208"/>
                </a:lnTo>
                <a:close/>
                <a:moveTo>
                  <a:pt x="463577" y="93228"/>
                </a:moveTo>
                <a:cubicBezTo>
                  <a:pt x="459007" y="97112"/>
                  <a:pt x="454609" y="99854"/>
                  <a:pt x="450381" y="101454"/>
                </a:cubicBezTo>
                <a:cubicBezTo>
                  <a:pt x="446154" y="103053"/>
                  <a:pt x="441618" y="103853"/>
                  <a:pt x="436774" y="103853"/>
                </a:cubicBezTo>
                <a:cubicBezTo>
                  <a:pt x="428777" y="103853"/>
                  <a:pt x="422630" y="101899"/>
                  <a:pt x="418334" y="97992"/>
                </a:cubicBezTo>
                <a:cubicBezTo>
                  <a:pt x="414038" y="94085"/>
                  <a:pt x="411891" y="89092"/>
                  <a:pt x="411891" y="83014"/>
                </a:cubicBezTo>
                <a:cubicBezTo>
                  <a:pt x="411891" y="79449"/>
                  <a:pt x="412702" y="76193"/>
                  <a:pt x="414324" y="73246"/>
                </a:cubicBezTo>
                <a:cubicBezTo>
                  <a:pt x="415946" y="70298"/>
                  <a:pt x="418071" y="67933"/>
                  <a:pt x="420699" y="66151"/>
                </a:cubicBezTo>
                <a:cubicBezTo>
                  <a:pt x="423327" y="64368"/>
                  <a:pt x="426286" y="63020"/>
                  <a:pt x="429576" y="62106"/>
                </a:cubicBezTo>
                <a:cubicBezTo>
                  <a:pt x="431999" y="61466"/>
                  <a:pt x="435655" y="60849"/>
                  <a:pt x="440544" y="60255"/>
                </a:cubicBezTo>
                <a:cubicBezTo>
                  <a:pt x="450507" y="59067"/>
                  <a:pt x="457842" y="57650"/>
                  <a:pt x="462549" y="56005"/>
                </a:cubicBezTo>
                <a:cubicBezTo>
                  <a:pt x="462595" y="54314"/>
                  <a:pt x="462618" y="53240"/>
                  <a:pt x="462618" y="52783"/>
                </a:cubicBezTo>
                <a:cubicBezTo>
                  <a:pt x="462618" y="47756"/>
                  <a:pt x="461452" y="44215"/>
                  <a:pt x="459121" y="42158"/>
                </a:cubicBezTo>
                <a:cubicBezTo>
                  <a:pt x="455968" y="39371"/>
                  <a:pt x="451284" y="37977"/>
                  <a:pt x="445069" y="37977"/>
                </a:cubicBezTo>
                <a:cubicBezTo>
                  <a:pt x="439265" y="37977"/>
                  <a:pt x="434980" y="38993"/>
                  <a:pt x="432216" y="41027"/>
                </a:cubicBezTo>
                <a:cubicBezTo>
                  <a:pt x="429451" y="43061"/>
                  <a:pt x="427406" y="46660"/>
                  <a:pt x="426080" y="51824"/>
                </a:cubicBezTo>
                <a:lnTo>
                  <a:pt x="414016" y="50179"/>
                </a:lnTo>
                <a:cubicBezTo>
                  <a:pt x="415112" y="45014"/>
                  <a:pt x="416918" y="40844"/>
                  <a:pt x="419431" y="37668"/>
                </a:cubicBezTo>
                <a:cubicBezTo>
                  <a:pt x="421945" y="34492"/>
                  <a:pt x="425578" y="32047"/>
                  <a:pt x="430330" y="30333"/>
                </a:cubicBezTo>
                <a:cubicBezTo>
                  <a:pt x="435083" y="28620"/>
                  <a:pt x="440590" y="27763"/>
                  <a:pt x="446851" y="27763"/>
                </a:cubicBezTo>
                <a:cubicBezTo>
                  <a:pt x="453066" y="27763"/>
                  <a:pt x="458116" y="28494"/>
                  <a:pt x="462001" y="29956"/>
                </a:cubicBezTo>
                <a:cubicBezTo>
                  <a:pt x="465885" y="31419"/>
                  <a:pt x="468741" y="33258"/>
                  <a:pt x="470569" y="35475"/>
                </a:cubicBezTo>
                <a:cubicBezTo>
                  <a:pt x="472397" y="37691"/>
                  <a:pt x="473677" y="40490"/>
                  <a:pt x="474408" y="43872"/>
                </a:cubicBezTo>
                <a:cubicBezTo>
                  <a:pt x="474819" y="45974"/>
                  <a:pt x="475025" y="49767"/>
                  <a:pt x="475025" y="55251"/>
                </a:cubicBezTo>
                <a:lnTo>
                  <a:pt x="475025" y="71703"/>
                </a:lnTo>
                <a:cubicBezTo>
                  <a:pt x="475025" y="83174"/>
                  <a:pt x="475288" y="90429"/>
                  <a:pt x="475813" y="93468"/>
                </a:cubicBezTo>
                <a:cubicBezTo>
                  <a:pt x="476339" y="96507"/>
                  <a:pt x="477379" y="99420"/>
                  <a:pt x="478932" y="102208"/>
                </a:cubicBezTo>
                <a:lnTo>
                  <a:pt x="466045" y="102208"/>
                </a:lnTo>
                <a:cubicBezTo>
                  <a:pt x="464765" y="99649"/>
                  <a:pt x="463943" y="96655"/>
                  <a:pt x="463577" y="93228"/>
                </a:cubicBezTo>
                <a:moveTo>
                  <a:pt x="462549" y="65671"/>
                </a:moveTo>
                <a:cubicBezTo>
                  <a:pt x="458070" y="67499"/>
                  <a:pt x="451352" y="69053"/>
                  <a:pt x="442395" y="70332"/>
                </a:cubicBezTo>
                <a:cubicBezTo>
                  <a:pt x="437323" y="71063"/>
                  <a:pt x="433735" y="71886"/>
                  <a:pt x="431633" y="72800"/>
                </a:cubicBezTo>
                <a:cubicBezTo>
                  <a:pt x="429531" y="73714"/>
                  <a:pt x="427908" y="75051"/>
                  <a:pt x="426766" y="76810"/>
                </a:cubicBezTo>
                <a:cubicBezTo>
                  <a:pt x="425623" y="78570"/>
                  <a:pt x="425052" y="80523"/>
                  <a:pt x="425052" y="82671"/>
                </a:cubicBezTo>
                <a:cubicBezTo>
                  <a:pt x="425052" y="85962"/>
                  <a:pt x="426297" y="88704"/>
                  <a:pt x="428788" y="90897"/>
                </a:cubicBezTo>
                <a:cubicBezTo>
                  <a:pt x="431279" y="93091"/>
                  <a:pt x="434923" y="94188"/>
                  <a:pt x="439722" y="94188"/>
                </a:cubicBezTo>
                <a:cubicBezTo>
                  <a:pt x="444475" y="94188"/>
                  <a:pt x="448702" y="93148"/>
                  <a:pt x="452404" y="91069"/>
                </a:cubicBezTo>
                <a:cubicBezTo>
                  <a:pt x="456105" y="88989"/>
                  <a:pt x="458824" y="86144"/>
                  <a:pt x="460561" y="82534"/>
                </a:cubicBezTo>
                <a:cubicBezTo>
                  <a:pt x="461886" y="79746"/>
                  <a:pt x="462549" y="75633"/>
                  <a:pt x="462549" y="70195"/>
                </a:cubicBezTo>
                <a:lnTo>
                  <a:pt x="462549" y="65671"/>
                </a:lnTo>
                <a:close/>
                <a:moveTo>
                  <a:pt x="505270" y="102208"/>
                </a:moveTo>
                <a:lnTo>
                  <a:pt x="493822" y="102208"/>
                </a:lnTo>
                <a:lnTo>
                  <a:pt x="493822" y="1714"/>
                </a:lnTo>
                <a:lnTo>
                  <a:pt x="506161" y="1714"/>
                </a:lnTo>
                <a:lnTo>
                  <a:pt x="506161" y="37565"/>
                </a:lnTo>
                <a:cubicBezTo>
                  <a:pt x="511370" y="31030"/>
                  <a:pt x="518020" y="27763"/>
                  <a:pt x="526109" y="27763"/>
                </a:cubicBezTo>
                <a:cubicBezTo>
                  <a:pt x="530587" y="27763"/>
                  <a:pt x="534826" y="28665"/>
                  <a:pt x="538825" y="30470"/>
                </a:cubicBezTo>
                <a:cubicBezTo>
                  <a:pt x="542823" y="32276"/>
                  <a:pt x="546114" y="34812"/>
                  <a:pt x="548696" y="38079"/>
                </a:cubicBezTo>
                <a:cubicBezTo>
                  <a:pt x="551278" y="41347"/>
                  <a:pt x="553300" y="45289"/>
                  <a:pt x="554763" y="49904"/>
                </a:cubicBezTo>
                <a:cubicBezTo>
                  <a:pt x="556225" y="54520"/>
                  <a:pt x="556956" y="59456"/>
                  <a:pt x="556956" y="64711"/>
                </a:cubicBezTo>
                <a:cubicBezTo>
                  <a:pt x="556956" y="77187"/>
                  <a:pt x="553871" y="86830"/>
                  <a:pt x="547702" y="93639"/>
                </a:cubicBezTo>
                <a:cubicBezTo>
                  <a:pt x="541532" y="100448"/>
                  <a:pt x="534129" y="103853"/>
                  <a:pt x="525492" y="103853"/>
                </a:cubicBezTo>
                <a:cubicBezTo>
                  <a:pt x="516900" y="103853"/>
                  <a:pt x="510159" y="100266"/>
                  <a:pt x="505270" y="93091"/>
                </a:cubicBezTo>
                <a:lnTo>
                  <a:pt x="505270" y="102208"/>
                </a:lnTo>
                <a:moveTo>
                  <a:pt x="505132" y="65260"/>
                </a:moveTo>
                <a:cubicBezTo>
                  <a:pt x="505132" y="73988"/>
                  <a:pt x="506321" y="80295"/>
                  <a:pt x="508697" y="84179"/>
                </a:cubicBezTo>
                <a:cubicBezTo>
                  <a:pt x="512582" y="90532"/>
                  <a:pt x="517837" y="93708"/>
                  <a:pt x="524464" y="93708"/>
                </a:cubicBezTo>
                <a:cubicBezTo>
                  <a:pt x="529856" y="93708"/>
                  <a:pt x="534518" y="91366"/>
                  <a:pt x="538448" y="86681"/>
                </a:cubicBezTo>
                <a:cubicBezTo>
                  <a:pt x="542378" y="81997"/>
                  <a:pt x="544343" y="75016"/>
                  <a:pt x="544343" y="65739"/>
                </a:cubicBezTo>
                <a:cubicBezTo>
                  <a:pt x="544343" y="56234"/>
                  <a:pt x="542458" y="49219"/>
                  <a:pt x="538688" y="44695"/>
                </a:cubicBezTo>
                <a:cubicBezTo>
                  <a:pt x="534917" y="40170"/>
                  <a:pt x="530359" y="37908"/>
                  <a:pt x="525012" y="37908"/>
                </a:cubicBezTo>
                <a:cubicBezTo>
                  <a:pt x="519619" y="37908"/>
                  <a:pt x="514958" y="40250"/>
                  <a:pt x="511028" y="44934"/>
                </a:cubicBezTo>
                <a:cubicBezTo>
                  <a:pt x="507098" y="49619"/>
                  <a:pt x="505132" y="56394"/>
                  <a:pt x="505132" y="65260"/>
                </a:cubicBezTo>
                <a:close/>
                <a:moveTo>
                  <a:pt x="621545" y="78764"/>
                </a:moveTo>
                <a:lnTo>
                  <a:pt x="634295" y="80341"/>
                </a:lnTo>
                <a:cubicBezTo>
                  <a:pt x="632284" y="87790"/>
                  <a:pt x="628559" y="93571"/>
                  <a:pt x="623121" y="97684"/>
                </a:cubicBezTo>
                <a:cubicBezTo>
                  <a:pt x="617683" y="101797"/>
                  <a:pt x="610737" y="103853"/>
                  <a:pt x="602282" y="103853"/>
                </a:cubicBezTo>
                <a:cubicBezTo>
                  <a:pt x="591634" y="103853"/>
                  <a:pt x="583191" y="100574"/>
                  <a:pt x="576953" y="94016"/>
                </a:cubicBezTo>
                <a:cubicBezTo>
                  <a:pt x="570715" y="87458"/>
                  <a:pt x="567596" y="78261"/>
                  <a:pt x="567596" y="66425"/>
                </a:cubicBezTo>
                <a:cubicBezTo>
                  <a:pt x="567596" y="54177"/>
                  <a:pt x="570749" y="44672"/>
                  <a:pt x="577056" y="37908"/>
                </a:cubicBezTo>
                <a:cubicBezTo>
                  <a:pt x="583362" y="31145"/>
                  <a:pt x="591543" y="27763"/>
                  <a:pt x="601597" y="27763"/>
                </a:cubicBezTo>
                <a:cubicBezTo>
                  <a:pt x="611331" y="27763"/>
                  <a:pt x="619282" y="31076"/>
                  <a:pt x="625452" y="37702"/>
                </a:cubicBezTo>
                <a:cubicBezTo>
                  <a:pt x="631621" y="44329"/>
                  <a:pt x="634706" y="53652"/>
                  <a:pt x="634706" y="65671"/>
                </a:cubicBezTo>
                <a:cubicBezTo>
                  <a:pt x="634706" y="66402"/>
                  <a:pt x="634683" y="67499"/>
                  <a:pt x="634638" y="68961"/>
                </a:cubicBezTo>
                <a:lnTo>
                  <a:pt x="580346" y="68961"/>
                </a:lnTo>
                <a:cubicBezTo>
                  <a:pt x="580803" y="76959"/>
                  <a:pt x="583065" y="83083"/>
                  <a:pt x="587132" y="87333"/>
                </a:cubicBezTo>
                <a:cubicBezTo>
                  <a:pt x="591200" y="91583"/>
                  <a:pt x="596272" y="93708"/>
                  <a:pt x="602351" y="93708"/>
                </a:cubicBezTo>
                <a:cubicBezTo>
                  <a:pt x="606875" y="93708"/>
                  <a:pt x="610737" y="92520"/>
                  <a:pt x="613936" y="90143"/>
                </a:cubicBezTo>
                <a:cubicBezTo>
                  <a:pt x="617135" y="87767"/>
                  <a:pt x="619671" y="83974"/>
                  <a:pt x="621545" y="78764"/>
                </a:cubicBezTo>
                <a:moveTo>
                  <a:pt x="581032" y="58816"/>
                </a:moveTo>
                <a:lnTo>
                  <a:pt x="621682" y="58816"/>
                </a:lnTo>
                <a:cubicBezTo>
                  <a:pt x="621133" y="52692"/>
                  <a:pt x="619579" y="48099"/>
                  <a:pt x="617020" y="45037"/>
                </a:cubicBezTo>
                <a:cubicBezTo>
                  <a:pt x="613090" y="40285"/>
                  <a:pt x="607995" y="37908"/>
                  <a:pt x="601734" y="37908"/>
                </a:cubicBezTo>
                <a:cubicBezTo>
                  <a:pt x="596067" y="37908"/>
                  <a:pt x="591303" y="39805"/>
                  <a:pt x="587441" y="43598"/>
                </a:cubicBezTo>
                <a:cubicBezTo>
                  <a:pt x="583579" y="47391"/>
                  <a:pt x="581443" y="52464"/>
                  <a:pt x="581032" y="58816"/>
                </a:cubicBezTo>
                <a:close/>
                <a:moveTo>
                  <a:pt x="676467" y="91171"/>
                </a:moveTo>
                <a:lnTo>
                  <a:pt x="678249" y="102071"/>
                </a:lnTo>
                <a:cubicBezTo>
                  <a:pt x="674776" y="102802"/>
                  <a:pt x="671669" y="103168"/>
                  <a:pt x="668927" y="103168"/>
                </a:cubicBezTo>
                <a:cubicBezTo>
                  <a:pt x="664448" y="103168"/>
                  <a:pt x="660975" y="102459"/>
                  <a:pt x="658507" y="101043"/>
                </a:cubicBezTo>
                <a:cubicBezTo>
                  <a:pt x="656039" y="99626"/>
                  <a:pt x="654303" y="97764"/>
                  <a:pt x="653297" y="95456"/>
                </a:cubicBezTo>
                <a:cubicBezTo>
                  <a:pt x="652292" y="93148"/>
                  <a:pt x="651789" y="88292"/>
                  <a:pt x="651789" y="80889"/>
                </a:cubicBezTo>
                <a:lnTo>
                  <a:pt x="651789" y="39005"/>
                </a:lnTo>
                <a:lnTo>
                  <a:pt x="642741" y="39005"/>
                </a:lnTo>
                <a:lnTo>
                  <a:pt x="642741" y="29408"/>
                </a:lnTo>
                <a:lnTo>
                  <a:pt x="651789" y="29408"/>
                </a:lnTo>
                <a:lnTo>
                  <a:pt x="651789" y="11379"/>
                </a:lnTo>
                <a:lnTo>
                  <a:pt x="664060" y="3976"/>
                </a:lnTo>
                <a:lnTo>
                  <a:pt x="664060" y="29408"/>
                </a:lnTo>
                <a:lnTo>
                  <a:pt x="676467" y="29408"/>
                </a:lnTo>
                <a:lnTo>
                  <a:pt x="676467" y="39005"/>
                </a:lnTo>
                <a:lnTo>
                  <a:pt x="664060" y="39005"/>
                </a:lnTo>
                <a:lnTo>
                  <a:pt x="664060" y="81574"/>
                </a:lnTo>
                <a:cubicBezTo>
                  <a:pt x="664060" y="85093"/>
                  <a:pt x="664277" y="87355"/>
                  <a:pt x="664711" y="88361"/>
                </a:cubicBezTo>
                <a:cubicBezTo>
                  <a:pt x="665145" y="89366"/>
                  <a:pt x="665853" y="90166"/>
                  <a:pt x="666836" y="90760"/>
                </a:cubicBezTo>
                <a:cubicBezTo>
                  <a:pt x="667818" y="91354"/>
                  <a:pt x="669224" y="91651"/>
                  <a:pt x="671052" y="91651"/>
                </a:cubicBezTo>
                <a:cubicBezTo>
                  <a:pt x="672423" y="91651"/>
                  <a:pt x="674228" y="91491"/>
                  <a:pt x="676467" y="91171"/>
                </a:cubicBezTo>
                <a:close/>
                <a:moveTo>
                  <a:pt x="688036" y="102208"/>
                </a:moveTo>
                <a:lnTo>
                  <a:pt x="688036" y="1714"/>
                </a:lnTo>
                <a:lnTo>
                  <a:pt x="700375" y="1714"/>
                </a:lnTo>
                <a:lnTo>
                  <a:pt x="700375" y="37771"/>
                </a:lnTo>
                <a:cubicBezTo>
                  <a:pt x="706133" y="31099"/>
                  <a:pt x="713399" y="27763"/>
                  <a:pt x="722174" y="27763"/>
                </a:cubicBezTo>
                <a:cubicBezTo>
                  <a:pt x="727566" y="27763"/>
                  <a:pt x="732251" y="28825"/>
                  <a:pt x="736227" y="30950"/>
                </a:cubicBezTo>
                <a:cubicBezTo>
                  <a:pt x="740202" y="33075"/>
                  <a:pt x="743047" y="36012"/>
                  <a:pt x="744761" y="39759"/>
                </a:cubicBezTo>
                <a:cubicBezTo>
                  <a:pt x="746475" y="43506"/>
                  <a:pt x="747332" y="48945"/>
                  <a:pt x="747332" y="56074"/>
                </a:cubicBezTo>
                <a:lnTo>
                  <a:pt x="747332" y="102208"/>
                </a:lnTo>
                <a:lnTo>
                  <a:pt x="734993" y="102208"/>
                </a:lnTo>
                <a:lnTo>
                  <a:pt x="734993" y="56074"/>
                </a:lnTo>
                <a:cubicBezTo>
                  <a:pt x="734993" y="49904"/>
                  <a:pt x="733656" y="45414"/>
                  <a:pt x="730982" y="42604"/>
                </a:cubicBezTo>
                <a:cubicBezTo>
                  <a:pt x="728309" y="39793"/>
                  <a:pt x="724527" y="38388"/>
                  <a:pt x="719637" y="38388"/>
                </a:cubicBezTo>
                <a:cubicBezTo>
                  <a:pt x="715981" y="38388"/>
                  <a:pt x="712543" y="39336"/>
                  <a:pt x="709321" y="41233"/>
                </a:cubicBezTo>
                <a:cubicBezTo>
                  <a:pt x="706099" y="43129"/>
                  <a:pt x="703802" y="45700"/>
                  <a:pt x="702431" y="48945"/>
                </a:cubicBezTo>
                <a:cubicBezTo>
                  <a:pt x="701060" y="52189"/>
                  <a:pt x="700375" y="56668"/>
                  <a:pt x="700375" y="62380"/>
                </a:cubicBezTo>
                <a:lnTo>
                  <a:pt x="700375" y="102208"/>
                </a:lnTo>
                <a:lnTo>
                  <a:pt x="688036" y="102208"/>
                </a:lnTo>
                <a:close/>
                <a:moveTo>
                  <a:pt x="831304" y="91171"/>
                </a:moveTo>
                <a:lnTo>
                  <a:pt x="833086" y="102071"/>
                </a:lnTo>
                <a:cubicBezTo>
                  <a:pt x="829613" y="102802"/>
                  <a:pt x="826505" y="103168"/>
                  <a:pt x="823763" y="103168"/>
                </a:cubicBezTo>
                <a:cubicBezTo>
                  <a:pt x="819285" y="103168"/>
                  <a:pt x="815811" y="102459"/>
                  <a:pt x="813344" y="101043"/>
                </a:cubicBezTo>
                <a:cubicBezTo>
                  <a:pt x="810876" y="99626"/>
                  <a:pt x="809139" y="97764"/>
                  <a:pt x="808134" y="95456"/>
                </a:cubicBezTo>
                <a:cubicBezTo>
                  <a:pt x="807128" y="93148"/>
                  <a:pt x="806626" y="88292"/>
                  <a:pt x="806626" y="80889"/>
                </a:cubicBezTo>
                <a:lnTo>
                  <a:pt x="806626" y="39005"/>
                </a:lnTo>
                <a:lnTo>
                  <a:pt x="797577" y="39005"/>
                </a:lnTo>
                <a:lnTo>
                  <a:pt x="797577" y="29408"/>
                </a:lnTo>
                <a:lnTo>
                  <a:pt x="806626" y="29408"/>
                </a:lnTo>
                <a:lnTo>
                  <a:pt x="806626" y="11379"/>
                </a:lnTo>
                <a:lnTo>
                  <a:pt x="818896" y="3976"/>
                </a:lnTo>
                <a:lnTo>
                  <a:pt x="818896" y="29408"/>
                </a:lnTo>
                <a:lnTo>
                  <a:pt x="831304" y="29408"/>
                </a:lnTo>
                <a:lnTo>
                  <a:pt x="831304" y="39005"/>
                </a:lnTo>
                <a:lnTo>
                  <a:pt x="818896" y="39005"/>
                </a:lnTo>
                <a:lnTo>
                  <a:pt x="818896" y="81574"/>
                </a:lnTo>
                <a:cubicBezTo>
                  <a:pt x="818896" y="85093"/>
                  <a:pt x="819113" y="87355"/>
                  <a:pt x="819547" y="88361"/>
                </a:cubicBezTo>
                <a:cubicBezTo>
                  <a:pt x="819981" y="89366"/>
                  <a:pt x="820690" y="90166"/>
                  <a:pt x="821672" y="90760"/>
                </a:cubicBezTo>
                <a:cubicBezTo>
                  <a:pt x="822655" y="91354"/>
                  <a:pt x="824060" y="91651"/>
                  <a:pt x="825888" y="91651"/>
                </a:cubicBezTo>
                <a:cubicBezTo>
                  <a:pt x="827259" y="91651"/>
                  <a:pt x="829064" y="91491"/>
                  <a:pt x="831304" y="91171"/>
                </a:cubicBezTo>
                <a:close/>
                <a:moveTo>
                  <a:pt x="842872" y="102208"/>
                </a:moveTo>
                <a:lnTo>
                  <a:pt x="842872" y="1714"/>
                </a:lnTo>
                <a:lnTo>
                  <a:pt x="855211" y="1714"/>
                </a:lnTo>
                <a:lnTo>
                  <a:pt x="855211" y="37771"/>
                </a:lnTo>
                <a:cubicBezTo>
                  <a:pt x="860970" y="31099"/>
                  <a:pt x="868236" y="27763"/>
                  <a:pt x="877010" y="27763"/>
                </a:cubicBezTo>
                <a:cubicBezTo>
                  <a:pt x="882403" y="27763"/>
                  <a:pt x="887087" y="28825"/>
                  <a:pt x="891063" y="30950"/>
                </a:cubicBezTo>
                <a:cubicBezTo>
                  <a:pt x="895039" y="33075"/>
                  <a:pt x="897884" y="36012"/>
                  <a:pt x="899598" y="39759"/>
                </a:cubicBezTo>
                <a:cubicBezTo>
                  <a:pt x="901311" y="43506"/>
                  <a:pt x="902168" y="48945"/>
                  <a:pt x="902168" y="56074"/>
                </a:cubicBezTo>
                <a:lnTo>
                  <a:pt x="902168" y="102208"/>
                </a:lnTo>
                <a:lnTo>
                  <a:pt x="889829" y="102208"/>
                </a:lnTo>
                <a:lnTo>
                  <a:pt x="889829" y="56074"/>
                </a:lnTo>
                <a:cubicBezTo>
                  <a:pt x="889829" y="49904"/>
                  <a:pt x="888492" y="45414"/>
                  <a:pt x="885819" y="42604"/>
                </a:cubicBezTo>
                <a:cubicBezTo>
                  <a:pt x="883146" y="39793"/>
                  <a:pt x="879364" y="38388"/>
                  <a:pt x="874474" y="38388"/>
                </a:cubicBezTo>
                <a:cubicBezTo>
                  <a:pt x="870818" y="38388"/>
                  <a:pt x="867379" y="39336"/>
                  <a:pt x="864157" y="41233"/>
                </a:cubicBezTo>
                <a:cubicBezTo>
                  <a:pt x="860935" y="43129"/>
                  <a:pt x="858639" y="45700"/>
                  <a:pt x="857268" y="48945"/>
                </a:cubicBezTo>
                <a:cubicBezTo>
                  <a:pt x="855897" y="52189"/>
                  <a:pt x="855211" y="56668"/>
                  <a:pt x="855211" y="62380"/>
                </a:cubicBezTo>
                <a:lnTo>
                  <a:pt x="855211" y="102208"/>
                </a:lnTo>
                <a:lnTo>
                  <a:pt x="842872" y="102208"/>
                </a:lnTo>
                <a:close/>
                <a:moveTo>
                  <a:pt x="920759" y="15904"/>
                </a:moveTo>
                <a:lnTo>
                  <a:pt x="920759" y="1714"/>
                </a:lnTo>
                <a:lnTo>
                  <a:pt x="933098" y="1714"/>
                </a:lnTo>
                <a:lnTo>
                  <a:pt x="933098" y="15904"/>
                </a:lnTo>
                <a:lnTo>
                  <a:pt x="920759" y="15904"/>
                </a:lnTo>
                <a:moveTo>
                  <a:pt x="920759" y="102208"/>
                </a:moveTo>
                <a:lnTo>
                  <a:pt x="920759" y="29408"/>
                </a:lnTo>
                <a:lnTo>
                  <a:pt x="933098" y="29408"/>
                </a:lnTo>
                <a:lnTo>
                  <a:pt x="933098" y="102208"/>
                </a:lnTo>
                <a:lnTo>
                  <a:pt x="920759" y="102208"/>
                </a:lnTo>
                <a:close/>
                <a:moveTo>
                  <a:pt x="952180" y="102208"/>
                </a:moveTo>
                <a:lnTo>
                  <a:pt x="952180" y="29408"/>
                </a:lnTo>
                <a:lnTo>
                  <a:pt x="963285" y="29408"/>
                </a:lnTo>
                <a:lnTo>
                  <a:pt x="963285" y="39759"/>
                </a:lnTo>
                <a:cubicBezTo>
                  <a:pt x="968632" y="31761"/>
                  <a:pt x="976356" y="27763"/>
                  <a:pt x="986455" y="27763"/>
                </a:cubicBezTo>
                <a:cubicBezTo>
                  <a:pt x="990843" y="27763"/>
                  <a:pt x="994876" y="28551"/>
                  <a:pt x="998554" y="30128"/>
                </a:cubicBezTo>
                <a:cubicBezTo>
                  <a:pt x="1002233" y="31704"/>
                  <a:pt x="1004987" y="33772"/>
                  <a:pt x="1006815" y="36331"/>
                </a:cubicBezTo>
                <a:cubicBezTo>
                  <a:pt x="1008643" y="38891"/>
                  <a:pt x="1009922" y="41930"/>
                  <a:pt x="1010653" y="45449"/>
                </a:cubicBezTo>
                <a:cubicBezTo>
                  <a:pt x="1011110" y="47734"/>
                  <a:pt x="1011339" y="51732"/>
                  <a:pt x="1011339" y="57445"/>
                </a:cubicBezTo>
                <a:lnTo>
                  <a:pt x="1011339" y="102208"/>
                </a:lnTo>
                <a:lnTo>
                  <a:pt x="999000" y="102208"/>
                </a:lnTo>
                <a:lnTo>
                  <a:pt x="999000" y="57925"/>
                </a:lnTo>
                <a:cubicBezTo>
                  <a:pt x="999000" y="52898"/>
                  <a:pt x="998520" y="49139"/>
                  <a:pt x="997560" y="46648"/>
                </a:cubicBezTo>
                <a:cubicBezTo>
                  <a:pt x="996601" y="44158"/>
                  <a:pt x="994898" y="42170"/>
                  <a:pt x="992453" y="40684"/>
                </a:cubicBezTo>
                <a:cubicBezTo>
                  <a:pt x="990008" y="39199"/>
                  <a:pt x="987141" y="38457"/>
                  <a:pt x="983850" y="38457"/>
                </a:cubicBezTo>
                <a:cubicBezTo>
                  <a:pt x="978595" y="38457"/>
                  <a:pt x="974059" y="40125"/>
                  <a:pt x="970243" y="43461"/>
                </a:cubicBezTo>
                <a:cubicBezTo>
                  <a:pt x="966427" y="46797"/>
                  <a:pt x="964519" y="53126"/>
                  <a:pt x="964519" y="62449"/>
                </a:cubicBezTo>
                <a:lnTo>
                  <a:pt x="964519" y="102208"/>
                </a:lnTo>
                <a:lnTo>
                  <a:pt x="952180" y="102208"/>
                </a:lnTo>
                <a:close/>
                <a:moveTo>
                  <a:pt x="1030067" y="102208"/>
                </a:moveTo>
                <a:lnTo>
                  <a:pt x="1030067" y="1714"/>
                </a:lnTo>
                <a:lnTo>
                  <a:pt x="1042406" y="1714"/>
                </a:lnTo>
                <a:lnTo>
                  <a:pt x="1042406" y="59021"/>
                </a:lnTo>
                <a:lnTo>
                  <a:pt x="1071608" y="29408"/>
                </a:lnTo>
                <a:lnTo>
                  <a:pt x="1087581" y="29408"/>
                </a:lnTo>
                <a:lnTo>
                  <a:pt x="1059749" y="56417"/>
                </a:lnTo>
                <a:lnTo>
                  <a:pt x="1090391" y="102208"/>
                </a:lnTo>
                <a:lnTo>
                  <a:pt x="1075173" y="102208"/>
                </a:lnTo>
                <a:lnTo>
                  <a:pt x="1051112" y="64985"/>
                </a:lnTo>
                <a:lnTo>
                  <a:pt x="1042406" y="73348"/>
                </a:lnTo>
                <a:lnTo>
                  <a:pt x="1042406" y="102208"/>
                </a:lnTo>
                <a:lnTo>
                  <a:pt x="1030067" y="102208"/>
                </a:lnTo>
                <a:close/>
                <a:moveTo>
                  <a:pt x="1095020" y="80478"/>
                </a:moveTo>
                <a:lnTo>
                  <a:pt x="1107221" y="78558"/>
                </a:lnTo>
                <a:cubicBezTo>
                  <a:pt x="1107907" y="83448"/>
                  <a:pt x="1109815" y="87196"/>
                  <a:pt x="1112945" y="89800"/>
                </a:cubicBezTo>
                <a:cubicBezTo>
                  <a:pt x="1116076" y="92405"/>
                  <a:pt x="1120452" y="93708"/>
                  <a:pt x="1126073" y="93708"/>
                </a:cubicBezTo>
                <a:cubicBezTo>
                  <a:pt x="1131739" y="93708"/>
                  <a:pt x="1135944" y="92554"/>
                  <a:pt x="1138686" y="90246"/>
                </a:cubicBezTo>
                <a:cubicBezTo>
                  <a:pt x="1141428" y="87938"/>
                  <a:pt x="1142799" y="85230"/>
                  <a:pt x="1142799" y="82123"/>
                </a:cubicBezTo>
                <a:cubicBezTo>
                  <a:pt x="1142799" y="79335"/>
                  <a:pt x="1141588" y="77142"/>
                  <a:pt x="1139166" y="75542"/>
                </a:cubicBezTo>
                <a:cubicBezTo>
                  <a:pt x="1137475" y="74445"/>
                  <a:pt x="1133270" y="73051"/>
                  <a:pt x="1126553" y="71360"/>
                </a:cubicBezTo>
                <a:cubicBezTo>
                  <a:pt x="1117504" y="69075"/>
                  <a:pt x="1111232" y="67099"/>
                  <a:pt x="1107736" y="65431"/>
                </a:cubicBezTo>
                <a:cubicBezTo>
                  <a:pt x="1104240" y="63763"/>
                  <a:pt x="1101589" y="61455"/>
                  <a:pt x="1099784" y="58507"/>
                </a:cubicBezTo>
                <a:cubicBezTo>
                  <a:pt x="1097979" y="55560"/>
                  <a:pt x="1097076" y="52304"/>
                  <a:pt x="1097076" y="48739"/>
                </a:cubicBezTo>
                <a:cubicBezTo>
                  <a:pt x="1097076" y="45494"/>
                  <a:pt x="1097819" y="42490"/>
                  <a:pt x="1099304" y="39725"/>
                </a:cubicBezTo>
                <a:cubicBezTo>
                  <a:pt x="1100789" y="36960"/>
                  <a:pt x="1102811" y="34663"/>
                  <a:pt x="1105371" y="32835"/>
                </a:cubicBezTo>
                <a:cubicBezTo>
                  <a:pt x="1107290" y="31419"/>
                  <a:pt x="1109906" y="30219"/>
                  <a:pt x="1113220" y="29237"/>
                </a:cubicBezTo>
                <a:cubicBezTo>
                  <a:pt x="1116533" y="28254"/>
                  <a:pt x="1120086" y="27763"/>
                  <a:pt x="1123879" y="27763"/>
                </a:cubicBezTo>
                <a:cubicBezTo>
                  <a:pt x="1129592" y="27763"/>
                  <a:pt x="1134607" y="28585"/>
                  <a:pt x="1138926" y="30231"/>
                </a:cubicBezTo>
                <a:cubicBezTo>
                  <a:pt x="1143244" y="31876"/>
                  <a:pt x="1146432" y="34104"/>
                  <a:pt x="1148488" y="36914"/>
                </a:cubicBezTo>
                <a:cubicBezTo>
                  <a:pt x="1150545" y="39725"/>
                  <a:pt x="1151962" y="43484"/>
                  <a:pt x="1152739" y="48191"/>
                </a:cubicBezTo>
                <a:lnTo>
                  <a:pt x="1140674" y="49836"/>
                </a:lnTo>
                <a:cubicBezTo>
                  <a:pt x="1140125" y="46088"/>
                  <a:pt x="1138537" y="43164"/>
                  <a:pt x="1135910" y="41061"/>
                </a:cubicBezTo>
                <a:cubicBezTo>
                  <a:pt x="1133282" y="38959"/>
                  <a:pt x="1129569" y="37908"/>
                  <a:pt x="1124770" y="37908"/>
                </a:cubicBezTo>
                <a:cubicBezTo>
                  <a:pt x="1119103" y="37908"/>
                  <a:pt x="1115059" y="38845"/>
                  <a:pt x="1112637" y="40719"/>
                </a:cubicBezTo>
                <a:cubicBezTo>
                  <a:pt x="1110215" y="42592"/>
                  <a:pt x="1109004" y="44786"/>
                  <a:pt x="1109004" y="47299"/>
                </a:cubicBezTo>
                <a:cubicBezTo>
                  <a:pt x="1109004" y="48899"/>
                  <a:pt x="1109506" y="50338"/>
                  <a:pt x="1110512" y="51618"/>
                </a:cubicBezTo>
                <a:cubicBezTo>
                  <a:pt x="1111517" y="52943"/>
                  <a:pt x="1113094" y="54040"/>
                  <a:pt x="1115242" y="54908"/>
                </a:cubicBezTo>
                <a:cubicBezTo>
                  <a:pt x="1116476" y="55365"/>
                  <a:pt x="1120109" y="56417"/>
                  <a:pt x="1126141" y="58062"/>
                </a:cubicBezTo>
                <a:cubicBezTo>
                  <a:pt x="1134870" y="60392"/>
                  <a:pt x="1140959" y="62300"/>
                  <a:pt x="1144410" y="63786"/>
                </a:cubicBezTo>
                <a:cubicBezTo>
                  <a:pt x="1147860" y="65271"/>
                  <a:pt x="1150568" y="67430"/>
                  <a:pt x="1152533" y="70264"/>
                </a:cubicBezTo>
                <a:cubicBezTo>
                  <a:pt x="1154498" y="73097"/>
                  <a:pt x="1155481" y="76616"/>
                  <a:pt x="1155481" y="80820"/>
                </a:cubicBezTo>
                <a:cubicBezTo>
                  <a:pt x="1155481" y="84933"/>
                  <a:pt x="1154281" y="88806"/>
                  <a:pt x="1151882" y="92440"/>
                </a:cubicBezTo>
                <a:cubicBezTo>
                  <a:pt x="1149482" y="96073"/>
                  <a:pt x="1146021" y="98883"/>
                  <a:pt x="1141496" y="100871"/>
                </a:cubicBezTo>
                <a:cubicBezTo>
                  <a:pt x="1136972" y="102859"/>
                  <a:pt x="1131854" y="103853"/>
                  <a:pt x="1126141" y="103853"/>
                </a:cubicBezTo>
                <a:cubicBezTo>
                  <a:pt x="1116681" y="103853"/>
                  <a:pt x="1109472" y="101888"/>
                  <a:pt x="1104514" y="97958"/>
                </a:cubicBezTo>
                <a:cubicBezTo>
                  <a:pt x="1099555" y="94028"/>
                  <a:pt x="1096391" y="88201"/>
                  <a:pt x="1095020" y="80478"/>
                </a:cubicBezTo>
                <a:close/>
                <a:moveTo>
                  <a:pt x="1235361" y="91171"/>
                </a:moveTo>
                <a:lnTo>
                  <a:pt x="1237143" y="102071"/>
                </a:lnTo>
                <a:cubicBezTo>
                  <a:pt x="1233670" y="102802"/>
                  <a:pt x="1230562" y="103168"/>
                  <a:pt x="1227820" y="103168"/>
                </a:cubicBezTo>
                <a:cubicBezTo>
                  <a:pt x="1223342" y="103168"/>
                  <a:pt x="1219869" y="102459"/>
                  <a:pt x="1217401" y="101043"/>
                </a:cubicBezTo>
                <a:cubicBezTo>
                  <a:pt x="1214933" y="99626"/>
                  <a:pt x="1213196" y="97764"/>
                  <a:pt x="1212191" y="95456"/>
                </a:cubicBezTo>
                <a:cubicBezTo>
                  <a:pt x="1211186" y="93148"/>
                  <a:pt x="1210683" y="88292"/>
                  <a:pt x="1210683" y="80889"/>
                </a:cubicBezTo>
                <a:lnTo>
                  <a:pt x="1210683" y="39005"/>
                </a:lnTo>
                <a:lnTo>
                  <a:pt x="1201634" y="39005"/>
                </a:lnTo>
                <a:lnTo>
                  <a:pt x="1201634" y="29408"/>
                </a:lnTo>
                <a:lnTo>
                  <a:pt x="1210683" y="29408"/>
                </a:lnTo>
                <a:lnTo>
                  <a:pt x="1210683" y="11379"/>
                </a:lnTo>
                <a:lnTo>
                  <a:pt x="1222953" y="3976"/>
                </a:lnTo>
                <a:lnTo>
                  <a:pt x="1222953" y="29408"/>
                </a:lnTo>
                <a:lnTo>
                  <a:pt x="1235361" y="29408"/>
                </a:lnTo>
                <a:lnTo>
                  <a:pt x="1235361" y="39005"/>
                </a:lnTo>
                <a:lnTo>
                  <a:pt x="1222953" y="39005"/>
                </a:lnTo>
                <a:lnTo>
                  <a:pt x="1222953" y="81574"/>
                </a:lnTo>
                <a:cubicBezTo>
                  <a:pt x="1222953" y="85093"/>
                  <a:pt x="1223170" y="87355"/>
                  <a:pt x="1223605" y="88361"/>
                </a:cubicBezTo>
                <a:cubicBezTo>
                  <a:pt x="1224039" y="89366"/>
                  <a:pt x="1224747" y="90166"/>
                  <a:pt x="1225730" y="90760"/>
                </a:cubicBezTo>
                <a:cubicBezTo>
                  <a:pt x="1226712" y="91354"/>
                  <a:pt x="1228117" y="91651"/>
                  <a:pt x="1229945" y="91651"/>
                </a:cubicBezTo>
                <a:cubicBezTo>
                  <a:pt x="1231316" y="91651"/>
                  <a:pt x="1233122" y="91491"/>
                  <a:pt x="1235361" y="91171"/>
                </a:cubicBezTo>
                <a:close/>
                <a:moveTo>
                  <a:pt x="1246930" y="102208"/>
                </a:moveTo>
                <a:lnTo>
                  <a:pt x="1246930" y="1714"/>
                </a:lnTo>
                <a:lnTo>
                  <a:pt x="1259269" y="1714"/>
                </a:lnTo>
                <a:lnTo>
                  <a:pt x="1259269" y="37771"/>
                </a:lnTo>
                <a:cubicBezTo>
                  <a:pt x="1265027" y="31099"/>
                  <a:pt x="1272293" y="27763"/>
                  <a:pt x="1281068" y="27763"/>
                </a:cubicBezTo>
                <a:cubicBezTo>
                  <a:pt x="1286460" y="27763"/>
                  <a:pt x="1291145" y="28825"/>
                  <a:pt x="1295120" y="30950"/>
                </a:cubicBezTo>
                <a:cubicBezTo>
                  <a:pt x="1299096" y="33075"/>
                  <a:pt x="1301941" y="36012"/>
                  <a:pt x="1303655" y="39759"/>
                </a:cubicBezTo>
                <a:cubicBezTo>
                  <a:pt x="1305369" y="43506"/>
                  <a:pt x="1306225" y="48945"/>
                  <a:pt x="1306225" y="56074"/>
                </a:cubicBezTo>
                <a:lnTo>
                  <a:pt x="1306225" y="102208"/>
                </a:lnTo>
                <a:lnTo>
                  <a:pt x="1293887" y="102208"/>
                </a:lnTo>
                <a:lnTo>
                  <a:pt x="1293887" y="56074"/>
                </a:lnTo>
                <a:cubicBezTo>
                  <a:pt x="1293887" y="49904"/>
                  <a:pt x="1292550" y="45414"/>
                  <a:pt x="1289876" y="42604"/>
                </a:cubicBezTo>
                <a:cubicBezTo>
                  <a:pt x="1287203" y="39793"/>
                  <a:pt x="1283421" y="38388"/>
                  <a:pt x="1278531" y="38388"/>
                </a:cubicBezTo>
                <a:cubicBezTo>
                  <a:pt x="1274875" y="38388"/>
                  <a:pt x="1271436" y="39336"/>
                  <a:pt x="1268215" y="41233"/>
                </a:cubicBezTo>
                <a:cubicBezTo>
                  <a:pt x="1264993" y="43129"/>
                  <a:pt x="1262696" y="45700"/>
                  <a:pt x="1261325" y="48945"/>
                </a:cubicBezTo>
                <a:cubicBezTo>
                  <a:pt x="1259954" y="52189"/>
                  <a:pt x="1259269" y="56668"/>
                  <a:pt x="1259269" y="62380"/>
                </a:cubicBezTo>
                <a:lnTo>
                  <a:pt x="1259269" y="102208"/>
                </a:lnTo>
                <a:lnTo>
                  <a:pt x="1246930" y="102208"/>
                </a:lnTo>
                <a:close/>
                <a:moveTo>
                  <a:pt x="1372253" y="93228"/>
                </a:moveTo>
                <a:cubicBezTo>
                  <a:pt x="1367683" y="97112"/>
                  <a:pt x="1363285" y="99854"/>
                  <a:pt x="1359057" y="101454"/>
                </a:cubicBezTo>
                <a:cubicBezTo>
                  <a:pt x="1354830" y="103053"/>
                  <a:pt x="1350294" y="103853"/>
                  <a:pt x="1345450" y="103853"/>
                </a:cubicBezTo>
                <a:cubicBezTo>
                  <a:pt x="1337453" y="103853"/>
                  <a:pt x="1331306" y="101899"/>
                  <a:pt x="1327010" y="97992"/>
                </a:cubicBezTo>
                <a:cubicBezTo>
                  <a:pt x="1322714" y="94085"/>
                  <a:pt x="1320567" y="89092"/>
                  <a:pt x="1320567" y="83014"/>
                </a:cubicBezTo>
                <a:cubicBezTo>
                  <a:pt x="1320567" y="79449"/>
                  <a:pt x="1321378" y="76193"/>
                  <a:pt x="1323000" y="73246"/>
                </a:cubicBezTo>
                <a:cubicBezTo>
                  <a:pt x="1324622" y="70298"/>
                  <a:pt x="1326747" y="67933"/>
                  <a:pt x="1329375" y="66151"/>
                </a:cubicBezTo>
                <a:cubicBezTo>
                  <a:pt x="1332003" y="64368"/>
                  <a:pt x="1334962" y="63020"/>
                  <a:pt x="1338252" y="62106"/>
                </a:cubicBezTo>
                <a:cubicBezTo>
                  <a:pt x="1340675" y="61466"/>
                  <a:pt x="1344331" y="60849"/>
                  <a:pt x="1349220" y="60255"/>
                </a:cubicBezTo>
                <a:cubicBezTo>
                  <a:pt x="1359183" y="59067"/>
                  <a:pt x="1366518" y="57650"/>
                  <a:pt x="1371225" y="56005"/>
                </a:cubicBezTo>
                <a:cubicBezTo>
                  <a:pt x="1371271" y="54314"/>
                  <a:pt x="1371294" y="53240"/>
                  <a:pt x="1371294" y="52783"/>
                </a:cubicBezTo>
                <a:cubicBezTo>
                  <a:pt x="1371294" y="47756"/>
                  <a:pt x="1370128" y="44215"/>
                  <a:pt x="1367797" y="42158"/>
                </a:cubicBezTo>
                <a:cubicBezTo>
                  <a:pt x="1364644" y="39371"/>
                  <a:pt x="1359960" y="37977"/>
                  <a:pt x="1353745" y="37977"/>
                </a:cubicBezTo>
                <a:cubicBezTo>
                  <a:pt x="1347941" y="37977"/>
                  <a:pt x="1343656" y="38993"/>
                  <a:pt x="1340892" y="41027"/>
                </a:cubicBezTo>
                <a:cubicBezTo>
                  <a:pt x="1338127" y="43061"/>
                  <a:pt x="1336082" y="46660"/>
                  <a:pt x="1334756" y="51824"/>
                </a:cubicBezTo>
                <a:lnTo>
                  <a:pt x="1322692" y="50179"/>
                </a:lnTo>
                <a:cubicBezTo>
                  <a:pt x="1323788" y="45014"/>
                  <a:pt x="1325594" y="40844"/>
                  <a:pt x="1328107" y="37668"/>
                </a:cubicBezTo>
                <a:cubicBezTo>
                  <a:pt x="1330621" y="34492"/>
                  <a:pt x="1334254" y="32047"/>
                  <a:pt x="1339006" y="30333"/>
                </a:cubicBezTo>
                <a:cubicBezTo>
                  <a:pt x="1343759" y="28620"/>
                  <a:pt x="1349266" y="27763"/>
                  <a:pt x="1355527" y="27763"/>
                </a:cubicBezTo>
                <a:cubicBezTo>
                  <a:pt x="1361742" y="27763"/>
                  <a:pt x="1366792" y="28494"/>
                  <a:pt x="1370677" y="29956"/>
                </a:cubicBezTo>
                <a:cubicBezTo>
                  <a:pt x="1374561" y="31419"/>
                  <a:pt x="1377417" y="33258"/>
                  <a:pt x="1379245" y="35475"/>
                </a:cubicBezTo>
                <a:cubicBezTo>
                  <a:pt x="1381073" y="37691"/>
                  <a:pt x="1382353" y="40490"/>
                  <a:pt x="1383084" y="43872"/>
                </a:cubicBezTo>
                <a:cubicBezTo>
                  <a:pt x="1383495" y="45974"/>
                  <a:pt x="1383701" y="49767"/>
                  <a:pt x="1383701" y="55251"/>
                </a:cubicBezTo>
                <a:lnTo>
                  <a:pt x="1383701" y="71703"/>
                </a:lnTo>
                <a:cubicBezTo>
                  <a:pt x="1383701" y="83174"/>
                  <a:pt x="1383964" y="90429"/>
                  <a:pt x="1384489" y="93468"/>
                </a:cubicBezTo>
                <a:cubicBezTo>
                  <a:pt x="1385015" y="96507"/>
                  <a:pt x="1386055" y="99420"/>
                  <a:pt x="1387608" y="102208"/>
                </a:cubicBezTo>
                <a:lnTo>
                  <a:pt x="1374721" y="102208"/>
                </a:lnTo>
                <a:cubicBezTo>
                  <a:pt x="1373441" y="99649"/>
                  <a:pt x="1372619" y="96655"/>
                  <a:pt x="1372253" y="93228"/>
                </a:cubicBezTo>
                <a:moveTo>
                  <a:pt x="1371225" y="65671"/>
                </a:moveTo>
                <a:cubicBezTo>
                  <a:pt x="1366746" y="67499"/>
                  <a:pt x="1360028" y="69053"/>
                  <a:pt x="1351071" y="70332"/>
                </a:cubicBezTo>
                <a:cubicBezTo>
                  <a:pt x="1345999" y="71063"/>
                  <a:pt x="1342411" y="71886"/>
                  <a:pt x="1340309" y="72800"/>
                </a:cubicBezTo>
                <a:cubicBezTo>
                  <a:pt x="1338207" y="73714"/>
                  <a:pt x="1336584" y="75051"/>
                  <a:pt x="1335442" y="76810"/>
                </a:cubicBezTo>
                <a:cubicBezTo>
                  <a:pt x="1334299" y="78570"/>
                  <a:pt x="1333728" y="80523"/>
                  <a:pt x="1333728" y="82671"/>
                </a:cubicBezTo>
                <a:cubicBezTo>
                  <a:pt x="1333728" y="85962"/>
                  <a:pt x="1334973" y="88704"/>
                  <a:pt x="1337464" y="90897"/>
                </a:cubicBezTo>
                <a:cubicBezTo>
                  <a:pt x="1339955" y="93091"/>
                  <a:pt x="1343599" y="94188"/>
                  <a:pt x="1348398" y="94188"/>
                </a:cubicBezTo>
                <a:cubicBezTo>
                  <a:pt x="1353151" y="94188"/>
                  <a:pt x="1357378" y="93148"/>
                  <a:pt x="1361080" y="91069"/>
                </a:cubicBezTo>
                <a:cubicBezTo>
                  <a:pt x="1364781" y="88989"/>
                  <a:pt x="1367500" y="86144"/>
                  <a:pt x="1369237" y="82534"/>
                </a:cubicBezTo>
                <a:cubicBezTo>
                  <a:pt x="1370562" y="79746"/>
                  <a:pt x="1371225" y="75633"/>
                  <a:pt x="1371225" y="70195"/>
                </a:cubicBezTo>
                <a:lnTo>
                  <a:pt x="1371225" y="65671"/>
                </a:lnTo>
                <a:close/>
                <a:moveTo>
                  <a:pt x="1429507" y="91171"/>
                </a:moveTo>
                <a:lnTo>
                  <a:pt x="1431289" y="102071"/>
                </a:lnTo>
                <a:cubicBezTo>
                  <a:pt x="1427816" y="102802"/>
                  <a:pt x="1424708" y="103168"/>
                  <a:pt x="1421966" y="103168"/>
                </a:cubicBezTo>
                <a:cubicBezTo>
                  <a:pt x="1417487" y="103168"/>
                  <a:pt x="1414014" y="102459"/>
                  <a:pt x="1411546" y="101043"/>
                </a:cubicBezTo>
                <a:cubicBezTo>
                  <a:pt x="1409079" y="99626"/>
                  <a:pt x="1407342" y="97764"/>
                  <a:pt x="1406337" y="95456"/>
                </a:cubicBezTo>
                <a:cubicBezTo>
                  <a:pt x="1405331" y="93148"/>
                  <a:pt x="1404829" y="88292"/>
                  <a:pt x="1404829" y="80889"/>
                </a:cubicBezTo>
                <a:lnTo>
                  <a:pt x="1404829" y="39005"/>
                </a:lnTo>
                <a:lnTo>
                  <a:pt x="1395780" y="39005"/>
                </a:lnTo>
                <a:lnTo>
                  <a:pt x="1395780" y="29408"/>
                </a:lnTo>
                <a:lnTo>
                  <a:pt x="1404829" y="29408"/>
                </a:lnTo>
                <a:lnTo>
                  <a:pt x="1404829" y="11379"/>
                </a:lnTo>
                <a:lnTo>
                  <a:pt x="1417099" y="3976"/>
                </a:lnTo>
                <a:lnTo>
                  <a:pt x="1417099" y="29408"/>
                </a:lnTo>
                <a:lnTo>
                  <a:pt x="1429507" y="29408"/>
                </a:lnTo>
                <a:lnTo>
                  <a:pt x="1429507" y="39005"/>
                </a:lnTo>
                <a:lnTo>
                  <a:pt x="1417099" y="39005"/>
                </a:lnTo>
                <a:lnTo>
                  <a:pt x="1417099" y="81574"/>
                </a:lnTo>
                <a:cubicBezTo>
                  <a:pt x="1417099" y="85093"/>
                  <a:pt x="1417316" y="87355"/>
                  <a:pt x="1417750" y="88361"/>
                </a:cubicBezTo>
                <a:cubicBezTo>
                  <a:pt x="1418184" y="89366"/>
                  <a:pt x="1418893" y="90166"/>
                  <a:pt x="1419875" y="90760"/>
                </a:cubicBezTo>
                <a:cubicBezTo>
                  <a:pt x="1420858" y="91354"/>
                  <a:pt x="1422263" y="91651"/>
                  <a:pt x="1424091" y="91651"/>
                </a:cubicBezTo>
                <a:cubicBezTo>
                  <a:pt x="1425462" y="91651"/>
                  <a:pt x="1427267" y="91491"/>
                  <a:pt x="1429507" y="91171"/>
                </a:cubicBezTo>
                <a:close/>
                <a:moveTo>
                  <a:pt x="1506525" y="91171"/>
                </a:moveTo>
                <a:lnTo>
                  <a:pt x="1508307" y="102071"/>
                </a:lnTo>
                <a:cubicBezTo>
                  <a:pt x="1504834" y="102802"/>
                  <a:pt x="1501726" y="103168"/>
                  <a:pt x="1498984" y="103168"/>
                </a:cubicBezTo>
                <a:cubicBezTo>
                  <a:pt x="1494506" y="103168"/>
                  <a:pt x="1491032" y="102459"/>
                  <a:pt x="1488565" y="101043"/>
                </a:cubicBezTo>
                <a:cubicBezTo>
                  <a:pt x="1486097" y="99626"/>
                  <a:pt x="1484360" y="97764"/>
                  <a:pt x="1483355" y="95456"/>
                </a:cubicBezTo>
                <a:cubicBezTo>
                  <a:pt x="1482349" y="93148"/>
                  <a:pt x="1481847" y="88292"/>
                  <a:pt x="1481847" y="80889"/>
                </a:cubicBezTo>
                <a:lnTo>
                  <a:pt x="1481847" y="39005"/>
                </a:lnTo>
                <a:lnTo>
                  <a:pt x="1472798" y="39005"/>
                </a:lnTo>
                <a:lnTo>
                  <a:pt x="1472798" y="29408"/>
                </a:lnTo>
                <a:lnTo>
                  <a:pt x="1481847" y="29408"/>
                </a:lnTo>
                <a:lnTo>
                  <a:pt x="1481847" y="11379"/>
                </a:lnTo>
                <a:lnTo>
                  <a:pt x="1494117" y="3976"/>
                </a:lnTo>
                <a:lnTo>
                  <a:pt x="1494117" y="29408"/>
                </a:lnTo>
                <a:lnTo>
                  <a:pt x="1506525" y="29408"/>
                </a:lnTo>
                <a:lnTo>
                  <a:pt x="1506525" y="39005"/>
                </a:lnTo>
                <a:lnTo>
                  <a:pt x="1494117" y="39005"/>
                </a:lnTo>
                <a:lnTo>
                  <a:pt x="1494117" y="81574"/>
                </a:lnTo>
                <a:cubicBezTo>
                  <a:pt x="1494117" y="85093"/>
                  <a:pt x="1494334" y="87355"/>
                  <a:pt x="1494768" y="88361"/>
                </a:cubicBezTo>
                <a:cubicBezTo>
                  <a:pt x="1495203" y="89366"/>
                  <a:pt x="1495911" y="90166"/>
                  <a:pt x="1496893" y="90760"/>
                </a:cubicBezTo>
                <a:cubicBezTo>
                  <a:pt x="1497876" y="91354"/>
                  <a:pt x="1499281" y="91651"/>
                  <a:pt x="1501109" y="91651"/>
                </a:cubicBezTo>
                <a:cubicBezTo>
                  <a:pt x="1502480" y="91651"/>
                  <a:pt x="1504285" y="91491"/>
                  <a:pt x="1506525" y="91171"/>
                </a:cubicBezTo>
                <a:close/>
                <a:moveTo>
                  <a:pt x="1518094" y="102208"/>
                </a:moveTo>
                <a:lnTo>
                  <a:pt x="1518094" y="1714"/>
                </a:lnTo>
                <a:lnTo>
                  <a:pt x="1530433" y="1714"/>
                </a:lnTo>
                <a:lnTo>
                  <a:pt x="1530433" y="37771"/>
                </a:lnTo>
                <a:cubicBezTo>
                  <a:pt x="1536191" y="31099"/>
                  <a:pt x="1543457" y="27763"/>
                  <a:pt x="1552232" y="27763"/>
                </a:cubicBezTo>
                <a:cubicBezTo>
                  <a:pt x="1557624" y="27763"/>
                  <a:pt x="1562308" y="28825"/>
                  <a:pt x="1566284" y="30950"/>
                </a:cubicBezTo>
                <a:cubicBezTo>
                  <a:pt x="1570260" y="33075"/>
                  <a:pt x="1573105" y="36012"/>
                  <a:pt x="1574819" y="39759"/>
                </a:cubicBezTo>
                <a:cubicBezTo>
                  <a:pt x="1576533" y="43506"/>
                  <a:pt x="1577389" y="48945"/>
                  <a:pt x="1577389" y="56074"/>
                </a:cubicBezTo>
                <a:lnTo>
                  <a:pt x="1577389" y="102208"/>
                </a:lnTo>
                <a:lnTo>
                  <a:pt x="1565050" y="102208"/>
                </a:lnTo>
                <a:lnTo>
                  <a:pt x="1565050" y="56074"/>
                </a:lnTo>
                <a:cubicBezTo>
                  <a:pt x="1565050" y="49904"/>
                  <a:pt x="1563714" y="45414"/>
                  <a:pt x="1561040" y="42604"/>
                </a:cubicBezTo>
                <a:cubicBezTo>
                  <a:pt x="1558367" y="39793"/>
                  <a:pt x="1554585" y="38388"/>
                  <a:pt x="1549695" y="38388"/>
                </a:cubicBezTo>
                <a:cubicBezTo>
                  <a:pt x="1546039" y="38388"/>
                  <a:pt x="1542600" y="39336"/>
                  <a:pt x="1539378" y="41233"/>
                </a:cubicBezTo>
                <a:cubicBezTo>
                  <a:pt x="1536157" y="43129"/>
                  <a:pt x="1533860" y="45700"/>
                  <a:pt x="1532489" y="48945"/>
                </a:cubicBezTo>
                <a:cubicBezTo>
                  <a:pt x="1531118" y="52189"/>
                  <a:pt x="1530433" y="56668"/>
                  <a:pt x="1530433" y="62380"/>
                </a:cubicBezTo>
                <a:lnTo>
                  <a:pt x="1530433" y="102208"/>
                </a:lnTo>
                <a:lnTo>
                  <a:pt x="1518094" y="102208"/>
                </a:lnTo>
                <a:close/>
                <a:moveTo>
                  <a:pt x="1645748" y="78764"/>
                </a:moveTo>
                <a:lnTo>
                  <a:pt x="1658498" y="80341"/>
                </a:lnTo>
                <a:cubicBezTo>
                  <a:pt x="1656487" y="87790"/>
                  <a:pt x="1652763" y="93571"/>
                  <a:pt x="1647324" y="97684"/>
                </a:cubicBezTo>
                <a:cubicBezTo>
                  <a:pt x="1641886" y="101797"/>
                  <a:pt x="1634940" y="103853"/>
                  <a:pt x="1626485" y="103853"/>
                </a:cubicBezTo>
                <a:cubicBezTo>
                  <a:pt x="1615837" y="103853"/>
                  <a:pt x="1607394" y="100574"/>
                  <a:pt x="1601156" y="94016"/>
                </a:cubicBezTo>
                <a:cubicBezTo>
                  <a:pt x="1594918" y="87458"/>
                  <a:pt x="1591799" y="78261"/>
                  <a:pt x="1591799" y="66425"/>
                </a:cubicBezTo>
                <a:cubicBezTo>
                  <a:pt x="1591799" y="54177"/>
                  <a:pt x="1594952" y="44672"/>
                  <a:pt x="1601259" y="37908"/>
                </a:cubicBezTo>
                <a:cubicBezTo>
                  <a:pt x="1607565" y="31145"/>
                  <a:pt x="1615746" y="27763"/>
                  <a:pt x="1625800" y="27763"/>
                </a:cubicBezTo>
                <a:cubicBezTo>
                  <a:pt x="1635534" y="27763"/>
                  <a:pt x="1643486" y="31076"/>
                  <a:pt x="1649655" y="37702"/>
                </a:cubicBezTo>
                <a:cubicBezTo>
                  <a:pt x="1655825" y="44329"/>
                  <a:pt x="1658909" y="53652"/>
                  <a:pt x="1658909" y="65671"/>
                </a:cubicBezTo>
                <a:cubicBezTo>
                  <a:pt x="1658909" y="66402"/>
                  <a:pt x="1658886" y="67499"/>
                  <a:pt x="1658841" y="68961"/>
                </a:cubicBezTo>
                <a:lnTo>
                  <a:pt x="1604549" y="68961"/>
                </a:lnTo>
                <a:cubicBezTo>
                  <a:pt x="1605006" y="76959"/>
                  <a:pt x="1607268" y="83083"/>
                  <a:pt x="1611336" y="87333"/>
                </a:cubicBezTo>
                <a:cubicBezTo>
                  <a:pt x="1615403" y="91583"/>
                  <a:pt x="1620476" y="93708"/>
                  <a:pt x="1626554" y="93708"/>
                </a:cubicBezTo>
                <a:cubicBezTo>
                  <a:pt x="1631078" y="93708"/>
                  <a:pt x="1634940" y="92520"/>
                  <a:pt x="1638139" y="90143"/>
                </a:cubicBezTo>
                <a:cubicBezTo>
                  <a:pt x="1641338" y="87767"/>
                  <a:pt x="1643874" y="83974"/>
                  <a:pt x="1645748" y="78764"/>
                </a:cubicBezTo>
                <a:moveTo>
                  <a:pt x="1605235" y="58816"/>
                </a:moveTo>
                <a:lnTo>
                  <a:pt x="1645885" y="58816"/>
                </a:lnTo>
                <a:cubicBezTo>
                  <a:pt x="1645336" y="52692"/>
                  <a:pt x="1643783" y="48099"/>
                  <a:pt x="1641223" y="45037"/>
                </a:cubicBezTo>
                <a:cubicBezTo>
                  <a:pt x="1637293" y="40285"/>
                  <a:pt x="1632198" y="37908"/>
                  <a:pt x="1625937" y="37908"/>
                </a:cubicBezTo>
                <a:cubicBezTo>
                  <a:pt x="1620270" y="37908"/>
                  <a:pt x="1615506" y="39805"/>
                  <a:pt x="1611644" y="43598"/>
                </a:cubicBezTo>
                <a:cubicBezTo>
                  <a:pt x="1607782" y="47391"/>
                  <a:pt x="1605646" y="52464"/>
                  <a:pt x="1605235" y="58816"/>
                </a:cubicBezTo>
                <a:close/>
                <a:moveTo>
                  <a:pt x="1673593" y="102208"/>
                </a:moveTo>
                <a:lnTo>
                  <a:pt x="1673593" y="29408"/>
                </a:lnTo>
                <a:lnTo>
                  <a:pt x="1684698" y="29408"/>
                </a:lnTo>
                <a:lnTo>
                  <a:pt x="1684698" y="40444"/>
                </a:lnTo>
                <a:cubicBezTo>
                  <a:pt x="1687532" y="35280"/>
                  <a:pt x="1690148" y="31876"/>
                  <a:pt x="1692547" y="30231"/>
                </a:cubicBezTo>
                <a:cubicBezTo>
                  <a:pt x="1694946" y="28585"/>
                  <a:pt x="1697586" y="27763"/>
                  <a:pt x="1700465" y="27763"/>
                </a:cubicBezTo>
                <a:cubicBezTo>
                  <a:pt x="1704623" y="27763"/>
                  <a:pt x="1708851" y="29088"/>
                  <a:pt x="1713146" y="31739"/>
                </a:cubicBezTo>
                <a:lnTo>
                  <a:pt x="1708896" y="43186"/>
                </a:lnTo>
                <a:cubicBezTo>
                  <a:pt x="1705880" y="41404"/>
                  <a:pt x="1702864" y="40513"/>
                  <a:pt x="1699848" y="40513"/>
                </a:cubicBezTo>
                <a:cubicBezTo>
                  <a:pt x="1697152" y="40513"/>
                  <a:pt x="1694729" y="41324"/>
                  <a:pt x="1692582" y="42947"/>
                </a:cubicBezTo>
                <a:cubicBezTo>
                  <a:pt x="1690434" y="44569"/>
                  <a:pt x="1688903" y="46820"/>
                  <a:pt x="1687989" y="49699"/>
                </a:cubicBezTo>
                <a:cubicBezTo>
                  <a:pt x="1686618" y="54086"/>
                  <a:pt x="1685932" y="58884"/>
                  <a:pt x="1685932" y="64094"/>
                </a:cubicBezTo>
                <a:lnTo>
                  <a:pt x="1685932" y="102208"/>
                </a:lnTo>
                <a:lnTo>
                  <a:pt x="1673593" y="102208"/>
                </a:lnTo>
                <a:close/>
                <a:moveTo>
                  <a:pt x="1769937" y="78764"/>
                </a:moveTo>
                <a:lnTo>
                  <a:pt x="1782687" y="80341"/>
                </a:lnTo>
                <a:cubicBezTo>
                  <a:pt x="1780676" y="87790"/>
                  <a:pt x="1776952" y="93571"/>
                  <a:pt x="1771513" y="97684"/>
                </a:cubicBezTo>
                <a:cubicBezTo>
                  <a:pt x="1766075" y="101797"/>
                  <a:pt x="1759129" y="103853"/>
                  <a:pt x="1750674" y="103853"/>
                </a:cubicBezTo>
                <a:cubicBezTo>
                  <a:pt x="1740026" y="103853"/>
                  <a:pt x="1731583" y="100574"/>
                  <a:pt x="1725345" y="94016"/>
                </a:cubicBezTo>
                <a:cubicBezTo>
                  <a:pt x="1719107" y="87458"/>
                  <a:pt x="1715988" y="78261"/>
                  <a:pt x="1715988" y="66425"/>
                </a:cubicBezTo>
                <a:cubicBezTo>
                  <a:pt x="1715988" y="54177"/>
                  <a:pt x="1719141" y="44672"/>
                  <a:pt x="1725448" y="37908"/>
                </a:cubicBezTo>
                <a:cubicBezTo>
                  <a:pt x="1731754" y="31145"/>
                  <a:pt x="1739935" y="27763"/>
                  <a:pt x="1749989" y="27763"/>
                </a:cubicBezTo>
                <a:cubicBezTo>
                  <a:pt x="1759723" y="27763"/>
                  <a:pt x="1767675" y="31076"/>
                  <a:pt x="1773844" y="37702"/>
                </a:cubicBezTo>
                <a:cubicBezTo>
                  <a:pt x="1780014" y="44329"/>
                  <a:pt x="1783098" y="53652"/>
                  <a:pt x="1783098" y="65671"/>
                </a:cubicBezTo>
                <a:cubicBezTo>
                  <a:pt x="1783098" y="66402"/>
                  <a:pt x="1783075" y="67499"/>
                  <a:pt x="1783030" y="68961"/>
                </a:cubicBezTo>
                <a:lnTo>
                  <a:pt x="1728738" y="68961"/>
                </a:lnTo>
                <a:cubicBezTo>
                  <a:pt x="1729195" y="76959"/>
                  <a:pt x="1731457" y="83083"/>
                  <a:pt x="1735525" y="87333"/>
                </a:cubicBezTo>
                <a:cubicBezTo>
                  <a:pt x="1739592" y="91583"/>
                  <a:pt x="1744665" y="93708"/>
                  <a:pt x="1750743" y="93708"/>
                </a:cubicBezTo>
                <a:cubicBezTo>
                  <a:pt x="1755267" y="93708"/>
                  <a:pt x="1759129" y="92520"/>
                  <a:pt x="1762328" y="90143"/>
                </a:cubicBezTo>
                <a:cubicBezTo>
                  <a:pt x="1765527" y="87767"/>
                  <a:pt x="1768063" y="83974"/>
                  <a:pt x="1769937" y="78764"/>
                </a:cubicBezTo>
                <a:moveTo>
                  <a:pt x="1729424" y="58816"/>
                </a:moveTo>
                <a:lnTo>
                  <a:pt x="1770074" y="58816"/>
                </a:lnTo>
                <a:cubicBezTo>
                  <a:pt x="1769525" y="52692"/>
                  <a:pt x="1767972" y="48099"/>
                  <a:pt x="1765412" y="45037"/>
                </a:cubicBezTo>
                <a:cubicBezTo>
                  <a:pt x="1761482" y="40285"/>
                  <a:pt x="1756387" y="37908"/>
                  <a:pt x="1750126" y="37908"/>
                </a:cubicBezTo>
                <a:cubicBezTo>
                  <a:pt x="1744459" y="37908"/>
                  <a:pt x="1739695" y="39805"/>
                  <a:pt x="1735833" y="43598"/>
                </a:cubicBezTo>
                <a:cubicBezTo>
                  <a:pt x="1731972" y="47391"/>
                  <a:pt x="1729835" y="52464"/>
                  <a:pt x="1729424" y="58816"/>
                </a:cubicBezTo>
                <a:close/>
                <a:moveTo>
                  <a:pt x="1836497" y="15904"/>
                </a:moveTo>
                <a:lnTo>
                  <a:pt x="1836497" y="1714"/>
                </a:lnTo>
                <a:lnTo>
                  <a:pt x="1848836" y="1714"/>
                </a:lnTo>
                <a:lnTo>
                  <a:pt x="1848836" y="15904"/>
                </a:lnTo>
                <a:lnTo>
                  <a:pt x="1836497" y="15904"/>
                </a:lnTo>
                <a:moveTo>
                  <a:pt x="1836497" y="102208"/>
                </a:moveTo>
                <a:lnTo>
                  <a:pt x="1836497" y="29408"/>
                </a:lnTo>
                <a:lnTo>
                  <a:pt x="1848836" y="29408"/>
                </a:lnTo>
                <a:lnTo>
                  <a:pt x="1848836" y="102208"/>
                </a:lnTo>
                <a:lnTo>
                  <a:pt x="1836497" y="102208"/>
                </a:lnTo>
                <a:close/>
                <a:moveTo>
                  <a:pt x="1862982" y="80478"/>
                </a:moveTo>
                <a:lnTo>
                  <a:pt x="1875184" y="78558"/>
                </a:lnTo>
                <a:cubicBezTo>
                  <a:pt x="1875870" y="83448"/>
                  <a:pt x="1877778" y="87196"/>
                  <a:pt x="1880908" y="89800"/>
                </a:cubicBezTo>
                <a:cubicBezTo>
                  <a:pt x="1884039" y="92405"/>
                  <a:pt x="1888414" y="93708"/>
                  <a:pt x="1894035" y="93708"/>
                </a:cubicBezTo>
                <a:cubicBezTo>
                  <a:pt x="1899702" y="93708"/>
                  <a:pt x="1903907" y="92554"/>
                  <a:pt x="1906649" y="90246"/>
                </a:cubicBezTo>
                <a:cubicBezTo>
                  <a:pt x="1909391" y="87938"/>
                  <a:pt x="1910762" y="85230"/>
                  <a:pt x="1910762" y="82123"/>
                </a:cubicBezTo>
                <a:cubicBezTo>
                  <a:pt x="1910762" y="79335"/>
                  <a:pt x="1909551" y="77142"/>
                  <a:pt x="1907128" y="75542"/>
                </a:cubicBezTo>
                <a:cubicBezTo>
                  <a:pt x="1905438" y="74445"/>
                  <a:pt x="1901233" y="73051"/>
                  <a:pt x="1894515" y="71360"/>
                </a:cubicBezTo>
                <a:cubicBezTo>
                  <a:pt x="1885467" y="69075"/>
                  <a:pt x="1879194" y="67099"/>
                  <a:pt x="1875698" y="65431"/>
                </a:cubicBezTo>
                <a:cubicBezTo>
                  <a:pt x="1872202" y="63763"/>
                  <a:pt x="1869552" y="61455"/>
                  <a:pt x="1867747" y="58507"/>
                </a:cubicBezTo>
                <a:cubicBezTo>
                  <a:pt x="1865941" y="55560"/>
                  <a:pt x="1865039" y="52304"/>
                  <a:pt x="1865039" y="48739"/>
                </a:cubicBezTo>
                <a:cubicBezTo>
                  <a:pt x="1865039" y="45494"/>
                  <a:pt x="1865781" y="42490"/>
                  <a:pt x="1867267" y="39725"/>
                </a:cubicBezTo>
                <a:cubicBezTo>
                  <a:pt x="1868752" y="36960"/>
                  <a:pt x="1870774" y="34663"/>
                  <a:pt x="1873333" y="32835"/>
                </a:cubicBezTo>
                <a:cubicBezTo>
                  <a:pt x="1875253" y="31419"/>
                  <a:pt x="1877869" y="30219"/>
                  <a:pt x="1881182" y="29237"/>
                </a:cubicBezTo>
                <a:cubicBezTo>
                  <a:pt x="1884496" y="28254"/>
                  <a:pt x="1888049" y="27763"/>
                  <a:pt x="1891842" y="27763"/>
                </a:cubicBezTo>
                <a:cubicBezTo>
                  <a:pt x="1897554" y="27763"/>
                  <a:pt x="1902570" y="28585"/>
                  <a:pt x="1906889" y="30231"/>
                </a:cubicBezTo>
                <a:cubicBezTo>
                  <a:pt x="1911207" y="31876"/>
                  <a:pt x="1914395" y="34104"/>
                  <a:pt x="1916451" y="36914"/>
                </a:cubicBezTo>
                <a:cubicBezTo>
                  <a:pt x="1918508" y="39725"/>
                  <a:pt x="1919924" y="43484"/>
                  <a:pt x="1920701" y="48191"/>
                </a:cubicBezTo>
                <a:lnTo>
                  <a:pt x="1908637" y="49836"/>
                </a:lnTo>
                <a:cubicBezTo>
                  <a:pt x="1908088" y="46088"/>
                  <a:pt x="1906500" y="43164"/>
                  <a:pt x="1903872" y="41061"/>
                </a:cubicBezTo>
                <a:cubicBezTo>
                  <a:pt x="1901245" y="38959"/>
                  <a:pt x="1897531" y="37908"/>
                  <a:pt x="1892733" y="37908"/>
                </a:cubicBezTo>
                <a:cubicBezTo>
                  <a:pt x="1887066" y="37908"/>
                  <a:pt x="1883022" y="38845"/>
                  <a:pt x="1880600" y="40719"/>
                </a:cubicBezTo>
                <a:cubicBezTo>
                  <a:pt x="1878178" y="42592"/>
                  <a:pt x="1876966" y="44786"/>
                  <a:pt x="1876966" y="47299"/>
                </a:cubicBezTo>
                <a:cubicBezTo>
                  <a:pt x="1876966" y="48899"/>
                  <a:pt x="1877469" y="50338"/>
                  <a:pt x="1878475" y="51618"/>
                </a:cubicBezTo>
                <a:cubicBezTo>
                  <a:pt x="1879480" y="52943"/>
                  <a:pt x="1881057" y="54040"/>
                  <a:pt x="1883205" y="54908"/>
                </a:cubicBezTo>
                <a:cubicBezTo>
                  <a:pt x="1884438" y="55365"/>
                  <a:pt x="1888072" y="56417"/>
                  <a:pt x="1894104" y="58062"/>
                </a:cubicBezTo>
                <a:cubicBezTo>
                  <a:pt x="1902833" y="60392"/>
                  <a:pt x="1908922" y="62300"/>
                  <a:pt x="1912373" y="63786"/>
                </a:cubicBezTo>
                <a:cubicBezTo>
                  <a:pt x="1915823" y="65271"/>
                  <a:pt x="1918531" y="67430"/>
                  <a:pt x="1920496" y="70264"/>
                </a:cubicBezTo>
                <a:cubicBezTo>
                  <a:pt x="1922461" y="73097"/>
                  <a:pt x="1923443" y="76616"/>
                  <a:pt x="1923443" y="80820"/>
                </a:cubicBezTo>
                <a:cubicBezTo>
                  <a:pt x="1923443" y="84933"/>
                  <a:pt x="1922244" y="88806"/>
                  <a:pt x="1919844" y="92440"/>
                </a:cubicBezTo>
                <a:cubicBezTo>
                  <a:pt x="1917445" y="96073"/>
                  <a:pt x="1913983" y="98883"/>
                  <a:pt x="1909459" y="100871"/>
                </a:cubicBezTo>
                <a:cubicBezTo>
                  <a:pt x="1904935" y="102859"/>
                  <a:pt x="1899816" y="103853"/>
                  <a:pt x="1894104" y="103853"/>
                </a:cubicBezTo>
                <a:cubicBezTo>
                  <a:pt x="1884644" y="103853"/>
                  <a:pt x="1877435" y="101888"/>
                  <a:pt x="1872476" y="97958"/>
                </a:cubicBezTo>
                <a:cubicBezTo>
                  <a:pt x="1867518" y="94028"/>
                  <a:pt x="1864353" y="88201"/>
                  <a:pt x="1862982" y="80478"/>
                </a:cubicBezTo>
                <a:close/>
                <a:moveTo>
                  <a:pt x="1937874" y="102208"/>
                </a:moveTo>
                <a:lnTo>
                  <a:pt x="1937874" y="29408"/>
                </a:lnTo>
                <a:lnTo>
                  <a:pt x="1948979" y="29408"/>
                </a:lnTo>
                <a:lnTo>
                  <a:pt x="1948979" y="39759"/>
                </a:lnTo>
                <a:cubicBezTo>
                  <a:pt x="1954326" y="31761"/>
                  <a:pt x="1962049" y="27763"/>
                  <a:pt x="1972149" y="27763"/>
                </a:cubicBezTo>
                <a:cubicBezTo>
                  <a:pt x="1976536" y="27763"/>
                  <a:pt x="1980569" y="28551"/>
                  <a:pt x="1984248" y="30128"/>
                </a:cubicBezTo>
                <a:cubicBezTo>
                  <a:pt x="1987927" y="31704"/>
                  <a:pt x="1990680" y="33772"/>
                  <a:pt x="1992508" y="36331"/>
                </a:cubicBezTo>
                <a:cubicBezTo>
                  <a:pt x="1994336" y="38891"/>
                  <a:pt x="1995616" y="41930"/>
                  <a:pt x="1996347" y="45449"/>
                </a:cubicBezTo>
                <a:cubicBezTo>
                  <a:pt x="1996804" y="47734"/>
                  <a:pt x="1997033" y="51732"/>
                  <a:pt x="1997033" y="57445"/>
                </a:cubicBezTo>
                <a:lnTo>
                  <a:pt x="1997033" y="102208"/>
                </a:lnTo>
                <a:lnTo>
                  <a:pt x="1984694" y="102208"/>
                </a:lnTo>
                <a:lnTo>
                  <a:pt x="1984694" y="57925"/>
                </a:lnTo>
                <a:cubicBezTo>
                  <a:pt x="1984694" y="52898"/>
                  <a:pt x="1984214" y="49139"/>
                  <a:pt x="1983254" y="46648"/>
                </a:cubicBezTo>
                <a:cubicBezTo>
                  <a:pt x="1982295" y="44158"/>
                  <a:pt x="1980592" y="42170"/>
                  <a:pt x="1978147" y="40684"/>
                </a:cubicBezTo>
                <a:cubicBezTo>
                  <a:pt x="1975702" y="39199"/>
                  <a:pt x="1972835" y="38457"/>
                  <a:pt x="1969544" y="38457"/>
                </a:cubicBezTo>
                <a:cubicBezTo>
                  <a:pt x="1964289" y="38457"/>
                  <a:pt x="1959753" y="40125"/>
                  <a:pt x="1955937" y="43461"/>
                </a:cubicBezTo>
                <a:cubicBezTo>
                  <a:pt x="1952121" y="46797"/>
                  <a:pt x="1950213" y="53126"/>
                  <a:pt x="1950213" y="62449"/>
                </a:cubicBezTo>
                <a:lnTo>
                  <a:pt x="1950213" y="102208"/>
                </a:lnTo>
                <a:lnTo>
                  <a:pt x="1937874" y="102208"/>
                </a:lnTo>
                <a:close/>
                <a:moveTo>
                  <a:pt x="2014939" y="15012"/>
                </a:moveTo>
                <a:lnTo>
                  <a:pt x="2014939" y="685"/>
                </a:lnTo>
                <a:lnTo>
                  <a:pt x="2028169" y="685"/>
                </a:lnTo>
                <a:lnTo>
                  <a:pt x="2028169" y="11996"/>
                </a:lnTo>
                <a:cubicBezTo>
                  <a:pt x="2028169" y="18120"/>
                  <a:pt x="2027460" y="22530"/>
                  <a:pt x="2026044" y="25226"/>
                </a:cubicBezTo>
                <a:cubicBezTo>
                  <a:pt x="2024079" y="28928"/>
                  <a:pt x="2021017" y="31716"/>
                  <a:pt x="2016858" y="33589"/>
                </a:cubicBezTo>
                <a:lnTo>
                  <a:pt x="2013842" y="28722"/>
                </a:lnTo>
                <a:cubicBezTo>
                  <a:pt x="2016310" y="27717"/>
                  <a:pt x="2018149" y="26129"/>
                  <a:pt x="2019360" y="23958"/>
                </a:cubicBezTo>
                <a:cubicBezTo>
                  <a:pt x="2020571" y="21787"/>
                  <a:pt x="2021245" y="18806"/>
                  <a:pt x="2021382" y="15012"/>
                </a:cubicBezTo>
                <a:lnTo>
                  <a:pt x="2014939" y="15012"/>
                </a:lnTo>
                <a:close/>
                <a:moveTo>
                  <a:pt x="2074122" y="91171"/>
                </a:moveTo>
                <a:lnTo>
                  <a:pt x="2075904" y="102071"/>
                </a:lnTo>
                <a:cubicBezTo>
                  <a:pt x="2072431" y="102802"/>
                  <a:pt x="2069324" y="103168"/>
                  <a:pt x="2066582" y="103168"/>
                </a:cubicBezTo>
                <a:cubicBezTo>
                  <a:pt x="2062103" y="103168"/>
                  <a:pt x="2058630" y="102459"/>
                  <a:pt x="2056162" y="101043"/>
                </a:cubicBezTo>
                <a:cubicBezTo>
                  <a:pt x="2053694" y="99626"/>
                  <a:pt x="2051958" y="97764"/>
                  <a:pt x="2050952" y="95456"/>
                </a:cubicBezTo>
                <a:cubicBezTo>
                  <a:pt x="2049947" y="93148"/>
                  <a:pt x="2049444" y="88292"/>
                  <a:pt x="2049444" y="80889"/>
                </a:cubicBezTo>
                <a:lnTo>
                  <a:pt x="2049444" y="39005"/>
                </a:lnTo>
                <a:lnTo>
                  <a:pt x="2040396" y="39005"/>
                </a:lnTo>
                <a:lnTo>
                  <a:pt x="2040396" y="29408"/>
                </a:lnTo>
                <a:lnTo>
                  <a:pt x="2049444" y="29408"/>
                </a:lnTo>
                <a:lnTo>
                  <a:pt x="2049444" y="11379"/>
                </a:lnTo>
                <a:lnTo>
                  <a:pt x="2061715" y="3976"/>
                </a:lnTo>
                <a:lnTo>
                  <a:pt x="2061715" y="29408"/>
                </a:lnTo>
                <a:lnTo>
                  <a:pt x="2074122" y="29408"/>
                </a:lnTo>
                <a:lnTo>
                  <a:pt x="2074122" y="39005"/>
                </a:lnTo>
                <a:lnTo>
                  <a:pt x="2061715" y="39005"/>
                </a:lnTo>
                <a:lnTo>
                  <a:pt x="2061715" y="81574"/>
                </a:lnTo>
                <a:cubicBezTo>
                  <a:pt x="2061715" y="85093"/>
                  <a:pt x="2061932" y="87355"/>
                  <a:pt x="2062366" y="88361"/>
                </a:cubicBezTo>
                <a:cubicBezTo>
                  <a:pt x="2062800" y="89366"/>
                  <a:pt x="2063508" y="90166"/>
                  <a:pt x="2064491" y="90760"/>
                </a:cubicBezTo>
                <a:cubicBezTo>
                  <a:pt x="2065473" y="91354"/>
                  <a:pt x="2066879" y="91651"/>
                  <a:pt x="2068707" y="91651"/>
                </a:cubicBezTo>
                <a:cubicBezTo>
                  <a:pt x="2070078" y="91651"/>
                  <a:pt x="2071883" y="91491"/>
                  <a:pt x="2074122" y="91171"/>
                </a:cubicBezTo>
                <a:close/>
                <a:moveTo>
                  <a:pt x="2171705" y="93228"/>
                </a:moveTo>
                <a:cubicBezTo>
                  <a:pt x="2167135" y="97112"/>
                  <a:pt x="2162737" y="99854"/>
                  <a:pt x="2158509" y="101454"/>
                </a:cubicBezTo>
                <a:cubicBezTo>
                  <a:pt x="2154282" y="103053"/>
                  <a:pt x="2149746" y="103853"/>
                  <a:pt x="2144902" y="103853"/>
                </a:cubicBezTo>
                <a:cubicBezTo>
                  <a:pt x="2136905" y="103853"/>
                  <a:pt x="2130758" y="101899"/>
                  <a:pt x="2126462" y="97992"/>
                </a:cubicBezTo>
                <a:cubicBezTo>
                  <a:pt x="2122166" y="94085"/>
                  <a:pt x="2120018" y="89092"/>
                  <a:pt x="2120018" y="83014"/>
                </a:cubicBezTo>
                <a:cubicBezTo>
                  <a:pt x="2120018" y="79449"/>
                  <a:pt x="2120830" y="76193"/>
                  <a:pt x="2122452" y="73246"/>
                </a:cubicBezTo>
                <a:cubicBezTo>
                  <a:pt x="2124074" y="70298"/>
                  <a:pt x="2126199" y="67933"/>
                  <a:pt x="2128827" y="66151"/>
                </a:cubicBezTo>
                <a:cubicBezTo>
                  <a:pt x="2131455" y="64368"/>
                  <a:pt x="2134414" y="63020"/>
                  <a:pt x="2137704" y="62106"/>
                </a:cubicBezTo>
                <a:cubicBezTo>
                  <a:pt x="2140126" y="61466"/>
                  <a:pt x="2143782" y="60849"/>
                  <a:pt x="2148672" y="60255"/>
                </a:cubicBezTo>
                <a:cubicBezTo>
                  <a:pt x="2158635" y="59067"/>
                  <a:pt x="2165970" y="57650"/>
                  <a:pt x="2170677" y="56005"/>
                </a:cubicBezTo>
                <a:cubicBezTo>
                  <a:pt x="2170723" y="54314"/>
                  <a:pt x="2170745" y="53240"/>
                  <a:pt x="2170745" y="52783"/>
                </a:cubicBezTo>
                <a:cubicBezTo>
                  <a:pt x="2170745" y="47756"/>
                  <a:pt x="2169580" y="44215"/>
                  <a:pt x="2167249" y="42158"/>
                </a:cubicBezTo>
                <a:cubicBezTo>
                  <a:pt x="2164096" y="39371"/>
                  <a:pt x="2159412" y="37977"/>
                  <a:pt x="2153197" y="37977"/>
                </a:cubicBezTo>
                <a:cubicBezTo>
                  <a:pt x="2147393" y="37977"/>
                  <a:pt x="2143108" y="38993"/>
                  <a:pt x="2140344" y="41027"/>
                </a:cubicBezTo>
                <a:cubicBezTo>
                  <a:pt x="2137579" y="43061"/>
                  <a:pt x="2135534" y="46660"/>
                  <a:pt x="2134208" y="51824"/>
                </a:cubicBezTo>
                <a:lnTo>
                  <a:pt x="2122144" y="50179"/>
                </a:lnTo>
                <a:cubicBezTo>
                  <a:pt x="2123240" y="45014"/>
                  <a:pt x="2125045" y="40844"/>
                  <a:pt x="2127559" y="37668"/>
                </a:cubicBezTo>
                <a:cubicBezTo>
                  <a:pt x="2130072" y="34492"/>
                  <a:pt x="2133706" y="32047"/>
                  <a:pt x="2138458" y="30333"/>
                </a:cubicBezTo>
                <a:cubicBezTo>
                  <a:pt x="2143211" y="28620"/>
                  <a:pt x="2148718" y="27763"/>
                  <a:pt x="2154979" y="27763"/>
                </a:cubicBezTo>
                <a:cubicBezTo>
                  <a:pt x="2161194" y="27763"/>
                  <a:pt x="2166244" y="28494"/>
                  <a:pt x="2170128" y="29956"/>
                </a:cubicBezTo>
                <a:cubicBezTo>
                  <a:pt x="2174013" y="31419"/>
                  <a:pt x="2176869" y="33258"/>
                  <a:pt x="2178697" y="35475"/>
                </a:cubicBezTo>
                <a:cubicBezTo>
                  <a:pt x="2180525" y="37691"/>
                  <a:pt x="2181805" y="40490"/>
                  <a:pt x="2182536" y="43872"/>
                </a:cubicBezTo>
                <a:cubicBezTo>
                  <a:pt x="2182947" y="45974"/>
                  <a:pt x="2183153" y="49767"/>
                  <a:pt x="2183153" y="55251"/>
                </a:cubicBezTo>
                <a:lnTo>
                  <a:pt x="2183153" y="71703"/>
                </a:lnTo>
                <a:cubicBezTo>
                  <a:pt x="2183153" y="83174"/>
                  <a:pt x="2183416" y="90429"/>
                  <a:pt x="2183941" y="93468"/>
                </a:cubicBezTo>
                <a:cubicBezTo>
                  <a:pt x="2184467" y="96507"/>
                  <a:pt x="2185507" y="99420"/>
                  <a:pt x="2187060" y="102208"/>
                </a:cubicBezTo>
                <a:lnTo>
                  <a:pt x="2174173" y="102208"/>
                </a:lnTo>
                <a:cubicBezTo>
                  <a:pt x="2172893" y="99649"/>
                  <a:pt x="2172071" y="96655"/>
                  <a:pt x="2171705" y="93228"/>
                </a:cubicBezTo>
                <a:moveTo>
                  <a:pt x="2170677" y="65671"/>
                </a:moveTo>
                <a:cubicBezTo>
                  <a:pt x="2166198" y="67499"/>
                  <a:pt x="2159480" y="69053"/>
                  <a:pt x="2150523" y="70332"/>
                </a:cubicBezTo>
                <a:cubicBezTo>
                  <a:pt x="2145450" y="71063"/>
                  <a:pt x="2141863" y="71886"/>
                  <a:pt x="2139761" y="72800"/>
                </a:cubicBezTo>
                <a:cubicBezTo>
                  <a:pt x="2137659" y="73714"/>
                  <a:pt x="2136036" y="75051"/>
                  <a:pt x="2134894" y="76810"/>
                </a:cubicBezTo>
                <a:cubicBezTo>
                  <a:pt x="2133751" y="78570"/>
                  <a:pt x="2133180" y="80523"/>
                  <a:pt x="2133180" y="82671"/>
                </a:cubicBezTo>
                <a:cubicBezTo>
                  <a:pt x="2133180" y="85962"/>
                  <a:pt x="2134425" y="88704"/>
                  <a:pt x="2136916" y="90897"/>
                </a:cubicBezTo>
                <a:cubicBezTo>
                  <a:pt x="2139407" y="93091"/>
                  <a:pt x="2143051" y="94188"/>
                  <a:pt x="2147850" y="94188"/>
                </a:cubicBezTo>
                <a:cubicBezTo>
                  <a:pt x="2152603" y="94188"/>
                  <a:pt x="2156830" y="93148"/>
                  <a:pt x="2160531" y="91069"/>
                </a:cubicBezTo>
                <a:cubicBezTo>
                  <a:pt x="2164233" y="88989"/>
                  <a:pt x="2166952" y="86144"/>
                  <a:pt x="2168689" y="82534"/>
                </a:cubicBezTo>
                <a:cubicBezTo>
                  <a:pt x="2170014" y="79746"/>
                  <a:pt x="2170677" y="75633"/>
                  <a:pt x="2170677" y="70195"/>
                </a:cubicBezTo>
                <a:lnTo>
                  <a:pt x="2170677" y="65671"/>
                </a:lnTo>
                <a:close/>
                <a:moveTo>
                  <a:pt x="2202019" y="102208"/>
                </a:moveTo>
                <a:lnTo>
                  <a:pt x="2202019" y="29408"/>
                </a:lnTo>
                <a:lnTo>
                  <a:pt x="2213124" y="29408"/>
                </a:lnTo>
                <a:lnTo>
                  <a:pt x="2213124" y="39759"/>
                </a:lnTo>
                <a:cubicBezTo>
                  <a:pt x="2218471" y="31761"/>
                  <a:pt x="2226194" y="27763"/>
                  <a:pt x="2236294" y="27763"/>
                </a:cubicBezTo>
                <a:cubicBezTo>
                  <a:pt x="2240681" y="27763"/>
                  <a:pt x="2244714" y="28551"/>
                  <a:pt x="2248393" y="30128"/>
                </a:cubicBezTo>
                <a:cubicBezTo>
                  <a:pt x="2252071" y="31704"/>
                  <a:pt x="2254825" y="33772"/>
                  <a:pt x="2256653" y="36331"/>
                </a:cubicBezTo>
                <a:cubicBezTo>
                  <a:pt x="2258481" y="38891"/>
                  <a:pt x="2259760" y="41930"/>
                  <a:pt x="2260492" y="45449"/>
                </a:cubicBezTo>
                <a:cubicBezTo>
                  <a:pt x="2260949" y="47734"/>
                  <a:pt x="2261177" y="51732"/>
                  <a:pt x="2261177" y="57445"/>
                </a:cubicBezTo>
                <a:lnTo>
                  <a:pt x="2261177" y="102208"/>
                </a:lnTo>
                <a:lnTo>
                  <a:pt x="2248838" y="102208"/>
                </a:lnTo>
                <a:lnTo>
                  <a:pt x="2248838" y="57925"/>
                </a:lnTo>
                <a:cubicBezTo>
                  <a:pt x="2248838" y="52898"/>
                  <a:pt x="2248358" y="49139"/>
                  <a:pt x="2247399" y="46648"/>
                </a:cubicBezTo>
                <a:cubicBezTo>
                  <a:pt x="2246439" y="44158"/>
                  <a:pt x="2244737" y="42170"/>
                  <a:pt x="2242292" y="40684"/>
                </a:cubicBezTo>
                <a:cubicBezTo>
                  <a:pt x="2239847" y="39199"/>
                  <a:pt x="2236979" y="38457"/>
                  <a:pt x="2233689" y="38457"/>
                </a:cubicBezTo>
                <a:cubicBezTo>
                  <a:pt x="2228433" y="38457"/>
                  <a:pt x="2223897" y="40125"/>
                  <a:pt x="2220082" y="43461"/>
                </a:cubicBezTo>
                <a:cubicBezTo>
                  <a:pt x="2216266" y="46797"/>
                  <a:pt x="2214358" y="53126"/>
                  <a:pt x="2214358" y="62449"/>
                </a:cubicBezTo>
                <a:lnTo>
                  <a:pt x="2214358" y="102208"/>
                </a:lnTo>
                <a:lnTo>
                  <a:pt x="2202019" y="102208"/>
                </a:lnTo>
                <a:close/>
                <a:moveTo>
                  <a:pt x="2279288" y="130245"/>
                </a:moveTo>
                <a:lnTo>
                  <a:pt x="2277917" y="118660"/>
                </a:lnTo>
                <a:cubicBezTo>
                  <a:pt x="2280614" y="119391"/>
                  <a:pt x="2282967" y="119757"/>
                  <a:pt x="2284978" y="119757"/>
                </a:cubicBezTo>
                <a:cubicBezTo>
                  <a:pt x="2287720" y="119757"/>
                  <a:pt x="2289913" y="119300"/>
                  <a:pt x="2291559" y="118386"/>
                </a:cubicBezTo>
                <a:cubicBezTo>
                  <a:pt x="2293204" y="117472"/>
                  <a:pt x="2294552" y="116192"/>
                  <a:pt x="2295603" y="114547"/>
                </a:cubicBezTo>
                <a:cubicBezTo>
                  <a:pt x="2296380" y="113313"/>
                  <a:pt x="2297637" y="110251"/>
                  <a:pt x="2299373" y="105361"/>
                </a:cubicBezTo>
                <a:cubicBezTo>
                  <a:pt x="2299602" y="104676"/>
                  <a:pt x="2299967" y="103670"/>
                  <a:pt x="2300470" y="102345"/>
                </a:cubicBezTo>
                <a:lnTo>
                  <a:pt x="2272845" y="29408"/>
                </a:lnTo>
                <a:lnTo>
                  <a:pt x="2286143" y="29408"/>
                </a:lnTo>
                <a:lnTo>
                  <a:pt x="2301293" y="71566"/>
                </a:lnTo>
                <a:cubicBezTo>
                  <a:pt x="2303258" y="76913"/>
                  <a:pt x="2305017" y="82534"/>
                  <a:pt x="2306571" y="88429"/>
                </a:cubicBezTo>
                <a:cubicBezTo>
                  <a:pt x="2307988" y="82763"/>
                  <a:pt x="2309679" y="77233"/>
                  <a:pt x="2311644" y="71840"/>
                </a:cubicBezTo>
                <a:lnTo>
                  <a:pt x="2327205" y="29408"/>
                </a:lnTo>
                <a:lnTo>
                  <a:pt x="2339544" y="29408"/>
                </a:lnTo>
                <a:lnTo>
                  <a:pt x="2311849" y="103442"/>
                </a:lnTo>
                <a:cubicBezTo>
                  <a:pt x="2308879" y="111439"/>
                  <a:pt x="2306571" y="116946"/>
                  <a:pt x="2304926" y="119962"/>
                </a:cubicBezTo>
                <a:cubicBezTo>
                  <a:pt x="2302732" y="124030"/>
                  <a:pt x="2300219" y="127012"/>
                  <a:pt x="2297385" y="128908"/>
                </a:cubicBezTo>
                <a:cubicBezTo>
                  <a:pt x="2294552" y="130805"/>
                  <a:pt x="2291170" y="131753"/>
                  <a:pt x="2287240" y="131753"/>
                </a:cubicBezTo>
                <a:cubicBezTo>
                  <a:pt x="2284864" y="131753"/>
                  <a:pt x="2282213" y="131250"/>
                  <a:pt x="2279288" y="130245"/>
                </a:cubicBezTo>
                <a:close/>
                <a:moveTo>
                  <a:pt x="2399681" y="102208"/>
                </a:moveTo>
                <a:lnTo>
                  <a:pt x="2388234" y="102208"/>
                </a:lnTo>
                <a:lnTo>
                  <a:pt x="2388234" y="1714"/>
                </a:lnTo>
                <a:lnTo>
                  <a:pt x="2400573" y="1714"/>
                </a:lnTo>
                <a:lnTo>
                  <a:pt x="2400573" y="37565"/>
                </a:lnTo>
                <a:cubicBezTo>
                  <a:pt x="2405782" y="31030"/>
                  <a:pt x="2412432" y="27763"/>
                  <a:pt x="2420521" y="27763"/>
                </a:cubicBezTo>
                <a:cubicBezTo>
                  <a:pt x="2424999" y="27763"/>
                  <a:pt x="2429238" y="28665"/>
                  <a:pt x="2433237" y="30470"/>
                </a:cubicBezTo>
                <a:cubicBezTo>
                  <a:pt x="2437235" y="32276"/>
                  <a:pt x="2440526" y="34812"/>
                  <a:pt x="2443108" y="38079"/>
                </a:cubicBezTo>
                <a:cubicBezTo>
                  <a:pt x="2445690" y="41347"/>
                  <a:pt x="2447712" y="45289"/>
                  <a:pt x="2449175" y="49904"/>
                </a:cubicBezTo>
                <a:cubicBezTo>
                  <a:pt x="2450637" y="54520"/>
                  <a:pt x="2451368" y="59456"/>
                  <a:pt x="2451368" y="64711"/>
                </a:cubicBezTo>
                <a:cubicBezTo>
                  <a:pt x="2451368" y="77187"/>
                  <a:pt x="2448283" y="86830"/>
                  <a:pt x="2442114" y="93639"/>
                </a:cubicBezTo>
                <a:cubicBezTo>
                  <a:pt x="2435944" y="100448"/>
                  <a:pt x="2428541" y="103853"/>
                  <a:pt x="2419904" y="103853"/>
                </a:cubicBezTo>
                <a:cubicBezTo>
                  <a:pt x="2411312" y="103853"/>
                  <a:pt x="2404571" y="100266"/>
                  <a:pt x="2399681" y="93091"/>
                </a:cubicBezTo>
                <a:lnTo>
                  <a:pt x="2399681" y="102208"/>
                </a:lnTo>
                <a:moveTo>
                  <a:pt x="2399544" y="65260"/>
                </a:moveTo>
                <a:cubicBezTo>
                  <a:pt x="2399544" y="73988"/>
                  <a:pt x="2400733" y="80295"/>
                  <a:pt x="2403109" y="84179"/>
                </a:cubicBezTo>
                <a:cubicBezTo>
                  <a:pt x="2406993" y="90532"/>
                  <a:pt x="2412249" y="93708"/>
                  <a:pt x="2418875" y="93708"/>
                </a:cubicBezTo>
                <a:cubicBezTo>
                  <a:pt x="2424268" y="93708"/>
                  <a:pt x="2428929" y="91366"/>
                  <a:pt x="2432860" y="86681"/>
                </a:cubicBezTo>
                <a:cubicBezTo>
                  <a:pt x="2436790" y="81997"/>
                  <a:pt x="2438755" y="75016"/>
                  <a:pt x="2438755" y="65739"/>
                </a:cubicBezTo>
                <a:cubicBezTo>
                  <a:pt x="2438755" y="56234"/>
                  <a:pt x="2436870" y="49219"/>
                  <a:pt x="2433100" y="44695"/>
                </a:cubicBezTo>
                <a:cubicBezTo>
                  <a:pt x="2429329" y="40170"/>
                  <a:pt x="2424771" y="37908"/>
                  <a:pt x="2419424" y="37908"/>
                </a:cubicBezTo>
                <a:cubicBezTo>
                  <a:pt x="2414031" y="37908"/>
                  <a:pt x="2409370" y="40250"/>
                  <a:pt x="2405440" y="44934"/>
                </a:cubicBezTo>
                <a:cubicBezTo>
                  <a:pt x="2401509" y="49619"/>
                  <a:pt x="2399544" y="56394"/>
                  <a:pt x="2399544" y="65260"/>
                </a:cubicBezTo>
                <a:close/>
                <a:moveTo>
                  <a:pt x="2461528" y="65808"/>
                </a:moveTo>
                <a:cubicBezTo>
                  <a:pt x="2461528" y="52326"/>
                  <a:pt x="2465275" y="42341"/>
                  <a:pt x="2472770" y="35852"/>
                </a:cubicBezTo>
                <a:cubicBezTo>
                  <a:pt x="2479031" y="30459"/>
                  <a:pt x="2486663" y="27763"/>
                  <a:pt x="2495665" y="27763"/>
                </a:cubicBezTo>
                <a:cubicBezTo>
                  <a:pt x="2505674" y="27763"/>
                  <a:pt x="2513854" y="31042"/>
                  <a:pt x="2520206" y="37600"/>
                </a:cubicBezTo>
                <a:cubicBezTo>
                  <a:pt x="2526559" y="44158"/>
                  <a:pt x="2529735" y="53218"/>
                  <a:pt x="2529735" y="64780"/>
                </a:cubicBezTo>
                <a:cubicBezTo>
                  <a:pt x="2529735" y="74148"/>
                  <a:pt x="2528330" y="81517"/>
                  <a:pt x="2525519" y="86887"/>
                </a:cubicBezTo>
                <a:cubicBezTo>
                  <a:pt x="2522708" y="92257"/>
                  <a:pt x="2518618" y="96427"/>
                  <a:pt x="2513249" y="99397"/>
                </a:cubicBezTo>
                <a:cubicBezTo>
                  <a:pt x="2507879" y="102368"/>
                  <a:pt x="2502018" y="103853"/>
                  <a:pt x="2495665" y="103853"/>
                </a:cubicBezTo>
                <a:cubicBezTo>
                  <a:pt x="2485474" y="103853"/>
                  <a:pt x="2477237" y="100586"/>
                  <a:pt x="2470953" y="94051"/>
                </a:cubicBezTo>
                <a:cubicBezTo>
                  <a:pt x="2464669" y="87515"/>
                  <a:pt x="2461528" y="78101"/>
                  <a:pt x="2461528" y="65808"/>
                </a:cubicBezTo>
                <a:moveTo>
                  <a:pt x="2474209" y="65808"/>
                </a:moveTo>
                <a:cubicBezTo>
                  <a:pt x="2474209" y="75131"/>
                  <a:pt x="2476243" y="82111"/>
                  <a:pt x="2480310" y="86750"/>
                </a:cubicBezTo>
                <a:cubicBezTo>
                  <a:pt x="2484378" y="91388"/>
                  <a:pt x="2489496" y="93708"/>
                  <a:pt x="2495665" y="93708"/>
                </a:cubicBezTo>
                <a:cubicBezTo>
                  <a:pt x="2501789" y="93708"/>
                  <a:pt x="2506885" y="91377"/>
                  <a:pt x="2510952" y="86716"/>
                </a:cubicBezTo>
                <a:cubicBezTo>
                  <a:pt x="2515019" y="82054"/>
                  <a:pt x="2517053" y="74948"/>
                  <a:pt x="2517053" y="65397"/>
                </a:cubicBezTo>
                <a:cubicBezTo>
                  <a:pt x="2517053" y="56394"/>
                  <a:pt x="2515008" y="49573"/>
                  <a:pt x="2510918" y="44934"/>
                </a:cubicBezTo>
                <a:cubicBezTo>
                  <a:pt x="2506828" y="40296"/>
                  <a:pt x="2501744" y="37977"/>
                  <a:pt x="2495665" y="37977"/>
                </a:cubicBezTo>
                <a:cubicBezTo>
                  <a:pt x="2489496" y="37977"/>
                  <a:pt x="2484378" y="40285"/>
                  <a:pt x="2480310" y="44900"/>
                </a:cubicBezTo>
                <a:cubicBezTo>
                  <a:pt x="2476243" y="49516"/>
                  <a:pt x="2474209" y="56485"/>
                  <a:pt x="2474209" y="65808"/>
                </a:cubicBezTo>
                <a:close/>
                <a:moveTo>
                  <a:pt x="2570879" y="91171"/>
                </a:moveTo>
                <a:lnTo>
                  <a:pt x="2572661" y="102071"/>
                </a:lnTo>
                <a:cubicBezTo>
                  <a:pt x="2569188" y="102802"/>
                  <a:pt x="2566080" y="103168"/>
                  <a:pt x="2563338" y="103168"/>
                </a:cubicBezTo>
                <a:cubicBezTo>
                  <a:pt x="2558860" y="103168"/>
                  <a:pt x="2555387" y="102459"/>
                  <a:pt x="2552919" y="101043"/>
                </a:cubicBezTo>
                <a:cubicBezTo>
                  <a:pt x="2550451" y="99626"/>
                  <a:pt x="2548714" y="97764"/>
                  <a:pt x="2547709" y="95456"/>
                </a:cubicBezTo>
                <a:cubicBezTo>
                  <a:pt x="2546704" y="93148"/>
                  <a:pt x="2546201" y="88292"/>
                  <a:pt x="2546201" y="80889"/>
                </a:cubicBezTo>
                <a:lnTo>
                  <a:pt x="2546201" y="39005"/>
                </a:lnTo>
                <a:lnTo>
                  <a:pt x="2537152" y="39005"/>
                </a:lnTo>
                <a:lnTo>
                  <a:pt x="2537152" y="29408"/>
                </a:lnTo>
                <a:lnTo>
                  <a:pt x="2546201" y="29408"/>
                </a:lnTo>
                <a:lnTo>
                  <a:pt x="2546201" y="11379"/>
                </a:lnTo>
                <a:lnTo>
                  <a:pt x="2558471" y="3976"/>
                </a:lnTo>
                <a:lnTo>
                  <a:pt x="2558471" y="29408"/>
                </a:lnTo>
                <a:lnTo>
                  <a:pt x="2570879" y="29408"/>
                </a:lnTo>
                <a:lnTo>
                  <a:pt x="2570879" y="39005"/>
                </a:lnTo>
                <a:lnTo>
                  <a:pt x="2558471" y="39005"/>
                </a:lnTo>
                <a:lnTo>
                  <a:pt x="2558471" y="81574"/>
                </a:lnTo>
                <a:cubicBezTo>
                  <a:pt x="2558471" y="85093"/>
                  <a:pt x="2558688" y="87355"/>
                  <a:pt x="2559123" y="88361"/>
                </a:cubicBezTo>
                <a:cubicBezTo>
                  <a:pt x="2559557" y="89366"/>
                  <a:pt x="2560265" y="90166"/>
                  <a:pt x="2561248" y="90760"/>
                </a:cubicBezTo>
                <a:cubicBezTo>
                  <a:pt x="2562230" y="91354"/>
                  <a:pt x="2563635" y="91651"/>
                  <a:pt x="2565463" y="91651"/>
                </a:cubicBezTo>
                <a:cubicBezTo>
                  <a:pt x="2566834" y="91651"/>
                  <a:pt x="2568640" y="91491"/>
                  <a:pt x="2570879" y="91171"/>
                </a:cubicBezTo>
                <a:close/>
                <a:moveTo>
                  <a:pt x="2609388" y="91171"/>
                </a:moveTo>
                <a:lnTo>
                  <a:pt x="2611170" y="102071"/>
                </a:lnTo>
                <a:cubicBezTo>
                  <a:pt x="2607697" y="102802"/>
                  <a:pt x="2604589" y="103168"/>
                  <a:pt x="2601847" y="103168"/>
                </a:cubicBezTo>
                <a:cubicBezTo>
                  <a:pt x="2597369" y="103168"/>
                  <a:pt x="2593896" y="102459"/>
                  <a:pt x="2591428" y="101043"/>
                </a:cubicBezTo>
                <a:cubicBezTo>
                  <a:pt x="2588960" y="99626"/>
                  <a:pt x="2587224" y="97764"/>
                  <a:pt x="2586218" y="95456"/>
                </a:cubicBezTo>
                <a:cubicBezTo>
                  <a:pt x="2585213" y="93148"/>
                  <a:pt x="2584710" y="88292"/>
                  <a:pt x="2584710" y="80889"/>
                </a:cubicBezTo>
                <a:lnTo>
                  <a:pt x="2584710" y="39005"/>
                </a:lnTo>
                <a:lnTo>
                  <a:pt x="2575661" y="39005"/>
                </a:lnTo>
                <a:lnTo>
                  <a:pt x="2575661" y="29408"/>
                </a:lnTo>
                <a:lnTo>
                  <a:pt x="2584710" y="29408"/>
                </a:lnTo>
                <a:lnTo>
                  <a:pt x="2584710" y="11379"/>
                </a:lnTo>
                <a:lnTo>
                  <a:pt x="2596980" y="3976"/>
                </a:lnTo>
                <a:lnTo>
                  <a:pt x="2596980" y="29408"/>
                </a:lnTo>
                <a:lnTo>
                  <a:pt x="2609388" y="29408"/>
                </a:lnTo>
                <a:lnTo>
                  <a:pt x="2609388" y="39005"/>
                </a:lnTo>
                <a:lnTo>
                  <a:pt x="2596980" y="39005"/>
                </a:lnTo>
                <a:lnTo>
                  <a:pt x="2596980" y="81574"/>
                </a:lnTo>
                <a:cubicBezTo>
                  <a:pt x="2596980" y="85093"/>
                  <a:pt x="2597198" y="87355"/>
                  <a:pt x="2597632" y="88361"/>
                </a:cubicBezTo>
                <a:cubicBezTo>
                  <a:pt x="2598066" y="89366"/>
                  <a:pt x="2598774" y="90166"/>
                  <a:pt x="2599757" y="90760"/>
                </a:cubicBezTo>
                <a:cubicBezTo>
                  <a:pt x="2600739" y="91354"/>
                  <a:pt x="2602145" y="91651"/>
                  <a:pt x="2603973" y="91651"/>
                </a:cubicBezTo>
                <a:cubicBezTo>
                  <a:pt x="2605344" y="91651"/>
                  <a:pt x="2607149" y="91491"/>
                  <a:pt x="2609388" y="91171"/>
                </a:cubicBezTo>
                <a:close/>
                <a:moveTo>
                  <a:pt x="2620683" y="102208"/>
                </a:moveTo>
                <a:lnTo>
                  <a:pt x="2620683" y="1714"/>
                </a:lnTo>
                <a:lnTo>
                  <a:pt x="2633022" y="1714"/>
                </a:lnTo>
                <a:lnTo>
                  <a:pt x="2633022" y="102208"/>
                </a:lnTo>
                <a:lnTo>
                  <a:pt x="2620683" y="102208"/>
                </a:lnTo>
                <a:close/>
                <a:moveTo>
                  <a:pt x="2702282" y="78764"/>
                </a:moveTo>
                <a:lnTo>
                  <a:pt x="2715033" y="80341"/>
                </a:lnTo>
                <a:cubicBezTo>
                  <a:pt x="2713022" y="87790"/>
                  <a:pt x="2709297" y="93571"/>
                  <a:pt x="2703859" y="97684"/>
                </a:cubicBezTo>
                <a:cubicBezTo>
                  <a:pt x="2698421" y="101797"/>
                  <a:pt x="2691474" y="103853"/>
                  <a:pt x="2683020" y="103853"/>
                </a:cubicBezTo>
                <a:cubicBezTo>
                  <a:pt x="2672372" y="103853"/>
                  <a:pt x="2663929" y="100574"/>
                  <a:pt x="2657691" y="94016"/>
                </a:cubicBezTo>
                <a:cubicBezTo>
                  <a:pt x="2651453" y="87458"/>
                  <a:pt x="2648334" y="78261"/>
                  <a:pt x="2648334" y="66425"/>
                </a:cubicBezTo>
                <a:cubicBezTo>
                  <a:pt x="2648334" y="54177"/>
                  <a:pt x="2651487" y="44672"/>
                  <a:pt x="2657793" y="37908"/>
                </a:cubicBezTo>
                <a:cubicBezTo>
                  <a:pt x="2664100" y="31145"/>
                  <a:pt x="2672280" y="27763"/>
                  <a:pt x="2682334" y="27763"/>
                </a:cubicBezTo>
                <a:cubicBezTo>
                  <a:pt x="2692068" y="27763"/>
                  <a:pt x="2700020" y="31076"/>
                  <a:pt x="2706190" y="37702"/>
                </a:cubicBezTo>
                <a:cubicBezTo>
                  <a:pt x="2712359" y="44329"/>
                  <a:pt x="2715444" y="53652"/>
                  <a:pt x="2715444" y="65671"/>
                </a:cubicBezTo>
                <a:cubicBezTo>
                  <a:pt x="2715444" y="66402"/>
                  <a:pt x="2715421" y="67499"/>
                  <a:pt x="2715375" y="68961"/>
                </a:cubicBezTo>
                <a:lnTo>
                  <a:pt x="2661084" y="68961"/>
                </a:lnTo>
                <a:cubicBezTo>
                  <a:pt x="2661541" y="76959"/>
                  <a:pt x="2663803" y="83083"/>
                  <a:pt x="2667870" y="87333"/>
                </a:cubicBezTo>
                <a:cubicBezTo>
                  <a:pt x="2671938" y="91583"/>
                  <a:pt x="2677010" y="93708"/>
                  <a:pt x="2683088" y="93708"/>
                </a:cubicBezTo>
                <a:cubicBezTo>
                  <a:pt x="2687613" y="93708"/>
                  <a:pt x="2691474" y="92520"/>
                  <a:pt x="2694673" y="90143"/>
                </a:cubicBezTo>
                <a:cubicBezTo>
                  <a:pt x="2697872" y="87767"/>
                  <a:pt x="2700409" y="83974"/>
                  <a:pt x="2702282" y="78764"/>
                </a:cubicBezTo>
                <a:moveTo>
                  <a:pt x="2661769" y="58816"/>
                </a:moveTo>
                <a:lnTo>
                  <a:pt x="2702419" y="58816"/>
                </a:lnTo>
                <a:cubicBezTo>
                  <a:pt x="2701871" y="52692"/>
                  <a:pt x="2700317" y="48099"/>
                  <a:pt x="2697758" y="45037"/>
                </a:cubicBezTo>
                <a:cubicBezTo>
                  <a:pt x="2693828" y="40285"/>
                  <a:pt x="2688732" y="37908"/>
                  <a:pt x="2682471" y="37908"/>
                </a:cubicBezTo>
                <a:cubicBezTo>
                  <a:pt x="2676805" y="37908"/>
                  <a:pt x="2672040" y="39805"/>
                  <a:pt x="2668179" y="43598"/>
                </a:cubicBezTo>
                <a:cubicBezTo>
                  <a:pt x="2664317" y="47391"/>
                  <a:pt x="2662181" y="52464"/>
                  <a:pt x="2661769" y="58816"/>
                </a:cubicBezTo>
                <a:close/>
                <a:moveTo>
                  <a:pt x="2764181" y="65808"/>
                </a:moveTo>
                <a:cubicBezTo>
                  <a:pt x="2764181" y="52326"/>
                  <a:pt x="2767928" y="42341"/>
                  <a:pt x="2775423" y="35852"/>
                </a:cubicBezTo>
                <a:cubicBezTo>
                  <a:pt x="2781684" y="30459"/>
                  <a:pt x="2789316" y="27763"/>
                  <a:pt x="2798319" y="27763"/>
                </a:cubicBezTo>
                <a:cubicBezTo>
                  <a:pt x="2808327" y="27763"/>
                  <a:pt x="2816507" y="31042"/>
                  <a:pt x="2822860" y="37600"/>
                </a:cubicBezTo>
                <a:cubicBezTo>
                  <a:pt x="2829212" y="44158"/>
                  <a:pt x="2832388" y="53218"/>
                  <a:pt x="2832388" y="64780"/>
                </a:cubicBezTo>
                <a:cubicBezTo>
                  <a:pt x="2832388" y="74148"/>
                  <a:pt x="2830983" y="81517"/>
                  <a:pt x="2828172" y="86887"/>
                </a:cubicBezTo>
                <a:cubicBezTo>
                  <a:pt x="2825362" y="92257"/>
                  <a:pt x="2821272" y="96427"/>
                  <a:pt x="2815902" y="99397"/>
                </a:cubicBezTo>
                <a:cubicBezTo>
                  <a:pt x="2810532" y="102368"/>
                  <a:pt x="2804671" y="103853"/>
                  <a:pt x="2798319" y="103853"/>
                </a:cubicBezTo>
                <a:cubicBezTo>
                  <a:pt x="2788128" y="103853"/>
                  <a:pt x="2779890" y="100586"/>
                  <a:pt x="2773606" y="94051"/>
                </a:cubicBezTo>
                <a:cubicBezTo>
                  <a:pt x="2767323" y="87515"/>
                  <a:pt x="2764181" y="78101"/>
                  <a:pt x="2764181" y="65808"/>
                </a:cubicBezTo>
                <a:moveTo>
                  <a:pt x="2776863" y="65808"/>
                </a:moveTo>
                <a:cubicBezTo>
                  <a:pt x="2776863" y="75131"/>
                  <a:pt x="2778896" y="82111"/>
                  <a:pt x="2782964" y="86750"/>
                </a:cubicBezTo>
                <a:cubicBezTo>
                  <a:pt x="2787031" y="91388"/>
                  <a:pt x="2792149" y="93708"/>
                  <a:pt x="2798319" y="93708"/>
                </a:cubicBezTo>
                <a:cubicBezTo>
                  <a:pt x="2804443" y="93708"/>
                  <a:pt x="2809538" y="91377"/>
                  <a:pt x="2813605" y="86716"/>
                </a:cubicBezTo>
                <a:cubicBezTo>
                  <a:pt x="2817673" y="82054"/>
                  <a:pt x="2819706" y="74948"/>
                  <a:pt x="2819706" y="65397"/>
                </a:cubicBezTo>
                <a:cubicBezTo>
                  <a:pt x="2819706" y="56394"/>
                  <a:pt x="2817661" y="49573"/>
                  <a:pt x="2813571" y="44934"/>
                </a:cubicBezTo>
                <a:cubicBezTo>
                  <a:pt x="2809481" y="40296"/>
                  <a:pt x="2804397" y="37977"/>
                  <a:pt x="2798319" y="37977"/>
                </a:cubicBezTo>
                <a:cubicBezTo>
                  <a:pt x="2792149" y="37977"/>
                  <a:pt x="2787031" y="40285"/>
                  <a:pt x="2782964" y="44900"/>
                </a:cubicBezTo>
                <a:cubicBezTo>
                  <a:pt x="2778896" y="49516"/>
                  <a:pt x="2776863" y="56485"/>
                  <a:pt x="2776863" y="65808"/>
                </a:cubicBezTo>
                <a:close/>
                <a:moveTo>
                  <a:pt x="2849540" y="102208"/>
                </a:moveTo>
                <a:lnTo>
                  <a:pt x="2849540" y="39005"/>
                </a:lnTo>
                <a:lnTo>
                  <a:pt x="2838640" y="39005"/>
                </a:lnTo>
                <a:lnTo>
                  <a:pt x="2838640" y="29408"/>
                </a:lnTo>
                <a:lnTo>
                  <a:pt x="2849540" y="29408"/>
                </a:lnTo>
                <a:lnTo>
                  <a:pt x="2849540" y="21662"/>
                </a:lnTo>
                <a:cubicBezTo>
                  <a:pt x="2849540" y="16772"/>
                  <a:pt x="2849974" y="13139"/>
                  <a:pt x="2850842" y="10762"/>
                </a:cubicBezTo>
                <a:cubicBezTo>
                  <a:pt x="2852031" y="7563"/>
                  <a:pt x="2854121" y="4970"/>
                  <a:pt x="2857115" y="2982"/>
                </a:cubicBezTo>
                <a:cubicBezTo>
                  <a:pt x="2860108" y="994"/>
                  <a:pt x="2864301" y="0"/>
                  <a:pt x="2869694" y="0"/>
                </a:cubicBezTo>
                <a:cubicBezTo>
                  <a:pt x="2873167" y="0"/>
                  <a:pt x="2877006" y="411"/>
                  <a:pt x="2881210" y="1234"/>
                </a:cubicBezTo>
                <a:lnTo>
                  <a:pt x="2879359" y="11996"/>
                </a:lnTo>
                <a:cubicBezTo>
                  <a:pt x="2876800" y="11539"/>
                  <a:pt x="2874378" y="11311"/>
                  <a:pt x="2872093" y="11311"/>
                </a:cubicBezTo>
                <a:cubicBezTo>
                  <a:pt x="2868345" y="11311"/>
                  <a:pt x="2865695" y="12110"/>
                  <a:pt x="2864141" y="13710"/>
                </a:cubicBezTo>
                <a:cubicBezTo>
                  <a:pt x="2862587" y="15309"/>
                  <a:pt x="2861810" y="18303"/>
                  <a:pt x="2861810" y="22690"/>
                </a:cubicBezTo>
                <a:lnTo>
                  <a:pt x="2861810" y="29408"/>
                </a:lnTo>
                <a:lnTo>
                  <a:pt x="2876000" y="29408"/>
                </a:lnTo>
                <a:lnTo>
                  <a:pt x="2876000" y="39005"/>
                </a:lnTo>
                <a:lnTo>
                  <a:pt x="2861810" y="39005"/>
                </a:lnTo>
                <a:lnTo>
                  <a:pt x="2861810" y="102208"/>
                </a:lnTo>
                <a:lnTo>
                  <a:pt x="2849540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wineinsidethefridge.">
            <a:extLst xmlns:a="http://schemas.openxmlformats.org/drawingml/2006/main">
              <a:ext uri="{FF2B5EF4-FFF2-40B4-BE49-F238E27FC236}">
                <a16:creationId xmlns:a16="http://schemas.microsoft.com/office/drawing/2014/main" id="{EE8E6EE1-56AC-4B93-95D5-70235EC6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82" y="3141801"/>
            <a:ext cx="1341118" cy="131753"/>
          </a:xfrm>
          <a:custGeom xmlns:a="http://schemas.openxmlformats.org/drawingml/2006/main">
            <a:pathLst>
              <a:path w="1341118" h="131753">
                <a:moveTo>
                  <a:pt x="22279" y="102208"/>
                </a:moveTo>
                <a:lnTo>
                  <a:pt x="0" y="29408"/>
                </a:lnTo>
                <a:lnTo>
                  <a:pt x="12750" y="29408"/>
                </a:lnTo>
                <a:lnTo>
                  <a:pt x="24335" y="71429"/>
                </a:lnTo>
                <a:lnTo>
                  <a:pt x="28654" y="87058"/>
                </a:lnTo>
                <a:cubicBezTo>
                  <a:pt x="28837" y="86282"/>
                  <a:pt x="30093" y="81277"/>
                  <a:pt x="32424" y="72046"/>
                </a:cubicBezTo>
                <a:lnTo>
                  <a:pt x="44009" y="29408"/>
                </a:lnTo>
                <a:lnTo>
                  <a:pt x="56691" y="29408"/>
                </a:lnTo>
                <a:lnTo>
                  <a:pt x="67590" y="71635"/>
                </a:lnTo>
                <a:lnTo>
                  <a:pt x="71223" y="85550"/>
                </a:lnTo>
                <a:lnTo>
                  <a:pt x="75405" y="71498"/>
                </a:lnTo>
                <a:lnTo>
                  <a:pt x="87881" y="29408"/>
                </a:lnTo>
                <a:lnTo>
                  <a:pt x="99877" y="29408"/>
                </a:lnTo>
                <a:lnTo>
                  <a:pt x="77119" y="102208"/>
                </a:lnTo>
                <a:lnTo>
                  <a:pt x="64300" y="102208"/>
                </a:lnTo>
                <a:lnTo>
                  <a:pt x="52715" y="58610"/>
                </a:lnTo>
                <a:lnTo>
                  <a:pt x="49904" y="46203"/>
                </a:lnTo>
                <a:lnTo>
                  <a:pt x="35166" y="102208"/>
                </a:lnTo>
                <a:lnTo>
                  <a:pt x="22279" y="102208"/>
                </a:lnTo>
                <a:close/>
                <a:moveTo>
                  <a:pt x="110329" y="15904"/>
                </a:moveTo>
                <a:lnTo>
                  <a:pt x="110329" y="1714"/>
                </a:lnTo>
                <a:lnTo>
                  <a:pt x="122668" y="1714"/>
                </a:lnTo>
                <a:lnTo>
                  <a:pt x="122668" y="15904"/>
                </a:lnTo>
                <a:lnTo>
                  <a:pt x="110329" y="15904"/>
                </a:lnTo>
                <a:moveTo>
                  <a:pt x="110329" y="102208"/>
                </a:moveTo>
                <a:lnTo>
                  <a:pt x="110329" y="29408"/>
                </a:lnTo>
                <a:lnTo>
                  <a:pt x="122668" y="29408"/>
                </a:lnTo>
                <a:lnTo>
                  <a:pt x="122668" y="102208"/>
                </a:lnTo>
                <a:lnTo>
                  <a:pt x="110329" y="102208"/>
                </a:lnTo>
                <a:close/>
                <a:moveTo>
                  <a:pt x="141764" y="102208"/>
                </a:moveTo>
                <a:lnTo>
                  <a:pt x="141764" y="29408"/>
                </a:lnTo>
                <a:lnTo>
                  <a:pt x="152870" y="29408"/>
                </a:lnTo>
                <a:lnTo>
                  <a:pt x="152870" y="39759"/>
                </a:lnTo>
                <a:cubicBezTo>
                  <a:pt x="158216" y="31761"/>
                  <a:pt x="165940" y="27763"/>
                  <a:pt x="176039" y="27763"/>
                </a:cubicBezTo>
                <a:cubicBezTo>
                  <a:pt x="180427" y="27763"/>
                  <a:pt x="184460" y="28551"/>
                  <a:pt x="188138" y="30128"/>
                </a:cubicBezTo>
                <a:cubicBezTo>
                  <a:pt x="191817" y="31704"/>
                  <a:pt x="194571" y="33772"/>
                  <a:pt x="196399" y="36331"/>
                </a:cubicBezTo>
                <a:cubicBezTo>
                  <a:pt x="198227" y="38891"/>
                  <a:pt x="199506" y="41930"/>
                  <a:pt x="200238" y="45449"/>
                </a:cubicBezTo>
                <a:cubicBezTo>
                  <a:pt x="200695" y="47734"/>
                  <a:pt x="200923" y="51732"/>
                  <a:pt x="200923" y="57445"/>
                </a:cubicBezTo>
                <a:lnTo>
                  <a:pt x="200923" y="102208"/>
                </a:lnTo>
                <a:lnTo>
                  <a:pt x="188584" y="102208"/>
                </a:lnTo>
                <a:lnTo>
                  <a:pt x="188584" y="57925"/>
                </a:lnTo>
                <a:cubicBezTo>
                  <a:pt x="188584" y="52898"/>
                  <a:pt x="188104" y="49139"/>
                  <a:pt x="187144" y="46648"/>
                </a:cubicBezTo>
                <a:cubicBezTo>
                  <a:pt x="186185" y="44158"/>
                  <a:pt x="184482" y="42170"/>
                  <a:pt x="182038" y="40684"/>
                </a:cubicBezTo>
                <a:cubicBezTo>
                  <a:pt x="179593" y="39199"/>
                  <a:pt x="176725" y="38457"/>
                  <a:pt x="173435" y="38457"/>
                </a:cubicBezTo>
                <a:cubicBezTo>
                  <a:pt x="168179" y="38457"/>
                  <a:pt x="163643" y="40125"/>
                  <a:pt x="159827" y="43461"/>
                </a:cubicBezTo>
                <a:cubicBezTo>
                  <a:pt x="156011" y="46797"/>
                  <a:pt x="154103" y="53126"/>
                  <a:pt x="154103" y="62449"/>
                </a:cubicBezTo>
                <a:lnTo>
                  <a:pt x="154103" y="102208"/>
                </a:lnTo>
                <a:lnTo>
                  <a:pt x="141764" y="102208"/>
                </a:lnTo>
                <a:close/>
                <a:moveTo>
                  <a:pt x="269433" y="78764"/>
                </a:moveTo>
                <a:lnTo>
                  <a:pt x="282183" y="80341"/>
                </a:lnTo>
                <a:cubicBezTo>
                  <a:pt x="280172" y="87790"/>
                  <a:pt x="276448" y="93571"/>
                  <a:pt x="271009" y="97684"/>
                </a:cubicBezTo>
                <a:cubicBezTo>
                  <a:pt x="265571" y="101797"/>
                  <a:pt x="258625" y="103853"/>
                  <a:pt x="250170" y="103853"/>
                </a:cubicBezTo>
                <a:cubicBezTo>
                  <a:pt x="239522" y="103853"/>
                  <a:pt x="231079" y="100574"/>
                  <a:pt x="224841" y="94016"/>
                </a:cubicBezTo>
                <a:cubicBezTo>
                  <a:pt x="218603" y="87458"/>
                  <a:pt x="215484" y="78261"/>
                  <a:pt x="215484" y="66425"/>
                </a:cubicBezTo>
                <a:cubicBezTo>
                  <a:pt x="215484" y="54177"/>
                  <a:pt x="218637" y="44672"/>
                  <a:pt x="224944" y="37908"/>
                </a:cubicBezTo>
                <a:cubicBezTo>
                  <a:pt x="231250" y="31145"/>
                  <a:pt x="239431" y="27763"/>
                  <a:pt x="249485" y="27763"/>
                </a:cubicBezTo>
                <a:cubicBezTo>
                  <a:pt x="259219" y="27763"/>
                  <a:pt x="267170" y="31076"/>
                  <a:pt x="273340" y="37702"/>
                </a:cubicBezTo>
                <a:cubicBezTo>
                  <a:pt x="279509" y="44329"/>
                  <a:pt x="282594" y="53652"/>
                  <a:pt x="282594" y="65671"/>
                </a:cubicBezTo>
                <a:cubicBezTo>
                  <a:pt x="282594" y="66402"/>
                  <a:pt x="282571" y="67499"/>
                  <a:pt x="282526" y="68961"/>
                </a:cubicBezTo>
                <a:lnTo>
                  <a:pt x="228234" y="68961"/>
                </a:lnTo>
                <a:cubicBezTo>
                  <a:pt x="228691" y="76959"/>
                  <a:pt x="230953" y="83083"/>
                  <a:pt x="235021" y="87333"/>
                </a:cubicBezTo>
                <a:cubicBezTo>
                  <a:pt x="239088" y="91583"/>
                  <a:pt x="244160" y="93708"/>
                  <a:pt x="250239" y="93708"/>
                </a:cubicBezTo>
                <a:cubicBezTo>
                  <a:pt x="254763" y="93708"/>
                  <a:pt x="258625" y="92520"/>
                  <a:pt x="261824" y="90143"/>
                </a:cubicBezTo>
                <a:cubicBezTo>
                  <a:pt x="265023" y="87767"/>
                  <a:pt x="267559" y="83974"/>
                  <a:pt x="269433" y="78764"/>
                </a:cubicBezTo>
                <a:moveTo>
                  <a:pt x="228920" y="58816"/>
                </a:moveTo>
                <a:lnTo>
                  <a:pt x="269570" y="58816"/>
                </a:lnTo>
                <a:cubicBezTo>
                  <a:pt x="269021" y="52692"/>
                  <a:pt x="267467" y="48099"/>
                  <a:pt x="264908" y="45037"/>
                </a:cubicBezTo>
                <a:cubicBezTo>
                  <a:pt x="260978" y="40285"/>
                  <a:pt x="255883" y="37908"/>
                  <a:pt x="249622" y="37908"/>
                </a:cubicBezTo>
                <a:cubicBezTo>
                  <a:pt x="243955" y="37908"/>
                  <a:pt x="239191" y="39805"/>
                  <a:pt x="235329" y="43598"/>
                </a:cubicBezTo>
                <a:cubicBezTo>
                  <a:pt x="231467" y="47391"/>
                  <a:pt x="229331" y="52464"/>
                  <a:pt x="228920" y="58816"/>
                </a:cubicBezTo>
                <a:close/>
                <a:moveTo>
                  <a:pt x="336021" y="15904"/>
                </a:moveTo>
                <a:lnTo>
                  <a:pt x="336021" y="1714"/>
                </a:lnTo>
                <a:lnTo>
                  <a:pt x="348360" y="1714"/>
                </a:lnTo>
                <a:lnTo>
                  <a:pt x="348360" y="15904"/>
                </a:lnTo>
                <a:lnTo>
                  <a:pt x="336021" y="15904"/>
                </a:lnTo>
                <a:moveTo>
                  <a:pt x="336021" y="102208"/>
                </a:moveTo>
                <a:lnTo>
                  <a:pt x="336021" y="29408"/>
                </a:lnTo>
                <a:lnTo>
                  <a:pt x="348360" y="29408"/>
                </a:lnTo>
                <a:lnTo>
                  <a:pt x="348360" y="102208"/>
                </a:lnTo>
                <a:lnTo>
                  <a:pt x="336021" y="102208"/>
                </a:lnTo>
                <a:close/>
                <a:moveTo>
                  <a:pt x="367456" y="102208"/>
                </a:moveTo>
                <a:lnTo>
                  <a:pt x="367456" y="29408"/>
                </a:lnTo>
                <a:lnTo>
                  <a:pt x="378561" y="29408"/>
                </a:lnTo>
                <a:lnTo>
                  <a:pt x="378561" y="39759"/>
                </a:lnTo>
                <a:cubicBezTo>
                  <a:pt x="383908" y="31761"/>
                  <a:pt x="391631" y="27763"/>
                  <a:pt x="401731" y="27763"/>
                </a:cubicBezTo>
                <a:cubicBezTo>
                  <a:pt x="406118" y="27763"/>
                  <a:pt x="410151" y="28551"/>
                  <a:pt x="413830" y="30128"/>
                </a:cubicBezTo>
                <a:cubicBezTo>
                  <a:pt x="417509" y="31704"/>
                  <a:pt x="420262" y="33772"/>
                  <a:pt x="422090" y="36331"/>
                </a:cubicBezTo>
                <a:cubicBezTo>
                  <a:pt x="423918" y="38891"/>
                  <a:pt x="425198" y="41930"/>
                  <a:pt x="425929" y="45449"/>
                </a:cubicBezTo>
                <a:cubicBezTo>
                  <a:pt x="426386" y="47734"/>
                  <a:pt x="426614" y="51732"/>
                  <a:pt x="426614" y="57445"/>
                </a:cubicBezTo>
                <a:lnTo>
                  <a:pt x="426614" y="102208"/>
                </a:lnTo>
                <a:lnTo>
                  <a:pt x="414275" y="102208"/>
                </a:lnTo>
                <a:lnTo>
                  <a:pt x="414275" y="57925"/>
                </a:lnTo>
                <a:cubicBezTo>
                  <a:pt x="414275" y="52898"/>
                  <a:pt x="413796" y="49139"/>
                  <a:pt x="412836" y="46648"/>
                </a:cubicBezTo>
                <a:cubicBezTo>
                  <a:pt x="411876" y="44158"/>
                  <a:pt x="410174" y="42170"/>
                  <a:pt x="407729" y="40684"/>
                </a:cubicBezTo>
                <a:cubicBezTo>
                  <a:pt x="405284" y="39199"/>
                  <a:pt x="402416" y="38457"/>
                  <a:pt x="399126" y="38457"/>
                </a:cubicBezTo>
                <a:cubicBezTo>
                  <a:pt x="393870" y="38457"/>
                  <a:pt x="389335" y="40125"/>
                  <a:pt x="385519" y="43461"/>
                </a:cubicBezTo>
                <a:cubicBezTo>
                  <a:pt x="381703" y="46797"/>
                  <a:pt x="379795" y="53126"/>
                  <a:pt x="379795" y="62449"/>
                </a:cubicBezTo>
                <a:lnTo>
                  <a:pt x="379795" y="102208"/>
                </a:lnTo>
                <a:lnTo>
                  <a:pt x="367456" y="102208"/>
                </a:lnTo>
                <a:close/>
                <a:moveTo>
                  <a:pt x="440353" y="80478"/>
                </a:moveTo>
                <a:lnTo>
                  <a:pt x="452555" y="78558"/>
                </a:lnTo>
                <a:cubicBezTo>
                  <a:pt x="453240" y="83448"/>
                  <a:pt x="455148" y="87196"/>
                  <a:pt x="458278" y="89800"/>
                </a:cubicBezTo>
                <a:cubicBezTo>
                  <a:pt x="461409" y="92405"/>
                  <a:pt x="465785" y="93708"/>
                  <a:pt x="471406" y="93708"/>
                </a:cubicBezTo>
                <a:cubicBezTo>
                  <a:pt x="477073" y="93708"/>
                  <a:pt x="481277" y="92554"/>
                  <a:pt x="484019" y="90246"/>
                </a:cubicBezTo>
                <a:cubicBezTo>
                  <a:pt x="486761" y="87938"/>
                  <a:pt x="488132" y="85230"/>
                  <a:pt x="488132" y="82123"/>
                </a:cubicBezTo>
                <a:cubicBezTo>
                  <a:pt x="488132" y="79335"/>
                  <a:pt x="486921" y="77142"/>
                  <a:pt x="484499" y="75542"/>
                </a:cubicBezTo>
                <a:cubicBezTo>
                  <a:pt x="482808" y="74445"/>
                  <a:pt x="478604" y="73051"/>
                  <a:pt x="471886" y="71360"/>
                </a:cubicBezTo>
                <a:cubicBezTo>
                  <a:pt x="462837" y="69075"/>
                  <a:pt x="456565" y="67099"/>
                  <a:pt x="453069" y="65431"/>
                </a:cubicBezTo>
                <a:cubicBezTo>
                  <a:pt x="449573" y="63763"/>
                  <a:pt x="446922" y="61455"/>
                  <a:pt x="445117" y="58507"/>
                </a:cubicBezTo>
                <a:cubicBezTo>
                  <a:pt x="443312" y="55560"/>
                  <a:pt x="442409" y="52304"/>
                  <a:pt x="442409" y="48739"/>
                </a:cubicBezTo>
                <a:cubicBezTo>
                  <a:pt x="442409" y="45494"/>
                  <a:pt x="443152" y="42490"/>
                  <a:pt x="444637" y="39725"/>
                </a:cubicBezTo>
                <a:cubicBezTo>
                  <a:pt x="446122" y="36960"/>
                  <a:pt x="448145" y="34663"/>
                  <a:pt x="450704" y="32835"/>
                </a:cubicBezTo>
                <a:cubicBezTo>
                  <a:pt x="452623" y="31419"/>
                  <a:pt x="455239" y="30219"/>
                  <a:pt x="458553" y="29237"/>
                </a:cubicBezTo>
                <a:cubicBezTo>
                  <a:pt x="461866" y="28254"/>
                  <a:pt x="465419" y="27763"/>
                  <a:pt x="469212" y="27763"/>
                </a:cubicBezTo>
                <a:cubicBezTo>
                  <a:pt x="474925" y="27763"/>
                  <a:pt x="479940" y="28585"/>
                  <a:pt x="484259" y="30231"/>
                </a:cubicBezTo>
                <a:cubicBezTo>
                  <a:pt x="488578" y="31876"/>
                  <a:pt x="491765" y="34104"/>
                  <a:pt x="493822" y="36914"/>
                </a:cubicBezTo>
                <a:cubicBezTo>
                  <a:pt x="495878" y="39725"/>
                  <a:pt x="497295" y="43484"/>
                  <a:pt x="498072" y="48191"/>
                </a:cubicBezTo>
                <a:lnTo>
                  <a:pt x="486007" y="49836"/>
                </a:lnTo>
                <a:cubicBezTo>
                  <a:pt x="485459" y="46088"/>
                  <a:pt x="483870" y="43164"/>
                  <a:pt x="481243" y="41061"/>
                </a:cubicBezTo>
                <a:cubicBezTo>
                  <a:pt x="478615" y="38959"/>
                  <a:pt x="474902" y="37908"/>
                  <a:pt x="470103" y="37908"/>
                </a:cubicBezTo>
                <a:cubicBezTo>
                  <a:pt x="464437" y="37908"/>
                  <a:pt x="460392" y="38845"/>
                  <a:pt x="457970" y="40719"/>
                </a:cubicBezTo>
                <a:cubicBezTo>
                  <a:pt x="455548" y="42592"/>
                  <a:pt x="454337" y="44786"/>
                  <a:pt x="454337" y="47299"/>
                </a:cubicBezTo>
                <a:cubicBezTo>
                  <a:pt x="454337" y="48899"/>
                  <a:pt x="454840" y="50338"/>
                  <a:pt x="455845" y="51618"/>
                </a:cubicBezTo>
                <a:cubicBezTo>
                  <a:pt x="456850" y="52943"/>
                  <a:pt x="458427" y="54040"/>
                  <a:pt x="460575" y="54908"/>
                </a:cubicBezTo>
                <a:cubicBezTo>
                  <a:pt x="461809" y="55365"/>
                  <a:pt x="465442" y="56417"/>
                  <a:pt x="471474" y="58062"/>
                </a:cubicBezTo>
                <a:cubicBezTo>
                  <a:pt x="480203" y="60392"/>
                  <a:pt x="486293" y="62300"/>
                  <a:pt x="489743" y="63786"/>
                </a:cubicBezTo>
                <a:cubicBezTo>
                  <a:pt x="493193" y="65271"/>
                  <a:pt x="495901" y="67430"/>
                  <a:pt x="497866" y="70264"/>
                </a:cubicBezTo>
                <a:cubicBezTo>
                  <a:pt x="499831" y="73097"/>
                  <a:pt x="500814" y="76616"/>
                  <a:pt x="500814" y="80820"/>
                </a:cubicBezTo>
                <a:cubicBezTo>
                  <a:pt x="500814" y="84933"/>
                  <a:pt x="499614" y="88806"/>
                  <a:pt x="497215" y="92440"/>
                </a:cubicBezTo>
                <a:cubicBezTo>
                  <a:pt x="494816" y="96073"/>
                  <a:pt x="491354" y="98883"/>
                  <a:pt x="486830" y="100871"/>
                </a:cubicBezTo>
                <a:cubicBezTo>
                  <a:pt x="482305" y="102859"/>
                  <a:pt x="477187" y="103853"/>
                  <a:pt x="471474" y="103853"/>
                </a:cubicBezTo>
                <a:cubicBezTo>
                  <a:pt x="462014" y="103853"/>
                  <a:pt x="454805" y="101888"/>
                  <a:pt x="449847" y="97958"/>
                </a:cubicBezTo>
                <a:cubicBezTo>
                  <a:pt x="444888" y="94028"/>
                  <a:pt x="441724" y="88201"/>
                  <a:pt x="440353" y="80478"/>
                </a:cubicBezTo>
                <a:close/>
                <a:moveTo>
                  <a:pt x="515327" y="15904"/>
                </a:moveTo>
                <a:lnTo>
                  <a:pt x="515327" y="1714"/>
                </a:lnTo>
                <a:lnTo>
                  <a:pt x="527666" y="1714"/>
                </a:lnTo>
                <a:lnTo>
                  <a:pt x="527666" y="15904"/>
                </a:lnTo>
                <a:lnTo>
                  <a:pt x="515327" y="15904"/>
                </a:lnTo>
                <a:moveTo>
                  <a:pt x="515327" y="102208"/>
                </a:moveTo>
                <a:lnTo>
                  <a:pt x="515327" y="29408"/>
                </a:lnTo>
                <a:lnTo>
                  <a:pt x="527666" y="29408"/>
                </a:lnTo>
                <a:lnTo>
                  <a:pt x="527666" y="102208"/>
                </a:lnTo>
                <a:lnTo>
                  <a:pt x="515327" y="102208"/>
                </a:lnTo>
                <a:close/>
                <a:moveTo>
                  <a:pt x="593993" y="102208"/>
                </a:moveTo>
                <a:lnTo>
                  <a:pt x="593993" y="93022"/>
                </a:lnTo>
                <a:cubicBezTo>
                  <a:pt x="589378" y="100243"/>
                  <a:pt x="582591" y="103853"/>
                  <a:pt x="573634" y="103853"/>
                </a:cubicBezTo>
                <a:cubicBezTo>
                  <a:pt x="567830" y="103853"/>
                  <a:pt x="562495" y="102254"/>
                  <a:pt x="557628" y="99055"/>
                </a:cubicBezTo>
                <a:cubicBezTo>
                  <a:pt x="552761" y="95856"/>
                  <a:pt x="548990" y="91388"/>
                  <a:pt x="546317" y="85653"/>
                </a:cubicBezTo>
                <a:cubicBezTo>
                  <a:pt x="543643" y="79918"/>
                  <a:pt x="542307" y="73326"/>
                  <a:pt x="542307" y="65876"/>
                </a:cubicBezTo>
                <a:cubicBezTo>
                  <a:pt x="542307" y="58610"/>
                  <a:pt x="543518" y="52018"/>
                  <a:pt x="545940" y="46100"/>
                </a:cubicBezTo>
                <a:cubicBezTo>
                  <a:pt x="548362" y="40182"/>
                  <a:pt x="551995" y="35646"/>
                  <a:pt x="556839" y="32493"/>
                </a:cubicBezTo>
                <a:cubicBezTo>
                  <a:pt x="561683" y="29339"/>
                  <a:pt x="567099" y="27763"/>
                  <a:pt x="573086" y="27763"/>
                </a:cubicBezTo>
                <a:cubicBezTo>
                  <a:pt x="577473" y="27763"/>
                  <a:pt x="581380" y="28688"/>
                  <a:pt x="584808" y="30539"/>
                </a:cubicBezTo>
                <a:cubicBezTo>
                  <a:pt x="588235" y="32390"/>
                  <a:pt x="591023" y="34801"/>
                  <a:pt x="593171" y="37771"/>
                </a:cubicBezTo>
                <a:lnTo>
                  <a:pt x="593171" y="1714"/>
                </a:lnTo>
                <a:lnTo>
                  <a:pt x="605441" y="1714"/>
                </a:lnTo>
                <a:lnTo>
                  <a:pt x="605441" y="102208"/>
                </a:lnTo>
                <a:lnTo>
                  <a:pt x="593993" y="102208"/>
                </a:lnTo>
                <a:moveTo>
                  <a:pt x="554988" y="65876"/>
                </a:moveTo>
                <a:cubicBezTo>
                  <a:pt x="554988" y="75199"/>
                  <a:pt x="556953" y="82169"/>
                  <a:pt x="560884" y="86784"/>
                </a:cubicBezTo>
                <a:cubicBezTo>
                  <a:pt x="564814" y="91400"/>
                  <a:pt x="569452" y="93708"/>
                  <a:pt x="574799" y="93708"/>
                </a:cubicBezTo>
                <a:cubicBezTo>
                  <a:pt x="580192" y="93708"/>
                  <a:pt x="584773" y="91503"/>
                  <a:pt x="588544" y="87093"/>
                </a:cubicBezTo>
                <a:cubicBezTo>
                  <a:pt x="592314" y="82683"/>
                  <a:pt x="594199" y="75953"/>
                  <a:pt x="594199" y="66905"/>
                </a:cubicBezTo>
                <a:cubicBezTo>
                  <a:pt x="594199" y="56942"/>
                  <a:pt x="592280" y="49630"/>
                  <a:pt x="588441" y="44969"/>
                </a:cubicBezTo>
                <a:cubicBezTo>
                  <a:pt x="584602" y="40307"/>
                  <a:pt x="579872" y="37977"/>
                  <a:pt x="574251" y="37977"/>
                </a:cubicBezTo>
                <a:cubicBezTo>
                  <a:pt x="568767" y="37977"/>
                  <a:pt x="564186" y="40216"/>
                  <a:pt x="560507" y="44695"/>
                </a:cubicBezTo>
                <a:cubicBezTo>
                  <a:pt x="556828" y="49173"/>
                  <a:pt x="554988" y="56234"/>
                  <a:pt x="554988" y="65876"/>
                </a:cubicBezTo>
                <a:close/>
                <a:moveTo>
                  <a:pt x="674431" y="78764"/>
                </a:moveTo>
                <a:lnTo>
                  <a:pt x="687181" y="80341"/>
                </a:lnTo>
                <a:cubicBezTo>
                  <a:pt x="685170" y="87790"/>
                  <a:pt x="681446" y="93571"/>
                  <a:pt x="676007" y="97684"/>
                </a:cubicBezTo>
                <a:cubicBezTo>
                  <a:pt x="670569" y="101797"/>
                  <a:pt x="663623" y="103853"/>
                  <a:pt x="655168" y="103853"/>
                </a:cubicBezTo>
                <a:cubicBezTo>
                  <a:pt x="644520" y="103853"/>
                  <a:pt x="636077" y="100574"/>
                  <a:pt x="629839" y="94016"/>
                </a:cubicBezTo>
                <a:cubicBezTo>
                  <a:pt x="623601" y="87458"/>
                  <a:pt x="620482" y="78261"/>
                  <a:pt x="620482" y="66425"/>
                </a:cubicBezTo>
                <a:cubicBezTo>
                  <a:pt x="620482" y="54177"/>
                  <a:pt x="623635" y="44672"/>
                  <a:pt x="629942" y="37908"/>
                </a:cubicBezTo>
                <a:cubicBezTo>
                  <a:pt x="636248" y="31145"/>
                  <a:pt x="644429" y="27763"/>
                  <a:pt x="654483" y="27763"/>
                </a:cubicBezTo>
                <a:cubicBezTo>
                  <a:pt x="664217" y="27763"/>
                  <a:pt x="672168" y="31076"/>
                  <a:pt x="678338" y="37702"/>
                </a:cubicBezTo>
                <a:cubicBezTo>
                  <a:pt x="684507" y="44329"/>
                  <a:pt x="687592" y="53652"/>
                  <a:pt x="687592" y="65671"/>
                </a:cubicBezTo>
                <a:cubicBezTo>
                  <a:pt x="687592" y="66402"/>
                  <a:pt x="687569" y="67499"/>
                  <a:pt x="687524" y="68961"/>
                </a:cubicBezTo>
                <a:lnTo>
                  <a:pt x="633232" y="68961"/>
                </a:lnTo>
                <a:cubicBezTo>
                  <a:pt x="633689" y="76959"/>
                  <a:pt x="635951" y="83083"/>
                  <a:pt x="640019" y="87333"/>
                </a:cubicBezTo>
                <a:cubicBezTo>
                  <a:pt x="644086" y="91583"/>
                  <a:pt x="649159" y="93708"/>
                  <a:pt x="655237" y="93708"/>
                </a:cubicBezTo>
                <a:cubicBezTo>
                  <a:pt x="659761" y="93708"/>
                  <a:pt x="663623" y="92520"/>
                  <a:pt x="666822" y="90143"/>
                </a:cubicBezTo>
                <a:cubicBezTo>
                  <a:pt x="670021" y="87767"/>
                  <a:pt x="672557" y="83974"/>
                  <a:pt x="674431" y="78764"/>
                </a:cubicBezTo>
                <a:moveTo>
                  <a:pt x="633918" y="58816"/>
                </a:moveTo>
                <a:lnTo>
                  <a:pt x="674568" y="58816"/>
                </a:lnTo>
                <a:cubicBezTo>
                  <a:pt x="674019" y="52692"/>
                  <a:pt x="672465" y="48099"/>
                  <a:pt x="669906" y="45037"/>
                </a:cubicBezTo>
                <a:cubicBezTo>
                  <a:pt x="665976" y="40285"/>
                  <a:pt x="660881" y="37908"/>
                  <a:pt x="654620" y="37908"/>
                </a:cubicBezTo>
                <a:cubicBezTo>
                  <a:pt x="648953" y="37908"/>
                  <a:pt x="644189" y="39805"/>
                  <a:pt x="640327" y="43598"/>
                </a:cubicBezTo>
                <a:cubicBezTo>
                  <a:pt x="636465" y="47391"/>
                  <a:pt x="634329" y="52464"/>
                  <a:pt x="633918" y="58816"/>
                </a:cubicBezTo>
                <a:close/>
                <a:moveTo>
                  <a:pt x="767890" y="91171"/>
                </a:moveTo>
                <a:lnTo>
                  <a:pt x="769673" y="102071"/>
                </a:lnTo>
                <a:cubicBezTo>
                  <a:pt x="766199" y="102802"/>
                  <a:pt x="763092" y="103168"/>
                  <a:pt x="760350" y="103168"/>
                </a:cubicBezTo>
                <a:cubicBezTo>
                  <a:pt x="755871" y="103168"/>
                  <a:pt x="752398" y="102459"/>
                  <a:pt x="749930" y="101043"/>
                </a:cubicBezTo>
                <a:cubicBezTo>
                  <a:pt x="747462" y="99626"/>
                  <a:pt x="745726" y="97764"/>
                  <a:pt x="744720" y="95456"/>
                </a:cubicBezTo>
                <a:cubicBezTo>
                  <a:pt x="743715" y="93148"/>
                  <a:pt x="743212" y="88292"/>
                  <a:pt x="743212" y="80889"/>
                </a:cubicBezTo>
                <a:lnTo>
                  <a:pt x="743212" y="39005"/>
                </a:lnTo>
                <a:lnTo>
                  <a:pt x="734164" y="39005"/>
                </a:lnTo>
                <a:lnTo>
                  <a:pt x="734164" y="29408"/>
                </a:lnTo>
                <a:lnTo>
                  <a:pt x="743212" y="29408"/>
                </a:lnTo>
                <a:lnTo>
                  <a:pt x="743212" y="11379"/>
                </a:lnTo>
                <a:lnTo>
                  <a:pt x="755483" y="3976"/>
                </a:lnTo>
                <a:lnTo>
                  <a:pt x="755483" y="29408"/>
                </a:lnTo>
                <a:lnTo>
                  <a:pt x="767890" y="29408"/>
                </a:lnTo>
                <a:lnTo>
                  <a:pt x="767890" y="39005"/>
                </a:lnTo>
                <a:lnTo>
                  <a:pt x="755483" y="39005"/>
                </a:lnTo>
                <a:lnTo>
                  <a:pt x="755483" y="81574"/>
                </a:lnTo>
                <a:cubicBezTo>
                  <a:pt x="755483" y="85093"/>
                  <a:pt x="755700" y="87355"/>
                  <a:pt x="756134" y="88361"/>
                </a:cubicBezTo>
                <a:cubicBezTo>
                  <a:pt x="756568" y="89366"/>
                  <a:pt x="757276" y="90166"/>
                  <a:pt x="758259" y="90760"/>
                </a:cubicBezTo>
                <a:cubicBezTo>
                  <a:pt x="759242" y="91354"/>
                  <a:pt x="760647" y="91651"/>
                  <a:pt x="762475" y="91651"/>
                </a:cubicBezTo>
                <a:cubicBezTo>
                  <a:pt x="763846" y="91651"/>
                  <a:pt x="765651" y="91491"/>
                  <a:pt x="767890" y="91171"/>
                </a:cubicBezTo>
                <a:close/>
                <a:moveTo>
                  <a:pt x="779473" y="102208"/>
                </a:moveTo>
                <a:lnTo>
                  <a:pt x="779473" y="1714"/>
                </a:lnTo>
                <a:lnTo>
                  <a:pt x="791812" y="1714"/>
                </a:lnTo>
                <a:lnTo>
                  <a:pt x="791812" y="37771"/>
                </a:lnTo>
                <a:cubicBezTo>
                  <a:pt x="797570" y="31099"/>
                  <a:pt x="804837" y="27763"/>
                  <a:pt x="813611" y="27763"/>
                </a:cubicBezTo>
                <a:cubicBezTo>
                  <a:pt x="819004" y="27763"/>
                  <a:pt x="823688" y="28825"/>
                  <a:pt x="827664" y="30950"/>
                </a:cubicBezTo>
                <a:cubicBezTo>
                  <a:pt x="831640" y="33075"/>
                  <a:pt x="834485" y="36012"/>
                  <a:pt x="836198" y="39759"/>
                </a:cubicBezTo>
                <a:cubicBezTo>
                  <a:pt x="837912" y="43506"/>
                  <a:pt x="838769" y="48945"/>
                  <a:pt x="838769" y="56074"/>
                </a:cubicBezTo>
                <a:lnTo>
                  <a:pt x="838769" y="102208"/>
                </a:lnTo>
                <a:lnTo>
                  <a:pt x="826430" y="102208"/>
                </a:lnTo>
                <a:lnTo>
                  <a:pt x="826430" y="56074"/>
                </a:lnTo>
                <a:cubicBezTo>
                  <a:pt x="826430" y="49904"/>
                  <a:pt x="825093" y="45414"/>
                  <a:pt x="822420" y="42604"/>
                </a:cubicBezTo>
                <a:cubicBezTo>
                  <a:pt x="819746" y="39793"/>
                  <a:pt x="815965" y="38388"/>
                  <a:pt x="811075" y="38388"/>
                </a:cubicBezTo>
                <a:cubicBezTo>
                  <a:pt x="807419" y="38388"/>
                  <a:pt x="803980" y="39336"/>
                  <a:pt x="800758" y="41233"/>
                </a:cubicBezTo>
                <a:cubicBezTo>
                  <a:pt x="797536" y="43129"/>
                  <a:pt x="795240" y="45700"/>
                  <a:pt x="793869" y="48945"/>
                </a:cubicBezTo>
                <a:cubicBezTo>
                  <a:pt x="792498" y="52189"/>
                  <a:pt x="791812" y="56668"/>
                  <a:pt x="791812" y="62380"/>
                </a:cubicBezTo>
                <a:lnTo>
                  <a:pt x="791812" y="102208"/>
                </a:lnTo>
                <a:lnTo>
                  <a:pt x="779473" y="102208"/>
                </a:lnTo>
                <a:close/>
                <a:moveTo>
                  <a:pt x="907141" y="78764"/>
                </a:moveTo>
                <a:lnTo>
                  <a:pt x="919892" y="80341"/>
                </a:lnTo>
                <a:cubicBezTo>
                  <a:pt x="917881" y="87790"/>
                  <a:pt x="914156" y="93571"/>
                  <a:pt x="908718" y="97684"/>
                </a:cubicBezTo>
                <a:cubicBezTo>
                  <a:pt x="903280" y="101797"/>
                  <a:pt x="896333" y="103853"/>
                  <a:pt x="887879" y="103853"/>
                </a:cubicBezTo>
                <a:cubicBezTo>
                  <a:pt x="877231" y="103853"/>
                  <a:pt x="868788" y="100574"/>
                  <a:pt x="862550" y="94016"/>
                </a:cubicBezTo>
                <a:cubicBezTo>
                  <a:pt x="856312" y="87458"/>
                  <a:pt x="853193" y="78261"/>
                  <a:pt x="853193" y="66425"/>
                </a:cubicBezTo>
                <a:cubicBezTo>
                  <a:pt x="853193" y="54177"/>
                  <a:pt x="856346" y="44672"/>
                  <a:pt x="862652" y="37908"/>
                </a:cubicBezTo>
                <a:cubicBezTo>
                  <a:pt x="868959" y="31145"/>
                  <a:pt x="877139" y="27763"/>
                  <a:pt x="887193" y="27763"/>
                </a:cubicBezTo>
                <a:cubicBezTo>
                  <a:pt x="896927" y="27763"/>
                  <a:pt x="904879" y="31076"/>
                  <a:pt x="911049" y="37702"/>
                </a:cubicBezTo>
                <a:cubicBezTo>
                  <a:pt x="917218" y="44329"/>
                  <a:pt x="920303" y="53652"/>
                  <a:pt x="920303" y="65671"/>
                </a:cubicBezTo>
                <a:cubicBezTo>
                  <a:pt x="920303" y="66402"/>
                  <a:pt x="920280" y="67499"/>
                  <a:pt x="920234" y="68961"/>
                </a:cubicBezTo>
                <a:lnTo>
                  <a:pt x="865943" y="68961"/>
                </a:lnTo>
                <a:cubicBezTo>
                  <a:pt x="866400" y="76959"/>
                  <a:pt x="868662" y="83083"/>
                  <a:pt x="872729" y="87333"/>
                </a:cubicBezTo>
                <a:cubicBezTo>
                  <a:pt x="876797" y="91583"/>
                  <a:pt x="881869" y="93708"/>
                  <a:pt x="887947" y="93708"/>
                </a:cubicBezTo>
                <a:cubicBezTo>
                  <a:pt x="892472" y="93708"/>
                  <a:pt x="896333" y="92520"/>
                  <a:pt x="899532" y="90143"/>
                </a:cubicBezTo>
                <a:cubicBezTo>
                  <a:pt x="902731" y="87767"/>
                  <a:pt x="905268" y="83974"/>
                  <a:pt x="907141" y="78764"/>
                </a:cubicBezTo>
                <a:moveTo>
                  <a:pt x="866628" y="58816"/>
                </a:moveTo>
                <a:lnTo>
                  <a:pt x="907278" y="58816"/>
                </a:lnTo>
                <a:cubicBezTo>
                  <a:pt x="906730" y="52692"/>
                  <a:pt x="905176" y="48099"/>
                  <a:pt x="902617" y="45037"/>
                </a:cubicBezTo>
                <a:cubicBezTo>
                  <a:pt x="898687" y="40285"/>
                  <a:pt x="893591" y="37908"/>
                  <a:pt x="887330" y="37908"/>
                </a:cubicBezTo>
                <a:cubicBezTo>
                  <a:pt x="881664" y="37908"/>
                  <a:pt x="876899" y="39805"/>
                  <a:pt x="873038" y="43598"/>
                </a:cubicBezTo>
                <a:cubicBezTo>
                  <a:pt x="869176" y="47391"/>
                  <a:pt x="867040" y="52464"/>
                  <a:pt x="866628" y="58816"/>
                </a:cubicBezTo>
                <a:close/>
                <a:moveTo>
                  <a:pt x="976609" y="102208"/>
                </a:moveTo>
                <a:lnTo>
                  <a:pt x="976609" y="39005"/>
                </a:lnTo>
                <a:lnTo>
                  <a:pt x="965709" y="39005"/>
                </a:lnTo>
                <a:lnTo>
                  <a:pt x="965709" y="29408"/>
                </a:lnTo>
                <a:lnTo>
                  <a:pt x="976609" y="29408"/>
                </a:lnTo>
                <a:lnTo>
                  <a:pt x="976609" y="21662"/>
                </a:lnTo>
                <a:cubicBezTo>
                  <a:pt x="976609" y="16772"/>
                  <a:pt x="977043" y="13139"/>
                  <a:pt x="977911" y="10762"/>
                </a:cubicBezTo>
                <a:cubicBezTo>
                  <a:pt x="979099" y="7563"/>
                  <a:pt x="981190" y="4970"/>
                  <a:pt x="984183" y="2982"/>
                </a:cubicBezTo>
                <a:cubicBezTo>
                  <a:pt x="987177" y="994"/>
                  <a:pt x="991370" y="0"/>
                  <a:pt x="996762" y="0"/>
                </a:cubicBezTo>
                <a:cubicBezTo>
                  <a:pt x="1000236" y="0"/>
                  <a:pt x="1004074" y="411"/>
                  <a:pt x="1008279" y="1234"/>
                </a:cubicBezTo>
                <a:lnTo>
                  <a:pt x="1006428" y="11996"/>
                </a:lnTo>
                <a:cubicBezTo>
                  <a:pt x="1003869" y="11539"/>
                  <a:pt x="1001447" y="11311"/>
                  <a:pt x="999162" y="11311"/>
                </a:cubicBezTo>
                <a:cubicBezTo>
                  <a:pt x="995414" y="11311"/>
                  <a:pt x="992764" y="12110"/>
                  <a:pt x="991210" y="13710"/>
                </a:cubicBezTo>
                <a:cubicBezTo>
                  <a:pt x="989656" y="15309"/>
                  <a:pt x="988879" y="18303"/>
                  <a:pt x="988879" y="22690"/>
                </a:cubicBezTo>
                <a:lnTo>
                  <a:pt x="988879" y="29408"/>
                </a:lnTo>
                <a:lnTo>
                  <a:pt x="1003069" y="29408"/>
                </a:lnTo>
                <a:lnTo>
                  <a:pt x="1003069" y="39005"/>
                </a:lnTo>
                <a:lnTo>
                  <a:pt x="988879" y="39005"/>
                </a:lnTo>
                <a:lnTo>
                  <a:pt x="988879" y="102208"/>
                </a:lnTo>
                <a:lnTo>
                  <a:pt x="976609" y="102208"/>
                </a:lnTo>
                <a:close/>
                <a:moveTo>
                  <a:pt x="1012047" y="102208"/>
                </a:moveTo>
                <a:lnTo>
                  <a:pt x="1012047" y="29408"/>
                </a:lnTo>
                <a:lnTo>
                  <a:pt x="1023152" y="29408"/>
                </a:lnTo>
                <a:lnTo>
                  <a:pt x="1023152" y="40444"/>
                </a:lnTo>
                <a:cubicBezTo>
                  <a:pt x="1025985" y="35280"/>
                  <a:pt x="1028602" y="31876"/>
                  <a:pt x="1031001" y="30231"/>
                </a:cubicBezTo>
                <a:cubicBezTo>
                  <a:pt x="1033400" y="28585"/>
                  <a:pt x="1036039" y="27763"/>
                  <a:pt x="1038918" y="27763"/>
                </a:cubicBezTo>
                <a:cubicBezTo>
                  <a:pt x="1043077" y="27763"/>
                  <a:pt x="1047304" y="29088"/>
                  <a:pt x="1051600" y="31739"/>
                </a:cubicBezTo>
                <a:lnTo>
                  <a:pt x="1047350" y="43186"/>
                </a:lnTo>
                <a:cubicBezTo>
                  <a:pt x="1044334" y="41404"/>
                  <a:pt x="1041318" y="40513"/>
                  <a:pt x="1038302" y="40513"/>
                </a:cubicBezTo>
                <a:cubicBezTo>
                  <a:pt x="1035605" y="40513"/>
                  <a:pt x="1033183" y="41324"/>
                  <a:pt x="1031035" y="42947"/>
                </a:cubicBezTo>
                <a:cubicBezTo>
                  <a:pt x="1028887" y="44569"/>
                  <a:pt x="1027356" y="46820"/>
                  <a:pt x="1026442" y="49699"/>
                </a:cubicBezTo>
                <a:cubicBezTo>
                  <a:pt x="1025071" y="54086"/>
                  <a:pt x="1024386" y="58884"/>
                  <a:pt x="1024386" y="64094"/>
                </a:cubicBezTo>
                <a:lnTo>
                  <a:pt x="1024386" y="102208"/>
                </a:lnTo>
                <a:lnTo>
                  <a:pt x="1012047" y="102208"/>
                </a:lnTo>
                <a:close/>
                <a:moveTo>
                  <a:pt x="1058638" y="15904"/>
                </a:moveTo>
                <a:lnTo>
                  <a:pt x="1058638" y="1714"/>
                </a:lnTo>
                <a:lnTo>
                  <a:pt x="1070977" y="1714"/>
                </a:lnTo>
                <a:lnTo>
                  <a:pt x="1070977" y="15904"/>
                </a:lnTo>
                <a:lnTo>
                  <a:pt x="1058638" y="15904"/>
                </a:lnTo>
                <a:moveTo>
                  <a:pt x="1058638" y="102208"/>
                </a:moveTo>
                <a:lnTo>
                  <a:pt x="1058638" y="29408"/>
                </a:lnTo>
                <a:lnTo>
                  <a:pt x="1070977" y="29408"/>
                </a:lnTo>
                <a:lnTo>
                  <a:pt x="1070977" y="102208"/>
                </a:lnTo>
                <a:lnTo>
                  <a:pt x="1058638" y="102208"/>
                </a:lnTo>
                <a:close/>
                <a:moveTo>
                  <a:pt x="1137304" y="102208"/>
                </a:moveTo>
                <a:lnTo>
                  <a:pt x="1137304" y="93022"/>
                </a:lnTo>
                <a:cubicBezTo>
                  <a:pt x="1132688" y="100243"/>
                  <a:pt x="1125901" y="103853"/>
                  <a:pt x="1116944" y="103853"/>
                </a:cubicBezTo>
                <a:cubicBezTo>
                  <a:pt x="1111140" y="103853"/>
                  <a:pt x="1105805" y="102254"/>
                  <a:pt x="1100938" y="99055"/>
                </a:cubicBezTo>
                <a:cubicBezTo>
                  <a:pt x="1096071" y="95856"/>
                  <a:pt x="1092301" y="91388"/>
                  <a:pt x="1089627" y="85653"/>
                </a:cubicBezTo>
                <a:cubicBezTo>
                  <a:pt x="1086954" y="79918"/>
                  <a:pt x="1085617" y="73326"/>
                  <a:pt x="1085617" y="65876"/>
                </a:cubicBezTo>
                <a:cubicBezTo>
                  <a:pt x="1085617" y="58610"/>
                  <a:pt x="1086828" y="52018"/>
                  <a:pt x="1089250" y="46100"/>
                </a:cubicBezTo>
                <a:cubicBezTo>
                  <a:pt x="1091672" y="40182"/>
                  <a:pt x="1095305" y="35646"/>
                  <a:pt x="1100150" y="32493"/>
                </a:cubicBezTo>
                <a:cubicBezTo>
                  <a:pt x="1104994" y="29339"/>
                  <a:pt x="1110409" y="27763"/>
                  <a:pt x="1116396" y="27763"/>
                </a:cubicBezTo>
                <a:cubicBezTo>
                  <a:pt x="1120783" y="27763"/>
                  <a:pt x="1124690" y="28688"/>
                  <a:pt x="1128118" y="30539"/>
                </a:cubicBezTo>
                <a:cubicBezTo>
                  <a:pt x="1131545" y="32390"/>
                  <a:pt x="1134333" y="34801"/>
                  <a:pt x="1136481" y="37771"/>
                </a:cubicBezTo>
                <a:lnTo>
                  <a:pt x="1136481" y="1714"/>
                </a:lnTo>
                <a:lnTo>
                  <a:pt x="1148751" y="1714"/>
                </a:lnTo>
                <a:lnTo>
                  <a:pt x="1148751" y="102208"/>
                </a:lnTo>
                <a:lnTo>
                  <a:pt x="1137304" y="102208"/>
                </a:lnTo>
                <a:moveTo>
                  <a:pt x="1098299" y="65876"/>
                </a:moveTo>
                <a:cubicBezTo>
                  <a:pt x="1098299" y="75199"/>
                  <a:pt x="1100264" y="82169"/>
                  <a:pt x="1104194" y="86784"/>
                </a:cubicBezTo>
                <a:cubicBezTo>
                  <a:pt x="1108124" y="91400"/>
                  <a:pt x="1112763" y="93708"/>
                  <a:pt x="1118110" y="93708"/>
                </a:cubicBezTo>
                <a:cubicBezTo>
                  <a:pt x="1123502" y="93708"/>
                  <a:pt x="1128084" y="91503"/>
                  <a:pt x="1131854" y="87093"/>
                </a:cubicBezTo>
                <a:cubicBezTo>
                  <a:pt x="1135624" y="82683"/>
                  <a:pt x="1137509" y="75953"/>
                  <a:pt x="1137509" y="66905"/>
                </a:cubicBezTo>
                <a:cubicBezTo>
                  <a:pt x="1137509" y="56942"/>
                  <a:pt x="1135590" y="49630"/>
                  <a:pt x="1131751" y="44969"/>
                </a:cubicBezTo>
                <a:cubicBezTo>
                  <a:pt x="1127912" y="40307"/>
                  <a:pt x="1123182" y="37977"/>
                  <a:pt x="1117561" y="37977"/>
                </a:cubicBezTo>
                <a:cubicBezTo>
                  <a:pt x="1112077" y="37977"/>
                  <a:pt x="1107496" y="40216"/>
                  <a:pt x="1103817" y="44695"/>
                </a:cubicBezTo>
                <a:cubicBezTo>
                  <a:pt x="1100138" y="49173"/>
                  <a:pt x="1098299" y="56234"/>
                  <a:pt x="1098299" y="65876"/>
                </a:cubicBezTo>
                <a:close/>
                <a:moveTo>
                  <a:pt x="1165643" y="108240"/>
                </a:moveTo>
                <a:lnTo>
                  <a:pt x="1177639" y="110023"/>
                </a:lnTo>
                <a:cubicBezTo>
                  <a:pt x="1178142" y="113724"/>
                  <a:pt x="1179536" y="116421"/>
                  <a:pt x="1181821" y="118112"/>
                </a:cubicBezTo>
                <a:cubicBezTo>
                  <a:pt x="1184883" y="120397"/>
                  <a:pt x="1189064" y="121539"/>
                  <a:pt x="1194365" y="121539"/>
                </a:cubicBezTo>
                <a:cubicBezTo>
                  <a:pt x="1200078" y="121539"/>
                  <a:pt x="1204488" y="120397"/>
                  <a:pt x="1207595" y="118112"/>
                </a:cubicBezTo>
                <a:cubicBezTo>
                  <a:pt x="1210703" y="115827"/>
                  <a:pt x="1212805" y="112628"/>
                  <a:pt x="1213902" y="108515"/>
                </a:cubicBezTo>
                <a:cubicBezTo>
                  <a:pt x="1214542" y="106001"/>
                  <a:pt x="1214839" y="100723"/>
                  <a:pt x="1214793" y="92680"/>
                </a:cubicBezTo>
                <a:cubicBezTo>
                  <a:pt x="1209401" y="99032"/>
                  <a:pt x="1202683" y="102208"/>
                  <a:pt x="1194639" y="102208"/>
                </a:cubicBezTo>
                <a:cubicBezTo>
                  <a:pt x="1184631" y="102208"/>
                  <a:pt x="1176885" y="98598"/>
                  <a:pt x="1171401" y="91377"/>
                </a:cubicBezTo>
                <a:cubicBezTo>
                  <a:pt x="1165917" y="84156"/>
                  <a:pt x="1163175" y="75496"/>
                  <a:pt x="1163175" y="65397"/>
                </a:cubicBezTo>
                <a:cubicBezTo>
                  <a:pt x="1163175" y="58450"/>
                  <a:pt x="1164432" y="52041"/>
                  <a:pt x="1166945" y="46168"/>
                </a:cubicBezTo>
                <a:cubicBezTo>
                  <a:pt x="1169459" y="40296"/>
                  <a:pt x="1173103" y="35760"/>
                  <a:pt x="1177879" y="32561"/>
                </a:cubicBezTo>
                <a:cubicBezTo>
                  <a:pt x="1182655" y="29362"/>
                  <a:pt x="1188264" y="27763"/>
                  <a:pt x="1194708" y="27763"/>
                </a:cubicBezTo>
                <a:cubicBezTo>
                  <a:pt x="1203300" y="27763"/>
                  <a:pt x="1210383" y="31236"/>
                  <a:pt x="1215959" y="38182"/>
                </a:cubicBezTo>
                <a:lnTo>
                  <a:pt x="1215959" y="29408"/>
                </a:lnTo>
                <a:lnTo>
                  <a:pt x="1227338" y="29408"/>
                </a:lnTo>
                <a:lnTo>
                  <a:pt x="1227338" y="92337"/>
                </a:lnTo>
                <a:cubicBezTo>
                  <a:pt x="1227338" y="103670"/>
                  <a:pt x="1226184" y="111702"/>
                  <a:pt x="1223876" y="116432"/>
                </a:cubicBezTo>
                <a:cubicBezTo>
                  <a:pt x="1221568" y="121162"/>
                  <a:pt x="1217912" y="124898"/>
                  <a:pt x="1212908" y="127640"/>
                </a:cubicBezTo>
                <a:cubicBezTo>
                  <a:pt x="1207904" y="130382"/>
                  <a:pt x="1201746" y="131753"/>
                  <a:pt x="1194434" y="131753"/>
                </a:cubicBezTo>
                <a:cubicBezTo>
                  <a:pt x="1185751" y="131753"/>
                  <a:pt x="1178736" y="129799"/>
                  <a:pt x="1173389" y="125892"/>
                </a:cubicBezTo>
                <a:cubicBezTo>
                  <a:pt x="1168042" y="121985"/>
                  <a:pt x="1165460" y="116101"/>
                  <a:pt x="1165643" y="108240"/>
                </a:cubicBezTo>
                <a:moveTo>
                  <a:pt x="1175857" y="64505"/>
                </a:moveTo>
                <a:cubicBezTo>
                  <a:pt x="1175857" y="74057"/>
                  <a:pt x="1177753" y="81026"/>
                  <a:pt x="1181546" y="85413"/>
                </a:cubicBezTo>
                <a:cubicBezTo>
                  <a:pt x="1185340" y="89800"/>
                  <a:pt x="1190092" y="91994"/>
                  <a:pt x="1195805" y="91994"/>
                </a:cubicBezTo>
                <a:cubicBezTo>
                  <a:pt x="1201472" y="91994"/>
                  <a:pt x="1206224" y="89812"/>
                  <a:pt x="1210063" y="85447"/>
                </a:cubicBezTo>
                <a:cubicBezTo>
                  <a:pt x="1213902" y="81083"/>
                  <a:pt x="1215821" y="74240"/>
                  <a:pt x="1215821" y="64917"/>
                </a:cubicBezTo>
                <a:cubicBezTo>
                  <a:pt x="1215821" y="56005"/>
                  <a:pt x="1213845" y="49287"/>
                  <a:pt x="1209892" y="44763"/>
                </a:cubicBezTo>
                <a:cubicBezTo>
                  <a:pt x="1205939" y="40239"/>
                  <a:pt x="1201175" y="37977"/>
                  <a:pt x="1195599" y="37977"/>
                </a:cubicBezTo>
                <a:cubicBezTo>
                  <a:pt x="1190115" y="37977"/>
                  <a:pt x="1185454" y="40205"/>
                  <a:pt x="1181615" y="44660"/>
                </a:cubicBezTo>
                <a:cubicBezTo>
                  <a:pt x="1177776" y="49116"/>
                  <a:pt x="1175857" y="55731"/>
                  <a:pt x="1175857" y="64505"/>
                </a:cubicBezTo>
                <a:close/>
                <a:moveTo>
                  <a:pt x="1295573" y="78764"/>
                </a:moveTo>
                <a:lnTo>
                  <a:pt x="1308323" y="80341"/>
                </a:lnTo>
                <a:cubicBezTo>
                  <a:pt x="1306313" y="87790"/>
                  <a:pt x="1302588" y="93571"/>
                  <a:pt x="1297150" y="97684"/>
                </a:cubicBezTo>
                <a:cubicBezTo>
                  <a:pt x="1291711" y="101797"/>
                  <a:pt x="1284765" y="103853"/>
                  <a:pt x="1276311" y="103853"/>
                </a:cubicBezTo>
                <a:cubicBezTo>
                  <a:pt x="1265662" y="103853"/>
                  <a:pt x="1257219" y="100574"/>
                  <a:pt x="1250981" y="94016"/>
                </a:cubicBezTo>
                <a:cubicBezTo>
                  <a:pt x="1244743" y="87458"/>
                  <a:pt x="1241624" y="78261"/>
                  <a:pt x="1241624" y="66425"/>
                </a:cubicBezTo>
                <a:cubicBezTo>
                  <a:pt x="1241624" y="54177"/>
                  <a:pt x="1244778" y="44672"/>
                  <a:pt x="1251084" y="37908"/>
                </a:cubicBezTo>
                <a:cubicBezTo>
                  <a:pt x="1257391" y="31145"/>
                  <a:pt x="1265571" y="27763"/>
                  <a:pt x="1275625" y="27763"/>
                </a:cubicBezTo>
                <a:cubicBezTo>
                  <a:pt x="1285359" y="27763"/>
                  <a:pt x="1293311" y="31076"/>
                  <a:pt x="1299480" y="37702"/>
                </a:cubicBezTo>
                <a:cubicBezTo>
                  <a:pt x="1305650" y="44329"/>
                  <a:pt x="1308735" y="53652"/>
                  <a:pt x="1308735" y="65671"/>
                </a:cubicBezTo>
                <a:cubicBezTo>
                  <a:pt x="1308735" y="66402"/>
                  <a:pt x="1308712" y="67499"/>
                  <a:pt x="1308666" y="68961"/>
                </a:cubicBezTo>
                <a:lnTo>
                  <a:pt x="1254375" y="68961"/>
                </a:lnTo>
                <a:cubicBezTo>
                  <a:pt x="1254832" y="76959"/>
                  <a:pt x="1257094" y="83083"/>
                  <a:pt x="1261161" y="87333"/>
                </a:cubicBezTo>
                <a:cubicBezTo>
                  <a:pt x="1265228" y="91583"/>
                  <a:pt x="1270301" y="93708"/>
                  <a:pt x="1276379" y="93708"/>
                </a:cubicBezTo>
                <a:cubicBezTo>
                  <a:pt x="1280903" y="93708"/>
                  <a:pt x="1284765" y="92520"/>
                  <a:pt x="1287964" y="90143"/>
                </a:cubicBezTo>
                <a:cubicBezTo>
                  <a:pt x="1291163" y="87767"/>
                  <a:pt x="1293699" y="83974"/>
                  <a:pt x="1295573" y="78764"/>
                </a:cubicBezTo>
                <a:moveTo>
                  <a:pt x="1255060" y="58816"/>
                </a:moveTo>
                <a:lnTo>
                  <a:pt x="1295710" y="58816"/>
                </a:lnTo>
                <a:cubicBezTo>
                  <a:pt x="1295162" y="52692"/>
                  <a:pt x="1293608" y="48099"/>
                  <a:pt x="1291049" y="45037"/>
                </a:cubicBezTo>
                <a:cubicBezTo>
                  <a:pt x="1287119" y="40285"/>
                  <a:pt x="1282023" y="37908"/>
                  <a:pt x="1275762" y="37908"/>
                </a:cubicBezTo>
                <a:cubicBezTo>
                  <a:pt x="1270095" y="37908"/>
                  <a:pt x="1265331" y="39805"/>
                  <a:pt x="1261469" y="43598"/>
                </a:cubicBezTo>
                <a:cubicBezTo>
                  <a:pt x="1257608" y="47391"/>
                  <a:pt x="1255471" y="52464"/>
                  <a:pt x="1255060" y="58816"/>
                </a:cubicBezTo>
                <a:close/>
                <a:moveTo>
                  <a:pt x="1327066" y="102208"/>
                </a:moveTo>
                <a:lnTo>
                  <a:pt x="1327066" y="88155"/>
                </a:lnTo>
                <a:lnTo>
                  <a:pt x="1341118" y="88155"/>
                </a:lnTo>
                <a:lnTo>
                  <a:pt x="1341118" y="102208"/>
                </a:lnTo>
                <a:lnTo>
                  <a:pt x="1327066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T">
            <a:extLst xmlns:a="http://schemas.openxmlformats.org/drawingml/2006/main">
              <a:ext uri="{FF2B5EF4-FFF2-40B4-BE49-F238E27FC236}">
                <a16:creationId xmlns:a16="http://schemas.microsoft.com/office/drawing/2014/main" id="{B82393FC-A2B3-4A43-8380-7151C360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57" y="128993"/>
            <a:ext cx="99826" cy="125618"/>
          </a:xfrm>
          <a:custGeom xmlns:a="http://schemas.openxmlformats.org/drawingml/2006/main">
            <a:pathLst>
              <a:path w="99826" h="125618">
                <a:moveTo>
                  <a:pt x="37274" y="125618"/>
                </a:moveTo>
                <a:lnTo>
                  <a:pt x="37274" y="21250"/>
                </a:lnTo>
                <a:lnTo>
                  <a:pt x="0" y="21250"/>
                </a:lnTo>
                <a:lnTo>
                  <a:pt x="0" y="0"/>
                </a:lnTo>
                <a:lnTo>
                  <a:pt x="99826" y="0"/>
                </a:lnTo>
                <a:lnTo>
                  <a:pt x="99826" y="21250"/>
                </a:lnTo>
                <a:lnTo>
                  <a:pt x="62637" y="21250"/>
                </a:lnTo>
                <a:lnTo>
                  <a:pt x="62637" y="125618"/>
                </a:lnTo>
                <a:lnTo>
                  <a:pt x="37274" y="125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ype1.1:Truebelief,short-term">
            <a:extLst xmlns:a="http://schemas.openxmlformats.org/drawingml/2006/main">
              <a:ext uri="{FF2B5EF4-FFF2-40B4-BE49-F238E27FC236}">
                <a16:creationId xmlns:a16="http://schemas.microsoft.com/office/drawing/2014/main" id="{4DFA716F-AE0C-40F8-9FE2-1BA24054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80" y="126851"/>
            <a:ext cx="2536255" cy="164691"/>
          </a:xfrm>
          <a:custGeom xmlns:a="http://schemas.openxmlformats.org/drawingml/2006/main">
            <a:pathLst>
              <a:path w="2536255" h="164691">
                <a:moveTo>
                  <a:pt x="0" y="36760"/>
                </a:moveTo>
                <a:lnTo>
                  <a:pt x="25621" y="36760"/>
                </a:lnTo>
                <a:lnTo>
                  <a:pt x="47385" y="101368"/>
                </a:lnTo>
                <a:lnTo>
                  <a:pt x="68636" y="36760"/>
                </a:lnTo>
                <a:lnTo>
                  <a:pt x="93571" y="36760"/>
                </a:lnTo>
                <a:lnTo>
                  <a:pt x="61438" y="124332"/>
                </a:lnTo>
                <a:lnTo>
                  <a:pt x="55697" y="140185"/>
                </a:lnTo>
                <a:cubicBezTo>
                  <a:pt x="53583" y="145497"/>
                  <a:pt x="51570" y="149553"/>
                  <a:pt x="49656" y="152352"/>
                </a:cubicBezTo>
                <a:cubicBezTo>
                  <a:pt x="47742" y="155151"/>
                  <a:pt x="45543" y="157422"/>
                  <a:pt x="43058" y="159164"/>
                </a:cubicBezTo>
                <a:cubicBezTo>
                  <a:pt x="40573" y="160907"/>
                  <a:pt x="37517" y="162263"/>
                  <a:pt x="33889" y="163235"/>
                </a:cubicBezTo>
                <a:cubicBezTo>
                  <a:pt x="30262" y="164206"/>
                  <a:pt x="26163" y="164691"/>
                  <a:pt x="21593" y="164691"/>
                </a:cubicBezTo>
                <a:cubicBezTo>
                  <a:pt x="16966" y="164691"/>
                  <a:pt x="12425" y="164206"/>
                  <a:pt x="7969" y="163235"/>
                </a:cubicBezTo>
                <a:lnTo>
                  <a:pt x="5827" y="144383"/>
                </a:lnTo>
                <a:cubicBezTo>
                  <a:pt x="9597" y="145126"/>
                  <a:pt x="12996" y="145497"/>
                  <a:pt x="16024" y="145497"/>
                </a:cubicBezTo>
                <a:cubicBezTo>
                  <a:pt x="21622" y="145497"/>
                  <a:pt x="25763" y="143855"/>
                  <a:pt x="28448" y="140570"/>
                </a:cubicBezTo>
                <a:cubicBezTo>
                  <a:pt x="31133" y="137286"/>
                  <a:pt x="33190" y="133101"/>
                  <a:pt x="34618" y="128017"/>
                </a:cubicBezTo>
                <a:lnTo>
                  <a:pt x="0" y="36760"/>
                </a:lnTo>
                <a:close/>
                <a:moveTo>
                  <a:pt x="107738" y="36760"/>
                </a:moveTo>
                <a:lnTo>
                  <a:pt x="130188" y="36760"/>
                </a:lnTo>
                <a:lnTo>
                  <a:pt x="130188" y="50127"/>
                </a:lnTo>
                <a:cubicBezTo>
                  <a:pt x="133102" y="45557"/>
                  <a:pt x="137043" y="41844"/>
                  <a:pt x="142013" y="38988"/>
                </a:cubicBezTo>
                <a:cubicBezTo>
                  <a:pt x="146983" y="36132"/>
                  <a:pt x="152496" y="34703"/>
                  <a:pt x="158551" y="34703"/>
                </a:cubicBezTo>
                <a:cubicBezTo>
                  <a:pt x="169119" y="34703"/>
                  <a:pt x="178088" y="38845"/>
                  <a:pt x="185457" y="47128"/>
                </a:cubicBezTo>
                <a:cubicBezTo>
                  <a:pt x="192826" y="55411"/>
                  <a:pt x="196510" y="66950"/>
                  <a:pt x="196510" y="81746"/>
                </a:cubicBezTo>
                <a:cubicBezTo>
                  <a:pt x="196510" y="96941"/>
                  <a:pt x="192797" y="108752"/>
                  <a:pt x="185371" y="117178"/>
                </a:cubicBezTo>
                <a:cubicBezTo>
                  <a:pt x="177945" y="125603"/>
                  <a:pt x="168948" y="129816"/>
                  <a:pt x="158379" y="129816"/>
                </a:cubicBezTo>
                <a:cubicBezTo>
                  <a:pt x="153352" y="129816"/>
                  <a:pt x="148797" y="128817"/>
                  <a:pt x="144712" y="126817"/>
                </a:cubicBezTo>
                <a:cubicBezTo>
                  <a:pt x="140628" y="124818"/>
                  <a:pt x="136329" y="121391"/>
                  <a:pt x="131816" y="116535"/>
                </a:cubicBezTo>
                <a:lnTo>
                  <a:pt x="131816" y="162378"/>
                </a:lnTo>
                <a:lnTo>
                  <a:pt x="107738" y="162378"/>
                </a:lnTo>
                <a:lnTo>
                  <a:pt x="107738" y="36760"/>
                </a:lnTo>
                <a:moveTo>
                  <a:pt x="131559" y="80718"/>
                </a:moveTo>
                <a:cubicBezTo>
                  <a:pt x="131559" y="90943"/>
                  <a:pt x="133587" y="98498"/>
                  <a:pt x="137643" y="103382"/>
                </a:cubicBezTo>
                <a:cubicBezTo>
                  <a:pt x="141699" y="108266"/>
                  <a:pt x="146640" y="110708"/>
                  <a:pt x="152467" y="110708"/>
                </a:cubicBezTo>
                <a:cubicBezTo>
                  <a:pt x="158065" y="110708"/>
                  <a:pt x="162721" y="108466"/>
                  <a:pt x="166434" y="103982"/>
                </a:cubicBezTo>
                <a:cubicBezTo>
                  <a:pt x="170147" y="99497"/>
                  <a:pt x="172004" y="92143"/>
                  <a:pt x="172004" y="81917"/>
                </a:cubicBezTo>
                <a:cubicBezTo>
                  <a:pt x="172004" y="72377"/>
                  <a:pt x="170090" y="65294"/>
                  <a:pt x="166263" y="60667"/>
                </a:cubicBezTo>
                <a:cubicBezTo>
                  <a:pt x="162435" y="56040"/>
                  <a:pt x="157694" y="53726"/>
                  <a:pt x="152039" y="53726"/>
                </a:cubicBezTo>
                <a:cubicBezTo>
                  <a:pt x="146155" y="53726"/>
                  <a:pt x="141270" y="55997"/>
                  <a:pt x="137386" y="60538"/>
                </a:cubicBezTo>
                <a:cubicBezTo>
                  <a:pt x="133501" y="65080"/>
                  <a:pt x="131559" y="71806"/>
                  <a:pt x="131559" y="80718"/>
                </a:cubicBezTo>
                <a:close/>
                <a:moveTo>
                  <a:pt x="267800" y="98798"/>
                </a:moveTo>
                <a:lnTo>
                  <a:pt x="291793" y="102825"/>
                </a:lnTo>
                <a:cubicBezTo>
                  <a:pt x="288708" y="111622"/>
                  <a:pt x="283838" y="118320"/>
                  <a:pt x="277183" y="122919"/>
                </a:cubicBezTo>
                <a:cubicBezTo>
                  <a:pt x="270528" y="127517"/>
                  <a:pt x="262202" y="129816"/>
                  <a:pt x="252205" y="129816"/>
                </a:cubicBezTo>
                <a:cubicBezTo>
                  <a:pt x="236382" y="129816"/>
                  <a:pt x="224671" y="124647"/>
                  <a:pt x="217074" y="114307"/>
                </a:cubicBezTo>
                <a:cubicBezTo>
                  <a:pt x="211075" y="106024"/>
                  <a:pt x="208076" y="95570"/>
                  <a:pt x="208076" y="82945"/>
                </a:cubicBezTo>
                <a:cubicBezTo>
                  <a:pt x="208076" y="67864"/>
                  <a:pt x="212018" y="56054"/>
                  <a:pt x="219901" y="47514"/>
                </a:cubicBezTo>
                <a:cubicBezTo>
                  <a:pt x="227784" y="38973"/>
                  <a:pt x="237753" y="34703"/>
                  <a:pt x="249806" y="34703"/>
                </a:cubicBezTo>
                <a:cubicBezTo>
                  <a:pt x="263345" y="34703"/>
                  <a:pt x="274027" y="39173"/>
                  <a:pt x="281853" y="48113"/>
                </a:cubicBezTo>
                <a:cubicBezTo>
                  <a:pt x="289679" y="57054"/>
                  <a:pt x="293421" y="70749"/>
                  <a:pt x="293078" y="89201"/>
                </a:cubicBezTo>
                <a:lnTo>
                  <a:pt x="232754" y="89201"/>
                </a:lnTo>
                <a:cubicBezTo>
                  <a:pt x="232926" y="96341"/>
                  <a:pt x="234868" y="101897"/>
                  <a:pt x="238581" y="105867"/>
                </a:cubicBezTo>
                <a:cubicBezTo>
                  <a:pt x="242294" y="109837"/>
                  <a:pt x="246921" y="111822"/>
                  <a:pt x="252462" y="111822"/>
                </a:cubicBezTo>
                <a:cubicBezTo>
                  <a:pt x="256233" y="111822"/>
                  <a:pt x="259403" y="110794"/>
                  <a:pt x="261974" y="108737"/>
                </a:cubicBezTo>
                <a:cubicBezTo>
                  <a:pt x="264544" y="106681"/>
                  <a:pt x="266487" y="103368"/>
                  <a:pt x="267800" y="98798"/>
                </a:cubicBezTo>
                <a:moveTo>
                  <a:pt x="269171" y="74462"/>
                </a:moveTo>
                <a:cubicBezTo>
                  <a:pt x="269000" y="67493"/>
                  <a:pt x="267201" y="62195"/>
                  <a:pt x="263773" y="58567"/>
                </a:cubicBezTo>
                <a:cubicBezTo>
                  <a:pt x="260346" y="54940"/>
                  <a:pt x="256176" y="53126"/>
                  <a:pt x="251263" y="53126"/>
                </a:cubicBezTo>
                <a:cubicBezTo>
                  <a:pt x="246007" y="53126"/>
                  <a:pt x="241666" y="55040"/>
                  <a:pt x="238238" y="58867"/>
                </a:cubicBezTo>
                <a:cubicBezTo>
                  <a:pt x="234811" y="62695"/>
                  <a:pt x="233126" y="67893"/>
                  <a:pt x="233183" y="74462"/>
                </a:cubicBezTo>
                <a:lnTo>
                  <a:pt x="269171" y="74462"/>
                </a:lnTo>
                <a:close/>
                <a:moveTo>
                  <a:pt x="417541" y="127760"/>
                </a:moveTo>
                <a:lnTo>
                  <a:pt x="393463" y="127760"/>
                </a:lnTo>
                <a:lnTo>
                  <a:pt x="393463" y="37017"/>
                </a:lnTo>
                <a:cubicBezTo>
                  <a:pt x="384666" y="45243"/>
                  <a:pt x="374298" y="51327"/>
                  <a:pt x="362359" y="55268"/>
                </a:cubicBezTo>
                <a:lnTo>
                  <a:pt x="362359" y="33418"/>
                </a:lnTo>
                <a:cubicBezTo>
                  <a:pt x="368642" y="31362"/>
                  <a:pt x="375469" y="27463"/>
                  <a:pt x="382838" y="21722"/>
                </a:cubicBezTo>
                <a:cubicBezTo>
                  <a:pt x="390207" y="15981"/>
                  <a:pt x="395263" y="9283"/>
                  <a:pt x="398005" y="1628"/>
                </a:cubicBezTo>
                <a:lnTo>
                  <a:pt x="417541" y="1628"/>
                </a:lnTo>
                <a:lnTo>
                  <a:pt x="417541" y="127760"/>
                </a:lnTo>
                <a:close/>
                <a:moveTo>
                  <a:pt x="458101" y="127760"/>
                </a:moveTo>
                <a:lnTo>
                  <a:pt x="458101" y="103682"/>
                </a:lnTo>
                <a:lnTo>
                  <a:pt x="482179" y="103682"/>
                </a:lnTo>
                <a:lnTo>
                  <a:pt x="482179" y="127760"/>
                </a:lnTo>
                <a:lnTo>
                  <a:pt x="458101" y="127760"/>
                </a:lnTo>
                <a:close/>
                <a:moveTo>
                  <a:pt x="563512" y="127760"/>
                </a:moveTo>
                <a:lnTo>
                  <a:pt x="539434" y="127760"/>
                </a:lnTo>
                <a:lnTo>
                  <a:pt x="539434" y="37017"/>
                </a:lnTo>
                <a:cubicBezTo>
                  <a:pt x="530637" y="45243"/>
                  <a:pt x="520269" y="51327"/>
                  <a:pt x="508330" y="55268"/>
                </a:cubicBezTo>
                <a:lnTo>
                  <a:pt x="508330" y="33418"/>
                </a:lnTo>
                <a:cubicBezTo>
                  <a:pt x="514613" y="31362"/>
                  <a:pt x="521440" y="27463"/>
                  <a:pt x="528809" y="21722"/>
                </a:cubicBezTo>
                <a:cubicBezTo>
                  <a:pt x="536178" y="15981"/>
                  <a:pt x="541234" y="9283"/>
                  <a:pt x="543976" y="1628"/>
                </a:cubicBezTo>
                <a:lnTo>
                  <a:pt x="563512" y="1628"/>
                </a:lnTo>
                <a:lnTo>
                  <a:pt x="563512" y="127760"/>
                </a:lnTo>
                <a:close/>
                <a:moveTo>
                  <a:pt x="608699" y="60838"/>
                </a:moveTo>
                <a:lnTo>
                  <a:pt x="608699" y="36760"/>
                </a:lnTo>
                <a:lnTo>
                  <a:pt x="632777" y="36760"/>
                </a:lnTo>
                <a:lnTo>
                  <a:pt x="632777" y="60838"/>
                </a:lnTo>
                <a:lnTo>
                  <a:pt x="608699" y="60838"/>
                </a:lnTo>
                <a:moveTo>
                  <a:pt x="608699" y="127760"/>
                </a:moveTo>
                <a:lnTo>
                  <a:pt x="608699" y="103682"/>
                </a:lnTo>
                <a:lnTo>
                  <a:pt x="632777" y="103682"/>
                </a:lnTo>
                <a:lnTo>
                  <a:pt x="632777" y="127760"/>
                </a:lnTo>
                <a:lnTo>
                  <a:pt x="608699" y="127760"/>
                </a:lnTo>
                <a:close/>
                <a:moveTo>
                  <a:pt x="740059" y="127760"/>
                </a:moveTo>
                <a:lnTo>
                  <a:pt x="740059" y="23393"/>
                </a:lnTo>
                <a:lnTo>
                  <a:pt x="702785" y="23393"/>
                </a:lnTo>
                <a:lnTo>
                  <a:pt x="702785" y="2142"/>
                </a:lnTo>
                <a:lnTo>
                  <a:pt x="802611" y="2142"/>
                </a:lnTo>
                <a:lnTo>
                  <a:pt x="802611" y="23393"/>
                </a:lnTo>
                <a:lnTo>
                  <a:pt x="765422" y="23393"/>
                </a:lnTo>
                <a:lnTo>
                  <a:pt x="765422" y="127760"/>
                </a:lnTo>
                <a:lnTo>
                  <a:pt x="740059" y="127760"/>
                </a:lnTo>
                <a:close/>
                <a:moveTo>
                  <a:pt x="831688" y="127760"/>
                </a:moveTo>
                <a:lnTo>
                  <a:pt x="807610" y="127760"/>
                </a:lnTo>
                <a:lnTo>
                  <a:pt x="807610" y="36760"/>
                </a:lnTo>
                <a:lnTo>
                  <a:pt x="829974" y="36760"/>
                </a:lnTo>
                <a:lnTo>
                  <a:pt x="829974" y="49699"/>
                </a:lnTo>
                <a:cubicBezTo>
                  <a:pt x="833801" y="43586"/>
                  <a:pt x="837243" y="39559"/>
                  <a:pt x="840299" y="37617"/>
                </a:cubicBezTo>
                <a:cubicBezTo>
                  <a:pt x="843355" y="35675"/>
                  <a:pt x="846826" y="34703"/>
                  <a:pt x="850710" y="34703"/>
                </a:cubicBezTo>
                <a:cubicBezTo>
                  <a:pt x="856194" y="34703"/>
                  <a:pt x="861478" y="36217"/>
                  <a:pt x="866562" y="39245"/>
                </a:cubicBezTo>
                <a:lnTo>
                  <a:pt x="859108" y="60238"/>
                </a:lnTo>
                <a:cubicBezTo>
                  <a:pt x="855052" y="57611"/>
                  <a:pt x="851282" y="56297"/>
                  <a:pt x="847797" y="56297"/>
                </a:cubicBezTo>
                <a:cubicBezTo>
                  <a:pt x="844427" y="56297"/>
                  <a:pt x="841570" y="57225"/>
                  <a:pt x="839228" y="59081"/>
                </a:cubicBezTo>
                <a:cubicBezTo>
                  <a:pt x="836886" y="60938"/>
                  <a:pt x="835044" y="64294"/>
                  <a:pt x="833701" y="69150"/>
                </a:cubicBezTo>
                <a:cubicBezTo>
                  <a:pt x="832359" y="74005"/>
                  <a:pt x="831688" y="84174"/>
                  <a:pt x="831688" y="99654"/>
                </a:cubicBezTo>
                <a:lnTo>
                  <a:pt x="831688" y="127760"/>
                </a:lnTo>
                <a:close/>
                <a:moveTo>
                  <a:pt x="936780" y="127760"/>
                </a:moveTo>
                <a:lnTo>
                  <a:pt x="936780" y="114136"/>
                </a:lnTo>
                <a:cubicBezTo>
                  <a:pt x="933467" y="118991"/>
                  <a:pt x="929111" y="122819"/>
                  <a:pt x="923713" y="125618"/>
                </a:cubicBezTo>
                <a:cubicBezTo>
                  <a:pt x="918315" y="128417"/>
                  <a:pt x="912617" y="129816"/>
                  <a:pt x="906618" y="129816"/>
                </a:cubicBezTo>
                <a:cubicBezTo>
                  <a:pt x="900506" y="129816"/>
                  <a:pt x="895022" y="128474"/>
                  <a:pt x="890166" y="125789"/>
                </a:cubicBezTo>
                <a:cubicBezTo>
                  <a:pt x="885311" y="123104"/>
                  <a:pt x="881798" y="119334"/>
                  <a:pt x="879627" y="114478"/>
                </a:cubicBezTo>
                <a:cubicBezTo>
                  <a:pt x="877456" y="109623"/>
                  <a:pt x="876371" y="102911"/>
                  <a:pt x="876371" y="94342"/>
                </a:cubicBezTo>
                <a:lnTo>
                  <a:pt x="876371" y="36760"/>
                </a:lnTo>
                <a:lnTo>
                  <a:pt x="900449" y="36760"/>
                </a:lnTo>
                <a:lnTo>
                  <a:pt x="900449" y="78575"/>
                </a:lnTo>
                <a:cubicBezTo>
                  <a:pt x="900449" y="91371"/>
                  <a:pt x="900892" y="99212"/>
                  <a:pt x="901777" y="102097"/>
                </a:cubicBezTo>
                <a:cubicBezTo>
                  <a:pt x="902663" y="104981"/>
                  <a:pt x="904276" y="107266"/>
                  <a:pt x="906618" y="108952"/>
                </a:cubicBezTo>
                <a:cubicBezTo>
                  <a:pt x="908961" y="110637"/>
                  <a:pt x="911931" y="111479"/>
                  <a:pt x="915530" y="111479"/>
                </a:cubicBezTo>
                <a:cubicBezTo>
                  <a:pt x="919643" y="111479"/>
                  <a:pt x="923328" y="110351"/>
                  <a:pt x="926584" y="108095"/>
                </a:cubicBezTo>
                <a:cubicBezTo>
                  <a:pt x="929840" y="105838"/>
                  <a:pt x="932068" y="103039"/>
                  <a:pt x="933267" y="99697"/>
                </a:cubicBezTo>
                <a:cubicBezTo>
                  <a:pt x="934467" y="96355"/>
                  <a:pt x="935067" y="88172"/>
                  <a:pt x="935067" y="75148"/>
                </a:cubicBezTo>
                <a:lnTo>
                  <a:pt x="935067" y="36760"/>
                </a:lnTo>
                <a:lnTo>
                  <a:pt x="959145" y="36760"/>
                </a:lnTo>
                <a:lnTo>
                  <a:pt x="959145" y="127760"/>
                </a:lnTo>
                <a:lnTo>
                  <a:pt x="936780" y="127760"/>
                </a:lnTo>
                <a:close/>
                <a:moveTo>
                  <a:pt x="1036262" y="98798"/>
                </a:moveTo>
                <a:lnTo>
                  <a:pt x="1060254" y="102825"/>
                </a:lnTo>
                <a:cubicBezTo>
                  <a:pt x="1057170" y="111622"/>
                  <a:pt x="1052300" y="118320"/>
                  <a:pt x="1045645" y="122919"/>
                </a:cubicBezTo>
                <a:cubicBezTo>
                  <a:pt x="1038990" y="127517"/>
                  <a:pt x="1030664" y="129816"/>
                  <a:pt x="1020667" y="129816"/>
                </a:cubicBezTo>
                <a:cubicBezTo>
                  <a:pt x="1004843" y="129816"/>
                  <a:pt x="993133" y="124647"/>
                  <a:pt x="985535" y="114307"/>
                </a:cubicBezTo>
                <a:cubicBezTo>
                  <a:pt x="979537" y="106024"/>
                  <a:pt x="976538" y="95570"/>
                  <a:pt x="976538" y="82945"/>
                </a:cubicBezTo>
                <a:cubicBezTo>
                  <a:pt x="976538" y="67864"/>
                  <a:pt x="980479" y="56054"/>
                  <a:pt x="988363" y="47514"/>
                </a:cubicBezTo>
                <a:cubicBezTo>
                  <a:pt x="996246" y="38973"/>
                  <a:pt x="1006214" y="34703"/>
                  <a:pt x="1018267" y="34703"/>
                </a:cubicBezTo>
                <a:cubicBezTo>
                  <a:pt x="1031806" y="34703"/>
                  <a:pt x="1042488" y="39173"/>
                  <a:pt x="1050315" y="48113"/>
                </a:cubicBezTo>
                <a:cubicBezTo>
                  <a:pt x="1058141" y="57054"/>
                  <a:pt x="1061882" y="70749"/>
                  <a:pt x="1061540" y="89201"/>
                </a:cubicBezTo>
                <a:lnTo>
                  <a:pt x="1001216" y="89201"/>
                </a:lnTo>
                <a:cubicBezTo>
                  <a:pt x="1001387" y="96341"/>
                  <a:pt x="1003329" y="101897"/>
                  <a:pt x="1007042" y="105867"/>
                </a:cubicBezTo>
                <a:cubicBezTo>
                  <a:pt x="1010756" y="109837"/>
                  <a:pt x="1015383" y="111822"/>
                  <a:pt x="1020924" y="111822"/>
                </a:cubicBezTo>
                <a:cubicBezTo>
                  <a:pt x="1024694" y="111822"/>
                  <a:pt x="1027864" y="110794"/>
                  <a:pt x="1030435" y="108737"/>
                </a:cubicBezTo>
                <a:cubicBezTo>
                  <a:pt x="1033006" y="106681"/>
                  <a:pt x="1034948" y="103368"/>
                  <a:pt x="1036262" y="98798"/>
                </a:cubicBezTo>
                <a:moveTo>
                  <a:pt x="1037633" y="74462"/>
                </a:moveTo>
                <a:cubicBezTo>
                  <a:pt x="1037461" y="67493"/>
                  <a:pt x="1035662" y="62195"/>
                  <a:pt x="1032235" y="58567"/>
                </a:cubicBezTo>
                <a:cubicBezTo>
                  <a:pt x="1028807" y="54940"/>
                  <a:pt x="1024637" y="53126"/>
                  <a:pt x="1019724" y="53126"/>
                </a:cubicBezTo>
                <a:cubicBezTo>
                  <a:pt x="1014469" y="53126"/>
                  <a:pt x="1010127" y="55040"/>
                  <a:pt x="1006700" y="58867"/>
                </a:cubicBezTo>
                <a:cubicBezTo>
                  <a:pt x="1003272" y="62695"/>
                  <a:pt x="1001587" y="67893"/>
                  <a:pt x="1001644" y="74462"/>
                </a:cubicBezTo>
                <a:lnTo>
                  <a:pt x="1037633" y="74462"/>
                </a:lnTo>
                <a:close/>
                <a:moveTo>
                  <a:pt x="1128507" y="127760"/>
                </a:moveTo>
                <a:lnTo>
                  <a:pt x="1128507" y="2142"/>
                </a:lnTo>
                <a:lnTo>
                  <a:pt x="1152585" y="2142"/>
                </a:lnTo>
                <a:lnTo>
                  <a:pt x="1152585" y="47385"/>
                </a:lnTo>
                <a:cubicBezTo>
                  <a:pt x="1160011" y="38931"/>
                  <a:pt x="1168808" y="34703"/>
                  <a:pt x="1178976" y="34703"/>
                </a:cubicBezTo>
                <a:cubicBezTo>
                  <a:pt x="1190059" y="34703"/>
                  <a:pt x="1199227" y="38716"/>
                  <a:pt x="1206482" y="46742"/>
                </a:cubicBezTo>
                <a:cubicBezTo>
                  <a:pt x="1213737" y="54769"/>
                  <a:pt x="1217364" y="66294"/>
                  <a:pt x="1217364" y="81317"/>
                </a:cubicBezTo>
                <a:cubicBezTo>
                  <a:pt x="1217364" y="96855"/>
                  <a:pt x="1213666" y="108823"/>
                  <a:pt x="1206268" y="117220"/>
                </a:cubicBezTo>
                <a:cubicBezTo>
                  <a:pt x="1198870" y="125618"/>
                  <a:pt x="1189887" y="129816"/>
                  <a:pt x="1179319" y="129816"/>
                </a:cubicBezTo>
                <a:cubicBezTo>
                  <a:pt x="1174121" y="129816"/>
                  <a:pt x="1168994" y="128517"/>
                  <a:pt x="1163938" y="125918"/>
                </a:cubicBezTo>
                <a:cubicBezTo>
                  <a:pt x="1158883" y="123318"/>
                  <a:pt x="1154527" y="119477"/>
                  <a:pt x="1150871" y="114393"/>
                </a:cubicBezTo>
                <a:lnTo>
                  <a:pt x="1150871" y="127760"/>
                </a:lnTo>
                <a:lnTo>
                  <a:pt x="1128507" y="127760"/>
                </a:lnTo>
                <a:moveTo>
                  <a:pt x="1152413" y="80289"/>
                </a:moveTo>
                <a:cubicBezTo>
                  <a:pt x="1152413" y="89715"/>
                  <a:pt x="1153899" y="96684"/>
                  <a:pt x="1156869" y="101197"/>
                </a:cubicBezTo>
                <a:cubicBezTo>
                  <a:pt x="1161039" y="107595"/>
                  <a:pt x="1166580" y="110794"/>
                  <a:pt x="1173492" y="110794"/>
                </a:cubicBezTo>
                <a:cubicBezTo>
                  <a:pt x="1178805" y="110794"/>
                  <a:pt x="1183332" y="108523"/>
                  <a:pt x="1187074" y="103982"/>
                </a:cubicBezTo>
                <a:cubicBezTo>
                  <a:pt x="1190816" y="99440"/>
                  <a:pt x="1192686" y="92285"/>
                  <a:pt x="1192686" y="82517"/>
                </a:cubicBezTo>
                <a:cubicBezTo>
                  <a:pt x="1192686" y="72120"/>
                  <a:pt x="1190801" y="64623"/>
                  <a:pt x="1187031" y="60024"/>
                </a:cubicBezTo>
                <a:cubicBezTo>
                  <a:pt x="1183261" y="55425"/>
                  <a:pt x="1178434" y="53126"/>
                  <a:pt x="1172550" y="53126"/>
                </a:cubicBezTo>
                <a:cubicBezTo>
                  <a:pt x="1166780" y="53126"/>
                  <a:pt x="1161982" y="55368"/>
                  <a:pt x="1158154" y="59853"/>
                </a:cubicBezTo>
                <a:cubicBezTo>
                  <a:pt x="1154327" y="64337"/>
                  <a:pt x="1152413" y="71149"/>
                  <a:pt x="1152413" y="80289"/>
                </a:cubicBezTo>
                <a:close/>
                <a:moveTo>
                  <a:pt x="1288912" y="98798"/>
                </a:moveTo>
                <a:lnTo>
                  <a:pt x="1312904" y="102825"/>
                </a:lnTo>
                <a:cubicBezTo>
                  <a:pt x="1309819" y="111622"/>
                  <a:pt x="1304950" y="118320"/>
                  <a:pt x="1298294" y="122919"/>
                </a:cubicBezTo>
                <a:cubicBezTo>
                  <a:pt x="1291639" y="127517"/>
                  <a:pt x="1283313" y="129816"/>
                  <a:pt x="1273317" y="129816"/>
                </a:cubicBezTo>
                <a:cubicBezTo>
                  <a:pt x="1257493" y="129816"/>
                  <a:pt x="1245782" y="124647"/>
                  <a:pt x="1238185" y="114307"/>
                </a:cubicBezTo>
                <a:cubicBezTo>
                  <a:pt x="1232187" y="106024"/>
                  <a:pt x="1229188" y="95570"/>
                  <a:pt x="1229188" y="82945"/>
                </a:cubicBezTo>
                <a:cubicBezTo>
                  <a:pt x="1229188" y="67864"/>
                  <a:pt x="1233129" y="56054"/>
                  <a:pt x="1241012" y="47514"/>
                </a:cubicBezTo>
                <a:cubicBezTo>
                  <a:pt x="1248896" y="38973"/>
                  <a:pt x="1258864" y="34703"/>
                  <a:pt x="1270917" y="34703"/>
                </a:cubicBezTo>
                <a:cubicBezTo>
                  <a:pt x="1284456" y="34703"/>
                  <a:pt x="1295138" y="39173"/>
                  <a:pt x="1302964" y="48113"/>
                </a:cubicBezTo>
                <a:cubicBezTo>
                  <a:pt x="1310791" y="57054"/>
                  <a:pt x="1314532" y="70749"/>
                  <a:pt x="1314190" y="89201"/>
                </a:cubicBezTo>
                <a:lnTo>
                  <a:pt x="1253866" y="89201"/>
                </a:lnTo>
                <a:cubicBezTo>
                  <a:pt x="1254037" y="96341"/>
                  <a:pt x="1255979" y="101897"/>
                  <a:pt x="1259692" y="105867"/>
                </a:cubicBezTo>
                <a:cubicBezTo>
                  <a:pt x="1263405" y="109837"/>
                  <a:pt x="1268033" y="111822"/>
                  <a:pt x="1273574" y="111822"/>
                </a:cubicBezTo>
                <a:cubicBezTo>
                  <a:pt x="1277344" y="111822"/>
                  <a:pt x="1280514" y="110794"/>
                  <a:pt x="1283085" y="108737"/>
                </a:cubicBezTo>
                <a:cubicBezTo>
                  <a:pt x="1285656" y="106681"/>
                  <a:pt x="1287598" y="103368"/>
                  <a:pt x="1288912" y="98798"/>
                </a:cubicBezTo>
                <a:moveTo>
                  <a:pt x="1290283" y="74462"/>
                </a:moveTo>
                <a:cubicBezTo>
                  <a:pt x="1290111" y="67493"/>
                  <a:pt x="1288312" y="62195"/>
                  <a:pt x="1284884" y="58567"/>
                </a:cubicBezTo>
                <a:cubicBezTo>
                  <a:pt x="1281457" y="54940"/>
                  <a:pt x="1277287" y="53126"/>
                  <a:pt x="1272374" y="53126"/>
                </a:cubicBezTo>
                <a:cubicBezTo>
                  <a:pt x="1267119" y="53126"/>
                  <a:pt x="1262777" y="55040"/>
                  <a:pt x="1259350" y="58867"/>
                </a:cubicBezTo>
                <a:cubicBezTo>
                  <a:pt x="1255922" y="62695"/>
                  <a:pt x="1254237" y="67893"/>
                  <a:pt x="1254294" y="74462"/>
                </a:cubicBezTo>
                <a:lnTo>
                  <a:pt x="1290283" y="74462"/>
                </a:lnTo>
                <a:close/>
                <a:moveTo>
                  <a:pt x="1333241" y="127760"/>
                </a:moveTo>
                <a:lnTo>
                  <a:pt x="1333241" y="2142"/>
                </a:lnTo>
                <a:lnTo>
                  <a:pt x="1357319" y="2142"/>
                </a:lnTo>
                <a:lnTo>
                  <a:pt x="1357319" y="127760"/>
                </a:lnTo>
                <a:lnTo>
                  <a:pt x="1333241" y="127760"/>
                </a:lnTo>
                <a:close/>
                <a:moveTo>
                  <a:pt x="1382185" y="24421"/>
                </a:moveTo>
                <a:lnTo>
                  <a:pt x="1382185" y="2142"/>
                </a:lnTo>
                <a:lnTo>
                  <a:pt x="1406263" y="2142"/>
                </a:lnTo>
                <a:lnTo>
                  <a:pt x="1406263" y="24421"/>
                </a:lnTo>
                <a:lnTo>
                  <a:pt x="1382185" y="24421"/>
                </a:lnTo>
                <a:moveTo>
                  <a:pt x="1382185" y="127760"/>
                </a:moveTo>
                <a:lnTo>
                  <a:pt x="1382185" y="36760"/>
                </a:lnTo>
                <a:lnTo>
                  <a:pt x="1406263" y="36760"/>
                </a:lnTo>
                <a:lnTo>
                  <a:pt x="1406263" y="127760"/>
                </a:lnTo>
                <a:lnTo>
                  <a:pt x="1382185" y="127760"/>
                </a:lnTo>
                <a:close/>
                <a:moveTo>
                  <a:pt x="1483826" y="98798"/>
                </a:moveTo>
                <a:lnTo>
                  <a:pt x="1507818" y="102825"/>
                </a:lnTo>
                <a:cubicBezTo>
                  <a:pt x="1504734" y="111622"/>
                  <a:pt x="1499864" y="118320"/>
                  <a:pt x="1493209" y="122919"/>
                </a:cubicBezTo>
                <a:cubicBezTo>
                  <a:pt x="1486554" y="127517"/>
                  <a:pt x="1478228" y="129816"/>
                  <a:pt x="1468231" y="129816"/>
                </a:cubicBezTo>
                <a:cubicBezTo>
                  <a:pt x="1452407" y="129816"/>
                  <a:pt x="1440696" y="124647"/>
                  <a:pt x="1433099" y="114307"/>
                </a:cubicBezTo>
                <a:cubicBezTo>
                  <a:pt x="1427101" y="106024"/>
                  <a:pt x="1424102" y="95570"/>
                  <a:pt x="1424102" y="82945"/>
                </a:cubicBezTo>
                <a:cubicBezTo>
                  <a:pt x="1424102" y="67864"/>
                  <a:pt x="1428043" y="56054"/>
                  <a:pt x="1435927" y="47514"/>
                </a:cubicBezTo>
                <a:cubicBezTo>
                  <a:pt x="1443810" y="38973"/>
                  <a:pt x="1453778" y="34703"/>
                  <a:pt x="1465831" y="34703"/>
                </a:cubicBezTo>
                <a:cubicBezTo>
                  <a:pt x="1479370" y="34703"/>
                  <a:pt x="1490052" y="39173"/>
                  <a:pt x="1497879" y="48113"/>
                </a:cubicBezTo>
                <a:cubicBezTo>
                  <a:pt x="1505705" y="57054"/>
                  <a:pt x="1509446" y="70749"/>
                  <a:pt x="1509104" y="89201"/>
                </a:cubicBezTo>
                <a:lnTo>
                  <a:pt x="1448780" y="89201"/>
                </a:lnTo>
                <a:cubicBezTo>
                  <a:pt x="1448951" y="96341"/>
                  <a:pt x="1450893" y="101897"/>
                  <a:pt x="1454606" y="105867"/>
                </a:cubicBezTo>
                <a:cubicBezTo>
                  <a:pt x="1458320" y="109837"/>
                  <a:pt x="1462947" y="111822"/>
                  <a:pt x="1468488" y="111822"/>
                </a:cubicBezTo>
                <a:cubicBezTo>
                  <a:pt x="1472258" y="111822"/>
                  <a:pt x="1475428" y="110794"/>
                  <a:pt x="1477999" y="108737"/>
                </a:cubicBezTo>
                <a:cubicBezTo>
                  <a:pt x="1480570" y="106681"/>
                  <a:pt x="1482512" y="103368"/>
                  <a:pt x="1483826" y="98798"/>
                </a:cubicBezTo>
                <a:moveTo>
                  <a:pt x="1485197" y="74462"/>
                </a:moveTo>
                <a:cubicBezTo>
                  <a:pt x="1485025" y="67493"/>
                  <a:pt x="1483226" y="62195"/>
                  <a:pt x="1479798" y="58567"/>
                </a:cubicBezTo>
                <a:cubicBezTo>
                  <a:pt x="1476371" y="54940"/>
                  <a:pt x="1472201" y="53126"/>
                  <a:pt x="1467288" y="53126"/>
                </a:cubicBezTo>
                <a:cubicBezTo>
                  <a:pt x="1462033" y="53126"/>
                  <a:pt x="1457691" y="55040"/>
                  <a:pt x="1454264" y="58867"/>
                </a:cubicBezTo>
                <a:cubicBezTo>
                  <a:pt x="1450836" y="62695"/>
                  <a:pt x="1449151" y="67893"/>
                  <a:pt x="1449208" y="74462"/>
                </a:cubicBezTo>
                <a:lnTo>
                  <a:pt x="1485197" y="74462"/>
                </a:lnTo>
                <a:close/>
                <a:moveTo>
                  <a:pt x="1517616" y="36760"/>
                </a:moveTo>
                <a:lnTo>
                  <a:pt x="1530983" y="36760"/>
                </a:lnTo>
                <a:lnTo>
                  <a:pt x="1530983" y="29905"/>
                </a:lnTo>
                <a:cubicBezTo>
                  <a:pt x="1530983" y="22250"/>
                  <a:pt x="1531797" y="16538"/>
                  <a:pt x="1533425" y="12767"/>
                </a:cubicBezTo>
                <a:cubicBezTo>
                  <a:pt x="1535053" y="8997"/>
                  <a:pt x="1538052" y="5927"/>
                  <a:pt x="1542422" y="3556"/>
                </a:cubicBezTo>
                <a:cubicBezTo>
                  <a:pt x="1546792" y="1185"/>
                  <a:pt x="1552319" y="0"/>
                  <a:pt x="1559003" y="0"/>
                </a:cubicBezTo>
                <a:cubicBezTo>
                  <a:pt x="1565858" y="0"/>
                  <a:pt x="1572570" y="1028"/>
                  <a:pt x="1579139" y="3085"/>
                </a:cubicBezTo>
                <a:lnTo>
                  <a:pt x="1575883" y="19879"/>
                </a:lnTo>
                <a:cubicBezTo>
                  <a:pt x="1572056" y="18965"/>
                  <a:pt x="1568371" y="18508"/>
                  <a:pt x="1564830" y="18508"/>
                </a:cubicBezTo>
                <a:cubicBezTo>
                  <a:pt x="1561345" y="18508"/>
                  <a:pt x="1558846" y="19323"/>
                  <a:pt x="1557332" y="20951"/>
                </a:cubicBezTo>
                <a:cubicBezTo>
                  <a:pt x="1555818" y="22579"/>
                  <a:pt x="1555061" y="25706"/>
                  <a:pt x="1555061" y="30333"/>
                </a:cubicBezTo>
                <a:lnTo>
                  <a:pt x="1555061" y="36760"/>
                </a:lnTo>
                <a:lnTo>
                  <a:pt x="1573056" y="36760"/>
                </a:lnTo>
                <a:lnTo>
                  <a:pt x="1573056" y="55697"/>
                </a:lnTo>
                <a:lnTo>
                  <a:pt x="1555061" y="55697"/>
                </a:lnTo>
                <a:lnTo>
                  <a:pt x="1555061" y="127760"/>
                </a:lnTo>
                <a:lnTo>
                  <a:pt x="1530983" y="127760"/>
                </a:lnTo>
                <a:lnTo>
                  <a:pt x="1530983" y="55697"/>
                </a:lnTo>
                <a:lnTo>
                  <a:pt x="1517616" y="55697"/>
                </a:lnTo>
                <a:lnTo>
                  <a:pt x="1517616" y="36760"/>
                </a:lnTo>
                <a:close/>
                <a:moveTo>
                  <a:pt x="1586151" y="103682"/>
                </a:moveTo>
                <a:lnTo>
                  <a:pt x="1610229" y="103682"/>
                </a:lnTo>
                <a:lnTo>
                  <a:pt x="1610229" y="120905"/>
                </a:lnTo>
                <a:cubicBezTo>
                  <a:pt x="1610229" y="127874"/>
                  <a:pt x="1609629" y="133372"/>
                  <a:pt x="1608430" y="137400"/>
                </a:cubicBezTo>
                <a:cubicBezTo>
                  <a:pt x="1607230" y="141427"/>
                  <a:pt x="1604959" y="145040"/>
                  <a:pt x="1601618" y="148239"/>
                </a:cubicBezTo>
                <a:cubicBezTo>
                  <a:pt x="1598276" y="151438"/>
                  <a:pt x="1594034" y="153952"/>
                  <a:pt x="1588893" y="155780"/>
                </a:cubicBezTo>
                <a:lnTo>
                  <a:pt x="1584180" y="145840"/>
                </a:lnTo>
                <a:cubicBezTo>
                  <a:pt x="1589036" y="144240"/>
                  <a:pt x="1592492" y="142041"/>
                  <a:pt x="1594548" y="139242"/>
                </a:cubicBezTo>
                <a:cubicBezTo>
                  <a:pt x="1596605" y="136443"/>
                  <a:pt x="1597690" y="132616"/>
                  <a:pt x="1597805" y="127760"/>
                </a:cubicBezTo>
                <a:lnTo>
                  <a:pt x="1586151" y="127760"/>
                </a:lnTo>
                <a:lnTo>
                  <a:pt x="1586151" y="103682"/>
                </a:lnTo>
                <a:close/>
                <a:moveTo>
                  <a:pt x="1676155" y="101797"/>
                </a:moveTo>
                <a:lnTo>
                  <a:pt x="1700319" y="98112"/>
                </a:lnTo>
                <a:cubicBezTo>
                  <a:pt x="1701347" y="102796"/>
                  <a:pt x="1703432" y="106352"/>
                  <a:pt x="1706574" y="108780"/>
                </a:cubicBezTo>
                <a:cubicBezTo>
                  <a:pt x="1709716" y="111208"/>
                  <a:pt x="1714114" y="112422"/>
                  <a:pt x="1719770" y="112422"/>
                </a:cubicBezTo>
                <a:cubicBezTo>
                  <a:pt x="1725996" y="112422"/>
                  <a:pt x="1730680" y="111279"/>
                  <a:pt x="1733822" y="108994"/>
                </a:cubicBezTo>
                <a:cubicBezTo>
                  <a:pt x="1735936" y="107395"/>
                  <a:pt x="1736993" y="105253"/>
                  <a:pt x="1736993" y="102568"/>
                </a:cubicBezTo>
                <a:cubicBezTo>
                  <a:pt x="1736993" y="100740"/>
                  <a:pt x="1736421" y="99226"/>
                  <a:pt x="1735279" y="98026"/>
                </a:cubicBezTo>
                <a:cubicBezTo>
                  <a:pt x="1734079" y="96884"/>
                  <a:pt x="1731394" y="95827"/>
                  <a:pt x="1727224" y="94856"/>
                </a:cubicBezTo>
                <a:cubicBezTo>
                  <a:pt x="1707802" y="90572"/>
                  <a:pt x="1695491" y="86659"/>
                  <a:pt x="1690293" y="83117"/>
                </a:cubicBezTo>
                <a:cubicBezTo>
                  <a:pt x="1683095" y="78204"/>
                  <a:pt x="1679496" y="71378"/>
                  <a:pt x="1679496" y="62638"/>
                </a:cubicBezTo>
                <a:cubicBezTo>
                  <a:pt x="1679496" y="54754"/>
                  <a:pt x="1682610" y="48128"/>
                  <a:pt x="1688836" y="42758"/>
                </a:cubicBezTo>
                <a:cubicBezTo>
                  <a:pt x="1695063" y="37388"/>
                  <a:pt x="1704717" y="34703"/>
                  <a:pt x="1717799" y="34703"/>
                </a:cubicBezTo>
                <a:cubicBezTo>
                  <a:pt x="1730252" y="34703"/>
                  <a:pt x="1739506" y="36731"/>
                  <a:pt x="1745561" y="40787"/>
                </a:cubicBezTo>
                <a:cubicBezTo>
                  <a:pt x="1751617" y="44843"/>
                  <a:pt x="1755787" y="50841"/>
                  <a:pt x="1758072" y="58782"/>
                </a:cubicBezTo>
                <a:lnTo>
                  <a:pt x="1735365" y="62980"/>
                </a:lnTo>
                <a:cubicBezTo>
                  <a:pt x="1734394" y="59439"/>
                  <a:pt x="1732551" y="56725"/>
                  <a:pt x="1729838" y="54840"/>
                </a:cubicBezTo>
                <a:cubicBezTo>
                  <a:pt x="1727124" y="52955"/>
                  <a:pt x="1723254" y="52012"/>
                  <a:pt x="1718227" y="52012"/>
                </a:cubicBezTo>
                <a:cubicBezTo>
                  <a:pt x="1711886" y="52012"/>
                  <a:pt x="1707345" y="52898"/>
                  <a:pt x="1704603" y="54669"/>
                </a:cubicBezTo>
                <a:cubicBezTo>
                  <a:pt x="1702775" y="55925"/>
                  <a:pt x="1701861" y="57553"/>
                  <a:pt x="1701861" y="59553"/>
                </a:cubicBezTo>
                <a:cubicBezTo>
                  <a:pt x="1701861" y="61267"/>
                  <a:pt x="1702661" y="62723"/>
                  <a:pt x="1704260" y="63923"/>
                </a:cubicBezTo>
                <a:cubicBezTo>
                  <a:pt x="1706431" y="65522"/>
                  <a:pt x="1713929" y="67779"/>
                  <a:pt x="1726753" y="70692"/>
                </a:cubicBezTo>
                <a:cubicBezTo>
                  <a:pt x="1739578" y="73605"/>
                  <a:pt x="1748532" y="77176"/>
                  <a:pt x="1753616" y="81403"/>
                </a:cubicBezTo>
                <a:cubicBezTo>
                  <a:pt x="1758643" y="85687"/>
                  <a:pt x="1761157" y="91657"/>
                  <a:pt x="1761157" y="99312"/>
                </a:cubicBezTo>
                <a:cubicBezTo>
                  <a:pt x="1761157" y="107652"/>
                  <a:pt x="1757672" y="114821"/>
                  <a:pt x="1750703" y="120819"/>
                </a:cubicBezTo>
                <a:cubicBezTo>
                  <a:pt x="1743733" y="126817"/>
                  <a:pt x="1733422" y="129816"/>
                  <a:pt x="1719770" y="129816"/>
                </a:cubicBezTo>
                <a:cubicBezTo>
                  <a:pt x="1707373" y="129816"/>
                  <a:pt x="1697562" y="127303"/>
                  <a:pt x="1690336" y="122276"/>
                </a:cubicBezTo>
                <a:cubicBezTo>
                  <a:pt x="1683110" y="117249"/>
                  <a:pt x="1678383" y="110423"/>
                  <a:pt x="1676155" y="101797"/>
                </a:cubicBezTo>
                <a:close/>
                <a:moveTo>
                  <a:pt x="1805657" y="2142"/>
                </a:moveTo>
                <a:lnTo>
                  <a:pt x="1805657" y="48328"/>
                </a:lnTo>
                <a:cubicBezTo>
                  <a:pt x="1813426" y="39245"/>
                  <a:pt x="1822709" y="34703"/>
                  <a:pt x="1833506" y="34703"/>
                </a:cubicBezTo>
                <a:cubicBezTo>
                  <a:pt x="1839047" y="34703"/>
                  <a:pt x="1844045" y="35732"/>
                  <a:pt x="1848501" y="37788"/>
                </a:cubicBezTo>
                <a:cubicBezTo>
                  <a:pt x="1852957" y="39845"/>
                  <a:pt x="1856313" y="42472"/>
                  <a:pt x="1858569" y="45671"/>
                </a:cubicBezTo>
                <a:cubicBezTo>
                  <a:pt x="1860826" y="48870"/>
                  <a:pt x="1862368" y="52412"/>
                  <a:pt x="1863197" y="56297"/>
                </a:cubicBezTo>
                <a:cubicBezTo>
                  <a:pt x="1864025" y="60181"/>
                  <a:pt x="1864439" y="66208"/>
                  <a:pt x="1864439" y="74377"/>
                </a:cubicBezTo>
                <a:lnTo>
                  <a:pt x="1864439" y="127760"/>
                </a:lnTo>
                <a:lnTo>
                  <a:pt x="1840361" y="127760"/>
                </a:lnTo>
                <a:lnTo>
                  <a:pt x="1840361" y="79689"/>
                </a:lnTo>
                <a:cubicBezTo>
                  <a:pt x="1840361" y="70149"/>
                  <a:pt x="1839904" y="64094"/>
                  <a:pt x="1838990" y="61524"/>
                </a:cubicBezTo>
                <a:cubicBezTo>
                  <a:pt x="1838076" y="58953"/>
                  <a:pt x="1836462" y="56911"/>
                  <a:pt x="1834149" y="55397"/>
                </a:cubicBezTo>
                <a:cubicBezTo>
                  <a:pt x="1831835" y="53883"/>
                  <a:pt x="1828936" y="53126"/>
                  <a:pt x="1825451" y="53126"/>
                </a:cubicBezTo>
                <a:cubicBezTo>
                  <a:pt x="1821453" y="53126"/>
                  <a:pt x="1817882" y="54097"/>
                  <a:pt x="1814740" y="56040"/>
                </a:cubicBezTo>
                <a:cubicBezTo>
                  <a:pt x="1811598" y="57982"/>
                  <a:pt x="1809299" y="60909"/>
                  <a:pt x="1807843" y="64823"/>
                </a:cubicBezTo>
                <a:cubicBezTo>
                  <a:pt x="1806386" y="68736"/>
                  <a:pt x="1805657" y="74519"/>
                  <a:pt x="1805657" y="82174"/>
                </a:cubicBezTo>
                <a:lnTo>
                  <a:pt x="1805657" y="127760"/>
                </a:lnTo>
                <a:lnTo>
                  <a:pt x="1781579" y="127760"/>
                </a:lnTo>
                <a:lnTo>
                  <a:pt x="1781579" y="2142"/>
                </a:lnTo>
                <a:lnTo>
                  <a:pt x="1805657" y="2142"/>
                </a:lnTo>
                <a:close/>
                <a:moveTo>
                  <a:pt x="1882774" y="80975"/>
                </a:moveTo>
                <a:cubicBezTo>
                  <a:pt x="1882774" y="72977"/>
                  <a:pt x="1884745" y="65237"/>
                  <a:pt x="1888687" y="57753"/>
                </a:cubicBezTo>
                <a:cubicBezTo>
                  <a:pt x="1892628" y="50270"/>
                  <a:pt x="1898212" y="44557"/>
                  <a:pt x="1905439" y="40616"/>
                </a:cubicBezTo>
                <a:cubicBezTo>
                  <a:pt x="1912665" y="36674"/>
                  <a:pt x="1920734" y="34703"/>
                  <a:pt x="1929645" y="34703"/>
                </a:cubicBezTo>
                <a:cubicBezTo>
                  <a:pt x="1943412" y="34703"/>
                  <a:pt x="1954695" y="39173"/>
                  <a:pt x="1963492" y="48113"/>
                </a:cubicBezTo>
                <a:cubicBezTo>
                  <a:pt x="1972289" y="57054"/>
                  <a:pt x="1976688" y="68350"/>
                  <a:pt x="1976688" y="82003"/>
                </a:cubicBezTo>
                <a:cubicBezTo>
                  <a:pt x="1976688" y="95770"/>
                  <a:pt x="1972246" y="107181"/>
                  <a:pt x="1963363" y="116235"/>
                </a:cubicBezTo>
                <a:cubicBezTo>
                  <a:pt x="1954480" y="125289"/>
                  <a:pt x="1943298" y="129816"/>
                  <a:pt x="1929817" y="129816"/>
                </a:cubicBezTo>
                <a:cubicBezTo>
                  <a:pt x="1921477" y="129816"/>
                  <a:pt x="1913522" y="127931"/>
                  <a:pt x="1905953" y="124161"/>
                </a:cubicBezTo>
                <a:cubicBezTo>
                  <a:pt x="1898384" y="120391"/>
                  <a:pt x="1892628" y="114864"/>
                  <a:pt x="1888687" y="107581"/>
                </a:cubicBezTo>
                <a:cubicBezTo>
                  <a:pt x="1884745" y="100297"/>
                  <a:pt x="1882774" y="91428"/>
                  <a:pt x="1882774" y="80975"/>
                </a:cubicBezTo>
                <a:moveTo>
                  <a:pt x="1907452" y="82260"/>
                </a:moveTo>
                <a:cubicBezTo>
                  <a:pt x="1907452" y="91286"/>
                  <a:pt x="1909595" y="98198"/>
                  <a:pt x="1913879" y="102996"/>
                </a:cubicBezTo>
                <a:cubicBezTo>
                  <a:pt x="1918163" y="107795"/>
                  <a:pt x="1923447" y="110194"/>
                  <a:pt x="1929731" y="110194"/>
                </a:cubicBezTo>
                <a:cubicBezTo>
                  <a:pt x="1936015" y="110194"/>
                  <a:pt x="1941285" y="107795"/>
                  <a:pt x="1945540" y="102996"/>
                </a:cubicBezTo>
                <a:cubicBezTo>
                  <a:pt x="1949796" y="98198"/>
                  <a:pt x="1951924" y="91229"/>
                  <a:pt x="1951924" y="82089"/>
                </a:cubicBezTo>
                <a:cubicBezTo>
                  <a:pt x="1951924" y="73177"/>
                  <a:pt x="1949796" y="66322"/>
                  <a:pt x="1945540" y="61524"/>
                </a:cubicBezTo>
                <a:cubicBezTo>
                  <a:pt x="1941285" y="56725"/>
                  <a:pt x="1936015" y="54326"/>
                  <a:pt x="1929731" y="54326"/>
                </a:cubicBezTo>
                <a:cubicBezTo>
                  <a:pt x="1923447" y="54326"/>
                  <a:pt x="1918163" y="56725"/>
                  <a:pt x="1913879" y="61524"/>
                </a:cubicBezTo>
                <a:cubicBezTo>
                  <a:pt x="1909595" y="66322"/>
                  <a:pt x="1907452" y="73234"/>
                  <a:pt x="1907452" y="82260"/>
                </a:cubicBezTo>
                <a:close/>
                <a:moveTo>
                  <a:pt x="2018073" y="127760"/>
                </a:moveTo>
                <a:lnTo>
                  <a:pt x="1993995" y="127760"/>
                </a:lnTo>
                <a:lnTo>
                  <a:pt x="1993995" y="36760"/>
                </a:lnTo>
                <a:lnTo>
                  <a:pt x="2016360" y="36760"/>
                </a:lnTo>
                <a:lnTo>
                  <a:pt x="2016360" y="49699"/>
                </a:lnTo>
                <a:cubicBezTo>
                  <a:pt x="2020187" y="43586"/>
                  <a:pt x="2023629" y="39559"/>
                  <a:pt x="2026685" y="37617"/>
                </a:cubicBezTo>
                <a:cubicBezTo>
                  <a:pt x="2029741" y="35675"/>
                  <a:pt x="2033211" y="34703"/>
                  <a:pt x="2037096" y="34703"/>
                </a:cubicBezTo>
                <a:cubicBezTo>
                  <a:pt x="2042580" y="34703"/>
                  <a:pt x="2047864" y="36217"/>
                  <a:pt x="2052948" y="39245"/>
                </a:cubicBezTo>
                <a:lnTo>
                  <a:pt x="2045493" y="60238"/>
                </a:lnTo>
                <a:cubicBezTo>
                  <a:pt x="2041437" y="57611"/>
                  <a:pt x="2037667" y="56297"/>
                  <a:pt x="2034182" y="56297"/>
                </a:cubicBezTo>
                <a:cubicBezTo>
                  <a:pt x="2030812" y="56297"/>
                  <a:pt x="2027956" y="57225"/>
                  <a:pt x="2025614" y="59081"/>
                </a:cubicBezTo>
                <a:cubicBezTo>
                  <a:pt x="2023272" y="60938"/>
                  <a:pt x="2021429" y="64294"/>
                  <a:pt x="2020087" y="69150"/>
                </a:cubicBezTo>
                <a:cubicBezTo>
                  <a:pt x="2018744" y="74005"/>
                  <a:pt x="2018073" y="84174"/>
                  <a:pt x="2018073" y="99654"/>
                </a:cubicBezTo>
                <a:lnTo>
                  <a:pt x="2018073" y="127760"/>
                </a:lnTo>
                <a:close/>
                <a:moveTo>
                  <a:pt x="2105000" y="36760"/>
                </a:moveTo>
                <a:lnTo>
                  <a:pt x="2105000" y="55954"/>
                </a:lnTo>
                <a:lnTo>
                  <a:pt x="2088548" y="55954"/>
                </a:lnTo>
                <a:lnTo>
                  <a:pt x="2088548" y="92628"/>
                </a:lnTo>
                <a:cubicBezTo>
                  <a:pt x="2088548" y="100054"/>
                  <a:pt x="2088705" y="104382"/>
                  <a:pt x="2089020" y="105610"/>
                </a:cubicBezTo>
                <a:cubicBezTo>
                  <a:pt x="2089334" y="106838"/>
                  <a:pt x="2090048" y="107852"/>
                  <a:pt x="2091162" y="108652"/>
                </a:cubicBezTo>
                <a:cubicBezTo>
                  <a:pt x="2092276" y="109451"/>
                  <a:pt x="2093632" y="109851"/>
                  <a:pt x="2095232" y="109851"/>
                </a:cubicBezTo>
                <a:cubicBezTo>
                  <a:pt x="2097460" y="109851"/>
                  <a:pt x="2100687" y="109080"/>
                  <a:pt x="2104915" y="107538"/>
                </a:cubicBezTo>
                <a:lnTo>
                  <a:pt x="2106971" y="126218"/>
                </a:lnTo>
                <a:cubicBezTo>
                  <a:pt x="2101373" y="128617"/>
                  <a:pt x="2095032" y="129816"/>
                  <a:pt x="2087948" y="129816"/>
                </a:cubicBezTo>
                <a:cubicBezTo>
                  <a:pt x="2083607" y="129816"/>
                  <a:pt x="2079694" y="129088"/>
                  <a:pt x="2076209" y="127631"/>
                </a:cubicBezTo>
                <a:cubicBezTo>
                  <a:pt x="2072725" y="126175"/>
                  <a:pt x="2070168" y="124290"/>
                  <a:pt x="2068540" y="121976"/>
                </a:cubicBezTo>
                <a:cubicBezTo>
                  <a:pt x="2066912" y="119662"/>
                  <a:pt x="2065784" y="116535"/>
                  <a:pt x="2065156" y="112593"/>
                </a:cubicBezTo>
                <a:cubicBezTo>
                  <a:pt x="2064641" y="109794"/>
                  <a:pt x="2064384" y="104139"/>
                  <a:pt x="2064384" y="95627"/>
                </a:cubicBezTo>
                <a:lnTo>
                  <a:pt x="2064384" y="55954"/>
                </a:lnTo>
                <a:lnTo>
                  <a:pt x="2053331" y="55954"/>
                </a:lnTo>
                <a:lnTo>
                  <a:pt x="2053331" y="36760"/>
                </a:lnTo>
                <a:lnTo>
                  <a:pt x="2064384" y="36760"/>
                </a:lnTo>
                <a:lnTo>
                  <a:pt x="2064384" y="18680"/>
                </a:lnTo>
                <a:lnTo>
                  <a:pt x="2088548" y="4627"/>
                </a:lnTo>
                <a:lnTo>
                  <a:pt x="2088548" y="36760"/>
                </a:lnTo>
                <a:lnTo>
                  <a:pt x="2105000" y="36760"/>
                </a:lnTo>
                <a:close/>
                <a:moveTo>
                  <a:pt x="2119076" y="94256"/>
                </a:moveTo>
                <a:lnTo>
                  <a:pt x="2119076" y="70178"/>
                </a:lnTo>
                <a:lnTo>
                  <a:pt x="2166375" y="70178"/>
                </a:lnTo>
                <a:lnTo>
                  <a:pt x="2166375" y="94256"/>
                </a:lnTo>
                <a:lnTo>
                  <a:pt x="2119076" y="94256"/>
                </a:lnTo>
                <a:close/>
                <a:moveTo>
                  <a:pt x="2222123" y="36760"/>
                </a:moveTo>
                <a:lnTo>
                  <a:pt x="2222123" y="55954"/>
                </a:lnTo>
                <a:lnTo>
                  <a:pt x="2205671" y="55954"/>
                </a:lnTo>
                <a:lnTo>
                  <a:pt x="2205671" y="92628"/>
                </a:lnTo>
                <a:cubicBezTo>
                  <a:pt x="2205671" y="100054"/>
                  <a:pt x="2205828" y="104382"/>
                  <a:pt x="2206142" y="105610"/>
                </a:cubicBezTo>
                <a:cubicBezTo>
                  <a:pt x="2206456" y="106838"/>
                  <a:pt x="2207170" y="107852"/>
                  <a:pt x="2208284" y="108652"/>
                </a:cubicBezTo>
                <a:cubicBezTo>
                  <a:pt x="2209398" y="109451"/>
                  <a:pt x="2210755" y="109851"/>
                  <a:pt x="2212355" y="109851"/>
                </a:cubicBezTo>
                <a:cubicBezTo>
                  <a:pt x="2214582" y="109851"/>
                  <a:pt x="2217810" y="109080"/>
                  <a:pt x="2222037" y="107538"/>
                </a:cubicBezTo>
                <a:lnTo>
                  <a:pt x="2224094" y="126218"/>
                </a:lnTo>
                <a:cubicBezTo>
                  <a:pt x="2218495" y="128617"/>
                  <a:pt x="2212155" y="129816"/>
                  <a:pt x="2205071" y="129816"/>
                </a:cubicBezTo>
                <a:cubicBezTo>
                  <a:pt x="2200730" y="129816"/>
                  <a:pt x="2196817" y="129088"/>
                  <a:pt x="2193332" y="127631"/>
                </a:cubicBezTo>
                <a:cubicBezTo>
                  <a:pt x="2189847" y="126175"/>
                  <a:pt x="2187291" y="124290"/>
                  <a:pt x="2185663" y="121976"/>
                </a:cubicBezTo>
                <a:cubicBezTo>
                  <a:pt x="2184035" y="119662"/>
                  <a:pt x="2182907" y="116535"/>
                  <a:pt x="2182278" y="112593"/>
                </a:cubicBezTo>
                <a:cubicBezTo>
                  <a:pt x="2181764" y="109794"/>
                  <a:pt x="2181507" y="104139"/>
                  <a:pt x="2181507" y="95627"/>
                </a:cubicBezTo>
                <a:lnTo>
                  <a:pt x="2181507" y="55954"/>
                </a:lnTo>
                <a:lnTo>
                  <a:pt x="2170453" y="55954"/>
                </a:lnTo>
                <a:lnTo>
                  <a:pt x="2170453" y="36760"/>
                </a:lnTo>
                <a:lnTo>
                  <a:pt x="2181507" y="36760"/>
                </a:lnTo>
                <a:lnTo>
                  <a:pt x="2181507" y="18680"/>
                </a:lnTo>
                <a:lnTo>
                  <a:pt x="2205671" y="4627"/>
                </a:lnTo>
                <a:lnTo>
                  <a:pt x="2205671" y="36760"/>
                </a:lnTo>
                <a:lnTo>
                  <a:pt x="2222123" y="36760"/>
                </a:lnTo>
                <a:close/>
                <a:moveTo>
                  <a:pt x="2291669" y="98798"/>
                </a:moveTo>
                <a:lnTo>
                  <a:pt x="2315661" y="102825"/>
                </a:lnTo>
                <a:cubicBezTo>
                  <a:pt x="2312576" y="111622"/>
                  <a:pt x="2307707" y="118320"/>
                  <a:pt x="2301052" y="122919"/>
                </a:cubicBezTo>
                <a:cubicBezTo>
                  <a:pt x="2294396" y="127517"/>
                  <a:pt x="2286071" y="129816"/>
                  <a:pt x="2276074" y="129816"/>
                </a:cubicBezTo>
                <a:cubicBezTo>
                  <a:pt x="2260250" y="129816"/>
                  <a:pt x="2248539" y="124647"/>
                  <a:pt x="2240942" y="114307"/>
                </a:cubicBezTo>
                <a:cubicBezTo>
                  <a:pt x="2234944" y="106024"/>
                  <a:pt x="2231945" y="95570"/>
                  <a:pt x="2231945" y="82945"/>
                </a:cubicBezTo>
                <a:cubicBezTo>
                  <a:pt x="2231945" y="67864"/>
                  <a:pt x="2235886" y="56054"/>
                  <a:pt x="2243770" y="47514"/>
                </a:cubicBezTo>
                <a:cubicBezTo>
                  <a:pt x="2251653" y="38973"/>
                  <a:pt x="2261621" y="34703"/>
                  <a:pt x="2273674" y="34703"/>
                </a:cubicBezTo>
                <a:cubicBezTo>
                  <a:pt x="2287213" y="34703"/>
                  <a:pt x="2297895" y="39173"/>
                  <a:pt x="2305722" y="48113"/>
                </a:cubicBezTo>
                <a:cubicBezTo>
                  <a:pt x="2313548" y="57054"/>
                  <a:pt x="2317289" y="70749"/>
                  <a:pt x="2316947" y="89201"/>
                </a:cubicBezTo>
                <a:lnTo>
                  <a:pt x="2256623" y="89201"/>
                </a:lnTo>
                <a:cubicBezTo>
                  <a:pt x="2256794" y="96341"/>
                  <a:pt x="2258736" y="101897"/>
                  <a:pt x="2262449" y="105867"/>
                </a:cubicBezTo>
                <a:cubicBezTo>
                  <a:pt x="2266162" y="109837"/>
                  <a:pt x="2270790" y="111822"/>
                  <a:pt x="2276331" y="111822"/>
                </a:cubicBezTo>
                <a:cubicBezTo>
                  <a:pt x="2280101" y="111822"/>
                  <a:pt x="2283271" y="110794"/>
                  <a:pt x="2285842" y="108737"/>
                </a:cubicBezTo>
                <a:cubicBezTo>
                  <a:pt x="2288413" y="106681"/>
                  <a:pt x="2290355" y="103368"/>
                  <a:pt x="2291669" y="98798"/>
                </a:cubicBezTo>
                <a:moveTo>
                  <a:pt x="2293040" y="74462"/>
                </a:moveTo>
                <a:cubicBezTo>
                  <a:pt x="2292868" y="67493"/>
                  <a:pt x="2291069" y="62195"/>
                  <a:pt x="2287641" y="58567"/>
                </a:cubicBezTo>
                <a:cubicBezTo>
                  <a:pt x="2284214" y="54940"/>
                  <a:pt x="2280044" y="53126"/>
                  <a:pt x="2275131" y="53126"/>
                </a:cubicBezTo>
                <a:cubicBezTo>
                  <a:pt x="2269876" y="53126"/>
                  <a:pt x="2265534" y="55040"/>
                  <a:pt x="2262107" y="58867"/>
                </a:cubicBezTo>
                <a:cubicBezTo>
                  <a:pt x="2258679" y="62695"/>
                  <a:pt x="2256994" y="67893"/>
                  <a:pt x="2257051" y="74462"/>
                </a:cubicBezTo>
                <a:lnTo>
                  <a:pt x="2293040" y="74462"/>
                </a:lnTo>
                <a:close/>
                <a:moveTo>
                  <a:pt x="2359031" y="127760"/>
                </a:moveTo>
                <a:lnTo>
                  <a:pt x="2334953" y="127760"/>
                </a:lnTo>
                <a:lnTo>
                  <a:pt x="2334953" y="36760"/>
                </a:lnTo>
                <a:lnTo>
                  <a:pt x="2357317" y="36760"/>
                </a:lnTo>
                <a:lnTo>
                  <a:pt x="2357317" y="49699"/>
                </a:lnTo>
                <a:cubicBezTo>
                  <a:pt x="2361144" y="43586"/>
                  <a:pt x="2364586" y="39559"/>
                  <a:pt x="2367642" y="37617"/>
                </a:cubicBezTo>
                <a:cubicBezTo>
                  <a:pt x="2370699" y="35675"/>
                  <a:pt x="2374169" y="34703"/>
                  <a:pt x="2378053" y="34703"/>
                </a:cubicBezTo>
                <a:cubicBezTo>
                  <a:pt x="2383537" y="34703"/>
                  <a:pt x="2388821" y="36217"/>
                  <a:pt x="2393906" y="39245"/>
                </a:cubicBezTo>
                <a:lnTo>
                  <a:pt x="2386451" y="60238"/>
                </a:lnTo>
                <a:cubicBezTo>
                  <a:pt x="2382395" y="57611"/>
                  <a:pt x="2378625" y="56297"/>
                  <a:pt x="2375140" y="56297"/>
                </a:cubicBezTo>
                <a:cubicBezTo>
                  <a:pt x="2371770" y="56297"/>
                  <a:pt x="2368913" y="57225"/>
                  <a:pt x="2366571" y="59081"/>
                </a:cubicBezTo>
                <a:cubicBezTo>
                  <a:pt x="2364229" y="60938"/>
                  <a:pt x="2362387" y="64294"/>
                  <a:pt x="2361044" y="69150"/>
                </a:cubicBezTo>
                <a:cubicBezTo>
                  <a:pt x="2359702" y="74005"/>
                  <a:pt x="2359031" y="84174"/>
                  <a:pt x="2359031" y="99654"/>
                </a:cubicBezTo>
                <a:lnTo>
                  <a:pt x="2359031" y="127760"/>
                </a:lnTo>
                <a:close/>
                <a:moveTo>
                  <a:pt x="2402411" y="36760"/>
                </a:moveTo>
                <a:lnTo>
                  <a:pt x="2424604" y="36760"/>
                </a:lnTo>
                <a:lnTo>
                  <a:pt x="2424604" y="49185"/>
                </a:lnTo>
                <a:cubicBezTo>
                  <a:pt x="2432544" y="39530"/>
                  <a:pt x="2441998" y="34703"/>
                  <a:pt x="2452966" y="34703"/>
                </a:cubicBezTo>
                <a:cubicBezTo>
                  <a:pt x="2458793" y="34703"/>
                  <a:pt x="2463849" y="35903"/>
                  <a:pt x="2468133" y="38302"/>
                </a:cubicBezTo>
                <a:cubicBezTo>
                  <a:pt x="2472417" y="40702"/>
                  <a:pt x="2475931" y="44329"/>
                  <a:pt x="2478673" y="49185"/>
                </a:cubicBezTo>
                <a:cubicBezTo>
                  <a:pt x="2482671" y="44329"/>
                  <a:pt x="2486984" y="40702"/>
                  <a:pt x="2491611" y="38302"/>
                </a:cubicBezTo>
                <a:cubicBezTo>
                  <a:pt x="2496239" y="35903"/>
                  <a:pt x="2501180" y="34703"/>
                  <a:pt x="2506435" y="34703"/>
                </a:cubicBezTo>
                <a:cubicBezTo>
                  <a:pt x="2513119" y="34703"/>
                  <a:pt x="2518774" y="36060"/>
                  <a:pt x="2523401" y="38774"/>
                </a:cubicBezTo>
                <a:cubicBezTo>
                  <a:pt x="2528029" y="41487"/>
                  <a:pt x="2531485" y="45471"/>
                  <a:pt x="2533770" y="50727"/>
                </a:cubicBezTo>
                <a:cubicBezTo>
                  <a:pt x="2535426" y="54611"/>
                  <a:pt x="2536255" y="60895"/>
                  <a:pt x="2536255" y="69578"/>
                </a:cubicBezTo>
                <a:lnTo>
                  <a:pt x="2536255" y="127760"/>
                </a:lnTo>
                <a:lnTo>
                  <a:pt x="2512176" y="127760"/>
                </a:lnTo>
                <a:lnTo>
                  <a:pt x="2512176" y="75748"/>
                </a:lnTo>
                <a:cubicBezTo>
                  <a:pt x="2512176" y="66722"/>
                  <a:pt x="2511348" y="60895"/>
                  <a:pt x="2509691" y="58267"/>
                </a:cubicBezTo>
                <a:cubicBezTo>
                  <a:pt x="2507464" y="54840"/>
                  <a:pt x="2504036" y="53126"/>
                  <a:pt x="2499409" y="53126"/>
                </a:cubicBezTo>
                <a:cubicBezTo>
                  <a:pt x="2496039" y="53126"/>
                  <a:pt x="2492868" y="54154"/>
                  <a:pt x="2489898" y="56211"/>
                </a:cubicBezTo>
                <a:cubicBezTo>
                  <a:pt x="2486927" y="58267"/>
                  <a:pt x="2484785" y="61281"/>
                  <a:pt x="2483471" y="65251"/>
                </a:cubicBezTo>
                <a:cubicBezTo>
                  <a:pt x="2482157" y="69221"/>
                  <a:pt x="2481500" y="75491"/>
                  <a:pt x="2481500" y="84059"/>
                </a:cubicBezTo>
                <a:lnTo>
                  <a:pt x="2481500" y="127760"/>
                </a:lnTo>
                <a:lnTo>
                  <a:pt x="2457422" y="127760"/>
                </a:lnTo>
                <a:lnTo>
                  <a:pt x="2457422" y="77890"/>
                </a:lnTo>
                <a:cubicBezTo>
                  <a:pt x="2457422" y="69035"/>
                  <a:pt x="2456994" y="63323"/>
                  <a:pt x="2456137" y="60752"/>
                </a:cubicBezTo>
                <a:cubicBezTo>
                  <a:pt x="2455280" y="58182"/>
                  <a:pt x="2453952" y="56268"/>
                  <a:pt x="2452152" y="55011"/>
                </a:cubicBezTo>
                <a:cubicBezTo>
                  <a:pt x="2450353" y="53755"/>
                  <a:pt x="2447911" y="53126"/>
                  <a:pt x="2444826" y="53126"/>
                </a:cubicBezTo>
                <a:cubicBezTo>
                  <a:pt x="2441113" y="53126"/>
                  <a:pt x="2437771" y="54126"/>
                  <a:pt x="2434801" y="56125"/>
                </a:cubicBezTo>
                <a:cubicBezTo>
                  <a:pt x="2431830" y="58125"/>
                  <a:pt x="2429702" y="61009"/>
                  <a:pt x="2428417" y="64780"/>
                </a:cubicBezTo>
                <a:cubicBezTo>
                  <a:pt x="2427132" y="68550"/>
                  <a:pt x="2426489" y="74805"/>
                  <a:pt x="2426489" y="83545"/>
                </a:cubicBezTo>
                <a:lnTo>
                  <a:pt x="2426489" y="127760"/>
                </a:lnTo>
                <a:lnTo>
                  <a:pt x="2402411" y="127760"/>
                </a:lnTo>
                <a:lnTo>
                  <a:pt x="2402411" y="367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T">
            <a:extLst xmlns:a="http://schemas.openxmlformats.org/drawingml/2006/main">
              <a:ext uri="{FF2B5EF4-FFF2-40B4-BE49-F238E27FC236}">
                <a16:creationId xmlns:a16="http://schemas.microsoft.com/office/drawing/2014/main" id="{0E0A1406-97F1-4B71-893E-E0B94C8E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769" y="128993"/>
            <a:ext cx="99826" cy="125618"/>
          </a:xfrm>
          <a:custGeom xmlns:a="http://schemas.openxmlformats.org/drawingml/2006/main">
            <a:pathLst>
              <a:path w="99826" h="125618">
                <a:moveTo>
                  <a:pt x="37274" y="125618"/>
                </a:moveTo>
                <a:lnTo>
                  <a:pt x="37274" y="21250"/>
                </a:lnTo>
                <a:lnTo>
                  <a:pt x="0" y="21250"/>
                </a:lnTo>
                <a:lnTo>
                  <a:pt x="0" y="0"/>
                </a:lnTo>
                <a:lnTo>
                  <a:pt x="99826" y="0"/>
                </a:lnTo>
                <a:lnTo>
                  <a:pt x="99826" y="21250"/>
                </a:lnTo>
                <a:lnTo>
                  <a:pt x="62637" y="21250"/>
                </a:lnTo>
                <a:lnTo>
                  <a:pt x="62637" y="125618"/>
                </a:lnTo>
                <a:lnTo>
                  <a:pt x="37274" y="125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ype1.2:Falsebelief,short-term">
            <a:extLst xmlns:a="http://schemas.openxmlformats.org/drawingml/2006/main">
              <a:ext uri="{FF2B5EF4-FFF2-40B4-BE49-F238E27FC236}">
                <a16:creationId xmlns:a16="http://schemas.microsoft.com/office/drawing/2014/main" id="{DFFC5479-F7B0-46F8-837F-F683BAF3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891" y="126851"/>
            <a:ext cx="2614099" cy="164691"/>
          </a:xfrm>
          <a:custGeom xmlns:a="http://schemas.openxmlformats.org/drawingml/2006/main">
            <a:pathLst>
              <a:path w="2614099" h="164691">
                <a:moveTo>
                  <a:pt x="0" y="36760"/>
                </a:moveTo>
                <a:lnTo>
                  <a:pt x="25621" y="36760"/>
                </a:lnTo>
                <a:lnTo>
                  <a:pt x="47385" y="101368"/>
                </a:lnTo>
                <a:lnTo>
                  <a:pt x="68636" y="36760"/>
                </a:lnTo>
                <a:lnTo>
                  <a:pt x="93571" y="36760"/>
                </a:lnTo>
                <a:lnTo>
                  <a:pt x="61438" y="124332"/>
                </a:lnTo>
                <a:lnTo>
                  <a:pt x="55697" y="140185"/>
                </a:lnTo>
                <a:cubicBezTo>
                  <a:pt x="53583" y="145497"/>
                  <a:pt x="51570" y="149553"/>
                  <a:pt x="49656" y="152352"/>
                </a:cubicBezTo>
                <a:cubicBezTo>
                  <a:pt x="47742" y="155151"/>
                  <a:pt x="45543" y="157422"/>
                  <a:pt x="43058" y="159164"/>
                </a:cubicBezTo>
                <a:cubicBezTo>
                  <a:pt x="40573" y="160907"/>
                  <a:pt x="37517" y="162263"/>
                  <a:pt x="33889" y="163235"/>
                </a:cubicBezTo>
                <a:cubicBezTo>
                  <a:pt x="30262" y="164206"/>
                  <a:pt x="26163" y="164691"/>
                  <a:pt x="21593" y="164691"/>
                </a:cubicBezTo>
                <a:cubicBezTo>
                  <a:pt x="16966" y="164691"/>
                  <a:pt x="12425" y="164206"/>
                  <a:pt x="7969" y="163235"/>
                </a:cubicBezTo>
                <a:lnTo>
                  <a:pt x="5827" y="144383"/>
                </a:lnTo>
                <a:cubicBezTo>
                  <a:pt x="9597" y="145126"/>
                  <a:pt x="12996" y="145497"/>
                  <a:pt x="16024" y="145497"/>
                </a:cubicBezTo>
                <a:cubicBezTo>
                  <a:pt x="21622" y="145497"/>
                  <a:pt x="25763" y="143855"/>
                  <a:pt x="28448" y="140570"/>
                </a:cubicBezTo>
                <a:cubicBezTo>
                  <a:pt x="31133" y="137286"/>
                  <a:pt x="33190" y="133101"/>
                  <a:pt x="34618" y="128017"/>
                </a:cubicBezTo>
                <a:lnTo>
                  <a:pt x="0" y="36760"/>
                </a:lnTo>
                <a:close/>
                <a:moveTo>
                  <a:pt x="107738" y="36760"/>
                </a:moveTo>
                <a:lnTo>
                  <a:pt x="130189" y="36760"/>
                </a:lnTo>
                <a:lnTo>
                  <a:pt x="130189" y="50127"/>
                </a:lnTo>
                <a:cubicBezTo>
                  <a:pt x="133102" y="45557"/>
                  <a:pt x="137044" y="41844"/>
                  <a:pt x="142013" y="38988"/>
                </a:cubicBezTo>
                <a:cubicBezTo>
                  <a:pt x="146983" y="36132"/>
                  <a:pt x="152496" y="34703"/>
                  <a:pt x="158551" y="34703"/>
                </a:cubicBezTo>
                <a:cubicBezTo>
                  <a:pt x="169119" y="34703"/>
                  <a:pt x="178088" y="38845"/>
                  <a:pt x="185457" y="47128"/>
                </a:cubicBezTo>
                <a:cubicBezTo>
                  <a:pt x="192826" y="55411"/>
                  <a:pt x="196511" y="66950"/>
                  <a:pt x="196511" y="81746"/>
                </a:cubicBezTo>
                <a:cubicBezTo>
                  <a:pt x="196511" y="96941"/>
                  <a:pt x="192798" y="108752"/>
                  <a:pt x="185371" y="117178"/>
                </a:cubicBezTo>
                <a:cubicBezTo>
                  <a:pt x="177945" y="125603"/>
                  <a:pt x="168948" y="129816"/>
                  <a:pt x="158380" y="129816"/>
                </a:cubicBezTo>
                <a:cubicBezTo>
                  <a:pt x="153353" y="129816"/>
                  <a:pt x="148797" y="128817"/>
                  <a:pt x="144713" y="126817"/>
                </a:cubicBezTo>
                <a:cubicBezTo>
                  <a:pt x="140628" y="124818"/>
                  <a:pt x="136330" y="121391"/>
                  <a:pt x="131817" y="116535"/>
                </a:cubicBezTo>
                <a:lnTo>
                  <a:pt x="131817" y="162378"/>
                </a:lnTo>
                <a:lnTo>
                  <a:pt x="107738" y="162378"/>
                </a:lnTo>
                <a:lnTo>
                  <a:pt x="107738" y="36760"/>
                </a:lnTo>
                <a:moveTo>
                  <a:pt x="131560" y="80718"/>
                </a:moveTo>
                <a:cubicBezTo>
                  <a:pt x="131560" y="90943"/>
                  <a:pt x="133588" y="98498"/>
                  <a:pt x="137643" y="103382"/>
                </a:cubicBezTo>
                <a:cubicBezTo>
                  <a:pt x="141699" y="108266"/>
                  <a:pt x="146641" y="110708"/>
                  <a:pt x="152467" y="110708"/>
                </a:cubicBezTo>
                <a:cubicBezTo>
                  <a:pt x="158066" y="110708"/>
                  <a:pt x="162721" y="108466"/>
                  <a:pt x="166434" y="103982"/>
                </a:cubicBezTo>
                <a:cubicBezTo>
                  <a:pt x="170147" y="99497"/>
                  <a:pt x="172004" y="92143"/>
                  <a:pt x="172004" y="81917"/>
                </a:cubicBezTo>
                <a:cubicBezTo>
                  <a:pt x="172004" y="72377"/>
                  <a:pt x="170090" y="65294"/>
                  <a:pt x="166263" y="60667"/>
                </a:cubicBezTo>
                <a:cubicBezTo>
                  <a:pt x="162436" y="56040"/>
                  <a:pt x="157694" y="53726"/>
                  <a:pt x="152039" y="53726"/>
                </a:cubicBezTo>
                <a:cubicBezTo>
                  <a:pt x="146155" y="53726"/>
                  <a:pt x="141271" y="55997"/>
                  <a:pt x="137386" y="60538"/>
                </a:cubicBezTo>
                <a:cubicBezTo>
                  <a:pt x="133502" y="65080"/>
                  <a:pt x="131560" y="71806"/>
                  <a:pt x="131560" y="80718"/>
                </a:cubicBezTo>
                <a:close/>
                <a:moveTo>
                  <a:pt x="267800" y="98798"/>
                </a:moveTo>
                <a:lnTo>
                  <a:pt x="291793" y="102825"/>
                </a:lnTo>
                <a:cubicBezTo>
                  <a:pt x="288708" y="111622"/>
                  <a:pt x="283838" y="118320"/>
                  <a:pt x="277183" y="122919"/>
                </a:cubicBezTo>
                <a:cubicBezTo>
                  <a:pt x="270528" y="127517"/>
                  <a:pt x="262202" y="129816"/>
                  <a:pt x="252205" y="129816"/>
                </a:cubicBezTo>
                <a:cubicBezTo>
                  <a:pt x="236382" y="129816"/>
                  <a:pt x="224671" y="124647"/>
                  <a:pt x="217074" y="114307"/>
                </a:cubicBezTo>
                <a:cubicBezTo>
                  <a:pt x="211075" y="106024"/>
                  <a:pt x="208076" y="95570"/>
                  <a:pt x="208076" y="82945"/>
                </a:cubicBezTo>
                <a:cubicBezTo>
                  <a:pt x="208076" y="67864"/>
                  <a:pt x="212018" y="56054"/>
                  <a:pt x="219901" y="47514"/>
                </a:cubicBezTo>
                <a:cubicBezTo>
                  <a:pt x="227784" y="38973"/>
                  <a:pt x="237753" y="34703"/>
                  <a:pt x="249806" y="34703"/>
                </a:cubicBezTo>
                <a:cubicBezTo>
                  <a:pt x="263345" y="34703"/>
                  <a:pt x="274027" y="39173"/>
                  <a:pt x="281853" y="48113"/>
                </a:cubicBezTo>
                <a:cubicBezTo>
                  <a:pt x="289679" y="57054"/>
                  <a:pt x="293421" y="70749"/>
                  <a:pt x="293078" y="89201"/>
                </a:cubicBezTo>
                <a:lnTo>
                  <a:pt x="232754" y="89201"/>
                </a:lnTo>
                <a:cubicBezTo>
                  <a:pt x="232926" y="96341"/>
                  <a:pt x="234868" y="101897"/>
                  <a:pt x="238581" y="105867"/>
                </a:cubicBezTo>
                <a:cubicBezTo>
                  <a:pt x="242294" y="109837"/>
                  <a:pt x="246921" y="111822"/>
                  <a:pt x="252462" y="111822"/>
                </a:cubicBezTo>
                <a:cubicBezTo>
                  <a:pt x="256233" y="111822"/>
                  <a:pt x="259403" y="110794"/>
                  <a:pt x="261974" y="108737"/>
                </a:cubicBezTo>
                <a:cubicBezTo>
                  <a:pt x="264544" y="106681"/>
                  <a:pt x="266487" y="103368"/>
                  <a:pt x="267800" y="98798"/>
                </a:cubicBezTo>
                <a:moveTo>
                  <a:pt x="269171" y="74462"/>
                </a:moveTo>
                <a:cubicBezTo>
                  <a:pt x="269000" y="67493"/>
                  <a:pt x="267201" y="62195"/>
                  <a:pt x="263773" y="58567"/>
                </a:cubicBezTo>
                <a:cubicBezTo>
                  <a:pt x="260346" y="54940"/>
                  <a:pt x="256176" y="53126"/>
                  <a:pt x="251263" y="53126"/>
                </a:cubicBezTo>
                <a:cubicBezTo>
                  <a:pt x="246007" y="53126"/>
                  <a:pt x="241666" y="55040"/>
                  <a:pt x="238238" y="58867"/>
                </a:cubicBezTo>
                <a:cubicBezTo>
                  <a:pt x="234811" y="62695"/>
                  <a:pt x="233126" y="67893"/>
                  <a:pt x="233183" y="74462"/>
                </a:cubicBezTo>
                <a:lnTo>
                  <a:pt x="269171" y="74462"/>
                </a:lnTo>
                <a:close/>
                <a:moveTo>
                  <a:pt x="417542" y="127760"/>
                </a:moveTo>
                <a:lnTo>
                  <a:pt x="393463" y="127760"/>
                </a:lnTo>
                <a:lnTo>
                  <a:pt x="393463" y="37017"/>
                </a:lnTo>
                <a:cubicBezTo>
                  <a:pt x="384666" y="45243"/>
                  <a:pt x="374298" y="51327"/>
                  <a:pt x="362359" y="55268"/>
                </a:cubicBezTo>
                <a:lnTo>
                  <a:pt x="362359" y="33418"/>
                </a:lnTo>
                <a:cubicBezTo>
                  <a:pt x="368643" y="31362"/>
                  <a:pt x="375469" y="27463"/>
                  <a:pt x="382838" y="21722"/>
                </a:cubicBezTo>
                <a:cubicBezTo>
                  <a:pt x="390207" y="15981"/>
                  <a:pt x="395263" y="9283"/>
                  <a:pt x="398005" y="1628"/>
                </a:cubicBezTo>
                <a:lnTo>
                  <a:pt x="417542" y="1628"/>
                </a:lnTo>
                <a:lnTo>
                  <a:pt x="417542" y="127760"/>
                </a:lnTo>
                <a:close/>
                <a:moveTo>
                  <a:pt x="458101" y="127760"/>
                </a:moveTo>
                <a:lnTo>
                  <a:pt x="458101" y="103682"/>
                </a:lnTo>
                <a:lnTo>
                  <a:pt x="482179" y="103682"/>
                </a:lnTo>
                <a:lnTo>
                  <a:pt x="482179" y="127760"/>
                </a:lnTo>
                <a:lnTo>
                  <a:pt x="458101" y="127760"/>
                </a:lnTo>
                <a:close/>
                <a:moveTo>
                  <a:pt x="583221" y="105396"/>
                </a:moveTo>
                <a:lnTo>
                  <a:pt x="583221" y="127760"/>
                </a:lnTo>
                <a:lnTo>
                  <a:pt x="498819" y="127760"/>
                </a:lnTo>
                <a:cubicBezTo>
                  <a:pt x="499733" y="119305"/>
                  <a:pt x="502475" y="111294"/>
                  <a:pt x="507045" y="103725"/>
                </a:cubicBezTo>
                <a:cubicBezTo>
                  <a:pt x="511615" y="96156"/>
                  <a:pt x="520640" y="86116"/>
                  <a:pt x="534122" y="73605"/>
                </a:cubicBezTo>
                <a:cubicBezTo>
                  <a:pt x="544976" y="63494"/>
                  <a:pt x="551631" y="56639"/>
                  <a:pt x="554087" y="53041"/>
                </a:cubicBezTo>
                <a:cubicBezTo>
                  <a:pt x="557400" y="48071"/>
                  <a:pt x="559057" y="43158"/>
                  <a:pt x="559057" y="38302"/>
                </a:cubicBezTo>
                <a:cubicBezTo>
                  <a:pt x="559057" y="32933"/>
                  <a:pt x="557615" y="28805"/>
                  <a:pt x="554730" y="25920"/>
                </a:cubicBezTo>
                <a:cubicBezTo>
                  <a:pt x="551845" y="23036"/>
                  <a:pt x="547860" y="21593"/>
                  <a:pt x="542776" y="21593"/>
                </a:cubicBezTo>
                <a:cubicBezTo>
                  <a:pt x="537749" y="21593"/>
                  <a:pt x="533751" y="23107"/>
                  <a:pt x="530780" y="26135"/>
                </a:cubicBezTo>
                <a:cubicBezTo>
                  <a:pt x="527810" y="29162"/>
                  <a:pt x="526096" y="34189"/>
                  <a:pt x="525639" y="41216"/>
                </a:cubicBezTo>
                <a:lnTo>
                  <a:pt x="501646" y="38816"/>
                </a:lnTo>
                <a:cubicBezTo>
                  <a:pt x="503074" y="25563"/>
                  <a:pt x="507559" y="16052"/>
                  <a:pt x="515099" y="10282"/>
                </a:cubicBezTo>
                <a:cubicBezTo>
                  <a:pt x="522640" y="4513"/>
                  <a:pt x="532065" y="1628"/>
                  <a:pt x="543376" y="1628"/>
                </a:cubicBezTo>
                <a:cubicBezTo>
                  <a:pt x="555772" y="1628"/>
                  <a:pt x="565512" y="4970"/>
                  <a:pt x="572596" y="11653"/>
                </a:cubicBezTo>
                <a:cubicBezTo>
                  <a:pt x="579679" y="18337"/>
                  <a:pt x="583221" y="26649"/>
                  <a:pt x="583221" y="36589"/>
                </a:cubicBezTo>
                <a:cubicBezTo>
                  <a:pt x="583221" y="42244"/>
                  <a:pt x="582207" y="47628"/>
                  <a:pt x="580179" y="52741"/>
                </a:cubicBezTo>
                <a:cubicBezTo>
                  <a:pt x="578151" y="57853"/>
                  <a:pt x="574938" y="63209"/>
                  <a:pt x="570539" y="68807"/>
                </a:cubicBezTo>
                <a:cubicBezTo>
                  <a:pt x="567626" y="72520"/>
                  <a:pt x="562370" y="77861"/>
                  <a:pt x="554773" y="84831"/>
                </a:cubicBezTo>
                <a:cubicBezTo>
                  <a:pt x="547175" y="91800"/>
                  <a:pt x="542362" y="96427"/>
                  <a:pt x="540334" y="98712"/>
                </a:cubicBezTo>
                <a:cubicBezTo>
                  <a:pt x="538306" y="100997"/>
                  <a:pt x="536664" y="103225"/>
                  <a:pt x="535407" y="105396"/>
                </a:cubicBezTo>
                <a:lnTo>
                  <a:pt x="583221" y="105396"/>
                </a:lnTo>
                <a:close/>
                <a:moveTo>
                  <a:pt x="608699" y="60838"/>
                </a:moveTo>
                <a:lnTo>
                  <a:pt x="608699" y="36760"/>
                </a:lnTo>
                <a:lnTo>
                  <a:pt x="632777" y="36760"/>
                </a:lnTo>
                <a:lnTo>
                  <a:pt x="632777" y="60838"/>
                </a:lnTo>
                <a:lnTo>
                  <a:pt x="608699" y="60838"/>
                </a:lnTo>
                <a:moveTo>
                  <a:pt x="608699" y="127760"/>
                </a:moveTo>
                <a:lnTo>
                  <a:pt x="608699" y="103682"/>
                </a:lnTo>
                <a:lnTo>
                  <a:pt x="632777" y="103682"/>
                </a:lnTo>
                <a:lnTo>
                  <a:pt x="632777" y="127760"/>
                </a:lnTo>
                <a:lnTo>
                  <a:pt x="608699" y="127760"/>
                </a:lnTo>
                <a:close/>
                <a:moveTo>
                  <a:pt x="711954" y="127760"/>
                </a:moveTo>
                <a:lnTo>
                  <a:pt x="711954" y="2142"/>
                </a:lnTo>
                <a:lnTo>
                  <a:pt x="798069" y="2142"/>
                </a:lnTo>
                <a:lnTo>
                  <a:pt x="798069" y="23393"/>
                </a:lnTo>
                <a:lnTo>
                  <a:pt x="737317" y="23393"/>
                </a:lnTo>
                <a:lnTo>
                  <a:pt x="737317" y="53126"/>
                </a:lnTo>
                <a:lnTo>
                  <a:pt x="789758" y="53126"/>
                </a:lnTo>
                <a:lnTo>
                  <a:pt x="789758" y="74377"/>
                </a:lnTo>
                <a:lnTo>
                  <a:pt x="737317" y="74377"/>
                </a:lnTo>
                <a:lnTo>
                  <a:pt x="737317" y="127760"/>
                </a:lnTo>
                <a:lnTo>
                  <a:pt x="711954" y="127760"/>
                </a:lnTo>
                <a:close/>
                <a:moveTo>
                  <a:pt x="836284" y="64523"/>
                </a:moveTo>
                <a:lnTo>
                  <a:pt x="814434" y="60581"/>
                </a:lnTo>
                <a:cubicBezTo>
                  <a:pt x="816890" y="51784"/>
                  <a:pt x="821117" y="45272"/>
                  <a:pt x="827115" y="41044"/>
                </a:cubicBezTo>
                <a:cubicBezTo>
                  <a:pt x="833113" y="36817"/>
                  <a:pt x="842025" y="34703"/>
                  <a:pt x="853850" y="34703"/>
                </a:cubicBezTo>
                <a:cubicBezTo>
                  <a:pt x="864589" y="34703"/>
                  <a:pt x="872587" y="35974"/>
                  <a:pt x="877842" y="38516"/>
                </a:cubicBezTo>
                <a:cubicBezTo>
                  <a:pt x="883098" y="41059"/>
                  <a:pt x="886797" y="44286"/>
                  <a:pt x="888939" y="48199"/>
                </a:cubicBezTo>
                <a:cubicBezTo>
                  <a:pt x="891081" y="52112"/>
                  <a:pt x="892152" y="59296"/>
                  <a:pt x="892152" y="69750"/>
                </a:cubicBezTo>
                <a:lnTo>
                  <a:pt x="891895" y="97855"/>
                </a:lnTo>
                <a:cubicBezTo>
                  <a:pt x="891895" y="105853"/>
                  <a:pt x="892281" y="111751"/>
                  <a:pt x="893052" y="115549"/>
                </a:cubicBezTo>
                <a:cubicBezTo>
                  <a:pt x="893823" y="119348"/>
                  <a:pt x="895265" y="123418"/>
                  <a:pt x="897379" y="127760"/>
                </a:cubicBezTo>
                <a:lnTo>
                  <a:pt x="873558" y="127760"/>
                </a:lnTo>
                <a:cubicBezTo>
                  <a:pt x="872930" y="126160"/>
                  <a:pt x="872158" y="123790"/>
                  <a:pt x="871244" y="120648"/>
                </a:cubicBezTo>
                <a:cubicBezTo>
                  <a:pt x="870845" y="119220"/>
                  <a:pt x="870559" y="118277"/>
                  <a:pt x="870388" y="117820"/>
                </a:cubicBezTo>
                <a:cubicBezTo>
                  <a:pt x="866275" y="121819"/>
                  <a:pt x="861876" y="124818"/>
                  <a:pt x="857192" y="126817"/>
                </a:cubicBezTo>
                <a:cubicBezTo>
                  <a:pt x="852507" y="128817"/>
                  <a:pt x="847509" y="129816"/>
                  <a:pt x="842196" y="129816"/>
                </a:cubicBezTo>
                <a:cubicBezTo>
                  <a:pt x="832828" y="129816"/>
                  <a:pt x="825444" y="127274"/>
                  <a:pt x="820046" y="122190"/>
                </a:cubicBezTo>
                <a:cubicBezTo>
                  <a:pt x="814648" y="117106"/>
                  <a:pt x="811949" y="110680"/>
                  <a:pt x="811949" y="102911"/>
                </a:cubicBezTo>
                <a:cubicBezTo>
                  <a:pt x="811949" y="97769"/>
                  <a:pt x="813177" y="93185"/>
                  <a:pt x="815633" y="89158"/>
                </a:cubicBezTo>
                <a:cubicBezTo>
                  <a:pt x="818090" y="85130"/>
                  <a:pt x="821531" y="82046"/>
                  <a:pt x="825959" y="79904"/>
                </a:cubicBezTo>
                <a:cubicBezTo>
                  <a:pt x="830386" y="77761"/>
                  <a:pt x="836769" y="75890"/>
                  <a:pt x="845110" y="74291"/>
                </a:cubicBezTo>
                <a:cubicBezTo>
                  <a:pt x="856363" y="72177"/>
                  <a:pt x="864161" y="70207"/>
                  <a:pt x="868502" y="68379"/>
                </a:cubicBezTo>
                <a:lnTo>
                  <a:pt x="868502" y="65979"/>
                </a:lnTo>
                <a:cubicBezTo>
                  <a:pt x="868502" y="61352"/>
                  <a:pt x="867360" y="58053"/>
                  <a:pt x="865075" y="56082"/>
                </a:cubicBezTo>
                <a:cubicBezTo>
                  <a:pt x="862790" y="54112"/>
                  <a:pt x="858477" y="53126"/>
                  <a:pt x="852136" y="53126"/>
                </a:cubicBezTo>
                <a:cubicBezTo>
                  <a:pt x="847852" y="53126"/>
                  <a:pt x="844510" y="53969"/>
                  <a:pt x="842111" y="55654"/>
                </a:cubicBezTo>
                <a:cubicBezTo>
                  <a:pt x="839711" y="57339"/>
                  <a:pt x="837769" y="60295"/>
                  <a:pt x="836284" y="64523"/>
                </a:cubicBezTo>
                <a:moveTo>
                  <a:pt x="868502" y="84059"/>
                </a:moveTo>
                <a:cubicBezTo>
                  <a:pt x="865418" y="85088"/>
                  <a:pt x="860533" y="86316"/>
                  <a:pt x="853850" y="87744"/>
                </a:cubicBezTo>
                <a:cubicBezTo>
                  <a:pt x="847166" y="89172"/>
                  <a:pt x="842796" y="90572"/>
                  <a:pt x="840740" y="91943"/>
                </a:cubicBezTo>
                <a:cubicBezTo>
                  <a:pt x="837598" y="94170"/>
                  <a:pt x="836027" y="96998"/>
                  <a:pt x="836027" y="100426"/>
                </a:cubicBezTo>
                <a:cubicBezTo>
                  <a:pt x="836027" y="103796"/>
                  <a:pt x="837284" y="106709"/>
                  <a:pt x="839797" y="109166"/>
                </a:cubicBezTo>
                <a:cubicBezTo>
                  <a:pt x="842311" y="111622"/>
                  <a:pt x="845510" y="112850"/>
                  <a:pt x="849394" y="112850"/>
                </a:cubicBezTo>
                <a:cubicBezTo>
                  <a:pt x="853736" y="112850"/>
                  <a:pt x="857877" y="111422"/>
                  <a:pt x="861819" y="108566"/>
                </a:cubicBezTo>
                <a:cubicBezTo>
                  <a:pt x="864732" y="106395"/>
                  <a:pt x="866646" y="103739"/>
                  <a:pt x="867560" y="100597"/>
                </a:cubicBezTo>
                <a:cubicBezTo>
                  <a:pt x="868188" y="98541"/>
                  <a:pt x="868502" y="94627"/>
                  <a:pt x="868502" y="88858"/>
                </a:cubicBezTo>
                <a:lnTo>
                  <a:pt x="868502" y="84059"/>
                </a:lnTo>
                <a:close/>
                <a:moveTo>
                  <a:pt x="915317" y="127760"/>
                </a:moveTo>
                <a:lnTo>
                  <a:pt x="915317" y="2142"/>
                </a:lnTo>
                <a:lnTo>
                  <a:pt x="939395" y="2142"/>
                </a:lnTo>
                <a:lnTo>
                  <a:pt x="939395" y="127760"/>
                </a:lnTo>
                <a:lnTo>
                  <a:pt x="915317" y="127760"/>
                </a:lnTo>
                <a:close/>
                <a:moveTo>
                  <a:pt x="955777" y="101797"/>
                </a:moveTo>
                <a:lnTo>
                  <a:pt x="979941" y="98112"/>
                </a:lnTo>
                <a:cubicBezTo>
                  <a:pt x="980969" y="102796"/>
                  <a:pt x="983054" y="106352"/>
                  <a:pt x="986196" y="108780"/>
                </a:cubicBezTo>
                <a:cubicBezTo>
                  <a:pt x="989338" y="111208"/>
                  <a:pt x="993737" y="112422"/>
                  <a:pt x="999392" y="112422"/>
                </a:cubicBezTo>
                <a:cubicBezTo>
                  <a:pt x="1005619" y="112422"/>
                  <a:pt x="1010303" y="111279"/>
                  <a:pt x="1013445" y="108994"/>
                </a:cubicBezTo>
                <a:cubicBezTo>
                  <a:pt x="1015559" y="107395"/>
                  <a:pt x="1016615" y="105253"/>
                  <a:pt x="1016615" y="102568"/>
                </a:cubicBezTo>
                <a:cubicBezTo>
                  <a:pt x="1016615" y="100740"/>
                  <a:pt x="1016044" y="99226"/>
                  <a:pt x="1014902" y="98026"/>
                </a:cubicBezTo>
                <a:cubicBezTo>
                  <a:pt x="1013702" y="96884"/>
                  <a:pt x="1011017" y="95827"/>
                  <a:pt x="1006847" y="94856"/>
                </a:cubicBezTo>
                <a:cubicBezTo>
                  <a:pt x="987425" y="90572"/>
                  <a:pt x="975114" y="86659"/>
                  <a:pt x="969916" y="83117"/>
                </a:cubicBezTo>
                <a:cubicBezTo>
                  <a:pt x="962718" y="78204"/>
                  <a:pt x="959119" y="71378"/>
                  <a:pt x="959119" y="62638"/>
                </a:cubicBezTo>
                <a:cubicBezTo>
                  <a:pt x="959119" y="54754"/>
                  <a:pt x="962232" y="48128"/>
                  <a:pt x="968459" y="42758"/>
                </a:cubicBezTo>
                <a:cubicBezTo>
                  <a:pt x="974686" y="37388"/>
                  <a:pt x="984340" y="34703"/>
                  <a:pt x="997421" y="34703"/>
                </a:cubicBezTo>
                <a:cubicBezTo>
                  <a:pt x="1009875" y="34703"/>
                  <a:pt x="1019129" y="36731"/>
                  <a:pt x="1025184" y="40787"/>
                </a:cubicBezTo>
                <a:cubicBezTo>
                  <a:pt x="1031239" y="44843"/>
                  <a:pt x="1035409" y="50841"/>
                  <a:pt x="1037694" y="58782"/>
                </a:cubicBezTo>
                <a:lnTo>
                  <a:pt x="1014987" y="62980"/>
                </a:lnTo>
                <a:cubicBezTo>
                  <a:pt x="1014016" y="59439"/>
                  <a:pt x="1012174" y="56725"/>
                  <a:pt x="1009460" y="54840"/>
                </a:cubicBezTo>
                <a:cubicBezTo>
                  <a:pt x="1006747" y="52955"/>
                  <a:pt x="1002877" y="52012"/>
                  <a:pt x="997850" y="52012"/>
                </a:cubicBezTo>
                <a:cubicBezTo>
                  <a:pt x="991509" y="52012"/>
                  <a:pt x="986968" y="52898"/>
                  <a:pt x="984226" y="54669"/>
                </a:cubicBezTo>
                <a:cubicBezTo>
                  <a:pt x="982398" y="55925"/>
                  <a:pt x="981484" y="57553"/>
                  <a:pt x="981484" y="59553"/>
                </a:cubicBezTo>
                <a:cubicBezTo>
                  <a:pt x="981484" y="61267"/>
                  <a:pt x="982283" y="62723"/>
                  <a:pt x="983883" y="63923"/>
                </a:cubicBezTo>
                <a:cubicBezTo>
                  <a:pt x="986054" y="65522"/>
                  <a:pt x="993551" y="67779"/>
                  <a:pt x="1006376" y="70692"/>
                </a:cubicBezTo>
                <a:cubicBezTo>
                  <a:pt x="1019200" y="73605"/>
                  <a:pt x="1028155" y="77176"/>
                  <a:pt x="1033239" y="81403"/>
                </a:cubicBezTo>
                <a:cubicBezTo>
                  <a:pt x="1038266" y="85687"/>
                  <a:pt x="1040779" y="91657"/>
                  <a:pt x="1040779" y="99312"/>
                </a:cubicBezTo>
                <a:cubicBezTo>
                  <a:pt x="1040779" y="107652"/>
                  <a:pt x="1037295" y="114821"/>
                  <a:pt x="1030325" y="120819"/>
                </a:cubicBezTo>
                <a:cubicBezTo>
                  <a:pt x="1023356" y="126817"/>
                  <a:pt x="1013045" y="129816"/>
                  <a:pt x="999392" y="129816"/>
                </a:cubicBezTo>
                <a:cubicBezTo>
                  <a:pt x="986996" y="129816"/>
                  <a:pt x="977185" y="127303"/>
                  <a:pt x="969959" y="122276"/>
                </a:cubicBezTo>
                <a:cubicBezTo>
                  <a:pt x="962732" y="117249"/>
                  <a:pt x="958005" y="110423"/>
                  <a:pt x="955777" y="101797"/>
                </a:cubicBezTo>
                <a:close/>
                <a:moveTo>
                  <a:pt x="1113986" y="98798"/>
                </a:moveTo>
                <a:lnTo>
                  <a:pt x="1137978" y="102825"/>
                </a:lnTo>
                <a:cubicBezTo>
                  <a:pt x="1134893" y="111622"/>
                  <a:pt x="1130024" y="118320"/>
                  <a:pt x="1123368" y="122919"/>
                </a:cubicBezTo>
                <a:cubicBezTo>
                  <a:pt x="1116713" y="127517"/>
                  <a:pt x="1108387" y="129816"/>
                  <a:pt x="1098391" y="129816"/>
                </a:cubicBezTo>
                <a:cubicBezTo>
                  <a:pt x="1082567" y="129816"/>
                  <a:pt x="1070856" y="124647"/>
                  <a:pt x="1063259" y="114307"/>
                </a:cubicBezTo>
                <a:cubicBezTo>
                  <a:pt x="1057261" y="106024"/>
                  <a:pt x="1054262" y="95570"/>
                  <a:pt x="1054262" y="82945"/>
                </a:cubicBezTo>
                <a:cubicBezTo>
                  <a:pt x="1054262" y="67864"/>
                  <a:pt x="1058203" y="56054"/>
                  <a:pt x="1066086" y="47514"/>
                </a:cubicBezTo>
                <a:cubicBezTo>
                  <a:pt x="1073970" y="38973"/>
                  <a:pt x="1083938" y="34703"/>
                  <a:pt x="1095991" y="34703"/>
                </a:cubicBezTo>
                <a:cubicBezTo>
                  <a:pt x="1109530" y="34703"/>
                  <a:pt x="1120212" y="39173"/>
                  <a:pt x="1128038" y="48113"/>
                </a:cubicBezTo>
                <a:cubicBezTo>
                  <a:pt x="1135865" y="57054"/>
                  <a:pt x="1139606" y="70749"/>
                  <a:pt x="1139263" y="89201"/>
                </a:cubicBezTo>
                <a:lnTo>
                  <a:pt x="1078940" y="89201"/>
                </a:lnTo>
                <a:cubicBezTo>
                  <a:pt x="1079111" y="96341"/>
                  <a:pt x="1081053" y="101897"/>
                  <a:pt x="1084766" y="105867"/>
                </a:cubicBezTo>
                <a:cubicBezTo>
                  <a:pt x="1088479" y="109837"/>
                  <a:pt x="1093107" y="111822"/>
                  <a:pt x="1098648" y="111822"/>
                </a:cubicBezTo>
                <a:cubicBezTo>
                  <a:pt x="1102418" y="111822"/>
                  <a:pt x="1105588" y="110794"/>
                  <a:pt x="1108159" y="108737"/>
                </a:cubicBezTo>
                <a:cubicBezTo>
                  <a:pt x="1110730" y="106681"/>
                  <a:pt x="1112672" y="103368"/>
                  <a:pt x="1113986" y="98798"/>
                </a:cubicBezTo>
                <a:moveTo>
                  <a:pt x="1115357" y="74462"/>
                </a:moveTo>
                <a:cubicBezTo>
                  <a:pt x="1115185" y="67493"/>
                  <a:pt x="1113386" y="62195"/>
                  <a:pt x="1109958" y="58567"/>
                </a:cubicBezTo>
                <a:cubicBezTo>
                  <a:pt x="1106531" y="54940"/>
                  <a:pt x="1102361" y="53126"/>
                  <a:pt x="1097448" y="53126"/>
                </a:cubicBezTo>
                <a:cubicBezTo>
                  <a:pt x="1092193" y="53126"/>
                  <a:pt x="1087851" y="55040"/>
                  <a:pt x="1084424" y="58867"/>
                </a:cubicBezTo>
                <a:cubicBezTo>
                  <a:pt x="1080996" y="62695"/>
                  <a:pt x="1079311" y="67893"/>
                  <a:pt x="1079368" y="74462"/>
                </a:cubicBezTo>
                <a:lnTo>
                  <a:pt x="1115357" y="74462"/>
                </a:lnTo>
                <a:close/>
                <a:moveTo>
                  <a:pt x="1206230" y="127760"/>
                </a:moveTo>
                <a:lnTo>
                  <a:pt x="1206230" y="2142"/>
                </a:lnTo>
                <a:lnTo>
                  <a:pt x="1230309" y="2142"/>
                </a:lnTo>
                <a:lnTo>
                  <a:pt x="1230309" y="47385"/>
                </a:lnTo>
                <a:cubicBezTo>
                  <a:pt x="1237735" y="38931"/>
                  <a:pt x="1246532" y="34703"/>
                  <a:pt x="1256700" y="34703"/>
                </a:cubicBezTo>
                <a:cubicBezTo>
                  <a:pt x="1267783" y="34703"/>
                  <a:pt x="1276951" y="38716"/>
                  <a:pt x="1284206" y="46742"/>
                </a:cubicBezTo>
                <a:cubicBezTo>
                  <a:pt x="1291461" y="54769"/>
                  <a:pt x="1295088" y="66294"/>
                  <a:pt x="1295088" y="81317"/>
                </a:cubicBezTo>
                <a:cubicBezTo>
                  <a:pt x="1295088" y="96855"/>
                  <a:pt x="1291390" y="108823"/>
                  <a:pt x="1283992" y="117220"/>
                </a:cubicBezTo>
                <a:cubicBezTo>
                  <a:pt x="1276594" y="125618"/>
                  <a:pt x="1267611" y="129816"/>
                  <a:pt x="1257043" y="129816"/>
                </a:cubicBezTo>
                <a:cubicBezTo>
                  <a:pt x="1251845" y="129816"/>
                  <a:pt x="1246718" y="128517"/>
                  <a:pt x="1241662" y="125918"/>
                </a:cubicBezTo>
                <a:cubicBezTo>
                  <a:pt x="1236607" y="123318"/>
                  <a:pt x="1232251" y="119477"/>
                  <a:pt x="1228595" y="114393"/>
                </a:cubicBezTo>
                <a:lnTo>
                  <a:pt x="1228595" y="127760"/>
                </a:lnTo>
                <a:lnTo>
                  <a:pt x="1206230" y="127760"/>
                </a:lnTo>
                <a:moveTo>
                  <a:pt x="1230137" y="80289"/>
                </a:moveTo>
                <a:cubicBezTo>
                  <a:pt x="1230137" y="89715"/>
                  <a:pt x="1231623" y="96684"/>
                  <a:pt x="1234593" y="101197"/>
                </a:cubicBezTo>
                <a:cubicBezTo>
                  <a:pt x="1238763" y="107595"/>
                  <a:pt x="1244304" y="110794"/>
                  <a:pt x="1251216" y="110794"/>
                </a:cubicBezTo>
                <a:cubicBezTo>
                  <a:pt x="1256529" y="110794"/>
                  <a:pt x="1261056" y="108523"/>
                  <a:pt x="1264798" y="103982"/>
                </a:cubicBezTo>
                <a:cubicBezTo>
                  <a:pt x="1268540" y="99440"/>
                  <a:pt x="1270410" y="92285"/>
                  <a:pt x="1270410" y="82517"/>
                </a:cubicBezTo>
                <a:cubicBezTo>
                  <a:pt x="1270410" y="72120"/>
                  <a:pt x="1268525" y="64623"/>
                  <a:pt x="1264755" y="60024"/>
                </a:cubicBezTo>
                <a:cubicBezTo>
                  <a:pt x="1260985" y="55425"/>
                  <a:pt x="1256158" y="53126"/>
                  <a:pt x="1250274" y="53126"/>
                </a:cubicBezTo>
                <a:cubicBezTo>
                  <a:pt x="1244504" y="53126"/>
                  <a:pt x="1239706" y="55368"/>
                  <a:pt x="1235878" y="59853"/>
                </a:cubicBezTo>
                <a:cubicBezTo>
                  <a:pt x="1232051" y="64337"/>
                  <a:pt x="1230137" y="71149"/>
                  <a:pt x="1230137" y="80289"/>
                </a:cubicBezTo>
                <a:close/>
                <a:moveTo>
                  <a:pt x="1366635" y="98798"/>
                </a:moveTo>
                <a:lnTo>
                  <a:pt x="1390628" y="102825"/>
                </a:lnTo>
                <a:cubicBezTo>
                  <a:pt x="1387543" y="111622"/>
                  <a:pt x="1382673" y="118320"/>
                  <a:pt x="1376018" y="122919"/>
                </a:cubicBezTo>
                <a:cubicBezTo>
                  <a:pt x="1369363" y="127517"/>
                  <a:pt x="1361037" y="129816"/>
                  <a:pt x="1351040" y="129816"/>
                </a:cubicBezTo>
                <a:cubicBezTo>
                  <a:pt x="1335217" y="129816"/>
                  <a:pt x="1323506" y="124647"/>
                  <a:pt x="1315908" y="114307"/>
                </a:cubicBezTo>
                <a:cubicBezTo>
                  <a:pt x="1309910" y="106024"/>
                  <a:pt x="1306911" y="95570"/>
                  <a:pt x="1306911" y="82945"/>
                </a:cubicBezTo>
                <a:cubicBezTo>
                  <a:pt x="1306911" y="67864"/>
                  <a:pt x="1310853" y="56054"/>
                  <a:pt x="1318736" y="47514"/>
                </a:cubicBezTo>
                <a:cubicBezTo>
                  <a:pt x="1326619" y="38973"/>
                  <a:pt x="1336588" y="34703"/>
                  <a:pt x="1348641" y="34703"/>
                </a:cubicBezTo>
                <a:cubicBezTo>
                  <a:pt x="1362180" y="34703"/>
                  <a:pt x="1372862" y="39173"/>
                  <a:pt x="1380688" y="48113"/>
                </a:cubicBezTo>
                <a:cubicBezTo>
                  <a:pt x="1388514" y="57054"/>
                  <a:pt x="1392256" y="70749"/>
                  <a:pt x="1391913" y="89201"/>
                </a:cubicBezTo>
                <a:lnTo>
                  <a:pt x="1331589" y="89201"/>
                </a:lnTo>
                <a:cubicBezTo>
                  <a:pt x="1331760" y="96341"/>
                  <a:pt x="1333703" y="101897"/>
                  <a:pt x="1337416" y="105867"/>
                </a:cubicBezTo>
                <a:cubicBezTo>
                  <a:pt x="1341129" y="109837"/>
                  <a:pt x="1345756" y="111822"/>
                  <a:pt x="1351297" y="111822"/>
                </a:cubicBezTo>
                <a:cubicBezTo>
                  <a:pt x="1355067" y="111822"/>
                  <a:pt x="1358238" y="110794"/>
                  <a:pt x="1360809" y="108737"/>
                </a:cubicBezTo>
                <a:cubicBezTo>
                  <a:pt x="1363379" y="106681"/>
                  <a:pt x="1365321" y="103368"/>
                  <a:pt x="1366635" y="98798"/>
                </a:cubicBezTo>
                <a:moveTo>
                  <a:pt x="1368006" y="74462"/>
                </a:moveTo>
                <a:cubicBezTo>
                  <a:pt x="1367835" y="67493"/>
                  <a:pt x="1366035" y="62195"/>
                  <a:pt x="1362608" y="58567"/>
                </a:cubicBezTo>
                <a:cubicBezTo>
                  <a:pt x="1359180" y="54940"/>
                  <a:pt x="1355010" y="53126"/>
                  <a:pt x="1350098" y="53126"/>
                </a:cubicBezTo>
                <a:cubicBezTo>
                  <a:pt x="1344842" y="53126"/>
                  <a:pt x="1340501" y="55040"/>
                  <a:pt x="1337073" y="58867"/>
                </a:cubicBezTo>
                <a:cubicBezTo>
                  <a:pt x="1333646" y="62695"/>
                  <a:pt x="1331960" y="67893"/>
                  <a:pt x="1332018" y="74462"/>
                </a:cubicBezTo>
                <a:lnTo>
                  <a:pt x="1368006" y="74462"/>
                </a:lnTo>
                <a:close/>
                <a:moveTo>
                  <a:pt x="1410964" y="127760"/>
                </a:moveTo>
                <a:lnTo>
                  <a:pt x="1410964" y="2142"/>
                </a:lnTo>
                <a:lnTo>
                  <a:pt x="1435043" y="2142"/>
                </a:lnTo>
                <a:lnTo>
                  <a:pt x="1435043" y="127760"/>
                </a:lnTo>
                <a:lnTo>
                  <a:pt x="1410964" y="127760"/>
                </a:lnTo>
                <a:close/>
                <a:moveTo>
                  <a:pt x="1459908" y="24421"/>
                </a:moveTo>
                <a:lnTo>
                  <a:pt x="1459908" y="2142"/>
                </a:lnTo>
                <a:lnTo>
                  <a:pt x="1483986" y="2142"/>
                </a:lnTo>
                <a:lnTo>
                  <a:pt x="1483986" y="24421"/>
                </a:lnTo>
                <a:lnTo>
                  <a:pt x="1459908" y="24421"/>
                </a:lnTo>
                <a:moveTo>
                  <a:pt x="1459908" y="127760"/>
                </a:moveTo>
                <a:lnTo>
                  <a:pt x="1459908" y="36760"/>
                </a:lnTo>
                <a:lnTo>
                  <a:pt x="1483986" y="36760"/>
                </a:lnTo>
                <a:lnTo>
                  <a:pt x="1483986" y="127760"/>
                </a:lnTo>
                <a:lnTo>
                  <a:pt x="1459908" y="127760"/>
                </a:lnTo>
                <a:close/>
                <a:moveTo>
                  <a:pt x="1561550" y="98798"/>
                </a:moveTo>
                <a:lnTo>
                  <a:pt x="1585542" y="102825"/>
                </a:lnTo>
                <a:cubicBezTo>
                  <a:pt x="1582457" y="111622"/>
                  <a:pt x="1577587" y="118320"/>
                  <a:pt x="1570932" y="122919"/>
                </a:cubicBezTo>
                <a:cubicBezTo>
                  <a:pt x="1564277" y="127517"/>
                  <a:pt x="1555951" y="129816"/>
                  <a:pt x="1545955" y="129816"/>
                </a:cubicBezTo>
                <a:cubicBezTo>
                  <a:pt x="1530131" y="129816"/>
                  <a:pt x="1518420" y="124647"/>
                  <a:pt x="1510823" y="114307"/>
                </a:cubicBezTo>
                <a:cubicBezTo>
                  <a:pt x="1504825" y="106024"/>
                  <a:pt x="1501826" y="95570"/>
                  <a:pt x="1501826" y="82945"/>
                </a:cubicBezTo>
                <a:cubicBezTo>
                  <a:pt x="1501826" y="67864"/>
                  <a:pt x="1505767" y="56054"/>
                  <a:pt x="1513650" y="47514"/>
                </a:cubicBezTo>
                <a:cubicBezTo>
                  <a:pt x="1521534" y="38973"/>
                  <a:pt x="1531502" y="34703"/>
                  <a:pt x="1543555" y="34703"/>
                </a:cubicBezTo>
                <a:cubicBezTo>
                  <a:pt x="1557094" y="34703"/>
                  <a:pt x="1567776" y="39173"/>
                  <a:pt x="1575602" y="48113"/>
                </a:cubicBezTo>
                <a:cubicBezTo>
                  <a:pt x="1583428" y="57054"/>
                  <a:pt x="1587170" y="70749"/>
                  <a:pt x="1586827" y="89201"/>
                </a:cubicBezTo>
                <a:lnTo>
                  <a:pt x="1526503" y="89201"/>
                </a:lnTo>
                <a:cubicBezTo>
                  <a:pt x="1526675" y="96341"/>
                  <a:pt x="1528617" y="101897"/>
                  <a:pt x="1532330" y="105867"/>
                </a:cubicBezTo>
                <a:cubicBezTo>
                  <a:pt x="1536043" y="109837"/>
                  <a:pt x="1540670" y="111822"/>
                  <a:pt x="1546212" y="111822"/>
                </a:cubicBezTo>
                <a:cubicBezTo>
                  <a:pt x="1549982" y="111822"/>
                  <a:pt x="1553152" y="110794"/>
                  <a:pt x="1555723" y="108737"/>
                </a:cubicBezTo>
                <a:cubicBezTo>
                  <a:pt x="1558294" y="106681"/>
                  <a:pt x="1560236" y="103368"/>
                  <a:pt x="1561550" y="98798"/>
                </a:cubicBezTo>
                <a:moveTo>
                  <a:pt x="1562921" y="74462"/>
                </a:moveTo>
                <a:cubicBezTo>
                  <a:pt x="1562749" y="67493"/>
                  <a:pt x="1560950" y="62195"/>
                  <a:pt x="1557522" y="58567"/>
                </a:cubicBezTo>
                <a:cubicBezTo>
                  <a:pt x="1554095" y="54940"/>
                  <a:pt x="1549925" y="53126"/>
                  <a:pt x="1545012" y="53126"/>
                </a:cubicBezTo>
                <a:cubicBezTo>
                  <a:pt x="1539756" y="53126"/>
                  <a:pt x="1535415" y="55040"/>
                  <a:pt x="1531987" y="58867"/>
                </a:cubicBezTo>
                <a:cubicBezTo>
                  <a:pt x="1528560" y="62695"/>
                  <a:pt x="1526875" y="67893"/>
                  <a:pt x="1526932" y="74462"/>
                </a:cubicBezTo>
                <a:lnTo>
                  <a:pt x="1562921" y="74462"/>
                </a:lnTo>
                <a:close/>
                <a:moveTo>
                  <a:pt x="1595339" y="36760"/>
                </a:moveTo>
                <a:lnTo>
                  <a:pt x="1608707" y="36760"/>
                </a:lnTo>
                <a:lnTo>
                  <a:pt x="1608707" y="29905"/>
                </a:lnTo>
                <a:cubicBezTo>
                  <a:pt x="1608707" y="22250"/>
                  <a:pt x="1609521" y="16538"/>
                  <a:pt x="1611149" y="12767"/>
                </a:cubicBezTo>
                <a:cubicBezTo>
                  <a:pt x="1612777" y="8997"/>
                  <a:pt x="1615776" y="5927"/>
                  <a:pt x="1620146" y="3556"/>
                </a:cubicBezTo>
                <a:cubicBezTo>
                  <a:pt x="1624516" y="1185"/>
                  <a:pt x="1630043" y="0"/>
                  <a:pt x="1636726" y="0"/>
                </a:cubicBezTo>
                <a:cubicBezTo>
                  <a:pt x="1643581" y="0"/>
                  <a:pt x="1650293" y="1028"/>
                  <a:pt x="1656863" y="3085"/>
                </a:cubicBezTo>
                <a:lnTo>
                  <a:pt x="1653607" y="19879"/>
                </a:lnTo>
                <a:cubicBezTo>
                  <a:pt x="1649779" y="18965"/>
                  <a:pt x="1646095" y="18508"/>
                  <a:pt x="1642553" y="18508"/>
                </a:cubicBezTo>
                <a:cubicBezTo>
                  <a:pt x="1639068" y="18508"/>
                  <a:pt x="1636569" y="19323"/>
                  <a:pt x="1635055" y="20951"/>
                </a:cubicBezTo>
                <a:cubicBezTo>
                  <a:pt x="1633542" y="22579"/>
                  <a:pt x="1632785" y="25706"/>
                  <a:pt x="1632785" y="30333"/>
                </a:cubicBezTo>
                <a:lnTo>
                  <a:pt x="1632785" y="36760"/>
                </a:lnTo>
                <a:lnTo>
                  <a:pt x="1650779" y="36760"/>
                </a:lnTo>
                <a:lnTo>
                  <a:pt x="1650779" y="55697"/>
                </a:lnTo>
                <a:lnTo>
                  <a:pt x="1632785" y="55697"/>
                </a:lnTo>
                <a:lnTo>
                  <a:pt x="1632785" y="127760"/>
                </a:lnTo>
                <a:lnTo>
                  <a:pt x="1608707" y="127760"/>
                </a:lnTo>
                <a:lnTo>
                  <a:pt x="1608707" y="55697"/>
                </a:lnTo>
                <a:lnTo>
                  <a:pt x="1595339" y="55697"/>
                </a:lnTo>
                <a:lnTo>
                  <a:pt x="1595339" y="36760"/>
                </a:lnTo>
                <a:close/>
                <a:moveTo>
                  <a:pt x="1663875" y="103682"/>
                </a:moveTo>
                <a:lnTo>
                  <a:pt x="1687953" y="103682"/>
                </a:lnTo>
                <a:lnTo>
                  <a:pt x="1687953" y="120905"/>
                </a:lnTo>
                <a:cubicBezTo>
                  <a:pt x="1687953" y="127874"/>
                  <a:pt x="1687353" y="133372"/>
                  <a:pt x="1686153" y="137400"/>
                </a:cubicBezTo>
                <a:cubicBezTo>
                  <a:pt x="1684954" y="141427"/>
                  <a:pt x="1682683" y="145040"/>
                  <a:pt x="1679341" y="148239"/>
                </a:cubicBezTo>
                <a:cubicBezTo>
                  <a:pt x="1675999" y="151438"/>
                  <a:pt x="1671758" y="153952"/>
                  <a:pt x="1666617" y="155780"/>
                </a:cubicBezTo>
                <a:lnTo>
                  <a:pt x="1661904" y="145840"/>
                </a:lnTo>
                <a:cubicBezTo>
                  <a:pt x="1666759" y="144240"/>
                  <a:pt x="1670216" y="142041"/>
                  <a:pt x="1672272" y="139242"/>
                </a:cubicBezTo>
                <a:cubicBezTo>
                  <a:pt x="1674329" y="136443"/>
                  <a:pt x="1675414" y="132616"/>
                  <a:pt x="1675528" y="127760"/>
                </a:cubicBezTo>
                <a:lnTo>
                  <a:pt x="1663875" y="127760"/>
                </a:lnTo>
                <a:lnTo>
                  <a:pt x="1663875" y="103682"/>
                </a:lnTo>
                <a:close/>
                <a:moveTo>
                  <a:pt x="1753878" y="101797"/>
                </a:moveTo>
                <a:lnTo>
                  <a:pt x="1778042" y="98112"/>
                </a:lnTo>
                <a:cubicBezTo>
                  <a:pt x="1779070" y="102796"/>
                  <a:pt x="1781155" y="106352"/>
                  <a:pt x="1784297" y="108780"/>
                </a:cubicBezTo>
                <a:cubicBezTo>
                  <a:pt x="1787439" y="111208"/>
                  <a:pt x="1791838" y="112422"/>
                  <a:pt x="1797493" y="112422"/>
                </a:cubicBezTo>
                <a:cubicBezTo>
                  <a:pt x="1803720" y="112422"/>
                  <a:pt x="1808404" y="111279"/>
                  <a:pt x="1811546" y="108994"/>
                </a:cubicBezTo>
                <a:cubicBezTo>
                  <a:pt x="1813659" y="107395"/>
                  <a:pt x="1814716" y="105253"/>
                  <a:pt x="1814716" y="102568"/>
                </a:cubicBezTo>
                <a:cubicBezTo>
                  <a:pt x="1814716" y="100740"/>
                  <a:pt x="1814145" y="99226"/>
                  <a:pt x="1813003" y="98026"/>
                </a:cubicBezTo>
                <a:cubicBezTo>
                  <a:pt x="1811803" y="96884"/>
                  <a:pt x="1809118" y="95827"/>
                  <a:pt x="1804948" y="94856"/>
                </a:cubicBezTo>
                <a:cubicBezTo>
                  <a:pt x="1785525" y="90572"/>
                  <a:pt x="1773215" y="86659"/>
                  <a:pt x="1768017" y="83117"/>
                </a:cubicBezTo>
                <a:cubicBezTo>
                  <a:pt x="1760819" y="78204"/>
                  <a:pt x="1757220" y="71378"/>
                  <a:pt x="1757220" y="62638"/>
                </a:cubicBezTo>
                <a:cubicBezTo>
                  <a:pt x="1757220" y="54754"/>
                  <a:pt x="1760333" y="48128"/>
                  <a:pt x="1766560" y="42758"/>
                </a:cubicBezTo>
                <a:cubicBezTo>
                  <a:pt x="1772787" y="37388"/>
                  <a:pt x="1782441" y="34703"/>
                  <a:pt x="1795522" y="34703"/>
                </a:cubicBezTo>
                <a:cubicBezTo>
                  <a:pt x="1807976" y="34703"/>
                  <a:pt x="1817230" y="36731"/>
                  <a:pt x="1823285" y="40787"/>
                </a:cubicBezTo>
                <a:cubicBezTo>
                  <a:pt x="1829340" y="44843"/>
                  <a:pt x="1833510" y="50841"/>
                  <a:pt x="1835795" y="58782"/>
                </a:cubicBezTo>
                <a:lnTo>
                  <a:pt x="1813088" y="62980"/>
                </a:lnTo>
                <a:cubicBezTo>
                  <a:pt x="1812117" y="59439"/>
                  <a:pt x="1810275" y="56725"/>
                  <a:pt x="1807561" y="54840"/>
                </a:cubicBezTo>
                <a:cubicBezTo>
                  <a:pt x="1804848" y="52955"/>
                  <a:pt x="1800978" y="52012"/>
                  <a:pt x="1795951" y="52012"/>
                </a:cubicBezTo>
                <a:cubicBezTo>
                  <a:pt x="1789610" y="52012"/>
                  <a:pt x="1785068" y="52898"/>
                  <a:pt x="1782326" y="54669"/>
                </a:cubicBezTo>
                <a:cubicBezTo>
                  <a:pt x="1780498" y="55925"/>
                  <a:pt x="1779584" y="57553"/>
                  <a:pt x="1779584" y="59553"/>
                </a:cubicBezTo>
                <a:cubicBezTo>
                  <a:pt x="1779584" y="61267"/>
                  <a:pt x="1780384" y="62723"/>
                  <a:pt x="1781984" y="63923"/>
                </a:cubicBezTo>
                <a:cubicBezTo>
                  <a:pt x="1784154" y="65522"/>
                  <a:pt x="1791652" y="67779"/>
                  <a:pt x="1804477" y="70692"/>
                </a:cubicBezTo>
                <a:cubicBezTo>
                  <a:pt x="1817301" y="73605"/>
                  <a:pt x="1826256" y="77176"/>
                  <a:pt x="1831340" y="81403"/>
                </a:cubicBezTo>
                <a:cubicBezTo>
                  <a:pt x="1836367" y="85687"/>
                  <a:pt x="1838880" y="91657"/>
                  <a:pt x="1838880" y="99312"/>
                </a:cubicBezTo>
                <a:cubicBezTo>
                  <a:pt x="1838880" y="107652"/>
                  <a:pt x="1835396" y="114821"/>
                  <a:pt x="1828426" y="120819"/>
                </a:cubicBezTo>
                <a:cubicBezTo>
                  <a:pt x="1821457" y="126817"/>
                  <a:pt x="1811146" y="129816"/>
                  <a:pt x="1797493" y="129816"/>
                </a:cubicBezTo>
                <a:cubicBezTo>
                  <a:pt x="1785097" y="129816"/>
                  <a:pt x="1775286" y="127303"/>
                  <a:pt x="1768059" y="122276"/>
                </a:cubicBezTo>
                <a:cubicBezTo>
                  <a:pt x="1760833" y="117249"/>
                  <a:pt x="1756106" y="110423"/>
                  <a:pt x="1753878" y="101797"/>
                </a:cubicBezTo>
                <a:close/>
                <a:moveTo>
                  <a:pt x="1883381" y="2142"/>
                </a:moveTo>
                <a:lnTo>
                  <a:pt x="1883381" y="48328"/>
                </a:lnTo>
                <a:cubicBezTo>
                  <a:pt x="1891150" y="39245"/>
                  <a:pt x="1900433" y="34703"/>
                  <a:pt x="1911229" y="34703"/>
                </a:cubicBezTo>
                <a:cubicBezTo>
                  <a:pt x="1916770" y="34703"/>
                  <a:pt x="1921769" y="35732"/>
                  <a:pt x="1926224" y="37788"/>
                </a:cubicBezTo>
                <a:cubicBezTo>
                  <a:pt x="1930680" y="39845"/>
                  <a:pt x="1934036" y="42472"/>
                  <a:pt x="1936293" y="45671"/>
                </a:cubicBezTo>
                <a:cubicBezTo>
                  <a:pt x="1938549" y="48870"/>
                  <a:pt x="1940092" y="52412"/>
                  <a:pt x="1940920" y="56297"/>
                </a:cubicBezTo>
                <a:cubicBezTo>
                  <a:pt x="1941748" y="60181"/>
                  <a:pt x="1942162" y="66208"/>
                  <a:pt x="1942162" y="74377"/>
                </a:cubicBezTo>
                <a:lnTo>
                  <a:pt x="1942162" y="127760"/>
                </a:lnTo>
                <a:lnTo>
                  <a:pt x="1918084" y="127760"/>
                </a:lnTo>
                <a:lnTo>
                  <a:pt x="1918084" y="79689"/>
                </a:lnTo>
                <a:cubicBezTo>
                  <a:pt x="1918084" y="70149"/>
                  <a:pt x="1917627" y="64094"/>
                  <a:pt x="1916713" y="61524"/>
                </a:cubicBezTo>
                <a:cubicBezTo>
                  <a:pt x="1915799" y="58953"/>
                  <a:pt x="1914185" y="56911"/>
                  <a:pt x="1911872" y="55397"/>
                </a:cubicBezTo>
                <a:cubicBezTo>
                  <a:pt x="1909558" y="53883"/>
                  <a:pt x="1906659" y="53126"/>
                  <a:pt x="1903175" y="53126"/>
                </a:cubicBezTo>
                <a:cubicBezTo>
                  <a:pt x="1899176" y="53126"/>
                  <a:pt x="1895605" y="54097"/>
                  <a:pt x="1892464" y="56040"/>
                </a:cubicBezTo>
                <a:cubicBezTo>
                  <a:pt x="1889322" y="57982"/>
                  <a:pt x="1887022" y="60909"/>
                  <a:pt x="1885566" y="64823"/>
                </a:cubicBezTo>
                <a:cubicBezTo>
                  <a:pt x="1884109" y="68736"/>
                  <a:pt x="1883381" y="74519"/>
                  <a:pt x="1883381" y="82174"/>
                </a:cubicBezTo>
                <a:lnTo>
                  <a:pt x="1883381" y="127760"/>
                </a:lnTo>
                <a:lnTo>
                  <a:pt x="1859303" y="127760"/>
                </a:lnTo>
                <a:lnTo>
                  <a:pt x="1859303" y="2142"/>
                </a:lnTo>
                <a:lnTo>
                  <a:pt x="1883381" y="2142"/>
                </a:lnTo>
                <a:close/>
                <a:moveTo>
                  <a:pt x="1960498" y="80975"/>
                </a:moveTo>
                <a:cubicBezTo>
                  <a:pt x="1960498" y="72977"/>
                  <a:pt x="1962469" y="65237"/>
                  <a:pt x="1966410" y="57753"/>
                </a:cubicBezTo>
                <a:cubicBezTo>
                  <a:pt x="1970352" y="50270"/>
                  <a:pt x="1975936" y="44557"/>
                  <a:pt x="1983162" y="40616"/>
                </a:cubicBezTo>
                <a:cubicBezTo>
                  <a:pt x="1990389" y="36674"/>
                  <a:pt x="1998457" y="34703"/>
                  <a:pt x="2007369" y="34703"/>
                </a:cubicBezTo>
                <a:cubicBezTo>
                  <a:pt x="2021136" y="34703"/>
                  <a:pt x="2032418" y="39173"/>
                  <a:pt x="2041215" y="48113"/>
                </a:cubicBezTo>
                <a:cubicBezTo>
                  <a:pt x="2050013" y="57054"/>
                  <a:pt x="2054411" y="68350"/>
                  <a:pt x="2054411" y="82003"/>
                </a:cubicBezTo>
                <a:cubicBezTo>
                  <a:pt x="2054411" y="95770"/>
                  <a:pt x="2049970" y="107181"/>
                  <a:pt x="2041087" y="116235"/>
                </a:cubicBezTo>
                <a:cubicBezTo>
                  <a:pt x="2032204" y="125289"/>
                  <a:pt x="2021022" y="129816"/>
                  <a:pt x="2007540" y="129816"/>
                </a:cubicBezTo>
                <a:cubicBezTo>
                  <a:pt x="1999200" y="129816"/>
                  <a:pt x="1991245" y="127931"/>
                  <a:pt x="1983676" y="124161"/>
                </a:cubicBezTo>
                <a:cubicBezTo>
                  <a:pt x="1976107" y="120391"/>
                  <a:pt x="1970352" y="114864"/>
                  <a:pt x="1966410" y="107581"/>
                </a:cubicBezTo>
                <a:cubicBezTo>
                  <a:pt x="1962469" y="100297"/>
                  <a:pt x="1960498" y="91428"/>
                  <a:pt x="1960498" y="80975"/>
                </a:cubicBezTo>
                <a:moveTo>
                  <a:pt x="1985176" y="82260"/>
                </a:moveTo>
                <a:cubicBezTo>
                  <a:pt x="1985176" y="91286"/>
                  <a:pt x="1987318" y="98198"/>
                  <a:pt x="1991602" y="102996"/>
                </a:cubicBezTo>
                <a:cubicBezTo>
                  <a:pt x="1995887" y="107795"/>
                  <a:pt x="2001171" y="110194"/>
                  <a:pt x="2007455" y="110194"/>
                </a:cubicBezTo>
                <a:cubicBezTo>
                  <a:pt x="2013738" y="110194"/>
                  <a:pt x="2019008" y="107795"/>
                  <a:pt x="2023264" y="102996"/>
                </a:cubicBezTo>
                <a:cubicBezTo>
                  <a:pt x="2027520" y="98198"/>
                  <a:pt x="2029648" y="91229"/>
                  <a:pt x="2029648" y="82089"/>
                </a:cubicBezTo>
                <a:cubicBezTo>
                  <a:pt x="2029648" y="73177"/>
                  <a:pt x="2027520" y="66322"/>
                  <a:pt x="2023264" y="61524"/>
                </a:cubicBezTo>
                <a:cubicBezTo>
                  <a:pt x="2019008" y="56725"/>
                  <a:pt x="2013738" y="54326"/>
                  <a:pt x="2007455" y="54326"/>
                </a:cubicBezTo>
                <a:cubicBezTo>
                  <a:pt x="2001171" y="54326"/>
                  <a:pt x="1995887" y="56725"/>
                  <a:pt x="1991602" y="61524"/>
                </a:cubicBezTo>
                <a:cubicBezTo>
                  <a:pt x="1987318" y="66322"/>
                  <a:pt x="1985176" y="73234"/>
                  <a:pt x="1985176" y="82260"/>
                </a:cubicBezTo>
                <a:close/>
                <a:moveTo>
                  <a:pt x="2095797" y="127760"/>
                </a:moveTo>
                <a:lnTo>
                  <a:pt x="2071719" y="127760"/>
                </a:lnTo>
                <a:lnTo>
                  <a:pt x="2071719" y="36760"/>
                </a:lnTo>
                <a:lnTo>
                  <a:pt x="2094083" y="36760"/>
                </a:lnTo>
                <a:lnTo>
                  <a:pt x="2094083" y="49699"/>
                </a:lnTo>
                <a:cubicBezTo>
                  <a:pt x="2097910" y="43586"/>
                  <a:pt x="2101352" y="39559"/>
                  <a:pt x="2104408" y="37617"/>
                </a:cubicBezTo>
                <a:cubicBezTo>
                  <a:pt x="2107465" y="35675"/>
                  <a:pt x="2110935" y="34703"/>
                  <a:pt x="2114819" y="34703"/>
                </a:cubicBezTo>
                <a:cubicBezTo>
                  <a:pt x="2120303" y="34703"/>
                  <a:pt x="2125587" y="36217"/>
                  <a:pt x="2130672" y="39245"/>
                </a:cubicBezTo>
                <a:lnTo>
                  <a:pt x="2123217" y="60238"/>
                </a:lnTo>
                <a:cubicBezTo>
                  <a:pt x="2119161" y="57611"/>
                  <a:pt x="2115391" y="56297"/>
                  <a:pt x="2111906" y="56297"/>
                </a:cubicBezTo>
                <a:cubicBezTo>
                  <a:pt x="2108536" y="56297"/>
                  <a:pt x="2105679" y="57225"/>
                  <a:pt x="2103337" y="59081"/>
                </a:cubicBezTo>
                <a:cubicBezTo>
                  <a:pt x="2100995" y="60938"/>
                  <a:pt x="2099153" y="64294"/>
                  <a:pt x="2097810" y="69150"/>
                </a:cubicBezTo>
                <a:cubicBezTo>
                  <a:pt x="2096468" y="74005"/>
                  <a:pt x="2095797" y="84174"/>
                  <a:pt x="2095797" y="99654"/>
                </a:cubicBezTo>
                <a:lnTo>
                  <a:pt x="2095797" y="127760"/>
                </a:lnTo>
                <a:close/>
                <a:moveTo>
                  <a:pt x="2182724" y="36760"/>
                </a:moveTo>
                <a:lnTo>
                  <a:pt x="2182724" y="55954"/>
                </a:lnTo>
                <a:lnTo>
                  <a:pt x="2166272" y="55954"/>
                </a:lnTo>
                <a:lnTo>
                  <a:pt x="2166272" y="92628"/>
                </a:lnTo>
                <a:cubicBezTo>
                  <a:pt x="2166272" y="100054"/>
                  <a:pt x="2166429" y="104382"/>
                  <a:pt x="2166743" y="105610"/>
                </a:cubicBezTo>
                <a:cubicBezTo>
                  <a:pt x="2167057" y="106838"/>
                  <a:pt x="2167771" y="107852"/>
                  <a:pt x="2168885" y="108652"/>
                </a:cubicBezTo>
                <a:cubicBezTo>
                  <a:pt x="2169999" y="109451"/>
                  <a:pt x="2171356" y="109851"/>
                  <a:pt x="2172955" y="109851"/>
                </a:cubicBezTo>
                <a:cubicBezTo>
                  <a:pt x="2175183" y="109851"/>
                  <a:pt x="2178411" y="109080"/>
                  <a:pt x="2182638" y="107538"/>
                </a:cubicBezTo>
                <a:lnTo>
                  <a:pt x="2184695" y="126218"/>
                </a:lnTo>
                <a:cubicBezTo>
                  <a:pt x="2179096" y="128617"/>
                  <a:pt x="2172755" y="129816"/>
                  <a:pt x="2165672" y="129816"/>
                </a:cubicBezTo>
                <a:cubicBezTo>
                  <a:pt x="2161331" y="129816"/>
                  <a:pt x="2157417" y="129088"/>
                  <a:pt x="2153933" y="127631"/>
                </a:cubicBezTo>
                <a:cubicBezTo>
                  <a:pt x="2150448" y="126175"/>
                  <a:pt x="2147892" y="124290"/>
                  <a:pt x="2146264" y="121976"/>
                </a:cubicBezTo>
                <a:cubicBezTo>
                  <a:pt x="2144636" y="119662"/>
                  <a:pt x="2143508" y="116535"/>
                  <a:pt x="2142879" y="112593"/>
                </a:cubicBezTo>
                <a:cubicBezTo>
                  <a:pt x="2142365" y="109794"/>
                  <a:pt x="2142108" y="104139"/>
                  <a:pt x="2142108" y="95627"/>
                </a:cubicBezTo>
                <a:lnTo>
                  <a:pt x="2142108" y="55954"/>
                </a:lnTo>
                <a:lnTo>
                  <a:pt x="2131054" y="55954"/>
                </a:lnTo>
                <a:lnTo>
                  <a:pt x="2131054" y="36760"/>
                </a:lnTo>
                <a:lnTo>
                  <a:pt x="2142108" y="36760"/>
                </a:lnTo>
                <a:lnTo>
                  <a:pt x="2142108" y="18680"/>
                </a:lnTo>
                <a:lnTo>
                  <a:pt x="2166272" y="4627"/>
                </a:lnTo>
                <a:lnTo>
                  <a:pt x="2166272" y="36760"/>
                </a:lnTo>
                <a:lnTo>
                  <a:pt x="2182724" y="36760"/>
                </a:lnTo>
                <a:close/>
                <a:moveTo>
                  <a:pt x="2196920" y="94256"/>
                </a:moveTo>
                <a:lnTo>
                  <a:pt x="2196920" y="70178"/>
                </a:lnTo>
                <a:lnTo>
                  <a:pt x="2244220" y="70178"/>
                </a:lnTo>
                <a:lnTo>
                  <a:pt x="2244220" y="94256"/>
                </a:lnTo>
                <a:lnTo>
                  <a:pt x="2196920" y="94256"/>
                </a:lnTo>
                <a:close/>
                <a:moveTo>
                  <a:pt x="2299967" y="36760"/>
                </a:moveTo>
                <a:lnTo>
                  <a:pt x="2299967" y="55954"/>
                </a:lnTo>
                <a:lnTo>
                  <a:pt x="2283515" y="55954"/>
                </a:lnTo>
                <a:lnTo>
                  <a:pt x="2283515" y="92628"/>
                </a:lnTo>
                <a:cubicBezTo>
                  <a:pt x="2283515" y="100054"/>
                  <a:pt x="2283672" y="104382"/>
                  <a:pt x="2283987" y="105610"/>
                </a:cubicBezTo>
                <a:cubicBezTo>
                  <a:pt x="2284301" y="106838"/>
                  <a:pt x="2285015" y="107852"/>
                  <a:pt x="2286129" y="108652"/>
                </a:cubicBezTo>
                <a:cubicBezTo>
                  <a:pt x="2287243" y="109451"/>
                  <a:pt x="2288599" y="109851"/>
                  <a:pt x="2290199" y="109851"/>
                </a:cubicBezTo>
                <a:cubicBezTo>
                  <a:pt x="2292427" y="109851"/>
                  <a:pt x="2295654" y="109080"/>
                  <a:pt x="2299882" y="107538"/>
                </a:cubicBezTo>
                <a:lnTo>
                  <a:pt x="2301938" y="126218"/>
                </a:lnTo>
                <a:cubicBezTo>
                  <a:pt x="2296340" y="128617"/>
                  <a:pt x="2289999" y="129816"/>
                  <a:pt x="2282916" y="129816"/>
                </a:cubicBezTo>
                <a:cubicBezTo>
                  <a:pt x="2278574" y="129816"/>
                  <a:pt x="2274661" y="129088"/>
                  <a:pt x="2271176" y="127631"/>
                </a:cubicBezTo>
                <a:cubicBezTo>
                  <a:pt x="2267692" y="126175"/>
                  <a:pt x="2265135" y="124290"/>
                  <a:pt x="2263507" y="121976"/>
                </a:cubicBezTo>
                <a:cubicBezTo>
                  <a:pt x="2261879" y="119662"/>
                  <a:pt x="2260751" y="116535"/>
                  <a:pt x="2260123" y="112593"/>
                </a:cubicBezTo>
                <a:cubicBezTo>
                  <a:pt x="2259609" y="109794"/>
                  <a:pt x="2259351" y="104139"/>
                  <a:pt x="2259351" y="95627"/>
                </a:cubicBezTo>
                <a:lnTo>
                  <a:pt x="2259351" y="55954"/>
                </a:lnTo>
                <a:lnTo>
                  <a:pt x="2248298" y="55954"/>
                </a:lnTo>
                <a:lnTo>
                  <a:pt x="2248298" y="36760"/>
                </a:lnTo>
                <a:lnTo>
                  <a:pt x="2259351" y="36760"/>
                </a:lnTo>
                <a:lnTo>
                  <a:pt x="2259351" y="18680"/>
                </a:lnTo>
                <a:lnTo>
                  <a:pt x="2283515" y="4627"/>
                </a:lnTo>
                <a:lnTo>
                  <a:pt x="2283515" y="36760"/>
                </a:lnTo>
                <a:lnTo>
                  <a:pt x="2299967" y="36760"/>
                </a:lnTo>
                <a:close/>
                <a:moveTo>
                  <a:pt x="2369513" y="98798"/>
                </a:moveTo>
                <a:lnTo>
                  <a:pt x="2393506" y="102825"/>
                </a:lnTo>
                <a:cubicBezTo>
                  <a:pt x="2390421" y="111622"/>
                  <a:pt x="2385551" y="118320"/>
                  <a:pt x="2378896" y="122919"/>
                </a:cubicBezTo>
                <a:cubicBezTo>
                  <a:pt x="2372241" y="127517"/>
                  <a:pt x="2363915" y="129816"/>
                  <a:pt x="2353918" y="129816"/>
                </a:cubicBezTo>
                <a:cubicBezTo>
                  <a:pt x="2338094" y="129816"/>
                  <a:pt x="2326384" y="124647"/>
                  <a:pt x="2318786" y="114307"/>
                </a:cubicBezTo>
                <a:cubicBezTo>
                  <a:pt x="2312788" y="106024"/>
                  <a:pt x="2309789" y="95570"/>
                  <a:pt x="2309789" y="82945"/>
                </a:cubicBezTo>
                <a:cubicBezTo>
                  <a:pt x="2309789" y="67864"/>
                  <a:pt x="2313731" y="56054"/>
                  <a:pt x="2321614" y="47514"/>
                </a:cubicBezTo>
                <a:cubicBezTo>
                  <a:pt x="2329497" y="38973"/>
                  <a:pt x="2339465" y="34703"/>
                  <a:pt x="2351519" y="34703"/>
                </a:cubicBezTo>
                <a:cubicBezTo>
                  <a:pt x="2365057" y="34703"/>
                  <a:pt x="2375740" y="39173"/>
                  <a:pt x="2383566" y="48113"/>
                </a:cubicBezTo>
                <a:cubicBezTo>
                  <a:pt x="2391392" y="57054"/>
                  <a:pt x="2395134" y="70749"/>
                  <a:pt x="2394791" y="89201"/>
                </a:cubicBezTo>
                <a:lnTo>
                  <a:pt x="2334467" y="89201"/>
                </a:lnTo>
                <a:cubicBezTo>
                  <a:pt x="2334638" y="96341"/>
                  <a:pt x="2336581" y="101897"/>
                  <a:pt x="2340294" y="105867"/>
                </a:cubicBezTo>
                <a:cubicBezTo>
                  <a:pt x="2344007" y="109837"/>
                  <a:pt x="2348634" y="111822"/>
                  <a:pt x="2354175" y="111822"/>
                </a:cubicBezTo>
                <a:cubicBezTo>
                  <a:pt x="2357945" y="111822"/>
                  <a:pt x="2361116" y="110794"/>
                  <a:pt x="2363686" y="108737"/>
                </a:cubicBezTo>
                <a:cubicBezTo>
                  <a:pt x="2366257" y="106681"/>
                  <a:pt x="2368199" y="103368"/>
                  <a:pt x="2369513" y="98798"/>
                </a:cubicBezTo>
                <a:moveTo>
                  <a:pt x="2370884" y="74462"/>
                </a:moveTo>
                <a:cubicBezTo>
                  <a:pt x="2370713" y="67493"/>
                  <a:pt x="2368913" y="62195"/>
                  <a:pt x="2365486" y="58567"/>
                </a:cubicBezTo>
                <a:cubicBezTo>
                  <a:pt x="2362058" y="54940"/>
                  <a:pt x="2357888" y="53126"/>
                  <a:pt x="2352976" y="53126"/>
                </a:cubicBezTo>
                <a:cubicBezTo>
                  <a:pt x="2347720" y="53126"/>
                  <a:pt x="2343379" y="55040"/>
                  <a:pt x="2339951" y="58867"/>
                </a:cubicBezTo>
                <a:cubicBezTo>
                  <a:pt x="2336524" y="62695"/>
                  <a:pt x="2334838" y="67893"/>
                  <a:pt x="2334895" y="74462"/>
                </a:cubicBezTo>
                <a:lnTo>
                  <a:pt x="2370884" y="74462"/>
                </a:lnTo>
                <a:close/>
                <a:moveTo>
                  <a:pt x="2436875" y="127760"/>
                </a:moveTo>
                <a:lnTo>
                  <a:pt x="2412797" y="127760"/>
                </a:lnTo>
                <a:lnTo>
                  <a:pt x="2412797" y="36760"/>
                </a:lnTo>
                <a:lnTo>
                  <a:pt x="2435161" y="36760"/>
                </a:lnTo>
                <a:lnTo>
                  <a:pt x="2435161" y="49699"/>
                </a:lnTo>
                <a:cubicBezTo>
                  <a:pt x="2438989" y="43586"/>
                  <a:pt x="2442431" y="39559"/>
                  <a:pt x="2445487" y="37617"/>
                </a:cubicBezTo>
                <a:cubicBezTo>
                  <a:pt x="2448543" y="35675"/>
                  <a:pt x="2452013" y="34703"/>
                  <a:pt x="2455898" y="34703"/>
                </a:cubicBezTo>
                <a:cubicBezTo>
                  <a:pt x="2461382" y="34703"/>
                  <a:pt x="2466666" y="36217"/>
                  <a:pt x="2471750" y="39245"/>
                </a:cubicBezTo>
                <a:lnTo>
                  <a:pt x="2464295" y="60238"/>
                </a:lnTo>
                <a:cubicBezTo>
                  <a:pt x="2460239" y="57611"/>
                  <a:pt x="2456469" y="56297"/>
                  <a:pt x="2452984" y="56297"/>
                </a:cubicBezTo>
                <a:cubicBezTo>
                  <a:pt x="2449614" y="56297"/>
                  <a:pt x="2446758" y="57225"/>
                  <a:pt x="2444416" y="59081"/>
                </a:cubicBezTo>
                <a:cubicBezTo>
                  <a:pt x="2442074" y="60938"/>
                  <a:pt x="2440231" y="64294"/>
                  <a:pt x="2438889" y="69150"/>
                </a:cubicBezTo>
                <a:cubicBezTo>
                  <a:pt x="2437546" y="74005"/>
                  <a:pt x="2436875" y="84174"/>
                  <a:pt x="2436875" y="99654"/>
                </a:cubicBezTo>
                <a:lnTo>
                  <a:pt x="2436875" y="127760"/>
                </a:lnTo>
                <a:close/>
                <a:moveTo>
                  <a:pt x="2480255" y="36760"/>
                </a:moveTo>
                <a:lnTo>
                  <a:pt x="2502449" y="36760"/>
                </a:lnTo>
                <a:lnTo>
                  <a:pt x="2502449" y="49185"/>
                </a:lnTo>
                <a:cubicBezTo>
                  <a:pt x="2510389" y="39530"/>
                  <a:pt x="2519843" y="34703"/>
                  <a:pt x="2530811" y="34703"/>
                </a:cubicBezTo>
                <a:cubicBezTo>
                  <a:pt x="2536638" y="34703"/>
                  <a:pt x="2541693" y="35903"/>
                  <a:pt x="2545978" y="38302"/>
                </a:cubicBezTo>
                <a:cubicBezTo>
                  <a:pt x="2550262" y="40702"/>
                  <a:pt x="2553775" y="44329"/>
                  <a:pt x="2556517" y="49185"/>
                </a:cubicBezTo>
                <a:cubicBezTo>
                  <a:pt x="2560516" y="44329"/>
                  <a:pt x="2564829" y="40702"/>
                  <a:pt x="2569456" y="38302"/>
                </a:cubicBezTo>
                <a:cubicBezTo>
                  <a:pt x="2574083" y="35903"/>
                  <a:pt x="2579025" y="34703"/>
                  <a:pt x="2584280" y="34703"/>
                </a:cubicBezTo>
                <a:cubicBezTo>
                  <a:pt x="2590964" y="34703"/>
                  <a:pt x="2596619" y="36060"/>
                  <a:pt x="2601246" y="38774"/>
                </a:cubicBezTo>
                <a:cubicBezTo>
                  <a:pt x="2605873" y="41487"/>
                  <a:pt x="2609329" y="45471"/>
                  <a:pt x="2611614" y="50727"/>
                </a:cubicBezTo>
                <a:cubicBezTo>
                  <a:pt x="2613271" y="54611"/>
                  <a:pt x="2614099" y="60895"/>
                  <a:pt x="2614099" y="69578"/>
                </a:cubicBezTo>
                <a:lnTo>
                  <a:pt x="2614099" y="127760"/>
                </a:lnTo>
                <a:lnTo>
                  <a:pt x="2590021" y="127760"/>
                </a:lnTo>
                <a:lnTo>
                  <a:pt x="2590021" y="75748"/>
                </a:lnTo>
                <a:cubicBezTo>
                  <a:pt x="2590021" y="66722"/>
                  <a:pt x="2589193" y="60895"/>
                  <a:pt x="2587536" y="58267"/>
                </a:cubicBezTo>
                <a:cubicBezTo>
                  <a:pt x="2585308" y="54840"/>
                  <a:pt x="2581881" y="53126"/>
                  <a:pt x="2577254" y="53126"/>
                </a:cubicBezTo>
                <a:cubicBezTo>
                  <a:pt x="2573883" y="53126"/>
                  <a:pt x="2570713" y="54154"/>
                  <a:pt x="2567742" y="56211"/>
                </a:cubicBezTo>
                <a:cubicBezTo>
                  <a:pt x="2564772" y="58267"/>
                  <a:pt x="2562630" y="61281"/>
                  <a:pt x="2561316" y="65251"/>
                </a:cubicBezTo>
                <a:cubicBezTo>
                  <a:pt x="2560002" y="69221"/>
                  <a:pt x="2559345" y="75491"/>
                  <a:pt x="2559345" y="84059"/>
                </a:cubicBezTo>
                <a:lnTo>
                  <a:pt x="2559345" y="127760"/>
                </a:lnTo>
                <a:lnTo>
                  <a:pt x="2535267" y="127760"/>
                </a:lnTo>
                <a:lnTo>
                  <a:pt x="2535267" y="77890"/>
                </a:lnTo>
                <a:cubicBezTo>
                  <a:pt x="2535267" y="69035"/>
                  <a:pt x="2534838" y="63323"/>
                  <a:pt x="2533982" y="60752"/>
                </a:cubicBezTo>
                <a:cubicBezTo>
                  <a:pt x="2533125" y="58182"/>
                  <a:pt x="2531796" y="56268"/>
                  <a:pt x="2529997" y="55011"/>
                </a:cubicBezTo>
                <a:cubicBezTo>
                  <a:pt x="2528198" y="53755"/>
                  <a:pt x="2525756" y="53126"/>
                  <a:pt x="2522671" y="53126"/>
                </a:cubicBezTo>
                <a:cubicBezTo>
                  <a:pt x="2518958" y="53126"/>
                  <a:pt x="2515616" y="54126"/>
                  <a:pt x="2512645" y="56125"/>
                </a:cubicBezTo>
                <a:cubicBezTo>
                  <a:pt x="2509675" y="58125"/>
                  <a:pt x="2507547" y="61009"/>
                  <a:pt x="2506262" y="64780"/>
                </a:cubicBezTo>
                <a:cubicBezTo>
                  <a:pt x="2504976" y="68550"/>
                  <a:pt x="2504334" y="74805"/>
                  <a:pt x="2504334" y="83545"/>
                </a:cubicBezTo>
                <a:lnTo>
                  <a:pt x="2504334" y="127760"/>
                </a:lnTo>
                <a:lnTo>
                  <a:pt x="2480255" y="127760"/>
                </a:lnTo>
                <a:lnTo>
                  <a:pt x="2480255" y="367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Scene:…Thelivingroomfeaturesacabinet…Thecabinetis">
            <a:extLst xmlns:a="http://schemas.openxmlformats.org/drawingml/2006/main">
              <a:ext uri="{FF2B5EF4-FFF2-40B4-BE49-F238E27FC236}">
                <a16:creationId xmlns:a16="http://schemas.microsoft.com/office/drawing/2014/main" id="{53B06EFB-1E28-4270-93E3-DBD79701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072" y="1342669"/>
            <a:ext cx="3816516" cy="131753"/>
          </a:xfrm>
          <a:custGeom xmlns:a="http://schemas.openxmlformats.org/drawingml/2006/main">
            <a:pathLst>
              <a:path w="3816516" h="131753">
                <a:moveTo>
                  <a:pt x="0" y="69510"/>
                </a:moveTo>
                <a:lnTo>
                  <a:pt x="19742" y="67590"/>
                </a:lnTo>
                <a:cubicBezTo>
                  <a:pt x="20931" y="74217"/>
                  <a:pt x="23341" y="79084"/>
                  <a:pt x="26974" y="82191"/>
                </a:cubicBezTo>
                <a:cubicBezTo>
                  <a:pt x="30608" y="85299"/>
                  <a:pt x="35509" y="86853"/>
                  <a:pt x="41678" y="86853"/>
                </a:cubicBezTo>
                <a:cubicBezTo>
                  <a:pt x="48213" y="86853"/>
                  <a:pt x="53138" y="85470"/>
                  <a:pt x="56451" y="82705"/>
                </a:cubicBezTo>
                <a:cubicBezTo>
                  <a:pt x="59764" y="79941"/>
                  <a:pt x="61421" y="76707"/>
                  <a:pt x="61421" y="73006"/>
                </a:cubicBezTo>
                <a:cubicBezTo>
                  <a:pt x="61421" y="70629"/>
                  <a:pt x="60724" y="68607"/>
                  <a:pt x="59330" y="66939"/>
                </a:cubicBezTo>
                <a:cubicBezTo>
                  <a:pt x="57936" y="65271"/>
                  <a:pt x="55503" y="63820"/>
                  <a:pt x="52029" y="62586"/>
                </a:cubicBezTo>
                <a:cubicBezTo>
                  <a:pt x="49653" y="61763"/>
                  <a:pt x="44238" y="60301"/>
                  <a:pt x="35783" y="58199"/>
                </a:cubicBezTo>
                <a:cubicBezTo>
                  <a:pt x="24906" y="55503"/>
                  <a:pt x="17275" y="52189"/>
                  <a:pt x="12887" y="48259"/>
                </a:cubicBezTo>
                <a:cubicBezTo>
                  <a:pt x="6718" y="42729"/>
                  <a:pt x="3633" y="35989"/>
                  <a:pt x="3633" y="28037"/>
                </a:cubicBezTo>
                <a:cubicBezTo>
                  <a:pt x="3633" y="22919"/>
                  <a:pt x="5084" y="18131"/>
                  <a:pt x="7986" y="13676"/>
                </a:cubicBezTo>
                <a:cubicBezTo>
                  <a:pt x="10888" y="9220"/>
                  <a:pt x="15070" y="5827"/>
                  <a:pt x="20531" y="3496"/>
                </a:cubicBezTo>
                <a:cubicBezTo>
                  <a:pt x="25992" y="1165"/>
                  <a:pt x="32584" y="0"/>
                  <a:pt x="40307" y="0"/>
                </a:cubicBezTo>
                <a:cubicBezTo>
                  <a:pt x="52921" y="0"/>
                  <a:pt x="62415" y="2765"/>
                  <a:pt x="68790" y="8295"/>
                </a:cubicBezTo>
                <a:cubicBezTo>
                  <a:pt x="75165" y="13824"/>
                  <a:pt x="78513" y="21205"/>
                  <a:pt x="78832" y="30436"/>
                </a:cubicBezTo>
                <a:lnTo>
                  <a:pt x="58542" y="31327"/>
                </a:lnTo>
                <a:cubicBezTo>
                  <a:pt x="57673" y="26163"/>
                  <a:pt x="55811" y="22450"/>
                  <a:pt x="52955" y="20188"/>
                </a:cubicBezTo>
                <a:cubicBezTo>
                  <a:pt x="50099" y="17926"/>
                  <a:pt x="45814" y="16795"/>
                  <a:pt x="40102" y="16795"/>
                </a:cubicBezTo>
                <a:cubicBezTo>
                  <a:pt x="34206" y="16795"/>
                  <a:pt x="29591" y="18006"/>
                  <a:pt x="26255" y="20428"/>
                </a:cubicBezTo>
                <a:cubicBezTo>
                  <a:pt x="24107" y="21982"/>
                  <a:pt x="23033" y="24061"/>
                  <a:pt x="23033" y="26666"/>
                </a:cubicBezTo>
                <a:cubicBezTo>
                  <a:pt x="23033" y="29042"/>
                  <a:pt x="24038" y="31076"/>
                  <a:pt x="26049" y="32767"/>
                </a:cubicBezTo>
                <a:cubicBezTo>
                  <a:pt x="28608" y="34915"/>
                  <a:pt x="34823" y="37154"/>
                  <a:pt x="44695" y="39485"/>
                </a:cubicBezTo>
                <a:cubicBezTo>
                  <a:pt x="54566" y="41815"/>
                  <a:pt x="61866" y="44226"/>
                  <a:pt x="66596" y="46717"/>
                </a:cubicBezTo>
                <a:cubicBezTo>
                  <a:pt x="71326" y="49207"/>
                  <a:pt x="75028" y="52612"/>
                  <a:pt x="77701" y="56931"/>
                </a:cubicBezTo>
                <a:cubicBezTo>
                  <a:pt x="80375" y="61249"/>
                  <a:pt x="81712" y="66585"/>
                  <a:pt x="81712" y="72937"/>
                </a:cubicBezTo>
                <a:cubicBezTo>
                  <a:pt x="81712" y="78695"/>
                  <a:pt x="80112" y="84088"/>
                  <a:pt x="76913" y="89115"/>
                </a:cubicBezTo>
                <a:cubicBezTo>
                  <a:pt x="73714" y="94142"/>
                  <a:pt x="69190" y="97878"/>
                  <a:pt x="63340" y="100323"/>
                </a:cubicBezTo>
                <a:cubicBezTo>
                  <a:pt x="57491" y="102768"/>
                  <a:pt x="50201" y="103990"/>
                  <a:pt x="41473" y="103990"/>
                </a:cubicBezTo>
                <a:cubicBezTo>
                  <a:pt x="28768" y="103990"/>
                  <a:pt x="19011" y="101054"/>
                  <a:pt x="12202" y="95182"/>
                </a:cubicBezTo>
                <a:cubicBezTo>
                  <a:pt x="5393" y="89309"/>
                  <a:pt x="1325" y="80752"/>
                  <a:pt x="0" y="69510"/>
                </a:cubicBezTo>
                <a:close/>
                <a:moveTo>
                  <a:pt x="162023" y="50933"/>
                </a:moveTo>
                <a:lnTo>
                  <a:pt x="143035" y="54360"/>
                </a:lnTo>
                <a:cubicBezTo>
                  <a:pt x="142395" y="50567"/>
                  <a:pt x="140944" y="47711"/>
                  <a:pt x="138682" y="45791"/>
                </a:cubicBezTo>
                <a:cubicBezTo>
                  <a:pt x="136420" y="43872"/>
                  <a:pt x="133484" y="42912"/>
                  <a:pt x="129873" y="42912"/>
                </a:cubicBezTo>
                <a:cubicBezTo>
                  <a:pt x="125075" y="42912"/>
                  <a:pt x="121248" y="44569"/>
                  <a:pt x="118391" y="47882"/>
                </a:cubicBezTo>
                <a:cubicBezTo>
                  <a:pt x="115535" y="51195"/>
                  <a:pt x="114107" y="56736"/>
                  <a:pt x="114107" y="64505"/>
                </a:cubicBezTo>
                <a:cubicBezTo>
                  <a:pt x="114107" y="73143"/>
                  <a:pt x="115558" y="79244"/>
                  <a:pt x="118460" y="82808"/>
                </a:cubicBezTo>
                <a:cubicBezTo>
                  <a:pt x="121362" y="86373"/>
                  <a:pt x="125258" y="88155"/>
                  <a:pt x="130148" y="88155"/>
                </a:cubicBezTo>
                <a:cubicBezTo>
                  <a:pt x="133804" y="88155"/>
                  <a:pt x="136797" y="87116"/>
                  <a:pt x="139128" y="85036"/>
                </a:cubicBezTo>
                <a:cubicBezTo>
                  <a:pt x="141458" y="82957"/>
                  <a:pt x="143104" y="79381"/>
                  <a:pt x="144063" y="74308"/>
                </a:cubicBezTo>
                <a:lnTo>
                  <a:pt x="162983" y="77530"/>
                </a:lnTo>
                <a:cubicBezTo>
                  <a:pt x="161018" y="86213"/>
                  <a:pt x="157248" y="92771"/>
                  <a:pt x="151672" y="97204"/>
                </a:cubicBezTo>
                <a:cubicBezTo>
                  <a:pt x="146097" y="101637"/>
                  <a:pt x="138625" y="103853"/>
                  <a:pt x="129256" y="103853"/>
                </a:cubicBezTo>
                <a:cubicBezTo>
                  <a:pt x="118608" y="103853"/>
                  <a:pt x="110120" y="100494"/>
                  <a:pt x="103790" y="93776"/>
                </a:cubicBezTo>
                <a:cubicBezTo>
                  <a:pt x="97461" y="87058"/>
                  <a:pt x="94296" y="77758"/>
                  <a:pt x="94296" y="65876"/>
                </a:cubicBezTo>
                <a:cubicBezTo>
                  <a:pt x="94296" y="53857"/>
                  <a:pt x="97472" y="44500"/>
                  <a:pt x="103824" y="37805"/>
                </a:cubicBezTo>
                <a:cubicBezTo>
                  <a:pt x="110177" y="31110"/>
                  <a:pt x="118768" y="27763"/>
                  <a:pt x="129599" y="27763"/>
                </a:cubicBezTo>
                <a:cubicBezTo>
                  <a:pt x="138465" y="27763"/>
                  <a:pt x="145514" y="29671"/>
                  <a:pt x="150747" y="33487"/>
                </a:cubicBezTo>
                <a:cubicBezTo>
                  <a:pt x="155980" y="37303"/>
                  <a:pt x="159738" y="43118"/>
                  <a:pt x="162023" y="50933"/>
                </a:cubicBezTo>
                <a:close/>
                <a:moveTo>
                  <a:pt x="218523" y="79038"/>
                </a:moveTo>
                <a:lnTo>
                  <a:pt x="237717" y="82260"/>
                </a:lnTo>
                <a:cubicBezTo>
                  <a:pt x="235249" y="89298"/>
                  <a:pt x="231353" y="94656"/>
                  <a:pt x="226029" y="98335"/>
                </a:cubicBezTo>
                <a:cubicBezTo>
                  <a:pt x="220705" y="102014"/>
                  <a:pt x="214044" y="103853"/>
                  <a:pt x="206047" y="103853"/>
                </a:cubicBezTo>
                <a:cubicBezTo>
                  <a:pt x="193388" y="103853"/>
                  <a:pt x="184019" y="99717"/>
                  <a:pt x="177941" y="91446"/>
                </a:cubicBezTo>
                <a:cubicBezTo>
                  <a:pt x="173143" y="84819"/>
                  <a:pt x="170743" y="76456"/>
                  <a:pt x="170743" y="66356"/>
                </a:cubicBezTo>
                <a:cubicBezTo>
                  <a:pt x="170743" y="54292"/>
                  <a:pt x="173897" y="44843"/>
                  <a:pt x="180203" y="38011"/>
                </a:cubicBezTo>
                <a:cubicBezTo>
                  <a:pt x="186510" y="31179"/>
                  <a:pt x="194484" y="27763"/>
                  <a:pt x="204127" y="27763"/>
                </a:cubicBezTo>
                <a:cubicBezTo>
                  <a:pt x="214958" y="27763"/>
                  <a:pt x="223504" y="31339"/>
                  <a:pt x="229765" y="38491"/>
                </a:cubicBezTo>
                <a:cubicBezTo>
                  <a:pt x="236026" y="45643"/>
                  <a:pt x="239019" y="56599"/>
                  <a:pt x="238745" y="71360"/>
                </a:cubicBezTo>
                <a:lnTo>
                  <a:pt x="190486" y="71360"/>
                </a:lnTo>
                <a:cubicBezTo>
                  <a:pt x="190623" y="77073"/>
                  <a:pt x="192177" y="81517"/>
                  <a:pt x="195147" y="84693"/>
                </a:cubicBezTo>
                <a:cubicBezTo>
                  <a:pt x="198118" y="87870"/>
                  <a:pt x="201819" y="89458"/>
                  <a:pt x="206252" y="89458"/>
                </a:cubicBezTo>
                <a:cubicBezTo>
                  <a:pt x="209268" y="89458"/>
                  <a:pt x="211805" y="88635"/>
                  <a:pt x="213861" y="86990"/>
                </a:cubicBezTo>
                <a:cubicBezTo>
                  <a:pt x="215918" y="85345"/>
                  <a:pt x="217472" y="82694"/>
                  <a:pt x="218523" y="79038"/>
                </a:cubicBezTo>
                <a:moveTo>
                  <a:pt x="219619" y="59570"/>
                </a:moveTo>
                <a:cubicBezTo>
                  <a:pt x="219482" y="53994"/>
                  <a:pt x="218043" y="49756"/>
                  <a:pt x="215301" y="46854"/>
                </a:cubicBezTo>
                <a:cubicBezTo>
                  <a:pt x="212559" y="43952"/>
                  <a:pt x="209223" y="42501"/>
                  <a:pt x="205292" y="42501"/>
                </a:cubicBezTo>
                <a:cubicBezTo>
                  <a:pt x="201088" y="42501"/>
                  <a:pt x="197615" y="44032"/>
                  <a:pt x="194873" y="47094"/>
                </a:cubicBezTo>
                <a:cubicBezTo>
                  <a:pt x="192131" y="50156"/>
                  <a:pt x="190783" y="54314"/>
                  <a:pt x="190828" y="59570"/>
                </a:cubicBezTo>
                <a:lnTo>
                  <a:pt x="219619" y="59570"/>
                </a:lnTo>
                <a:close/>
                <a:moveTo>
                  <a:pt x="320402" y="102208"/>
                </a:moveTo>
                <a:lnTo>
                  <a:pt x="301140" y="102208"/>
                </a:lnTo>
                <a:lnTo>
                  <a:pt x="301140" y="65054"/>
                </a:lnTo>
                <a:cubicBezTo>
                  <a:pt x="301140" y="57193"/>
                  <a:pt x="300728" y="52109"/>
                  <a:pt x="299906" y="49802"/>
                </a:cubicBezTo>
                <a:cubicBezTo>
                  <a:pt x="299083" y="47494"/>
                  <a:pt x="297746" y="45700"/>
                  <a:pt x="295896" y="44420"/>
                </a:cubicBezTo>
                <a:cubicBezTo>
                  <a:pt x="294045" y="43141"/>
                  <a:pt x="291817" y="42501"/>
                  <a:pt x="289212" y="42501"/>
                </a:cubicBezTo>
                <a:cubicBezTo>
                  <a:pt x="285876" y="42501"/>
                  <a:pt x="282883" y="43415"/>
                  <a:pt x="280232" y="45243"/>
                </a:cubicBezTo>
                <a:cubicBezTo>
                  <a:pt x="277581" y="47071"/>
                  <a:pt x="275765" y="49493"/>
                  <a:pt x="274782" y="52509"/>
                </a:cubicBezTo>
                <a:cubicBezTo>
                  <a:pt x="273800" y="55525"/>
                  <a:pt x="273308" y="61101"/>
                  <a:pt x="273308" y="69235"/>
                </a:cubicBezTo>
                <a:lnTo>
                  <a:pt x="273308" y="102208"/>
                </a:lnTo>
                <a:lnTo>
                  <a:pt x="254046" y="102208"/>
                </a:lnTo>
                <a:lnTo>
                  <a:pt x="254046" y="29408"/>
                </a:lnTo>
                <a:lnTo>
                  <a:pt x="271937" y="29408"/>
                </a:lnTo>
                <a:lnTo>
                  <a:pt x="271937" y="40102"/>
                </a:lnTo>
                <a:cubicBezTo>
                  <a:pt x="278290" y="31876"/>
                  <a:pt x="286287" y="27763"/>
                  <a:pt x="295930" y="27763"/>
                </a:cubicBezTo>
                <a:cubicBezTo>
                  <a:pt x="300180" y="27763"/>
                  <a:pt x="304065" y="28528"/>
                  <a:pt x="307583" y="30059"/>
                </a:cubicBezTo>
                <a:cubicBezTo>
                  <a:pt x="311102" y="31590"/>
                  <a:pt x="313764" y="33544"/>
                  <a:pt x="315569" y="35920"/>
                </a:cubicBezTo>
                <a:cubicBezTo>
                  <a:pt x="317375" y="38297"/>
                  <a:pt x="318631" y="40993"/>
                  <a:pt x="319340" y="44009"/>
                </a:cubicBezTo>
                <a:cubicBezTo>
                  <a:pt x="320048" y="47025"/>
                  <a:pt x="320402" y="51344"/>
                  <a:pt x="320402" y="56965"/>
                </a:cubicBezTo>
                <a:lnTo>
                  <a:pt x="320402" y="102208"/>
                </a:lnTo>
                <a:close/>
                <a:moveTo>
                  <a:pt x="382021" y="79038"/>
                </a:moveTo>
                <a:lnTo>
                  <a:pt x="401215" y="82260"/>
                </a:lnTo>
                <a:cubicBezTo>
                  <a:pt x="398748" y="89298"/>
                  <a:pt x="394852" y="94656"/>
                  <a:pt x="389528" y="98335"/>
                </a:cubicBezTo>
                <a:cubicBezTo>
                  <a:pt x="384204" y="102014"/>
                  <a:pt x="377543" y="103853"/>
                  <a:pt x="369545" y="103853"/>
                </a:cubicBezTo>
                <a:cubicBezTo>
                  <a:pt x="356886" y="103853"/>
                  <a:pt x="347518" y="99717"/>
                  <a:pt x="341440" y="91446"/>
                </a:cubicBezTo>
                <a:cubicBezTo>
                  <a:pt x="336641" y="84819"/>
                  <a:pt x="334242" y="76456"/>
                  <a:pt x="334242" y="66356"/>
                </a:cubicBezTo>
                <a:cubicBezTo>
                  <a:pt x="334242" y="54292"/>
                  <a:pt x="337395" y="44843"/>
                  <a:pt x="343702" y="38011"/>
                </a:cubicBezTo>
                <a:cubicBezTo>
                  <a:pt x="350009" y="31179"/>
                  <a:pt x="357983" y="27763"/>
                  <a:pt x="367626" y="27763"/>
                </a:cubicBezTo>
                <a:cubicBezTo>
                  <a:pt x="378457" y="27763"/>
                  <a:pt x="387003" y="31339"/>
                  <a:pt x="393264" y="38491"/>
                </a:cubicBezTo>
                <a:cubicBezTo>
                  <a:pt x="399524" y="45643"/>
                  <a:pt x="402518" y="56599"/>
                  <a:pt x="402244" y="71360"/>
                </a:cubicBezTo>
                <a:lnTo>
                  <a:pt x="353984" y="71360"/>
                </a:lnTo>
                <a:cubicBezTo>
                  <a:pt x="354122" y="77073"/>
                  <a:pt x="355675" y="81517"/>
                  <a:pt x="358646" y="84693"/>
                </a:cubicBezTo>
                <a:cubicBezTo>
                  <a:pt x="361616" y="87870"/>
                  <a:pt x="365318" y="89458"/>
                  <a:pt x="369751" y="89458"/>
                </a:cubicBezTo>
                <a:cubicBezTo>
                  <a:pt x="372767" y="89458"/>
                  <a:pt x="375303" y="88635"/>
                  <a:pt x="377360" y="86990"/>
                </a:cubicBezTo>
                <a:cubicBezTo>
                  <a:pt x="379416" y="85345"/>
                  <a:pt x="380970" y="82694"/>
                  <a:pt x="382021" y="79038"/>
                </a:cubicBezTo>
                <a:moveTo>
                  <a:pt x="383118" y="59570"/>
                </a:moveTo>
                <a:cubicBezTo>
                  <a:pt x="382981" y="53994"/>
                  <a:pt x="381541" y="49756"/>
                  <a:pt x="378799" y="46854"/>
                </a:cubicBezTo>
                <a:cubicBezTo>
                  <a:pt x="376058" y="43952"/>
                  <a:pt x="372721" y="42501"/>
                  <a:pt x="368791" y="42501"/>
                </a:cubicBezTo>
                <a:cubicBezTo>
                  <a:pt x="364587" y="42501"/>
                  <a:pt x="361114" y="44032"/>
                  <a:pt x="358372" y="47094"/>
                </a:cubicBezTo>
                <a:cubicBezTo>
                  <a:pt x="355630" y="50156"/>
                  <a:pt x="354281" y="54314"/>
                  <a:pt x="354327" y="59570"/>
                </a:cubicBezTo>
                <a:lnTo>
                  <a:pt x="383118" y="59570"/>
                </a:lnTo>
                <a:close/>
                <a:moveTo>
                  <a:pt x="421383" y="48670"/>
                </a:moveTo>
                <a:lnTo>
                  <a:pt x="421383" y="29408"/>
                </a:lnTo>
                <a:lnTo>
                  <a:pt x="440645" y="29408"/>
                </a:lnTo>
                <a:lnTo>
                  <a:pt x="440645" y="48670"/>
                </a:lnTo>
                <a:lnTo>
                  <a:pt x="421383" y="48670"/>
                </a:lnTo>
                <a:moveTo>
                  <a:pt x="421383" y="102208"/>
                </a:moveTo>
                <a:lnTo>
                  <a:pt x="421383" y="82945"/>
                </a:lnTo>
                <a:lnTo>
                  <a:pt x="440645" y="82945"/>
                </a:lnTo>
                <a:lnTo>
                  <a:pt x="440645" y="102208"/>
                </a:lnTo>
                <a:lnTo>
                  <a:pt x="421383" y="102208"/>
                </a:lnTo>
                <a:close/>
                <a:moveTo>
                  <a:pt x="508765" y="102208"/>
                </a:moveTo>
                <a:lnTo>
                  <a:pt x="508765" y="88155"/>
                </a:lnTo>
                <a:lnTo>
                  <a:pt x="522817" y="88155"/>
                </a:lnTo>
                <a:lnTo>
                  <a:pt x="522817" y="102208"/>
                </a:lnTo>
                <a:lnTo>
                  <a:pt x="508765" y="102208"/>
                </a:lnTo>
                <a:moveTo>
                  <a:pt x="555584" y="102208"/>
                </a:moveTo>
                <a:lnTo>
                  <a:pt x="555584" y="88155"/>
                </a:lnTo>
                <a:lnTo>
                  <a:pt x="569637" y="88155"/>
                </a:lnTo>
                <a:lnTo>
                  <a:pt x="569637" y="102208"/>
                </a:lnTo>
                <a:lnTo>
                  <a:pt x="555584" y="102208"/>
                </a:lnTo>
                <a:moveTo>
                  <a:pt x="602335" y="102208"/>
                </a:moveTo>
                <a:lnTo>
                  <a:pt x="602335" y="88155"/>
                </a:lnTo>
                <a:lnTo>
                  <a:pt x="616457" y="88155"/>
                </a:lnTo>
                <a:lnTo>
                  <a:pt x="616457" y="102208"/>
                </a:lnTo>
                <a:lnTo>
                  <a:pt x="602335" y="102208"/>
                </a:lnTo>
                <a:close/>
                <a:moveTo>
                  <a:pt x="704662" y="102208"/>
                </a:moveTo>
                <a:lnTo>
                  <a:pt x="704662" y="13573"/>
                </a:lnTo>
                <a:lnTo>
                  <a:pt x="671552" y="13573"/>
                </a:lnTo>
                <a:lnTo>
                  <a:pt x="671552" y="1714"/>
                </a:lnTo>
                <a:lnTo>
                  <a:pt x="751207" y="1714"/>
                </a:lnTo>
                <a:lnTo>
                  <a:pt x="751207" y="13573"/>
                </a:lnTo>
                <a:lnTo>
                  <a:pt x="717961" y="13573"/>
                </a:lnTo>
                <a:lnTo>
                  <a:pt x="717961" y="102208"/>
                </a:lnTo>
                <a:lnTo>
                  <a:pt x="704662" y="102208"/>
                </a:lnTo>
                <a:close/>
                <a:moveTo>
                  <a:pt x="763210" y="102208"/>
                </a:moveTo>
                <a:lnTo>
                  <a:pt x="763210" y="1714"/>
                </a:lnTo>
                <a:lnTo>
                  <a:pt x="775549" y="1714"/>
                </a:lnTo>
                <a:lnTo>
                  <a:pt x="775549" y="37771"/>
                </a:lnTo>
                <a:cubicBezTo>
                  <a:pt x="781308" y="31099"/>
                  <a:pt x="788574" y="27763"/>
                  <a:pt x="797348" y="27763"/>
                </a:cubicBezTo>
                <a:cubicBezTo>
                  <a:pt x="802741" y="27763"/>
                  <a:pt x="807425" y="28825"/>
                  <a:pt x="811401" y="30950"/>
                </a:cubicBezTo>
                <a:cubicBezTo>
                  <a:pt x="815377" y="33075"/>
                  <a:pt x="818222" y="36012"/>
                  <a:pt x="819935" y="39759"/>
                </a:cubicBezTo>
                <a:cubicBezTo>
                  <a:pt x="821649" y="43506"/>
                  <a:pt x="822506" y="48945"/>
                  <a:pt x="822506" y="56074"/>
                </a:cubicBezTo>
                <a:lnTo>
                  <a:pt x="822506" y="102208"/>
                </a:lnTo>
                <a:lnTo>
                  <a:pt x="810167" y="102208"/>
                </a:lnTo>
                <a:lnTo>
                  <a:pt x="810167" y="56074"/>
                </a:lnTo>
                <a:cubicBezTo>
                  <a:pt x="810167" y="49904"/>
                  <a:pt x="808830" y="45414"/>
                  <a:pt x="806157" y="42604"/>
                </a:cubicBezTo>
                <a:cubicBezTo>
                  <a:pt x="803483" y="39793"/>
                  <a:pt x="799702" y="38388"/>
                  <a:pt x="794812" y="38388"/>
                </a:cubicBezTo>
                <a:cubicBezTo>
                  <a:pt x="791156" y="38388"/>
                  <a:pt x="787717" y="39336"/>
                  <a:pt x="784495" y="41233"/>
                </a:cubicBezTo>
                <a:cubicBezTo>
                  <a:pt x="781273" y="43129"/>
                  <a:pt x="778977" y="45700"/>
                  <a:pt x="777606" y="48945"/>
                </a:cubicBezTo>
                <a:cubicBezTo>
                  <a:pt x="776235" y="52189"/>
                  <a:pt x="775549" y="56668"/>
                  <a:pt x="775549" y="62380"/>
                </a:cubicBezTo>
                <a:lnTo>
                  <a:pt x="775549" y="102208"/>
                </a:lnTo>
                <a:lnTo>
                  <a:pt x="763210" y="102208"/>
                </a:lnTo>
                <a:close/>
                <a:moveTo>
                  <a:pt x="890879" y="78764"/>
                </a:moveTo>
                <a:lnTo>
                  <a:pt x="903629" y="80341"/>
                </a:lnTo>
                <a:cubicBezTo>
                  <a:pt x="901618" y="87790"/>
                  <a:pt x="897894" y="93571"/>
                  <a:pt x="892455" y="97684"/>
                </a:cubicBezTo>
                <a:cubicBezTo>
                  <a:pt x="887017" y="101797"/>
                  <a:pt x="880071" y="103853"/>
                  <a:pt x="871616" y="103853"/>
                </a:cubicBezTo>
                <a:cubicBezTo>
                  <a:pt x="860968" y="103853"/>
                  <a:pt x="852525" y="100574"/>
                  <a:pt x="846287" y="94016"/>
                </a:cubicBezTo>
                <a:cubicBezTo>
                  <a:pt x="840049" y="87458"/>
                  <a:pt x="836930" y="78261"/>
                  <a:pt x="836930" y="66425"/>
                </a:cubicBezTo>
                <a:cubicBezTo>
                  <a:pt x="836930" y="54177"/>
                  <a:pt x="840083" y="44672"/>
                  <a:pt x="846390" y="37908"/>
                </a:cubicBezTo>
                <a:cubicBezTo>
                  <a:pt x="852696" y="31145"/>
                  <a:pt x="860877" y="27763"/>
                  <a:pt x="870931" y="27763"/>
                </a:cubicBezTo>
                <a:cubicBezTo>
                  <a:pt x="880665" y="27763"/>
                  <a:pt x="888617" y="31076"/>
                  <a:pt x="894786" y="37702"/>
                </a:cubicBezTo>
                <a:cubicBezTo>
                  <a:pt x="900956" y="44329"/>
                  <a:pt x="904040" y="53652"/>
                  <a:pt x="904040" y="65671"/>
                </a:cubicBezTo>
                <a:cubicBezTo>
                  <a:pt x="904040" y="66402"/>
                  <a:pt x="904018" y="67499"/>
                  <a:pt x="903972" y="68961"/>
                </a:cubicBezTo>
                <a:lnTo>
                  <a:pt x="849680" y="68961"/>
                </a:lnTo>
                <a:cubicBezTo>
                  <a:pt x="850137" y="76959"/>
                  <a:pt x="852399" y="83083"/>
                  <a:pt x="856467" y="87333"/>
                </a:cubicBezTo>
                <a:cubicBezTo>
                  <a:pt x="860534" y="91583"/>
                  <a:pt x="865607" y="93708"/>
                  <a:pt x="871685" y="93708"/>
                </a:cubicBezTo>
                <a:cubicBezTo>
                  <a:pt x="876209" y="93708"/>
                  <a:pt x="880071" y="92520"/>
                  <a:pt x="883270" y="90143"/>
                </a:cubicBezTo>
                <a:cubicBezTo>
                  <a:pt x="886469" y="87767"/>
                  <a:pt x="889005" y="83974"/>
                  <a:pt x="890879" y="78764"/>
                </a:cubicBezTo>
                <a:moveTo>
                  <a:pt x="850366" y="58816"/>
                </a:moveTo>
                <a:lnTo>
                  <a:pt x="891016" y="58816"/>
                </a:lnTo>
                <a:cubicBezTo>
                  <a:pt x="890467" y="52692"/>
                  <a:pt x="888914" y="48099"/>
                  <a:pt x="886354" y="45037"/>
                </a:cubicBezTo>
                <a:cubicBezTo>
                  <a:pt x="882424" y="40285"/>
                  <a:pt x="877329" y="37908"/>
                  <a:pt x="871068" y="37908"/>
                </a:cubicBezTo>
                <a:cubicBezTo>
                  <a:pt x="865401" y="37908"/>
                  <a:pt x="860637" y="39805"/>
                  <a:pt x="856775" y="43598"/>
                </a:cubicBezTo>
                <a:cubicBezTo>
                  <a:pt x="852914" y="47391"/>
                  <a:pt x="850777" y="52464"/>
                  <a:pt x="850366" y="58816"/>
                </a:cubicBezTo>
                <a:close/>
                <a:moveTo>
                  <a:pt x="957124" y="102208"/>
                </a:moveTo>
                <a:lnTo>
                  <a:pt x="957124" y="1714"/>
                </a:lnTo>
                <a:lnTo>
                  <a:pt x="969463" y="1714"/>
                </a:lnTo>
                <a:lnTo>
                  <a:pt x="969463" y="102208"/>
                </a:lnTo>
                <a:lnTo>
                  <a:pt x="957124" y="102208"/>
                </a:lnTo>
                <a:close/>
                <a:moveTo>
                  <a:pt x="988971" y="15904"/>
                </a:moveTo>
                <a:lnTo>
                  <a:pt x="988971" y="1714"/>
                </a:lnTo>
                <a:lnTo>
                  <a:pt x="1001310" y="1714"/>
                </a:lnTo>
                <a:lnTo>
                  <a:pt x="1001310" y="15904"/>
                </a:lnTo>
                <a:lnTo>
                  <a:pt x="988971" y="15904"/>
                </a:lnTo>
                <a:moveTo>
                  <a:pt x="988971" y="102208"/>
                </a:moveTo>
                <a:lnTo>
                  <a:pt x="988971" y="29408"/>
                </a:lnTo>
                <a:lnTo>
                  <a:pt x="1001310" y="29408"/>
                </a:lnTo>
                <a:lnTo>
                  <a:pt x="1001310" y="102208"/>
                </a:lnTo>
                <a:lnTo>
                  <a:pt x="988971" y="102208"/>
                </a:lnTo>
                <a:close/>
                <a:moveTo>
                  <a:pt x="1040628" y="102208"/>
                </a:moveTo>
                <a:lnTo>
                  <a:pt x="1012933" y="29408"/>
                </a:lnTo>
                <a:lnTo>
                  <a:pt x="1025958" y="29408"/>
                </a:lnTo>
                <a:lnTo>
                  <a:pt x="1041587" y="73006"/>
                </a:lnTo>
                <a:cubicBezTo>
                  <a:pt x="1043278" y="77713"/>
                  <a:pt x="1044832" y="82603"/>
                  <a:pt x="1046249" y="87675"/>
                </a:cubicBezTo>
                <a:cubicBezTo>
                  <a:pt x="1047346" y="83837"/>
                  <a:pt x="1048876" y="79221"/>
                  <a:pt x="1050842" y="73828"/>
                </a:cubicBezTo>
                <a:lnTo>
                  <a:pt x="1067019" y="29408"/>
                </a:lnTo>
                <a:lnTo>
                  <a:pt x="1079701" y="29408"/>
                </a:lnTo>
                <a:lnTo>
                  <a:pt x="1052144" y="102208"/>
                </a:lnTo>
                <a:lnTo>
                  <a:pt x="1040628" y="102208"/>
                </a:lnTo>
                <a:close/>
                <a:moveTo>
                  <a:pt x="1090445" y="15904"/>
                </a:moveTo>
                <a:lnTo>
                  <a:pt x="1090445" y="1714"/>
                </a:lnTo>
                <a:lnTo>
                  <a:pt x="1102784" y="1714"/>
                </a:lnTo>
                <a:lnTo>
                  <a:pt x="1102784" y="15904"/>
                </a:lnTo>
                <a:lnTo>
                  <a:pt x="1090445" y="15904"/>
                </a:lnTo>
                <a:moveTo>
                  <a:pt x="1090445" y="102208"/>
                </a:moveTo>
                <a:lnTo>
                  <a:pt x="1090445" y="29408"/>
                </a:lnTo>
                <a:lnTo>
                  <a:pt x="1102784" y="29408"/>
                </a:lnTo>
                <a:lnTo>
                  <a:pt x="1102784" y="102208"/>
                </a:lnTo>
                <a:lnTo>
                  <a:pt x="1090445" y="102208"/>
                </a:lnTo>
                <a:close/>
                <a:moveTo>
                  <a:pt x="1121880" y="102208"/>
                </a:moveTo>
                <a:lnTo>
                  <a:pt x="1121880" y="29408"/>
                </a:lnTo>
                <a:lnTo>
                  <a:pt x="1132985" y="29408"/>
                </a:lnTo>
                <a:lnTo>
                  <a:pt x="1132985" y="39759"/>
                </a:lnTo>
                <a:cubicBezTo>
                  <a:pt x="1138332" y="31761"/>
                  <a:pt x="1146055" y="27763"/>
                  <a:pt x="1156154" y="27763"/>
                </a:cubicBezTo>
                <a:cubicBezTo>
                  <a:pt x="1160542" y="27763"/>
                  <a:pt x="1164575" y="28551"/>
                  <a:pt x="1168254" y="30128"/>
                </a:cubicBezTo>
                <a:cubicBezTo>
                  <a:pt x="1171932" y="31704"/>
                  <a:pt x="1174686" y="33772"/>
                  <a:pt x="1176514" y="36331"/>
                </a:cubicBezTo>
                <a:cubicBezTo>
                  <a:pt x="1178342" y="38891"/>
                  <a:pt x="1179621" y="41930"/>
                  <a:pt x="1180353" y="45449"/>
                </a:cubicBezTo>
                <a:cubicBezTo>
                  <a:pt x="1180810" y="47734"/>
                  <a:pt x="1181038" y="51732"/>
                  <a:pt x="1181038" y="57445"/>
                </a:cubicBezTo>
                <a:lnTo>
                  <a:pt x="1181038" y="102208"/>
                </a:lnTo>
                <a:lnTo>
                  <a:pt x="1168699" y="102208"/>
                </a:lnTo>
                <a:lnTo>
                  <a:pt x="1168699" y="57925"/>
                </a:lnTo>
                <a:cubicBezTo>
                  <a:pt x="1168699" y="52898"/>
                  <a:pt x="1168219" y="49139"/>
                  <a:pt x="1167260" y="46648"/>
                </a:cubicBezTo>
                <a:cubicBezTo>
                  <a:pt x="1166300" y="44158"/>
                  <a:pt x="1164598" y="42170"/>
                  <a:pt x="1162153" y="40684"/>
                </a:cubicBezTo>
                <a:cubicBezTo>
                  <a:pt x="1159708" y="39199"/>
                  <a:pt x="1156840" y="38457"/>
                  <a:pt x="1153550" y="38457"/>
                </a:cubicBezTo>
                <a:cubicBezTo>
                  <a:pt x="1148294" y="38457"/>
                  <a:pt x="1143758" y="40125"/>
                  <a:pt x="1139942" y="43461"/>
                </a:cubicBezTo>
                <a:cubicBezTo>
                  <a:pt x="1136126" y="46797"/>
                  <a:pt x="1134219" y="53126"/>
                  <a:pt x="1134219" y="62449"/>
                </a:cubicBezTo>
                <a:lnTo>
                  <a:pt x="1134219" y="102208"/>
                </a:lnTo>
                <a:lnTo>
                  <a:pt x="1121880" y="102208"/>
                </a:lnTo>
                <a:close/>
                <a:moveTo>
                  <a:pt x="1197450" y="108240"/>
                </a:moveTo>
                <a:lnTo>
                  <a:pt x="1209446" y="110023"/>
                </a:lnTo>
                <a:cubicBezTo>
                  <a:pt x="1209949" y="113724"/>
                  <a:pt x="1211343" y="116421"/>
                  <a:pt x="1213628" y="118112"/>
                </a:cubicBezTo>
                <a:cubicBezTo>
                  <a:pt x="1216690" y="120397"/>
                  <a:pt x="1220871" y="121539"/>
                  <a:pt x="1226172" y="121539"/>
                </a:cubicBezTo>
                <a:cubicBezTo>
                  <a:pt x="1231885" y="121539"/>
                  <a:pt x="1236295" y="120397"/>
                  <a:pt x="1239403" y="118112"/>
                </a:cubicBezTo>
                <a:cubicBezTo>
                  <a:pt x="1242510" y="115827"/>
                  <a:pt x="1244612" y="112628"/>
                  <a:pt x="1245709" y="108515"/>
                </a:cubicBezTo>
                <a:cubicBezTo>
                  <a:pt x="1246349" y="106001"/>
                  <a:pt x="1246646" y="100723"/>
                  <a:pt x="1246600" y="92680"/>
                </a:cubicBezTo>
                <a:cubicBezTo>
                  <a:pt x="1241208" y="99032"/>
                  <a:pt x="1234490" y="102208"/>
                  <a:pt x="1226447" y="102208"/>
                </a:cubicBezTo>
                <a:cubicBezTo>
                  <a:pt x="1216438" y="102208"/>
                  <a:pt x="1208692" y="98598"/>
                  <a:pt x="1203208" y="91377"/>
                </a:cubicBezTo>
                <a:cubicBezTo>
                  <a:pt x="1197724" y="84156"/>
                  <a:pt x="1194982" y="75496"/>
                  <a:pt x="1194982" y="65397"/>
                </a:cubicBezTo>
                <a:cubicBezTo>
                  <a:pt x="1194982" y="58450"/>
                  <a:pt x="1196239" y="52041"/>
                  <a:pt x="1198752" y="46168"/>
                </a:cubicBezTo>
                <a:cubicBezTo>
                  <a:pt x="1201266" y="40296"/>
                  <a:pt x="1204910" y="35760"/>
                  <a:pt x="1209686" y="32561"/>
                </a:cubicBezTo>
                <a:cubicBezTo>
                  <a:pt x="1214462" y="29362"/>
                  <a:pt x="1220071" y="27763"/>
                  <a:pt x="1226515" y="27763"/>
                </a:cubicBezTo>
                <a:cubicBezTo>
                  <a:pt x="1235107" y="27763"/>
                  <a:pt x="1242190" y="31236"/>
                  <a:pt x="1247766" y="38182"/>
                </a:cubicBezTo>
                <a:lnTo>
                  <a:pt x="1247766" y="29408"/>
                </a:lnTo>
                <a:lnTo>
                  <a:pt x="1259145" y="29408"/>
                </a:lnTo>
                <a:lnTo>
                  <a:pt x="1259145" y="92337"/>
                </a:lnTo>
                <a:cubicBezTo>
                  <a:pt x="1259145" y="103670"/>
                  <a:pt x="1257991" y="111702"/>
                  <a:pt x="1255683" y="116432"/>
                </a:cubicBezTo>
                <a:cubicBezTo>
                  <a:pt x="1253375" y="121162"/>
                  <a:pt x="1249719" y="124898"/>
                  <a:pt x="1244715" y="127640"/>
                </a:cubicBezTo>
                <a:cubicBezTo>
                  <a:pt x="1239711" y="130382"/>
                  <a:pt x="1233553" y="131753"/>
                  <a:pt x="1226241" y="131753"/>
                </a:cubicBezTo>
                <a:cubicBezTo>
                  <a:pt x="1217558" y="131753"/>
                  <a:pt x="1210543" y="129799"/>
                  <a:pt x="1205196" y="125892"/>
                </a:cubicBezTo>
                <a:cubicBezTo>
                  <a:pt x="1199849" y="121985"/>
                  <a:pt x="1197267" y="116101"/>
                  <a:pt x="1197450" y="108240"/>
                </a:cubicBezTo>
                <a:moveTo>
                  <a:pt x="1207664" y="64505"/>
                </a:moveTo>
                <a:cubicBezTo>
                  <a:pt x="1207664" y="74057"/>
                  <a:pt x="1209560" y="81026"/>
                  <a:pt x="1213354" y="85413"/>
                </a:cubicBezTo>
                <a:cubicBezTo>
                  <a:pt x="1217147" y="89800"/>
                  <a:pt x="1221899" y="91994"/>
                  <a:pt x="1227612" y="91994"/>
                </a:cubicBezTo>
                <a:cubicBezTo>
                  <a:pt x="1233279" y="91994"/>
                  <a:pt x="1238032" y="89812"/>
                  <a:pt x="1241870" y="85447"/>
                </a:cubicBezTo>
                <a:cubicBezTo>
                  <a:pt x="1245709" y="81083"/>
                  <a:pt x="1247629" y="74240"/>
                  <a:pt x="1247629" y="64917"/>
                </a:cubicBezTo>
                <a:cubicBezTo>
                  <a:pt x="1247629" y="56005"/>
                  <a:pt x="1245652" y="49287"/>
                  <a:pt x="1241699" y="44763"/>
                </a:cubicBezTo>
                <a:cubicBezTo>
                  <a:pt x="1237746" y="40239"/>
                  <a:pt x="1232982" y="37977"/>
                  <a:pt x="1227406" y="37977"/>
                </a:cubicBezTo>
                <a:cubicBezTo>
                  <a:pt x="1221922" y="37977"/>
                  <a:pt x="1217261" y="40205"/>
                  <a:pt x="1213422" y="44660"/>
                </a:cubicBezTo>
                <a:cubicBezTo>
                  <a:pt x="1209583" y="49116"/>
                  <a:pt x="1207664" y="55731"/>
                  <a:pt x="1207664" y="64505"/>
                </a:cubicBezTo>
                <a:close/>
                <a:moveTo>
                  <a:pt x="1315930" y="102208"/>
                </a:moveTo>
                <a:lnTo>
                  <a:pt x="1315930" y="29408"/>
                </a:lnTo>
                <a:lnTo>
                  <a:pt x="1327035" y="29408"/>
                </a:lnTo>
                <a:lnTo>
                  <a:pt x="1327035" y="40444"/>
                </a:lnTo>
                <a:cubicBezTo>
                  <a:pt x="1329869" y="35280"/>
                  <a:pt x="1332485" y="31876"/>
                  <a:pt x="1334884" y="30231"/>
                </a:cubicBezTo>
                <a:cubicBezTo>
                  <a:pt x="1337284" y="28585"/>
                  <a:pt x="1339923" y="27763"/>
                  <a:pt x="1342802" y="27763"/>
                </a:cubicBezTo>
                <a:cubicBezTo>
                  <a:pt x="1346961" y="27763"/>
                  <a:pt x="1351188" y="29088"/>
                  <a:pt x="1355484" y="31739"/>
                </a:cubicBezTo>
                <a:lnTo>
                  <a:pt x="1351234" y="43186"/>
                </a:lnTo>
                <a:cubicBezTo>
                  <a:pt x="1348217" y="41404"/>
                  <a:pt x="1345201" y="40513"/>
                  <a:pt x="1342185" y="40513"/>
                </a:cubicBezTo>
                <a:cubicBezTo>
                  <a:pt x="1339489" y="40513"/>
                  <a:pt x="1337067" y="41324"/>
                  <a:pt x="1334919" y="42947"/>
                </a:cubicBezTo>
                <a:cubicBezTo>
                  <a:pt x="1332771" y="44569"/>
                  <a:pt x="1331240" y="46820"/>
                  <a:pt x="1330326" y="49699"/>
                </a:cubicBezTo>
                <a:cubicBezTo>
                  <a:pt x="1328955" y="54086"/>
                  <a:pt x="1328269" y="58884"/>
                  <a:pt x="1328269" y="64094"/>
                </a:cubicBezTo>
                <a:lnTo>
                  <a:pt x="1328269" y="102208"/>
                </a:lnTo>
                <a:lnTo>
                  <a:pt x="1315930" y="102208"/>
                </a:lnTo>
                <a:close/>
                <a:moveTo>
                  <a:pt x="1357860" y="65808"/>
                </a:moveTo>
                <a:cubicBezTo>
                  <a:pt x="1357860" y="52326"/>
                  <a:pt x="1361607" y="42341"/>
                  <a:pt x="1369102" y="35852"/>
                </a:cubicBezTo>
                <a:cubicBezTo>
                  <a:pt x="1375363" y="30459"/>
                  <a:pt x="1382995" y="27763"/>
                  <a:pt x="1391997" y="27763"/>
                </a:cubicBezTo>
                <a:cubicBezTo>
                  <a:pt x="1402006" y="27763"/>
                  <a:pt x="1410186" y="31042"/>
                  <a:pt x="1416538" y="37600"/>
                </a:cubicBezTo>
                <a:cubicBezTo>
                  <a:pt x="1422891" y="44158"/>
                  <a:pt x="1426067" y="53218"/>
                  <a:pt x="1426067" y="64780"/>
                </a:cubicBezTo>
                <a:cubicBezTo>
                  <a:pt x="1426067" y="74148"/>
                  <a:pt x="1424662" y="81517"/>
                  <a:pt x="1421851" y="86887"/>
                </a:cubicBezTo>
                <a:cubicBezTo>
                  <a:pt x="1419040" y="92257"/>
                  <a:pt x="1414950" y="96427"/>
                  <a:pt x="1409581" y="99397"/>
                </a:cubicBezTo>
                <a:cubicBezTo>
                  <a:pt x="1404211" y="102368"/>
                  <a:pt x="1398350" y="103853"/>
                  <a:pt x="1391997" y="103853"/>
                </a:cubicBezTo>
                <a:cubicBezTo>
                  <a:pt x="1381806" y="103853"/>
                  <a:pt x="1373569" y="100586"/>
                  <a:pt x="1367285" y="94051"/>
                </a:cubicBezTo>
                <a:cubicBezTo>
                  <a:pt x="1361001" y="87515"/>
                  <a:pt x="1357860" y="78101"/>
                  <a:pt x="1357860" y="65808"/>
                </a:cubicBezTo>
                <a:moveTo>
                  <a:pt x="1370541" y="65808"/>
                </a:moveTo>
                <a:cubicBezTo>
                  <a:pt x="1370541" y="75131"/>
                  <a:pt x="1372575" y="82111"/>
                  <a:pt x="1376642" y="86750"/>
                </a:cubicBezTo>
                <a:cubicBezTo>
                  <a:pt x="1380710" y="91388"/>
                  <a:pt x="1385828" y="93708"/>
                  <a:pt x="1391997" y="93708"/>
                </a:cubicBezTo>
                <a:cubicBezTo>
                  <a:pt x="1398121" y="93708"/>
                  <a:pt x="1403217" y="91377"/>
                  <a:pt x="1407284" y="86716"/>
                </a:cubicBezTo>
                <a:cubicBezTo>
                  <a:pt x="1411351" y="82054"/>
                  <a:pt x="1413385" y="74948"/>
                  <a:pt x="1413385" y="65397"/>
                </a:cubicBezTo>
                <a:cubicBezTo>
                  <a:pt x="1413385" y="56394"/>
                  <a:pt x="1411340" y="49573"/>
                  <a:pt x="1407250" y="44934"/>
                </a:cubicBezTo>
                <a:cubicBezTo>
                  <a:pt x="1403160" y="40296"/>
                  <a:pt x="1398076" y="37977"/>
                  <a:pt x="1391997" y="37977"/>
                </a:cubicBezTo>
                <a:cubicBezTo>
                  <a:pt x="1385828" y="37977"/>
                  <a:pt x="1380710" y="40285"/>
                  <a:pt x="1376642" y="44900"/>
                </a:cubicBezTo>
                <a:cubicBezTo>
                  <a:pt x="1372575" y="49516"/>
                  <a:pt x="1370541" y="56485"/>
                  <a:pt x="1370541" y="65808"/>
                </a:cubicBezTo>
                <a:close/>
                <a:moveTo>
                  <a:pt x="1435692" y="65808"/>
                </a:moveTo>
                <a:cubicBezTo>
                  <a:pt x="1435692" y="52326"/>
                  <a:pt x="1439439" y="42341"/>
                  <a:pt x="1446934" y="35852"/>
                </a:cubicBezTo>
                <a:cubicBezTo>
                  <a:pt x="1453195" y="30459"/>
                  <a:pt x="1460827" y="27763"/>
                  <a:pt x="1469830" y="27763"/>
                </a:cubicBezTo>
                <a:cubicBezTo>
                  <a:pt x="1479838" y="27763"/>
                  <a:pt x="1488018" y="31042"/>
                  <a:pt x="1494371" y="37600"/>
                </a:cubicBezTo>
                <a:cubicBezTo>
                  <a:pt x="1500723" y="44158"/>
                  <a:pt x="1503899" y="53218"/>
                  <a:pt x="1503899" y="64780"/>
                </a:cubicBezTo>
                <a:cubicBezTo>
                  <a:pt x="1503899" y="74148"/>
                  <a:pt x="1502494" y="81517"/>
                  <a:pt x="1499683" y="86887"/>
                </a:cubicBezTo>
                <a:cubicBezTo>
                  <a:pt x="1496873" y="92257"/>
                  <a:pt x="1492783" y="96427"/>
                  <a:pt x="1487413" y="99397"/>
                </a:cubicBezTo>
                <a:cubicBezTo>
                  <a:pt x="1482043" y="102368"/>
                  <a:pt x="1476182" y="103853"/>
                  <a:pt x="1469830" y="103853"/>
                </a:cubicBezTo>
                <a:cubicBezTo>
                  <a:pt x="1459639" y="103853"/>
                  <a:pt x="1451401" y="100586"/>
                  <a:pt x="1445118" y="94051"/>
                </a:cubicBezTo>
                <a:cubicBezTo>
                  <a:pt x="1438834" y="87515"/>
                  <a:pt x="1435692" y="78101"/>
                  <a:pt x="1435692" y="65808"/>
                </a:cubicBezTo>
                <a:moveTo>
                  <a:pt x="1448374" y="65808"/>
                </a:moveTo>
                <a:cubicBezTo>
                  <a:pt x="1448374" y="75131"/>
                  <a:pt x="1450407" y="82111"/>
                  <a:pt x="1454475" y="86750"/>
                </a:cubicBezTo>
                <a:cubicBezTo>
                  <a:pt x="1458542" y="91388"/>
                  <a:pt x="1463660" y="93708"/>
                  <a:pt x="1469830" y="93708"/>
                </a:cubicBezTo>
                <a:cubicBezTo>
                  <a:pt x="1475954" y="93708"/>
                  <a:pt x="1481049" y="91377"/>
                  <a:pt x="1485116" y="86716"/>
                </a:cubicBezTo>
                <a:cubicBezTo>
                  <a:pt x="1489184" y="82054"/>
                  <a:pt x="1491217" y="74948"/>
                  <a:pt x="1491217" y="65397"/>
                </a:cubicBezTo>
                <a:cubicBezTo>
                  <a:pt x="1491217" y="56394"/>
                  <a:pt x="1489172" y="49573"/>
                  <a:pt x="1485082" y="44934"/>
                </a:cubicBezTo>
                <a:cubicBezTo>
                  <a:pt x="1480992" y="40296"/>
                  <a:pt x="1475908" y="37977"/>
                  <a:pt x="1469830" y="37977"/>
                </a:cubicBezTo>
                <a:cubicBezTo>
                  <a:pt x="1463660" y="37977"/>
                  <a:pt x="1458542" y="40285"/>
                  <a:pt x="1454475" y="44900"/>
                </a:cubicBezTo>
                <a:cubicBezTo>
                  <a:pt x="1450407" y="49516"/>
                  <a:pt x="1448374" y="56485"/>
                  <a:pt x="1448374" y="65808"/>
                </a:cubicBezTo>
                <a:close/>
                <a:moveTo>
                  <a:pt x="1518117" y="102208"/>
                </a:moveTo>
                <a:lnTo>
                  <a:pt x="1518117" y="29408"/>
                </a:lnTo>
                <a:lnTo>
                  <a:pt x="1529153" y="29408"/>
                </a:lnTo>
                <a:lnTo>
                  <a:pt x="1529153" y="39622"/>
                </a:lnTo>
                <a:cubicBezTo>
                  <a:pt x="1531438" y="36057"/>
                  <a:pt x="1534477" y="33190"/>
                  <a:pt x="1538270" y="31019"/>
                </a:cubicBezTo>
                <a:cubicBezTo>
                  <a:pt x="1542064" y="28848"/>
                  <a:pt x="1546382" y="27763"/>
                  <a:pt x="1551226" y="27763"/>
                </a:cubicBezTo>
                <a:cubicBezTo>
                  <a:pt x="1556619" y="27763"/>
                  <a:pt x="1561040" y="28882"/>
                  <a:pt x="1564491" y="31122"/>
                </a:cubicBezTo>
                <a:cubicBezTo>
                  <a:pt x="1567941" y="33361"/>
                  <a:pt x="1570375" y="36491"/>
                  <a:pt x="1571791" y="40513"/>
                </a:cubicBezTo>
                <a:cubicBezTo>
                  <a:pt x="1577550" y="32013"/>
                  <a:pt x="1585044" y="27763"/>
                  <a:pt x="1594276" y="27763"/>
                </a:cubicBezTo>
                <a:cubicBezTo>
                  <a:pt x="1601496" y="27763"/>
                  <a:pt x="1607049" y="29762"/>
                  <a:pt x="1610933" y="33761"/>
                </a:cubicBezTo>
                <a:cubicBezTo>
                  <a:pt x="1614818" y="37760"/>
                  <a:pt x="1616760" y="43918"/>
                  <a:pt x="1616760" y="52235"/>
                </a:cubicBezTo>
                <a:lnTo>
                  <a:pt x="1616760" y="102208"/>
                </a:lnTo>
                <a:lnTo>
                  <a:pt x="1604490" y="102208"/>
                </a:lnTo>
                <a:lnTo>
                  <a:pt x="1604490" y="56348"/>
                </a:lnTo>
                <a:cubicBezTo>
                  <a:pt x="1604490" y="51412"/>
                  <a:pt x="1604090" y="47859"/>
                  <a:pt x="1603290" y="45689"/>
                </a:cubicBezTo>
                <a:cubicBezTo>
                  <a:pt x="1602490" y="43518"/>
                  <a:pt x="1601039" y="41770"/>
                  <a:pt x="1598937" y="40444"/>
                </a:cubicBezTo>
                <a:cubicBezTo>
                  <a:pt x="1596835" y="39119"/>
                  <a:pt x="1594367" y="38457"/>
                  <a:pt x="1591534" y="38457"/>
                </a:cubicBezTo>
                <a:cubicBezTo>
                  <a:pt x="1586415" y="38457"/>
                  <a:pt x="1582165" y="40159"/>
                  <a:pt x="1578783" y="43563"/>
                </a:cubicBezTo>
                <a:cubicBezTo>
                  <a:pt x="1575402" y="46968"/>
                  <a:pt x="1573711" y="52418"/>
                  <a:pt x="1573711" y="59913"/>
                </a:cubicBezTo>
                <a:lnTo>
                  <a:pt x="1573711" y="102208"/>
                </a:lnTo>
                <a:lnTo>
                  <a:pt x="1561372" y="102208"/>
                </a:lnTo>
                <a:lnTo>
                  <a:pt x="1561372" y="54908"/>
                </a:lnTo>
                <a:cubicBezTo>
                  <a:pt x="1561372" y="49424"/>
                  <a:pt x="1560366" y="45312"/>
                  <a:pt x="1558356" y="42570"/>
                </a:cubicBezTo>
                <a:cubicBezTo>
                  <a:pt x="1556345" y="39828"/>
                  <a:pt x="1553054" y="38457"/>
                  <a:pt x="1548484" y="38457"/>
                </a:cubicBezTo>
                <a:cubicBezTo>
                  <a:pt x="1545011" y="38457"/>
                  <a:pt x="1541801" y="39371"/>
                  <a:pt x="1538853" y="41199"/>
                </a:cubicBezTo>
                <a:cubicBezTo>
                  <a:pt x="1535905" y="43027"/>
                  <a:pt x="1533769" y="45700"/>
                  <a:pt x="1532444" y="49219"/>
                </a:cubicBezTo>
                <a:cubicBezTo>
                  <a:pt x="1531118" y="52738"/>
                  <a:pt x="1530456" y="57810"/>
                  <a:pt x="1530456" y="64437"/>
                </a:cubicBezTo>
                <a:lnTo>
                  <a:pt x="1530456" y="102208"/>
                </a:lnTo>
                <a:lnTo>
                  <a:pt x="1518117" y="102208"/>
                </a:lnTo>
                <a:close/>
                <a:moveTo>
                  <a:pt x="1675887" y="102208"/>
                </a:moveTo>
                <a:lnTo>
                  <a:pt x="1675887" y="39005"/>
                </a:lnTo>
                <a:lnTo>
                  <a:pt x="1664988" y="39005"/>
                </a:lnTo>
                <a:lnTo>
                  <a:pt x="1664988" y="29408"/>
                </a:lnTo>
                <a:lnTo>
                  <a:pt x="1675887" y="29408"/>
                </a:lnTo>
                <a:lnTo>
                  <a:pt x="1675887" y="21662"/>
                </a:lnTo>
                <a:cubicBezTo>
                  <a:pt x="1675887" y="16772"/>
                  <a:pt x="1676321" y="13139"/>
                  <a:pt x="1677190" y="10762"/>
                </a:cubicBezTo>
                <a:cubicBezTo>
                  <a:pt x="1678378" y="7563"/>
                  <a:pt x="1680469" y="4970"/>
                  <a:pt x="1683462" y="2982"/>
                </a:cubicBezTo>
                <a:cubicBezTo>
                  <a:pt x="1686455" y="994"/>
                  <a:pt x="1690648" y="0"/>
                  <a:pt x="1696041" y="0"/>
                </a:cubicBezTo>
                <a:cubicBezTo>
                  <a:pt x="1699514" y="0"/>
                  <a:pt x="1703353" y="411"/>
                  <a:pt x="1707557" y="1234"/>
                </a:cubicBezTo>
                <a:lnTo>
                  <a:pt x="1705706" y="11996"/>
                </a:lnTo>
                <a:cubicBezTo>
                  <a:pt x="1703147" y="11539"/>
                  <a:pt x="1700725" y="11311"/>
                  <a:pt x="1698440" y="11311"/>
                </a:cubicBezTo>
                <a:cubicBezTo>
                  <a:pt x="1694693" y="11311"/>
                  <a:pt x="1692042" y="12110"/>
                  <a:pt x="1690488" y="13710"/>
                </a:cubicBezTo>
                <a:cubicBezTo>
                  <a:pt x="1688935" y="15309"/>
                  <a:pt x="1688158" y="18303"/>
                  <a:pt x="1688158" y="22690"/>
                </a:cubicBezTo>
                <a:lnTo>
                  <a:pt x="1688158" y="29408"/>
                </a:lnTo>
                <a:lnTo>
                  <a:pt x="1702347" y="29408"/>
                </a:lnTo>
                <a:lnTo>
                  <a:pt x="1702347" y="39005"/>
                </a:lnTo>
                <a:lnTo>
                  <a:pt x="1688158" y="39005"/>
                </a:lnTo>
                <a:lnTo>
                  <a:pt x="1688158" y="102208"/>
                </a:lnTo>
                <a:lnTo>
                  <a:pt x="1675887" y="102208"/>
                </a:lnTo>
                <a:close/>
                <a:moveTo>
                  <a:pt x="1761299" y="78764"/>
                </a:moveTo>
                <a:lnTo>
                  <a:pt x="1774049" y="80341"/>
                </a:lnTo>
                <a:cubicBezTo>
                  <a:pt x="1772038" y="87790"/>
                  <a:pt x="1768314" y="93571"/>
                  <a:pt x="1762875" y="97684"/>
                </a:cubicBezTo>
                <a:cubicBezTo>
                  <a:pt x="1757437" y="101797"/>
                  <a:pt x="1750491" y="103853"/>
                  <a:pt x="1742036" y="103853"/>
                </a:cubicBezTo>
                <a:cubicBezTo>
                  <a:pt x="1731388" y="103853"/>
                  <a:pt x="1722945" y="100574"/>
                  <a:pt x="1716707" y="94016"/>
                </a:cubicBezTo>
                <a:cubicBezTo>
                  <a:pt x="1710469" y="87458"/>
                  <a:pt x="1707350" y="78261"/>
                  <a:pt x="1707350" y="66425"/>
                </a:cubicBezTo>
                <a:cubicBezTo>
                  <a:pt x="1707350" y="54177"/>
                  <a:pt x="1710503" y="44672"/>
                  <a:pt x="1716810" y="37908"/>
                </a:cubicBezTo>
                <a:cubicBezTo>
                  <a:pt x="1723116" y="31145"/>
                  <a:pt x="1731297" y="27763"/>
                  <a:pt x="1741351" y="27763"/>
                </a:cubicBezTo>
                <a:cubicBezTo>
                  <a:pt x="1751085" y="27763"/>
                  <a:pt x="1759037" y="31076"/>
                  <a:pt x="1765206" y="37702"/>
                </a:cubicBezTo>
                <a:cubicBezTo>
                  <a:pt x="1771376" y="44329"/>
                  <a:pt x="1774460" y="53652"/>
                  <a:pt x="1774460" y="65671"/>
                </a:cubicBezTo>
                <a:cubicBezTo>
                  <a:pt x="1774460" y="66402"/>
                  <a:pt x="1774437" y="67499"/>
                  <a:pt x="1774392" y="68961"/>
                </a:cubicBezTo>
                <a:lnTo>
                  <a:pt x="1720100" y="68961"/>
                </a:lnTo>
                <a:cubicBezTo>
                  <a:pt x="1720557" y="76959"/>
                  <a:pt x="1722819" y="83083"/>
                  <a:pt x="1726887" y="87333"/>
                </a:cubicBezTo>
                <a:cubicBezTo>
                  <a:pt x="1730954" y="91583"/>
                  <a:pt x="1736027" y="93708"/>
                  <a:pt x="1742105" y="93708"/>
                </a:cubicBezTo>
                <a:cubicBezTo>
                  <a:pt x="1746629" y="93708"/>
                  <a:pt x="1750491" y="92520"/>
                  <a:pt x="1753690" y="90143"/>
                </a:cubicBezTo>
                <a:cubicBezTo>
                  <a:pt x="1756889" y="87767"/>
                  <a:pt x="1759425" y="83974"/>
                  <a:pt x="1761299" y="78764"/>
                </a:cubicBezTo>
                <a:moveTo>
                  <a:pt x="1720786" y="58816"/>
                </a:moveTo>
                <a:lnTo>
                  <a:pt x="1761436" y="58816"/>
                </a:lnTo>
                <a:cubicBezTo>
                  <a:pt x="1760887" y="52692"/>
                  <a:pt x="1759334" y="48099"/>
                  <a:pt x="1756774" y="45037"/>
                </a:cubicBezTo>
                <a:cubicBezTo>
                  <a:pt x="1752844" y="40285"/>
                  <a:pt x="1747749" y="37908"/>
                  <a:pt x="1741488" y="37908"/>
                </a:cubicBezTo>
                <a:cubicBezTo>
                  <a:pt x="1735821" y="37908"/>
                  <a:pt x="1731057" y="39805"/>
                  <a:pt x="1727195" y="43598"/>
                </a:cubicBezTo>
                <a:cubicBezTo>
                  <a:pt x="1723333" y="47391"/>
                  <a:pt x="1721197" y="52464"/>
                  <a:pt x="1720786" y="58816"/>
                </a:cubicBezTo>
                <a:close/>
                <a:moveTo>
                  <a:pt x="1836800" y="93228"/>
                </a:moveTo>
                <a:cubicBezTo>
                  <a:pt x="1832230" y="97112"/>
                  <a:pt x="1827831" y="99854"/>
                  <a:pt x="1823604" y="101454"/>
                </a:cubicBezTo>
                <a:cubicBezTo>
                  <a:pt x="1819377" y="103053"/>
                  <a:pt x="1814841" y="103853"/>
                  <a:pt x="1809997" y="103853"/>
                </a:cubicBezTo>
                <a:cubicBezTo>
                  <a:pt x="1802000" y="103853"/>
                  <a:pt x="1795853" y="101899"/>
                  <a:pt x="1791557" y="97992"/>
                </a:cubicBezTo>
                <a:cubicBezTo>
                  <a:pt x="1787261" y="94085"/>
                  <a:pt x="1785113" y="89092"/>
                  <a:pt x="1785113" y="83014"/>
                </a:cubicBezTo>
                <a:cubicBezTo>
                  <a:pt x="1785113" y="79449"/>
                  <a:pt x="1785925" y="76193"/>
                  <a:pt x="1787547" y="73246"/>
                </a:cubicBezTo>
                <a:cubicBezTo>
                  <a:pt x="1789169" y="70298"/>
                  <a:pt x="1791294" y="67933"/>
                  <a:pt x="1793922" y="66151"/>
                </a:cubicBezTo>
                <a:cubicBezTo>
                  <a:pt x="1796550" y="64368"/>
                  <a:pt x="1799509" y="63020"/>
                  <a:pt x="1802799" y="62106"/>
                </a:cubicBezTo>
                <a:cubicBezTo>
                  <a:pt x="1805221" y="61466"/>
                  <a:pt x="1808877" y="60849"/>
                  <a:pt x="1813767" y="60255"/>
                </a:cubicBezTo>
                <a:cubicBezTo>
                  <a:pt x="1823730" y="59067"/>
                  <a:pt x="1831065" y="57650"/>
                  <a:pt x="1835772" y="56005"/>
                </a:cubicBezTo>
                <a:cubicBezTo>
                  <a:pt x="1835817" y="54314"/>
                  <a:pt x="1835840" y="53240"/>
                  <a:pt x="1835840" y="52783"/>
                </a:cubicBezTo>
                <a:cubicBezTo>
                  <a:pt x="1835840" y="47756"/>
                  <a:pt x="1834675" y="44215"/>
                  <a:pt x="1832344" y="42158"/>
                </a:cubicBezTo>
                <a:cubicBezTo>
                  <a:pt x="1829191" y="39371"/>
                  <a:pt x="1824507" y="37977"/>
                  <a:pt x="1818292" y="37977"/>
                </a:cubicBezTo>
                <a:cubicBezTo>
                  <a:pt x="1812488" y="37977"/>
                  <a:pt x="1808203" y="38993"/>
                  <a:pt x="1805438" y="41027"/>
                </a:cubicBezTo>
                <a:cubicBezTo>
                  <a:pt x="1802674" y="43061"/>
                  <a:pt x="1800629" y="46660"/>
                  <a:pt x="1799303" y="51824"/>
                </a:cubicBezTo>
                <a:lnTo>
                  <a:pt x="1787238" y="50179"/>
                </a:lnTo>
                <a:cubicBezTo>
                  <a:pt x="1788335" y="45014"/>
                  <a:pt x="1790140" y="40844"/>
                  <a:pt x="1792654" y="37668"/>
                </a:cubicBezTo>
                <a:cubicBezTo>
                  <a:pt x="1795167" y="34492"/>
                  <a:pt x="1798801" y="32047"/>
                  <a:pt x="1803553" y="30333"/>
                </a:cubicBezTo>
                <a:cubicBezTo>
                  <a:pt x="1808306" y="28620"/>
                  <a:pt x="1813813" y="27763"/>
                  <a:pt x="1820074" y="27763"/>
                </a:cubicBezTo>
                <a:cubicBezTo>
                  <a:pt x="1826289" y="27763"/>
                  <a:pt x="1831339" y="28494"/>
                  <a:pt x="1835223" y="29956"/>
                </a:cubicBezTo>
                <a:cubicBezTo>
                  <a:pt x="1839108" y="31419"/>
                  <a:pt x="1841964" y="33258"/>
                  <a:pt x="1843792" y="35475"/>
                </a:cubicBezTo>
                <a:cubicBezTo>
                  <a:pt x="1845620" y="37691"/>
                  <a:pt x="1846900" y="40490"/>
                  <a:pt x="1847631" y="43872"/>
                </a:cubicBezTo>
                <a:cubicBezTo>
                  <a:pt x="1848042" y="45974"/>
                  <a:pt x="1848248" y="49767"/>
                  <a:pt x="1848248" y="55251"/>
                </a:cubicBezTo>
                <a:lnTo>
                  <a:pt x="1848248" y="71703"/>
                </a:lnTo>
                <a:cubicBezTo>
                  <a:pt x="1848248" y="83174"/>
                  <a:pt x="1848511" y="90429"/>
                  <a:pt x="1849036" y="93468"/>
                </a:cubicBezTo>
                <a:cubicBezTo>
                  <a:pt x="1849562" y="96507"/>
                  <a:pt x="1850601" y="99420"/>
                  <a:pt x="1852155" y="102208"/>
                </a:cubicBezTo>
                <a:lnTo>
                  <a:pt x="1839268" y="102208"/>
                </a:lnTo>
                <a:cubicBezTo>
                  <a:pt x="1837988" y="99649"/>
                  <a:pt x="1837166" y="96655"/>
                  <a:pt x="1836800" y="93228"/>
                </a:cubicBezTo>
                <a:moveTo>
                  <a:pt x="1835772" y="65671"/>
                </a:moveTo>
                <a:cubicBezTo>
                  <a:pt x="1831293" y="67499"/>
                  <a:pt x="1824575" y="69053"/>
                  <a:pt x="1815618" y="70332"/>
                </a:cubicBezTo>
                <a:cubicBezTo>
                  <a:pt x="1810545" y="71063"/>
                  <a:pt x="1806958" y="71886"/>
                  <a:pt x="1804856" y="72800"/>
                </a:cubicBezTo>
                <a:cubicBezTo>
                  <a:pt x="1802754" y="73714"/>
                  <a:pt x="1801131" y="75051"/>
                  <a:pt x="1799989" y="76810"/>
                </a:cubicBezTo>
                <a:cubicBezTo>
                  <a:pt x="1798846" y="78570"/>
                  <a:pt x="1798275" y="80523"/>
                  <a:pt x="1798275" y="82671"/>
                </a:cubicBezTo>
                <a:cubicBezTo>
                  <a:pt x="1798275" y="85962"/>
                  <a:pt x="1799520" y="88704"/>
                  <a:pt x="1802011" y="90897"/>
                </a:cubicBezTo>
                <a:cubicBezTo>
                  <a:pt x="1804502" y="93091"/>
                  <a:pt x="1808146" y="94188"/>
                  <a:pt x="1812945" y="94188"/>
                </a:cubicBezTo>
                <a:cubicBezTo>
                  <a:pt x="1817697" y="94188"/>
                  <a:pt x="1821925" y="93148"/>
                  <a:pt x="1825626" y="91069"/>
                </a:cubicBezTo>
                <a:cubicBezTo>
                  <a:pt x="1829328" y="88989"/>
                  <a:pt x="1832047" y="86144"/>
                  <a:pt x="1833784" y="82534"/>
                </a:cubicBezTo>
                <a:cubicBezTo>
                  <a:pt x="1835109" y="79746"/>
                  <a:pt x="1835772" y="75633"/>
                  <a:pt x="1835772" y="70195"/>
                </a:cubicBezTo>
                <a:lnTo>
                  <a:pt x="1835772" y="65671"/>
                </a:lnTo>
                <a:close/>
                <a:moveTo>
                  <a:pt x="1894067" y="91171"/>
                </a:moveTo>
                <a:lnTo>
                  <a:pt x="1895850" y="102071"/>
                </a:lnTo>
                <a:cubicBezTo>
                  <a:pt x="1892376" y="102802"/>
                  <a:pt x="1889269" y="103168"/>
                  <a:pt x="1886527" y="103168"/>
                </a:cubicBezTo>
                <a:cubicBezTo>
                  <a:pt x="1882048" y="103168"/>
                  <a:pt x="1878575" y="102459"/>
                  <a:pt x="1876107" y="101043"/>
                </a:cubicBezTo>
                <a:cubicBezTo>
                  <a:pt x="1873639" y="99626"/>
                  <a:pt x="1871903" y="97764"/>
                  <a:pt x="1870897" y="95456"/>
                </a:cubicBezTo>
                <a:cubicBezTo>
                  <a:pt x="1869892" y="93148"/>
                  <a:pt x="1869389" y="88292"/>
                  <a:pt x="1869389" y="80889"/>
                </a:cubicBezTo>
                <a:lnTo>
                  <a:pt x="1869389" y="39005"/>
                </a:lnTo>
                <a:lnTo>
                  <a:pt x="1860341" y="39005"/>
                </a:lnTo>
                <a:lnTo>
                  <a:pt x="1860341" y="29408"/>
                </a:lnTo>
                <a:lnTo>
                  <a:pt x="1869389" y="29408"/>
                </a:lnTo>
                <a:lnTo>
                  <a:pt x="1869389" y="11379"/>
                </a:lnTo>
                <a:lnTo>
                  <a:pt x="1881660" y="3976"/>
                </a:lnTo>
                <a:lnTo>
                  <a:pt x="1881660" y="29408"/>
                </a:lnTo>
                <a:lnTo>
                  <a:pt x="1894067" y="29408"/>
                </a:lnTo>
                <a:lnTo>
                  <a:pt x="1894067" y="39005"/>
                </a:lnTo>
                <a:lnTo>
                  <a:pt x="1881660" y="39005"/>
                </a:lnTo>
                <a:lnTo>
                  <a:pt x="1881660" y="81574"/>
                </a:lnTo>
                <a:cubicBezTo>
                  <a:pt x="1881660" y="85093"/>
                  <a:pt x="1881877" y="87355"/>
                  <a:pt x="1882311" y="88361"/>
                </a:cubicBezTo>
                <a:cubicBezTo>
                  <a:pt x="1882745" y="89366"/>
                  <a:pt x="1883454" y="90166"/>
                  <a:pt x="1884436" y="90760"/>
                </a:cubicBezTo>
                <a:cubicBezTo>
                  <a:pt x="1885419" y="91354"/>
                  <a:pt x="1886824" y="91651"/>
                  <a:pt x="1888652" y="91651"/>
                </a:cubicBezTo>
                <a:cubicBezTo>
                  <a:pt x="1890023" y="91651"/>
                  <a:pt x="1891828" y="91491"/>
                  <a:pt x="1894067" y="91171"/>
                </a:cubicBezTo>
                <a:close/>
                <a:moveTo>
                  <a:pt x="1953361" y="102208"/>
                </a:moveTo>
                <a:lnTo>
                  <a:pt x="1953361" y="91514"/>
                </a:lnTo>
                <a:cubicBezTo>
                  <a:pt x="1947694" y="99740"/>
                  <a:pt x="1939994" y="103853"/>
                  <a:pt x="1930260" y="103853"/>
                </a:cubicBezTo>
                <a:cubicBezTo>
                  <a:pt x="1925964" y="103853"/>
                  <a:pt x="1921954" y="103031"/>
                  <a:pt x="1918229" y="101385"/>
                </a:cubicBezTo>
                <a:cubicBezTo>
                  <a:pt x="1914505" y="99740"/>
                  <a:pt x="1911740" y="97672"/>
                  <a:pt x="1909935" y="95182"/>
                </a:cubicBezTo>
                <a:cubicBezTo>
                  <a:pt x="1908130" y="92691"/>
                  <a:pt x="1906861" y="89640"/>
                  <a:pt x="1906130" y="86030"/>
                </a:cubicBezTo>
                <a:cubicBezTo>
                  <a:pt x="1905627" y="83608"/>
                  <a:pt x="1905376" y="79769"/>
                  <a:pt x="1905376" y="74514"/>
                </a:cubicBezTo>
                <a:lnTo>
                  <a:pt x="1905376" y="29408"/>
                </a:lnTo>
                <a:lnTo>
                  <a:pt x="1917715" y="29408"/>
                </a:lnTo>
                <a:lnTo>
                  <a:pt x="1917715" y="69784"/>
                </a:lnTo>
                <a:cubicBezTo>
                  <a:pt x="1917715" y="76228"/>
                  <a:pt x="1917966" y="80569"/>
                  <a:pt x="1918469" y="82808"/>
                </a:cubicBezTo>
                <a:cubicBezTo>
                  <a:pt x="1919246" y="86053"/>
                  <a:pt x="1920891" y="88601"/>
                  <a:pt x="1923405" y="90452"/>
                </a:cubicBezTo>
                <a:cubicBezTo>
                  <a:pt x="1925918" y="92302"/>
                  <a:pt x="1929026" y="93228"/>
                  <a:pt x="1932728" y="93228"/>
                </a:cubicBezTo>
                <a:cubicBezTo>
                  <a:pt x="1936429" y="93228"/>
                  <a:pt x="1939902" y="92280"/>
                  <a:pt x="1943147" y="90383"/>
                </a:cubicBezTo>
                <a:cubicBezTo>
                  <a:pt x="1946392" y="88487"/>
                  <a:pt x="1948688" y="85904"/>
                  <a:pt x="1950036" y="82637"/>
                </a:cubicBezTo>
                <a:cubicBezTo>
                  <a:pt x="1951385" y="79369"/>
                  <a:pt x="1952059" y="74628"/>
                  <a:pt x="1952059" y="68413"/>
                </a:cubicBezTo>
                <a:lnTo>
                  <a:pt x="1952059" y="29408"/>
                </a:lnTo>
                <a:lnTo>
                  <a:pt x="1964398" y="29408"/>
                </a:lnTo>
                <a:lnTo>
                  <a:pt x="1964398" y="102208"/>
                </a:lnTo>
                <a:lnTo>
                  <a:pt x="1953361" y="102208"/>
                </a:lnTo>
                <a:close/>
                <a:moveTo>
                  <a:pt x="1983346" y="102208"/>
                </a:moveTo>
                <a:lnTo>
                  <a:pt x="1983346" y="29408"/>
                </a:lnTo>
                <a:lnTo>
                  <a:pt x="1994451" y="29408"/>
                </a:lnTo>
                <a:lnTo>
                  <a:pt x="1994451" y="40444"/>
                </a:lnTo>
                <a:cubicBezTo>
                  <a:pt x="1997284" y="35280"/>
                  <a:pt x="1999901" y="31876"/>
                  <a:pt x="2002300" y="30231"/>
                </a:cubicBezTo>
                <a:cubicBezTo>
                  <a:pt x="2004699" y="28585"/>
                  <a:pt x="2007338" y="27763"/>
                  <a:pt x="2010217" y="27763"/>
                </a:cubicBezTo>
                <a:cubicBezTo>
                  <a:pt x="2014376" y="27763"/>
                  <a:pt x="2018603" y="29088"/>
                  <a:pt x="2022899" y="31739"/>
                </a:cubicBezTo>
                <a:lnTo>
                  <a:pt x="2018649" y="43186"/>
                </a:lnTo>
                <a:cubicBezTo>
                  <a:pt x="2015633" y="41404"/>
                  <a:pt x="2012617" y="40513"/>
                  <a:pt x="2009600" y="40513"/>
                </a:cubicBezTo>
                <a:cubicBezTo>
                  <a:pt x="2006904" y="40513"/>
                  <a:pt x="2004482" y="41324"/>
                  <a:pt x="2002334" y="42947"/>
                </a:cubicBezTo>
                <a:cubicBezTo>
                  <a:pt x="2000186" y="44569"/>
                  <a:pt x="1998655" y="46820"/>
                  <a:pt x="1997741" y="49699"/>
                </a:cubicBezTo>
                <a:cubicBezTo>
                  <a:pt x="1996370" y="54086"/>
                  <a:pt x="1995685" y="58884"/>
                  <a:pt x="1995685" y="64094"/>
                </a:cubicBezTo>
                <a:lnTo>
                  <a:pt x="1995685" y="102208"/>
                </a:lnTo>
                <a:lnTo>
                  <a:pt x="1983346" y="102208"/>
                </a:lnTo>
                <a:close/>
                <a:moveTo>
                  <a:pt x="2079704" y="78764"/>
                </a:moveTo>
                <a:lnTo>
                  <a:pt x="2092454" y="80341"/>
                </a:lnTo>
                <a:cubicBezTo>
                  <a:pt x="2090443" y="87790"/>
                  <a:pt x="2086719" y="93571"/>
                  <a:pt x="2081280" y="97684"/>
                </a:cubicBezTo>
                <a:cubicBezTo>
                  <a:pt x="2075842" y="101797"/>
                  <a:pt x="2068896" y="103853"/>
                  <a:pt x="2060441" y="103853"/>
                </a:cubicBezTo>
                <a:cubicBezTo>
                  <a:pt x="2049793" y="103853"/>
                  <a:pt x="2041350" y="100574"/>
                  <a:pt x="2035112" y="94016"/>
                </a:cubicBezTo>
                <a:cubicBezTo>
                  <a:pt x="2028874" y="87458"/>
                  <a:pt x="2025755" y="78261"/>
                  <a:pt x="2025755" y="66425"/>
                </a:cubicBezTo>
                <a:cubicBezTo>
                  <a:pt x="2025755" y="54177"/>
                  <a:pt x="2028908" y="44672"/>
                  <a:pt x="2035215" y="37908"/>
                </a:cubicBezTo>
                <a:cubicBezTo>
                  <a:pt x="2041521" y="31145"/>
                  <a:pt x="2049702" y="27763"/>
                  <a:pt x="2059756" y="27763"/>
                </a:cubicBezTo>
                <a:cubicBezTo>
                  <a:pt x="2069490" y="27763"/>
                  <a:pt x="2077442" y="31076"/>
                  <a:pt x="2083611" y="37702"/>
                </a:cubicBezTo>
                <a:cubicBezTo>
                  <a:pt x="2089781" y="44329"/>
                  <a:pt x="2092865" y="53652"/>
                  <a:pt x="2092865" y="65671"/>
                </a:cubicBezTo>
                <a:cubicBezTo>
                  <a:pt x="2092865" y="66402"/>
                  <a:pt x="2092842" y="67499"/>
                  <a:pt x="2092797" y="68961"/>
                </a:cubicBezTo>
                <a:lnTo>
                  <a:pt x="2038505" y="68961"/>
                </a:lnTo>
                <a:cubicBezTo>
                  <a:pt x="2038962" y="76959"/>
                  <a:pt x="2041224" y="83083"/>
                  <a:pt x="2045292" y="87333"/>
                </a:cubicBezTo>
                <a:cubicBezTo>
                  <a:pt x="2049359" y="91583"/>
                  <a:pt x="2054432" y="93708"/>
                  <a:pt x="2060510" y="93708"/>
                </a:cubicBezTo>
                <a:cubicBezTo>
                  <a:pt x="2065034" y="93708"/>
                  <a:pt x="2068896" y="92520"/>
                  <a:pt x="2072095" y="90143"/>
                </a:cubicBezTo>
                <a:cubicBezTo>
                  <a:pt x="2075294" y="87767"/>
                  <a:pt x="2077830" y="83974"/>
                  <a:pt x="2079704" y="78764"/>
                </a:cubicBezTo>
                <a:moveTo>
                  <a:pt x="2039191" y="58816"/>
                </a:moveTo>
                <a:lnTo>
                  <a:pt x="2079841" y="58816"/>
                </a:lnTo>
                <a:cubicBezTo>
                  <a:pt x="2079292" y="52692"/>
                  <a:pt x="2077739" y="48099"/>
                  <a:pt x="2075179" y="45037"/>
                </a:cubicBezTo>
                <a:cubicBezTo>
                  <a:pt x="2071249" y="40285"/>
                  <a:pt x="2066154" y="37908"/>
                  <a:pt x="2059893" y="37908"/>
                </a:cubicBezTo>
                <a:cubicBezTo>
                  <a:pt x="2054226" y="37908"/>
                  <a:pt x="2049462" y="39805"/>
                  <a:pt x="2045600" y="43598"/>
                </a:cubicBezTo>
                <a:cubicBezTo>
                  <a:pt x="2041738" y="47391"/>
                  <a:pt x="2039602" y="52464"/>
                  <a:pt x="2039191" y="58816"/>
                </a:cubicBezTo>
                <a:close/>
                <a:moveTo>
                  <a:pt x="2102765" y="80478"/>
                </a:moveTo>
                <a:lnTo>
                  <a:pt x="2114967" y="78558"/>
                </a:lnTo>
                <a:cubicBezTo>
                  <a:pt x="2115652" y="83448"/>
                  <a:pt x="2117560" y="87196"/>
                  <a:pt x="2120691" y="89800"/>
                </a:cubicBezTo>
                <a:cubicBezTo>
                  <a:pt x="2123821" y="92405"/>
                  <a:pt x="2128197" y="93708"/>
                  <a:pt x="2133818" y="93708"/>
                </a:cubicBezTo>
                <a:cubicBezTo>
                  <a:pt x="2139485" y="93708"/>
                  <a:pt x="2143689" y="92554"/>
                  <a:pt x="2146431" y="90246"/>
                </a:cubicBezTo>
                <a:cubicBezTo>
                  <a:pt x="2149173" y="87938"/>
                  <a:pt x="2150544" y="85230"/>
                  <a:pt x="2150544" y="82123"/>
                </a:cubicBezTo>
                <a:cubicBezTo>
                  <a:pt x="2150544" y="79335"/>
                  <a:pt x="2149333" y="77142"/>
                  <a:pt x="2146911" y="75542"/>
                </a:cubicBezTo>
                <a:cubicBezTo>
                  <a:pt x="2145220" y="74445"/>
                  <a:pt x="2141016" y="73051"/>
                  <a:pt x="2134298" y="71360"/>
                </a:cubicBezTo>
                <a:cubicBezTo>
                  <a:pt x="2125249" y="69075"/>
                  <a:pt x="2118977" y="67099"/>
                  <a:pt x="2115481" y="65431"/>
                </a:cubicBezTo>
                <a:cubicBezTo>
                  <a:pt x="2111985" y="63763"/>
                  <a:pt x="2109334" y="61455"/>
                  <a:pt x="2107529" y="58507"/>
                </a:cubicBezTo>
                <a:cubicBezTo>
                  <a:pt x="2105724" y="55560"/>
                  <a:pt x="2104821" y="52304"/>
                  <a:pt x="2104821" y="48739"/>
                </a:cubicBezTo>
                <a:cubicBezTo>
                  <a:pt x="2104821" y="45494"/>
                  <a:pt x="2105564" y="42490"/>
                  <a:pt x="2107049" y="39725"/>
                </a:cubicBezTo>
                <a:cubicBezTo>
                  <a:pt x="2108534" y="36960"/>
                  <a:pt x="2110557" y="34663"/>
                  <a:pt x="2113116" y="32835"/>
                </a:cubicBezTo>
                <a:cubicBezTo>
                  <a:pt x="2115035" y="31419"/>
                  <a:pt x="2117652" y="30219"/>
                  <a:pt x="2120965" y="29237"/>
                </a:cubicBezTo>
                <a:cubicBezTo>
                  <a:pt x="2124278" y="28254"/>
                  <a:pt x="2127831" y="27763"/>
                  <a:pt x="2131624" y="27763"/>
                </a:cubicBezTo>
                <a:cubicBezTo>
                  <a:pt x="2137337" y="27763"/>
                  <a:pt x="2142352" y="28585"/>
                  <a:pt x="2146671" y="30231"/>
                </a:cubicBezTo>
                <a:cubicBezTo>
                  <a:pt x="2150990" y="31876"/>
                  <a:pt x="2154177" y="34104"/>
                  <a:pt x="2156234" y="36914"/>
                </a:cubicBezTo>
                <a:cubicBezTo>
                  <a:pt x="2158290" y="39725"/>
                  <a:pt x="2159707" y="43484"/>
                  <a:pt x="2160484" y="48191"/>
                </a:cubicBezTo>
                <a:lnTo>
                  <a:pt x="2148419" y="49836"/>
                </a:lnTo>
                <a:cubicBezTo>
                  <a:pt x="2147871" y="46088"/>
                  <a:pt x="2146283" y="43164"/>
                  <a:pt x="2143655" y="41061"/>
                </a:cubicBezTo>
                <a:cubicBezTo>
                  <a:pt x="2141027" y="38959"/>
                  <a:pt x="2137314" y="37908"/>
                  <a:pt x="2132516" y="37908"/>
                </a:cubicBezTo>
                <a:cubicBezTo>
                  <a:pt x="2126849" y="37908"/>
                  <a:pt x="2122804" y="38845"/>
                  <a:pt x="2120382" y="40719"/>
                </a:cubicBezTo>
                <a:cubicBezTo>
                  <a:pt x="2117960" y="42592"/>
                  <a:pt x="2116749" y="44786"/>
                  <a:pt x="2116749" y="47299"/>
                </a:cubicBezTo>
                <a:cubicBezTo>
                  <a:pt x="2116749" y="48899"/>
                  <a:pt x="2117252" y="50338"/>
                  <a:pt x="2118257" y="51618"/>
                </a:cubicBezTo>
                <a:cubicBezTo>
                  <a:pt x="2119263" y="52943"/>
                  <a:pt x="2120839" y="54040"/>
                  <a:pt x="2122987" y="54908"/>
                </a:cubicBezTo>
                <a:cubicBezTo>
                  <a:pt x="2124221" y="55365"/>
                  <a:pt x="2127854" y="56417"/>
                  <a:pt x="2133887" y="58062"/>
                </a:cubicBezTo>
                <a:cubicBezTo>
                  <a:pt x="2142615" y="60392"/>
                  <a:pt x="2148705" y="62300"/>
                  <a:pt x="2152155" y="63786"/>
                </a:cubicBezTo>
                <a:cubicBezTo>
                  <a:pt x="2155605" y="65271"/>
                  <a:pt x="2158313" y="67430"/>
                  <a:pt x="2160278" y="70264"/>
                </a:cubicBezTo>
                <a:cubicBezTo>
                  <a:pt x="2162243" y="73097"/>
                  <a:pt x="2163226" y="76616"/>
                  <a:pt x="2163226" y="80820"/>
                </a:cubicBezTo>
                <a:cubicBezTo>
                  <a:pt x="2163226" y="84933"/>
                  <a:pt x="2162026" y="88806"/>
                  <a:pt x="2159627" y="92440"/>
                </a:cubicBezTo>
                <a:cubicBezTo>
                  <a:pt x="2157228" y="96073"/>
                  <a:pt x="2153766" y="98883"/>
                  <a:pt x="2149242" y="100871"/>
                </a:cubicBezTo>
                <a:cubicBezTo>
                  <a:pt x="2144717" y="102859"/>
                  <a:pt x="2139599" y="103853"/>
                  <a:pt x="2133887" y="103853"/>
                </a:cubicBezTo>
                <a:cubicBezTo>
                  <a:pt x="2124427" y="103853"/>
                  <a:pt x="2117217" y="101888"/>
                  <a:pt x="2112259" y="97958"/>
                </a:cubicBezTo>
                <a:cubicBezTo>
                  <a:pt x="2107301" y="94028"/>
                  <a:pt x="2104136" y="88201"/>
                  <a:pt x="2102765" y="80478"/>
                </a:cubicBezTo>
                <a:close/>
                <a:moveTo>
                  <a:pt x="2263699" y="93228"/>
                </a:moveTo>
                <a:cubicBezTo>
                  <a:pt x="2259129" y="97112"/>
                  <a:pt x="2254730" y="99854"/>
                  <a:pt x="2250503" y="101454"/>
                </a:cubicBezTo>
                <a:cubicBezTo>
                  <a:pt x="2246275" y="103053"/>
                  <a:pt x="2241740" y="103853"/>
                  <a:pt x="2236896" y="103853"/>
                </a:cubicBezTo>
                <a:cubicBezTo>
                  <a:pt x="2228898" y="103853"/>
                  <a:pt x="2222751" y="101899"/>
                  <a:pt x="2218456" y="97992"/>
                </a:cubicBezTo>
                <a:cubicBezTo>
                  <a:pt x="2214160" y="94085"/>
                  <a:pt x="2212012" y="89092"/>
                  <a:pt x="2212012" y="83014"/>
                </a:cubicBezTo>
                <a:cubicBezTo>
                  <a:pt x="2212012" y="79449"/>
                  <a:pt x="2212823" y="76193"/>
                  <a:pt x="2214445" y="73246"/>
                </a:cubicBezTo>
                <a:cubicBezTo>
                  <a:pt x="2216068" y="70298"/>
                  <a:pt x="2218193" y="67933"/>
                  <a:pt x="2220821" y="66151"/>
                </a:cubicBezTo>
                <a:cubicBezTo>
                  <a:pt x="2223448" y="64368"/>
                  <a:pt x="2226407" y="63020"/>
                  <a:pt x="2229698" y="62106"/>
                </a:cubicBezTo>
                <a:cubicBezTo>
                  <a:pt x="2232120" y="61466"/>
                  <a:pt x="2235776" y="60849"/>
                  <a:pt x="2240666" y="60255"/>
                </a:cubicBezTo>
                <a:cubicBezTo>
                  <a:pt x="2250628" y="59067"/>
                  <a:pt x="2257963" y="57650"/>
                  <a:pt x="2262670" y="56005"/>
                </a:cubicBezTo>
                <a:cubicBezTo>
                  <a:pt x="2262716" y="54314"/>
                  <a:pt x="2262739" y="53240"/>
                  <a:pt x="2262739" y="52783"/>
                </a:cubicBezTo>
                <a:cubicBezTo>
                  <a:pt x="2262739" y="47756"/>
                  <a:pt x="2261573" y="44215"/>
                  <a:pt x="2259243" y="42158"/>
                </a:cubicBezTo>
                <a:cubicBezTo>
                  <a:pt x="2256089" y="39371"/>
                  <a:pt x="2251405" y="37977"/>
                  <a:pt x="2245190" y="37977"/>
                </a:cubicBezTo>
                <a:cubicBezTo>
                  <a:pt x="2239386" y="37977"/>
                  <a:pt x="2235102" y="38993"/>
                  <a:pt x="2232337" y="41027"/>
                </a:cubicBezTo>
                <a:cubicBezTo>
                  <a:pt x="2229572" y="43061"/>
                  <a:pt x="2227527" y="46660"/>
                  <a:pt x="2226202" y="51824"/>
                </a:cubicBezTo>
                <a:lnTo>
                  <a:pt x="2214137" y="50179"/>
                </a:lnTo>
                <a:cubicBezTo>
                  <a:pt x="2215234" y="45014"/>
                  <a:pt x="2217039" y="40844"/>
                  <a:pt x="2219552" y="37668"/>
                </a:cubicBezTo>
                <a:cubicBezTo>
                  <a:pt x="2222066" y="34492"/>
                  <a:pt x="2225699" y="32047"/>
                  <a:pt x="2230452" y="30333"/>
                </a:cubicBezTo>
                <a:cubicBezTo>
                  <a:pt x="2235205" y="28620"/>
                  <a:pt x="2240711" y="27763"/>
                  <a:pt x="2246972" y="27763"/>
                </a:cubicBezTo>
                <a:cubicBezTo>
                  <a:pt x="2253188" y="27763"/>
                  <a:pt x="2258237" y="28494"/>
                  <a:pt x="2262122" y="29956"/>
                </a:cubicBezTo>
                <a:cubicBezTo>
                  <a:pt x="2266006" y="31419"/>
                  <a:pt x="2268863" y="33258"/>
                  <a:pt x="2270691" y="35475"/>
                </a:cubicBezTo>
                <a:cubicBezTo>
                  <a:pt x="2272519" y="37691"/>
                  <a:pt x="2273798" y="40490"/>
                  <a:pt x="2274529" y="43872"/>
                </a:cubicBezTo>
                <a:cubicBezTo>
                  <a:pt x="2274941" y="45974"/>
                  <a:pt x="2275146" y="49767"/>
                  <a:pt x="2275146" y="55251"/>
                </a:cubicBezTo>
                <a:lnTo>
                  <a:pt x="2275146" y="71703"/>
                </a:lnTo>
                <a:cubicBezTo>
                  <a:pt x="2275146" y="83174"/>
                  <a:pt x="2275409" y="90429"/>
                  <a:pt x="2275935" y="93468"/>
                </a:cubicBezTo>
                <a:cubicBezTo>
                  <a:pt x="2276460" y="96507"/>
                  <a:pt x="2277500" y="99420"/>
                  <a:pt x="2279054" y="102208"/>
                </a:cubicBezTo>
                <a:lnTo>
                  <a:pt x="2266166" y="102208"/>
                </a:lnTo>
                <a:cubicBezTo>
                  <a:pt x="2264887" y="99649"/>
                  <a:pt x="2264064" y="96655"/>
                  <a:pt x="2263699" y="93228"/>
                </a:cubicBezTo>
                <a:moveTo>
                  <a:pt x="2262670" y="65671"/>
                </a:moveTo>
                <a:cubicBezTo>
                  <a:pt x="2258192" y="67499"/>
                  <a:pt x="2251474" y="69053"/>
                  <a:pt x="2242517" y="70332"/>
                </a:cubicBezTo>
                <a:cubicBezTo>
                  <a:pt x="2237444" y="71063"/>
                  <a:pt x="2233856" y="71886"/>
                  <a:pt x="2231754" y="72800"/>
                </a:cubicBezTo>
                <a:cubicBezTo>
                  <a:pt x="2229652" y="73714"/>
                  <a:pt x="2228030" y="75051"/>
                  <a:pt x="2226887" y="76810"/>
                </a:cubicBezTo>
                <a:cubicBezTo>
                  <a:pt x="2225745" y="78570"/>
                  <a:pt x="2225173" y="80523"/>
                  <a:pt x="2225173" y="82671"/>
                </a:cubicBezTo>
                <a:cubicBezTo>
                  <a:pt x="2225173" y="85962"/>
                  <a:pt x="2226419" y="88704"/>
                  <a:pt x="2228909" y="90897"/>
                </a:cubicBezTo>
                <a:cubicBezTo>
                  <a:pt x="2231400" y="93091"/>
                  <a:pt x="2235045" y="94188"/>
                  <a:pt x="2239843" y="94188"/>
                </a:cubicBezTo>
                <a:cubicBezTo>
                  <a:pt x="2244596" y="94188"/>
                  <a:pt x="2248823" y="93148"/>
                  <a:pt x="2252525" y="91069"/>
                </a:cubicBezTo>
                <a:cubicBezTo>
                  <a:pt x="2256227" y="88989"/>
                  <a:pt x="2258946" y="86144"/>
                  <a:pt x="2260682" y="82534"/>
                </a:cubicBezTo>
                <a:cubicBezTo>
                  <a:pt x="2262008" y="79746"/>
                  <a:pt x="2262670" y="75633"/>
                  <a:pt x="2262670" y="70195"/>
                </a:cubicBezTo>
                <a:lnTo>
                  <a:pt x="2262670" y="65671"/>
                </a:lnTo>
                <a:close/>
                <a:moveTo>
                  <a:pt x="2380054" y="75542"/>
                </a:moveTo>
                <a:lnTo>
                  <a:pt x="2392187" y="77119"/>
                </a:lnTo>
                <a:cubicBezTo>
                  <a:pt x="2390862" y="85482"/>
                  <a:pt x="2387469" y="92028"/>
                  <a:pt x="2382008" y="96758"/>
                </a:cubicBezTo>
                <a:cubicBezTo>
                  <a:pt x="2376546" y="101488"/>
                  <a:pt x="2369840" y="103853"/>
                  <a:pt x="2361888" y="103853"/>
                </a:cubicBezTo>
                <a:cubicBezTo>
                  <a:pt x="2351926" y="103853"/>
                  <a:pt x="2343917" y="100597"/>
                  <a:pt x="2337861" y="94085"/>
                </a:cubicBezTo>
                <a:cubicBezTo>
                  <a:pt x="2331806" y="87573"/>
                  <a:pt x="2328779" y="78238"/>
                  <a:pt x="2328779" y="66082"/>
                </a:cubicBezTo>
                <a:cubicBezTo>
                  <a:pt x="2328779" y="58222"/>
                  <a:pt x="2330081" y="51344"/>
                  <a:pt x="2332686" y="45449"/>
                </a:cubicBezTo>
                <a:cubicBezTo>
                  <a:pt x="2335291" y="39553"/>
                  <a:pt x="2339255" y="35132"/>
                  <a:pt x="2344579" y="32184"/>
                </a:cubicBezTo>
                <a:cubicBezTo>
                  <a:pt x="2349903" y="29237"/>
                  <a:pt x="2355696" y="27763"/>
                  <a:pt x="2361957" y="27763"/>
                </a:cubicBezTo>
                <a:cubicBezTo>
                  <a:pt x="2369863" y="27763"/>
                  <a:pt x="2376329" y="29762"/>
                  <a:pt x="2381356" y="33761"/>
                </a:cubicBezTo>
                <a:cubicBezTo>
                  <a:pt x="2386383" y="37760"/>
                  <a:pt x="2389605" y="43438"/>
                  <a:pt x="2391022" y="50795"/>
                </a:cubicBezTo>
                <a:lnTo>
                  <a:pt x="2379026" y="52646"/>
                </a:lnTo>
                <a:cubicBezTo>
                  <a:pt x="2377883" y="47756"/>
                  <a:pt x="2375861" y="44078"/>
                  <a:pt x="2372959" y="41610"/>
                </a:cubicBezTo>
                <a:cubicBezTo>
                  <a:pt x="2370057" y="39142"/>
                  <a:pt x="2366550" y="37908"/>
                  <a:pt x="2362437" y="37908"/>
                </a:cubicBezTo>
                <a:cubicBezTo>
                  <a:pt x="2356221" y="37908"/>
                  <a:pt x="2351172" y="40136"/>
                  <a:pt x="2347287" y="44592"/>
                </a:cubicBezTo>
                <a:cubicBezTo>
                  <a:pt x="2343403" y="49047"/>
                  <a:pt x="2341460" y="56097"/>
                  <a:pt x="2341460" y="65739"/>
                </a:cubicBezTo>
                <a:cubicBezTo>
                  <a:pt x="2341460" y="75519"/>
                  <a:pt x="2343334" y="82626"/>
                  <a:pt x="2347081" y="87058"/>
                </a:cubicBezTo>
                <a:cubicBezTo>
                  <a:pt x="2350829" y="91491"/>
                  <a:pt x="2355719" y="93708"/>
                  <a:pt x="2361751" y="93708"/>
                </a:cubicBezTo>
                <a:cubicBezTo>
                  <a:pt x="2366595" y="93708"/>
                  <a:pt x="2370640" y="92223"/>
                  <a:pt x="2373884" y="89252"/>
                </a:cubicBezTo>
                <a:cubicBezTo>
                  <a:pt x="2377129" y="86282"/>
                  <a:pt x="2379186" y="81712"/>
                  <a:pt x="2380054" y="75542"/>
                </a:cubicBezTo>
                <a:close/>
                <a:moveTo>
                  <a:pt x="2450025" y="93228"/>
                </a:moveTo>
                <a:cubicBezTo>
                  <a:pt x="2445455" y="97112"/>
                  <a:pt x="2441056" y="99854"/>
                  <a:pt x="2436829" y="101454"/>
                </a:cubicBezTo>
                <a:cubicBezTo>
                  <a:pt x="2432602" y="103053"/>
                  <a:pt x="2428066" y="103853"/>
                  <a:pt x="2423222" y="103853"/>
                </a:cubicBezTo>
                <a:cubicBezTo>
                  <a:pt x="2415224" y="103853"/>
                  <a:pt x="2409078" y="101899"/>
                  <a:pt x="2404782" y="97992"/>
                </a:cubicBezTo>
                <a:cubicBezTo>
                  <a:pt x="2400486" y="94085"/>
                  <a:pt x="2398338" y="89092"/>
                  <a:pt x="2398338" y="83014"/>
                </a:cubicBezTo>
                <a:cubicBezTo>
                  <a:pt x="2398338" y="79449"/>
                  <a:pt x="2399149" y="76193"/>
                  <a:pt x="2400772" y="73246"/>
                </a:cubicBezTo>
                <a:cubicBezTo>
                  <a:pt x="2402394" y="70298"/>
                  <a:pt x="2404519" y="67933"/>
                  <a:pt x="2407147" y="66151"/>
                </a:cubicBezTo>
                <a:cubicBezTo>
                  <a:pt x="2409774" y="64368"/>
                  <a:pt x="2412734" y="63020"/>
                  <a:pt x="2416024" y="62106"/>
                </a:cubicBezTo>
                <a:cubicBezTo>
                  <a:pt x="2418446" y="61466"/>
                  <a:pt x="2422102" y="60849"/>
                  <a:pt x="2426992" y="60255"/>
                </a:cubicBezTo>
                <a:cubicBezTo>
                  <a:pt x="2436954" y="59067"/>
                  <a:pt x="2444289" y="57650"/>
                  <a:pt x="2448996" y="56005"/>
                </a:cubicBezTo>
                <a:cubicBezTo>
                  <a:pt x="2449042" y="54314"/>
                  <a:pt x="2449065" y="53240"/>
                  <a:pt x="2449065" y="52783"/>
                </a:cubicBezTo>
                <a:cubicBezTo>
                  <a:pt x="2449065" y="47756"/>
                  <a:pt x="2447900" y="44215"/>
                  <a:pt x="2445569" y="42158"/>
                </a:cubicBezTo>
                <a:cubicBezTo>
                  <a:pt x="2442416" y="39371"/>
                  <a:pt x="2437731" y="37977"/>
                  <a:pt x="2431516" y="37977"/>
                </a:cubicBezTo>
                <a:cubicBezTo>
                  <a:pt x="2425712" y="37977"/>
                  <a:pt x="2421428" y="38993"/>
                  <a:pt x="2418663" y="41027"/>
                </a:cubicBezTo>
                <a:cubicBezTo>
                  <a:pt x="2415898" y="43061"/>
                  <a:pt x="2413853" y="46660"/>
                  <a:pt x="2412528" y="51824"/>
                </a:cubicBezTo>
                <a:lnTo>
                  <a:pt x="2400463" y="50179"/>
                </a:lnTo>
                <a:cubicBezTo>
                  <a:pt x="2401560" y="45014"/>
                  <a:pt x="2403365" y="40844"/>
                  <a:pt x="2405879" y="37668"/>
                </a:cubicBezTo>
                <a:cubicBezTo>
                  <a:pt x="2408392" y="34492"/>
                  <a:pt x="2412025" y="32047"/>
                  <a:pt x="2416778" y="30333"/>
                </a:cubicBezTo>
                <a:cubicBezTo>
                  <a:pt x="2421531" y="28620"/>
                  <a:pt x="2427038" y="27763"/>
                  <a:pt x="2433299" y="27763"/>
                </a:cubicBezTo>
                <a:cubicBezTo>
                  <a:pt x="2439514" y="27763"/>
                  <a:pt x="2444564" y="28494"/>
                  <a:pt x="2448448" y="29956"/>
                </a:cubicBezTo>
                <a:cubicBezTo>
                  <a:pt x="2452333" y="31419"/>
                  <a:pt x="2455189" y="33258"/>
                  <a:pt x="2457017" y="35475"/>
                </a:cubicBezTo>
                <a:cubicBezTo>
                  <a:pt x="2458845" y="37691"/>
                  <a:pt x="2460124" y="40490"/>
                  <a:pt x="2460856" y="43872"/>
                </a:cubicBezTo>
                <a:cubicBezTo>
                  <a:pt x="2461267" y="45974"/>
                  <a:pt x="2461473" y="49767"/>
                  <a:pt x="2461473" y="55251"/>
                </a:cubicBezTo>
                <a:lnTo>
                  <a:pt x="2461473" y="71703"/>
                </a:lnTo>
                <a:cubicBezTo>
                  <a:pt x="2461473" y="83174"/>
                  <a:pt x="2461735" y="90429"/>
                  <a:pt x="2462261" y="93468"/>
                </a:cubicBezTo>
                <a:cubicBezTo>
                  <a:pt x="2462786" y="96507"/>
                  <a:pt x="2463826" y="99420"/>
                  <a:pt x="2465380" y="102208"/>
                </a:cubicBezTo>
                <a:lnTo>
                  <a:pt x="2452492" y="102208"/>
                </a:lnTo>
                <a:cubicBezTo>
                  <a:pt x="2451213" y="99649"/>
                  <a:pt x="2450390" y="96655"/>
                  <a:pt x="2450025" y="93228"/>
                </a:cubicBezTo>
                <a:moveTo>
                  <a:pt x="2448996" y="65671"/>
                </a:moveTo>
                <a:cubicBezTo>
                  <a:pt x="2444518" y="67499"/>
                  <a:pt x="2437800" y="69053"/>
                  <a:pt x="2428843" y="70332"/>
                </a:cubicBezTo>
                <a:cubicBezTo>
                  <a:pt x="2423770" y="71063"/>
                  <a:pt x="2420183" y="71886"/>
                  <a:pt x="2418080" y="72800"/>
                </a:cubicBezTo>
                <a:cubicBezTo>
                  <a:pt x="2415978" y="73714"/>
                  <a:pt x="2414356" y="75051"/>
                  <a:pt x="2413213" y="76810"/>
                </a:cubicBezTo>
                <a:cubicBezTo>
                  <a:pt x="2412071" y="78570"/>
                  <a:pt x="2411500" y="80523"/>
                  <a:pt x="2411500" y="82671"/>
                </a:cubicBezTo>
                <a:cubicBezTo>
                  <a:pt x="2411500" y="85962"/>
                  <a:pt x="2412745" y="88704"/>
                  <a:pt x="2415236" y="90897"/>
                </a:cubicBezTo>
                <a:cubicBezTo>
                  <a:pt x="2417726" y="93091"/>
                  <a:pt x="2421371" y="94188"/>
                  <a:pt x="2426169" y="94188"/>
                </a:cubicBezTo>
                <a:cubicBezTo>
                  <a:pt x="2430922" y="94188"/>
                  <a:pt x="2435149" y="93148"/>
                  <a:pt x="2438851" y="91069"/>
                </a:cubicBezTo>
                <a:cubicBezTo>
                  <a:pt x="2442553" y="88989"/>
                  <a:pt x="2445272" y="86144"/>
                  <a:pt x="2447008" y="82534"/>
                </a:cubicBezTo>
                <a:cubicBezTo>
                  <a:pt x="2448334" y="79746"/>
                  <a:pt x="2448996" y="75633"/>
                  <a:pt x="2448996" y="70195"/>
                </a:cubicBezTo>
                <a:lnTo>
                  <a:pt x="2448996" y="65671"/>
                </a:lnTo>
                <a:close/>
                <a:moveTo>
                  <a:pt x="2491731" y="102208"/>
                </a:moveTo>
                <a:lnTo>
                  <a:pt x="2480283" y="102208"/>
                </a:lnTo>
                <a:lnTo>
                  <a:pt x="2480283" y="1714"/>
                </a:lnTo>
                <a:lnTo>
                  <a:pt x="2492622" y="1714"/>
                </a:lnTo>
                <a:lnTo>
                  <a:pt x="2492622" y="37565"/>
                </a:lnTo>
                <a:cubicBezTo>
                  <a:pt x="2497832" y="31030"/>
                  <a:pt x="2504481" y="27763"/>
                  <a:pt x="2512570" y="27763"/>
                </a:cubicBezTo>
                <a:cubicBezTo>
                  <a:pt x="2517049" y="27763"/>
                  <a:pt x="2521287" y="28665"/>
                  <a:pt x="2525286" y="30470"/>
                </a:cubicBezTo>
                <a:cubicBezTo>
                  <a:pt x="2529285" y="32276"/>
                  <a:pt x="2532575" y="34812"/>
                  <a:pt x="2535157" y="38079"/>
                </a:cubicBezTo>
                <a:cubicBezTo>
                  <a:pt x="2537739" y="41347"/>
                  <a:pt x="2539762" y="45289"/>
                  <a:pt x="2541224" y="49904"/>
                </a:cubicBezTo>
                <a:cubicBezTo>
                  <a:pt x="2542686" y="54520"/>
                  <a:pt x="2543418" y="59456"/>
                  <a:pt x="2543418" y="64711"/>
                </a:cubicBezTo>
                <a:cubicBezTo>
                  <a:pt x="2543418" y="77187"/>
                  <a:pt x="2540333" y="86830"/>
                  <a:pt x="2534163" y="93639"/>
                </a:cubicBezTo>
                <a:cubicBezTo>
                  <a:pt x="2527994" y="100448"/>
                  <a:pt x="2520590" y="103853"/>
                  <a:pt x="2511953" y="103853"/>
                </a:cubicBezTo>
                <a:cubicBezTo>
                  <a:pt x="2503362" y="103853"/>
                  <a:pt x="2496621" y="100266"/>
                  <a:pt x="2491731" y="93091"/>
                </a:cubicBezTo>
                <a:lnTo>
                  <a:pt x="2491731" y="102208"/>
                </a:lnTo>
                <a:moveTo>
                  <a:pt x="2491594" y="65260"/>
                </a:moveTo>
                <a:cubicBezTo>
                  <a:pt x="2491594" y="73988"/>
                  <a:pt x="2492782" y="80295"/>
                  <a:pt x="2495158" y="84179"/>
                </a:cubicBezTo>
                <a:cubicBezTo>
                  <a:pt x="2499043" y="90532"/>
                  <a:pt x="2504298" y="93708"/>
                  <a:pt x="2510925" y="93708"/>
                </a:cubicBezTo>
                <a:cubicBezTo>
                  <a:pt x="2516317" y="93708"/>
                  <a:pt x="2520979" y="91366"/>
                  <a:pt x="2524909" y="86681"/>
                </a:cubicBezTo>
                <a:cubicBezTo>
                  <a:pt x="2528839" y="81997"/>
                  <a:pt x="2530804" y="75016"/>
                  <a:pt x="2530804" y="65739"/>
                </a:cubicBezTo>
                <a:cubicBezTo>
                  <a:pt x="2530804" y="56234"/>
                  <a:pt x="2528919" y="49219"/>
                  <a:pt x="2525149" y="44695"/>
                </a:cubicBezTo>
                <a:cubicBezTo>
                  <a:pt x="2521379" y="40170"/>
                  <a:pt x="2516820" y="37908"/>
                  <a:pt x="2511473" y="37908"/>
                </a:cubicBezTo>
                <a:cubicBezTo>
                  <a:pt x="2506081" y="37908"/>
                  <a:pt x="2501419" y="40250"/>
                  <a:pt x="2497489" y="44934"/>
                </a:cubicBezTo>
                <a:cubicBezTo>
                  <a:pt x="2493559" y="49619"/>
                  <a:pt x="2491594" y="56394"/>
                  <a:pt x="2491594" y="65260"/>
                </a:cubicBezTo>
                <a:close/>
                <a:moveTo>
                  <a:pt x="2558252" y="15904"/>
                </a:moveTo>
                <a:lnTo>
                  <a:pt x="2558252" y="1714"/>
                </a:lnTo>
                <a:lnTo>
                  <a:pt x="2570591" y="1714"/>
                </a:lnTo>
                <a:lnTo>
                  <a:pt x="2570591" y="15904"/>
                </a:lnTo>
                <a:lnTo>
                  <a:pt x="2558252" y="15904"/>
                </a:lnTo>
                <a:moveTo>
                  <a:pt x="2558252" y="102208"/>
                </a:moveTo>
                <a:lnTo>
                  <a:pt x="2558252" y="29408"/>
                </a:lnTo>
                <a:lnTo>
                  <a:pt x="2570591" y="29408"/>
                </a:lnTo>
                <a:lnTo>
                  <a:pt x="2570591" y="102208"/>
                </a:lnTo>
                <a:lnTo>
                  <a:pt x="2558252" y="102208"/>
                </a:lnTo>
                <a:close/>
                <a:moveTo>
                  <a:pt x="2589688" y="102208"/>
                </a:moveTo>
                <a:lnTo>
                  <a:pt x="2589688" y="29408"/>
                </a:lnTo>
                <a:lnTo>
                  <a:pt x="2600793" y="29408"/>
                </a:lnTo>
                <a:lnTo>
                  <a:pt x="2600793" y="39759"/>
                </a:lnTo>
                <a:cubicBezTo>
                  <a:pt x="2606140" y="31761"/>
                  <a:pt x="2613863" y="27763"/>
                  <a:pt x="2623963" y="27763"/>
                </a:cubicBezTo>
                <a:cubicBezTo>
                  <a:pt x="2628350" y="27763"/>
                  <a:pt x="2632383" y="28551"/>
                  <a:pt x="2636062" y="30128"/>
                </a:cubicBezTo>
                <a:cubicBezTo>
                  <a:pt x="2639740" y="31704"/>
                  <a:pt x="2642494" y="33772"/>
                  <a:pt x="2644322" y="36331"/>
                </a:cubicBezTo>
                <a:cubicBezTo>
                  <a:pt x="2646150" y="38891"/>
                  <a:pt x="2647429" y="41930"/>
                  <a:pt x="2648161" y="45449"/>
                </a:cubicBezTo>
                <a:cubicBezTo>
                  <a:pt x="2648618" y="47734"/>
                  <a:pt x="2648846" y="51732"/>
                  <a:pt x="2648846" y="57445"/>
                </a:cubicBezTo>
                <a:lnTo>
                  <a:pt x="2648846" y="102208"/>
                </a:lnTo>
                <a:lnTo>
                  <a:pt x="2636507" y="102208"/>
                </a:lnTo>
                <a:lnTo>
                  <a:pt x="2636507" y="57925"/>
                </a:lnTo>
                <a:cubicBezTo>
                  <a:pt x="2636507" y="52898"/>
                  <a:pt x="2636027" y="49139"/>
                  <a:pt x="2635068" y="46648"/>
                </a:cubicBezTo>
                <a:cubicBezTo>
                  <a:pt x="2634108" y="44158"/>
                  <a:pt x="2632406" y="42170"/>
                  <a:pt x="2629961" y="40684"/>
                </a:cubicBezTo>
                <a:cubicBezTo>
                  <a:pt x="2627516" y="39199"/>
                  <a:pt x="2624648" y="38457"/>
                  <a:pt x="2621358" y="38457"/>
                </a:cubicBezTo>
                <a:cubicBezTo>
                  <a:pt x="2616102" y="38457"/>
                  <a:pt x="2611566" y="40125"/>
                  <a:pt x="2607750" y="43461"/>
                </a:cubicBezTo>
                <a:cubicBezTo>
                  <a:pt x="2603935" y="46797"/>
                  <a:pt x="2602027" y="53126"/>
                  <a:pt x="2602027" y="62449"/>
                </a:cubicBezTo>
                <a:lnTo>
                  <a:pt x="2602027" y="102208"/>
                </a:lnTo>
                <a:lnTo>
                  <a:pt x="2589688" y="102208"/>
                </a:lnTo>
                <a:close/>
                <a:moveTo>
                  <a:pt x="2717356" y="78764"/>
                </a:moveTo>
                <a:lnTo>
                  <a:pt x="2730106" y="80341"/>
                </a:lnTo>
                <a:cubicBezTo>
                  <a:pt x="2728095" y="87790"/>
                  <a:pt x="2724371" y="93571"/>
                  <a:pt x="2718932" y="97684"/>
                </a:cubicBezTo>
                <a:cubicBezTo>
                  <a:pt x="2713494" y="101797"/>
                  <a:pt x="2706548" y="103853"/>
                  <a:pt x="2698093" y="103853"/>
                </a:cubicBezTo>
                <a:cubicBezTo>
                  <a:pt x="2687445" y="103853"/>
                  <a:pt x="2679002" y="100574"/>
                  <a:pt x="2672764" y="94016"/>
                </a:cubicBezTo>
                <a:cubicBezTo>
                  <a:pt x="2666526" y="87458"/>
                  <a:pt x="2663407" y="78261"/>
                  <a:pt x="2663407" y="66425"/>
                </a:cubicBezTo>
                <a:cubicBezTo>
                  <a:pt x="2663407" y="54177"/>
                  <a:pt x="2666560" y="44672"/>
                  <a:pt x="2672867" y="37908"/>
                </a:cubicBezTo>
                <a:cubicBezTo>
                  <a:pt x="2679173" y="31145"/>
                  <a:pt x="2687354" y="27763"/>
                  <a:pt x="2697408" y="27763"/>
                </a:cubicBezTo>
                <a:cubicBezTo>
                  <a:pt x="2707142" y="27763"/>
                  <a:pt x="2715094" y="31076"/>
                  <a:pt x="2721263" y="37702"/>
                </a:cubicBezTo>
                <a:cubicBezTo>
                  <a:pt x="2727432" y="44329"/>
                  <a:pt x="2730517" y="53652"/>
                  <a:pt x="2730517" y="65671"/>
                </a:cubicBezTo>
                <a:cubicBezTo>
                  <a:pt x="2730517" y="66402"/>
                  <a:pt x="2730494" y="67499"/>
                  <a:pt x="2730449" y="68961"/>
                </a:cubicBezTo>
                <a:lnTo>
                  <a:pt x="2676157" y="68961"/>
                </a:lnTo>
                <a:cubicBezTo>
                  <a:pt x="2676614" y="76959"/>
                  <a:pt x="2678876" y="83083"/>
                  <a:pt x="2682944" y="87333"/>
                </a:cubicBezTo>
                <a:cubicBezTo>
                  <a:pt x="2687011" y="91583"/>
                  <a:pt x="2692084" y="93708"/>
                  <a:pt x="2698162" y="93708"/>
                </a:cubicBezTo>
                <a:cubicBezTo>
                  <a:pt x="2702686" y="93708"/>
                  <a:pt x="2706548" y="92520"/>
                  <a:pt x="2709747" y="90143"/>
                </a:cubicBezTo>
                <a:cubicBezTo>
                  <a:pt x="2712946" y="87767"/>
                  <a:pt x="2715482" y="83974"/>
                  <a:pt x="2717356" y="78764"/>
                </a:cubicBezTo>
                <a:moveTo>
                  <a:pt x="2676843" y="58816"/>
                </a:moveTo>
                <a:lnTo>
                  <a:pt x="2717493" y="58816"/>
                </a:lnTo>
                <a:cubicBezTo>
                  <a:pt x="2716944" y="52692"/>
                  <a:pt x="2715391" y="48099"/>
                  <a:pt x="2712831" y="45037"/>
                </a:cubicBezTo>
                <a:cubicBezTo>
                  <a:pt x="2708901" y="40285"/>
                  <a:pt x="2703806" y="37908"/>
                  <a:pt x="2697545" y="37908"/>
                </a:cubicBezTo>
                <a:cubicBezTo>
                  <a:pt x="2691878" y="37908"/>
                  <a:pt x="2687114" y="39805"/>
                  <a:pt x="2683252" y="43598"/>
                </a:cubicBezTo>
                <a:cubicBezTo>
                  <a:pt x="2679390" y="47391"/>
                  <a:pt x="2677254" y="52464"/>
                  <a:pt x="2676843" y="58816"/>
                </a:cubicBezTo>
                <a:close/>
                <a:moveTo>
                  <a:pt x="2772293" y="91171"/>
                </a:moveTo>
                <a:lnTo>
                  <a:pt x="2774075" y="102071"/>
                </a:lnTo>
                <a:cubicBezTo>
                  <a:pt x="2770602" y="102802"/>
                  <a:pt x="2767494" y="103168"/>
                  <a:pt x="2764752" y="103168"/>
                </a:cubicBezTo>
                <a:cubicBezTo>
                  <a:pt x="2760273" y="103168"/>
                  <a:pt x="2756800" y="102459"/>
                  <a:pt x="2754332" y="101043"/>
                </a:cubicBezTo>
                <a:cubicBezTo>
                  <a:pt x="2751865" y="99626"/>
                  <a:pt x="2750128" y="97764"/>
                  <a:pt x="2749123" y="95456"/>
                </a:cubicBezTo>
                <a:cubicBezTo>
                  <a:pt x="2748117" y="93148"/>
                  <a:pt x="2747615" y="88292"/>
                  <a:pt x="2747615" y="80889"/>
                </a:cubicBezTo>
                <a:lnTo>
                  <a:pt x="2747615" y="39005"/>
                </a:lnTo>
                <a:lnTo>
                  <a:pt x="2738566" y="39005"/>
                </a:lnTo>
                <a:lnTo>
                  <a:pt x="2738566" y="29408"/>
                </a:lnTo>
                <a:lnTo>
                  <a:pt x="2747615" y="29408"/>
                </a:lnTo>
                <a:lnTo>
                  <a:pt x="2747615" y="11379"/>
                </a:lnTo>
                <a:lnTo>
                  <a:pt x="2759885" y="3976"/>
                </a:lnTo>
                <a:lnTo>
                  <a:pt x="2759885" y="29408"/>
                </a:lnTo>
                <a:lnTo>
                  <a:pt x="2772293" y="29408"/>
                </a:lnTo>
                <a:lnTo>
                  <a:pt x="2772293" y="39005"/>
                </a:lnTo>
                <a:lnTo>
                  <a:pt x="2759885" y="39005"/>
                </a:lnTo>
                <a:lnTo>
                  <a:pt x="2759885" y="81574"/>
                </a:lnTo>
                <a:cubicBezTo>
                  <a:pt x="2759885" y="85093"/>
                  <a:pt x="2760102" y="87355"/>
                  <a:pt x="2760536" y="88361"/>
                </a:cubicBezTo>
                <a:cubicBezTo>
                  <a:pt x="2760970" y="89366"/>
                  <a:pt x="2761679" y="90166"/>
                  <a:pt x="2762661" y="90760"/>
                </a:cubicBezTo>
                <a:cubicBezTo>
                  <a:pt x="2763644" y="91354"/>
                  <a:pt x="2765049" y="91651"/>
                  <a:pt x="2766877" y="91651"/>
                </a:cubicBezTo>
                <a:cubicBezTo>
                  <a:pt x="2768248" y="91651"/>
                  <a:pt x="2770053" y="91491"/>
                  <a:pt x="2772293" y="91171"/>
                </a:cubicBezTo>
                <a:close/>
                <a:moveTo>
                  <a:pt x="2791004" y="102208"/>
                </a:moveTo>
                <a:lnTo>
                  <a:pt x="2791004" y="88155"/>
                </a:lnTo>
                <a:lnTo>
                  <a:pt x="2805057" y="88155"/>
                </a:lnTo>
                <a:lnTo>
                  <a:pt x="2805057" y="102208"/>
                </a:lnTo>
                <a:lnTo>
                  <a:pt x="2791004" y="102208"/>
                </a:lnTo>
                <a:moveTo>
                  <a:pt x="2837824" y="102208"/>
                </a:moveTo>
                <a:lnTo>
                  <a:pt x="2837824" y="88155"/>
                </a:lnTo>
                <a:lnTo>
                  <a:pt x="2851877" y="88155"/>
                </a:lnTo>
                <a:lnTo>
                  <a:pt x="2851877" y="102208"/>
                </a:lnTo>
                <a:lnTo>
                  <a:pt x="2837824" y="102208"/>
                </a:lnTo>
                <a:moveTo>
                  <a:pt x="2884575" y="102208"/>
                </a:moveTo>
                <a:lnTo>
                  <a:pt x="2884575" y="88155"/>
                </a:lnTo>
                <a:lnTo>
                  <a:pt x="2898696" y="88155"/>
                </a:lnTo>
                <a:lnTo>
                  <a:pt x="2898696" y="102208"/>
                </a:lnTo>
                <a:lnTo>
                  <a:pt x="2884575" y="102208"/>
                </a:lnTo>
                <a:close/>
                <a:moveTo>
                  <a:pt x="2986902" y="102208"/>
                </a:moveTo>
                <a:lnTo>
                  <a:pt x="2986902" y="13573"/>
                </a:lnTo>
                <a:lnTo>
                  <a:pt x="2953792" y="13573"/>
                </a:lnTo>
                <a:lnTo>
                  <a:pt x="2953792" y="1714"/>
                </a:lnTo>
                <a:lnTo>
                  <a:pt x="3033447" y="1714"/>
                </a:lnTo>
                <a:lnTo>
                  <a:pt x="3033447" y="13573"/>
                </a:lnTo>
                <a:lnTo>
                  <a:pt x="3000201" y="13573"/>
                </a:lnTo>
                <a:lnTo>
                  <a:pt x="3000201" y="102208"/>
                </a:lnTo>
                <a:lnTo>
                  <a:pt x="2986902" y="102208"/>
                </a:lnTo>
                <a:close/>
                <a:moveTo>
                  <a:pt x="3045450" y="102208"/>
                </a:moveTo>
                <a:lnTo>
                  <a:pt x="3045450" y="1714"/>
                </a:lnTo>
                <a:lnTo>
                  <a:pt x="3057789" y="1714"/>
                </a:lnTo>
                <a:lnTo>
                  <a:pt x="3057789" y="37771"/>
                </a:lnTo>
                <a:cubicBezTo>
                  <a:pt x="3063547" y="31099"/>
                  <a:pt x="3070813" y="27763"/>
                  <a:pt x="3079588" y="27763"/>
                </a:cubicBezTo>
                <a:cubicBezTo>
                  <a:pt x="3084980" y="27763"/>
                  <a:pt x="3089665" y="28825"/>
                  <a:pt x="3093641" y="30950"/>
                </a:cubicBezTo>
                <a:cubicBezTo>
                  <a:pt x="3097616" y="33075"/>
                  <a:pt x="3100461" y="36012"/>
                  <a:pt x="3102175" y="39759"/>
                </a:cubicBezTo>
                <a:cubicBezTo>
                  <a:pt x="3103889" y="43506"/>
                  <a:pt x="3104746" y="48945"/>
                  <a:pt x="3104746" y="56074"/>
                </a:cubicBezTo>
                <a:lnTo>
                  <a:pt x="3104746" y="102208"/>
                </a:lnTo>
                <a:lnTo>
                  <a:pt x="3092407" y="102208"/>
                </a:lnTo>
                <a:lnTo>
                  <a:pt x="3092407" y="56074"/>
                </a:lnTo>
                <a:cubicBezTo>
                  <a:pt x="3092407" y="49904"/>
                  <a:pt x="3091070" y="45414"/>
                  <a:pt x="3088396" y="42604"/>
                </a:cubicBezTo>
                <a:cubicBezTo>
                  <a:pt x="3085723" y="39793"/>
                  <a:pt x="3081941" y="38388"/>
                  <a:pt x="3077051" y="38388"/>
                </a:cubicBezTo>
                <a:cubicBezTo>
                  <a:pt x="3073395" y="38388"/>
                  <a:pt x="3069957" y="39336"/>
                  <a:pt x="3066735" y="41233"/>
                </a:cubicBezTo>
                <a:cubicBezTo>
                  <a:pt x="3063513" y="43129"/>
                  <a:pt x="3061216" y="45700"/>
                  <a:pt x="3059845" y="48945"/>
                </a:cubicBezTo>
                <a:cubicBezTo>
                  <a:pt x="3058474" y="52189"/>
                  <a:pt x="3057789" y="56668"/>
                  <a:pt x="3057789" y="62380"/>
                </a:cubicBezTo>
                <a:lnTo>
                  <a:pt x="3057789" y="102208"/>
                </a:lnTo>
                <a:lnTo>
                  <a:pt x="3045450" y="102208"/>
                </a:lnTo>
                <a:close/>
                <a:moveTo>
                  <a:pt x="3173118" y="78764"/>
                </a:moveTo>
                <a:lnTo>
                  <a:pt x="3185868" y="80341"/>
                </a:lnTo>
                <a:cubicBezTo>
                  <a:pt x="3183858" y="87790"/>
                  <a:pt x="3180133" y="93571"/>
                  <a:pt x="3174695" y="97684"/>
                </a:cubicBezTo>
                <a:cubicBezTo>
                  <a:pt x="3169256" y="101797"/>
                  <a:pt x="3162310" y="103853"/>
                  <a:pt x="3153856" y="103853"/>
                </a:cubicBezTo>
                <a:cubicBezTo>
                  <a:pt x="3143207" y="103853"/>
                  <a:pt x="3134764" y="100574"/>
                  <a:pt x="3128526" y="94016"/>
                </a:cubicBezTo>
                <a:cubicBezTo>
                  <a:pt x="3122288" y="87458"/>
                  <a:pt x="3119169" y="78261"/>
                  <a:pt x="3119169" y="66425"/>
                </a:cubicBezTo>
                <a:cubicBezTo>
                  <a:pt x="3119169" y="54177"/>
                  <a:pt x="3122323" y="44672"/>
                  <a:pt x="3128629" y="37908"/>
                </a:cubicBezTo>
                <a:cubicBezTo>
                  <a:pt x="3134936" y="31145"/>
                  <a:pt x="3143116" y="27763"/>
                  <a:pt x="3153170" y="27763"/>
                </a:cubicBezTo>
                <a:cubicBezTo>
                  <a:pt x="3162904" y="27763"/>
                  <a:pt x="3170856" y="31076"/>
                  <a:pt x="3177025" y="37702"/>
                </a:cubicBezTo>
                <a:cubicBezTo>
                  <a:pt x="3183195" y="44329"/>
                  <a:pt x="3186280" y="53652"/>
                  <a:pt x="3186280" y="65671"/>
                </a:cubicBezTo>
                <a:cubicBezTo>
                  <a:pt x="3186280" y="66402"/>
                  <a:pt x="3186257" y="67499"/>
                  <a:pt x="3186211" y="68961"/>
                </a:cubicBezTo>
                <a:lnTo>
                  <a:pt x="3131920" y="68961"/>
                </a:lnTo>
                <a:cubicBezTo>
                  <a:pt x="3132377" y="76959"/>
                  <a:pt x="3134639" y="83083"/>
                  <a:pt x="3138706" y="87333"/>
                </a:cubicBezTo>
                <a:cubicBezTo>
                  <a:pt x="3142773" y="91583"/>
                  <a:pt x="3147846" y="93708"/>
                  <a:pt x="3153924" y="93708"/>
                </a:cubicBezTo>
                <a:cubicBezTo>
                  <a:pt x="3158448" y="93708"/>
                  <a:pt x="3162310" y="92520"/>
                  <a:pt x="3165509" y="90143"/>
                </a:cubicBezTo>
                <a:cubicBezTo>
                  <a:pt x="3168708" y="87767"/>
                  <a:pt x="3171244" y="83974"/>
                  <a:pt x="3173118" y="78764"/>
                </a:cubicBezTo>
                <a:moveTo>
                  <a:pt x="3132605" y="58816"/>
                </a:moveTo>
                <a:lnTo>
                  <a:pt x="3173255" y="58816"/>
                </a:lnTo>
                <a:cubicBezTo>
                  <a:pt x="3172707" y="52692"/>
                  <a:pt x="3171153" y="48099"/>
                  <a:pt x="3168594" y="45037"/>
                </a:cubicBezTo>
                <a:cubicBezTo>
                  <a:pt x="3164664" y="40285"/>
                  <a:pt x="3159568" y="37908"/>
                  <a:pt x="3153307" y="37908"/>
                </a:cubicBezTo>
                <a:cubicBezTo>
                  <a:pt x="3147640" y="37908"/>
                  <a:pt x="3142876" y="39805"/>
                  <a:pt x="3139014" y="43598"/>
                </a:cubicBezTo>
                <a:cubicBezTo>
                  <a:pt x="3135153" y="47391"/>
                  <a:pt x="3133016" y="52464"/>
                  <a:pt x="3132605" y="58816"/>
                </a:cubicBezTo>
                <a:close/>
                <a:moveTo>
                  <a:pt x="3287143" y="75542"/>
                </a:moveTo>
                <a:lnTo>
                  <a:pt x="3299276" y="77119"/>
                </a:lnTo>
                <a:cubicBezTo>
                  <a:pt x="3297951" y="85482"/>
                  <a:pt x="3294558" y="92028"/>
                  <a:pt x="3289096" y="96758"/>
                </a:cubicBezTo>
                <a:cubicBezTo>
                  <a:pt x="3283635" y="101488"/>
                  <a:pt x="3276929" y="103853"/>
                  <a:pt x="3268977" y="103853"/>
                </a:cubicBezTo>
                <a:cubicBezTo>
                  <a:pt x="3259014" y="103853"/>
                  <a:pt x="3251006" y="100597"/>
                  <a:pt x="3244950" y="94085"/>
                </a:cubicBezTo>
                <a:cubicBezTo>
                  <a:pt x="3238895" y="87573"/>
                  <a:pt x="3235867" y="78238"/>
                  <a:pt x="3235867" y="66082"/>
                </a:cubicBezTo>
                <a:cubicBezTo>
                  <a:pt x="3235867" y="58222"/>
                  <a:pt x="3237170" y="51344"/>
                  <a:pt x="3239775" y="45449"/>
                </a:cubicBezTo>
                <a:cubicBezTo>
                  <a:pt x="3242380" y="39553"/>
                  <a:pt x="3246344" y="35132"/>
                  <a:pt x="3251668" y="32184"/>
                </a:cubicBezTo>
                <a:cubicBezTo>
                  <a:pt x="3256992" y="29237"/>
                  <a:pt x="3262785" y="27763"/>
                  <a:pt x="3269046" y="27763"/>
                </a:cubicBezTo>
                <a:cubicBezTo>
                  <a:pt x="3276952" y="27763"/>
                  <a:pt x="3283418" y="29762"/>
                  <a:pt x="3288445" y="33761"/>
                </a:cubicBezTo>
                <a:cubicBezTo>
                  <a:pt x="3293472" y="37760"/>
                  <a:pt x="3296694" y="43438"/>
                  <a:pt x="3298111" y="50795"/>
                </a:cubicBezTo>
                <a:lnTo>
                  <a:pt x="3286114" y="52646"/>
                </a:lnTo>
                <a:cubicBezTo>
                  <a:pt x="3284972" y="47756"/>
                  <a:pt x="3282950" y="44078"/>
                  <a:pt x="3280048" y="41610"/>
                </a:cubicBezTo>
                <a:cubicBezTo>
                  <a:pt x="3277146" y="39142"/>
                  <a:pt x="3273638" y="37908"/>
                  <a:pt x="3269525" y="37908"/>
                </a:cubicBezTo>
                <a:cubicBezTo>
                  <a:pt x="3263310" y="37908"/>
                  <a:pt x="3258260" y="40136"/>
                  <a:pt x="3254376" y="44592"/>
                </a:cubicBezTo>
                <a:cubicBezTo>
                  <a:pt x="3250491" y="49047"/>
                  <a:pt x="3248549" y="56097"/>
                  <a:pt x="3248549" y="65739"/>
                </a:cubicBezTo>
                <a:cubicBezTo>
                  <a:pt x="3248549" y="75519"/>
                  <a:pt x="3250423" y="82626"/>
                  <a:pt x="3254170" y="87058"/>
                </a:cubicBezTo>
                <a:cubicBezTo>
                  <a:pt x="3257918" y="91491"/>
                  <a:pt x="3262808" y="93708"/>
                  <a:pt x="3268840" y="93708"/>
                </a:cubicBezTo>
                <a:cubicBezTo>
                  <a:pt x="3273684" y="93708"/>
                  <a:pt x="3277729" y="92223"/>
                  <a:pt x="3280973" y="89252"/>
                </a:cubicBezTo>
                <a:cubicBezTo>
                  <a:pt x="3284218" y="86282"/>
                  <a:pt x="3286274" y="81712"/>
                  <a:pt x="3287143" y="75542"/>
                </a:cubicBezTo>
                <a:close/>
                <a:moveTo>
                  <a:pt x="3357113" y="93228"/>
                </a:moveTo>
                <a:cubicBezTo>
                  <a:pt x="3352543" y="97112"/>
                  <a:pt x="3348145" y="99854"/>
                  <a:pt x="3343918" y="101454"/>
                </a:cubicBezTo>
                <a:cubicBezTo>
                  <a:pt x="3339690" y="103053"/>
                  <a:pt x="3335155" y="103853"/>
                  <a:pt x="3330310" y="103853"/>
                </a:cubicBezTo>
                <a:cubicBezTo>
                  <a:pt x="3322313" y="103853"/>
                  <a:pt x="3316166" y="101899"/>
                  <a:pt x="3311871" y="97992"/>
                </a:cubicBezTo>
                <a:cubicBezTo>
                  <a:pt x="3307575" y="94085"/>
                  <a:pt x="3305427" y="89092"/>
                  <a:pt x="3305427" y="83014"/>
                </a:cubicBezTo>
                <a:cubicBezTo>
                  <a:pt x="3305427" y="79449"/>
                  <a:pt x="3306238" y="76193"/>
                  <a:pt x="3307860" y="73246"/>
                </a:cubicBezTo>
                <a:cubicBezTo>
                  <a:pt x="3309483" y="70298"/>
                  <a:pt x="3311608" y="67933"/>
                  <a:pt x="3314236" y="66151"/>
                </a:cubicBezTo>
                <a:cubicBezTo>
                  <a:pt x="3316863" y="64368"/>
                  <a:pt x="3319822" y="63020"/>
                  <a:pt x="3323113" y="62106"/>
                </a:cubicBezTo>
                <a:cubicBezTo>
                  <a:pt x="3325535" y="61466"/>
                  <a:pt x="3329191" y="60849"/>
                  <a:pt x="3334081" y="60255"/>
                </a:cubicBezTo>
                <a:cubicBezTo>
                  <a:pt x="3344043" y="59067"/>
                  <a:pt x="3351378" y="57650"/>
                  <a:pt x="3356085" y="56005"/>
                </a:cubicBezTo>
                <a:cubicBezTo>
                  <a:pt x="3356131" y="54314"/>
                  <a:pt x="3356154" y="53240"/>
                  <a:pt x="3356154" y="52783"/>
                </a:cubicBezTo>
                <a:cubicBezTo>
                  <a:pt x="3356154" y="47756"/>
                  <a:pt x="3354988" y="44215"/>
                  <a:pt x="3352658" y="42158"/>
                </a:cubicBezTo>
                <a:cubicBezTo>
                  <a:pt x="3349504" y="39371"/>
                  <a:pt x="3344820" y="37977"/>
                  <a:pt x="3338605" y="37977"/>
                </a:cubicBezTo>
                <a:cubicBezTo>
                  <a:pt x="3332801" y="37977"/>
                  <a:pt x="3328517" y="38993"/>
                  <a:pt x="3325752" y="41027"/>
                </a:cubicBezTo>
                <a:cubicBezTo>
                  <a:pt x="3322987" y="43061"/>
                  <a:pt x="3320942" y="46660"/>
                  <a:pt x="3319617" y="51824"/>
                </a:cubicBezTo>
                <a:lnTo>
                  <a:pt x="3307552" y="50179"/>
                </a:lnTo>
                <a:cubicBezTo>
                  <a:pt x="3308649" y="45014"/>
                  <a:pt x="3310454" y="40844"/>
                  <a:pt x="3312967" y="37668"/>
                </a:cubicBezTo>
                <a:cubicBezTo>
                  <a:pt x="3315481" y="34492"/>
                  <a:pt x="3319114" y="32047"/>
                  <a:pt x="3323867" y="30333"/>
                </a:cubicBezTo>
                <a:cubicBezTo>
                  <a:pt x="3328620" y="28620"/>
                  <a:pt x="3334126" y="27763"/>
                  <a:pt x="3340387" y="27763"/>
                </a:cubicBezTo>
                <a:cubicBezTo>
                  <a:pt x="3346602" y="27763"/>
                  <a:pt x="3351652" y="28494"/>
                  <a:pt x="3355537" y="29956"/>
                </a:cubicBezTo>
                <a:cubicBezTo>
                  <a:pt x="3359421" y="31419"/>
                  <a:pt x="3362278" y="33258"/>
                  <a:pt x="3364106" y="35475"/>
                </a:cubicBezTo>
                <a:cubicBezTo>
                  <a:pt x="3365934" y="37691"/>
                  <a:pt x="3367213" y="40490"/>
                  <a:pt x="3367944" y="43872"/>
                </a:cubicBezTo>
                <a:cubicBezTo>
                  <a:pt x="3368356" y="45974"/>
                  <a:pt x="3368561" y="49767"/>
                  <a:pt x="3368561" y="55251"/>
                </a:cubicBezTo>
                <a:lnTo>
                  <a:pt x="3368561" y="71703"/>
                </a:lnTo>
                <a:cubicBezTo>
                  <a:pt x="3368561" y="83174"/>
                  <a:pt x="3368824" y="90429"/>
                  <a:pt x="3369350" y="93468"/>
                </a:cubicBezTo>
                <a:cubicBezTo>
                  <a:pt x="3369875" y="96507"/>
                  <a:pt x="3370915" y="99420"/>
                  <a:pt x="3372469" y="102208"/>
                </a:cubicBezTo>
                <a:lnTo>
                  <a:pt x="3359581" y="102208"/>
                </a:lnTo>
                <a:cubicBezTo>
                  <a:pt x="3358302" y="99649"/>
                  <a:pt x="3357479" y="96655"/>
                  <a:pt x="3357113" y="93228"/>
                </a:cubicBezTo>
                <a:moveTo>
                  <a:pt x="3356085" y="65671"/>
                </a:moveTo>
                <a:cubicBezTo>
                  <a:pt x="3351607" y="67499"/>
                  <a:pt x="3344889" y="69053"/>
                  <a:pt x="3335932" y="70332"/>
                </a:cubicBezTo>
                <a:cubicBezTo>
                  <a:pt x="3330859" y="71063"/>
                  <a:pt x="3327271" y="71886"/>
                  <a:pt x="3325169" y="72800"/>
                </a:cubicBezTo>
                <a:cubicBezTo>
                  <a:pt x="3323067" y="73714"/>
                  <a:pt x="3321445" y="75051"/>
                  <a:pt x="3320302" y="76810"/>
                </a:cubicBezTo>
                <a:cubicBezTo>
                  <a:pt x="3319160" y="78570"/>
                  <a:pt x="3318588" y="80523"/>
                  <a:pt x="3318588" y="82671"/>
                </a:cubicBezTo>
                <a:cubicBezTo>
                  <a:pt x="3318588" y="85962"/>
                  <a:pt x="3319834" y="88704"/>
                  <a:pt x="3322324" y="90897"/>
                </a:cubicBezTo>
                <a:cubicBezTo>
                  <a:pt x="3324815" y="93091"/>
                  <a:pt x="3328460" y="94188"/>
                  <a:pt x="3333258" y="94188"/>
                </a:cubicBezTo>
                <a:cubicBezTo>
                  <a:pt x="3338011" y="94188"/>
                  <a:pt x="3342238" y="93148"/>
                  <a:pt x="3345940" y="91069"/>
                </a:cubicBezTo>
                <a:cubicBezTo>
                  <a:pt x="3349642" y="88989"/>
                  <a:pt x="3352361" y="86144"/>
                  <a:pt x="3354097" y="82534"/>
                </a:cubicBezTo>
                <a:cubicBezTo>
                  <a:pt x="3355423" y="79746"/>
                  <a:pt x="3356085" y="75633"/>
                  <a:pt x="3356085" y="70195"/>
                </a:cubicBezTo>
                <a:lnTo>
                  <a:pt x="3356085" y="65671"/>
                </a:lnTo>
                <a:close/>
                <a:moveTo>
                  <a:pt x="3398820" y="102208"/>
                </a:moveTo>
                <a:lnTo>
                  <a:pt x="3387372" y="102208"/>
                </a:lnTo>
                <a:lnTo>
                  <a:pt x="3387372" y="1714"/>
                </a:lnTo>
                <a:lnTo>
                  <a:pt x="3399711" y="1714"/>
                </a:lnTo>
                <a:lnTo>
                  <a:pt x="3399711" y="37565"/>
                </a:lnTo>
                <a:cubicBezTo>
                  <a:pt x="3404921" y="31030"/>
                  <a:pt x="3411570" y="27763"/>
                  <a:pt x="3419659" y="27763"/>
                </a:cubicBezTo>
                <a:cubicBezTo>
                  <a:pt x="3424138" y="27763"/>
                  <a:pt x="3428376" y="28665"/>
                  <a:pt x="3432375" y="30470"/>
                </a:cubicBezTo>
                <a:cubicBezTo>
                  <a:pt x="3436374" y="32276"/>
                  <a:pt x="3439664" y="34812"/>
                  <a:pt x="3442246" y="38079"/>
                </a:cubicBezTo>
                <a:cubicBezTo>
                  <a:pt x="3444828" y="41347"/>
                  <a:pt x="3446851" y="45289"/>
                  <a:pt x="3448313" y="49904"/>
                </a:cubicBezTo>
                <a:cubicBezTo>
                  <a:pt x="3449775" y="54520"/>
                  <a:pt x="3450507" y="59456"/>
                  <a:pt x="3450507" y="64711"/>
                </a:cubicBezTo>
                <a:cubicBezTo>
                  <a:pt x="3450507" y="77187"/>
                  <a:pt x="3447422" y="86830"/>
                  <a:pt x="3441252" y="93639"/>
                </a:cubicBezTo>
                <a:cubicBezTo>
                  <a:pt x="3435083" y="100448"/>
                  <a:pt x="3427679" y="103853"/>
                  <a:pt x="3419042" y="103853"/>
                </a:cubicBezTo>
                <a:cubicBezTo>
                  <a:pt x="3410451" y="103853"/>
                  <a:pt x="3403710" y="100266"/>
                  <a:pt x="3398820" y="93091"/>
                </a:cubicBezTo>
                <a:lnTo>
                  <a:pt x="3398820" y="102208"/>
                </a:lnTo>
                <a:moveTo>
                  <a:pt x="3398683" y="65260"/>
                </a:moveTo>
                <a:cubicBezTo>
                  <a:pt x="3398683" y="73988"/>
                  <a:pt x="3399871" y="80295"/>
                  <a:pt x="3402247" y="84179"/>
                </a:cubicBezTo>
                <a:cubicBezTo>
                  <a:pt x="3406132" y="90532"/>
                  <a:pt x="3411387" y="93708"/>
                  <a:pt x="3418014" y="93708"/>
                </a:cubicBezTo>
                <a:cubicBezTo>
                  <a:pt x="3423407" y="93708"/>
                  <a:pt x="3428068" y="91366"/>
                  <a:pt x="3431998" y="86681"/>
                </a:cubicBezTo>
                <a:cubicBezTo>
                  <a:pt x="3435928" y="81997"/>
                  <a:pt x="3437893" y="75016"/>
                  <a:pt x="3437893" y="65739"/>
                </a:cubicBezTo>
                <a:cubicBezTo>
                  <a:pt x="3437893" y="56234"/>
                  <a:pt x="3436008" y="49219"/>
                  <a:pt x="3432238" y="44695"/>
                </a:cubicBezTo>
                <a:cubicBezTo>
                  <a:pt x="3428468" y="40170"/>
                  <a:pt x="3423909" y="37908"/>
                  <a:pt x="3418562" y="37908"/>
                </a:cubicBezTo>
                <a:cubicBezTo>
                  <a:pt x="3413170" y="37908"/>
                  <a:pt x="3408508" y="40250"/>
                  <a:pt x="3404578" y="44934"/>
                </a:cubicBezTo>
                <a:cubicBezTo>
                  <a:pt x="3400648" y="49619"/>
                  <a:pt x="3398683" y="56394"/>
                  <a:pt x="3398683" y="65260"/>
                </a:cubicBezTo>
                <a:close/>
                <a:moveTo>
                  <a:pt x="3465342" y="15904"/>
                </a:moveTo>
                <a:lnTo>
                  <a:pt x="3465342" y="1714"/>
                </a:lnTo>
                <a:lnTo>
                  <a:pt x="3477681" y="1714"/>
                </a:lnTo>
                <a:lnTo>
                  <a:pt x="3477681" y="15904"/>
                </a:lnTo>
                <a:lnTo>
                  <a:pt x="3465342" y="15904"/>
                </a:lnTo>
                <a:moveTo>
                  <a:pt x="3465342" y="102208"/>
                </a:moveTo>
                <a:lnTo>
                  <a:pt x="3465342" y="29408"/>
                </a:lnTo>
                <a:lnTo>
                  <a:pt x="3477681" y="29408"/>
                </a:lnTo>
                <a:lnTo>
                  <a:pt x="3477681" y="102208"/>
                </a:lnTo>
                <a:lnTo>
                  <a:pt x="3465342" y="102208"/>
                </a:lnTo>
                <a:close/>
                <a:moveTo>
                  <a:pt x="3496777" y="102208"/>
                </a:moveTo>
                <a:lnTo>
                  <a:pt x="3496777" y="29408"/>
                </a:lnTo>
                <a:lnTo>
                  <a:pt x="3507882" y="29408"/>
                </a:lnTo>
                <a:lnTo>
                  <a:pt x="3507882" y="39759"/>
                </a:lnTo>
                <a:cubicBezTo>
                  <a:pt x="3513229" y="31761"/>
                  <a:pt x="3520952" y="27763"/>
                  <a:pt x="3531052" y="27763"/>
                </a:cubicBezTo>
                <a:cubicBezTo>
                  <a:pt x="3535439" y="27763"/>
                  <a:pt x="3539472" y="28551"/>
                  <a:pt x="3543151" y="30128"/>
                </a:cubicBezTo>
                <a:cubicBezTo>
                  <a:pt x="3546830" y="31704"/>
                  <a:pt x="3549584" y="33772"/>
                  <a:pt x="3551412" y="36331"/>
                </a:cubicBezTo>
                <a:cubicBezTo>
                  <a:pt x="3553240" y="38891"/>
                  <a:pt x="3554519" y="41930"/>
                  <a:pt x="3555250" y="45449"/>
                </a:cubicBezTo>
                <a:cubicBezTo>
                  <a:pt x="3555707" y="47734"/>
                  <a:pt x="3555936" y="51732"/>
                  <a:pt x="3555936" y="57445"/>
                </a:cubicBezTo>
                <a:lnTo>
                  <a:pt x="3555936" y="102208"/>
                </a:lnTo>
                <a:lnTo>
                  <a:pt x="3543597" y="102208"/>
                </a:lnTo>
                <a:lnTo>
                  <a:pt x="3543597" y="57925"/>
                </a:lnTo>
                <a:cubicBezTo>
                  <a:pt x="3543597" y="52898"/>
                  <a:pt x="3543117" y="49139"/>
                  <a:pt x="3542157" y="46648"/>
                </a:cubicBezTo>
                <a:cubicBezTo>
                  <a:pt x="3541198" y="44158"/>
                  <a:pt x="3539495" y="42170"/>
                  <a:pt x="3537050" y="40684"/>
                </a:cubicBezTo>
                <a:cubicBezTo>
                  <a:pt x="3534605" y="39199"/>
                  <a:pt x="3531738" y="38457"/>
                  <a:pt x="3528447" y="38457"/>
                </a:cubicBezTo>
                <a:cubicBezTo>
                  <a:pt x="3523192" y="38457"/>
                  <a:pt x="3518656" y="40125"/>
                  <a:pt x="3514840" y="43461"/>
                </a:cubicBezTo>
                <a:cubicBezTo>
                  <a:pt x="3511024" y="46797"/>
                  <a:pt x="3509116" y="53126"/>
                  <a:pt x="3509116" y="62449"/>
                </a:cubicBezTo>
                <a:lnTo>
                  <a:pt x="3509116" y="102208"/>
                </a:lnTo>
                <a:lnTo>
                  <a:pt x="3496777" y="102208"/>
                </a:lnTo>
                <a:close/>
                <a:moveTo>
                  <a:pt x="3624444" y="78764"/>
                </a:moveTo>
                <a:lnTo>
                  <a:pt x="3637194" y="80341"/>
                </a:lnTo>
                <a:cubicBezTo>
                  <a:pt x="3635184" y="87790"/>
                  <a:pt x="3631459" y="93571"/>
                  <a:pt x="3626021" y="97684"/>
                </a:cubicBezTo>
                <a:cubicBezTo>
                  <a:pt x="3620583" y="101797"/>
                  <a:pt x="3613636" y="103853"/>
                  <a:pt x="3605182" y="103853"/>
                </a:cubicBezTo>
                <a:cubicBezTo>
                  <a:pt x="3594534" y="103853"/>
                  <a:pt x="3586090" y="100574"/>
                  <a:pt x="3579852" y="94016"/>
                </a:cubicBezTo>
                <a:cubicBezTo>
                  <a:pt x="3573614" y="87458"/>
                  <a:pt x="3570495" y="78261"/>
                  <a:pt x="3570495" y="66425"/>
                </a:cubicBezTo>
                <a:cubicBezTo>
                  <a:pt x="3570495" y="54177"/>
                  <a:pt x="3573649" y="44672"/>
                  <a:pt x="3579955" y="37908"/>
                </a:cubicBezTo>
                <a:cubicBezTo>
                  <a:pt x="3586262" y="31145"/>
                  <a:pt x="3594442" y="27763"/>
                  <a:pt x="3604496" y="27763"/>
                </a:cubicBezTo>
                <a:cubicBezTo>
                  <a:pt x="3614230" y="27763"/>
                  <a:pt x="3622182" y="31076"/>
                  <a:pt x="3628352" y="37702"/>
                </a:cubicBezTo>
                <a:cubicBezTo>
                  <a:pt x="3634521" y="44329"/>
                  <a:pt x="3637606" y="53652"/>
                  <a:pt x="3637606" y="65671"/>
                </a:cubicBezTo>
                <a:cubicBezTo>
                  <a:pt x="3637606" y="66402"/>
                  <a:pt x="3637583" y="67499"/>
                  <a:pt x="3637537" y="68961"/>
                </a:cubicBezTo>
                <a:lnTo>
                  <a:pt x="3583246" y="68961"/>
                </a:lnTo>
                <a:cubicBezTo>
                  <a:pt x="3583703" y="76959"/>
                  <a:pt x="3585965" y="83083"/>
                  <a:pt x="3590032" y="87333"/>
                </a:cubicBezTo>
                <a:cubicBezTo>
                  <a:pt x="3594099" y="91583"/>
                  <a:pt x="3599172" y="93708"/>
                  <a:pt x="3605250" y="93708"/>
                </a:cubicBezTo>
                <a:cubicBezTo>
                  <a:pt x="3609774" y="93708"/>
                  <a:pt x="3613636" y="92520"/>
                  <a:pt x="3616835" y="90143"/>
                </a:cubicBezTo>
                <a:cubicBezTo>
                  <a:pt x="3620034" y="87767"/>
                  <a:pt x="3622570" y="83974"/>
                  <a:pt x="3624444" y="78764"/>
                </a:cubicBezTo>
                <a:moveTo>
                  <a:pt x="3583931" y="58816"/>
                </a:moveTo>
                <a:lnTo>
                  <a:pt x="3624581" y="58816"/>
                </a:lnTo>
                <a:cubicBezTo>
                  <a:pt x="3624033" y="52692"/>
                  <a:pt x="3622479" y="48099"/>
                  <a:pt x="3619920" y="45037"/>
                </a:cubicBezTo>
                <a:cubicBezTo>
                  <a:pt x="3615990" y="40285"/>
                  <a:pt x="3610894" y="37908"/>
                  <a:pt x="3604633" y="37908"/>
                </a:cubicBezTo>
                <a:cubicBezTo>
                  <a:pt x="3598966" y="37908"/>
                  <a:pt x="3594202" y="39805"/>
                  <a:pt x="3590341" y="43598"/>
                </a:cubicBezTo>
                <a:cubicBezTo>
                  <a:pt x="3586479" y="47391"/>
                  <a:pt x="3584342" y="52464"/>
                  <a:pt x="3583931" y="58816"/>
                </a:cubicBezTo>
                <a:close/>
                <a:moveTo>
                  <a:pt x="3679382" y="91171"/>
                </a:moveTo>
                <a:lnTo>
                  <a:pt x="3681164" y="102071"/>
                </a:lnTo>
                <a:cubicBezTo>
                  <a:pt x="3677691" y="102802"/>
                  <a:pt x="3674583" y="103168"/>
                  <a:pt x="3671841" y="103168"/>
                </a:cubicBezTo>
                <a:cubicBezTo>
                  <a:pt x="3667363" y="103168"/>
                  <a:pt x="3663889" y="102459"/>
                  <a:pt x="3661422" y="101043"/>
                </a:cubicBezTo>
                <a:cubicBezTo>
                  <a:pt x="3658954" y="99626"/>
                  <a:pt x="3657217" y="97764"/>
                  <a:pt x="3656212" y="95456"/>
                </a:cubicBezTo>
                <a:cubicBezTo>
                  <a:pt x="3655206" y="93148"/>
                  <a:pt x="3654704" y="88292"/>
                  <a:pt x="3654704" y="80889"/>
                </a:cubicBezTo>
                <a:lnTo>
                  <a:pt x="3654704" y="39005"/>
                </a:lnTo>
                <a:lnTo>
                  <a:pt x="3645655" y="39005"/>
                </a:lnTo>
                <a:lnTo>
                  <a:pt x="3645655" y="29408"/>
                </a:lnTo>
                <a:lnTo>
                  <a:pt x="3654704" y="29408"/>
                </a:lnTo>
                <a:lnTo>
                  <a:pt x="3654704" y="11379"/>
                </a:lnTo>
                <a:lnTo>
                  <a:pt x="3666974" y="3976"/>
                </a:lnTo>
                <a:lnTo>
                  <a:pt x="3666974" y="29408"/>
                </a:lnTo>
                <a:lnTo>
                  <a:pt x="3679382" y="29408"/>
                </a:lnTo>
                <a:lnTo>
                  <a:pt x="3679382" y="39005"/>
                </a:lnTo>
                <a:lnTo>
                  <a:pt x="3666974" y="39005"/>
                </a:lnTo>
                <a:lnTo>
                  <a:pt x="3666974" y="81574"/>
                </a:lnTo>
                <a:cubicBezTo>
                  <a:pt x="3666974" y="85093"/>
                  <a:pt x="3667191" y="87355"/>
                  <a:pt x="3667625" y="88361"/>
                </a:cubicBezTo>
                <a:cubicBezTo>
                  <a:pt x="3668059" y="89366"/>
                  <a:pt x="3668768" y="90166"/>
                  <a:pt x="3669750" y="90760"/>
                </a:cubicBezTo>
                <a:cubicBezTo>
                  <a:pt x="3670733" y="91354"/>
                  <a:pt x="3672138" y="91651"/>
                  <a:pt x="3673966" y="91651"/>
                </a:cubicBezTo>
                <a:cubicBezTo>
                  <a:pt x="3675337" y="91651"/>
                  <a:pt x="3677142" y="91491"/>
                  <a:pt x="3679382" y="91171"/>
                </a:cubicBezTo>
                <a:close/>
                <a:moveTo>
                  <a:pt x="3729557" y="15904"/>
                </a:moveTo>
                <a:lnTo>
                  <a:pt x="3729557" y="1714"/>
                </a:lnTo>
                <a:lnTo>
                  <a:pt x="3741896" y="1714"/>
                </a:lnTo>
                <a:lnTo>
                  <a:pt x="3741896" y="15904"/>
                </a:lnTo>
                <a:lnTo>
                  <a:pt x="3729557" y="15904"/>
                </a:lnTo>
                <a:moveTo>
                  <a:pt x="3729557" y="102208"/>
                </a:moveTo>
                <a:lnTo>
                  <a:pt x="3729557" y="29408"/>
                </a:lnTo>
                <a:lnTo>
                  <a:pt x="3741896" y="29408"/>
                </a:lnTo>
                <a:lnTo>
                  <a:pt x="3741896" y="102208"/>
                </a:lnTo>
                <a:lnTo>
                  <a:pt x="3729557" y="102208"/>
                </a:lnTo>
                <a:close/>
                <a:moveTo>
                  <a:pt x="3756055" y="80478"/>
                </a:moveTo>
                <a:lnTo>
                  <a:pt x="3768257" y="78558"/>
                </a:lnTo>
                <a:cubicBezTo>
                  <a:pt x="3768943" y="83448"/>
                  <a:pt x="3770851" y="87196"/>
                  <a:pt x="3773981" y="89800"/>
                </a:cubicBezTo>
                <a:cubicBezTo>
                  <a:pt x="3777111" y="92405"/>
                  <a:pt x="3781487" y="93708"/>
                  <a:pt x="3787108" y="93708"/>
                </a:cubicBezTo>
                <a:cubicBezTo>
                  <a:pt x="3792775" y="93708"/>
                  <a:pt x="3796980" y="92554"/>
                  <a:pt x="3799722" y="90246"/>
                </a:cubicBezTo>
                <a:cubicBezTo>
                  <a:pt x="3802464" y="87938"/>
                  <a:pt x="3803835" y="85230"/>
                  <a:pt x="3803835" y="82123"/>
                </a:cubicBezTo>
                <a:cubicBezTo>
                  <a:pt x="3803835" y="79335"/>
                  <a:pt x="3802623" y="77142"/>
                  <a:pt x="3800201" y="75542"/>
                </a:cubicBezTo>
                <a:cubicBezTo>
                  <a:pt x="3798510" y="74445"/>
                  <a:pt x="3794306" y="73051"/>
                  <a:pt x="3787588" y="71360"/>
                </a:cubicBezTo>
                <a:cubicBezTo>
                  <a:pt x="3778540" y="69075"/>
                  <a:pt x="3772267" y="67099"/>
                  <a:pt x="3768771" y="65431"/>
                </a:cubicBezTo>
                <a:cubicBezTo>
                  <a:pt x="3765275" y="63763"/>
                  <a:pt x="3762625" y="61455"/>
                  <a:pt x="3760819" y="58507"/>
                </a:cubicBezTo>
                <a:cubicBezTo>
                  <a:pt x="3759014" y="55560"/>
                  <a:pt x="3758112" y="52304"/>
                  <a:pt x="3758112" y="48739"/>
                </a:cubicBezTo>
                <a:cubicBezTo>
                  <a:pt x="3758112" y="45494"/>
                  <a:pt x="3758854" y="42490"/>
                  <a:pt x="3760340" y="39725"/>
                </a:cubicBezTo>
                <a:cubicBezTo>
                  <a:pt x="3761825" y="36960"/>
                  <a:pt x="3763847" y="34663"/>
                  <a:pt x="3766406" y="32835"/>
                </a:cubicBezTo>
                <a:cubicBezTo>
                  <a:pt x="3768326" y="31419"/>
                  <a:pt x="3770942" y="30219"/>
                  <a:pt x="3774255" y="29237"/>
                </a:cubicBezTo>
                <a:cubicBezTo>
                  <a:pt x="3777568" y="28254"/>
                  <a:pt x="3781122" y="27763"/>
                  <a:pt x="3784915" y="27763"/>
                </a:cubicBezTo>
                <a:cubicBezTo>
                  <a:pt x="3790627" y="27763"/>
                  <a:pt x="3795643" y="28585"/>
                  <a:pt x="3799961" y="30231"/>
                </a:cubicBezTo>
                <a:cubicBezTo>
                  <a:pt x="3804280" y="31876"/>
                  <a:pt x="3807468" y="34104"/>
                  <a:pt x="3809524" y="36914"/>
                </a:cubicBezTo>
                <a:cubicBezTo>
                  <a:pt x="3811581" y="39725"/>
                  <a:pt x="3812997" y="43484"/>
                  <a:pt x="3813774" y="48191"/>
                </a:cubicBezTo>
                <a:lnTo>
                  <a:pt x="3801709" y="49836"/>
                </a:lnTo>
                <a:cubicBezTo>
                  <a:pt x="3801161" y="46088"/>
                  <a:pt x="3799573" y="43164"/>
                  <a:pt x="3796945" y="41061"/>
                </a:cubicBezTo>
                <a:cubicBezTo>
                  <a:pt x="3794317" y="38959"/>
                  <a:pt x="3790604" y="37908"/>
                  <a:pt x="3785806" y="37908"/>
                </a:cubicBezTo>
                <a:cubicBezTo>
                  <a:pt x="3780139" y="37908"/>
                  <a:pt x="3776095" y="38845"/>
                  <a:pt x="3773673" y="40719"/>
                </a:cubicBezTo>
                <a:cubicBezTo>
                  <a:pt x="3771250" y="42592"/>
                  <a:pt x="3770039" y="44786"/>
                  <a:pt x="3770039" y="47299"/>
                </a:cubicBezTo>
                <a:cubicBezTo>
                  <a:pt x="3770039" y="48899"/>
                  <a:pt x="3770542" y="50338"/>
                  <a:pt x="3771547" y="51618"/>
                </a:cubicBezTo>
                <a:cubicBezTo>
                  <a:pt x="3772553" y="52943"/>
                  <a:pt x="3774130" y="54040"/>
                  <a:pt x="3776277" y="54908"/>
                </a:cubicBezTo>
                <a:cubicBezTo>
                  <a:pt x="3777511" y="55365"/>
                  <a:pt x="3781144" y="56417"/>
                  <a:pt x="3787177" y="58062"/>
                </a:cubicBezTo>
                <a:cubicBezTo>
                  <a:pt x="3795906" y="60392"/>
                  <a:pt x="3801995" y="62300"/>
                  <a:pt x="3805445" y="63786"/>
                </a:cubicBezTo>
                <a:cubicBezTo>
                  <a:pt x="3808896" y="65271"/>
                  <a:pt x="3811603" y="67430"/>
                  <a:pt x="3813569" y="70264"/>
                </a:cubicBezTo>
                <a:cubicBezTo>
                  <a:pt x="3815534" y="73097"/>
                  <a:pt x="3816516" y="76616"/>
                  <a:pt x="3816516" y="80820"/>
                </a:cubicBezTo>
                <a:cubicBezTo>
                  <a:pt x="3816516" y="84933"/>
                  <a:pt x="3815317" y="88806"/>
                  <a:pt x="3812917" y="92440"/>
                </a:cubicBezTo>
                <a:cubicBezTo>
                  <a:pt x="3810518" y="96073"/>
                  <a:pt x="3807056" y="98883"/>
                  <a:pt x="3802532" y="100871"/>
                </a:cubicBezTo>
                <a:cubicBezTo>
                  <a:pt x="3798008" y="102859"/>
                  <a:pt x="3792889" y="103853"/>
                  <a:pt x="3787177" y="103853"/>
                </a:cubicBezTo>
                <a:cubicBezTo>
                  <a:pt x="3777717" y="103853"/>
                  <a:pt x="3770508" y="101888"/>
                  <a:pt x="3765549" y="97958"/>
                </a:cubicBezTo>
                <a:cubicBezTo>
                  <a:pt x="3760591" y="94028"/>
                  <a:pt x="3757426" y="88201"/>
                  <a:pt x="3756055" y="80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filledwithabagofchips,aremotecontroller,abottleofwine,">
            <a:extLst xmlns:a="http://schemas.openxmlformats.org/drawingml/2006/main">
              <a:ext uri="{FF2B5EF4-FFF2-40B4-BE49-F238E27FC236}">
                <a16:creationId xmlns:a16="http://schemas.microsoft.com/office/drawing/2014/main" id="{86B98D21-C11E-42DD-AE03-1D3E04F5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2" y="1510527"/>
            <a:ext cx="3760653" cy="131753"/>
          </a:xfrm>
          <a:custGeom xmlns:a="http://schemas.openxmlformats.org/drawingml/2006/main">
            <a:pathLst>
              <a:path w="3760653" h="131753">
                <a:moveTo>
                  <a:pt x="10899" y="102208"/>
                </a:moveTo>
                <a:lnTo>
                  <a:pt x="10899" y="39005"/>
                </a:lnTo>
                <a:lnTo>
                  <a:pt x="0" y="39005"/>
                </a:lnTo>
                <a:lnTo>
                  <a:pt x="0" y="29408"/>
                </a:lnTo>
                <a:lnTo>
                  <a:pt x="10899" y="29408"/>
                </a:lnTo>
                <a:lnTo>
                  <a:pt x="10899" y="21662"/>
                </a:lnTo>
                <a:cubicBezTo>
                  <a:pt x="10899" y="16772"/>
                  <a:pt x="11334" y="13139"/>
                  <a:pt x="12202" y="10762"/>
                </a:cubicBezTo>
                <a:cubicBezTo>
                  <a:pt x="13390" y="7563"/>
                  <a:pt x="15481" y="4970"/>
                  <a:pt x="18474" y="2982"/>
                </a:cubicBezTo>
                <a:cubicBezTo>
                  <a:pt x="21468" y="994"/>
                  <a:pt x="25661" y="0"/>
                  <a:pt x="31053" y="0"/>
                </a:cubicBezTo>
                <a:cubicBezTo>
                  <a:pt x="34526" y="0"/>
                  <a:pt x="38365" y="411"/>
                  <a:pt x="42570" y="1234"/>
                </a:cubicBezTo>
                <a:lnTo>
                  <a:pt x="40719" y="11996"/>
                </a:lnTo>
                <a:cubicBezTo>
                  <a:pt x="38159" y="11539"/>
                  <a:pt x="35737" y="11311"/>
                  <a:pt x="33452" y="11311"/>
                </a:cubicBezTo>
                <a:cubicBezTo>
                  <a:pt x="29705" y="11311"/>
                  <a:pt x="27054" y="12110"/>
                  <a:pt x="25501" y="13710"/>
                </a:cubicBezTo>
                <a:cubicBezTo>
                  <a:pt x="23947" y="15309"/>
                  <a:pt x="23170" y="18303"/>
                  <a:pt x="23170" y="22690"/>
                </a:cubicBezTo>
                <a:lnTo>
                  <a:pt x="23170" y="29408"/>
                </a:lnTo>
                <a:lnTo>
                  <a:pt x="37360" y="29408"/>
                </a:lnTo>
                <a:lnTo>
                  <a:pt x="37360" y="39005"/>
                </a:lnTo>
                <a:lnTo>
                  <a:pt x="23170" y="39005"/>
                </a:lnTo>
                <a:lnTo>
                  <a:pt x="23170" y="102208"/>
                </a:lnTo>
                <a:lnTo>
                  <a:pt x="10899" y="102208"/>
                </a:lnTo>
                <a:close/>
                <a:moveTo>
                  <a:pt x="46487" y="15904"/>
                </a:moveTo>
                <a:lnTo>
                  <a:pt x="46487" y="1714"/>
                </a:lnTo>
                <a:lnTo>
                  <a:pt x="58826" y="1714"/>
                </a:lnTo>
                <a:lnTo>
                  <a:pt x="58826" y="15904"/>
                </a:lnTo>
                <a:lnTo>
                  <a:pt x="46487" y="15904"/>
                </a:lnTo>
                <a:moveTo>
                  <a:pt x="46487" y="102208"/>
                </a:moveTo>
                <a:lnTo>
                  <a:pt x="46487" y="29408"/>
                </a:lnTo>
                <a:lnTo>
                  <a:pt x="58826" y="29408"/>
                </a:lnTo>
                <a:lnTo>
                  <a:pt x="58826" y="102208"/>
                </a:lnTo>
                <a:lnTo>
                  <a:pt x="46487" y="102208"/>
                </a:lnTo>
                <a:close/>
                <a:moveTo>
                  <a:pt x="77592" y="102208"/>
                </a:moveTo>
                <a:lnTo>
                  <a:pt x="77592" y="1714"/>
                </a:lnTo>
                <a:lnTo>
                  <a:pt x="89931" y="1714"/>
                </a:lnTo>
                <a:lnTo>
                  <a:pt x="89931" y="102208"/>
                </a:lnTo>
                <a:lnTo>
                  <a:pt x="77592" y="102208"/>
                </a:lnTo>
                <a:close/>
                <a:moveTo>
                  <a:pt x="109039" y="102208"/>
                </a:moveTo>
                <a:lnTo>
                  <a:pt x="109039" y="1714"/>
                </a:lnTo>
                <a:lnTo>
                  <a:pt x="121378" y="1714"/>
                </a:lnTo>
                <a:lnTo>
                  <a:pt x="121378" y="102208"/>
                </a:lnTo>
                <a:lnTo>
                  <a:pt x="109039" y="102208"/>
                </a:lnTo>
                <a:close/>
                <a:moveTo>
                  <a:pt x="190597" y="78764"/>
                </a:moveTo>
                <a:lnTo>
                  <a:pt x="203347" y="80341"/>
                </a:lnTo>
                <a:cubicBezTo>
                  <a:pt x="201336" y="87790"/>
                  <a:pt x="197612" y="93571"/>
                  <a:pt x="192173" y="97684"/>
                </a:cubicBezTo>
                <a:cubicBezTo>
                  <a:pt x="186735" y="101797"/>
                  <a:pt x="179789" y="103853"/>
                  <a:pt x="171334" y="103853"/>
                </a:cubicBezTo>
                <a:cubicBezTo>
                  <a:pt x="160686" y="103853"/>
                  <a:pt x="152243" y="100574"/>
                  <a:pt x="146005" y="94016"/>
                </a:cubicBezTo>
                <a:cubicBezTo>
                  <a:pt x="139767" y="87458"/>
                  <a:pt x="136648" y="78261"/>
                  <a:pt x="136648" y="66425"/>
                </a:cubicBezTo>
                <a:cubicBezTo>
                  <a:pt x="136648" y="54177"/>
                  <a:pt x="139801" y="44672"/>
                  <a:pt x="146108" y="37908"/>
                </a:cubicBezTo>
                <a:cubicBezTo>
                  <a:pt x="152414" y="31145"/>
                  <a:pt x="160595" y="27763"/>
                  <a:pt x="170649" y="27763"/>
                </a:cubicBezTo>
                <a:cubicBezTo>
                  <a:pt x="180383" y="27763"/>
                  <a:pt x="188335" y="31076"/>
                  <a:pt x="194504" y="37702"/>
                </a:cubicBezTo>
                <a:cubicBezTo>
                  <a:pt x="200674" y="44329"/>
                  <a:pt x="203758" y="53652"/>
                  <a:pt x="203758" y="65671"/>
                </a:cubicBezTo>
                <a:cubicBezTo>
                  <a:pt x="203758" y="66402"/>
                  <a:pt x="203735" y="67499"/>
                  <a:pt x="203690" y="68961"/>
                </a:cubicBezTo>
                <a:lnTo>
                  <a:pt x="149398" y="68961"/>
                </a:lnTo>
                <a:cubicBezTo>
                  <a:pt x="149855" y="76959"/>
                  <a:pt x="152117" y="83083"/>
                  <a:pt x="156185" y="87333"/>
                </a:cubicBezTo>
                <a:cubicBezTo>
                  <a:pt x="160252" y="91583"/>
                  <a:pt x="165325" y="93708"/>
                  <a:pt x="171403" y="93708"/>
                </a:cubicBezTo>
                <a:cubicBezTo>
                  <a:pt x="175927" y="93708"/>
                  <a:pt x="179789" y="92520"/>
                  <a:pt x="182988" y="90143"/>
                </a:cubicBezTo>
                <a:cubicBezTo>
                  <a:pt x="186187" y="87767"/>
                  <a:pt x="188723" y="83974"/>
                  <a:pt x="190597" y="78764"/>
                </a:cubicBezTo>
                <a:moveTo>
                  <a:pt x="150084" y="58816"/>
                </a:moveTo>
                <a:lnTo>
                  <a:pt x="190734" y="58816"/>
                </a:lnTo>
                <a:cubicBezTo>
                  <a:pt x="190185" y="52692"/>
                  <a:pt x="188632" y="48099"/>
                  <a:pt x="186072" y="45037"/>
                </a:cubicBezTo>
                <a:cubicBezTo>
                  <a:pt x="182142" y="40285"/>
                  <a:pt x="177047" y="37908"/>
                  <a:pt x="170786" y="37908"/>
                </a:cubicBezTo>
                <a:cubicBezTo>
                  <a:pt x="165119" y="37908"/>
                  <a:pt x="160355" y="39805"/>
                  <a:pt x="156493" y="43598"/>
                </a:cubicBezTo>
                <a:cubicBezTo>
                  <a:pt x="152632" y="47391"/>
                  <a:pt x="150495" y="52464"/>
                  <a:pt x="150084" y="58816"/>
                </a:cubicBezTo>
                <a:close/>
                <a:moveTo>
                  <a:pt x="265768" y="102208"/>
                </a:moveTo>
                <a:lnTo>
                  <a:pt x="265768" y="93022"/>
                </a:lnTo>
                <a:cubicBezTo>
                  <a:pt x="261152" y="100243"/>
                  <a:pt x="254366" y="103853"/>
                  <a:pt x="245409" y="103853"/>
                </a:cubicBezTo>
                <a:cubicBezTo>
                  <a:pt x="239605" y="103853"/>
                  <a:pt x="234269" y="102254"/>
                  <a:pt x="229402" y="99055"/>
                </a:cubicBezTo>
                <a:cubicBezTo>
                  <a:pt x="224535" y="95856"/>
                  <a:pt x="220765" y="91388"/>
                  <a:pt x="218092" y="85653"/>
                </a:cubicBezTo>
                <a:cubicBezTo>
                  <a:pt x="215418" y="79918"/>
                  <a:pt x="214082" y="73326"/>
                  <a:pt x="214082" y="65876"/>
                </a:cubicBezTo>
                <a:cubicBezTo>
                  <a:pt x="214082" y="58610"/>
                  <a:pt x="215293" y="52018"/>
                  <a:pt x="217715" y="46100"/>
                </a:cubicBezTo>
                <a:cubicBezTo>
                  <a:pt x="220137" y="40182"/>
                  <a:pt x="223770" y="35646"/>
                  <a:pt x="228614" y="32493"/>
                </a:cubicBezTo>
                <a:cubicBezTo>
                  <a:pt x="233458" y="29339"/>
                  <a:pt x="238874" y="27763"/>
                  <a:pt x="244860" y="27763"/>
                </a:cubicBezTo>
                <a:cubicBezTo>
                  <a:pt x="249248" y="27763"/>
                  <a:pt x="253155" y="28688"/>
                  <a:pt x="256582" y="30539"/>
                </a:cubicBezTo>
                <a:cubicBezTo>
                  <a:pt x="260010" y="32390"/>
                  <a:pt x="262798" y="34801"/>
                  <a:pt x="264946" y="37771"/>
                </a:cubicBezTo>
                <a:lnTo>
                  <a:pt x="264946" y="1714"/>
                </a:lnTo>
                <a:lnTo>
                  <a:pt x="277216" y="1714"/>
                </a:lnTo>
                <a:lnTo>
                  <a:pt x="277216" y="102208"/>
                </a:lnTo>
                <a:lnTo>
                  <a:pt x="265768" y="102208"/>
                </a:lnTo>
                <a:moveTo>
                  <a:pt x="226763" y="65876"/>
                </a:moveTo>
                <a:cubicBezTo>
                  <a:pt x="226763" y="75199"/>
                  <a:pt x="228728" y="82169"/>
                  <a:pt x="232659" y="86784"/>
                </a:cubicBezTo>
                <a:cubicBezTo>
                  <a:pt x="236589" y="91400"/>
                  <a:pt x="241227" y="93708"/>
                  <a:pt x="246574" y="93708"/>
                </a:cubicBezTo>
                <a:cubicBezTo>
                  <a:pt x="251967" y="93708"/>
                  <a:pt x="256548" y="91503"/>
                  <a:pt x="260318" y="87093"/>
                </a:cubicBezTo>
                <a:cubicBezTo>
                  <a:pt x="264089" y="82683"/>
                  <a:pt x="265974" y="75953"/>
                  <a:pt x="265974" y="66905"/>
                </a:cubicBezTo>
                <a:cubicBezTo>
                  <a:pt x="265974" y="56942"/>
                  <a:pt x="264054" y="49630"/>
                  <a:pt x="260216" y="44969"/>
                </a:cubicBezTo>
                <a:cubicBezTo>
                  <a:pt x="256377" y="40307"/>
                  <a:pt x="251647" y="37977"/>
                  <a:pt x="246026" y="37977"/>
                </a:cubicBezTo>
                <a:cubicBezTo>
                  <a:pt x="240542" y="37977"/>
                  <a:pt x="235960" y="40216"/>
                  <a:pt x="232282" y="44695"/>
                </a:cubicBezTo>
                <a:cubicBezTo>
                  <a:pt x="228603" y="49173"/>
                  <a:pt x="226763" y="56234"/>
                  <a:pt x="226763" y="65876"/>
                </a:cubicBezTo>
                <a:close/>
                <a:moveTo>
                  <a:pt x="348216" y="102208"/>
                </a:moveTo>
                <a:lnTo>
                  <a:pt x="325937" y="29408"/>
                </a:lnTo>
                <a:lnTo>
                  <a:pt x="338687" y="29408"/>
                </a:lnTo>
                <a:lnTo>
                  <a:pt x="350272" y="71429"/>
                </a:lnTo>
                <a:lnTo>
                  <a:pt x="354591" y="87058"/>
                </a:lnTo>
                <a:cubicBezTo>
                  <a:pt x="354774" y="86282"/>
                  <a:pt x="356031" y="81277"/>
                  <a:pt x="358361" y="72046"/>
                </a:cubicBezTo>
                <a:lnTo>
                  <a:pt x="369946" y="29408"/>
                </a:lnTo>
                <a:lnTo>
                  <a:pt x="382628" y="29408"/>
                </a:lnTo>
                <a:lnTo>
                  <a:pt x="393527" y="71635"/>
                </a:lnTo>
                <a:lnTo>
                  <a:pt x="397161" y="85550"/>
                </a:lnTo>
                <a:lnTo>
                  <a:pt x="401342" y="71498"/>
                </a:lnTo>
                <a:lnTo>
                  <a:pt x="413818" y="29408"/>
                </a:lnTo>
                <a:lnTo>
                  <a:pt x="425814" y="29408"/>
                </a:lnTo>
                <a:lnTo>
                  <a:pt x="403056" y="102208"/>
                </a:lnTo>
                <a:lnTo>
                  <a:pt x="390237" y="102208"/>
                </a:lnTo>
                <a:lnTo>
                  <a:pt x="378652" y="58610"/>
                </a:lnTo>
                <a:lnTo>
                  <a:pt x="375841" y="46203"/>
                </a:lnTo>
                <a:lnTo>
                  <a:pt x="361103" y="102208"/>
                </a:lnTo>
                <a:lnTo>
                  <a:pt x="348216" y="102208"/>
                </a:lnTo>
                <a:close/>
                <a:moveTo>
                  <a:pt x="436211" y="15904"/>
                </a:moveTo>
                <a:lnTo>
                  <a:pt x="436211" y="1714"/>
                </a:lnTo>
                <a:lnTo>
                  <a:pt x="448550" y="1714"/>
                </a:lnTo>
                <a:lnTo>
                  <a:pt x="448550" y="15904"/>
                </a:lnTo>
                <a:lnTo>
                  <a:pt x="436211" y="15904"/>
                </a:lnTo>
                <a:moveTo>
                  <a:pt x="436211" y="102208"/>
                </a:moveTo>
                <a:lnTo>
                  <a:pt x="436211" y="29408"/>
                </a:lnTo>
                <a:lnTo>
                  <a:pt x="448550" y="29408"/>
                </a:lnTo>
                <a:lnTo>
                  <a:pt x="448550" y="102208"/>
                </a:lnTo>
                <a:lnTo>
                  <a:pt x="436211" y="102208"/>
                </a:lnTo>
                <a:close/>
                <a:moveTo>
                  <a:pt x="494530" y="91171"/>
                </a:moveTo>
                <a:lnTo>
                  <a:pt x="496312" y="102071"/>
                </a:lnTo>
                <a:cubicBezTo>
                  <a:pt x="492839" y="102802"/>
                  <a:pt x="489731" y="103168"/>
                  <a:pt x="486989" y="103168"/>
                </a:cubicBezTo>
                <a:cubicBezTo>
                  <a:pt x="482511" y="103168"/>
                  <a:pt x="479038" y="102459"/>
                  <a:pt x="476570" y="101043"/>
                </a:cubicBezTo>
                <a:cubicBezTo>
                  <a:pt x="474102" y="99626"/>
                  <a:pt x="472365" y="97764"/>
                  <a:pt x="471360" y="95456"/>
                </a:cubicBezTo>
                <a:cubicBezTo>
                  <a:pt x="470355" y="93148"/>
                  <a:pt x="469852" y="88292"/>
                  <a:pt x="469852" y="80889"/>
                </a:cubicBezTo>
                <a:lnTo>
                  <a:pt x="469852" y="39005"/>
                </a:lnTo>
                <a:lnTo>
                  <a:pt x="460803" y="39005"/>
                </a:lnTo>
                <a:lnTo>
                  <a:pt x="460803" y="29408"/>
                </a:lnTo>
                <a:lnTo>
                  <a:pt x="469852" y="29408"/>
                </a:lnTo>
                <a:lnTo>
                  <a:pt x="469852" y="11379"/>
                </a:lnTo>
                <a:lnTo>
                  <a:pt x="482122" y="3976"/>
                </a:lnTo>
                <a:lnTo>
                  <a:pt x="482122" y="29408"/>
                </a:lnTo>
                <a:lnTo>
                  <a:pt x="494530" y="29408"/>
                </a:lnTo>
                <a:lnTo>
                  <a:pt x="494530" y="39005"/>
                </a:lnTo>
                <a:lnTo>
                  <a:pt x="482122" y="39005"/>
                </a:lnTo>
                <a:lnTo>
                  <a:pt x="482122" y="81574"/>
                </a:lnTo>
                <a:cubicBezTo>
                  <a:pt x="482122" y="85093"/>
                  <a:pt x="482339" y="87355"/>
                  <a:pt x="482774" y="88361"/>
                </a:cubicBezTo>
                <a:cubicBezTo>
                  <a:pt x="483208" y="89366"/>
                  <a:pt x="483916" y="90166"/>
                  <a:pt x="484899" y="90760"/>
                </a:cubicBezTo>
                <a:cubicBezTo>
                  <a:pt x="485881" y="91354"/>
                  <a:pt x="487286" y="91651"/>
                  <a:pt x="489114" y="91651"/>
                </a:cubicBezTo>
                <a:cubicBezTo>
                  <a:pt x="490485" y="91651"/>
                  <a:pt x="492291" y="91491"/>
                  <a:pt x="494530" y="91171"/>
                </a:cubicBezTo>
                <a:close/>
                <a:moveTo>
                  <a:pt x="506057" y="102208"/>
                </a:moveTo>
                <a:lnTo>
                  <a:pt x="506057" y="1714"/>
                </a:lnTo>
                <a:lnTo>
                  <a:pt x="518396" y="1714"/>
                </a:lnTo>
                <a:lnTo>
                  <a:pt x="518396" y="37771"/>
                </a:lnTo>
                <a:cubicBezTo>
                  <a:pt x="524154" y="31099"/>
                  <a:pt x="531420" y="27763"/>
                  <a:pt x="540194" y="27763"/>
                </a:cubicBezTo>
                <a:cubicBezTo>
                  <a:pt x="545587" y="27763"/>
                  <a:pt x="550271" y="28825"/>
                  <a:pt x="554247" y="30950"/>
                </a:cubicBezTo>
                <a:cubicBezTo>
                  <a:pt x="558223" y="33075"/>
                  <a:pt x="561068" y="36012"/>
                  <a:pt x="562782" y="39759"/>
                </a:cubicBezTo>
                <a:cubicBezTo>
                  <a:pt x="564495" y="43506"/>
                  <a:pt x="565352" y="48945"/>
                  <a:pt x="565352" y="56074"/>
                </a:cubicBezTo>
                <a:lnTo>
                  <a:pt x="565352" y="102208"/>
                </a:lnTo>
                <a:lnTo>
                  <a:pt x="553013" y="102208"/>
                </a:lnTo>
                <a:lnTo>
                  <a:pt x="553013" y="56074"/>
                </a:lnTo>
                <a:cubicBezTo>
                  <a:pt x="553013" y="49904"/>
                  <a:pt x="551677" y="45414"/>
                  <a:pt x="549003" y="42604"/>
                </a:cubicBezTo>
                <a:cubicBezTo>
                  <a:pt x="546330" y="39793"/>
                  <a:pt x="542548" y="38388"/>
                  <a:pt x="537658" y="38388"/>
                </a:cubicBezTo>
                <a:cubicBezTo>
                  <a:pt x="534002" y="38388"/>
                  <a:pt x="530563" y="39336"/>
                  <a:pt x="527341" y="41233"/>
                </a:cubicBezTo>
                <a:cubicBezTo>
                  <a:pt x="524120" y="43129"/>
                  <a:pt x="521823" y="45700"/>
                  <a:pt x="520452" y="48945"/>
                </a:cubicBezTo>
                <a:cubicBezTo>
                  <a:pt x="519081" y="52189"/>
                  <a:pt x="518396" y="56668"/>
                  <a:pt x="518396" y="62380"/>
                </a:cubicBezTo>
                <a:lnTo>
                  <a:pt x="518396" y="102208"/>
                </a:lnTo>
                <a:lnTo>
                  <a:pt x="506057" y="102208"/>
                </a:lnTo>
                <a:close/>
                <a:moveTo>
                  <a:pt x="670062" y="93228"/>
                </a:moveTo>
                <a:cubicBezTo>
                  <a:pt x="665492" y="97112"/>
                  <a:pt x="661093" y="99854"/>
                  <a:pt x="656866" y="101454"/>
                </a:cubicBezTo>
                <a:cubicBezTo>
                  <a:pt x="652639" y="103053"/>
                  <a:pt x="648103" y="103853"/>
                  <a:pt x="643259" y="103853"/>
                </a:cubicBezTo>
                <a:cubicBezTo>
                  <a:pt x="635261" y="103853"/>
                  <a:pt x="629115" y="101899"/>
                  <a:pt x="624819" y="97992"/>
                </a:cubicBezTo>
                <a:cubicBezTo>
                  <a:pt x="620523" y="94085"/>
                  <a:pt x="618375" y="89092"/>
                  <a:pt x="618375" y="83014"/>
                </a:cubicBezTo>
                <a:cubicBezTo>
                  <a:pt x="618375" y="79449"/>
                  <a:pt x="619187" y="76193"/>
                  <a:pt x="620809" y="73246"/>
                </a:cubicBezTo>
                <a:cubicBezTo>
                  <a:pt x="622431" y="70298"/>
                  <a:pt x="624556" y="67933"/>
                  <a:pt x="627184" y="66151"/>
                </a:cubicBezTo>
                <a:cubicBezTo>
                  <a:pt x="629812" y="64368"/>
                  <a:pt x="632771" y="63020"/>
                  <a:pt x="636061" y="62106"/>
                </a:cubicBezTo>
                <a:cubicBezTo>
                  <a:pt x="638483" y="61466"/>
                  <a:pt x="642139" y="60849"/>
                  <a:pt x="647029" y="60255"/>
                </a:cubicBezTo>
                <a:cubicBezTo>
                  <a:pt x="656992" y="59067"/>
                  <a:pt x="664327" y="57650"/>
                  <a:pt x="669034" y="56005"/>
                </a:cubicBezTo>
                <a:cubicBezTo>
                  <a:pt x="669079" y="54314"/>
                  <a:pt x="669102" y="53240"/>
                  <a:pt x="669102" y="52783"/>
                </a:cubicBezTo>
                <a:cubicBezTo>
                  <a:pt x="669102" y="47756"/>
                  <a:pt x="667937" y="44215"/>
                  <a:pt x="665606" y="42158"/>
                </a:cubicBezTo>
                <a:cubicBezTo>
                  <a:pt x="662453" y="39371"/>
                  <a:pt x="657769" y="37977"/>
                  <a:pt x="651554" y="37977"/>
                </a:cubicBezTo>
                <a:cubicBezTo>
                  <a:pt x="645750" y="37977"/>
                  <a:pt x="641465" y="38993"/>
                  <a:pt x="638700" y="41027"/>
                </a:cubicBezTo>
                <a:cubicBezTo>
                  <a:pt x="635936" y="43061"/>
                  <a:pt x="633890" y="46660"/>
                  <a:pt x="632565" y="51824"/>
                </a:cubicBezTo>
                <a:lnTo>
                  <a:pt x="620500" y="50179"/>
                </a:lnTo>
                <a:cubicBezTo>
                  <a:pt x="621597" y="45014"/>
                  <a:pt x="623402" y="40844"/>
                  <a:pt x="625916" y="37668"/>
                </a:cubicBezTo>
                <a:cubicBezTo>
                  <a:pt x="628429" y="34492"/>
                  <a:pt x="632062" y="32047"/>
                  <a:pt x="636815" y="30333"/>
                </a:cubicBezTo>
                <a:cubicBezTo>
                  <a:pt x="641568" y="28620"/>
                  <a:pt x="647075" y="27763"/>
                  <a:pt x="653336" y="27763"/>
                </a:cubicBezTo>
                <a:cubicBezTo>
                  <a:pt x="659551" y="27763"/>
                  <a:pt x="664601" y="28494"/>
                  <a:pt x="668485" y="29956"/>
                </a:cubicBezTo>
                <a:cubicBezTo>
                  <a:pt x="672370" y="31419"/>
                  <a:pt x="675226" y="33258"/>
                  <a:pt x="677054" y="35475"/>
                </a:cubicBezTo>
                <a:cubicBezTo>
                  <a:pt x="678882" y="37691"/>
                  <a:pt x="680162" y="40490"/>
                  <a:pt x="680893" y="43872"/>
                </a:cubicBezTo>
                <a:cubicBezTo>
                  <a:pt x="681304" y="45974"/>
                  <a:pt x="681510" y="49767"/>
                  <a:pt x="681510" y="55251"/>
                </a:cubicBezTo>
                <a:lnTo>
                  <a:pt x="681510" y="71703"/>
                </a:lnTo>
                <a:cubicBezTo>
                  <a:pt x="681510" y="83174"/>
                  <a:pt x="681773" y="90429"/>
                  <a:pt x="682298" y="93468"/>
                </a:cubicBezTo>
                <a:cubicBezTo>
                  <a:pt x="682824" y="96507"/>
                  <a:pt x="683863" y="99420"/>
                  <a:pt x="685417" y="102208"/>
                </a:cubicBezTo>
                <a:lnTo>
                  <a:pt x="672530" y="102208"/>
                </a:lnTo>
                <a:cubicBezTo>
                  <a:pt x="671250" y="99649"/>
                  <a:pt x="670428" y="96655"/>
                  <a:pt x="670062" y="93228"/>
                </a:cubicBezTo>
                <a:moveTo>
                  <a:pt x="669034" y="65671"/>
                </a:moveTo>
                <a:cubicBezTo>
                  <a:pt x="664555" y="67499"/>
                  <a:pt x="657837" y="69053"/>
                  <a:pt x="648880" y="70332"/>
                </a:cubicBezTo>
                <a:cubicBezTo>
                  <a:pt x="643807" y="71063"/>
                  <a:pt x="640220" y="71886"/>
                  <a:pt x="638118" y="72800"/>
                </a:cubicBezTo>
                <a:cubicBezTo>
                  <a:pt x="636016" y="73714"/>
                  <a:pt x="634393" y="75051"/>
                  <a:pt x="633251" y="76810"/>
                </a:cubicBezTo>
                <a:cubicBezTo>
                  <a:pt x="632108" y="78570"/>
                  <a:pt x="631537" y="80523"/>
                  <a:pt x="631537" y="82671"/>
                </a:cubicBezTo>
                <a:cubicBezTo>
                  <a:pt x="631537" y="85962"/>
                  <a:pt x="632782" y="88704"/>
                  <a:pt x="635273" y="90897"/>
                </a:cubicBezTo>
                <a:cubicBezTo>
                  <a:pt x="637764" y="93091"/>
                  <a:pt x="641408" y="94188"/>
                  <a:pt x="646207" y="94188"/>
                </a:cubicBezTo>
                <a:cubicBezTo>
                  <a:pt x="650959" y="94188"/>
                  <a:pt x="655187" y="93148"/>
                  <a:pt x="658888" y="91069"/>
                </a:cubicBezTo>
                <a:cubicBezTo>
                  <a:pt x="662590" y="88989"/>
                  <a:pt x="665309" y="86144"/>
                  <a:pt x="667046" y="82534"/>
                </a:cubicBezTo>
                <a:cubicBezTo>
                  <a:pt x="668371" y="79746"/>
                  <a:pt x="669034" y="75633"/>
                  <a:pt x="669034" y="70195"/>
                </a:cubicBezTo>
                <a:lnTo>
                  <a:pt x="669034" y="65671"/>
                </a:lnTo>
                <a:close/>
                <a:moveTo>
                  <a:pt x="750235" y="102208"/>
                </a:moveTo>
                <a:lnTo>
                  <a:pt x="738787" y="102208"/>
                </a:lnTo>
                <a:lnTo>
                  <a:pt x="738787" y="1714"/>
                </a:lnTo>
                <a:lnTo>
                  <a:pt x="751126" y="1714"/>
                </a:lnTo>
                <a:lnTo>
                  <a:pt x="751126" y="37565"/>
                </a:lnTo>
                <a:cubicBezTo>
                  <a:pt x="756336" y="31030"/>
                  <a:pt x="762986" y="27763"/>
                  <a:pt x="771074" y="27763"/>
                </a:cubicBezTo>
                <a:cubicBezTo>
                  <a:pt x="775553" y="27763"/>
                  <a:pt x="779792" y="28665"/>
                  <a:pt x="783790" y="30470"/>
                </a:cubicBezTo>
                <a:cubicBezTo>
                  <a:pt x="787789" y="32276"/>
                  <a:pt x="791080" y="34812"/>
                  <a:pt x="793662" y="38079"/>
                </a:cubicBezTo>
                <a:cubicBezTo>
                  <a:pt x="796244" y="41347"/>
                  <a:pt x="798266" y="45289"/>
                  <a:pt x="799728" y="49904"/>
                </a:cubicBezTo>
                <a:cubicBezTo>
                  <a:pt x="801191" y="54520"/>
                  <a:pt x="801922" y="59456"/>
                  <a:pt x="801922" y="64711"/>
                </a:cubicBezTo>
                <a:cubicBezTo>
                  <a:pt x="801922" y="77187"/>
                  <a:pt x="798837" y="86830"/>
                  <a:pt x="792668" y="93639"/>
                </a:cubicBezTo>
                <a:cubicBezTo>
                  <a:pt x="786498" y="100448"/>
                  <a:pt x="779095" y="103853"/>
                  <a:pt x="770458" y="103853"/>
                </a:cubicBezTo>
                <a:cubicBezTo>
                  <a:pt x="761866" y="103853"/>
                  <a:pt x="755125" y="100266"/>
                  <a:pt x="750235" y="93091"/>
                </a:cubicBezTo>
                <a:lnTo>
                  <a:pt x="750235" y="102208"/>
                </a:lnTo>
                <a:moveTo>
                  <a:pt x="750098" y="65260"/>
                </a:moveTo>
                <a:cubicBezTo>
                  <a:pt x="750098" y="73988"/>
                  <a:pt x="751286" y="80295"/>
                  <a:pt x="753663" y="84179"/>
                </a:cubicBezTo>
                <a:cubicBezTo>
                  <a:pt x="757547" y="90532"/>
                  <a:pt x="762803" y="93708"/>
                  <a:pt x="769429" y="93708"/>
                </a:cubicBezTo>
                <a:cubicBezTo>
                  <a:pt x="774822" y="93708"/>
                  <a:pt x="779483" y="91366"/>
                  <a:pt x="783413" y="86681"/>
                </a:cubicBezTo>
                <a:cubicBezTo>
                  <a:pt x="787344" y="81997"/>
                  <a:pt x="789309" y="75016"/>
                  <a:pt x="789309" y="65739"/>
                </a:cubicBezTo>
                <a:cubicBezTo>
                  <a:pt x="789309" y="56234"/>
                  <a:pt x="787424" y="49219"/>
                  <a:pt x="783653" y="44695"/>
                </a:cubicBezTo>
                <a:cubicBezTo>
                  <a:pt x="779883" y="40170"/>
                  <a:pt x="775325" y="37908"/>
                  <a:pt x="769978" y="37908"/>
                </a:cubicBezTo>
                <a:cubicBezTo>
                  <a:pt x="764585" y="37908"/>
                  <a:pt x="759924" y="40250"/>
                  <a:pt x="755993" y="44934"/>
                </a:cubicBezTo>
                <a:cubicBezTo>
                  <a:pt x="752063" y="49619"/>
                  <a:pt x="750098" y="56394"/>
                  <a:pt x="750098" y="65260"/>
                </a:cubicBezTo>
                <a:close/>
                <a:moveTo>
                  <a:pt x="864165" y="93228"/>
                </a:moveTo>
                <a:cubicBezTo>
                  <a:pt x="859595" y="97112"/>
                  <a:pt x="855197" y="99854"/>
                  <a:pt x="850970" y="101454"/>
                </a:cubicBezTo>
                <a:cubicBezTo>
                  <a:pt x="846742" y="103053"/>
                  <a:pt x="842207" y="103853"/>
                  <a:pt x="837362" y="103853"/>
                </a:cubicBezTo>
                <a:cubicBezTo>
                  <a:pt x="829365" y="103853"/>
                  <a:pt x="823218" y="101899"/>
                  <a:pt x="818922" y="97992"/>
                </a:cubicBezTo>
                <a:cubicBezTo>
                  <a:pt x="814627" y="94085"/>
                  <a:pt x="812479" y="89092"/>
                  <a:pt x="812479" y="83014"/>
                </a:cubicBezTo>
                <a:cubicBezTo>
                  <a:pt x="812479" y="79449"/>
                  <a:pt x="813290" y="76193"/>
                  <a:pt x="814912" y="73246"/>
                </a:cubicBezTo>
                <a:cubicBezTo>
                  <a:pt x="816535" y="70298"/>
                  <a:pt x="818660" y="67933"/>
                  <a:pt x="821287" y="66151"/>
                </a:cubicBezTo>
                <a:cubicBezTo>
                  <a:pt x="823915" y="64368"/>
                  <a:pt x="826874" y="63020"/>
                  <a:pt x="830165" y="62106"/>
                </a:cubicBezTo>
                <a:cubicBezTo>
                  <a:pt x="832587" y="61466"/>
                  <a:pt x="836243" y="60849"/>
                  <a:pt x="841133" y="60255"/>
                </a:cubicBezTo>
                <a:cubicBezTo>
                  <a:pt x="851095" y="59067"/>
                  <a:pt x="858430" y="57650"/>
                  <a:pt x="863137" y="56005"/>
                </a:cubicBezTo>
                <a:cubicBezTo>
                  <a:pt x="863183" y="54314"/>
                  <a:pt x="863206" y="53240"/>
                  <a:pt x="863206" y="52783"/>
                </a:cubicBezTo>
                <a:cubicBezTo>
                  <a:pt x="863206" y="47756"/>
                  <a:pt x="862040" y="44215"/>
                  <a:pt x="859710" y="42158"/>
                </a:cubicBezTo>
                <a:cubicBezTo>
                  <a:pt x="856556" y="39371"/>
                  <a:pt x="851872" y="37977"/>
                  <a:pt x="845657" y="37977"/>
                </a:cubicBezTo>
                <a:cubicBezTo>
                  <a:pt x="839853" y="37977"/>
                  <a:pt x="835569" y="38993"/>
                  <a:pt x="832804" y="41027"/>
                </a:cubicBezTo>
                <a:cubicBezTo>
                  <a:pt x="830039" y="43061"/>
                  <a:pt x="827994" y="46660"/>
                  <a:pt x="826669" y="51824"/>
                </a:cubicBezTo>
                <a:lnTo>
                  <a:pt x="814604" y="50179"/>
                </a:lnTo>
                <a:cubicBezTo>
                  <a:pt x="815701" y="45014"/>
                  <a:pt x="817506" y="40844"/>
                  <a:pt x="820019" y="37668"/>
                </a:cubicBezTo>
                <a:cubicBezTo>
                  <a:pt x="822533" y="34492"/>
                  <a:pt x="826166" y="32047"/>
                  <a:pt x="830919" y="30333"/>
                </a:cubicBezTo>
                <a:cubicBezTo>
                  <a:pt x="835671" y="28620"/>
                  <a:pt x="841178" y="27763"/>
                  <a:pt x="847439" y="27763"/>
                </a:cubicBezTo>
                <a:cubicBezTo>
                  <a:pt x="853654" y="27763"/>
                  <a:pt x="858704" y="28494"/>
                  <a:pt x="862589" y="29956"/>
                </a:cubicBezTo>
                <a:cubicBezTo>
                  <a:pt x="866473" y="31419"/>
                  <a:pt x="869329" y="33258"/>
                  <a:pt x="871157" y="35475"/>
                </a:cubicBezTo>
                <a:cubicBezTo>
                  <a:pt x="872985" y="37691"/>
                  <a:pt x="874265" y="40490"/>
                  <a:pt x="874996" y="43872"/>
                </a:cubicBezTo>
                <a:cubicBezTo>
                  <a:pt x="875408" y="45974"/>
                  <a:pt x="875613" y="49767"/>
                  <a:pt x="875613" y="55251"/>
                </a:cubicBezTo>
                <a:lnTo>
                  <a:pt x="875613" y="71703"/>
                </a:lnTo>
                <a:cubicBezTo>
                  <a:pt x="875613" y="83174"/>
                  <a:pt x="875876" y="90429"/>
                  <a:pt x="876402" y="93468"/>
                </a:cubicBezTo>
                <a:cubicBezTo>
                  <a:pt x="876927" y="96507"/>
                  <a:pt x="877967" y="99420"/>
                  <a:pt x="879521" y="102208"/>
                </a:cubicBezTo>
                <a:lnTo>
                  <a:pt x="866633" y="102208"/>
                </a:lnTo>
                <a:cubicBezTo>
                  <a:pt x="865354" y="99649"/>
                  <a:pt x="864531" y="96655"/>
                  <a:pt x="864165" y="93228"/>
                </a:cubicBezTo>
                <a:moveTo>
                  <a:pt x="863137" y="65671"/>
                </a:moveTo>
                <a:cubicBezTo>
                  <a:pt x="858659" y="67499"/>
                  <a:pt x="851941" y="69053"/>
                  <a:pt x="842983" y="70332"/>
                </a:cubicBezTo>
                <a:cubicBezTo>
                  <a:pt x="837911" y="71063"/>
                  <a:pt x="834323" y="71886"/>
                  <a:pt x="832221" y="72800"/>
                </a:cubicBezTo>
                <a:cubicBezTo>
                  <a:pt x="830119" y="73714"/>
                  <a:pt x="828497" y="75051"/>
                  <a:pt x="827354" y="76810"/>
                </a:cubicBezTo>
                <a:cubicBezTo>
                  <a:pt x="826212" y="78570"/>
                  <a:pt x="825640" y="80523"/>
                  <a:pt x="825640" y="82671"/>
                </a:cubicBezTo>
                <a:cubicBezTo>
                  <a:pt x="825640" y="85962"/>
                  <a:pt x="826886" y="88704"/>
                  <a:pt x="829376" y="90897"/>
                </a:cubicBezTo>
                <a:cubicBezTo>
                  <a:pt x="831867" y="93091"/>
                  <a:pt x="835512" y="94188"/>
                  <a:pt x="840310" y="94188"/>
                </a:cubicBezTo>
                <a:cubicBezTo>
                  <a:pt x="845063" y="94188"/>
                  <a:pt x="849290" y="93148"/>
                  <a:pt x="852992" y="91069"/>
                </a:cubicBezTo>
                <a:cubicBezTo>
                  <a:pt x="856693" y="88989"/>
                  <a:pt x="859413" y="86144"/>
                  <a:pt x="861149" y="82534"/>
                </a:cubicBezTo>
                <a:cubicBezTo>
                  <a:pt x="862474" y="79746"/>
                  <a:pt x="863137" y="75633"/>
                  <a:pt x="863137" y="70195"/>
                </a:cubicBezTo>
                <a:lnTo>
                  <a:pt x="863137" y="65671"/>
                </a:lnTo>
                <a:close/>
                <a:moveTo>
                  <a:pt x="892202" y="108240"/>
                </a:moveTo>
                <a:lnTo>
                  <a:pt x="904199" y="110023"/>
                </a:lnTo>
                <a:cubicBezTo>
                  <a:pt x="904701" y="113724"/>
                  <a:pt x="906095" y="116421"/>
                  <a:pt x="908380" y="118112"/>
                </a:cubicBezTo>
                <a:cubicBezTo>
                  <a:pt x="911442" y="120397"/>
                  <a:pt x="915624" y="121539"/>
                  <a:pt x="920925" y="121539"/>
                </a:cubicBezTo>
                <a:cubicBezTo>
                  <a:pt x="926637" y="121539"/>
                  <a:pt x="931047" y="120397"/>
                  <a:pt x="934155" y="118112"/>
                </a:cubicBezTo>
                <a:cubicBezTo>
                  <a:pt x="937263" y="115827"/>
                  <a:pt x="939365" y="112628"/>
                  <a:pt x="940462" y="108515"/>
                </a:cubicBezTo>
                <a:cubicBezTo>
                  <a:pt x="941101" y="106001"/>
                  <a:pt x="941398" y="100723"/>
                  <a:pt x="941353" y="92680"/>
                </a:cubicBezTo>
                <a:cubicBezTo>
                  <a:pt x="935960" y="99032"/>
                  <a:pt x="929242" y="102208"/>
                  <a:pt x="921199" y="102208"/>
                </a:cubicBezTo>
                <a:cubicBezTo>
                  <a:pt x="911191" y="102208"/>
                  <a:pt x="903445" y="98598"/>
                  <a:pt x="897961" y="91377"/>
                </a:cubicBezTo>
                <a:cubicBezTo>
                  <a:pt x="892477" y="84156"/>
                  <a:pt x="889735" y="75496"/>
                  <a:pt x="889735" y="65397"/>
                </a:cubicBezTo>
                <a:cubicBezTo>
                  <a:pt x="889735" y="58450"/>
                  <a:pt x="890991" y="52041"/>
                  <a:pt x="893505" y="46168"/>
                </a:cubicBezTo>
                <a:cubicBezTo>
                  <a:pt x="896018" y="40296"/>
                  <a:pt x="899663" y="35760"/>
                  <a:pt x="904439" y="32561"/>
                </a:cubicBezTo>
                <a:cubicBezTo>
                  <a:pt x="909214" y="29362"/>
                  <a:pt x="914824" y="27763"/>
                  <a:pt x="921268" y="27763"/>
                </a:cubicBezTo>
                <a:cubicBezTo>
                  <a:pt x="929859" y="27763"/>
                  <a:pt x="936943" y="31236"/>
                  <a:pt x="942518" y="38182"/>
                </a:cubicBezTo>
                <a:lnTo>
                  <a:pt x="942518" y="29408"/>
                </a:lnTo>
                <a:lnTo>
                  <a:pt x="953897" y="29408"/>
                </a:lnTo>
                <a:lnTo>
                  <a:pt x="953897" y="92337"/>
                </a:lnTo>
                <a:cubicBezTo>
                  <a:pt x="953897" y="103670"/>
                  <a:pt x="952743" y="111702"/>
                  <a:pt x="950436" y="116432"/>
                </a:cubicBezTo>
                <a:cubicBezTo>
                  <a:pt x="948128" y="121162"/>
                  <a:pt x="944472" y="124898"/>
                  <a:pt x="939468" y="127640"/>
                </a:cubicBezTo>
                <a:cubicBezTo>
                  <a:pt x="934463" y="130382"/>
                  <a:pt x="928305" y="131753"/>
                  <a:pt x="920993" y="131753"/>
                </a:cubicBezTo>
                <a:cubicBezTo>
                  <a:pt x="912310" y="131753"/>
                  <a:pt x="905295" y="129799"/>
                  <a:pt x="899949" y="125892"/>
                </a:cubicBezTo>
                <a:cubicBezTo>
                  <a:pt x="894602" y="121985"/>
                  <a:pt x="892020" y="116101"/>
                  <a:pt x="892202" y="108240"/>
                </a:cubicBezTo>
                <a:moveTo>
                  <a:pt x="902416" y="64505"/>
                </a:moveTo>
                <a:cubicBezTo>
                  <a:pt x="902416" y="74057"/>
                  <a:pt x="904313" y="81026"/>
                  <a:pt x="908106" y="85413"/>
                </a:cubicBezTo>
                <a:cubicBezTo>
                  <a:pt x="911899" y="89800"/>
                  <a:pt x="916652" y="91994"/>
                  <a:pt x="922364" y="91994"/>
                </a:cubicBezTo>
                <a:cubicBezTo>
                  <a:pt x="928031" y="91994"/>
                  <a:pt x="932784" y="89812"/>
                  <a:pt x="936623" y="85447"/>
                </a:cubicBezTo>
                <a:cubicBezTo>
                  <a:pt x="940462" y="81083"/>
                  <a:pt x="942381" y="74240"/>
                  <a:pt x="942381" y="64917"/>
                </a:cubicBezTo>
                <a:cubicBezTo>
                  <a:pt x="942381" y="56005"/>
                  <a:pt x="940404" y="49287"/>
                  <a:pt x="936451" y="44763"/>
                </a:cubicBezTo>
                <a:cubicBezTo>
                  <a:pt x="932498" y="40239"/>
                  <a:pt x="927734" y="37977"/>
                  <a:pt x="922159" y="37977"/>
                </a:cubicBezTo>
                <a:cubicBezTo>
                  <a:pt x="916675" y="37977"/>
                  <a:pt x="912013" y="40205"/>
                  <a:pt x="908175" y="44660"/>
                </a:cubicBezTo>
                <a:cubicBezTo>
                  <a:pt x="904336" y="49116"/>
                  <a:pt x="902416" y="55731"/>
                  <a:pt x="902416" y="64505"/>
                </a:cubicBezTo>
                <a:close/>
                <a:moveTo>
                  <a:pt x="1006171" y="65808"/>
                </a:moveTo>
                <a:cubicBezTo>
                  <a:pt x="1006171" y="52326"/>
                  <a:pt x="1009919" y="42341"/>
                  <a:pt x="1017413" y="35852"/>
                </a:cubicBezTo>
                <a:cubicBezTo>
                  <a:pt x="1023674" y="30459"/>
                  <a:pt x="1031306" y="27763"/>
                  <a:pt x="1040309" y="27763"/>
                </a:cubicBezTo>
                <a:cubicBezTo>
                  <a:pt x="1050317" y="27763"/>
                  <a:pt x="1058498" y="31042"/>
                  <a:pt x="1064850" y="37600"/>
                </a:cubicBezTo>
                <a:cubicBezTo>
                  <a:pt x="1071202" y="44158"/>
                  <a:pt x="1074378" y="53218"/>
                  <a:pt x="1074378" y="64780"/>
                </a:cubicBezTo>
                <a:cubicBezTo>
                  <a:pt x="1074378" y="74148"/>
                  <a:pt x="1072973" y="81517"/>
                  <a:pt x="1070162" y="86887"/>
                </a:cubicBezTo>
                <a:cubicBezTo>
                  <a:pt x="1067352" y="92257"/>
                  <a:pt x="1063262" y="96427"/>
                  <a:pt x="1057892" y="99397"/>
                </a:cubicBezTo>
                <a:cubicBezTo>
                  <a:pt x="1052522" y="102368"/>
                  <a:pt x="1046661" y="103853"/>
                  <a:pt x="1040309" y="103853"/>
                </a:cubicBezTo>
                <a:cubicBezTo>
                  <a:pt x="1030118" y="103853"/>
                  <a:pt x="1021880" y="100586"/>
                  <a:pt x="1015597" y="94051"/>
                </a:cubicBezTo>
                <a:cubicBezTo>
                  <a:pt x="1009313" y="87515"/>
                  <a:pt x="1006171" y="78101"/>
                  <a:pt x="1006171" y="65808"/>
                </a:cubicBezTo>
                <a:moveTo>
                  <a:pt x="1018853" y="65808"/>
                </a:moveTo>
                <a:cubicBezTo>
                  <a:pt x="1018853" y="75131"/>
                  <a:pt x="1020887" y="82111"/>
                  <a:pt x="1024954" y="86750"/>
                </a:cubicBezTo>
                <a:cubicBezTo>
                  <a:pt x="1029021" y="91388"/>
                  <a:pt x="1034140" y="93708"/>
                  <a:pt x="1040309" y="93708"/>
                </a:cubicBezTo>
                <a:cubicBezTo>
                  <a:pt x="1046433" y="93708"/>
                  <a:pt x="1051528" y="91377"/>
                  <a:pt x="1055596" y="86716"/>
                </a:cubicBezTo>
                <a:cubicBezTo>
                  <a:pt x="1059663" y="82054"/>
                  <a:pt x="1061697" y="74948"/>
                  <a:pt x="1061697" y="65397"/>
                </a:cubicBezTo>
                <a:cubicBezTo>
                  <a:pt x="1061697" y="56394"/>
                  <a:pt x="1059652" y="49573"/>
                  <a:pt x="1055561" y="44934"/>
                </a:cubicBezTo>
                <a:cubicBezTo>
                  <a:pt x="1051471" y="40296"/>
                  <a:pt x="1046387" y="37977"/>
                  <a:pt x="1040309" y="37977"/>
                </a:cubicBezTo>
                <a:cubicBezTo>
                  <a:pt x="1034140" y="37977"/>
                  <a:pt x="1029021" y="40285"/>
                  <a:pt x="1024954" y="44900"/>
                </a:cubicBezTo>
                <a:cubicBezTo>
                  <a:pt x="1020887" y="49516"/>
                  <a:pt x="1018853" y="56485"/>
                  <a:pt x="1018853" y="65808"/>
                </a:cubicBezTo>
                <a:close/>
                <a:moveTo>
                  <a:pt x="1091516" y="102208"/>
                </a:moveTo>
                <a:lnTo>
                  <a:pt x="1091516" y="39005"/>
                </a:lnTo>
                <a:lnTo>
                  <a:pt x="1080616" y="39005"/>
                </a:lnTo>
                <a:lnTo>
                  <a:pt x="1080616" y="29408"/>
                </a:lnTo>
                <a:lnTo>
                  <a:pt x="1091516" y="29408"/>
                </a:lnTo>
                <a:lnTo>
                  <a:pt x="1091516" y="21662"/>
                </a:lnTo>
                <a:cubicBezTo>
                  <a:pt x="1091516" y="16772"/>
                  <a:pt x="1091950" y="13139"/>
                  <a:pt x="1092818" y="10762"/>
                </a:cubicBezTo>
                <a:cubicBezTo>
                  <a:pt x="1094007" y="7563"/>
                  <a:pt x="1096097" y="4970"/>
                  <a:pt x="1099091" y="2982"/>
                </a:cubicBezTo>
                <a:cubicBezTo>
                  <a:pt x="1102084" y="994"/>
                  <a:pt x="1106277" y="0"/>
                  <a:pt x="1111670" y="0"/>
                </a:cubicBezTo>
                <a:cubicBezTo>
                  <a:pt x="1115143" y="0"/>
                  <a:pt x="1118982" y="411"/>
                  <a:pt x="1123186" y="1234"/>
                </a:cubicBezTo>
                <a:lnTo>
                  <a:pt x="1121335" y="11996"/>
                </a:lnTo>
                <a:cubicBezTo>
                  <a:pt x="1118776" y="11539"/>
                  <a:pt x="1116354" y="11311"/>
                  <a:pt x="1114069" y="11311"/>
                </a:cubicBezTo>
                <a:cubicBezTo>
                  <a:pt x="1110321" y="11311"/>
                  <a:pt x="1107671" y="12110"/>
                  <a:pt x="1106117" y="13710"/>
                </a:cubicBezTo>
                <a:cubicBezTo>
                  <a:pt x="1104563" y="15309"/>
                  <a:pt x="1103786" y="18303"/>
                  <a:pt x="1103786" y="22690"/>
                </a:cubicBezTo>
                <a:lnTo>
                  <a:pt x="1103786" y="29408"/>
                </a:lnTo>
                <a:lnTo>
                  <a:pt x="1117976" y="29408"/>
                </a:lnTo>
                <a:lnTo>
                  <a:pt x="1117976" y="39005"/>
                </a:lnTo>
                <a:lnTo>
                  <a:pt x="1103786" y="39005"/>
                </a:lnTo>
                <a:lnTo>
                  <a:pt x="1103786" y="102208"/>
                </a:lnTo>
                <a:lnTo>
                  <a:pt x="1091516" y="102208"/>
                </a:lnTo>
                <a:close/>
                <a:moveTo>
                  <a:pt x="1213063" y="75542"/>
                </a:moveTo>
                <a:lnTo>
                  <a:pt x="1225197" y="77119"/>
                </a:lnTo>
                <a:cubicBezTo>
                  <a:pt x="1223871" y="85482"/>
                  <a:pt x="1220478" y="92028"/>
                  <a:pt x="1215017" y="96758"/>
                </a:cubicBezTo>
                <a:cubicBezTo>
                  <a:pt x="1209556" y="101488"/>
                  <a:pt x="1202849" y="103853"/>
                  <a:pt x="1194898" y="103853"/>
                </a:cubicBezTo>
                <a:cubicBezTo>
                  <a:pt x="1184935" y="103853"/>
                  <a:pt x="1176926" y="100597"/>
                  <a:pt x="1170871" y="94085"/>
                </a:cubicBezTo>
                <a:cubicBezTo>
                  <a:pt x="1164816" y="87573"/>
                  <a:pt x="1161788" y="78238"/>
                  <a:pt x="1161788" y="66082"/>
                </a:cubicBezTo>
                <a:cubicBezTo>
                  <a:pt x="1161788" y="58222"/>
                  <a:pt x="1163090" y="51344"/>
                  <a:pt x="1165695" y="45449"/>
                </a:cubicBezTo>
                <a:cubicBezTo>
                  <a:pt x="1168300" y="39553"/>
                  <a:pt x="1172265" y="35132"/>
                  <a:pt x="1177589" y="32184"/>
                </a:cubicBezTo>
                <a:cubicBezTo>
                  <a:pt x="1182913" y="29237"/>
                  <a:pt x="1188705" y="27763"/>
                  <a:pt x="1194966" y="27763"/>
                </a:cubicBezTo>
                <a:cubicBezTo>
                  <a:pt x="1202872" y="27763"/>
                  <a:pt x="1209339" y="29762"/>
                  <a:pt x="1214366" y="33761"/>
                </a:cubicBezTo>
                <a:cubicBezTo>
                  <a:pt x="1219393" y="37760"/>
                  <a:pt x="1222615" y="43438"/>
                  <a:pt x="1224031" y="50795"/>
                </a:cubicBezTo>
                <a:lnTo>
                  <a:pt x="1212035" y="52646"/>
                </a:lnTo>
                <a:cubicBezTo>
                  <a:pt x="1210893" y="47756"/>
                  <a:pt x="1208870" y="44078"/>
                  <a:pt x="1205968" y="41610"/>
                </a:cubicBezTo>
                <a:cubicBezTo>
                  <a:pt x="1203066" y="39142"/>
                  <a:pt x="1199559" y="37908"/>
                  <a:pt x="1195446" y="37908"/>
                </a:cubicBezTo>
                <a:cubicBezTo>
                  <a:pt x="1189231" y="37908"/>
                  <a:pt x="1184181" y="40136"/>
                  <a:pt x="1180296" y="44592"/>
                </a:cubicBezTo>
                <a:cubicBezTo>
                  <a:pt x="1176412" y="49047"/>
                  <a:pt x="1174470" y="56097"/>
                  <a:pt x="1174470" y="65739"/>
                </a:cubicBezTo>
                <a:cubicBezTo>
                  <a:pt x="1174470" y="75519"/>
                  <a:pt x="1176343" y="82626"/>
                  <a:pt x="1180091" y="87058"/>
                </a:cubicBezTo>
                <a:cubicBezTo>
                  <a:pt x="1183838" y="91491"/>
                  <a:pt x="1188728" y="93708"/>
                  <a:pt x="1194760" y="93708"/>
                </a:cubicBezTo>
                <a:cubicBezTo>
                  <a:pt x="1199605" y="93708"/>
                  <a:pt x="1203649" y="92223"/>
                  <a:pt x="1206894" y="89252"/>
                </a:cubicBezTo>
                <a:cubicBezTo>
                  <a:pt x="1210138" y="86282"/>
                  <a:pt x="1212195" y="81712"/>
                  <a:pt x="1213063" y="75542"/>
                </a:cubicBezTo>
                <a:close/>
                <a:moveTo>
                  <a:pt x="1235501" y="102208"/>
                </a:moveTo>
                <a:lnTo>
                  <a:pt x="1235501" y="1714"/>
                </a:lnTo>
                <a:lnTo>
                  <a:pt x="1247840" y="1714"/>
                </a:lnTo>
                <a:lnTo>
                  <a:pt x="1247840" y="37771"/>
                </a:lnTo>
                <a:cubicBezTo>
                  <a:pt x="1253598" y="31099"/>
                  <a:pt x="1260864" y="27763"/>
                  <a:pt x="1269639" y="27763"/>
                </a:cubicBezTo>
                <a:cubicBezTo>
                  <a:pt x="1275031" y="27763"/>
                  <a:pt x="1279715" y="28825"/>
                  <a:pt x="1283691" y="30950"/>
                </a:cubicBezTo>
                <a:cubicBezTo>
                  <a:pt x="1287667" y="33075"/>
                  <a:pt x="1290512" y="36012"/>
                  <a:pt x="1292226" y="39759"/>
                </a:cubicBezTo>
                <a:cubicBezTo>
                  <a:pt x="1293939" y="43506"/>
                  <a:pt x="1294796" y="48945"/>
                  <a:pt x="1294796" y="56074"/>
                </a:cubicBezTo>
                <a:lnTo>
                  <a:pt x="1294796" y="102208"/>
                </a:lnTo>
                <a:lnTo>
                  <a:pt x="1282457" y="102208"/>
                </a:lnTo>
                <a:lnTo>
                  <a:pt x="1282457" y="56074"/>
                </a:lnTo>
                <a:cubicBezTo>
                  <a:pt x="1282457" y="49904"/>
                  <a:pt x="1281121" y="45414"/>
                  <a:pt x="1278447" y="42604"/>
                </a:cubicBezTo>
                <a:cubicBezTo>
                  <a:pt x="1275774" y="39793"/>
                  <a:pt x="1271992" y="38388"/>
                  <a:pt x="1267102" y="38388"/>
                </a:cubicBezTo>
                <a:cubicBezTo>
                  <a:pt x="1263446" y="38388"/>
                  <a:pt x="1260007" y="39336"/>
                  <a:pt x="1256785" y="41233"/>
                </a:cubicBezTo>
                <a:cubicBezTo>
                  <a:pt x="1253564" y="43129"/>
                  <a:pt x="1251267" y="45700"/>
                  <a:pt x="1249896" y="48945"/>
                </a:cubicBezTo>
                <a:cubicBezTo>
                  <a:pt x="1248525" y="52189"/>
                  <a:pt x="1247840" y="56668"/>
                  <a:pt x="1247840" y="62380"/>
                </a:cubicBezTo>
                <a:lnTo>
                  <a:pt x="1247840" y="102208"/>
                </a:lnTo>
                <a:lnTo>
                  <a:pt x="1235501" y="102208"/>
                </a:lnTo>
                <a:close/>
                <a:moveTo>
                  <a:pt x="1313373" y="15904"/>
                </a:moveTo>
                <a:lnTo>
                  <a:pt x="1313373" y="1714"/>
                </a:lnTo>
                <a:lnTo>
                  <a:pt x="1325712" y="1714"/>
                </a:lnTo>
                <a:lnTo>
                  <a:pt x="1325712" y="15904"/>
                </a:lnTo>
                <a:lnTo>
                  <a:pt x="1313373" y="15904"/>
                </a:lnTo>
                <a:moveTo>
                  <a:pt x="1313373" y="102208"/>
                </a:moveTo>
                <a:lnTo>
                  <a:pt x="1313373" y="29408"/>
                </a:lnTo>
                <a:lnTo>
                  <a:pt x="1325712" y="29408"/>
                </a:lnTo>
                <a:lnTo>
                  <a:pt x="1325712" y="102208"/>
                </a:lnTo>
                <a:lnTo>
                  <a:pt x="1313373" y="102208"/>
                </a:lnTo>
                <a:close/>
                <a:moveTo>
                  <a:pt x="1344781" y="130108"/>
                </a:moveTo>
                <a:lnTo>
                  <a:pt x="1344781" y="29408"/>
                </a:lnTo>
                <a:lnTo>
                  <a:pt x="1356023" y="29408"/>
                </a:lnTo>
                <a:lnTo>
                  <a:pt x="1356023" y="38868"/>
                </a:lnTo>
                <a:cubicBezTo>
                  <a:pt x="1358673" y="35166"/>
                  <a:pt x="1361667" y="32390"/>
                  <a:pt x="1365003" y="30539"/>
                </a:cubicBezTo>
                <a:cubicBezTo>
                  <a:pt x="1368339" y="28688"/>
                  <a:pt x="1372383" y="27763"/>
                  <a:pt x="1377136" y="27763"/>
                </a:cubicBezTo>
                <a:cubicBezTo>
                  <a:pt x="1383351" y="27763"/>
                  <a:pt x="1388835" y="29362"/>
                  <a:pt x="1393588" y="32561"/>
                </a:cubicBezTo>
                <a:cubicBezTo>
                  <a:pt x="1398341" y="35760"/>
                  <a:pt x="1401928" y="40273"/>
                  <a:pt x="1404350" y="46100"/>
                </a:cubicBezTo>
                <a:cubicBezTo>
                  <a:pt x="1406773" y="51927"/>
                  <a:pt x="1407984" y="58313"/>
                  <a:pt x="1407984" y="65260"/>
                </a:cubicBezTo>
                <a:cubicBezTo>
                  <a:pt x="1407984" y="72709"/>
                  <a:pt x="1406647" y="79415"/>
                  <a:pt x="1403973" y="85379"/>
                </a:cubicBezTo>
                <a:cubicBezTo>
                  <a:pt x="1401300" y="91343"/>
                  <a:pt x="1397416" y="95913"/>
                  <a:pt x="1392320" y="99089"/>
                </a:cubicBezTo>
                <a:cubicBezTo>
                  <a:pt x="1387224" y="102265"/>
                  <a:pt x="1381866" y="103853"/>
                  <a:pt x="1376245" y="103853"/>
                </a:cubicBezTo>
                <a:cubicBezTo>
                  <a:pt x="1372132" y="103853"/>
                  <a:pt x="1368442" y="102985"/>
                  <a:pt x="1365174" y="101248"/>
                </a:cubicBezTo>
                <a:cubicBezTo>
                  <a:pt x="1361907" y="99512"/>
                  <a:pt x="1359222" y="97318"/>
                  <a:pt x="1357120" y="94667"/>
                </a:cubicBezTo>
                <a:lnTo>
                  <a:pt x="1357120" y="130108"/>
                </a:lnTo>
                <a:lnTo>
                  <a:pt x="1344781" y="130108"/>
                </a:lnTo>
                <a:moveTo>
                  <a:pt x="1355954" y="66219"/>
                </a:moveTo>
                <a:cubicBezTo>
                  <a:pt x="1355954" y="75588"/>
                  <a:pt x="1357851" y="82511"/>
                  <a:pt x="1361644" y="86990"/>
                </a:cubicBezTo>
                <a:cubicBezTo>
                  <a:pt x="1365437" y="91468"/>
                  <a:pt x="1370030" y="93708"/>
                  <a:pt x="1375422" y="93708"/>
                </a:cubicBezTo>
                <a:cubicBezTo>
                  <a:pt x="1380906" y="93708"/>
                  <a:pt x="1385602" y="91388"/>
                  <a:pt x="1389509" y="86750"/>
                </a:cubicBezTo>
                <a:cubicBezTo>
                  <a:pt x="1393417" y="82111"/>
                  <a:pt x="1395370" y="74925"/>
                  <a:pt x="1395370" y="65191"/>
                </a:cubicBezTo>
                <a:cubicBezTo>
                  <a:pt x="1395370" y="55914"/>
                  <a:pt x="1393462" y="48967"/>
                  <a:pt x="1389647" y="44352"/>
                </a:cubicBezTo>
                <a:cubicBezTo>
                  <a:pt x="1385831" y="39736"/>
                  <a:pt x="1381272" y="37428"/>
                  <a:pt x="1375971" y="37428"/>
                </a:cubicBezTo>
                <a:cubicBezTo>
                  <a:pt x="1370715" y="37428"/>
                  <a:pt x="1366065" y="39885"/>
                  <a:pt x="1362021" y="44797"/>
                </a:cubicBezTo>
                <a:cubicBezTo>
                  <a:pt x="1357976" y="49710"/>
                  <a:pt x="1355954" y="56851"/>
                  <a:pt x="1355954" y="66219"/>
                </a:cubicBezTo>
                <a:close/>
                <a:moveTo>
                  <a:pt x="1417649" y="80478"/>
                </a:moveTo>
                <a:lnTo>
                  <a:pt x="1429851" y="78558"/>
                </a:lnTo>
                <a:cubicBezTo>
                  <a:pt x="1430537" y="83448"/>
                  <a:pt x="1432445" y="87196"/>
                  <a:pt x="1435575" y="89800"/>
                </a:cubicBezTo>
                <a:cubicBezTo>
                  <a:pt x="1438706" y="92405"/>
                  <a:pt x="1443081" y="93708"/>
                  <a:pt x="1448702" y="93708"/>
                </a:cubicBezTo>
                <a:cubicBezTo>
                  <a:pt x="1454369" y="93708"/>
                  <a:pt x="1458574" y="92554"/>
                  <a:pt x="1461316" y="90246"/>
                </a:cubicBezTo>
                <a:cubicBezTo>
                  <a:pt x="1464058" y="87938"/>
                  <a:pt x="1465429" y="85230"/>
                  <a:pt x="1465429" y="82123"/>
                </a:cubicBezTo>
                <a:cubicBezTo>
                  <a:pt x="1465429" y="79335"/>
                  <a:pt x="1464218" y="77142"/>
                  <a:pt x="1461795" y="75542"/>
                </a:cubicBezTo>
                <a:cubicBezTo>
                  <a:pt x="1460105" y="74445"/>
                  <a:pt x="1455900" y="73051"/>
                  <a:pt x="1449182" y="71360"/>
                </a:cubicBezTo>
                <a:cubicBezTo>
                  <a:pt x="1440134" y="69075"/>
                  <a:pt x="1433861" y="67099"/>
                  <a:pt x="1430365" y="65431"/>
                </a:cubicBezTo>
                <a:cubicBezTo>
                  <a:pt x="1426869" y="63763"/>
                  <a:pt x="1424219" y="61455"/>
                  <a:pt x="1422414" y="58507"/>
                </a:cubicBezTo>
                <a:cubicBezTo>
                  <a:pt x="1420608" y="55560"/>
                  <a:pt x="1419706" y="52304"/>
                  <a:pt x="1419706" y="48739"/>
                </a:cubicBezTo>
                <a:cubicBezTo>
                  <a:pt x="1419706" y="45494"/>
                  <a:pt x="1420448" y="42490"/>
                  <a:pt x="1421934" y="39725"/>
                </a:cubicBezTo>
                <a:cubicBezTo>
                  <a:pt x="1423419" y="36960"/>
                  <a:pt x="1425441" y="34663"/>
                  <a:pt x="1428000" y="32835"/>
                </a:cubicBezTo>
                <a:cubicBezTo>
                  <a:pt x="1429920" y="31419"/>
                  <a:pt x="1432536" y="30219"/>
                  <a:pt x="1435849" y="29237"/>
                </a:cubicBezTo>
                <a:cubicBezTo>
                  <a:pt x="1439163" y="28254"/>
                  <a:pt x="1442716" y="27763"/>
                  <a:pt x="1446509" y="27763"/>
                </a:cubicBezTo>
                <a:cubicBezTo>
                  <a:pt x="1452221" y="27763"/>
                  <a:pt x="1457237" y="28585"/>
                  <a:pt x="1461556" y="30231"/>
                </a:cubicBezTo>
                <a:cubicBezTo>
                  <a:pt x="1465874" y="31876"/>
                  <a:pt x="1469062" y="34104"/>
                  <a:pt x="1471118" y="36914"/>
                </a:cubicBezTo>
                <a:cubicBezTo>
                  <a:pt x="1473175" y="39725"/>
                  <a:pt x="1474591" y="43484"/>
                  <a:pt x="1475368" y="48191"/>
                </a:cubicBezTo>
                <a:lnTo>
                  <a:pt x="1463304" y="49836"/>
                </a:lnTo>
                <a:cubicBezTo>
                  <a:pt x="1462755" y="46088"/>
                  <a:pt x="1461167" y="43164"/>
                  <a:pt x="1458539" y="41061"/>
                </a:cubicBezTo>
                <a:cubicBezTo>
                  <a:pt x="1455912" y="38959"/>
                  <a:pt x="1452198" y="37908"/>
                  <a:pt x="1447400" y="37908"/>
                </a:cubicBezTo>
                <a:cubicBezTo>
                  <a:pt x="1441733" y="37908"/>
                  <a:pt x="1437689" y="38845"/>
                  <a:pt x="1435267" y="40719"/>
                </a:cubicBezTo>
                <a:cubicBezTo>
                  <a:pt x="1432845" y="42592"/>
                  <a:pt x="1431633" y="44786"/>
                  <a:pt x="1431633" y="47299"/>
                </a:cubicBezTo>
                <a:cubicBezTo>
                  <a:pt x="1431633" y="48899"/>
                  <a:pt x="1432136" y="50338"/>
                  <a:pt x="1433142" y="51618"/>
                </a:cubicBezTo>
                <a:cubicBezTo>
                  <a:pt x="1434147" y="52943"/>
                  <a:pt x="1435724" y="54040"/>
                  <a:pt x="1437872" y="54908"/>
                </a:cubicBezTo>
                <a:cubicBezTo>
                  <a:pt x="1439105" y="55365"/>
                  <a:pt x="1442739" y="56417"/>
                  <a:pt x="1448771" y="58062"/>
                </a:cubicBezTo>
                <a:cubicBezTo>
                  <a:pt x="1457500" y="60392"/>
                  <a:pt x="1463589" y="62300"/>
                  <a:pt x="1467040" y="63786"/>
                </a:cubicBezTo>
                <a:cubicBezTo>
                  <a:pt x="1470490" y="65271"/>
                  <a:pt x="1473198" y="67430"/>
                  <a:pt x="1475163" y="70264"/>
                </a:cubicBezTo>
                <a:cubicBezTo>
                  <a:pt x="1477128" y="73097"/>
                  <a:pt x="1478110" y="76616"/>
                  <a:pt x="1478110" y="80820"/>
                </a:cubicBezTo>
                <a:cubicBezTo>
                  <a:pt x="1478110" y="84933"/>
                  <a:pt x="1476911" y="88806"/>
                  <a:pt x="1474511" y="92440"/>
                </a:cubicBezTo>
                <a:cubicBezTo>
                  <a:pt x="1472112" y="96073"/>
                  <a:pt x="1468650" y="98883"/>
                  <a:pt x="1464126" y="100871"/>
                </a:cubicBezTo>
                <a:cubicBezTo>
                  <a:pt x="1459602" y="102859"/>
                  <a:pt x="1454483" y="103853"/>
                  <a:pt x="1448771" y="103853"/>
                </a:cubicBezTo>
                <a:cubicBezTo>
                  <a:pt x="1439311" y="103853"/>
                  <a:pt x="1432102" y="101888"/>
                  <a:pt x="1427143" y="97958"/>
                </a:cubicBezTo>
                <a:cubicBezTo>
                  <a:pt x="1422185" y="94028"/>
                  <a:pt x="1419020" y="88201"/>
                  <a:pt x="1417649" y="80478"/>
                </a:cubicBezTo>
                <a:close/>
                <a:moveTo>
                  <a:pt x="1495749" y="102208"/>
                </a:moveTo>
                <a:lnTo>
                  <a:pt x="1495749" y="88155"/>
                </a:lnTo>
                <a:lnTo>
                  <a:pt x="1509802" y="88155"/>
                </a:lnTo>
                <a:lnTo>
                  <a:pt x="1509802" y="102208"/>
                </a:lnTo>
                <a:cubicBezTo>
                  <a:pt x="1509802" y="107372"/>
                  <a:pt x="1508888" y="111542"/>
                  <a:pt x="1507060" y="114718"/>
                </a:cubicBezTo>
                <a:cubicBezTo>
                  <a:pt x="1505232" y="117894"/>
                  <a:pt x="1502330" y="120351"/>
                  <a:pt x="1498354" y="122087"/>
                </a:cubicBezTo>
                <a:lnTo>
                  <a:pt x="1494927" y="116809"/>
                </a:lnTo>
                <a:cubicBezTo>
                  <a:pt x="1497531" y="115667"/>
                  <a:pt x="1499451" y="113987"/>
                  <a:pt x="1500685" y="111771"/>
                </a:cubicBezTo>
                <a:cubicBezTo>
                  <a:pt x="1501919" y="109554"/>
                  <a:pt x="1502604" y="106367"/>
                  <a:pt x="1502741" y="102208"/>
                </a:cubicBezTo>
                <a:lnTo>
                  <a:pt x="1495749" y="102208"/>
                </a:lnTo>
                <a:close/>
                <a:moveTo>
                  <a:pt x="1617022" y="93228"/>
                </a:moveTo>
                <a:cubicBezTo>
                  <a:pt x="1612452" y="97112"/>
                  <a:pt x="1608053" y="99854"/>
                  <a:pt x="1603826" y="101454"/>
                </a:cubicBezTo>
                <a:cubicBezTo>
                  <a:pt x="1599599" y="103053"/>
                  <a:pt x="1595063" y="103853"/>
                  <a:pt x="1590219" y="103853"/>
                </a:cubicBezTo>
                <a:cubicBezTo>
                  <a:pt x="1582222" y="103853"/>
                  <a:pt x="1576075" y="101899"/>
                  <a:pt x="1571779" y="97992"/>
                </a:cubicBezTo>
                <a:cubicBezTo>
                  <a:pt x="1567483" y="94085"/>
                  <a:pt x="1565335" y="89092"/>
                  <a:pt x="1565335" y="83014"/>
                </a:cubicBezTo>
                <a:cubicBezTo>
                  <a:pt x="1565335" y="79449"/>
                  <a:pt x="1566147" y="76193"/>
                  <a:pt x="1567769" y="73246"/>
                </a:cubicBezTo>
                <a:cubicBezTo>
                  <a:pt x="1569391" y="70298"/>
                  <a:pt x="1571516" y="67933"/>
                  <a:pt x="1574144" y="66151"/>
                </a:cubicBezTo>
                <a:cubicBezTo>
                  <a:pt x="1576772" y="64368"/>
                  <a:pt x="1579731" y="63020"/>
                  <a:pt x="1583021" y="62106"/>
                </a:cubicBezTo>
                <a:cubicBezTo>
                  <a:pt x="1585443" y="61466"/>
                  <a:pt x="1589099" y="60849"/>
                  <a:pt x="1593989" y="60255"/>
                </a:cubicBezTo>
                <a:cubicBezTo>
                  <a:pt x="1603952" y="59067"/>
                  <a:pt x="1611287" y="57650"/>
                  <a:pt x="1615994" y="56005"/>
                </a:cubicBezTo>
                <a:cubicBezTo>
                  <a:pt x="1616040" y="54314"/>
                  <a:pt x="1616062" y="53240"/>
                  <a:pt x="1616062" y="52783"/>
                </a:cubicBezTo>
                <a:cubicBezTo>
                  <a:pt x="1616062" y="47756"/>
                  <a:pt x="1614897" y="44215"/>
                  <a:pt x="1612566" y="42158"/>
                </a:cubicBezTo>
                <a:cubicBezTo>
                  <a:pt x="1609413" y="39371"/>
                  <a:pt x="1604729" y="37977"/>
                  <a:pt x="1598514" y="37977"/>
                </a:cubicBezTo>
                <a:cubicBezTo>
                  <a:pt x="1592710" y="37977"/>
                  <a:pt x="1588425" y="38993"/>
                  <a:pt x="1585660" y="41027"/>
                </a:cubicBezTo>
                <a:cubicBezTo>
                  <a:pt x="1582896" y="43061"/>
                  <a:pt x="1580851" y="46660"/>
                  <a:pt x="1579525" y="51824"/>
                </a:cubicBezTo>
                <a:lnTo>
                  <a:pt x="1567460" y="50179"/>
                </a:lnTo>
                <a:cubicBezTo>
                  <a:pt x="1568557" y="45014"/>
                  <a:pt x="1570362" y="40844"/>
                  <a:pt x="1572876" y="37668"/>
                </a:cubicBezTo>
                <a:cubicBezTo>
                  <a:pt x="1575389" y="34492"/>
                  <a:pt x="1579023" y="32047"/>
                  <a:pt x="1583775" y="30333"/>
                </a:cubicBezTo>
                <a:cubicBezTo>
                  <a:pt x="1588528" y="28620"/>
                  <a:pt x="1594035" y="27763"/>
                  <a:pt x="1600296" y="27763"/>
                </a:cubicBezTo>
                <a:cubicBezTo>
                  <a:pt x="1606511" y="27763"/>
                  <a:pt x="1611561" y="28494"/>
                  <a:pt x="1615445" y="29956"/>
                </a:cubicBezTo>
                <a:cubicBezTo>
                  <a:pt x="1619330" y="31419"/>
                  <a:pt x="1622186" y="33258"/>
                  <a:pt x="1624014" y="35475"/>
                </a:cubicBezTo>
                <a:cubicBezTo>
                  <a:pt x="1625842" y="37691"/>
                  <a:pt x="1627122" y="40490"/>
                  <a:pt x="1627853" y="43872"/>
                </a:cubicBezTo>
                <a:cubicBezTo>
                  <a:pt x="1628264" y="45974"/>
                  <a:pt x="1628470" y="49767"/>
                  <a:pt x="1628470" y="55251"/>
                </a:cubicBezTo>
                <a:lnTo>
                  <a:pt x="1628470" y="71703"/>
                </a:lnTo>
                <a:cubicBezTo>
                  <a:pt x="1628470" y="83174"/>
                  <a:pt x="1628733" y="90429"/>
                  <a:pt x="1629258" y="93468"/>
                </a:cubicBezTo>
                <a:cubicBezTo>
                  <a:pt x="1629784" y="96507"/>
                  <a:pt x="1630823" y="99420"/>
                  <a:pt x="1632377" y="102208"/>
                </a:cubicBezTo>
                <a:lnTo>
                  <a:pt x="1619490" y="102208"/>
                </a:lnTo>
                <a:cubicBezTo>
                  <a:pt x="1618210" y="99649"/>
                  <a:pt x="1617388" y="96655"/>
                  <a:pt x="1617022" y="93228"/>
                </a:cubicBezTo>
                <a:moveTo>
                  <a:pt x="1615994" y="65671"/>
                </a:moveTo>
                <a:cubicBezTo>
                  <a:pt x="1611515" y="67499"/>
                  <a:pt x="1604797" y="69053"/>
                  <a:pt x="1595840" y="70332"/>
                </a:cubicBezTo>
                <a:cubicBezTo>
                  <a:pt x="1590767" y="71063"/>
                  <a:pt x="1587180" y="71886"/>
                  <a:pt x="1585078" y="72800"/>
                </a:cubicBezTo>
                <a:cubicBezTo>
                  <a:pt x="1582976" y="73714"/>
                  <a:pt x="1581353" y="75051"/>
                  <a:pt x="1580211" y="76810"/>
                </a:cubicBezTo>
                <a:cubicBezTo>
                  <a:pt x="1579068" y="78570"/>
                  <a:pt x="1578497" y="80523"/>
                  <a:pt x="1578497" y="82671"/>
                </a:cubicBezTo>
                <a:cubicBezTo>
                  <a:pt x="1578497" y="85962"/>
                  <a:pt x="1579742" y="88704"/>
                  <a:pt x="1582233" y="90897"/>
                </a:cubicBezTo>
                <a:cubicBezTo>
                  <a:pt x="1584724" y="93091"/>
                  <a:pt x="1588368" y="94188"/>
                  <a:pt x="1593167" y="94188"/>
                </a:cubicBezTo>
                <a:cubicBezTo>
                  <a:pt x="1597919" y="94188"/>
                  <a:pt x="1602147" y="93148"/>
                  <a:pt x="1605848" y="91069"/>
                </a:cubicBezTo>
                <a:cubicBezTo>
                  <a:pt x="1609550" y="88989"/>
                  <a:pt x="1612269" y="86144"/>
                  <a:pt x="1614006" y="82534"/>
                </a:cubicBezTo>
                <a:cubicBezTo>
                  <a:pt x="1615331" y="79746"/>
                  <a:pt x="1615994" y="75633"/>
                  <a:pt x="1615994" y="70195"/>
                </a:cubicBezTo>
                <a:lnTo>
                  <a:pt x="1615994" y="65671"/>
                </a:lnTo>
                <a:close/>
                <a:moveTo>
                  <a:pt x="1685680" y="102208"/>
                </a:moveTo>
                <a:lnTo>
                  <a:pt x="1685680" y="29408"/>
                </a:lnTo>
                <a:lnTo>
                  <a:pt x="1696785" y="29408"/>
                </a:lnTo>
                <a:lnTo>
                  <a:pt x="1696785" y="40444"/>
                </a:lnTo>
                <a:cubicBezTo>
                  <a:pt x="1699618" y="35280"/>
                  <a:pt x="1702234" y="31876"/>
                  <a:pt x="1704634" y="30231"/>
                </a:cubicBezTo>
                <a:cubicBezTo>
                  <a:pt x="1707033" y="28585"/>
                  <a:pt x="1709672" y="27763"/>
                  <a:pt x="1712551" y="27763"/>
                </a:cubicBezTo>
                <a:cubicBezTo>
                  <a:pt x="1716710" y="27763"/>
                  <a:pt x="1720937" y="29088"/>
                  <a:pt x="1725233" y="31739"/>
                </a:cubicBezTo>
                <a:lnTo>
                  <a:pt x="1720983" y="43186"/>
                </a:lnTo>
                <a:cubicBezTo>
                  <a:pt x="1717967" y="41404"/>
                  <a:pt x="1714950" y="40513"/>
                  <a:pt x="1711934" y="40513"/>
                </a:cubicBezTo>
                <a:cubicBezTo>
                  <a:pt x="1709238" y="40513"/>
                  <a:pt x="1706816" y="41324"/>
                  <a:pt x="1704668" y="42947"/>
                </a:cubicBezTo>
                <a:cubicBezTo>
                  <a:pt x="1702520" y="44569"/>
                  <a:pt x="1700989" y="46820"/>
                  <a:pt x="1700075" y="49699"/>
                </a:cubicBezTo>
                <a:cubicBezTo>
                  <a:pt x="1698704" y="54086"/>
                  <a:pt x="1698019" y="58884"/>
                  <a:pt x="1698019" y="64094"/>
                </a:cubicBezTo>
                <a:lnTo>
                  <a:pt x="1698019" y="102208"/>
                </a:lnTo>
                <a:lnTo>
                  <a:pt x="1685680" y="102208"/>
                </a:lnTo>
                <a:close/>
                <a:moveTo>
                  <a:pt x="1782009" y="78764"/>
                </a:moveTo>
                <a:lnTo>
                  <a:pt x="1794759" y="80341"/>
                </a:lnTo>
                <a:cubicBezTo>
                  <a:pt x="1792749" y="87790"/>
                  <a:pt x="1789024" y="93571"/>
                  <a:pt x="1783586" y="97684"/>
                </a:cubicBezTo>
                <a:cubicBezTo>
                  <a:pt x="1778147" y="101797"/>
                  <a:pt x="1771201" y="103853"/>
                  <a:pt x="1762747" y="103853"/>
                </a:cubicBezTo>
                <a:cubicBezTo>
                  <a:pt x="1752098" y="103853"/>
                  <a:pt x="1743655" y="100574"/>
                  <a:pt x="1737417" y="94016"/>
                </a:cubicBezTo>
                <a:cubicBezTo>
                  <a:pt x="1731179" y="87458"/>
                  <a:pt x="1728060" y="78261"/>
                  <a:pt x="1728060" y="66425"/>
                </a:cubicBezTo>
                <a:cubicBezTo>
                  <a:pt x="1728060" y="54177"/>
                  <a:pt x="1731214" y="44672"/>
                  <a:pt x="1737520" y="37908"/>
                </a:cubicBezTo>
                <a:cubicBezTo>
                  <a:pt x="1743827" y="31145"/>
                  <a:pt x="1752007" y="27763"/>
                  <a:pt x="1762061" y="27763"/>
                </a:cubicBezTo>
                <a:cubicBezTo>
                  <a:pt x="1771795" y="27763"/>
                  <a:pt x="1779747" y="31076"/>
                  <a:pt x="1785916" y="37702"/>
                </a:cubicBezTo>
                <a:cubicBezTo>
                  <a:pt x="1792086" y="44329"/>
                  <a:pt x="1795171" y="53652"/>
                  <a:pt x="1795171" y="65671"/>
                </a:cubicBezTo>
                <a:cubicBezTo>
                  <a:pt x="1795171" y="66402"/>
                  <a:pt x="1795148" y="67499"/>
                  <a:pt x="1795102" y="68961"/>
                </a:cubicBezTo>
                <a:lnTo>
                  <a:pt x="1740811" y="68961"/>
                </a:lnTo>
                <a:cubicBezTo>
                  <a:pt x="1741268" y="76959"/>
                  <a:pt x="1743530" y="83083"/>
                  <a:pt x="1747597" y="87333"/>
                </a:cubicBezTo>
                <a:cubicBezTo>
                  <a:pt x="1751664" y="91583"/>
                  <a:pt x="1756737" y="93708"/>
                  <a:pt x="1762815" y="93708"/>
                </a:cubicBezTo>
                <a:cubicBezTo>
                  <a:pt x="1767339" y="93708"/>
                  <a:pt x="1771201" y="92520"/>
                  <a:pt x="1774400" y="90143"/>
                </a:cubicBezTo>
                <a:cubicBezTo>
                  <a:pt x="1777599" y="87767"/>
                  <a:pt x="1780135" y="83974"/>
                  <a:pt x="1782009" y="78764"/>
                </a:cubicBezTo>
                <a:moveTo>
                  <a:pt x="1741496" y="58816"/>
                </a:moveTo>
                <a:lnTo>
                  <a:pt x="1782146" y="58816"/>
                </a:lnTo>
                <a:cubicBezTo>
                  <a:pt x="1781598" y="52692"/>
                  <a:pt x="1780044" y="48099"/>
                  <a:pt x="1777485" y="45037"/>
                </a:cubicBezTo>
                <a:cubicBezTo>
                  <a:pt x="1773555" y="40285"/>
                  <a:pt x="1768459" y="37908"/>
                  <a:pt x="1762198" y="37908"/>
                </a:cubicBezTo>
                <a:cubicBezTo>
                  <a:pt x="1756531" y="37908"/>
                  <a:pt x="1751767" y="39805"/>
                  <a:pt x="1747906" y="43598"/>
                </a:cubicBezTo>
                <a:cubicBezTo>
                  <a:pt x="1744044" y="47391"/>
                  <a:pt x="1741907" y="52464"/>
                  <a:pt x="1741496" y="58816"/>
                </a:cubicBezTo>
                <a:close/>
                <a:moveTo>
                  <a:pt x="1809978" y="102208"/>
                </a:moveTo>
                <a:lnTo>
                  <a:pt x="1809978" y="29408"/>
                </a:lnTo>
                <a:lnTo>
                  <a:pt x="1821014" y="29408"/>
                </a:lnTo>
                <a:lnTo>
                  <a:pt x="1821014" y="39622"/>
                </a:lnTo>
                <a:cubicBezTo>
                  <a:pt x="1823299" y="36057"/>
                  <a:pt x="1826338" y="33190"/>
                  <a:pt x="1830131" y="31019"/>
                </a:cubicBezTo>
                <a:cubicBezTo>
                  <a:pt x="1833924" y="28848"/>
                  <a:pt x="1838243" y="27763"/>
                  <a:pt x="1843087" y="27763"/>
                </a:cubicBezTo>
                <a:cubicBezTo>
                  <a:pt x="1848480" y="27763"/>
                  <a:pt x="1852901" y="28882"/>
                  <a:pt x="1856352" y="31122"/>
                </a:cubicBezTo>
                <a:cubicBezTo>
                  <a:pt x="1859802" y="33361"/>
                  <a:pt x="1862235" y="36491"/>
                  <a:pt x="1863652" y="40513"/>
                </a:cubicBezTo>
                <a:cubicBezTo>
                  <a:pt x="1869410" y="32013"/>
                  <a:pt x="1876905" y="27763"/>
                  <a:pt x="1886137" y="27763"/>
                </a:cubicBezTo>
                <a:cubicBezTo>
                  <a:pt x="1893357" y="27763"/>
                  <a:pt x="1898910" y="29762"/>
                  <a:pt x="1902794" y="33761"/>
                </a:cubicBezTo>
                <a:cubicBezTo>
                  <a:pt x="1906679" y="37760"/>
                  <a:pt x="1908621" y="43918"/>
                  <a:pt x="1908621" y="52235"/>
                </a:cubicBezTo>
                <a:lnTo>
                  <a:pt x="1908621" y="102208"/>
                </a:lnTo>
                <a:lnTo>
                  <a:pt x="1896350" y="102208"/>
                </a:lnTo>
                <a:lnTo>
                  <a:pt x="1896350" y="56348"/>
                </a:lnTo>
                <a:cubicBezTo>
                  <a:pt x="1896350" y="51412"/>
                  <a:pt x="1895951" y="47859"/>
                  <a:pt x="1895151" y="45689"/>
                </a:cubicBezTo>
                <a:cubicBezTo>
                  <a:pt x="1894351" y="43518"/>
                  <a:pt x="1892900" y="41770"/>
                  <a:pt x="1890798" y="40444"/>
                </a:cubicBezTo>
                <a:cubicBezTo>
                  <a:pt x="1888696" y="39119"/>
                  <a:pt x="1886228" y="38457"/>
                  <a:pt x="1883395" y="38457"/>
                </a:cubicBezTo>
                <a:cubicBezTo>
                  <a:pt x="1878276" y="38457"/>
                  <a:pt x="1874026" y="40159"/>
                  <a:pt x="1870644" y="43563"/>
                </a:cubicBezTo>
                <a:cubicBezTo>
                  <a:pt x="1867262" y="46968"/>
                  <a:pt x="1865572" y="52418"/>
                  <a:pt x="1865572" y="59913"/>
                </a:cubicBezTo>
                <a:lnTo>
                  <a:pt x="1865572" y="102208"/>
                </a:lnTo>
                <a:lnTo>
                  <a:pt x="1853233" y="102208"/>
                </a:lnTo>
                <a:lnTo>
                  <a:pt x="1853233" y="54908"/>
                </a:lnTo>
                <a:cubicBezTo>
                  <a:pt x="1853233" y="49424"/>
                  <a:pt x="1852227" y="45312"/>
                  <a:pt x="1850216" y="42570"/>
                </a:cubicBezTo>
                <a:cubicBezTo>
                  <a:pt x="1848206" y="39828"/>
                  <a:pt x="1844915" y="38457"/>
                  <a:pt x="1840345" y="38457"/>
                </a:cubicBezTo>
                <a:cubicBezTo>
                  <a:pt x="1836872" y="38457"/>
                  <a:pt x="1833662" y="39371"/>
                  <a:pt x="1830714" y="41199"/>
                </a:cubicBezTo>
                <a:cubicBezTo>
                  <a:pt x="1827766" y="43027"/>
                  <a:pt x="1825630" y="45700"/>
                  <a:pt x="1824305" y="49219"/>
                </a:cubicBezTo>
                <a:cubicBezTo>
                  <a:pt x="1822979" y="52738"/>
                  <a:pt x="1822317" y="57810"/>
                  <a:pt x="1822317" y="64437"/>
                </a:cubicBezTo>
                <a:lnTo>
                  <a:pt x="1822317" y="102208"/>
                </a:lnTo>
                <a:lnTo>
                  <a:pt x="1809978" y="102208"/>
                </a:lnTo>
                <a:close/>
                <a:moveTo>
                  <a:pt x="1921656" y="65808"/>
                </a:moveTo>
                <a:cubicBezTo>
                  <a:pt x="1921656" y="52326"/>
                  <a:pt x="1925403" y="42341"/>
                  <a:pt x="1932898" y="35852"/>
                </a:cubicBezTo>
                <a:cubicBezTo>
                  <a:pt x="1939159" y="30459"/>
                  <a:pt x="1946791" y="27763"/>
                  <a:pt x="1955793" y="27763"/>
                </a:cubicBezTo>
                <a:cubicBezTo>
                  <a:pt x="1965802" y="27763"/>
                  <a:pt x="1973982" y="31042"/>
                  <a:pt x="1980334" y="37600"/>
                </a:cubicBezTo>
                <a:cubicBezTo>
                  <a:pt x="1986687" y="44158"/>
                  <a:pt x="1989863" y="53218"/>
                  <a:pt x="1989863" y="64780"/>
                </a:cubicBezTo>
                <a:cubicBezTo>
                  <a:pt x="1989863" y="74148"/>
                  <a:pt x="1988457" y="81517"/>
                  <a:pt x="1985647" y="86887"/>
                </a:cubicBezTo>
                <a:cubicBezTo>
                  <a:pt x="1982836" y="92257"/>
                  <a:pt x="1978746" y="96427"/>
                  <a:pt x="1973376" y="99397"/>
                </a:cubicBezTo>
                <a:cubicBezTo>
                  <a:pt x="1968007" y="102368"/>
                  <a:pt x="1962146" y="103853"/>
                  <a:pt x="1955793" y="103853"/>
                </a:cubicBezTo>
                <a:cubicBezTo>
                  <a:pt x="1945602" y="103853"/>
                  <a:pt x="1937365" y="100586"/>
                  <a:pt x="1931081" y="94051"/>
                </a:cubicBezTo>
                <a:cubicBezTo>
                  <a:pt x="1924797" y="87515"/>
                  <a:pt x="1921656" y="78101"/>
                  <a:pt x="1921656" y="65808"/>
                </a:cubicBezTo>
                <a:moveTo>
                  <a:pt x="1934337" y="65808"/>
                </a:moveTo>
                <a:cubicBezTo>
                  <a:pt x="1934337" y="75131"/>
                  <a:pt x="1936371" y="82111"/>
                  <a:pt x="1940438" y="86750"/>
                </a:cubicBezTo>
                <a:cubicBezTo>
                  <a:pt x="1944506" y="91388"/>
                  <a:pt x="1949624" y="93708"/>
                  <a:pt x="1955793" y="93708"/>
                </a:cubicBezTo>
                <a:cubicBezTo>
                  <a:pt x="1961917" y="93708"/>
                  <a:pt x="1967013" y="91377"/>
                  <a:pt x="1971080" y="86716"/>
                </a:cubicBezTo>
                <a:cubicBezTo>
                  <a:pt x="1975147" y="82054"/>
                  <a:pt x="1977181" y="74948"/>
                  <a:pt x="1977181" y="65397"/>
                </a:cubicBezTo>
                <a:cubicBezTo>
                  <a:pt x="1977181" y="56394"/>
                  <a:pt x="1975136" y="49573"/>
                  <a:pt x="1971046" y="44934"/>
                </a:cubicBezTo>
                <a:cubicBezTo>
                  <a:pt x="1966956" y="40296"/>
                  <a:pt x="1961872" y="37977"/>
                  <a:pt x="1955793" y="37977"/>
                </a:cubicBezTo>
                <a:cubicBezTo>
                  <a:pt x="1949624" y="37977"/>
                  <a:pt x="1944506" y="40285"/>
                  <a:pt x="1940438" y="44900"/>
                </a:cubicBezTo>
                <a:cubicBezTo>
                  <a:pt x="1936371" y="49516"/>
                  <a:pt x="1934337" y="56485"/>
                  <a:pt x="1934337" y="65808"/>
                </a:cubicBezTo>
                <a:close/>
                <a:moveTo>
                  <a:pt x="2030993" y="91171"/>
                </a:moveTo>
                <a:lnTo>
                  <a:pt x="2032775" y="102071"/>
                </a:lnTo>
                <a:cubicBezTo>
                  <a:pt x="2029302" y="102802"/>
                  <a:pt x="2026194" y="103168"/>
                  <a:pt x="2023452" y="103168"/>
                </a:cubicBezTo>
                <a:cubicBezTo>
                  <a:pt x="2018974" y="103168"/>
                  <a:pt x="2015501" y="102459"/>
                  <a:pt x="2013033" y="101043"/>
                </a:cubicBezTo>
                <a:cubicBezTo>
                  <a:pt x="2010565" y="99626"/>
                  <a:pt x="2008828" y="97764"/>
                  <a:pt x="2007823" y="95456"/>
                </a:cubicBezTo>
                <a:cubicBezTo>
                  <a:pt x="2006818" y="93148"/>
                  <a:pt x="2006315" y="88292"/>
                  <a:pt x="2006315" y="80889"/>
                </a:cubicBezTo>
                <a:lnTo>
                  <a:pt x="2006315" y="39005"/>
                </a:lnTo>
                <a:lnTo>
                  <a:pt x="1997266" y="39005"/>
                </a:lnTo>
                <a:lnTo>
                  <a:pt x="1997266" y="29408"/>
                </a:lnTo>
                <a:lnTo>
                  <a:pt x="2006315" y="29408"/>
                </a:lnTo>
                <a:lnTo>
                  <a:pt x="2006315" y="11379"/>
                </a:lnTo>
                <a:lnTo>
                  <a:pt x="2018585" y="3976"/>
                </a:lnTo>
                <a:lnTo>
                  <a:pt x="2018585" y="29408"/>
                </a:lnTo>
                <a:lnTo>
                  <a:pt x="2030993" y="29408"/>
                </a:lnTo>
                <a:lnTo>
                  <a:pt x="2030993" y="39005"/>
                </a:lnTo>
                <a:lnTo>
                  <a:pt x="2018585" y="39005"/>
                </a:lnTo>
                <a:lnTo>
                  <a:pt x="2018585" y="81574"/>
                </a:lnTo>
                <a:cubicBezTo>
                  <a:pt x="2018585" y="85093"/>
                  <a:pt x="2018802" y="87355"/>
                  <a:pt x="2019237" y="88361"/>
                </a:cubicBezTo>
                <a:cubicBezTo>
                  <a:pt x="2019671" y="89366"/>
                  <a:pt x="2020379" y="90166"/>
                  <a:pt x="2021362" y="90760"/>
                </a:cubicBezTo>
                <a:cubicBezTo>
                  <a:pt x="2022344" y="91354"/>
                  <a:pt x="2023749" y="91651"/>
                  <a:pt x="2025577" y="91651"/>
                </a:cubicBezTo>
                <a:cubicBezTo>
                  <a:pt x="2026948" y="91651"/>
                  <a:pt x="2028754" y="91491"/>
                  <a:pt x="2030993" y="91171"/>
                </a:cubicBezTo>
                <a:close/>
                <a:moveTo>
                  <a:pt x="2092384" y="78764"/>
                </a:moveTo>
                <a:lnTo>
                  <a:pt x="2105134" y="80341"/>
                </a:lnTo>
                <a:cubicBezTo>
                  <a:pt x="2103123" y="87790"/>
                  <a:pt x="2099399" y="93571"/>
                  <a:pt x="2093961" y="97684"/>
                </a:cubicBezTo>
                <a:cubicBezTo>
                  <a:pt x="2088522" y="101797"/>
                  <a:pt x="2081576" y="103853"/>
                  <a:pt x="2073121" y="103853"/>
                </a:cubicBezTo>
                <a:cubicBezTo>
                  <a:pt x="2062473" y="103853"/>
                  <a:pt x="2054030" y="100574"/>
                  <a:pt x="2047792" y="94016"/>
                </a:cubicBezTo>
                <a:cubicBezTo>
                  <a:pt x="2041554" y="87458"/>
                  <a:pt x="2038435" y="78261"/>
                  <a:pt x="2038435" y="66425"/>
                </a:cubicBezTo>
                <a:cubicBezTo>
                  <a:pt x="2038435" y="54177"/>
                  <a:pt x="2041588" y="44672"/>
                  <a:pt x="2047895" y="37908"/>
                </a:cubicBezTo>
                <a:cubicBezTo>
                  <a:pt x="2054202" y="31145"/>
                  <a:pt x="2062382" y="27763"/>
                  <a:pt x="2072436" y="27763"/>
                </a:cubicBezTo>
                <a:cubicBezTo>
                  <a:pt x="2082170" y="27763"/>
                  <a:pt x="2090122" y="31076"/>
                  <a:pt x="2096291" y="37702"/>
                </a:cubicBezTo>
                <a:cubicBezTo>
                  <a:pt x="2102461" y="44329"/>
                  <a:pt x="2105545" y="53652"/>
                  <a:pt x="2105545" y="65671"/>
                </a:cubicBezTo>
                <a:cubicBezTo>
                  <a:pt x="2105545" y="66402"/>
                  <a:pt x="2105523" y="67499"/>
                  <a:pt x="2105477" y="68961"/>
                </a:cubicBezTo>
                <a:lnTo>
                  <a:pt x="2051185" y="68961"/>
                </a:lnTo>
                <a:cubicBezTo>
                  <a:pt x="2051642" y="76959"/>
                  <a:pt x="2053905" y="83083"/>
                  <a:pt x="2057972" y="87333"/>
                </a:cubicBezTo>
                <a:cubicBezTo>
                  <a:pt x="2062039" y="91583"/>
                  <a:pt x="2067112" y="93708"/>
                  <a:pt x="2073190" y="93708"/>
                </a:cubicBezTo>
                <a:cubicBezTo>
                  <a:pt x="2077714" y="93708"/>
                  <a:pt x="2081576" y="92520"/>
                  <a:pt x="2084775" y="90143"/>
                </a:cubicBezTo>
                <a:cubicBezTo>
                  <a:pt x="2087974" y="87767"/>
                  <a:pt x="2090510" y="83974"/>
                  <a:pt x="2092384" y="78764"/>
                </a:cubicBezTo>
                <a:moveTo>
                  <a:pt x="2051871" y="58816"/>
                </a:moveTo>
                <a:lnTo>
                  <a:pt x="2092521" y="58816"/>
                </a:lnTo>
                <a:cubicBezTo>
                  <a:pt x="2091973" y="52692"/>
                  <a:pt x="2090419" y="48099"/>
                  <a:pt x="2087860" y="45037"/>
                </a:cubicBezTo>
                <a:cubicBezTo>
                  <a:pt x="2083929" y="40285"/>
                  <a:pt x="2078834" y="37908"/>
                  <a:pt x="2072573" y="37908"/>
                </a:cubicBezTo>
                <a:cubicBezTo>
                  <a:pt x="2066906" y="37908"/>
                  <a:pt x="2062142" y="39805"/>
                  <a:pt x="2058280" y="43598"/>
                </a:cubicBezTo>
                <a:cubicBezTo>
                  <a:pt x="2054419" y="47391"/>
                  <a:pt x="2052282" y="52464"/>
                  <a:pt x="2051871" y="58816"/>
                </a:cubicBezTo>
                <a:close/>
                <a:moveTo>
                  <a:pt x="2206352" y="75542"/>
                </a:moveTo>
                <a:lnTo>
                  <a:pt x="2218486" y="77119"/>
                </a:lnTo>
                <a:cubicBezTo>
                  <a:pt x="2217160" y="85482"/>
                  <a:pt x="2213767" y="92028"/>
                  <a:pt x="2208306" y="96758"/>
                </a:cubicBezTo>
                <a:cubicBezTo>
                  <a:pt x="2202845" y="101488"/>
                  <a:pt x="2196138" y="103853"/>
                  <a:pt x="2188187" y="103853"/>
                </a:cubicBezTo>
                <a:cubicBezTo>
                  <a:pt x="2178224" y="103853"/>
                  <a:pt x="2170215" y="100597"/>
                  <a:pt x="2164160" y="94085"/>
                </a:cubicBezTo>
                <a:cubicBezTo>
                  <a:pt x="2158105" y="87573"/>
                  <a:pt x="2155077" y="78238"/>
                  <a:pt x="2155077" y="66082"/>
                </a:cubicBezTo>
                <a:cubicBezTo>
                  <a:pt x="2155077" y="58222"/>
                  <a:pt x="2156379" y="51344"/>
                  <a:pt x="2158984" y="45449"/>
                </a:cubicBezTo>
                <a:cubicBezTo>
                  <a:pt x="2161589" y="39553"/>
                  <a:pt x="2165554" y="35132"/>
                  <a:pt x="2170878" y="32184"/>
                </a:cubicBezTo>
                <a:cubicBezTo>
                  <a:pt x="2176202" y="29237"/>
                  <a:pt x="2181994" y="27763"/>
                  <a:pt x="2188255" y="27763"/>
                </a:cubicBezTo>
                <a:cubicBezTo>
                  <a:pt x="2196161" y="27763"/>
                  <a:pt x="2202628" y="29762"/>
                  <a:pt x="2207655" y="33761"/>
                </a:cubicBezTo>
                <a:cubicBezTo>
                  <a:pt x="2212682" y="37760"/>
                  <a:pt x="2215904" y="43438"/>
                  <a:pt x="2217320" y="50795"/>
                </a:cubicBezTo>
                <a:lnTo>
                  <a:pt x="2205324" y="52646"/>
                </a:lnTo>
                <a:cubicBezTo>
                  <a:pt x="2204182" y="47756"/>
                  <a:pt x="2202159" y="44078"/>
                  <a:pt x="2199257" y="41610"/>
                </a:cubicBezTo>
                <a:cubicBezTo>
                  <a:pt x="2196355" y="39142"/>
                  <a:pt x="2192848" y="37908"/>
                  <a:pt x="2188735" y="37908"/>
                </a:cubicBezTo>
                <a:cubicBezTo>
                  <a:pt x="2182520" y="37908"/>
                  <a:pt x="2177470" y="40136"/>
                  <a:pt x="2173585" y="44592"/>
                </a:cubicBezTo>
                <a:cubicBezTo>
                  <a:pt x="2169701" y="49047"/>
                  <a:pt x="2167759" y="56097"/>
                  <a:pt x="2167759" y="65739"/>
                </a:cubicBezTo>
                <a:cubicBezTo>
                  <a:pt x="2167759" y="75519"/>
                  <a:pt x="2169632" y="82626"/>
                  <a:pt x="2173380" y="87058"/>
                </a:cubicBezTo>
                <a:cubicBezTo>
                  <a:pt x="2177127" y="91491"/>
                  <a:pt x="2182017" y="93708"/>
                  <a:pt x="2188049" y="93708"/>
                </a:cubicBezTo>
                <a:cubicBezTo>
                  <a:pt x="2192894" y="93708"/>
                  <a:pt x="2196938" y="92223"/>
                  <a:pt x="2200183" y="89252"/>
                </a:cubicBezTo>
                <a:cubicBezTo>
                  <a:pt x="2203427" y="86282"/>
                  <a:pt x="2205484" y="81712"/>
                  <a:pt x="2206352" y="75542"/>
                </a:cubicBezTo>
                <a:close/>
                <a:moveTo>
                  <a:pt x="2224197" y="65808"/>
                </a:moveTo>
                <a:cubicBezTo>
                  <a:pt x="2224197" y="52326"/>
                  <a:pt x="2227944" y="42341"/>
                  <a:pt x="2235439" y="35852"/>
                </a:cubicBezTo>
                <a:cubicBezTo>
                  <a:pt x="2241700" y="30459"/>
                  <a:pt x="2249332" y="27763"/>
                  <a:pt x="2258335" y="27763"/>
                </a:cubicBezTo>
                <a:cubicBezTo>
                  <a:pt x="2268343" y="27763"/>
                  <a:pt x="2276523" y="31042"/>
                  <a:pt x="2282876" y="37600"/>
                </a:cubicBezTo>
                <a:cubicBezTo>
                  <a:pt x="2289228" y="44158"/>
                  <a:pt x="2292404" y="53218"/>
                  <a:pt x="2292404" y="64780"/>
                </a:cubicBezTo>
                <a:cubicBezTo>
                  <a:pt x="2292404" y="74148"/>
                  <a:pt x="2290999" y="81517"/>
                  <a:pt x="2288188" y="86887"/>
                </a:cubicBezTo>
                <a:cubicBezTo>
                  <a:pt x="2285378" y="92257"/>
                  <a:pt x="2281287" y="96427"/>
                  <a:pt x="2275918" y="99397"/>
                </a:cubicBezTo>
                <a:cubicBezTo>
                  <a:pt x="2270548" y="102368"/>
                  <a:pt x="2264687" y="103853"/>
                  <a:pt x="2258335" y="103853"/>
                </a:cubicBezTo>
                <a:cubicBezTo>
                  <a:pt x="2248144" y="103853"/>
                  <a:pt x="2239906" y="100586"/>
                  <a:pt x="2233622" y="94051"/>
                </a:cubicBezTo>
                <a:cubicBezTo>
                  <a:pt x="2227339" y="87515"/>
                  <a:pt x="2224197" y="78101"/>
                  <a:pt x="2224197" y="65808"/>
                </a:cubicBezTo>
                <a:moveTo>
                  <a:pt x="2236879" y="65808"/>
                </a:moveTo>
                <a:cubicBezTo>
                  <a:pt x="2236879" y="75131"/>
                  <a:pt x="2238912" y="82111"/>
                  <a:pt x="2242979" y="86750"/>
                </a:cubicBezTo>
                <a:cubicBezTo>
                  <a:pt x="2247047" y="91388"/>
                  <a:pt x="2252165" y="93708"/>
                  <a:pt x="2258335" y="93708"/>
                </a:cubicBezTo>
                <a:cubicBezTo>
                  <a:pt x="2264458" y="93708"/>
                  <a:pt x="2269554" y="91377"/>
                  <a:pt x="2273621" y="86716"/>
                </a:cubicBezTo>
                <a:cubicBezTo>
                  <a:pt x="2277689" y="82054"/>
                  <a:pt x="2279722" y="74948"/>
                  <a:pt x="2279722" y="65397"/>
                </a:cubicBezTo>
                <a:cubicBezTo>
                  <a:pt x="2279722" y="56394"/>
                  <a:pt x="2277677" y="49573"/>
                  <a:pt x="2273587" y="44934"/>
                </a:cubicBezTo>
                <a:cubicBezTo>
                  <a:pt x="2269497" y="40296"/>
                  <a:pt x="2264413" y="37977"/>
                  <a:pt x="2258335" y="37977"/>
                </a:cubicBezTo>
                <a:cubicBezTo>
                  <a:pt x="2252165" y="37977"/>
                  <a:pt x="2247047" y="40285"/>
                  <a:pt x="2242979" y="44900"/>
                </a:cubicBezTo>
                <a:cubicBezTo>
                  <a:pt x="2238912" y="49516"/>
                  <a:pt x="2236879" y="56485"/>
                  <a:pt x="2236879" y="65808"/>
                </a:cubicBezTo>
                <a:close/>
                <a:moveTo>
                  <a:pt x="2306594" y="102208"/>
                </a:moveTo>
                <a:lnTo>
                  <a:pt x="2306594" y="29408"/>
                </a:lnTo>
                <a:lnTo>
                  <a:pt x="2317699" y="29408"/>
                </a:lnTo>
                <a:lnTo>
                  <a:pt x="2317699" y="39759"/>
                </a:lnTo>
                <a:cubicBezTo>
                  <a:pt x="2323046" y="31761"/>
                  <a:pt x="2330769" y="27763"/>
                  <a:pt x="2340869" y="27763"/>
                </a:cubicBezTo>
                <a:cubicBezTo>
                  <a:pt x="2345256" y="27763"/>
                  <a:pt x="2349289" y="28551"/>
                  <a:pt x="2352968" y="30128"/>
                </a:cubicBezTo>
                <a:cubicBezTo>
                  <a:pt x="2356647" y="31704"/>
                  <a:pt x="2359400" y="33772"/>
                  <a:pt x="2361228" y="36331"/>
                </a:cubicBezTo>
                <a:cubicBezTo>
                  <a:pt x="2363056" y="38891"/>
                  <a:pt x="2364336" y="41930"/>
                  <a:pt x="2365067" y="45449"/>
                </a:cubicBezTo>
                <a:cubicBezTo>
                  <a:pt x="2365524" y="47734"/>
                  <a:pt x="2365753" y="51732"/>
                  <a:pt x="2365753" y="57445"/>
                </a:cubicBezTo>
                <a:lnTo>
                  <a:pt x="2365753" y="102208"/>
                </a:lnTo>
                <a:lnTo>
                  <a:pt x="2353414" y="102208"/>
                </a:lnTo>
                <a:lnTo>
                  <a:pt x="2353414" y="57925"/>
                </a:lnTo>
                <a:cubicBezTo>
                  <a:pt x="2353414" y="52898"/>
                  <a:pt x="2352934" y="49139"/>
                  <a:pt x="2351974" y="46648"/>
                </a:cubicBezTo>
                <a:cubicBezTo>
                  <a:pt x="2351014" y="44158"/>
                  <a:pt x="2349312" y="42170"/>
                  <a:pt x="2346867" y="40684"/>
                </a:cubicBezTo>
                <a:cubicBezTo>
                  <a:pt x="2344422" y="39199"/>
                  <a:pt x="2341554" y="38457"/>
                  <a:pt x="2338264" y="38457"/>
                </a:cubicBezTo>
                <a:cubicBezTo>
                  <a:pt x="2333009" y="38457"/>
                  <a:pt x="2328473" y="40125"/>
                  <a:pt x="2324657" y="43461"/>
                </a:cubicBezTo>
                <a:cubicBezTo>
                  <a:pt x="2320841" y="46797"/>
                  <a:pt x="2318933" y="53126"/>
                  <a:pt x="2318933" y="62449"/>
                </a:cubicBezTo>
                <a:lnTo>
                  <a:pt x="2318933" y="102208"/>
                </a:lnTo>
                <a:lnTo>
                  <a:pt x="2306594" y="102208"/>
                </a:lnTo>
                <a:close/>
                <a:moveTo>
                  <a:pt x="2411338" y="91171"/>
                </a:moveTo>
                <a:lnTo>
                  <a:pt x="2413121" y="102071"/>
                </a:lnTo>
                <a:cubicBezTo>
                  <a:pt x="2409647" y="102802"/>
                  <a:pt x="2406540" y="103168"/>
                  <a:pt x="2403798" y="103168"/>
                </a:cubicBezTo>
                <a:cubicBezTo>
                  <a:pt x="2399319" y="103168"/>
                  <a:pt x="2395846" y="102459"/>
                  <a:pt x="2393378" y="101043"/>
                </a:cubicBezTo>
                <a:cubicBezTo>
                  <a:pt x="2390910" y="99626"/>
                  <a:pt x="2389174" y="97764"/>
                  <a:pt x="2388168" y="95456"/>
                </a:cubicBezTo>
                <a:cubicBezTo>
                  <a:pt x="2387163" y="93148"/>
                  <a:pt x="2386660" y="88292"/>
                  <a:pt x="2386660" y="80889"/>
                </a:cubicBezTo>
                <a:lnTo>
                  <a:pt x="2386660" y="39005"/>
                </a:lnTo>
                <a:lnTo>
                  <a:pt x="2377612" y="39005"/>
                </a:lnTo>
                <a:lnTo>
                  <a:pt x="2377612" y="29408"/>
                </a:lnTo>
                <a:lnTo>
                  <a:pt x="2386660" y="29408"/>
                </a:lnTo>
                <a:lnTo>
                  <a:pt x="2386660" y="11379"/>
                </a:lnTo>
                <a:lnTo>
                  <a:pt x="2398931" y="3976"/>
                </a:lnTo>
                <a:lnTo>
                  <a:pt x="2398931" y="29408"/>
                </a:lnTo>
                <a:lnTo>
                  <a:pt x="2411338" y="29408"/>
                </a:lnTo>
                <a:lnTo>
                  <a:pt x="2411338" y="39005"/>
                </a:lnTo>
                <a:lnTo>
                  <a:pt x="2398931" y="39005"/>
                </a:lnTo>
                <a:lnTo>
                  <a:pt x="2398931" y="81574"/>
                </a:lnTo>
                <a:cubicBezTo>
                  <a:pt x="2398931" y="85093"/>
                  <a:pt x="2399148" y="87355"/>
                  <a:pt x="2399582" y="88361"/>
                </a:cubicBezTo>
                <a:cubicBezTo>
                  <a:pt x="2400016" y="89366"/>
                  <a:pt x="2400725" y="90166"/>
                  <a:pt x="2401707" y="90760"/>
                </a:cubicBezTo>
                <a:cubicBezTo>
                  <a:pt x="2402690" y="91354"/>
                  <a:pt x="2404095" y="91651"/>
                  <a:pt x="2405923" y="91651"/>
                </a:cubicBezTo>
                <a:cubicBezTo>
                  <a:pt x="2407294" y="91651"/>
                  <a:pt x="2409099" y="91491"/>
                  <a:pt x="2411338" y="91171"/>
                </a:cubicBezTo>
                <a:close/>
                <a:moveTo>
                  <a:pt x="2422756" y="102208"/>
                </a:moveTo>
                <a:lnTo>
                  <a:pt x="2422756" y="29408"/>
                </a:lnTo>
                <a:lnTo>
                  <a:pt x="2433861" y="29408"/>
                </a:lnTo>
                <a:lnTo>
                  <a:pt x="2433861" y="40444"/>
                </a:lnTo>
                <a:cubicBezTo>
                  <a:pt x="2436695" y="35280"/>
                  <a:pt x="2439311" y="31876"/>
                  <a:pt x="2441710" y="30231"/>
                </a:cubicBezTo>
                <a:cubicBezTo>
                  <a:pt x="2444110" y="28585"/>
                  <a:pt x="2446749" y="27763"/>
                  <a:pt x="2449628" y="27763"/>
                </a:cubicBezTo>
                <a:cubicBezTo>
                  <a:pt x="2453787" y="27763"/>
                  <a:pt x="2458014" y="29088"/>
                  <a:pt x="2462310" y="31739"/>
                </a:cubicBezTo>
                <a:lnTo>
                  <a:pt x="2458059" y="43186"/>
                </a:lnTo>
                <a:cubicBezTo>
                  <a:pt x="2455043" y="41404"/>
                  <a:pt x="2452027" y="40513"/>
                  <a:pt x="2449011" y="40513"/>
                </a:cubicBezTo>
                <a:cubicBezTo>
                  <a:pt x="2446315" y="40513"/>
                  <a:pt x="2443892" y="41324"/>
                  <a:pt x="2441745" y="42947"/>
                </a:cubicBezTo>
                <a:cubicBezTo>
                  <a:pt x="2439597" y="44569"/>
                  <a:pt x="2438066" y="46820"/>
                  <a:pt x="2437152" y="49699"/>
                </a:cubicBezTo>
                <a:cubicBezTo>
                  <a:pt x="2435781" y="54086"/>
                  <a:pt x="2435095" y="58884"/>
                  <a:pt x="2435095" y="64094"/>
                </a:cubicBezTo>
                <a:lnTo>
                  <a:pt x="2435095" y="102208"/>
                </a:lnTo>
                <a:lnTo>
                  <a:pt x="2422756" y="102208"/>
                </a:lnTo>
                <a:close/>
                <a:moveTo>
                  <a:pt x="2464657" y="65808"/>
                </a:moveTo>
                <a:cubicBezTo>
                  <a:pt x="2464657" y="52326"/>
                  <a:pt x="2468405" y="42341"/>
                  <a:pt x="2475900" y="35852"/>
                </a:cubicBezTo>
                <a:cubicBezTo>
                  <a:pt x="2482161" y="30459"/>
                  <a:pt x="2489792" y="27763"/>
                  <a:pt x="2498795" y="27763"/>
                </a:cubicBezTo>
                <a:cubicBezTo>
                  <a:pt x="2508804" y="27763"/>
                  <a:pt x="2516984" y="31042"/>
                  <a:pt x="2523336" y="37600"/>
                </a:cubicBezTo>
                <a:cubicBezTo>
                  <a:pt x="2529688" y="44158"/>
                  <a:pt x="2532865" y="53218"/>
                  <a:pt x="2532865" y="64780"/>
                </a:cubicBezTo>
                <a:cubicBezTo>
                  <a:pt x="2532865" y="74148"/>
                  <a:pt x="2531459" y="81517"/>
                  <a:pt x="2528649" y="86887"/>
                </a:cubicBezTo>
                <a:cubicBezTo>
                  <a:pt x="2525838" y="92257"/>
                  <a:pt x="2521748" y="96427"/>
                  <a:pt x="2516378" y="99397"/>
                </a:cubicBezTo>
                <a:cubicBezTo>
                  <a:pt x="2511009" y="102368"/>
                  <a:pt x="2505148" y="103853"/>
                  <a:pt x="2498795" y="103853"/>
                </a:cubicBezTo>
                <a:cubicBezTo>
                  <a:pt x="2488604" y="103853"/>
                  <a:pt x="2480367" y="100586"/>
                  <a:pt x="2474083" y="94051"/>
                </a:cubicBezTo>
                <a:cubicBezTo>
                  <a:pt x="2467799" y="87515"/>
                  <a:pt x="2464657" y="78101"/>
                  <a:pt x="2464657" y="65808"/>
                </a:cubicBezTo>
                <a:moveTo>
                  <a:pt x="2477339" y="65808"/>
                </a:moveTo>
                <a:cubicBezTo>
                  <a:pt x="2477339" y="75131"/>
                  <a:pt x="2479373" y="82111"/>
                  <a:pt x="2483440" y="86750"/>
                </a:cubicBezTo>
                <a:cubicBezTo>
                  <a:pt x="2487507" y="91388"/>
                  <a:pt x="2492626" y="93708"/>
                  <a:pt x="2498795" y="93708"/>
                </a:cubicBezTo>
                <a:cubicBezTo>
                  <a:pt x="2504919" y="93708"/>
                  <a:pt x="2510015" y="91377"/>
                  <a:pt x="2514082" y="86716"/>
                </a:cubicBezTo>
                <a:cubicBezTo>
                  <a:pt x="2518149" y="82054"/>
                  <a:pt x="2520183" y="74948"/>
                  <a:pt x="2520183" y="65397"/>
                </a:cubicBezTo>
                <a:cubicBezTo>
                  <a:pt x="2520183" y="56394"/>
                  <a:pt x="2518138" y="49573"/>
                  <a:pt x="2514048" y="44934"/>
                </a:cubicBezTo>
                <a:cubicBezTo>
                  <a:pt x="2509958" y="40296"/>
                  <a:pt x="2504873" y="37977"/>
                  <a:pt x="2498795" y="37977"/>
                </a:cubicBezTo>
                <a:cubicBezTo>
                  <a:pt x="2492626" y="37977"/>
                  <a:pt x="2487507" y="40285"/>
                  <a:pt x="2483440" y="44900"/>
                </a:cubicBezTo>
                <a:cubicBezTo>
                  <a:pt x="2479373" y="49516"/>
                  <a:pt x="2477339" y="56485"/>
                  <a:pt x="2477339" y="65808"/>
                </a:cubicBezTo>
                <a:close/>
                <a:moveTo>
                  <a:pt x="2546780" y="102208"/>
                </a:moveTo>
                <a:lnTo>
                  <a:pt x="2546780" y="1714"/>
                </a:lnTo>
                <a:lnTo>
                  <a:pt x="2559119" y="1714"/>
                </a:lnTo>
                <a:lnTo>
                  <a:pt x="2559119" y="102208"/>
                </a:lnTo>
                <a:lnTo>
                  <a:pt x="2546780" y="102208"/>
                </a:lnTo>
                <a:close/>
                <a:moveTo>
                  <a:pt x="2578256" y="102208"/>
                </a:moveTo>
                <a:lnTo>
                  <a:pt x="2578256" y="1714"/>
                </a:lnTo>
                <a:lnTo>
                  <a:pt x="2590595" y="1714"/>
                </a:lnTo>
                <a:lnTo>
                  <a:pt x="2590595" y="102208"/>
                </a:lnTo>
                <a:lnTo>
                  <a:pt x="2578256" y="102208"/>
                </a:lnTo>
                <a:close/>
                <a:moveTo>
                  <a:pt x="2659842" y="78764"/>
                </a:moveTo>
                <a:lnTo>
                  <a:pt x="2672592" y="80341"/>
                </a:lnTo>
                <a:cubicBezTo>
                  <a:pt x="2670581" y="87790"/>
                  <a:pt x="2666857" y="93571"/>
                  <a:pt x="2661418" y="97684"/>
                </a:cubicBezTo>
                <a:cubicBezTo>
                  <a:pt x="2655980" y="101797"/>
                  <a:pt x="2649034" y="103853"/>
                  <a:pt x="2640579" y="103853"/>
                </a:cubicBezTo>
                <a:cubicBezTo>
                  <a:pt x="2629931" y="103853"/>
                  <a:pt x="2621488" y="100574"/>
                  <a:pt x="2615250" y="94016"/>
                </a:cubicBezTo>
                <a:cubicBezTo>
                  <a:pt x="2609012" y="87458"/>
                  <a:pt x="2605893" y="78261"/>
                  <a:pt x="2605893" y="66425"/>
                </a:cubicBezTo>
                <a:cubicBezTo>
                  <a:pt x="2605893" y="54177"/>
                  <a:pt x="2609046" y="44672"/>
                  <a:pt x="2615353" y="37908"/>
                </a:cubicBezTo>
                <a:cubicBezTo>
                  <a:pt x="2621659" y="31145"/>
                  <a:pt x="2629840" y="27763"/>
                  <a:pt x="2639894" y="27763"/>
                </a:cubicBezTo>
                <a:cubicBezTo>
                  <a:pt x="2649628" y="27763"/>
                  <a:pt x="2657580" y="31076"/>
                  <a:pt x="2663749" y="37702"/>
                </a:cubicBezTo>
                <a:cubicBezTo>
                  <a:pt x="2669919" y="44329"/>
                  <a:pt x="2673003" y="53652"/>
                  <a:pt x="2673003" y="65671"/>
                </a:cubicBezTo>
                <a:cubicBezTo>
                  <a:pt x="2673003" y="66402"/>
                  <a:pt x="2672980" y="67499"/>
                  <a:pt x="2672935" y="68961"/>
                </a:cubicBezTo>
                <a:lnTo>
                  <a:pt x="2618643" y="68961"/>
                </a:lnTo>
                <a:cubicBezTo>
                  <a:pt x="2619100" y="76959"/>
                  <a:pt x="2621362" y="83083"/>
                  <a:pt x="2625430" y="87333"/>
                </a:cubicBezTo>
                <a:cubicBezTo>
                  <a:pt x="2629497" y="91583"/>
                  <a:pt x="2634570" y="93708"/>
                  <a:pt x="2640648" y="93708"/>
                </a:cubicBezTo>
                <a:cubicBezTo>
                  <a:pt x="2645172" y="93708"/>
                  <a:pt x="2649034" y="92520"/>
                  <a:pt x="2652233" y="90143"/>
                </a:cubicBezTo>
                <a:cubicBezTo>
                  <a:pt x="2655432" y="87767"/>
                  <a:pt x="2657968" y="83974"/>
                  <a:pt x="2659842" y="78764"/>
                </a:cubicBezTo>
                <a:moveTo>
                  <a:pt x="2619329" y="58816"/>
                </a:moveTo>
                <a:lnTo>
                  <a:pt x="2659979" y="58816"/>
                </a:lnTo>
                <a:cubicBezTo>
                  <a:pt x="2659430" y="52692"/>
                  <a:pt x="2657877" y="48099"/>
                  <a:pt x="2655317" y="45037"/>
                </a:cubicBezTo>
                <a:cubicBezTo>
                  <a:pt x="2651387" y="40285"/>
                  <a:pt x="2646292" y="37908"/>
                  <a:pt x="2640031" y="37908"/>
                </a:cubicBezTo>
                <a:cubicBezTo>
                  <a:pt x="2634364" y="37908"/>
                  <a:pt x="2629600" y="39805"/>
                  <a:pt x="2625738" y="43598"/>
                </a:cubicBezTo>
                <a:cubicBezTo>
                  <a:pt x="2621876" y="47391"/>
                  <a:pt x="2619740" y="52464"/>
                  <a:pt x="2619329" y="58816"/>
                </a:cubicBezTo>
                <a:close/>
                <a:moveTo>
                  <a:pt x="2687673" y="102208"/>
                </a:moveTo>
                <a:lnTo>
                  <a:pt x="2687673" y="29408"/>
                </a:lnTo>
                <a:lnTo>
                  <a:pt x="2698778" y="29408"/>
                </a:lnTo>
                <a:lnTo>
                  <a:pt x="2698778" y="40444"/>
                </a:lnTo>
                <a:cubicBezTo>
                  <a:pt x="2701612" y="35280"/>
                  <a:pt x="2704228" y="31876"/>
                  <a:pt x="2706627" y="30231"/>
                </a:cubicBezTo>
                <a:cubicBezTo>
                  <a:pt x="2709027" y="28585"/>
                  <a:pt x="2711666" y="27763"/>
                  <a:pt x="2714545" y="27763"/>
                </a:cubicBezTo>
                <a:cubicBezTo>
                  <a:pt x="2718704" y="27763"/>
                  <a:pt x="2722931" y="29088"/>
                  <a:pt x="2727227" y="31739"/>
                </a:cubicBezTo>
                <a:lnTo>
                  <a:pt x="2722977" y="43186"/>
                </a:lnTo>
                <a:cubicBezTo>
                  <a:pt x="2719960" y="41404"/>
                  <a:pt x="2716944" y="40513"/>
                  <a:pt x="2713928" y="40513"/>
                </a:cubicBezTo>
                <a:cubicBezTo>
                  <a:pt x="2711232" y="40513"/>
                  <a:pt x="2708810" y="41324"/>
                  <a:pt x="2706662" y="42947"/>
                </a:cubicBezTo>
                <a:cubicBezTo>
                  <a:pt x="2704514" y="44569"/>
                  <a:pt x="2702983" y="46820"/>
                  <a:pt x="2702069" y="49699"/>
                </a:cubicBezTo>
                <a:cubicBezTo>
                  <a:pt x="2700698" y="54086"/>
                  <a:pt x="2700012" y="58884"/>
                  <a:pt x="2700012" y="64094"/>
                </a:cubicBezTo>
                <a:lnTo>
                  <a:pt x="2700012" y="102208"/>
                </a:lnTo>
                <a:lnTo>
                  <a:pt x="2687673" y="102208"/>
                </a:lnTo>
                <a:close/>
                <a:moveTo>
                  <a:pt x="2729667" y="102208"/>
                </a:moveTo>
                <a:lnTo>
                  <a:pt x="2729667" y="88155"/>
                </a:lnTo>
                <a:lnTo>
                  <a:pt x="2743720" y="88155"/>
                </a:lnTo>
                <a:lnTo>
                  <a:pt x="2743720" y="102208"/>
                </a:lnTo>
                <a:cubicBezTo>
                  <a:pt x="2743720" y="107372"/>
                  <a:pt x="2742806" y="111542"/>
                  <a:pt x="2740978" y="114718"/>
                </a:cubicBezTo>
                <a:cubicBezTo>
                  <a:pt x="2739150" y="117894"/>
                  <a:pt x="2736248" y="120351"/>
                  <a:pt x="2732272" y="122087"/>
                </a:cubicBezTo>
                <a:lnTo>
                  <a:pt x="2728845" y="116809"/>
                </a:lnTo>
                <a:cubicBezTo>
                  <a:pt x="2731450" y="115667"/>
                  <a:pt x="2733369" y="113987"/>
                  <a:pt x="2734603" y="111771"/>
                </a:cubicBezTo>
                <a:cubicBezTo>
                  <a:pt x="2735837" y="109554"/>
                  <a:pt x="2736522" y="106367"/>
                  <a:pt x="2736660" y="102208"/>
                </a:cubicBezTo>
                <a:lnTo>
                  <a:pt x="2729667" y="102208"/>
                </a:lnTo>
                <a:close/>
                <a:moveTo>
                  <a:pt x="2850941" y="93228"/>
                </a:moveTo>
                <a:cubicBezTo>
                  <a:pt x="2846371" y="97112"/>
                  <a:pt x="2841973" y="99854"/>
                  <a:pt x="2837745" y="101454"/>
                </a:cubicBezTo>
                <a:cubicBezTo>
                  <a:pt x="2833518" y="103053"/>
                  <a:pt x="2828982" y="103853"/>
                  <a:pt x="2824138" y="103853"/>
                </a:cubicBezTo>
                <a:cubicBezTo>
                  <a:pt x="2816141" y="103853"/>
                  <a:pt x="2809994" y="101899"/>
                  <a:pt x="2805698" y="97992"/>
                </a:cubicBezTo>
                <a:cubicBezTo>
                  <a:pt x="2801402" y="94085"/>
                  <a:pt x="2799254" y="89092"/>
                  <a:pt x="2799254" y="83014"/>
                </a:cubicBezTo>
                <a:cubicBezTo>
                  <a:pt x="2799254" y="79449"/>
                  <a:pt x="2800066" y="76193"/>
                  <a:pt x="2801688" y="73246"/>
                </a:cubicBezTo>
                <a:cubicBezTo>
                  <a:pt x="2803310" y="70298"/>
                  <a:pt x="2805435" y="67933"/>
                  <a:pt x="2808063" y="66151"/>
                </a:cubicBezTo>
                <a:cubicBezTo>
                  <a:pt x="2810691" y="64368"/>
                  <a:pt x="2813650" y="63020"/>
                  <a:pt x="2816940" y="62106"/>
                </a:cubicBezTo>
                <a:cubicBezTo>
                  <a:pt x="2819362" y="61466"/>
                  <a:pt x="2823018" y="60849"/>
                  <a:pt x="2827908" y="60255"/>
                </a:cubicBezTo>
                <a:cubicBezTo>
                  <a:pt x="2837871" y="59067"/>
                  <a:pt x="2845206" y="57650"/>
                  <a:pt x="2849913" y="56005"/>
                </a:cubicBezTo>
                <a:cubicBezTo>
                  <a:pt x="2849959" y="54314"/>
                  <a:pt x="2849981" y="53240"/>
                  <a:pt x="2849981" y="52783"/>
                </a:cubicBezTo>
                <a:cubicBezTo>
                  <a:pt x="2849981" y="47756"/>
                  <a:pt x="2848816" y="44215"/>
                  <a:pt x="2846485" y="42158"/>
                </a:cubicBezTo>
                <a:cubicBezTo>
                  <a:pt x="2843332" y="39371"/>
                  <a:pt x="2838648" y="37977"/>
                  <a:pt x="2832433" y="37977"/>
                </a:cubicBezTo>
                <a:cubicBezTo>
                  <a:pt x="2826629" y="37977"/>
                  <a:pt x="2822344" y="38993"/>
                  <a:pt x="2819580" y="41027"/>
                </a:cubicBezTo>
                <a:cubicBezTo>
                  <a:pt x="2816815" y="43061"/>
                  <a:pt x="2814770" y="46660"/>
                  <a:pt x="2813444" y="51824"/>
                </a:cubicBezTo>
                <a:lnTo>
                  <a:pt x="2801380" y="50179"/>
                </a:lnTo>
                <a:cubicBezTo>
                  <a:pt x="2802476" y="45014"/>
                  <a:pt x="2804281" y="40844"/>
                  <a:pt x="2806795" y="37668"/>
                </a:cubicBezTo>
                <a:cubicBezTo>
                  <a:pt x="2809308" y="34492"/>
                  <a:pt x="2812942" y="32047"/>
                  <a:pt x="2817694" y="30333"/>
                </a:cubicBezTo>
                <a:cubicBezTo>
                  <a:pt x="2822447" y="28620"/>
                  <a:pt x="2827954" y="27763"/>
                  <a:pt x="2834215" y="27763"/>
                </a:cubicBezTo>
                <a:cubicBezTo>
                  <a:pt x="2840430" y="27763"/>
                  <a:pt x="2845480" y="28494"/>
                  <a:pt x="2849364" y="29956"/>
                </a:cubicBezTo>
                <a:cubicBezTo>
                  <a:pt x="2853249" y="31419"/>
                  <a:pt x="2856105" y="33258"/>
                  <a:pt x="2857933" y="35475"/>
                </a:cubicBezTo>
                <a:cubicBezTo>
                  <a:pt x="2859761" y="37691"/>
                  <a:pt x="2861041" y="40490"/>
                  <a:pt x="2861772" y="43872"/>
                </a:cubicBezTo>
                <a:cubicBezTo>
                  <a:pt x="2862183" y="45974"/>
                  <a:pt x="2862389" y="49767"/>
                  <a:pt x="2862389" y="55251"/>
                </a:cubicBezTo>
                <a:lnTo>
                  <a:pt x="2862389" y="71703"/>
                </a:lnTo>
                <a:cubicBezTo>
                  <a:pt x="2862389" y="83174"/>
                  <a:pt x="2862652" y="90429"/>
                  <a:pt x="2863177" y="93468"/>
                </a:cubicBezTo>
                <a:cubicBezTo>
                  <a:pt x="2863703" y="96507"/>
                  <a:pt x="2864743" y="99420"/>
                  <a:pt x="2866296" y="102208"/>
                </a:cubicBezTo>
                <a:lnTo>
                  <a:pt x="2853409" y="102208"/>
                </a:lnTo>
                <a:cubicBezTo>
                  <a:pt x="2852129" y="99649"/>
                  <a:pt x="2851307" y="96655"/>
                  <a:pt x="2850941" y="93228"/>
                </a:cubicBezTo>
                <a:moveTo>
                  <a:pt x="2849913" y="65671"/>
                </a:moveTo>
                <a:cubicBezTo>
                  <a:pt x="2845434" y="67499"/>
                  <a:pt x="2838716" y="69053"/>
                  <a:pt x="2829759" y="70332"/>
                </a:cubicBezTo>
                <a:cubicBezTo>
                  <a:pt x="2824687" y="71063"/>
                  <a:pt x="2821099" y="71886"/>
                  <a:pt x="2818997" y="72800"/>
                </a:cubicBezTo>
                <a:cubicBezTo>
                  <a:pt x="2816895" y="73714"/>
                  <a:pt x="2815272" y="75051"/>
                  <a:pt x="2814130" y="76810"/>
                </a:cubicBezTo>
                <a:cubicBezTo>
                  <a:pt x="2812987" y="78570"/>
                  <a:pt x="2812416" y="80523"/>
                  <a:pt x="2812416" y="82671"/>
                </a:cubicBezTo>
                <a:cubicBezTo>
                  <a:pt x="2812416" y="85962"/>
                  <a:pt x="2813661" y="88704"/>
                  <a:pt x="2816152" y="90897"/>
                </a:cubicBezTo>
                <a:cubicBezTo>
                  <a:pt x="2818643" y="93091"/>
                  <a:pt x="2822287" y="94188"/>
                  <a:pt x="2827086" y="94188"/>
                </a:cubicBezTo>
                <a:cubicBezTo>
                  <a:pt x="2831839" y="94188"/>
                  <a:pt x="2836066" y="93148"/>
                  <a:pt x="2839768" y="91069"/>
                </a:cubicBezTo>
                <a:cubicBezTo>
                  <a:pt x="2843469" y="88989"/>
                  <a:pt x="2846188" y="86144"/>
                  <a:pt x="2847925" y="82534"/>
                </a:cubicBezTo>
                <a:cubicBezTo>
                  <a:pt x="2849250" y="79746"/>
                  <a:pt x="2849913" y="75633"/>
                  <a:pt x="2849913" y="70195"/>
                </a:cubicBezTo>
                <a:lnTo>
                  <a:pt x="2849913" y="65671"/>
                </a:lnTo>
                <a:close/>
                <a:moveTo>
                  <a:pt x="2931115" y="102208"/>
                </a:moveTo>
                <a:lnTo>
                  <a:pt x="2919667" y="102208"/>
                </a:lnTo>
                <a:lnTo>
                  <a:pt x="2919667" y="1714"/>
                </a:lnTo>
                <a:lnTo>
                  <a:pt x="2932006" y="1714"/>
                </a:lnTo>
                <a:lnTo>
                  <a:pt x="2932006" y="37565"/>
                </a:lnTo>
                <a:cubicBezTo>
                  <a:pt x="2937216" y="31030"/>
                  <a:pt x="2943865" y="27763"/>
                  <a:pt x="2951954" y="27763"/>
                </a:cubicBezTo>
                <a:cubicBezTo>
                  <a:pt x="2956432" y="27763"/>
                  <a:pt x="2960671" y="28665"/>
                  <a:pt x="2964670" y="30470"/>
                </a:cubicBezTo>
                <a:cubicBezTo>
                  <a:pt x="2968669" y="32276"/>
                  <a:pt x="2971959" y="34812"/>
                  <a:pt x="2974541" y="38079"/>
                </a:cubicBezTo>
                <a:cubicBezTo>
                  <a:pt x="2977123" y="41347"/>
                  <a:pt x="2979145" y="45289"/>
                  <a:pt x="2980608" y="49904"/>
                </a:cubicBezTo>
                <a:cubicBezTo>
                  <a:pt x="2982070" y="54520"/>
                  <a:pt x="2982801" y="59456"/>
                  <a:pt x="2982801" y="64711"/>
                </a:cubicBezTo>
                <a:cubicBezTo>
                  <a:pt x="2982801" y="77187"/>
                  <a:pt x="2979717" y="86830"/>
                  <a:pt x="2973547" y="93639"/>
                </a:cubicBezTo>
                <a:cubicBezTo>
                  <a:pt x="2967378" y="100448"/>
                  <a:pt x="2959974" y="103853"/>
                  <a:pt x="2951337" y="103853"/>
                </a:cubicBezTo>
                <a:cubicBezTo>
                  <a:pt x="2942745" y="103853"/>
                  <a:pt x="2936005" y="100266"/>
                  <a:pt x="2931115" y="93091"/>
                </a:cubicBezTo>
                <a:lnTo>
                  <a:pt x="2931115" y="102208"/>
                </a:lnTo>
                <a:moveTo>
                  <a:pt x="2930978" y="65260"/>
                </a:moveTo>
                <a:cubicBezTo>
                  <a:pt x="2930978" y="73988"/>
                  <a:pt x="2932166" y="80295"/>
                  <a:pt x="2934542" y="84179"/>
                </a:cubicBezTo>
                <a:cubicBezTo>
                  <a:pt x="2938427" y="90532"/>
                  <a:pt x="2943682" y="93708"/>
                  <a:pt x="2950309" y="93708"/>
                </a:cubicBezTo>
                <a:cubicBezTo>
                  <a:pt x="2955701" y="93708"/>
                  <a:pt x="2960363" y="91366"/>
                  <a:pt x="2964293" y="86681"/>
                </a:cubicBezTo>
                <a:cubicBezTo>
                  <a:pt x="2968223" y="81997"/>
                  <a:pt x="2970188" y="75016"/>
                  <a:pt x="2970188" y="65739"/>
                </a:cubicBezTo>
                <a:cubicBezTo>
                  <a:pt x="2970188" y="56234"/>
                  <a:pt x="2968303" y="49219"/>
                  <a:pt x="2964533" y="44695"/>
                </a:cubicBezTo>
                <a:cubicBezTo>
                  <a:pt x="2960763" y="40170"/>
                  <a:pt x="2956204" y="37908"/>
                  <a:pt x="2950857" y="37908"/>
                </a:cubicBezTo>
                <a:cubicBezTo>
                  <a:pt x="2945465" y="37908"/>
                  <a:pt x="2940803" y="40250"/>
                  <a:pt x="2936873" y="44934"/>
                </a:cubicBezTo>
                <a:cubicBezTo>
                  <a:pt x="2932943" y="49619"/>
                  <a:pt x="2930978" y="56394"/>
                  <a:pt x="2930978" y="65260"/>
                </a:cubicBezTo>
                <a:close/>
                <a:moveTo>
                  <a:pt x="2992947" y="65808"/>
                </a:moveTo>
                <a:cubicBezTo>
                  <a:pt x="2992947" y="52326"/>
                  <a:pt x="2996694" y="42341"/>
                  <a:pt x="3004189" y="35852"/>
                </a:cubicBezTo>
                <a:cubicBezTo>
                  <a:pt x="3010450" y="30459"/>
                  <a:pt x="3018082" y="27763"/>
                  <a:pt x="3027085" y="27763"/>
                </a:cubicBezTo>
                <a:cubicBezTo>
                  <a:pt x="3037093" y="27763"/>
                  <a:pt x="3045273" y="31042"/>
                  <a:pt x="3051626" y="37600"/>
                </a:cubicBezTo>
                <a:cubicBezTo>
                  <a:pt x="3057978" y="44158"/>
                  <a:pt x="3061154" y="53218"/>
                  <a:pt x="3061154" y="64780"/>
                </a:cubicBezTo>
                <a:cubicBezTo>
                  <a:pt x="3061154" y="74148"/>
                  <a:pt x="3059749" y="81517"/>
                  <a:pt x="3056938" y="86887"/>
                </a:cubicBezTo>
                <a:cubicBezTo>
                  <a:pt x="3054128" y="92257"/>
                  <a:pt x="3050038" y="96427"/>
                  <a:pt x="3044668" y="99397"/>
                </a:cubicBezTo>
                <a:cubicBezTo>
                  <a:pt x="3039298" y="102368"/>
                  <a:pt x="3033437" y="103853"/>
                  <a:pt x="3027085" y="103853"/>
                </a:cubicBezTo>
                <a:cubicBezTo>
                  <a:pt x="3016894" y="103853"/>
                  <a:pt x="3008656" y="100586"/>
                  <a:pt x="3002372" y="94051"/>
                </a:cubicBezTo>
                <a:cubicBezTo>
                  <a:pt x="2996089" y="87515"/>
                  <a:pt x="2992947" y="78101"/>
                  <a:pt x="2992947" y="65808"/>
                </a:cubicBezTo>
                <a:moveTo>
                  <a:pt x="3005629" y="65808"/>
                </a:moveTo>
                <a:cubicBezTo>
                  <a:pt x="3005629" y="75131"/>
                  <a:pt x="3007662" y="82111"/>
                  <a:pt x="3011730" y="86750"/>
                </a:cubicBezTo>
                <a:cubicBezTo>
                  <a:pt x="3015797" y="91388"/>
                  <a:pt x="3020915" y="93708"/>
                  <a:pt x="3027085" y="93708"/>
                </a:cubicBezTo>
                <a:cubicBezTo>
                  <a:pt x="3033209" y="93708"/>
                  <a:pt x="3038304" y="91377"/>
                  <a:pt x="3042371" y="86716"/>
                </a:cubicBezTo>
                <a:cubicBezTo>
                  <a:pt x="3046439" y="82054"/>
                  <a:pt x="3048472" y="74948"/>
                  <a:pt x="3048472" y="65397"/>
                </a:cubicBezTo>
                <a:cubicBezTo>
                  <a:pt x="3048472" y="56394"/>
                  <a:pt x="3046427" y="49573"/>
                  <a:pt x="3042337" y="44934"/>
                </a:cubicBezTo>
                <a:cubicBezTo>
                  <a:pt x="3038247" y="40296"/>
                  <a:pt x="3033163" y="37977"/>
                  <a:pt x="3027085" y="37977"/>
                </a:cubicBezTo>
                <a:cubicBezTo>
                  <a:pt x="3020915" y="37977"/>
                  <a:pt x="3015797" y="40285"/>
                  <a:pt x="3011730" y="44900"/>
                </a:cubicBezTo>
                <a:cubicBezTo>
                  <a:pt x="3007662" y="49516"/>
                  <a:pt x="3005629" y="56485"/>
                  <a:pt x="3005629" y="65808"/>
                </a:cubicBezTo>
                <a:close/>
                <a:moveTo>
                  <a:pt x="3102284" y="91171"/>
                </a:moveTo>
                <a:lnTo>
                  <a:pt x="3104066" y="102071"/>
                </a:lnTo>
                <a:cubicBezTo>
                  <a:pt x="3100593" y="102802"/>
                  <a:pt x="3097486" y="103168"/>
                  <a:pt x="3094744" y="103168"/>
                </a:cubicBezTo>
                <a:cubicBezTo>
                  <a:pt x="3090265" y="103168"/>
                  <a:pt x="3086792" y="102459"/>
                  <a:pt x="3084324" y="101043"/>
                </a:cubicBezTo>
                <a:cubicBezTo>
                  <a:pt x="3081856" y="99626"/>
                  <a:pt x="3080120" y="97764"/>
                  <a:pt x="3079114" y="95456"/>
                </a:cubicBezTo>
                <a:cubicBezTo>
                  <a:pt x="3078109" y="93148"/>
                  <a:pt x="3077606" y="88292"/>
                  <a:pt x="3077606" y="80889"/>
                </a:cubicBezTo>
                <a:lnTo>
                  <a:pt x="3077606" y="39005"/>
                </a:lnTo>
                <a:lnTo>
                  <a:pt x="3068558" y="39005"/>
                </a:lnTo>
                <a:lnTo>
                  <a:pt x="3068558" y="29408"/>
                </a:lnTo>
                <a:lnTo>
                  <a:pt x="3077606" y="29408"/>
                </a:lnTo>
                <a:lnTo>
                  <a:pt x="3077606" y="11379"/>
                </a:lnTo>
                <a:lnTo>
                  <a:pt x="3089877" y="3976"/>
                </a:lnTo>
                <a:lnTo>
                  <a:pt x="3089877" y="29408"/>
                </a:lnTo>
                <a:lnTo>
                  <a:pt x="3102284" y="29408"/>
                </a:lnTo>
                <a:lnTo>
                  <a:pt x="3102284" y="39005"/>
                </a:lnTo>
                <a:lnTo>
                  <a:pt x="3089877" y="39005"/>
                </a:lnTo>
                <a:lnTo>
                  <a:pt x="3089877" y="81574"/>
                </a:lnTo>
                <a:cubicBezTo>
                  <a:pt x="3089877" y="85093"/>
                  <a:pt x="3090094" y="87355"/>
                  <a:pt x="3090528" y="88361"/>
                </a:cubicBezTo>
                <a:cubicBezTo>
                  <a:pt x="3090962" y="89366"/>
                  <a:pt x="3091670" y="90166"/>
                  <a:pt x="3092653" y="90760"/>
                </a:cubicBezTo>
                <a:cubicBezTo>
                  <a:pt x="3093635" y="91354"/>
                  <a:pt x="3095041" y="91651"/>
                  <a:pt x="3096869" y="91651"/>
                </a:cubicBezTo>
                <a:cubicBezTo>
                  <a:pt x="3098240" y="91651"/>
                  <a:pt x="3100045" y="91491"/>
                  <a:pt x="3102284" y="91171"/>
                </a:cubicBezTo>
                <a:close/>
                <a:moveTo>
                  <a:pt x="3140780" y="91171"/>
                </a:moveTo>
                <a:lnTo>
                  <a:pt x="3142562" y="102071"/>
                </a:lnTo>
                <a:cubicBezTo>
                  <a:pt x="3139089" y="102802"/>
                  <a:pt x="3135981" y="103168"/>
                  <a:pt x="3133239" y="103168"/>
                </a:cubicBezTo>
                <a:cubicBezTo>
                  <a:pt x="3128760" y="103168"/>
                  <a:pt x="3125287" y="102459"/>
                  <a:pt x="3122819" y="101043"/>
                </a:cubicBezTo>
                <a:cubicBezTo>
                  <a:pt x="3120352" y="99626"/>
                  <a:pt x="3118615" y="97764"/>
                  <a:pt x="3117610" y="95456"/>
                </a:cubicBezTo>
                <a:cubicBezTo>
                  <a:pt x="3116604" y="93148"/>
                  <a:pt x="3116102" y="88292"/>
                  <a:pt x="3116102" y="80889"/>
                </a:cubicBezTo>
                <a:lnTo>
                  <a:pt x="3116102" y="39005"/>
                </a:lnTo>
                <a:lnTo>
                  <a:pt x="3107053" y="39005"/>
                </a:lnTo>
                <a:lnTo>
                  <a:pt x="3107053" y="29408"/>
                </a:lnTo>
                <a:lnTo>
                  <a:pt x="3116102" y="29408"/>
                </a:lnTo>
                <a:lnTo>
                  <a:pt x="3116102" y="11379"/>
                </a:lnTo>
                <a:lnTo>
                  <a:pt x="3128372" y="3976"/>
                </a:lnTo>
                <a:lnTo>
                  <a:pt x="3128372" y="29408"/>
                </a:lnTo>
                <a:lnTo>
                  <a:pt x="3140780" y="29408"/>
                </a:lnTo>
                <a:lnTo>
                  <a:pt x="3140780" y="39005"/>
                </a:lnTo>
                <a:lnTo>
                  <a:pt x="3128372" y="39005"/>
                </a:lnTo>
                <a:lnTo>
                  <a:pt x="3128372" y="81574"/>
                </a:lnTo>
                <a:cubicBezTo>
                  <a:pt x="3128372" y="85093"/>
                  <a:pt x="3128589" y="87355"/>
                  <a:pt x="3129023" y="88361"/>
                </a:cubicBezTo>
                <a:cubicBezTo>
                  <a:pt x="3129457" y="89366"/>
                  <a:pt x="3130166" y="90166"/>
                  <a:pt x="3131148" y="90760"/>
                </a:cubicBezTo>
                <a:cubicBezTo>
                  <a:pt x="3132131" y="91354"/>
                  <a:pt x="3133536" y="91651"/>
                  <a:pt x="3135364" y="91651"/>
                </a:cubicBezTo>
                <a:cubicBezTo>
                  <a:pt x="3136735" y="91651"/>
                  <a:pt x="3138540" y="91491"/>
                  <a:pt x="3140780" y="91171"/>
                </a:cubicBezTo>
                <a:close/>
                <a:moveTo>
                  <a:pt x="3152060" y="102208"/>
                </a:moveTo>
                <a:lnTo>
                  <a:pt x="3152060" y="1714"/>
                </a:lnTo>
                <a:lnTo>
                  <a:pt x="3164399" y="1714"/>
                </a:lnTo>
                <a:lnTo>
                  <a:pt x="3164399" y="102208"/>
                </a:lnTo>
                <a:lnTo>
                  <a:pt x="3152060" y="102208"/>
                </a:lnTo>
                <a:close/>
                <a:moveTo>
                  <a:pt x="3233645" y="78764"/>
                </a:moveTo>
                <a:lnTo>
                  <a:pt x="3246396" y="80341"/>
                </a:lnTo>
                <a:cubicBezTo>
                  <a:pt x="3244385" y="87790"/>
                  <a:pt x="3240660" y="93571"/>
                  <a:pt x="3235222" y="97684"/>
                </a:cubicBezTo>
                <a:cubicBezTo>
                  <a:pt x="3229784" y="101797"/>
                  <a:pt x="3222837" y="103853"/>
                  <a:pt x="3214383" y="103853"/>
                </a:cubicBezTo>
                <a:cubicBezTo>
                  <a:pt x="3203735" y="103853"/>
                  <a:pt x="3195292" y="100574"/>
                  <a:pt x="3189054" y="94016"/>
                </a:cubicBezTo>
                <a:cubicBezTo>
                  <a:pt x="3182816" y="87458"/>
                  <a:pt x="3179697" y="78261"/>
                  <a:pt x="3179697" y="66425"/>
                </a:cubicBezTo>
                <a:cubicBezTo>
                  <a:pt x="3179697" y="54177"/>
                  <a:pt x="3182850" y="44672"/>
                  <a:pt x="3189156" y="37908"/>
                </a:cubicBezTo>
                <a:cubicBezTo>
                  <a:pt x="3195463" y="31145"/>
                  <a:pt x="3203643" y="27763"/>
                  <a:pt x="3213697" y="27763"/>
                </a:cubicBezTo>
                <a:cubicBezTo>
                  <a:pt x="3223431" y="27763"/>
                  <a:pt x="3231383" y="31076"/>
                  <a:pt x="3237553" y="37702"/>
                </a:cubicBezTo>
                <a:cubicBezTo>
                  <a:pt x="3243722" y="44329"/>
                  <a:pt x="3246807" y="53652"/>
                  <a:pt x="3246807" y="65671"/>
                </a:cubicBezTo>
                <a:cubicBezTo>
                  <a:pt x="3246807" y="66402"/>
                  <a:pt x="3246784" y="67499"/>
                  <a:pt x="3246738" y="68961"/>
                </a:cubicBezTo>
                <a:lnTo>
                  <a:pt x="3192447" y="68961"/>
                </a:lnTo>
                <a:cubicBezTo>
                  <a:pt x="3192904" y="76959"/>
                  <a:pt x="3195166" y="83083"/>
                  <a:pt x="3199233" y="87333"/>
                </a:cubicBezTo>
                <a:cubicBezTo>
                  <a:pt x="3203301" y="91583"/>
                  <a:pt x="3208373" y="93708"/>
                  <a:pt x="3214451" y="93708"/>
                </a:cubicBezTo>
                <a:cubicBezTo>
                  <a:pt x="3218976" y="93708"/>
                  <a:pt x="3222837" y="92520"/>
                  <a:pt x="3226036" y="90143"/>
                </a:cubicBezTo>
                <a:cubicBezTo>
                  <a:pt x="3229235" y="87767"/>
                  <a:pt x="3231772" y="83974"/>
                  <a:pt x="3233645" y="78764"/>
                </a:cubicBezTo>
                <a:moveTo>
                  <a:pt x="3193132" y="58816"/>
                </a:moveTo>
                <a:lnTo>
                  <a:pt x="3233782" y="58816"/>
                </a:lnTo>
                <a:cubicBezTo>
                  <a:pt x="3233234" y="52692"/>
                  <a:pt x="3231680" y="48099"/>
                  <a:pt x="3229121" y="45037"/>
                </a:cubicBezTo>
                <a:cubicBezTo>
                  <a:pt x="3225191" y="40285"/>
                  <a:pt x="3220095" y="37908"/>
                  <a:pt x="3213834" y="37908"/>
                </a:cubicBezTo>
                <a:cubicBezTo>
                  <a:pt x="3208168" y="37908"/>
                  <a:pt x="3203403" y="39805"/>
                  <a:pt x="3199542" y="43598"/>
                </a:cubicBezTo>
                <a:cubicBezTo>
                  <a:pt x="3195680" y="47391"/>
                  <a:pt x="3193544" y="52464"/>
                  <a:pt x="3193132" y="58816"/>
                </a:cubicBezTo>
                <a:close/>
                <a:moveTo>
                  <a:pt x="3295516" y="65808"/>
                </a:moveTo>
                <a:cubicBezTo>
                  <a:pt x="3295516" y="52326"/>
                  <a:pt x="3299263" y="42341"/>
                  <a:pt x="3306758" y="35852"/>
                </a:cubicBezTo>
                <a:cubicBezTo>
                  <a:pt x="3313019" y="30459"/>
                  <a:pt x="3320651" y="27763"/>
                  <a:pt x="3329654" y="27763"/>
                </a:cubicBezTo>
                <a:cubicBezTo>
                  <a:pt x="3339662" y="27763"/>
                  <a:pt x="3347842" y="31042"/>
                  <a:pt x="3354195" y="37600"/>
                </a:cubicBezTo>
                <a:cubicBezTo>
                  <a:pt x="3360547" y="44158"/>
                  <a:pt x="3363723" y="53218"/>
                  <a:pt x="3363723" y="64780"/>
                </a:cubicBezTo>
                <a:cubicBezTo>
                  <a:pt x="3363723" y="74148"/>
                  <a:pt x="3362318" y="81517"/>
                  <a:pt x="3359507" y="86887"/>
                </a:cubicBezTo>
                <a:cubicBezTo>
                  <a:pt x="3356697" y="92257"/>
                  <a:pt x="3352607" y="96427"/>
                  <a:pt x="3347237" y="99397"/>
                </a:cubicBezTo>
                <a:cubicBezTo>
                  <a:pt x="3341867" y="102368"/>
                  <a:pt x="3336006" y="103853"/>
                  <a:pt x="3329654" y="103853"/>
                </a:cubicBezTo>
                <a:cubicBezTo>
                  <a:pt x="3319463" y="103853"/>
                  <a:pt x="3311225" y="100586"/>
                  <a:pt x="3304941" y="94051"/>
                </a:cubicBezTo>
                <a:cubicBezTo>
                  <a:pt x="3298658" y="87515"/>
                  <a:pt x="3295516" y="78101"/>
                  <a:pt x="3295516" y="65808"/>
                </a:cubicBezTo>
                <a:moveTo>
                  <a:pt x="3308198" y="65808"/>
                </a:moveTo>
                <a:cubicBezTo>
                  <a:pt x="3308198" y="75131"/>
                  <a:pt x="3310231" y="82111"/>
                  <a:pt x="3314299" y="86750"/>
                </a:cubicBezTo>
                <a:cubicBezTo>
                  <a:pt x="3318366" y="91388"/>
                  <a:pt x="3323484" y="93708"/>
                  <a:pt x="3329654" y="93708"/>
                </a:cubicBezTo>
                <a:cubicBezTo>
                  <a:pt x="3335778" y="93708"/>
                  <a:pt x="3340873" y="91377"/>
                  <a:pt x="3344940" y="86716"/>
                </a:cubicBezTo>
                <a:cubicBezTo>
                  <a:pt x="3349008" y="82054"/>
                  <a:pt x="3351041" y="74948"/>
                  <a:pt x="3351041" y="65397"/>
                </a:cubicBezTo>
                <a:cubicBezTo>
                  <a:pt x="3351041" y="56394"/>
                  <a:pt x="3348996" y="49573"/>
                  <a:pt x="3344906" y="44934"/>
                </a:cubicBezTo>
                <a:cubicBezTo>
                  <a:pt x="3340816" y="40296"/>
                  <a:pt x="3335732" y="37977"/>
                  <a:pt x="3329654" y="37977"/>
                </a:cubicBezTo>
                <a:cubicBezTo>
                  <a:pt x="3323484" y="37977"/>
                  <a:pt x="3318366" y="40285"/>
                  <a:pt x="3314299" y="44900"/>
                </a:cubicBezTo>
                <a:cubicBezTo>
                  <a:pt x="3310231" y="49516"/>
                  <a:pt x="3308198" y="56485"/>
                  <a:pt x="3308198" y="65808"/>
                </a:cubicBezTo>
                <a:close/>
                <a:moveTo>
                  <a:pt x="3380861" y="102208"/>
                </a:moveTo>
                <a:lnTo>
                  <a:pt x="3380861" y="39005"/>
                </a:lnTo>
                <a:lnTo>
                  <a:pt x="3369962" y="39005"/>
                </a:lnTo>
                <a:lnTo>
                  <a:pt x="3369962" y="29408"/>
                </a:lnTo>
                <a:lnTo>
                  <a:pt x="3380861" y="29408"/>
                </a:lnTo>
                <a:lnTo>
                  <a:pt x="3380861" y="21662"/>
                </a:lnTo>
                <a:cubicBezTo>
                  <a:pt x="3380861" y="16772"/>
                  <a:pt x="3381295" y="13139"/>
                  <a:pt x="3382164" y="10762"/>
                </a:cubicBezTo>
                <a:cubicBezTo>
                  <a:pt x="3383352" y="7563"/>
                  <a:pt x="3385443" y="4970"/>
                  <a:pt x="3388436" y="2982"/>
                </a:cubicBezTo>
                <a:cubicBezTo>
                  <a:pt x="3391429" y="994"/>
                  <a:pt x="3395622" y="0"/>
                  <a:pt x="3401015" y="0"/>
                </a:cubicBezTo>
                <a:cubicBezTo>
                  <a:pt x="3404488" y="0"/>
                  <a:pt x="3408327" y="411"/>
                  <a:pt x="3412531" y="1234"/>
                </a:cubicBezTo>
                <a:lnTo>
                  <a:pt x="3410680" y="11996"/>
                </a:lnTo>
                <a:cubicBezTo>
                  <a:pt x="3408121" y="11539"/>
                  <a:pt x="3405699" y="11311"/>
                  <a:pt x="3403414" y="11311"/>
                </a:cubicBezTo>
                <a:cubicBezTo>
                  <a:pt x="3399667" y="11311"/>
                  <a:pt x="3397016" y="12110"/>
                  <a:pt x="3395462" y="13710"/>
                </a:cubicBezTo>
                <a:cubicBezTo>
                  <a:pt x="3393909" y="15309"/>
                  <a:pt x="3393132" y="18303"/>
                  <a:pt x="3393132" y="22690"/>
                </a:cubicBezTo>
                <a:lnTo>
                  <a:pt x="3393132" y="29408"/>
                </a:lnTo>
                <a:lnTo>
                  <a:pt x="3407321" y="29408"/>
                </a:lnTo>
                <a:lnTo>
                  <a:pt x="3407321" y="39005"/>
                </a:lnTo>
                <a:lnTo>
                  <a:pt x="3393132" y="39005"/>
                </a:lnTo>
                <a:lnTo>
                  <a:pt x="3393132" y="102208"/>
                </a:lnTo>
                <a:lnTo>
                  <a:pt x="3380861" y="102208"/>
                </a:lnTo>
                <a:close/>
                <a:moveTo>
                  <a:pt x="3468340" y="102208"/>
                </a:moveTo>
                <a:lnTo>
                  <a:pt x="3446061" y="29408"/>
                </a:lnTo>
                <a:lnTo>
                  <a:pt x="3458811" y="29408"/>
                </a:lnTo>
                <a:lnTo>
                  <a:pt x="3470396" y="71429"/>
                </a:lnTo>
                <a:lnTo>
                  <a:pt x="3474715" y="87058"/>
                </a:lnTo>
                <a:cubicBezTo>
                  <a:pt x="3474898" y="86282"/>
                  <a:pt x="3476155" y="81277"/>
                  <a:pt x="3478485" y="72046"/>
                </a:cubicBezTo>
                <a:lnTo>
                  <a:pt x="3490070" y="29408"/>
                </a:lnTo>
                <a:lnTo>
                  <a:pt x="3502752" y="29408"/>
                </a:lnTo>
                <a:lnTo>
                  <a:pt x="3513651" y="71635"/>
                </a:lnTo>
                <a:lnTo>
                  <a:pt x="3517284" y="85550"/>
                </a:lnTo>
                <a:lnTo>
                  <a:pt x="3521466" y="71498"/>
                </a:lnTo>
                <a:lnTo>
                  <a:pt x="3533942" y="29408"/>
                </a:lnTo>
                <a:lnTo>
                  <a:pt x="3545938" y="29408"/>
                </a:lnTo>
                <a:lnTo>
                  <a:pt x="3523180" y="102208"/>
                </a:lnTo>
                <a:lnTo>
                  <a:pt x="3510361" y="102208"/>
                </a:lnTo>
                <a:lnTo>
                  <a:pt x="3498776" y="58610"/>
                </a:lnTo>
                <a:lnTo>
                  <a:pt x="3495965" y="46203"/>
                </a:lnTo>
                <a:lnTo>
                  <a:pt x="3481227" y="102208"/>
                </a:lnTo>
                <a:lnTo>
                  <a:pt x="3468340" y="102208"/>
                </a:lnTo>
                <a:close/>
                <a:moveTo>
                  <a:pt x="3556362" y="15904"/>
                </a:moveTo>
                <a:lnTo>
                  <a:pt x="3556362" y="1714"/>
                </a:lnTo>
                <a:lnTo>
                  <a:pt x="3568701" y="1714"/>
                </a:lnTo>
                <a:lnTo>
                  <a:pt x="3568701" y="15904"/>
                </a:lnTo>
                <a:lnTo>
                  <a:pt x="3556362" y="15904"/>
                </a:lnTo>
                <a:moveTo>
                  <a:pt x="3556362" y="102208"/>
                </a:moveTo>
                <a:lnTo>
                  <a:pt x="3556362" y="29408"/>
                </a:lnTo>
                <a:lnTo>
                  <a:pt x="3568701" y="29408"/>
                </a:lnTo>
                <a:lnTo>
                  <a:pt x="3568701" y="102208"/>
                </a:lnTo>
                <a:lnTo>
                  <a:pt x="3556362" y="102208"/>
                </a:lnTo>
                <a:close/>
                <a:moveTo>
                  <a:pt x="3587769" y="102208"/>
                </a:moveTo>
                <a:lnTo>
                  <a:pt x="3587769" y="29408"/>
                </a:lnTo>
                <a:lnTo>
                  <a:pt x="3598874" y="29408"/>
                </a:lnTo>
                <a:lnTo>
                  <a:pt x="3598874" y="39759"/>
                </a:lnTo>
                <a:cubicBezTo>
                  <a:pt x="3604221" y="31761"/>
                  <a:pt x="3611944" y="27763"/>
                  <a:pt x="3622044" y="27763"/>
                </a:cubicBezTo>
                <a:cubicBezTo>
                  <a:pt x="3626431" y="27763"/>
                  <a:pt x="3630464" y="28551"/>
                  <a:pt x="3634143" y="30128"/>
                </a:cubicBezTo>
                <a:cubicBezTo>
                  <a:pt x="3637822" y="31704"/>
                  <a:pt x="3640575" y="33772"/>
                  <a:pt x="3642403" y="36331"/>
                </a:cubicBezTo>
                <a:cubicBezTo>
                  <a:pt x="3644231" y="38891"/>
                  <a:pt x="3645511" y="41930"/>
                  <a:pt x="3646242" y="45449"/>
                </a:cubicBezTo>
                <a:cubicBezTo>
                  <a:pt x="3646699" y="47734"/>
                  <a:pt x="3646928" y="51732"/>
                  <a:pt x="3646928" y="57445"/>
                </a:cubicBezTo>
                <a:lnTo>
                  <a:pt x="3646928" y="102208"/>
                </a:lnTo>
                <a:lnTo>
                  <a:pt x="3634589" y="102208"/>
                </a:lnTo>
                <a:lnTo>
                  <a:pt x="3634589" y="57925"/>
                </a:lnTo>
                <a:cubicBezTo>
                  <a:pt x="3634589" y="52898"/>
                  <a:pt x="3634109" y="49139"/>
                  <a:pt x="3633149" y="46648"/>
                </a:cubicBezTo>
                <a:cubicBezTo>
                  <a:pt x="3632189" y="44158"/>
                  <a:pt x="3630487" y="42170"/>
                  <a:pt x="3628042" y="40684"/>
                </a:cubicBezTo>
                <a:cubicBezTo>
                  <a:pt x="3625597" y="39199"/>
                  <a:pt x="3622729" y="38457"/>
                  <a:pt x="3619439" y="38457"/>
                </a:cubicBezTo>
                <a:cubicBezTo>
                  <a:pt x="3614183" y="38457"/>
                  <a:pt x="3609648" y="40125"/>
                  <a:pt x="3605832" y="43461"/>
                </a:cubicBezTo>
                <a:cubicBezTo>
                  <a:pt x="3602016" y="46797"/>
                  <a:pt x="3600108" y="53126"/>
                  <a:pt x="3600108" y="62449"/>
                </a:cubicBezTo>
                <a:lnTo>
                  <a:pt x="3600108" y="102208"/>
                </a:lnTo>
                <a:lnTo>
                  <a:pt x="3587769" y="102208"/>
                </a:lnTo>
                <a:close/>
                <a:moveTo>
                  <a:pt x="3715410" y="78764"/>
                </a:moveTo>
                <a:lnTo>
                  <a:pt x="3728160" y="80341"/>
                </a:lnTo>
                <a:cubicBezTo>
                  <a:pt x="3726149" y="87790"/>
                  <a:pt x="3722425" y="93571"/>
                  <a:pt x="3716986" y="97684"/>
                </a:cubicBezTo>
                <a:cubicBezTo>
                  <a:pt x="3711548" y="101797"/>
                  <a:pt x="3704602" y="103853"/>
                  <a:pt x="3696147" y="103853"/>
                </a:cubicBezTo>
                <a:cubicBezTo>
                  <a:pt x="3685499" y="103853"/>
                  <a:pt x="3677056" y="100574"/>
                  <a:pt x="3670818" y="94016"/>
                </a:cubicBezTo>
                <a:cubicBezTo>
                  <a:pt x="3664580" y="87458"/>
                  <a:pt x="3661461" y="78261"/>
                  <a:pt x="3661461" y="66425"/>
                </a:cubicBezTo>
                <a:cubicBezTo>
                  <a:pt x="3661461" y="54177"/>
                  <a:pt x="3664614" y="44672"/>
                  <a:pt x="3670921" y="37908"/>
                </a:cubicBezTo>
                <a:cubicBezTo>
                  <a:pt x="3677227" y="31145"/>
                  <a:pt x="3685408" y="27763"/>
                  <a:pt x="3695462" y="27763"/>
                </a:cubicBezTo>
                <a:cubicBezTo>
                  <a:pt x="3705196" y="27763"/>
                  <a:pt x="3713147" y="31076"/>
                  <a:pt x="3719317" y="37702"/>
                </a:cubicBezTo>
                <a:cubicBezTo>
                  <a:pt x="3725486" y="44329"/>
                  <a:pt x="3728571" y="53652"/>
                  <a:pt x="3728571" y="65671"/>
                </a:cubicBezTo>
                <a:cubicBezTo>
                  <a:pt x="3728571" y="66402"/>
                  <a:pt x="3728548" y="67499"/>
                  <a:pt x="3728503" y="68961"/>
                </a:cubicBezTo>
                <a:lnTo>
                  <a:pt x="3674211" y="68961"/>
                </a:lnTo>
                <a:cubicBezTo>
                  <a:pt x="3674668" y="76959"/>
                  <a:pt x="3676930" y="83083"/>
                  <a:pt x="3680998" y="87333"/>
                </a:cubicBezTo>
                <a:cubicBezTo>
                  <a:pt x="3685065" y="91583"/>
                  <a:pt x="3690138" y="93708"/>
                  <a:pt x="3696216" y="93708"/>
                </a:cubicBezTo>
                <a:cubicBezTo>
                  <a:pt x="3700740" y="93708"/>
                  <a:pt x="3704602" y="92520"/>
                  <a:pt x="3707801" y="90143"/>
                </a:cubicBezTo>
                <a:cubicBezTo>
                  <a:pt x="3711000" y="87767"/>
                  <a:pt x="3713536" y="83974"/>
                  <a:pt x="3715410" y="78764"/>
                </a:cubicBezTo>
                <a:moveTo>
                  <a:pt x="3674897" y="58816"/>
                </a:moveTo>
                <a:lnTo>
                  <a:pt x="3715547" y="58816"/>
                </a:lnTo>
                <a:cubicBezTo>
                  <a:pt x="3714998" y="52692"/>
                  <a:pt x="3713444" y="48099"/>
                  <a:pt x="3710885" y="45037"/>
                </a:cubicBezTo>
                <a:cubicBezTo>
                  <a:pt x="3706955" y="40285"/>
                  <a:pt x="3701860" y="37908"/>
                  <a:pt x="3695599" y="37908"/>
                </a:cubicBezTo>
                <a:cubicBezTo>
                  <a:pt x="3689932" y="37908"/>
                  <a:pt x="3685168" y="39805"/>
                  <a:pt x="3681306" y="43598"/>
                </a:cubicBezTo>
                <a:cubicBezTo>
                  <a:pt x="3677444" y="47391"/>
                  <a:pt x="3675308" y="52464"/>
                  <a:pt x="3674897" y="58816"/>
                </a:cubicBezTo>
                <a:close/>
                <a:moveTo>
                  <a:pt x="3746600" y="102208"/>
                </a:moveTo>
                <a:lnTo>
                  <a:pt x="3746600" y="88155"/>
                </a:lnTo>
                <a:lnTo>
                  <a:pt x="3760653" y="88155"/>
                </a:lnTo>
                <a:lnTo>
                  <a:pt x="3760653" y="102208"/>
                </a:lnTo>
                <a:cubicBezTo>
                  <a:pt x="3760653" y="107372"/>
                  <a:pt x="3759739" y="111542"/>
                  <a:pt x="3757911" y="114718"/>
                </a:cubicBezTo>
                <a:cubicBezTo>
                  <a:pt x="3756083" y="117894"/>
                  <a:pt x="3753181" y="120351"/>
                  <a:pt x="3749205" y="122087"/>
                </a:cubicBezTo>
                <a:lnTo>
                  <a:pt x="3745777" y="116809"/>
                </a:lnTo>
                <a:cubicBezTo>
                  <a:pt x="3748382" y="115667"/>
                  <a:pt x="3750302" y="113987"/>
                  <a:pt x="3751536" y="111771"/>
                </a:cubicBezTo>
                <a:cubicBezTo>
                  <a:pt x="3752769" y="109554"/>
                  <a:pt x="3753455" y="106367"/>
                  <a:pt x="3753592" y="102208"/>
                </a:cubicBezTo>
                <a:lnTo>
                  <a:pt x="3746600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andawaterglass.">
            <a:extLst xmlns:a="http://schemas.openxmlformats.org/drawingml/2006/main">
              <a:ext uri="{FF2B5EF4-FFF2-40B4-BE49-F238E27FC236}">
                <a16:creationId xmlns:a16="http://schemas.microsoft.com/office/drawing/2014/main" id="{FE1E580C-53A9-4F1A-82FE-4D092F78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072" y="1680099"/>
            <a:ext cx="1117252" cy="130039"/>
          </a:xfrm>
          <a:custGeom xmlns:a="http://schemas.openxmlformats.org/drawingml/2006/main">
            <a:pathLst>
              <a:path w="1117252" h="130039">
                <a:moveTo>
                  <a:pt x="51687" y="91514"/>
                </a:moveTo>
                <a:cubicBezTo>
                  <a:pt x="47117" y="95399"/>
                  <a:pt x="42718" y="98141"/>
                  <a:pt x="38491" y="99740"/>
                </a:cubicBezTo>
                <a:cubicBezTo>
                  <a:pt x="34264" y="101340"/>
                  <a:pt x="29728" y="102139"/>
                  <a:pt x="24884" y="102139"/>
                </a:cubicBezTo>
                <a:cubicBezTo>
                  <a:pt x="16886" y="102139"/>
                  <a:pt x="10739" y="100186"/>
                  <a:pt x="6444" y="96278"/>
                </a:cubicBezTo>
                <a:cubicBezTo>
                  <a:pt x="2148" y="92371"/>
                  <a:pt x="0" y="87378"/>
                  <a:pt x="0" y="81300"/>
                </a:cubicBezTo>
                <a:cubicBezTo>
                  <a:pt x="0" y="77736"/>
                  <a:pt x="811" y="74479"/>
                  <a:pt x="2434" y="71532"/>
                </a:cubicBezTo>
                <a:cubicBezTo>
                  <a:pt x="4056" y="68584"/>
                  <a:pt x="6181" y="66219"/>
                  <a:pt x="8809" y="64437"/>
                </a:cubicBezTo>
                <a:cubicBezTo>
                  <a:pt x="11436" y="62655"/>
                  <a:pt x="14395" y="61306"/>
                  <a:pt x="17686" y="60392"/>
                </a:cubicBezTo>
                <a:cubicBezTo>
                  <a:pt x="20108" y="59753"/>
                  <a:pt x="23764" y="59136"/>
                  <a:pt x="28654" y="58542"/>
                </a:cubicBezTo>
                <a:cubicBezTo>
                  <a:pt x="38616" y="57353"/>
                  <a:pt x="45951" y="55937"/>
                  <a:pt x="50658" y="54292"/>
                </a:cubicBezTo>
                <a:cubicBezTo>
                  <a:pt x="50704" y="52601"/>
                  <a:pt x="50727" y="51527"/>
                  <a:pt x="50727" y="51070"/>
                </a:cubicBezTo>
                <a:cubicBezTo>
                  <a:pt x="50727" y="46043"/>
                  <a:pt x="49562" y="42501"/>
                  <a:pt x="47231" y="40444"/>
                </a:cubicBezTo>
                <a:cubicBezTo>
                  <a:pt x="44078" y="37657"/>
                  <a:pt x="39393" y="36263"/>
                  <a:pt x="33178" y="36263"/>
                </a:cubicBezTo>
                <a:cubicBezTo>
                  <a:pt x="27374" y="36263"/>
                  <a:pt x="23090" y="37280"/>
                  <a:pt x="20325" y="39313"/>
                </a:cubicBezTo>
                <a:cubicBezTo>
                  <a:pt x="17560" y="41347"/>
                  <a:pt x="15515" y="44946"/>
                  <a:pt x="14190" y="50110"/>
                </a:cubicBezTo>
                <a:lnTo>
                  <a:pt x="2125" y="48465"/>
                </a:lnTo>
                <a:cubicBezTo>
                  <a:pt x="3222" y="43301"/>
                  <a:pt x="5027" y="39131"/>
                  <a:pt x="7540" y="35954"/>
                </a:cubicBezTo>
                <a:cubicBezTo>
                  <a:pt x="10054" y="32778"/>
                  <a:pt x="13687" y="30333"/>
                  <a:pt x="18440" y="28620"/>
                </a:cubicBezTo>
                <a:cubicBezTo>
                  <a:pt x="23193" y="26906"/>
                  <a:pt x="28700" y="26049"/>
                  <a:pt x="34960" y="26049"/>
                </a:cubicBezTo>
                <a:cubicBezTo>
                  <a:pt x="41176" y="26049"/>
                  <a:pt x="46226" y="26780"/>
                  <a:pt x="50110" y="28243"/>
                </a:cubicBezTo>
                <a:cubicBezTo>
                  <a:pt x="53994" y="29705"/>
                  <a:pt x="56851" y="31544"/>
                  <a:pt x="58679" y="33761"/>
                </a:cubicBezTo>
                <a:cubicBezTo>
                  <a:pt x="60507" y="35977"/>
                  <a:pt x="61786" y="38776"/>
                  <a:pt x="62518" y="42158"/>
                </a:cubicBezTo>
                <a:cubicBezTo>
                  <a:pt x="62929" y="44260"/>
                  <a:pt x="63134" y="48053"/>
                  <a:pt x="63134" y="53537"/>
                </a:cubicBezTo>
                <a:lnTo>
                  <a:pt x="63134" y="69989"/>
                </a:lnTo>
                <a:cubicBezTo>
                  <a:pt x="63134" y="81460"/>
                  <a:pt x="63397" y="88715"/>
                  <a:pt x="63923" y="91754"/>
                </a:cubicBezTo>
                <a:cubicBezTo>
                  <a:pt x="64448" y="94793"/>
                  <a:pt x="65488" y="97706"/>
                  <a:pt x="67042" y="100494"/>
                </a:cubicBezTo>
                <a:lnTo>
                  <a:pt x="54154" y="100494"/>
                </a:lnTo>
                <a:cubicBezTo>
                  <a:pt x="52875" y="97935"/>
                  <a:pt x="52052" y="94942"/>
                  <a:pt x="51687" y="91514"/>
                </a:cubicBezTo>
                <a:moveTo>
                  <a:pt x="50658" y="63957"/>
                </a:moveTo>
                <a:cubicBezTo>
                  <a:pt x="46180" y="65785"/>
                  <a:pt x="39462" y="67339"/>
                  <a:pt x="30505" y="68618"/>
                </a:cubicBezTo>
                <a:cubicBezTo>
                  <a:pt x="25432" y="69350"/>
                  <a:pt x="21845" y="70172"/>
                  <a:pt x="19742" y="71086"/>
                </a:cubicBezTo>
                <a:cubicBezTo>
                  <a:pt x="17640" y="72000"/>
                  <a:pt x="16018" y="73337"/>
                  <a:pt x="14875" y="75096"/>
                </a:cubicBezTo>
                <a:cubicBezTo>
                  <a:pt x="13733" y="76856"/>
                  <a:pt x="13162" y="78810"/>
                  <a:pt x="13162" y="80957"/>
                </a:cubicBezTo>
                <a:cubicBezTo>
                  <a:pt x="13162" y="84248"/>
                  <a:pt x="14407" y="86990"/>
                  <a:pt x="16898" y="89183"/>
                </a:cubicBezTo>
                <a:cubicBezTo>
                  <a:pt x="19388" y="91377"/>
                  <a:pt x="23033" y="92474"/>
                  <a:pt x="27831" y="92474"/>
                </a:cubicBezTo>
                <a:cubicBezTo>
                  <a:pt x="32584" y="92474"/>
                  <a:pt x="36811" y="91434"/>
                  <a:pt x="40513" y="89355"/>
                </a:cubicBezTo>
                <a:cubicBezTo>
                  <a:pt x="44215" y="87275"/>
                  <a:pt x="46934" y="84431"/>
                  <a:pt x="48670" y="80820"/>
                </a:cubicBezTo>
                <a:cubicBezTo>
                  <a:pt x="49996" y="78033"/>
                  <a:pt x="50658" y="73920"/>
                  <a:pt x="50658" y="68481"/>
                </a:cubicBezTo>
                <a:lnTo>
                  <a:pt x="50658" y="63957"/>
                </a:lnTo>
                <a:close/>
                <a:moveTo>
                  <a:pt x="81986" y="100494"/>
                </a:moveTo>
                <a:lnTo>
                  <a:pt x="81986" y="27694"/>
                </a:lnTo>
                <a:lnTo>
                  <a:pt x="93091" y="27694"/>
                </a:lnTo>
                <a:lnTo>
                  <a:pt x="93091" y="38045"/>
                </a:lnTo>
                <a:cubicBezTo>
                  <a:pt x="98438" y="30048"/>
                  <a:pt x="106161" y="26049"/>
                  <a:pt x="116261" y="26049"/>
                </a:cubicBezTo>
                <a:cubicBezTo>
                  <a:pt x="120648" y="26049"/>
                  <a:pt x="124681" y="26837"/>
                  <a:pt x="128360" y="28414"/>
                </a:cubicBezTo>
                <a:cubicBezTo>
                  <a:pt x="132039" y="29991"/>
                  <a:pt x="134792" y="32059"/>
                  <a:pt x="136620" y="34618"/>
                </a:cubicBezTo>
                <a:cubicBezTo>
                  <a:pt x="138448" y="37177"/>
                  <a:pt x="139728" y="40216"/>
                  <a:pt x="140459" y="43735"/>
                </a:cubicBezTo>
                <a:cubicBezTo>
                  <a:pt x="140916" y="46020"/>
                  <a:pt x="141144" y="50019"/>
                  <a:pt x="141144" y="55731"/>
                </a:cubicBezTo>
                <a:lnTo>
                  <a:pt x="141144" y="100494"/>
                </a:lnTo>
                <a:lnTo>
                  <a:pt x="128805" y="100494"/>
                </a:lnTo>
                <a:lnTo>
                  <a:pt x="128805" y="56211"/>
                </a:lnTo>
                <a:cubicBezTo>
                  <a:pt x="128805" y="51184"/>
                  <a:pt x="128326" y="47425"/>
                  <a:pt x="127366" y="44934"/>
                </a:cubicBezTo>
                <a:cubicBezTo>
                  <a:pt x="126406" y="42444"/>
                  <a:pt x="124704" y="40456"/>
                  <a:pt x="122259" y="38971"/>
                </a:cubicBezTo>
                <a:cubicBezTo>
                  <a:pt x="119814" y="37485"/>
                  <a:pt x="116946" y="36743"/>
                  <a:pt x="113656" y="36743"/>
                </a:cubicBezTo>
                <a:cubicBezTo>
                  <a:pt x="108400" y="36743"/>
                  <a:pt x="103865" y="38411"/>
                  <a:pt x="100049" y="41747"/>
                </a:cubicBezTo>
                <a:cubicBezTo>
                  <a:pt x="96233" y="45083"/>
                  <a:pt x="94325" y="51412"/>
                  <a:pt x="94325" y="60735"/>
                </a:cubicBezTo>
                <a:lnTo>
                  <a:pt x="94325" y="100494"/>
                </a:lnTo>
                <a:lnTo>
                  <a:pt x="81986" y="100494"/>
                </a:lnTo>
                <a:close/>
                <a:moveTo>
                  <a:pt x="207021" y="100494"/>
                </a:moveTo>
                <a:lnTo>
                  <a:pt x="207021" y="91308"/>
                </a:lnTo>
                <a:cubicBezTo>
                  <a:pt x="202405" y="98529"/>
                  <a:pt x="195619" y="102139"/>
                  <a:pt x="186662" y="102139"/>
                </a:cubicBezTo>
                <a:cubicBezTo>
                  <a:pt x="180858" y="102139"/>
                  <a:pt x="175522" y="100540"/>
                  <a:pt x="170655" y="97341"/>
                </a:cubicBezTo>
                <a:cubicBezTo>
                  <a:pt x="165788" y="94142"/>
                  <a:pt x="162018" y="89675"/>
                  <a:pt x="159345" y="83939"/>
                </a:cubicBezTo>
                <a:cubicBezTo>
                  <a:pt x="156671" y="78204"/>
                  <a:pt x="155334" y="71612"/>
                  <a:pt x="155334" y="64163"/>
                </a:cubicBezTo>
                <a:cubicBezTo>
                  <a:pt x="155334" y="56896"/>
                  <a:pt x="156545" y="50304"/>
                  <a:pt x="158968" y="44386"/>
                </a:cubicBezTo>
                <a:cubicBezTo>
                  <a:pt x="161390" y="38468"/>
                  <a:pt x="165023" y="33932"/>
                  <a:pt x="169867" y="30779"/>
                </a:cubicBezTo>
                <a:cubicBezTo>
                  <a:pt x="174711" y="27626"/>
                  <a:pt x="180127" y="26049"/>
                  <a:pt x="186113" y="26049"/>
                </a:cubicBezTo>
                <a:cubicBezTo>
                  <a:pt x="190501" y="26049"/>
                  <a:pt x="194408" y="26974"/>
                  <a:pt x="197835" y="28825"/>
                </a:cubicBezTo>
                <a:cubicBezTo>
                  <a:pt x="201263" y="30676"/>
                  <a:pt x="204051" y="33087"/>
                  <a:pt x="206198" y="36057"/>
                </a:cubicBezTo>
                <a:lnTo>
                  <a:pt x="206198" y="0"/>
                </a:lnTo>
                <a:lnTo>
                  <a:pt x="218469" y="0"/>
                </a:lnTo>
                <a:lnTo>
                  <a:pt x="218469" y="100494"/>
                </a:lnTo>
                <a:lnTo>
                  <a:pt x="207021" y="100494"/>
                </a:lnTo>
                <a:moveTo>
                  <a:pt x="168016" y="64163"/>
                </a:moveTo>
                <a:cubicBezTo>
                  <a:pt x="168016" y="73486"/>
                  <a:pt x="169981" y="80455"/>
                  <a:pt x="173911" y="85070"/>
                </a:cubicBezTo>
                <a:cubicBezTo>
                  <a:pt x="177842" y="89686"/>
                  <a:pt x="182480" y="91994"/>
                  <a:pt x="187827" y="91994"/>
                </a:cubicBezTo>
                <a:cubicBezTo>
                  <a:pt x="193220" y="91994"/>
                  <a:pt x="197801" y="89789"/>
                  <a:pt x="201571" y="85379"/>
                </a:cubicBezTo>
                <a:cubicBezTo>
                  <a:pt x="205342" y="80969"/>
                  <a:pt x="207227" y="74240"/>
                  <a:pt x="207227" y="65191"/>
                </a:cubicBezTo>
                <a:cubicBezTo>
                  <a:pt x="207227" y="55228"/>
                  <a:pt x="205307" y="47916"/>
                  <a:pt x="201468" y="43255"/>
                </a:cubicBezTo>
                <a:cubicBezTo>
                  <a:pt x="197630" y="38594"/>
                  <a:pt x="192900" y="36263"/>
                  <a:pt x="187279" y="36263"/>
                </a:cubicBezTo>
                <a:cubicBezTo>
                  <a:pt x="181795" y="36263"/>
                  <a:pt x="177213" y="38502"/>
                  <a:pt x="173534" y="42981"/>
                </a:cubicBezTo>
                <a:cubicBezTo>
                  <a:pt x="169856" y="47459"/>
                  <a:pt x="168016" y="54520"/>
                  <a:pt x="168016" y="64163"/>
                </a:cubicBezTo>
                <a:close/>
                <a:moveTo>
                  <a:pt x="323594" y="91514"/>
                </a:moveTo>
                <a:cubicBezTo>
                  <a:pt x="319024" y="95399"/>
                  <a:pt x="314626" y="98141"/>
                  <a:pt x="310398" y="99740"/>
                </a:cubicBezTo>
                <a:cubicBezTo>
                  <a:pt x="306171" y="101340"/>
                  <a:pt x="301636" y="102139"/>
                  <a:pt x="296791" y="102139"/>
                </a:cubicBezTo>
                <a:cubicBezTo>
                  <a:pt x="288794" y="102139"/>
                  <a:pt x="282647" y="100186"/>
                  <a:pt x="278351" y="96278"/>
                </a:cubicBezTo>
                <a:cubicBezTo>
                  <a:pt x="274056" y="92371"/>
                  <a:pt x="271908" y="87378"/>
                  <a:pt x="271908" y="81300"/>
                </a:cubicBezTo>
                <a:cubicBezTo>
                  <a:pt x="271908" y="77736"/>
                  <a:pt x="272719" y="74479"/>
                  <a:pt x="274341" y="71532"/>
                </a:cubicBezTo>
                <a:cubicBezTo>
                  <a:pt x="275964" y="68584"/>
                  <a:pt x="278089" y="66219"/>
                  <a:pt x="280716" y="64437"/>
                </a:cubicBezTo>
                <a:cubicBezTo>
                  <a:pt x="283344" y="62655"/>
                  <a:pt x="286303" y="61306"/>
                  <a:pt x="289594" y="60392"/>
                </a:cubicBezTo>
                <a:cubicBezTo>
                  <a:pt x="292016" y="59753"/>
                  <a:pt x="295672" y="59136"/>
                  <a:pt x="300562" y="58542"/>
                </a:cubicBezTo>
                <a:cubicBezTo>
                  <a:pt x="310524" y="57353"/>
                  <a:pt x="317859" y="55937"/>
                  <a:pt x="322566" y="54292"/>
                </a:cubicBezTo>
                <a:cubicBezTo>
                  <a:pt x="322612" y="52601"/>
                  <a:pt x="322635" y="51527"/>
                  <a:pt x="322635" y="51070"/>
                </a:cubicBezTo>
                <a:cubicBezTo>
                  <a:pt x="322635" y="46043"/>
                  <a:pt x="321469" y="42501"/>
                  <a:pt x="319139" y="40444"/>
                </a:cubicBezTo>
                <a:cubicBezTo>
                  <a:pt x="315985" y="37657"/>
                  <a:pt x="311301" y="36263"/>
                  <a:pt x="305086" y="36263"/>
                </a:cubicBezTo>
                <a:cubicBezTo>
                  <a:pt x="299282" y="36263"/>
                  <a:pt x="294998" y="37280"/>
                  <a:pt x="292233" y="39313"/>
                </a:cubicBezTo>
                <a:cubicBezTo>
                  <a:pt x="289468" y="41347"/>
                  <a:pt x="287423" y="44946"/>
                  <a:pt x="286098" y="50110"/>
                </a:cubicBezTo>
                <a:lnTo>
                  <a:pt x="274033" y="48465"/>
                </a:lnTo>
                <a:cubicBezTo>
                  <a:pt x="275130" y="43301"/>
                  <a:pt x="276935" y="39131"/>
                  <a:pt x="279448" y="35954"/>
                </a:cubicBezTo>
                <a:cubicBezTo>
                  <a:pt x="281962" y="32778"/>
                  <a:pt x="285595" y="30333"/>
                  <a:pt x="290348" y="28620"/>
                </a:cubicBezTo>
                <a:cubicBezTo>
                  <a:pt x="295100" y="26906"/>
                  <a:pt x="300607" y="26049"/>
                  <a:pt x="306868" y="26049"/>
                </a:cubicBezTo>
                <a:cubicBezTo>
                  <a:pt x="313083" y="26049"/>
                  <a:pt x="318133" y="26780"/>
                  <a:pt x="322018" y="28243"/>
                </a:cubicBezTo>
                <a:cubicBezTo>
                  <a:pt x="325902" y="29705"/>
                  <a:pt x="328758" y="31544"/>
                  <a:pt x="330586" y="33761"/>
                </a:cubicBezTo>
                <a:cubicBezTo>
                  <a:pt x="332414" y="35977"/>
                  <a:pt x="333694" y="38776"/>
                  <a:pt x="334425" y="42158"/>
                </a:cubicBezTo>
                <a:cubicBezTo>
                  <a:pt x="334837" y="44260"/>
                  <a:pt x="335042" y="48053"/>
                  <a:pt x="335042" y="53537"/>
                </a:cubicBezTo>
                <a:lnTo>
                  <a:pt x="335042" y="69989"/>
                </a:lnTo>
                <a:cubicBezTo>
                  <a:pt x="335042" y="81460"/>
                  <a:pt x="335305" y="88715"/>
                  <a:pt x="335831" y="91754"/>
                </a:cubicBezTo>
                <a:cubicBezTo>
                  <a:pt x="336356" y="94793"/>
                  <a:pt x="337396" y="97706"/>
                  <a:pt x="338950" y="100494"/>
                </a:cubicBezTo>
                <a:lnTo>
                  <a:pt x="326062" y="100494"/>
                </a:lnTo>
                <a:cubicBezTo>
                  <a:pt x="324783" y="97935"/>
                  <a:pt x="323960" y="94942"/>
                  <a:pt x="323594" y="91514"/>
                </a:cubicBezTo>
                <a:moveTo>
                  <a:pt x="322566" y="63957"/>
                </a:moveTo>
                <a:cubicBezTo>
                  <a:pt x="318088" y="65785"/>
                  <a:pt x="311370" y="67339"/>
                  <a:pt x="302412" y="68618"/>
                </a:cubicBezTo>
                <a:cubicBezTo>
                  <a:pt x="297340" y="69350"/>
                  <a:pt x="293752" y="70172"/>
                  <a:pt x="291650" y="71086"/>
                </a:cubicBezTo>
                <a:cubicBezTo>
                  <a:pt x="289548" y="72000"/>
                  <a:pt x="287926" y="73337"/>
                  <a:pt x="286783" y="75096"/>
                </a:cubicBezTo>
                <a:cubicBezTo>
                  <a:pt x="285641" y="76856"/>
                  <a:pt x="285069" y="78810"/>
                  <a:pt x="285069" y="80957"/>
                </a:cubicBezTo>
                <a:cubicBezTo>
                  <a:pt x="285069" y="84248"/>
                  <a:pt x="286315" y="86990"/>
                  <a:pt x="288805" y="89183"/>
                </a:cubicBezTo>
                <a:cubicBezTo>
                  <a:pt x="291296" y="91377"/>
                  <a:pt x="294940" y="92474"/>
                  <a:pt x="299739" y="92474"/>
                </a:cubicBezTo>
                <a:cubicBezTo>
                  <a:pt x="304492" y="92474"/>
                  <a:pt x="308719" y="91434"/>
                  <a:pt x="312421" y="89355"/>
                </a:cubicBezTo>
                <a:cubicBezTo>
                  <a:pt x="316122" y="87275"/>
                  <a:pt x="318842" y="84431"/>
                  <a:pt x="320578" y="80820"/>
                </a:cubicBezTo>
                <a:cubicBezTo>
                  <a:pt x="321903" y="78033"/>
                  <a:pt x="322566" y="73920"/>
                  <a:pt x="322566" y="68481"/>
                </a:cubicBezTo>
                <a:lnTo>
                  <a:pt x="322566" y="63957"/>
                </a:lnTo>
                <a:close/>
                <a:moveTo>
                  <a:pt x="405825" y="100494"/>
                </a:moveTo>
                <a:lnTo>
                  <a:pt x="383546" y="27694"/>
                </a:lnTo>
                <a:lnTo>
                  <a:pt x="396296" y="27694"/>
                </a:lnTo>
                <a:lnTo>
                  <a:pt x="407881" y="69715"/>
                </a:lnTo>
                <a:lnTo>
                  <a:pt x="412200" y="85345"/>
                </a:lnTo>
                <a:cubicBezTo>
                  <a:pt x="412383" y="84568"/>
                  <a:pt x="413639" y="79564"/>
                  <a:pt x="415970" y="70332"/>
                </a:cubicBezTo>
                <a:lnTo>
                  <a:pt x="427555" y="27694"/>
                </a:lnTo>
                <a:lnTo>
                  <a:pt x="440237" y="27694"/>
                </a:lnTo>
                <a:lnTo>
                  <a:pt x="451136" y="69921"/>
                </a:lnTo>
                <a:lnTo>
                  <a:pt x="454769" y="83837"/>
                </a:lnTo>
                <a:lnTo>
                  <a:pt x="458951" y="69784"/>
                </a:lnTo>
                <a:lnTo>
                  <a:pt x="471427" y="27694"/>
                </a:lnTo>
                <a:lnTo>
                  <a:pt x="483423" y="27694"/>
                </a:lnTo>
                <a:lnTo>
                  <a:pt x="460665" y="100494"/>
                </a:lnTo>
                <a:lnTo>
                  <a:pt x="447846" y="100494"/>
                </a:lnTo>
                <a:lnTo>
                  <a:pt x="436261" y="56896"/>
                </a:lnTo>
                <a:lnTo>
                  <a:pt x="433450" y="44489"/>
                </a:lnTo>
                <a:lnTo>
                  <a:pt x="418712" y="100494"/>
                </a:lnTo>
                <a:lnTo>
                  <a:pt x="405825" y="100494"/>
                </a:lnTo>
                <a:close/>
                <a:moveTo>
                  <a:pt x="541284" y="91514"/>
                </a:moveTo>
                <a:cubicBezTo>
                  <a:pt x="536714" y="95399"/>
                  <a:pt x="532315" y="98141"/>
                  <a:pt x="528088" y="99740"/>
                </a:cubicBezTo>
                <a:cubicBezTo>
                  <a:pt x="523861" y="101340"/>
                  <a:pt x="519325" y="102139"/>
                  <a:pt x="514481" y="102139"/>
                </a:cubicBezTo>
                <a:cubicBezTo>
                  <a:pt x="506483" y="102139"/>
                  <a:pt x="500337" y="100186"/>
                  <a:pt x="496041" y="96278"/>
                </a:cubicBezTo>
                <a:cubicBezTo>
                  <a:pt x="491745" y="92371"/>
                  <a:pt x="489597" y="87378"/>
                  <a:pt x="489597" y="81300"/>
                </a:cubicBezTo>
                <a:cubicBezTo>
                  <a:pt x="489597" y="77736"/>
                  <a:pt x="490408" y="74479"/>
                  <a:pt x="492031" y="71532"/>
                </a:cubicBezTo>
                <a:cubicBezTo>
                  <a:pt x="493653" y="68584"/>
                  <a:pt x="495778" y="66219"/>
                  <a:pt x="498406" y="64437"/>
                </a:cubicBezTo>
                <a:cubicBezTo>
                  <a:pt x="501034" y="62655"/>
                  <a:pt x="503993" y="61306"/>
                  <a:pt x="507283" y="60392"/>
                </a:cubicBezTo>
                <a:cubicBezTo>
                  <a:pt x="509705" y="59753"/>
                  <a:pt x="513361" y="59136"/>
                  <a:pt x="518251" y="58542"/>
                </a:cubicBezTo>
                <a:cubicBezTo>
                  <a:pt x="528214" y="57353"/>
                  <a:pt x="535548" y="55937"/>
                  <a:pt x="540256" y="54292"/>
                </a:cubicBezTo>
                <a:cubicBezTo>
                  <a:pt x="540301" y="52601"/>
                  <a:pt x="540324" y="51527"/>
                  <a:pt x="540324" y="51070"/>
                </a:cubicBezTo>
                <a:cubicBezTo>
                  <a:pt x="540324" y="46043"/>
                  <a:pt x="539159" y="42501"/>
                  <a:pt x="536828" y="40444"/>
                </a:cubicBezTo>
                <a:cubicBezTo>
                  <a:pt x="533675" y="37657"/>
                  <a:pt x="528991" y="36263"/>
                  <a:pt x="522775" y="36263"/>
                </a:cubicBezTo>
                <a:cubicBezTo>
                  <a:pt x="516971" y="36263"/>
                  <a:pt x="512687" y="37280"/>
                  <a:pt x="509922" y="39313"/>
                </a:cubicBezTo>
                <a:cubicBezTo>
                  <a:pt x="507157" y="41347"/>
                  <a:pt x="505112" y="44946"/>
                  <a:pt x="503787" y="50110"/>
                </a:cubicBezTo>
                <a:lnTo>
                  <a:pt x="491722" y="48465"/>
                </a:lnTo>
                <a:cubicBezTo>
                  <a:pt x="492819" y="43301"/>
                  <a:pt x="494624" y="39131"/>
                  <a:pt x="497138" y="35954"/>
                </a:cubicBezTo>
                <a:cubicBezTo>
                  <a:pt x="499651" y="32778"/>
                  <a:pt x="503284" y="30333"/>
                  <a:pt x="508037" y="28620"/>
                </a:cubicBezTo>
                <a:cubicBezTo>
                  <a:pt x="512790" y="26906"/>
                  <a:pt x="518297" y="26049"/>
                  <a:pt x="524558" y="26049"/>
                </a:cubicBezTo>
                <a:cubicBezTo>
                  <a:pt x="530773" y="26049"/>
                  <a:pt x="535823" y="26780"/>
                  <a:pt x="539707" y="28243"/>
                </a:cubicBezTo>
                <a:cubicBezTo>
                  <a:pt x="543592" y="29705"/>
                  <a:pt x="546448" y="31544"/>
                  <a:pt x="548276" y="33761"/>
                </a:cubicBezTo>
                <a:cubicBezTo>
                  <a:pt x="550104" y="35977"/>
                  <a:pt x="551384" y="38776"/>
                  <a:pt x="552115" y="42158"/>
                </a:cubicBezTo>
                <a:cubicBezTo>
                  <a:pt x="552526" y="44260"/>
                  <a:pt x="552732" y="48053"/>
                  <a:pt x="552732" y="53537"/>
                </a:cubicBezTo>
                <a:lnTo>
                  <a:pt x="552732" y="69989"/>
                </a:lnTo>
                <a:cubicBezTo>
                  <a:pt x="552732" y="81460"/>
                  <a:pt x="552994" y="88715"/>
                  <a:pt x="553520" y="91754"/>
                </a:cubicBezTo>
                <a:cubicBezTo>
                  <a:pt x="554046" y="94793"/>
                  <a:pt x="555085" y="97706"/>
                  <a:pt x="556639" y="100494"/>
                </a:cubicBezTo>
                <a:lnTo>
                  <a:pt x="543752" y="100494"/>
                </a:lnTo>
                <a:cubicBezTo>
                  <a:pt x="542472" y="97935"/>
                  <a:pt x="541649" y="94942"/>
                  <a:pt x="541284" y="91514"/>
                </a:cubicBezTo>
                <a:moveTo>
                  <a:pt x="540256" y="63957"/>
                </a:moveTo>
                <a:cubicBezTo>
                  <a:pt x="535777" y="65785"/>
                  <a:pt x="529059" y="67339"/>
                  <a:pt x="520102" y="68618"/>
                </a:cubicBezTo>
                <a:cubicBezTo>
                  <a:pt x="515029" y="69350"/>
                  <a:pt x="511442" y="70172"/>
                  <a:pt x="509340" y="71086"/>
                </a:cubicBezTo>
                <a:cubicBezTo>
                  <a:pt x="507237" y="72000"/>
                  <a:pt x="505615" y="73337"/>
                  <a:pt x="504473" y="75096"/>
                </a:cubicBezTo>
                <a:cubicBezTo>
                  <a:pt x="503330" y="76856"/>
                  <a:pt x="502759" y="78810"/>
                  <a:pt x="502759" y="80957"/>
                </a:cubicBezTo>
                <a:cubicBezTo>
                  <a:pt x="502759" y="84248"/>
                  <a:pt x="504004" y="86990"/>
                  <a:pt x="506495" y="89183"/>
                </a:cubicBezTo>
                <a:cubicBezTo>
                  <a:pt x="508985" y="91377"/>
                  <a:pt x="512630" y="92474"/>
                  <a:pt x="517428" y="92474"/>
                </a:cubicBezTo>
                <a:cubicBezTo>
                  <a:pt x="522181" y="92474"/>
                  <a:pt x="526409" y="91434"/>
                  <a:pt x="530110" y="89355"/>
                </a:cubicBezTo>
                <a:cubicBezTo>
                  <a:pt x="533812" y="87275"/>
                  <a:pt x="536531" y="84431"/>
                  <a:pt x="538268" y="80820"/>
                </a:cubicBezTo>
                <a:cubicBezTo>
                  <a:pt x="539593" y="78033"/>
                  <a:pt x="540256" y="73920"/>
                  <a:pt x="540256" y="68481"/>
                </a:cubicBezTo>
                <a:lnTo>
                  <a:pt x="540256" y="63957"/>
                </a:lnTo>
                <a:close/>
                <a:moveTo>
                  <a:pt x="598523" y="89458"/>
                </a:moveTo>
                <a:lnTo>
                  <a:pt x="600305" y="100357"/>
                </a:lnTo>
                <a:cubicBezTo>
                  <a:pt x="596832" y="101088"/>
                  <a:pt x="593725" y="101454"/>
                  <a:pt x="590983" y="101454"/>
                </a:cubicBezTo>
                <a:cubicBezTo>
                  <a:pt x="586504" y="101454"/>
                  <a:pt x="583031" y="100746"/>
                  <a:pt x="580563" y="99329"/>
                </a:cubicBezTo>
                <a:cubicBezTo>
                  <a:pt x="578095" y="97912"/>
                  <a:pt x="576359" y="96050"/>
                  <a:pt x="575353" y="93742"/>
                </a:cubicBezTo>
                <a:cubicBezTo>
                  <a:pt x="574348" y="91434"/>
                  <a:pt x="573845" y="86579"/>
                  <a:pt x="573845" y="79175"/>
                </a:cubicBezTo>
                <a:lnTo>
                  <a:pt x="573845" y="37291"/>
                </a:lnTo>
                <a:lnTo>
                  <a:pt x="564797" y="37291"/>
                </a:lnTo>
                <a:lnTo>
                  <a:pt x="564797" y="27694"/>
                </a:lnTo>
                <a:lnTo>
                  <a:pt x="573845" y="27694"/>
                </a:lnTo>
                <a:lnTo>
                  <a:pt x="573845" y="9666"/>
                </a:lnTo>
                <a:lnTo>
                  <a:pt x="586116" y="2262"/>
                </a:lnTo>
                <a:lnTo>
                  <a:pt x="586116" y="27694"/>
                </a:lnTo>
                <a:lnTo>
                  <a:pt x="598523" y="27694"/>
                </a:lnTo>
                <a:lnTo>
                  <a:pt x="598523" y="37291"/>
                </a:lnTo>
                <a:lnTo>
                  <a:pt x="586116" y="37291"/>
                </a:lnTo>
                <a:lnTo>
                  <a:pt x="586116" y="79861"/>
                </a:lnTo>
                <a:cubicBezTo>
                  <a:pt x="586116" y="83380"/>
                  <a:pt x="586333" y="85642"/>
                  <a:pt x="586767" y="86647"/>
                </a:cubicBezTo>
                <a:cubicBezTo>
                  <a:pt x="587201" y="87653"/>
                  <a:pt x="587909" y="88452"/>
                  <a:pt x="588892" y="89046"/>
                </a:cubicBezTo>
                <a:cubicBezTo>
                  <a:pt x="589874" y="89640"/>
                  <a:pt x="591280" y="89938"/>
                  <a:pt x="593108" y="89938"/>
                </a:cubicBezTo>
                <a:cubicBezTo>
                  <a:pt x="594479" y="89938"/>
                  <a:pt x="596284" y="89778"/>
                  <a:pt x="598523" y="89458"/>
                </a:cubicBezTo>
                <a:close/>
                <a:moveTo>
                  <a:pt x="659914" y="77050"/>
                </a:moveTo>
                <a:lnTo>
                  <a:pt x="672664" y="78627"/>
                </a:lnTo>
                <a:cubicBezTo>
                  <a:pt x="670653" y="86076"/>
                  <a:pt x="666929" y="91857"/>
                  <a:pt x="661490" y="95970"/>
                </a:cubicBezTo>
                <a:cubicBezTo>
                  <a:pt x="656052" y="100083"/>
                  <a:pt x="649106" y="102139"/>
                  <a:pt x="640651" y="102139"/>
                </a:cubicBezTo>
                <a:cubicBezTo>
                  <a:pt x="630003" y="102139"/>
                  <a:pt x="621560" y="98860"/>
                  <a:pt x="615322" y="92302"/>
                </a:cubicBezTo>
                <a:cubicBezTo>
                  <a:pt x="609084" y="85745"/>
                  <a:pt x="605965" y="76547"/>
                  <a:pt x="605965" y="64711"/>
                </a:cubicBezTo>
                <a:cubicBezTo>
                  <a:pt x="605965" y="52464"/>
                  <a:pt x="609118" y="42958"/>
                  <a:pt x="615425" y="36194"/>
                </a:cubicBezTo>
                <a:cubicBezTo>
                  <a:pt x="621731" y="29431"/>
                  <a:pt x="629912" y="26049"/>
                  <a:pt x="639966" y="26049"/>
                </a:cubicBezTo>
                <a:cubicBezTo>
                  <a:pt x="649700" y="26049"/>
                  <a:pt x="657651" y="29362"/>
                  <a:pt x="663821" y="35989"/>
                </a:cubicBezTo>
                <a:cubicBezTo>
                  <a:pt x="669990" y="42615"/>
                  <a:pt x="673075" y="51938"/>
                  <a:pt x="673075" y="63957"/>
                </a:cubicBezTo>
                <a:cubicBezTo>
                  <a:pt x="673075" y="64688"/>
                  <a:pt x="673052" y="65785"/>
                  <a:pt x="673007" y="67247"/>
                </a:cubicBezTo>
                <a:lnTo>
                  <a:pt x="618715" y="67247"/>
                </a:lnTo>
                <a:cubicBezTo>
                  <a:pt x="619172" y="75245"/>
                  <a:pt x="621434" y="81369"/>
                  <a:pt x="625502" y="85619"/>
                </a:cubicBezTo>
                <a:cubicBezTo>
                  <a:pt x="629569" y="89869"/>
                  <a:pt x="634642" y="91994"/>
                  <a:pt x="640720" y="91994"/>
                </a:cubicBezTo>
                <a:cubicBezTo>
                  <a:pt x="645244" y="91994"/>
                  <a:pt x="649106" y="90806"/>
                  <a:pt x="652305" y="88429"/>
                </a:cubicBezTo>
                <a:cubicBezTo>
                  <a:pt x="655504" y="86053"/>
                  <a:pt x="658040" y="82260"/>
                  <a:pt x="659914" y="77050"/>
                </a:cubicBezTo>
                <a:moveTo>
                  <a:pt x="619401" y="57102"/>
                </a:moveTo>
                <a:lnTo>
                  <a:pt x="660051" y="57102"/>
                </a:lnTo>
                <a:cubicBezTo>
                  <a:pt x="659502" y="50978"/>
                  <a:pt x="657949" y="46385"/>
                  <a:pt x="655389" y="43324"/>
                </a:cubicBezTo>
                <a:cubicBezTo>
                  <a:pt x="651459" y="38571"/>
                  <a:pt x="646364" y="36194"/>
                  <a:pt x="640103" y="36194"/>
                </a:cubicBezTo>
                <a:cubicBezTo>
                  <a:pt x="634436" y="36194"/>
                  <a:pt x="629672" y="38091"/>
                  <a:pt x="625810" y="41884"/>
                </a:cubicBezTo>
                <a:cubicBezTo>
                  <a:pt x="621948" y="45677"/>
                  <a:pt x="619812" y="50750"/>
                  <a:pt x="619401" y="57102"/>
                </a:cubicBezTo>
                <a:close/>
                <a:moveTo>
                  <a:pt x="687745" y="100494"/>
                </a:moveTo>
                <a:lnTo>
                  <a:pt x="687745" y="27694"/>
                </a:lnTo>
                <a:lnTo>
                  <a:pt x="698850" y="27694"/>
                </a:lnTo>
                <a:lnTo>
                  <a:pt x="698850" y="38731"/>
                </a:lnTo>
                <a:cubicBezTo>
                  <a:pt x="701684" y="33567"/>
                  <a:pt x="704300" y="30162"/>
                  <a:pt x="706699" y="28517"/>
                </a:cubicBezTo>
                <a:cubicBezTo>
                  <a:pt x="709098" y="26872"/>
                  <a:pt x="711738" y="26049"/>
                  <a:pt x="714617" y="26049"/>
                </a:cubicBezTo>
                <a:cubicBezTo>
                  <a:pt x="718775" y="26049"/>
                  <a:pt x="723003" y="27374"/>
                  <a:pt x="727298" y="30025"/>
                </a:cubicBezTo>
                <a:lnTo>
                  <a:pt x="723048" y="41473"/>
                </a:lnTo>
                <a:cubicBezTo>
                  <a:pt x="720032" y="39690"/>
                  <a:pt x="717016" y="38799"/>
                  <a:pt x="714000" y="38799"/>
                </a:cubicBezTo>
                <a:cubicBezTo>
                  <a:pt x="711303" y="38799"/>
                  <a:pt x="708881" y="39610"/>
                  <a:pt x="706733" y="41233"/>
                </a:cubicBezTo>
                <a:cubicBezTo>
                  <a:pt x="704585" y="42855"/>
                  <a:pt x="703055" y="45106"/>
                  <a:pt x="702141" y="47985"/>
                </a:cubicBezTo>
                <a:cubicBezTo>
                  <a:pt x="700770" y="52372"/>
                  <a:pt x="700084" y="57171"/>
                  <a:pt x="700084" y="62380"/>
                </a:cubicBezTo>
                <a:lnTo>
                  <a:pt x="700084" y="100494"/>
                </a:lnTo>
                <a:lnTo>
                  <a:pt x="687745" y="100494"/>
                </a:lnTo>
                <a:close/>
                <a:moveTo>
                  <a:pt x="770472" y="106527"/>
                </a:moveTo>
                <a:lnTo>
                  <a:pt x="782468" y="108309"/>
                </a:lnTo>
                <a:cubicBezTo>
                  <a:pt x="782971" y="112011"/>
                  <a:pt x="784365" y="114707"/>
                  <a:pt x="786650" y="116398"/>
                </a:cubicBezTo>
                <a:cubicBezTo>
                  <a:pt x="789711" y="118683"/>
                  <a:pt x="793893" y="119825"/>
                  <a:pt x="799194" y="119825"/>
                </a:cubicBezTo>
                <a:cubicBezTo>
                  <a:pt x="804907" y="119825"/>
                  <a:pt x="809317" y="118683"/>
                  <a:pt x="812424" y="116398"/>
                </a:cubicBezTo>
                <a:cubicBezTo>
                  <a:pt x="815532" y="114113"/>
                  <a:pt x="817634" y="110914"/>
                  <a:pt x="818731" y="106801"/>
                </a:cubicBezTo>
                <a:cubicBezTo>
                  <a:pt x="819371" y="104287"/>
                  <a:pt x="819668" y="99009"/>
                  <a:pt x="819622" y="90966"/>
                </a:cubicBezTo>
                <a:cubicBezTo>
                  <a:pt x="814229" y="97318"/>
                  <a:pt x="807512" y="100494"/>
                  <a:pt x="799468" y="100494"/>
                </a:cubicBezTo>
                <a:cubicBezTo>
                  <a:pt x="789460" y="100494"/>
                  <a:pt x="781714" y="96884"/>
                  <a:pt x="776230" y="89663"/>
                </a:cubicBezTo>
                <a:cubicBezTo>
                  <a:pt x="770746" y="82443"/>
                  <a:pt x="768004" y="73783"/>
                  <a:pt x="768004" y="63683"/>
                </a:cubicBezTo>
                <a:cubicBezTo>
                  <a:pt x="768004" y="56736"/>
                  <a:pt x="769261" y="50327"/>
                  <a:pt x="771774" y="44455"/>
                </a:cubicBezTo>
                <a:cubicBezTo>
                  <a:pt x="774288" y="38582"/>
                  <a:pt x="777932" y="34046"/>
                  <a:pt x="782708" y="30847"/>
                </a:cubicBezTo>
                <a:cubicBezTo>
                  <a:pt x="787484" y="27648"/>
                  <a:pt x="793093" y="26049"/>
                  <a:pt x="799537" y="26049"/>
                </a:cubicBezTo>
                <a:cubicBezTo>
                  <a:pt x="808128" y="26049"/>
                  <a:pt x="815212" y="29522"/>
                  <a:pt x="820787" y="36469"/>
                </a:cubicBezTo>
                <a:lnTo>
                  <a:pt x="820787" y="27694"/>
                </a:lnTo>
                <a:lnTo>
                  <a:pt x="832167" y="27694"/>
                </a:lnTo>
                <a:lnTo>
                  <a:pt x="832167" y="90623"/>
                </a:lnTo>
                <a:cubicBezTo>
                  <a:pt x="832167" y="101957"/>
                  <a:pt x="831013" y="109988"/>
                  <a:pt x="828705" y="114718"/>
                </a:cubicBezTo>
                <a:cubicBezTo>
                  <a:pt x="826397" y="119448"/>
                  <a:pt x="822741" y="123184"/>
                  <a:pt x="817737" y="125926"/>
                </a:cubicBezTo>
                <a:cubicBezTo>
                  <a:pt x="812733" y="128668"/>
                  <a:pt x="806575" y="130039"/>
                  <a:pt x="799263" y="130039"/>
                </a:cubicBezTo>
                <a:cubicBezTo>
                  <a:pt x="790580" y="130039"/>
                  <a:pt x="783565" y="128086"/>
                  <a:pt x="778218" y="124178"/>
                </a:cubicBezTo>
                <a:cubicBezTo>
                  <a:pt x="772871" y="120271"/>
                  <a:pt x="770289" y="114387"/>
                  <a:pt x="770472" y="106527"/>
                </a:cubicBezTo>
                <a:moveTo>
                  <a:pt x="780686" y="62792"/>
                </a:moveTo>
                <a:cubicBezTo>
                  <a:pt x="780686" y="72343"/>
                  <a:pt x="782582" y="79312"/>
                  <a:pt x="786375" y="83699"/>
                </a:cubicBezTo>
                <a:cubicBezTo>
                  <a:pt x="790168" y="88087"/>
                  <a:pt x="794921" y="90280"/>
                  <a:pt x="800634" y="90280"/>
                </a:cubicBezTo>
                <a:cubicBezTo>
                  <a:pt x="806301" y="90280"/>
                  <a:pt x="811053" y="88098"/>
                  <a:pt x="814892" y="83734"/>
                </a:cubicBezTo>
                <a:cubicBezTo>
                  <a:pt x="818731" y="79369"/>
                  <a:pt x="820650" y="72526"/>
                  <a:pt x="820650" y="63203"/>
                </a:cubicBezTo>
                <a:cubicBezTo>
                  <a:pt x="820650" y="54292"/>
                  <a:pt x="818674" y="47574"/>
                  <a:pt x="814721" y="43049"/>
                </a:cubicBezTo>
                <a:cubicBezTo>
                  <a:pt x="810768" y="38525"/>
                  <a:pt x="806003" y="36263"/>
                  <a:pt x="800428" y="36263"/>
                </a:cubicBezTo>
                <a:cubicBezTo>
                  <a:pt x="794944" y="36263"/>
                  <a:pt x="790283" y="38491"/>
                  <a:pt x="786444" y="42947"/>
                </a:cubicBezTo>
                <a:cubicBezTo>
                  <a:pt x="782605" y="47402"/>
                  <a:pt x="780686" y="54017"/>
                  <a:pt x="780686" y="62792"/>
                </a:cubicBezTo>
                <a:close/>
                <a:moveTo>
                  <a:pt x="850264" y="100494"/>
                </a:moveTo>
                <a:lnTo>
                  <a:pt x="850264" y="0"/>
                </a:lnTo>
                <a:lnTo>
                  <a:pt x="862603" y="0"/>
                </a:lnTo>
                <a:lnTo>
                  <a:pt x="862603" y="100494"/>
                </a:lnTo>
                <a:lnTo>
                  <a:pt x="850264" y="100494"/>
                </a:lnTo>
                <a:close/>
                <a:moveTo>
                  <a:pt x="929519" y="91514"/>
                </a:moveTo>
                <a:cubicBezTo>
                  <a:pt x="924949" y="95399"/>
                  <a:pt x="920550" y="98141"/>
                  <a:pt x="916323" y="99740"/>
                </a:cubicBezTo>
                <a:cubicBezTo>
                  <a:pt x="912096" y="101340"/>
                  <a:pt x="907560" y="102139"/>
                  <a:pt x="902716" y="102139"/>
                </a:cubicBezTo>
                <a:cubicBezTo>
                  <a:pt x="894718" y="102139"/>
                  <a:pt x="888572" y="100186"/>
                  <a:pt x="884276" y="96278"/>
                </a:cubicBezTo>
                <a:cubicBezTo>
                  <a:pt x="879980" y="92371"/>
                  <a:pt x="877832" y="87378"/>
                  <a:pt x="877832" y="81300"/>
                </a:cubicBezTo>
                <a:cubicBezTo>
                  <a:pt x="877832" y="77736"/>
                  <a:pt x="878643" y="74479"/>
                  <a:pt x="880266" y="71532"/>
                </a:cubicBezTo>
                <a:cubicBezTo>
                  <a:pt x="881888" y="68584"/>
                  <a:pt x="884013" y="66219"/>
                  <a:pt x="886641" y="64437"/>
                </a:cubicBezTo>
                <a:cubicBezTo>
                  <a:pt x="889269" y="62655"/>
                  <a:pt x="892228" y="61306"/>
                  <a:pt x="895518" y="60392"/>
                </a:cubicBezTo>
                <a:cubicBezTo>
                  <a:pt x="897940" y="59753"/>
                  <a:pt x="901596" y="59136"/>
                  <a:pt x="906486" y="58542"/>
                </a:cubicBezTo>
                <a:cubicBezTo>
                  <a:pt x="916449" y="57353"/>
                  <a:pt x="923784" y="55937"/>
                  <a:pt x="928491" y="54292"/>
                </a:cubicBezTo>
                <a:cubicBezTo>
                  <a:pt x="928536" y="52601"/>
                  <a:pt x="928559" y="51527"/>
                  <a:pt x="928559" y="51070"/>
                </a:cubicBezTo>
                <a:cubicBezTo>
                  <a:pt x="928559" y="46043"/>
                  <a:pt x="927394" y="42501"/>
                  <a:pt x="925063" y="40444"/>
                </a:cubicBezTo>
                <a:cubicBezTo>
                  <a:pt x="921910" y="37657"/>
                  <a:pt x="917226" y="36263"/>
                  <a:pt x="911010" y="36263"/>
                </a:cubicBezTo>
                <a:cubicBezTo>
                  <a:pt x="905207" y="36263"/>
                  <a:pt x="900922" y="37280"/>
                  <a:pt x="898157" y="39313"/>
                </a:cubicBezTo>
                <a:cubicBezTo>
                  <a:pt x="895392" y="41347"/>
                  <a:pt x="893347" y="44946"/>
                  <a:pt x="892022" y="50110"/>
                </a:cubicBezTo>
                <a:lnTo>
                  <a:pt x="879957" y="48465"/>
                </a:lnTo>
                <a:cubicBezTo>
                  <a:pt x="881054" y="43301"/>
                  <a:pt x="882859" y="39131"/>
                  <a:pt x="885373" y="35954"/>
                </a:cubicBezTo>
                <a:cubicBezTo>
                  <a:pt x="887886" y="32778"/>
                  <a:pt x="891519" y="30333"/>
                  <a:pt x="896272" y="28620"/>
                </a:cubicBezTo>
                <a:cubicBezTo>
                  <a:pt x="901025" y="26906"/>
                  <a:pt x="906532" y="26049"/>
                  <a:pt x="912793" y="26049"/>
                </a:cubicBezTo>
                <a:cubicBezTo>
                  <a:pt x="919008" y="26049"/>
                  <a:pt x="924058" y="26780"/>
                  <a:pt x="927942" y="28243"/>
                </a:cubicBezTo>
                <a:cubicBezTo>
                  <a:pt x="931827" y="29705"/>
                  <a:pt x="934683" y="31544"/>
                  <a:pt x="936511" y="33761"/>
                </a:cubicBezTo>
                <a:cubicBezTo>
                  <a:pt x="938339" y="35977"/>
                  <a:pt x="939619" y="38776"/>
                  <a:pt x="940350" y="42158"/>
                </a:cubicBezTo>
                <a:cubicBezTo>
                  <a:pt x="940761" y="44260"/>
                  <a:pt x="940967" y="48053"/>
                  <a:pt x="940967" y="53537"/>
                </a:cubicBezTo>
                <a:lnTo>
                  <a:pt x="940967" y="69989"/>
                </a:lnTo>
                <a:cubicBezTo>
                  <a:pt x="940967" y="81460"/>
                  <a:pt x="941230" y="88715"/>
                  <a:pt x="941755" y="91754"/>
                </a:cubicBezTo>
                <a:cubicBezTo>
                  <a:pt x="942281" y="94793"/>
                  <a:pt x="943320" y="97706"/>
                  <a:pt x="944874" y="100494"/>
                </a:cubicBezTo>
                <a:lnTo>
                  <a:pt x="931987" y="100494"/>
                </a:lnTo>
                <a:cubicBezTo>
                  <a:pt x="930707" y="97935"/>
                  <a:pt x="929885" y="94942"/>
                  <a:pt x="929519" y="91514"/>
                </a:cubicBezTo>
                <a:moveTo>
                  <a:pt x="928491" y="63957"/>
                </a:moveTo>
                <a:cubicBezTo>
                  <a:pt x="924012" y="65785"/>
                  <a:pt x="917294" y="67339"/>
                  <a:pt x="908337" y="68618"/>
                </a:cubicBezTo>
                <a:cubicBezTo>
                  <a:pt x="903264" y="69350"/>
                  <a:pt x="899677" y="70172"/>
                  <a:pt x="897575" y="71086"/>
                </a:cubicBezTo>
                <a:cubicBezTo>
                  <a:pt x="895472" y="72000"/>
                  <a:pt x="893850" y="73337"/>
                  <a:pt x="892708" y="75096"/>
                </a:cubicBezTo>
                <a:cubicBezTo>
                  <a:pt x="891565" y="76856"/>
                  <a:pt x="890994" y="78810"/>
                  <a:pt x="890994" y="80957"/>
                </a:cubicBezTo>
                <a:cubicBezTo>
                  <a:pt x="890994" y="84248"/>
                  <a:pt x="892239" y="86990"/>
                  <a:pt x="894730" y="89183"/>
                </a:cubicBezTo>
                <a:cubicBezTo>
                  <a:pt x="897220" y="91377"/>
                  <a:pt x="900865" y="92474"/>
                  <a:pt x="905664" y="92474"/>
                </a:cubicBezTo>
                <a:cubicBezTo>
                  <a:pt x="910416" y="92474"/>
                  <a:pt x="914644" y="91434"/>
                  <a:pt x="918345" y="89355"/>
                </a:cubicBezTo>
                <a:cubicBezTo>
                  <a:pt x="922047" y="87275"/>
                  <a:pt x="924766" y="84431"/>
                  <a:pt x="926503" y="80820"/>
                </a:cubicBezTo>
                <a:cubicBezTo>
                  <a:pt x="927828" y="78033"/>
                  <a:pt x="928491" y="73920"/>
                  <a:pt x="928491" y="68481"/>
                </a:cubicBezTo>
                <a:lnTo>
                  <a:pt x="928491" y="63957"/>
                </a:lnTo>
                <a:close/>
                <a:moveTo>
                  <a:pt x="954883" y="78764"/>
                </a:moveTo>
                <a:lnTo>
                  <a:pt x="967084" y="76844"/>
                </a:lnTo>
                <a:cubicBezTo>
                  <a:pt x="967770" y="81734"/>
                  <a:pt x="969678" y="85482"/>
                  <a:pt x="972808" y="88087"/>
                </a:cubicBezTo>
                <a:cubicBezTo>
                  <a:pt x="975939" y="90692"/>
                  <a:pt x="980315" y="91994"/>
                  <a:pt x="985936" y="91994"/>
                </a:cubicBezTo>
                <a:cubicBezTo>
                  <a:pt x="991602" y="91994"/>
                  <a:pt x="995807" y="90840"/>
                  <a:pt x="998549" y="88532"/>
                </a:cubicBezTo>
                <a:cubicBezTo>
                  <a:pt x="1001291" y="86224"/>
                  <a:pt x="1002662" y="83517"/>
                  <a:pt x="1002662" y="80409"/>
                </a:cubicBezTo>
                <a:cubicBezTo>
                  <a:pt x="1002662" y="77621"/>
                  <a:pt x="1001451" y="75428"/>
                  <a:pt x="999029" y="73828"/>
                </a:cubicBezTo>
                <a:cubicBezTo>
                  <a:pt x="997338" y="72731"/>
                  <a:pt x="993133" y="71338"/>
                  <a:pt x="986416" y="69647"/>
                </a:cubicBezTo>
                <a:cubicBezTo>
                  <a:pt x="977367" y="67362"/>
                  <a:pt x="971095" y="65385"/>
                  <a:pt x="967599" y="63717"/>
                </a:cubicBezTo>
                <a:cubicBezTo>
                  <a:pt x="964102" y="62049"/>
                  <a:pt x="961452" y="59741"/>
                  <a:pt x="959647" y="56794"/>
                </a:cubicBezTo>
                <a:cubicBezTo>
                  <a:pt x="957842" y="53846"/>
                  <a:pt x="956939" y="50590"/>
                  <a:pt x="956939" y="47025"/>
                </a:cubicBezTo>
                <a:cubicBezTo>
                  <a:pt x="956939" y="43781"/>
                  <a:pt x="957682" y="40776"/>
                  <a:pt x="959167" y="38011"/>
                </a:cubicBezTo>
                <a:cubicBezTo>
                  <a:pt x="960652" y="35246"/>
                  <a:pt x="962674" y="32950"/>
                  <a:pt x="965234" y="31122"/>
                </a:cubicBezTo>
                <a:cubicBezTo>
                  <a:pt x="967153" y="29705"/>
                  <a:pt x="969769" y="28505"/>
                  <a:pt x="973083" y="27523"/>
                </a:cubicBezTo>
                <a:cubicBezTo>
                  <a:pt x="976396" y="26540"/>
                  <a:pt x="979949" y="26049"/>
                  <a:pt x="983742" y="26049"/>
                </a:cubicBezTo>
                <a:cubicBezTo>
                  <a:pt x="989455" y="26049"/>
                  <a:pt x="994470" y="26872"/>
                  <a:pt x="998789" y="28517"/>
                </a:cubicBezTo>
                <a:cubicBezTo>
                  <a:pt x="1003107" y="30162"/>
                  <a:pt x="1006295" y="32390"/>
                  <a:pt x="1008351" y="35200"/>
                </a:cubicBezTo>
                <a:cubicBezTo>
                  <a:pt x="1010408" y="38011"/>
                  <a:pt x="1011825" y="41770"/>
                  <a:pt x="1012602" y="46477"/>
                </a:cubicBezTo>
                <a:lnTo>
                  <a:pt x="1000537" y="48122"/>
                </a:lnTo>
                <a:cubicBezTo>
                  <a:pt x="999988" y="44375"/>
                  <a:pt x="998400" y="41450"/>
                  <a:pt x="995773" y="39348"/>
                </a:cubicBezTo>
                <a:cubicBezTo>
                  <a:pt x="993145" y="37245"/>
                  <a:pt x="989432" y="36194"/>
                  <a:pt x="984633" y="36194"/>
                </a:cubicBezTo>
                <a:cubicBezTo>
                  <a:pt x="978966" y="36194"/>
                  <a:pt x="974922" y="37131"/>
                  <a:pt x="972500" y="39005"/>
                </a:cubicBezTo>
                <a:cubicBezTo>
                  <a:pt x="970078" y="40879"/>
                  <a:pt x="968867" y="43072"/>
                  <a:pt x="968867" y="45586"/>
                </a:cubicBezTo>
                <a:cubicBezTo>
                  <a:pt x="968867" y="47185"/>
                  <a:pt x="969369" y="48625"/>
                  <a:pt x="970375" y="49904"/>
                </a:cubicBezTo>
                <a:cubicBezTo>
                  <a:pt x="971380" y="51230"/>
                  <a:pt x="972957" y="52326"/>
                  <a:pt x="975105" y="53195"/>
                </a:cubicBezTo>
                <a:cubicBezTo>
                  <a:pt x="976339" y="53652"/>
                  <a:pt x="979972" y="54703"/>
                  <a:pt x="986004" y="56348"/>
                </a:cubicBezTo>
                <a:cubicBezTo>
                  <a:pt x="994733" y="58679"/>
                  <a:pt x="1000822" y="60587"/>
                  <a:pt x="1004273" y="62072"/>
                </a:cubicBezTo>
                <a:cubicBezTo>
                  <a:pt x="1007723" y="63557"/>
                  <a:pt x="1010431" y="65717"/>
                  <a:pt x="1012396" y="68550"/>
                </a:cubicBezTo>
                <a:cubicBezTo>
                  <a:pt x="1014361" y="71383"/>
                  <a:pt x="1015344" y="74902"/>
                  <a:pt x="1015344" y="79107"/>
                </a:cubicBezTo>
                <a:cubicBezTo>
                  <a:pt x="1015344" y="83220"/>
                  <a:pt x="1014144" y="87093"/>
                  <a:pt x="1011745" y="90726"/>
                </a:cubicBezTo>
                <a:cubicBezTo>
                  <a:pt x="1009345" y="94359"/>
                  <a:pt x="1005884" y="97170"/>
                  <a:pt x="1001359" y="99157"/>
                </a:cubicBezTo>
                <a:cubicBezTo>
                  <a:pt x="996835" y="101145"/>
                  <a:pt x="991717" y="102139"/>
                  <a:pt x="986004" y="102139"/>
                </a:cubicBezTo>
                <a:cubicBezTo>
                  <a:pt x="976544" y="102139"/>
                  <a:pt x="969335" y="100174"/>
                  <a:pt x="964377" y="96244"/>
                </a:cubicBezTo>
                <a:cubicBezTo>
                  <a:pt x="959418" y="92314"/>
                  <a:pt x="956254" y="86487"/>
                  <a:pt x="954883" y="78764"/>
                </a:cubicBezTo>
                <a:close/>
                <a:moveTo>
                  <a:pt x="1024825" y="78764"/>
                </a:moveTo>
                <a:lnTo>
                  <a:pt x="1037027" y="76844"/>
                </a:lnTo>
                <a:cubicBezTo>
                  <a:pt x="1037712" y="81734"/>
                  <a:pt x="1039620" y="85482"/>
                  <a:pt x="1042751" y="88087"/>
                </a:cubicBezTo>
                <a:cubicBezTo>
                  <a:pt x="1045881" y="90692"/>
                  <a:pt x="1050257" y="91994"/>
                  <a:pt x="1055878" y="91994"/>
                </a:cubicBezTo>
                <a:cubicBezTo>
                  <a:pt x="1061545" y="91994"/>
                  <a:pt x="1065749" y="90840"/>
                  <a:pt x="1068491" y="88532"/>
                </a:cubicBezTo>
                <a:cubicBezTo>
                  <a:pt x="1071233" y="86224"/>
                  <a:pt x="1072604" y="83517"/>
                  <a:pt x="1072604" y="80409"/>
                </a:cubicBezTo>
                <a:cubicBezTo>
                  <a:pt x="1072604" y="77621"/>
                  <a:pt x="1071393" y="75428"/>
                  <a:pt x="1068971" y="73828"/>
                </a:cubicBezTo>
                <a:cubicBezTo>
                  <a:pt x="1067280" y="72731"/>
                  <a:pt x="1063076" y="71338"/>
                  <a:pt x="1056358" y="69647"/>
                </a:cubicBezTo>
                <a:cubicBezTo>
                  <a:pt x="1047309" y="67362"/>
                  <a:pt x="1041037" y="65385"/>
                  <a:pt x="1037541" y="63717"/>
                </a:cubicBezTo>
                <a:cubicBezTo>
                  <a:pt x="1034045" y="62049"/>
                  <a:pt x="1031394" y="59741"/>
                  <a:pt x="1029589" y="56794"/>
                </a:cubicBezTo>
                <a:cubicBezTo>
                  <a:pt x="1027784" y="53846"/>
                  <a:pt x="1026881" y="50590"/>
                  <a:pt x="1026881" y="47025"/>
                </a:cubicBezTo>
                <a:cubicBezTo>
                  <a:pt x="1026881" y="43781"/>
                  <a:pt x="1027624" y="40776"/>
                  <a:pt x="1029109" y="38011"/>
                </a:cubicBezTo>
                <a:cubicBezTo>
                  <a:pt x="1030595" y="35246"/>
                  <a:pt x="1032617" y="32950"/>
                  <a:pt x="1035176" y="31122"/>
                </a:cubicBezTo>
                <a:cubicBezTo>
                  <a:pt x="1037095" y="29705"/>
                  <a:pt x="1039712" y="28505"/>
                  <a:pt x="1043025" y="27523"/>
                </a:cubicBezTo>
                <a:cubicBezTo>
                  <a:pt x="1046338" y="26540"/>
                  <a:pt x="1049891" y="26049"/>
                  <a:pt x="1053685" y="26049"/>
                </a:cubicBezTo>
                <a:cubicBezTo>
                  <a:pt x="1059397" y="26049"/>
                  <a:pt x="1064413" y="26872"/>
                  <a:pt x="1068731" y="28517"/>
                </a:cubicBezTo>
                <a:cubicBezTo>
                  <a:pt x="1073050" y="30162"/>
                  <a:pt x="1076237" y="32390"/>
                  <a:pt x="1078294" y="35200"/>
                </a:cubicBezTo>
                <a:cubicBezTo>
                  <a:pt x="1080350" y="38011"/>
                  <a:pt x="1081767" y="41770"/>
                  <a:pt x="1082544" y="46477"/>
                </a:cubicBezTo>
                <a:lnTo>
                  <a:pt x="1070479" y="48122"/>
                </a:lnTo>
                <a:cubicBezTo>
                  <a:pt x="1069931" y="44375"/>
                  <a:pt x="1068343" y="41450"/>
                  <a:pt x="1065715" y="39348"/>
                </a:cubicBezTo>
                <a:cubicBezTo>
                  <a:pt x="1063087" y="37245"/>
                  <a:pt x="1059374" y="36194"/>
                  <a:pt x="1054576" y="36194"/>
                </a:cubicBezTo>
                <a:cubicBezTo>
                  <a:pt x="1048909" y="36194"/>
                  <a:pt x="1044864" y="37131"/>
                  <a:pt x="1042442" y="39005"/>
                </a:cubicBezTo>
                <a:cubicBezTo>
                  <a:pt x="1040020" y="40879"/>
                  <a:pt x="1038809" y="43072"/>
                  <a:pt x="1038809" y="45586"/>
                </a:cubicBezTo>
                <a:cubicBezTo>
                  <a:pt x="1038809" y="47185"/>
                  <a:pt x="1039312" y="48625"/>
                  <a:pt x="1040317" y="49904"/>
                </a:cubicBezTo>
                <a:cubicBezTo>
                  <a:pt x="1041323" y="51230"/>
                  <a:pt x="1042899" y="52326"/>
                  <a:pt x="1045047" y="53195"/>
                </a:cubicBezTo>
                <a:cubicBezTo>
                  <a:pt x="1046281" y="53652"/>
                  <a:pt x="1049914" y="54703"/>
                  <a:pt x="1055947" y="56348"/>
                </a:cubicBezTo>
                <a:cubicBezTo>
                  <a:pt x="1064675" y="58679"/>
                  <a:pt x="1070765" y="60587"/>
                  <a:pt x="1074215" y="62072"/>
                </a:cubicBezTo>
                <a:cubicBezTo>
                  <a:pt x="1077666" y="63557"/>
                  <a:pt x="1080373" y="65717"/>
                  <a:pt x="1082338" y="68550"/>
                </a:cubicBezTo>
                <a:cubicBezTo>
                  <a:pt x="1084303" y="71383"/>
                  <a:pt x="1085286" y="74902"/>
                  <a:pt x="1085286" y="79107"/>
                </a:cubicBezTo>
                <a:cubicBezTo>
                  <a:pt x="1085286" y="83220"/>
                  <a:pt x="1084086" y="87093"/>
                  <a:pt x="1081687" y="90726"/>
                </a:cubicBezTo>
                <a:cubicBezTo>
                  <a:pt x="1079288" y="94359"/>
                  <a:pt x="1075826" y="97170"/>
                  <a:pt x="1071302" y="99157"/>
                </a:cubicBezTo>
                <a:cubicBezTo>
                  <a:pt x="1066778" y="101145"/>
                  <a:pt x="1061659" y="102139"/>
                  <a:pt x="1055947" y="102139"/>
                </a:cubicBezTo>
                <a:cubicBezTo>
                  <a:pt x="1046487" y="102139"/>
                  <a:pt x="1039278" y="100174"/>
                  <a:pt x="1034319" y="96244"/>
                </a:cubicBezTo>
                <a:cubicBezTo>
                  <a:pt x="1029361" y="92314"/>
                  <a:pt x="1026196" y="86487"/>
                  <a:pt x="1024825" y="78764"/>
                </a:cubicBezTo>
                <a:close/>
                <a:moveTo>
                  <a:pt x="1103199" y="100494"/>
                </a:moveTo>
                <a:lnTo>
                  <a:pt x="1103199" y="86441"/>
                </a:lnTo>
                <a:lnTo>
                  <a:pt x="1117252" y="86441"/>
                </a:lnTo>
                <a:lnTo>
                  <a:pt x="1117252" y="100494"/>
                </a:lnTo>
                <a:lnTo>
                  <a:pt x="1103199" y="100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Actions:Jenniferissituatedinthelivingroom.Sheheads">
            <a:extLst xmlns:a="http://schemas.openxmlformats.org/drawingml/2006/main">
              <a:ext uri="{FF2B5EF4-FFF2-40B4-BE49-F238E27FC236}">
                <a16:creationId xmlns:a16="http://schemas.microsoft.com/office/drawing/2014/main" id="{BBC86C96-6CB7-43A4-8FB2-C23553DD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999" y="1846243"/>
            <a:ext cx="3599711" cy="131753"/>
          </a:xfrm>
          <a:custGeom xmlns:a="http://schemas.openxmlformats.org/drawingml/2006/main">
            <a:pathLst>
              <a:path w="3599711" h="131753">
                <a:moveTo>
                  <a:pt x="100837" y="102208"/>
                </a:moveTo>
                <a:lnTo>
                  <a:pt x="78764" y="102208"/>
                </a:lnTo>
                <a:lnTo>
                  <a:pt x="69989" y="79381"/>
                </a:lnTo>
                <a:lnTo>
                  <a:pt x="29819" y="79381"/>
                </a:lnTo>
                <a:lnTo>
                  <a:pt x="21525" y="102208"/>
                </a:lnTo>
                <a:lnTo>
                  <a:pt x="0" y="102208"/>
                </a:lnTo>
                <a:lnTo>
                  <a:pt x="39142" y="1714"/>
                </a:lnTo>
                <a:lnTo>
                  <a:pt x="60598" y="1714"/>
                </a:lnTo>
                <a:lnTo>
                  <a:pt x="100837" y="102208"/>
                </a:lnTo>
                <a:moveTo>
                  <a:pt x="63477" y="62449"/>
                </a:moveTo>
                <a:lnTo>
                  <a:pt x="49630" y="25158"/>
                </a:lnTo>
                <a:lnTo>
                  <a:pt x="36057" y="62449"/>
                </a:lnTo>
                <a:lnTo>
                  <a:pt x="63477" y="62449"/>
                </a:lnTo>
                <a:close/>
                <a:moveTo>
                  <a:pt x="174972" y="50933"/>
                </a:moveTo>
                <a:lnTo>
                  <a:pt x="155984" y="54360"/>
                </a:lnTo>
                <a:cubicBezTo>
                  <a:pt x="155344" y="50567"/>
                  <a:pt x="153893" y="47711"/>
                  <a:pt x="151631" y="45791"/>
                </a:cubicBezTo>
                <a:cubicBezTo>
                  <a:pt x="149368" y="43872"/>
                  <a:pt x="146432" y="42912"/>
                  <a:pt x="142822" y="42912"/>
                </a:cubicBezTo>
                <a:cubicBezTo>
                  <a:pt x="138023" y="42912"/>
                  <a:pt x="134196" y="44569"/>
                  <a:pt x="131340" y="47882"/>
                </a:cubicBezTo>
                <a:cubicBezTo>
                  <a:pt x="128484" y="51195"/>
                  <a:pt x="127055" y="56736"/>
                  <a:pt x="127055" y="64505"/>
                </a:cubicBezTo>
                <a:cubicBezTo>
                  <a:pt x="127055" y="73143"/>
                  <a:pt x="128506" y="79244"/>
                  <a:pt x="131408" y="82808"/>
                </a:cubicBezTo>
                <a:cubicBezTo>
                  <a:pt x="134310" y="86373"/>
                  <a:pt x="138206" y="88155"/>
                  <a:pt x="143096" y="88155"/>
                </a:cubicBezTo>
                <a:cubicBezTo>
                  <a:pt x="146752" y="88155"/>
                  <a:pt x="149746" y="87116"/>
                  <a:pt x="152076" y="85036"/>
                </a:cubicBezTo>
                <a:cubicBezTo>
                  <a:pt x="154407" y="82957"/>
                  <a:pt x="156052" y="79381"/>
                  <a:pt x="157012" y="74308"/>
                </a:cubicBezTo>
                <a:lnTo>
                  <a:pt x="175932" y="77530"/>
                </a:lnTo>
                <a:cubicBezTo>
                  <a:pt x="173966" y="86213"/>
                  <a:pt x="170196" y="92771"/>
                  <a:pt x="164621" y="97204"/>
                </a:cubicBezTo>
                <a:cubicBezTo>
                  <a:pt x="159045" y="101637"/>
                  <a:pt x="151574" y="103853"/>
                  <a:pt x="142205" y="103853"/>
                </a:cubicBezTo>
                <a:cubicBezTo>
                  <a:pt x="131557" y="103853"/>
                  <a:pt x="123068" y="100494"/>
                  <a:pt x="116739" y="93776"/>
                </a:cubicBezTo>
                <a:cubicBezTo>
                  <a:pt x="110409" y="87058"/>
                  <a:pt x="107245" y="77758"/>
                  <a:pt x="107245" y="65876"/>
                </a:cubicBezTo>
                <a:cubicBezTo>
                  <a:pt x="107245" y="53857"/>
                  <a:pt x="110421" y="44500"/>
                  <a:pt x="116773" y="37805"/>
                </a:cubicBezTo>
                <a:cubicBezTo>
                  <a:pt x="123125" y="31110"/>
                  <a:pt x="131717" y="27763"/>
                  <a:pt x="142548" y="27763"/>
                </a:cubicBezTo>
                <a:cubicBezTo>
                  <a:pt x="151414" y="27763"/>
                  <a:pt x="158463" y="29671"/>
                  <a:pt x="163695" y="33487"/>
                </a:cubicBezTo>
                <a:cubicBezTo>
                  <a:pt x="168928" y="37303"/>
                  <a:pt x="172687" y="43118"/>
                  <a:pt x="174972" y="50933"/>
                </a:cubicBezTo>
                <a:close/>
                <a:moveTo>
                  <a:pt x="222711" y="29408"/>
                </a:moveTo>
                <a:lnTo>
                  <a:pt x="222711" y="44763"/>
                </a:lnTo>
                <a:lnTo>
                  <a:pt x="209549" y="44763"/>
                </a:lnTo>
                <a:lnTo>
                  <a:pt x="209549" y="74102"/>
                </a:lnTo>
                <a:cubicBezTo>
                  <a:pt x="209549" y="80043"/>
                  <a:pt x="209675" y="83505"/>
                  <a:pt x="209926" y="84488"/>
                </a:cubicBezTo>
                <a:cubicBezTo>
                  <a:pt x="210178" y="85470"/>
                  <a:pt x="210749" y="86282"/>
                  <a:pt x="211640" y="86921"/>
                </a:cubicBezTo>
                <a:cubicBezTo>
                  <a:pt x="212531" y="87561"/>
                  <a:pt x="213617" y="87881"/>
                  <a:pt x="214896" y="87881"/>
                </a:cubicBezTo>
                <a:cubicBezTo>
                  <a:pt x="216679" y="87881"/>
                  <a:pt x="219261" y="87264"/>
                  <a:pt x="222643" y="86030"/>
                </a:cubicBezTo>
                <a:lnTo>
                  <a:pt x="224288" y="100974"/>
                </a:lnTo>
                <a:cubicBezTo>
                  <a:pt x="219809" y="102893"/>
                  <a:pt x="214736" y="103853"/>
                  <a:pt x="209070" y="103853"/>
                </a:cubicBezTo>
                <a:cubicBezTo>
                  <a:pt x="205596" y="103853"/>
                  <a:pt x="202466" y="103270"/>
                  <a:pt x="199678" y="102105"/>
                </a:cubicBezTo>
                <a:cubicBezTo>
                  <a:pt x="196891" y="100940"/>
                  <a:pt x="194846" y="99432"/>
                  <a:pt x="193543" y="97581"/>
                </a:cubicBezTo>
                <a:cubicBezTo>
                  <a:pt x="192241" y="95730"/>
                  <a:pt x="191338" y="93228"/>
                  <a:pt x="190835" y="90075"/>
                </a:cubicBezTo>
                <a:cubicBezTo>
                  <a:pt x="190424" y="87835"/>
                  <a:pt x="190218" y="83311"/>
                  <a:pt x="190218" y="76502"/>
                </a:cubicBezTo>
                <a:lnTo>
                  <a:pt x="190218" y="44763"/>
                </a:lnTo>
                <a:lnTo>
                  <a:pt x="181375" y="44763"/>
                </a:lnTo>
                <a:lnTo>
                  <a:pt x="181375" y="29408"/>
                </a:lnTo>
                <a:lnTo>
                  <a:pt x="190218" y="29408"/>
                </a:lnTo>
                <a:lnTo>
                  <a:pt x="190218" y="14944"/>
                </a:lnTo>
                <a:lnTo>
                  <a:pt x="209549" y="3702"/>
                </a:lnTo>
                <a:lnTo>
                  <a:pt x="209549" y="29408"/>
                </a:lnTo>
                <a:lnTo>
                  <a:pt x="222711" y="29408"/>
                </a:lnTo>
                <a:close/>
                <a:moveTo>
                  <a:pt x="235712" y="19537"/>
                </a:moveTo>
                <a:lnTo>
                  <a:pt x="235712" y="1714"/>
                </a:lnTo>
                <a:lnTo>
                  <a:pt x="254974" y="1714"/>
                </a:lnTo>
                <a:lnTo>
                  <a:pt x="254974" y="19537"/>
                </a:lnTo>
                <a:lnTo>
                  <a:pt x="235712" y="19537"/>
                </a:lnTo>
                <a:moveTo>
                  <a:pt x="235712" y="102208"/>
                </a:moveTo>
                <a:lnTo>
                  <a:pt x="235712" y="29408"/>
                </a:lnTo>
                <a:lnTo>
                  <a:pt x="254974" y="29408"/>
                </a:lnTo>
                <a:lnTo>
                  <a:pt x="254974" y="102208"/>
                </a:lnTo>
                <a:lnTo>
                  <a:pt x="235712" y="102208"/>
                </a:lnTo>
                <a:close/>
                <a:moveTo>
                  <a:pt x="269780" y="64780"/>
                </a:moveTo>
                <a:cubicBezTo>
                  <a:pt x="269780" y="58382"/>
                  <a:pt x="271356" y="52189"/>
                  <a:pt x="274509" y="46203"/>
                </a:cubicBezTo>
                <a:cubicBezTo>
                  <a:pt x="277663" y="40216"/>
                  <a:pt x="282130" y="35646"/>
                  <a:pt x="287911" y="32493"/>
                </a:cubicBezTo>
                <a:cubicBezTo>
                  <a:pt x="293692" y="29339"/>
                  <a:pt x="300147" y="27763"/>
                  <a:pt x="307276" y="27763"/>
                </a:cubicBezTo>
                <a:cubicBezTo>
                  <a:pt x="318290" y="27763"/>
                  <a:pt x="327316" y="31339"/>
                  <a:pt x="334354" y="38491"/>
                </a:cubicBezTo>
                <a:cubicBezTo>
                  <a:pt x="341391" y="45643"/>
                  <a:pt x="344910" y="54680"/>
                  <a:pt x="344910" y="65602"/>
                </a:cubicBezTo>
                <a:cubicBezTo>
                  <a:pt x="344910" y="76616"/>
                  <a:pt x="341357" y="85745"/>
                  <a:pt x="334251" y="92988"/>
                </a:cubicBezTo>
                <a:cubicBezTo>
                  <a:pt x="327144" y="100231"/>
                  <a:pt x="318199" y="103853"/>
                  <a:pt x="307413" y="103853"/>
                </a:cubicBezTo>
                <a:cubicBezTo>
                  <a:pt x="300741" y="103853"/>
                  <a:pt x="294378" y="102345"/>
                  <a:pt x="288322" y="99329"/>
                </a:cubicBezTo>
                <a:cubicBezTo>
                  <a:pt x="282267" y="96313"/>
                  <a:pt x="277663" y="91891"/>
                  <a:pt x="274509" y="86064"/>
                </a:cubicBezTo>
                <a:cubicBezTo>
                  <a:pt x="271356" y="80238"/>
                  <a:pt x="269780" y="73143"/>
                  <a:pt x="269780" y="64780"/>
                </a:cubicBezTo>
                <a:moveTo>
                  <a:pt x="289522" y="65808"/>
                </a:moveTo>
                <a:cubicBezTo>
                  <a:pt x="289522" y="73029"/>
                  <a:pt x="291236" y="78558"/>
                  <a:pt x="294663" y="82397"/>
                </a:cubicBezTo>
                <a:cubicBezTo>
                  <a:pt x="298091" y="86236"/>
                  <a:pt x="302318" y="88155"/>
                  <a:pt x="307345" y="88155"/>
                </a:cubicBezTo>
                <a:cubicBezTo>
                  <a:pt x="312372" y="88155"/>
                  <a:pt x="316588" y="86236"/>
                  <a:pt x="319992" y="82397"/>
                </a:cubicBezTo>
                <a:cubicBezTo>
                  <a:pt x="323397" y="78558"/>
                  <a:pt x="325099" y="72983"/>
                  <a:pt x="325099" y="65671"/>
                </a:cubicBezTo>
                <a:cubicBezTo>
                  <a:pt x="325099" y="58542"/>
                  <a:pt x="323397" y="53058"/>
                  <a:pt x="319992" y="49219"/>
                </a:cubicBezTo>
                <a:cubicBezTo>
                  <a:pt x="316588" y="45380"/>
                  <a:pt x="312372" y="43461"/>
                  <a:pt x="307345" y="43461"/>
                </a:cubicBezTo>
                <a:cubicBezTo>
                  <a:pt x="302318" y="43461"/>
                  <a:pt x="298091" y="45380"/>
                  <a:pt x="294663" y="49219"/>
                </a:cubicBezTo>
                <a:cubicBezTo>
                  <a:pt x="291236" y="53058"/>
                  <a:pt x="289522" y="58587"/>
                  <a:pt x="289522" y="65808"/>
                </a:cubicBezTo>
                <a:close/>
                <a:moveTo>
                  <a:pt x="426149" y="102208"/>
                </a:moveTo>
                <a:lnTo>
                  <a:pt x="406886" y="102208"/>
                </a:lnTo>
                <a:lnTo>
                  <a:pt x="406886" y="65054"/>
                </a:lnTo>
                <a:cubicBezTo>
                  <a:pt x="406886" y="57193"/>
                  <a:pt x="406475" y="52109"/>
                  <a:pt x="405652" y="49802"/>
                </a:cubicBezTo>
                <a:cubicBezTo>
                  <a:pt x="404830" y="47494"/>
                  <a:pt x="403493" y="45700"/>
                  <a:pt x="401642" y="44420"/>
                </a:cubicBezTo>
                <a:cubicBezTo>
                  <a:pt x="399791" y="43141"/>
                  <a:pt x="397563" y="42501"/>
                  <a:pt x="394958" y="42501"/>
                </a:cubicBezTo>
                <a:cubicBezTo>
                  <a:pt x="391622" y="42501"/>
                  <a:pt x="388629" y="43415"/>
                  <a:pt x="385978" y="45243"/>
                </a:cubicBezTo>
                <a:cubicBezTo>
                  <a:pt x="383328" y="47071"/>
                  <a:pt x="381511" y="49493"/>
                  <a:pt x="380529" y="52509"/>
                </a:cubicBezTo>
                <a:cubicBezTo>
                  <a:pt x="379546" y="55525"/>
                  <a:pt x="379055" y="61101"/>
                  <a:pt x="379055" y="69235"/>
                </a:cubicBezTo>
                <a:lnTo>
                  <a:pt x="379055" y="102208"/>
                </a:lnTo>
                <a:lnTo>
                  <a:pt x="359792" y="102208"/>
                </a:lnTo>
                <a:lnTo>
                  <a:pt x="359792" y="29408"/>
                </a:lnTo>
                <a:lnTo>
                  <a:pt x="377684" y="29408"/>
                </a:lnTo>
                <a:lnTo>
                  <a:pt x="377684" y="40102"/>
                </a:lnTo>
                <a:cubicBezTo>
                  <a:pt x="384036" y="31876"/>
                  <a:pt x="392034" y="27763"/>
                  <a:pt x="401676" y="27763"/>
                </a:cubicBezTo>
                <a:cubicBezTo>
                  <a:pt x="405926" y="27763"/>
                  <a:pt x="409811" y="28528"/>
                  <a:pt x="413330" y="30059"/>
                </a:cubicBezTo>
                <a:cubicBezTo>
                  <a:pt x="416849" y="31590"/>
                  <a:pt x="419511" y="33544"/>
                  <a:pt x="421316" y="35920"/>
                </a:cubicBezTo>
                <a:cubicBezTo>
                  <a:pt x="423121" y="38297"/>
                  <a:pt x="424378" y="40993"/>
                  <a:pt x="425086" y="44009"/>
                </a:cubicBezTo>
                <a:cubicBezTo>
                  <a:pt x="425794" y="47025"/>
                  <a:pt x="426149" y="51344"/>
                  <a:pt x="426149" y="56965"/>
                </a:cubicBezTo>
                <a:lnTo>
                  <a:pt x="426149" y="102208"/>
                </a:lnTo>
                <a:close/>
                <a:moveTo>
                  <a:pt x="438837" y="81437"/>
                </a:moveTo>
                <a:lnTo>
                  <a:pt x="458168" y="78490"/>
                </a:lnTo>
                <a:cubicBezTo>
                  <a:pt x="458991" y="82237"/>
                  <a:pt x="460659" y="85082"/>
                  <a:pt x="463173" y="87024"/>
                </a:cubicBezTo>
                <a:cubicBezTo>
                  <a:pt x="465686" y="88966"/>
                  <a:pt x="469205" y="89938"/>
                  <a:pt x="473729" y="89938"/>
                </a:cubicBezTo>
                <a:cubicBezTo>
                  <a:pt x="478711" y="89938"/>
                  <a:pt x="482458" y="89024"/>
                  <a:pt x="484972" y="87196"/>
                </a:cubicBezTo>
                <a:cubicBezTo>
                  <a:pt x="486662" y="85916"/>
                  <a:pt x="487508" y="84202"/>
                  <a:pt x="487508" y="82054"/>
                </a:cubicBezTo>
                <a:cubicBezTo>
                  <a:pt x="487508" y="80592"/>
                  <a:pt x="487051" y="79381"/>
                  <a:pt x="486137" y="78421"/>
                </a:cubicBezTo>
                <a:cubicBezTo>
                  <a:pt x="485177" y="77507"/>
                  <a:pt x="483029" y="76662"/>
                  <a:pt x="479693" y="75885"/>
                </a:cubicBezTo>
                <a:cubicBezTo>
                  <a:pt x="464155" y="72457"/>
                  <a:pt x="454307" y="69327"/>
                  <a:pt x="450148" y="66493"/>
                </a:cubicBezTo>
                <a:cubicBezTo>
                  <a:pt x="444390" y="62563"/>
                  <a:pt x="441511" y="57102"/>
                  <a:pt x="441511" y="50110"/>
                </a:cubicBezTo>
                <a:cubicBezTo>
                  <a:pt x="441511" y="43803"/>
                  <a:pt x="444001" y="38502"/>
                  <a:pt x="448983" y="34206"/>
                </a:cubicBezTo>
                <a:cubicBezTo>
                  <a:pt x="453964" y="29911"/>
                  <a:pt x="461687" y="27763"/>
                  <a:pt x="472153" y="27763"/>
                </a:cubicBezTo>
                <a:cubicBezTo>
                  <a:pt x="482115" y="27763"/>
                  <a:pt x="489519" y="29385"/>
                  <a:pt x="494363" y="32630"/>
                </a:cubicBezTo>
                <a:cubicBezTo>
                  <a:pt x="499207" y="35874"/>
                  <a:pt x="502543" y="40673"/>
                  <a:pt x="504371" y="47025"/>
                </a:cubicBezTo>
                <a:lnTo>
                  <a:pt x="486205" y="50384"/>
                </a:lnTo>
                <a:cubicBezTo>
                  <a:pt x="485429" y="47551"/>
                  <a:pt x="483955" y="45380"/>
                  <a:pt x="481784" y="43872"/>
                </a:cubicBezTo>
                <a:cubicBezTo>
                  <a:pt x="479613" y="42364"/>
                  <a:pt x="476517" y="41610"/>
                  <a:pt x="472495" y="41610"/>
                </a:cubicBezTo>
                <a:cubicBezTo>
                  <a:pt x="467423" y="41610"/>
                  <a:pt x="463790" y="42318"/>
                  <a:pt x="461596" y="43735"/>
                </a:cubicBezTo>
                <a:cubicBezTo>
                  <a:pt x="460134" y="44740"/>
                  <a:pt x="459402" y="46043"/>
                  <a:pt x="459402" y="47642"/>
                </a:cubicBezTo>
                <a:cubicBezTo>
                  <a:pt x="459402" y="49013"/>
                  <a:pt x="460042" y="50179"/>
                  <a:pt x="461322" y="51138"/>
                </a:cubicBezTo>
                <a:cubicBezTo>
                  <a:pt x="463058" y="52418"/>
                  <a:pt x="469056" y="54223"/>
                  <a:pt x="479316" y="56554"/>
                </a:cubicBezTo>
                <a:cubicBezTo>
                  <a:pt x="489576" y="58884"/>
                  <a:pt x="496739" y="61741"/>
                  <a:pt x="500807" y="65122"/>
                </a:cubicBezTo>
                <a:cubicBezTo>
                  <a:pt x="504828" y="68550"/>
                  <a:pt x="506839" y="73326"/>
                  <a:pt x="506839" y="79449"/>
                </a:cubicBezTo>
                <a:cubicBezTo>
                  <a:pt x="506839" y="86122"/>
                  <a:pt x="504051" y="91857"/>
                  <a:pt x="498476" y="96655"/>
                </a:cubicBezTo>
                <a:cubicBezTo>
                  <a:pt x="492900" y="101454"/>
                  <a:pt x="484652" y="103853"/>
                  <a:pt x="473729" y="103853"/>
                </a:cubicBezTo>
                <a:cubicBezTo>
                  <a:pt x="463812" y="103853"/>
                  <a:pt x="455963" y="101842"/>
                  <a:pt x="450182" y="97821"/>
                </a:cubicBezTo>
                <a:cubicBezTo>
                  <a:pt x="444401" y="93799"/>
                  <a:pt x="440620" y="88338"/>
                  <a:pt x="438837" y="81437"/>
                </a:cubicBezTo>
                <a:close/>
                <a:moveTo>
                  <a:pt x="527158" y="48670"/>
                </a:moveTo>
                <a:lnTo>
                  <a:pt x="527158" y="29408"/>
                </a:lnTo>
                <a:lnTo>
                  <a:pt x="546420" y="29408"/>
                </a:lnTo>
                <a:lnTo>
                  <a:pt x="546420" y="48670"/>
                </a:lnTo>
                <a:lnTo>
                  <a:pt x="527158" y="48670"/>
                </a:lnTo>
                <a:moveTo>
                  <a:pt x="527158" y="102208"/>
                </a:moveTo>
                <a:lnTo>
                  <a:pt x="527158" y="82945"/>
                </a:lnTo>
                <a:lnTo>
                  <a:pt x="546420" y="82945"/>
                </a:lnTo>
                <a:lnTo>
                  <a:pt x="546420" y="102208"/>
                </a:lnTo>
                <a:lnTo>
                  <a:pt x="527158" y="102208"/>
                </a:lnTo>
                <a:close/>
                <a:moveTo>
                  <a:pt x="602038" y="73691"/>
                </a:moveTo>
                <a:lnTo>
                  <a:pt x="614035" y="72046"/>
                </a:lnTo>
                <a:cubicBezTo>
                  <a:pt x="614354" y="79724"/>
                  <a:pt x="615794" y="84979"/>
                  <a:pt x="618353" y="87812"/>
                </a:cubicBezTo>
                <a:cubicBezTo>
                  <a:pt x="620912" y="90646"/>
                  <a:pt x="624454" y="92063"/>
                  <a:pt x="628978" y="92063"/>
                </a:cubicBezTo>
                <a:cubicBezTo>
                  <a:pt x="632315" y="92063"/>
                  <a:pt x="635194" y="91297"/>
                  <a:pt x="637616" y="89766"/>
                </a:cubicBezTo>
                <a:cubicBezTo>
                  <a:pt x="640038" y="88235"/>
                  <a:pt x="641706" y="86156"/>
                  <a:pt x="642620" y="83528"/>
                </a:cubicBezTo>
                <a:cubicBezTo>
                  <a:pt x="643534" y="80900"/>
                  <a:pt x="643991" y="76707"/>
                  <a:pt x="643991" y="70949"/>
                </a:cubicBezTo>
                <a:lnTo>
                  <a:pt x="643991" y="1714"/>
                </a:lnTo>
                <a:lnTo>
                  <a:pt x="657290" y="1714"/>
                </a:lnTo>
                <a:lnTo>
                  <a:pt x="657290" y="70195"/>
                </a:lnTo>
                <a:cubicBezTo>
                  <a:pt x="657290" y="78604"/>
                  <a:pt x="656273" y="85116"/>
                  <a:pt x="654239" y="89732"/>
                </a:cubicBezTo>
                <a:cubicBezTo>
                  <a:pt x="652205" y="94348"/>
                  <a:pt x="648984" y="97866"/>
                  <a:pt x="644574" y="100289"/>
                </a:cubicBezTo>
                <a:cubicBezTo>
                  <a:pt x="640164" y="102711"/>
                  <a:pt x="634988" y="103922"/>
                  <a:pt x="629047" y="103922"/>
                </a:cubicBezTo>
                <a:cubicBezTo>
                  <a:pt x="620227" y="103922"/>
                  <a:pt x="613475" y="101385"/>
                  <a:pt x="608790" y="96313"/>
                </a:cubicBezTo>
                <a:cubicBezTo>
                  <a:pt x="604106" y="91240"/>
                  <a:pt x="601856" y="83699"/>
                  <a:pt x="602038" y="73691"/>
                </a:cubicBezTo>
                <a:close/>
                <a:moveTo>
                  <a:pt x="727026" y="78764"/>
                </a:moveTo>
                <a:lnTo>
                  <a:pt x="739777" y="80341"/>
                </a:lnTo>
                <a:cubicBezTo>
                  <a:pt x="737766" y="87790"/>
                  <a:pt x="734041" y="93571"/>
                  <a:pt x="728603" y="97684"/>
                </a:cubicBezTo>
                <a:cubicBezTo>
                  <a:pt x="723165" y="101797"/>
                  <a:pt x="716218" y="103853"/>
                  <a:pt x="707764" y="103853"/>
                </a:cubicBezTo>
                <a:cubicBezTo>
                  <a:pt x="697116" y="103853"/>
                  <a:pt x="688673" y="100574"/>
                  <a:pt x="682435" y="94016"/>
                </a:cubicBezTo>
                <a:cubicBezTo>
                  <a:pt x="676197" y="87458"/>
                  <a:pt x="673078" y="78261"/>
                  <a:pt x="673078" y="66425"/>
                </a:cubicBezTo>
                <a:cubicBezTo>
                  <a:pt x="673078" y="54177"/>
                  <a:pt x="676231" y="44672"/>
                  <a:pt x="682537" y="37908"/>
                </a:cubicBezTo>
                <a:cubicBezTo>
                  <a:pt x="688844" y="31145"/>
                  <a:pt x="697024" y="27763"/>
                  <a:pt x="707078" y="27763"/>
                </a:cubicBezTo>
                <a:cubicBezTo>
                  <a:pt x="716812" y="27763"/>
                  <a:pt x="724764" y="31076"/>
                  <a:pt x="730934" y="37702"/>
                </a:cubicBezTo>
                <a:cubicBezTo>
                  <a:pt x="737103" y="44329"/>
                  <a:pt x="740188" y="53652"/>
                  <a:pt x="740188" y="65671"/>
                </a:cubicBezTo>
                <a:cubicBezTo>
                  <a:pt x="740188" y="66402"/>
                  <a:pt x="740165" y="67499"/>
                  <a:pt x="740119" y="68961"/>
                </a:cubicBezTo>
                <a:lnTo>
                  <a:pt x="685828" y="68961"/>
                </a:lnTo>
                <a:cubicBezTo>
                  <a:pt x="686285" y="76959"/>
                  <a:pt x="688547" y="83083"/>
                  <a:pt x="692614" y="87333"/>
                </a:cubicBezTo>
                <a:cubicBezTo>
                  <a:pt x="696682" y="91583"/>
                  <a:pt x="701754" y="93708"/>
                  <a:pt x="707832" y="93708"/>
                </a:cubicBezTo>
                <a:cubicBezTo>
                  <a:pt x="712357" y="93708"/>
                  <a:pt x="716218" y="92520"/>
                  <a:pt x="719417" y="90143"/>
                </a:cubicBezTo>
                <a:cubicBezTo>
                  <a:pt x="722616" y="87767"/>
                  <a:pt x="725153" y="83974"/>
                  <a:pt x="727026" y="78764"/>
                </a:cubicBezTo>
                <a:moveTo>
                  <a:pt x="686513" y="58816"/>
                </a:moveTo>
                <a:lnTo>
                  <a:pt x="727163" y="58816"/>
                </a:lnTo>
                <a:cubicBezTo>
                  <a:pt x="726615" y="52692"/>
                  <a:pt x="725061" y="48099"/>
                  <a:pt x="722502" y="45037"/>
                </a:cubicBezTo>
                <a:cubicBezTo>
                  <a:pt x="718572" y="40285"/>
                  <a:pt x="713476" y="37908"/>
                  <a:pt x="707215" y="37908"/>
                </a:cubicBezTo>
                <a:cubicBezTo>
                  <a:pt x="701549" y="37908"/>
                  <a:pt x="696784" y="39805"/>
                  <a:pt x="692923" y="43598"/>
                </a:cubicBezTo>
                <a:cubicBezTo>
                  <a:pt x="689061" y="47391"/>
                  <a:pt x="686925" y="52464"/>
                  <a:pt x="686513" y="58816"/>
                </a:cubicBezTo>
                <a:close/>
                <a:moveTo>
                  <a:pt x="754995" y="102208"/>
                </a:moveTo>
                <a:lnTo>
                  <a:pt x="754995" y="29408"/>
                </a:lnTo>
                <a:lnTo>
                  <a:pt x="766100" y="29408"/>
                </a:lnTo>
                <a:lnTo>
                  <a:pt x="766100" y="39759"/>
                </a:lnTo>
                <a:cubicBezTo>
                  <a:pt x="771447" y="31761"/>
                  <a:pt x="779170" y="27763"/>
                  <a:pt x="789270" y="27763"/>
                </a:cubicBezTo>
                <a:cubicBezTo>
                  <a:pt x="793657" y="27763"/>
                  <a:pt x="797690" y="28551"/>
                  <a:pt x="801369" y="30128"/>
                </a:cubicBezTo>
                <a:cubicBezTo>
                  <a:pt x="805048" y="31704"/>
                  <a:pt x="807801" y="33772"/>
                  <a:pt x="809629" y="36331"/>
                </a:cubicBezTo>
                <a:cubicBezTo>
                  <a:pt x="811457" y="38891"/>
                  <a:pt x="812737" y="41930"/>
                  <a:pt x="813468" y="45449"/>
                </a:cubicBezTo>
                <a:cubicBezTo>
                  <a:pt x="813925" y="47734"/>
                  <a:pt x="814153" y="51732"/>
                  <a:pt x="814153" y="57445"/>
                </a:cubicBezTo>
                <a:lnTo>
                  <a:pt x="814153" y="102208"/>
                </a:lnTo>
                <a:lnTo>
                  <a:pt x="801814" y="102208"/>
                </a:lnTo>
                <a:lnTo>
                  <a:pt x="801814" y="57925"/>
                </a:lnTo>
                <a:cubicBezTo>
                  <a:pt x="801814" y="52898"/>
                  <a:pt x="801335" y="49139"/>
                  <a:pt x="800375" y="46648"/>
                </a:cubicBezTo>
                <a:cubicBezTo>
                  <a:pt x="799415" y="44158"/>
                  <a:pt x="797713" y="42170"/>
                  <a:pt x="795268" y="40684"/>
                </a:cubicBezTo>
                <a:cubicBezTo>
                  <a:pt x="792823" y="39199"/>
                  <a:pt x="789955" y="38457"/>
                  <a:pt x="786665" y="38457"/>
                </a:cubicBezTo>
                <a:cubicBezTo>
                  <a:pt x="781409" y="38457"/>
                  <a:pt x="776874" y="40125"/>
                  <a:pt x="773058" y="43461"/>
                </a:cubicBezTo>
                <a:cubicBezTo>
                  <a:pt x="769242" y="46797"/>
                  <a:pt x="767334" y="53126"/>
                  <a:pt x="767334" y="62449"/>
                </a:cubicBezTo>
                <a:lnTo>
                  <a:pt x="767334" y="102208"/>
                </a:lnTo>
                <a:lnTo>
                  <a:pt x="754995" y="102208"/>
                </a:lnTo>
                <a:close/>
                <a:moveTo>
                  <a:pt x="832799" y="102208"/>
                </a:moveTo>
                <a:lnTo>
                  <a:pt x="832799" y="29408"/>
                </a:lnTo>
                <a:lnTo>
                  <a:pt x="843904" y="29408"/>
                </a:lnTo>
                <a:lnTo>
                  <a:pt x="843904" y="39759"/>
                </a:lnTo>
                <a:cubicBezTo>
                  <a:pt x="849251" y="31761"/>
                  <a:pt x="856974" y="27763"/>
                  <a:pt x="867074" y="27763"/>
                </a:cubicBezTo>
                <a:cubicBezTo>
                  <a:pt x="871461" y="27763"/>
                  <a:pt x="875494" y="28551"/>
                  <a:pt x="879173" y="30128"/>
                </a:cubicBezTo>
                <a:cubicBezTo>
                  <a:pt x="882852" y="31704"/>
                  <a:pt x="885605" y="33772"/>
                  <a:pt x="887433" y="36331"/>
                </a:cubicBezTo>
                <a:cubicBezTo>
                  <a:pt x="889261" y="38891"/>
                  <a:pt x="890541" y="41930"/>
                  <a:pt x="891272" y="45449"/>
                </a:cubicBezTo>
                <a:cubicBezTo>
                  <a:pt x="891729" y="47734"/>
                  <a:pt x="891958" y="51732"/>
                  <a:pt x="891958" y="57445"/>
                </a:cubicBezTo>
                <a:lnTo>
                  <a:pt x="891958" y="102208"/>
                </a:lnTo>
                <a:lnTo>
                  <a:pt x="879619" y="102208"/>
                </a:lnTo>
                <a:lnTo>
                  <a:pt x="879619" y="57925"/>
                </a:lnTo>
                <a:cubicBezTo>
                  <a:pt x="879619" y="52898"/>
                  <a:pt x="879139" y="49139"/>
                  <a:pt x="878179" y="46648"/>
                </a:cubicBezTo>
                <a:cubicBezTo>
                  <a:pt x="877220" y="44158"/>
                  <a:pt x="875517" y="42170"/>
                  <a:pt x="873072" y="40684"/>
                </a:cubicBezTo>
                <a:cubicBezTo>
                  <a:pt x="870627" y="39199"/>
                  <a:pt x="867760" y="38457"/>
                  <a:pt x="864469" y="38457"/>
                </a:cubicBezTo>
                <a:cubicBezTo>
                  <a:pt x="859214" y="38457"/>
                  <a:pt x="854678" y="40125"/>
                  <a:pt x="850862" y="43461"/>
                </a:cubicBezTo>
                <a:cubicBezTo>
                  <a:pt x="847046" y="46797"/>
                  <a:pt x="845138" y="53126"/>
                  <a:pt x="845138" y="62449"/>
                </a:cubicBezTo>
                <a:lnTo>
                  <a:pt x="845138" y="102208"/>
                </a:lnTo>
                <a:lnTo>
                  <a:pt x="832799" y="102208"/>
                </a:lnTo>
                <a:close/>
                <a:moveTo>
                  <a:pt x="910672" y="15904"/>
                </a:moveTo>
                <a:lnTo>
                  <a:pt x="910672" y="1714"/>
                </a:lnTo>
                <a:lnTo>
                  <a:pt x="923011" y="1714"/>
                </a:lnTo>
                <a:lnTo>
                  <a:pt x="923011" y="15904"/>
                </a:lnTo>
                <a:lnTo>
                  <a:pt x="910672" y="15904"/>
                </a:lnTo>
                <a:moveTo>
                  <a:pt x="910672" y="102208"/>
                </a:moveTo>
                <a:lnTo>
                  <a:pt x="910672" y="29408"/>
                </a:lnTo>
                <a:lnTo>
                  <a:pt x="923011" y="29408"/>
                </a:lnTo>
                <a:lnTo>
                  <a:pt x="923011" y="102208"/>
                </a:lnTo>
                <a:lnTo>
                  <a:pt x="910672" y="102208"/>
                </a:lnTo>
                <a:close/>
                <a:moveTo>
                  <a:pt x="945026" y="102208"/>
                </a:moveTo>
                <a:lnTo>
                  <a:pt x="945026" y="39005"/>
                </a:lnTo>
                <a:lnTo>
                  <a:pt x="934127" y="39005"/>
                </a:lnTo>
                <a:lnTo>
                  <a:pt x="934127" y="29408"/>
                </a:lnTo>
                <a:lnTo>
                  <a:pt x="945026" y="29408"/>
                </a:lnTo>
                <a:lnTo>
                  <a:pt x="945026" y="21662"/>
                </a:lnTo>
                <a:cubicBezTo>
                  <a:pt x="945026" y="16772"/>
                  <a:pt x="945461" y="13139"/>
                  <a:pt x="946329" y="10762"/>
                </a:cubicBezTo>
                <a:cubicBezTo>
                  <a:pt x="947517" y="7563"/>
                  <a:pt x="949608" y="4970"/>
                  <a:pt x="952601" y="2982"/>
                </a:cubicBezTo>
                <a:cubicBezTo>
                  <a:pt x="955595" y="994"/>
                  <a:pt x="959788" y="0"/>
                  <a:pt x="965180" y="0"/>
                </a:cubicBezTo>
                <a:cubicBezTo>
                  <a:pt x="968653" y="0"/>
                  <a:pt x="972492" y="411"/>
                  <a:pt x="976697" y="1234"/>
                </a:cubicBezTo>
                <a:lnTo>
                  <a:pt x="974846" y="11996"/>
                </a:lnTo>
                <a:cubicBezTo>
                  <a:pt x="972286" y="11539"/>
                  <a:pt x="969864" y="11311"/>
                  <a:pt x="967579" y="11311"/>
                </a:cubicBezTo>
                <a:cubicBezTo>
                  <a:pt x="963832" y="11311"/>
                  <a:pt x="961181" y="12110"/>
                  <a:pt x="959628" y="13710"/>
                </a:cubicBezTo>
                <a:cubicBezTo>
                  <a:pt x="958074" y="15309"/>
                  <a:pt x="957297" y="18303"/>
                  <a:pt x="957297" y="22690"/>
                </a:cubicBezTo>
                <a:lnTo>
                  <a:pt x="957297" y="29408"/>
                </a:lnTo>
                <a:lnTo>
                  <a:pt x="971487" y="29408"/>
                </a:lnTo>
                <a:lnTo>
                  <a:pt x="971487" y="39005"/>
                </a:lnTo>
                <a:lnTo>
                  <a:pt x="957297" y="39005"/>
                </a:lnTo>
                <a:lnTo>
                  <a:pt x="957297" y="102208"/>
                </a:lnTo>
                <a:lnTo>
                  <a:pt x="945026" y="102208"/>
                </a:lnTo>
                <a:close/>
                <a:moveTo>
                  <a:pt x="1030410" y="78764"/>
                </a:moveTo>
                <a:lnTo>
                  <a:pt x="1043160" y="80341"/>
                </a:lnTo>
                <a:cubicBezTo>
                  <a:pt x="1041149" y="87790"/>
                  <a:pt x="1037425" y="93571"/>
                  <a:pt x="1031987" y="97684"/>
                </a:cubicBezTo>
                <a:cubicBezTo>
                  <a:pt x="1026548" y="101797"/>
                  <a:pt x="1019602" y="103853"/>
                  <a:pt x="1011147" y="103853"/>
                </a:cubicBezTo>
                <a:cubicBezTo>
                  <a:pt x="1000499" y="103853"/>
                  <a:pt x="992056" y="100574"/>
                  <a:pt x="985818" y="94016"/>
                </a:cubicBezTo>
                <a:cubicBezTo>
                  <a:pt x="979580" y="87458"/>
                  <a:pt x="976461" y="78261"/>
                  <a:pt x="976461" y="66425"/>
                </a:cubicBezTo>
                <a:cubicBezTo>
                  <a:pt x="976461" y="54177"/>
                  <a:pt x="979615" y="44672"/>
                  <a:pt x="985921" y="37908"/>
                </a:cubicBezTo>
                <a:cubicBezTo>
                  <a:pt x="992228" y="31145"/>
                  <a:pt x="1000408" y="27763"/>
                  <a:pt x="1010462" y="27763"/>
                </a:cubicBezTo>
                <a:cubicBezTo>
                  <a:pt x="1020196" y="27763"/>
                  <a:pt x="1028148" y="31076"/>
                  <a:pt x="1034317" y="37702"/>
                </a:cubicBezTo>
                <a:cubicBezTo>
                  <a:pt x="1040487" y="44329"/>
                  <a:pt x="1043572" y="53652"/>
                  <a:pt x="1043572" y="65671"/>
                </a:cubicBezTo>
                <a:cubicBezTo>
                  <a:pt x="1043572" y="66402"/>
                  <a:pt x="1043549" y="67499"/>
                  <a:pt x="1043503" y="68961"/>
                </a:cubicBezTo>
                <a:lnTo>
                  <a:pt x="989212" y="68961"/>
                </a:lnTo>
                <a:cubicBezTo>
                  <a:pt x="989669" y="76959"/>
                  <a:pt x="991931" y="83083"/>
                  <a:pt x="995998" y="87333"/>
                </a:cubicBezTo>
                <a:cubicBezTo>
                  <a:pt x="1000065" y="91583"/>
                  <a:pt x="1005138" y="93708"/>
                  <a:pt x="1011216" y="93708"/>
                </a:cubicBezTo>
                <a:cubicBezTo>
                  <a:pt x="1015740" y="93708"/>
                  <a:pt x="1019602" y="92520"/>
                  <a:pt x="1022801" y="90143"/>
                </a:cubicBezTo>
                <a:cubicBezTo>
                  <a:pt x="1026000" y="87767"/>
                  <a:pt x="1028536" y="83974"/>
                  <a:pt x="1030410" y="78764"/>
                </a:cubicBezTo>
                <a:moveTo>
                  <a:pt x="989897" y="58816"/>
                </a:moveTo>
                <a:lnTo>
                  <a:pt x="1030547" y="58816"/>
                </a:lnTo>
                <a:cubicBezTo>
                  <a:pt x="1029999" y="52692"/>
                  <a:pt x="1028445" y="48099"/>
                  <a:pt x="1025886" y="45037"/>
                </a:cubicBezTo>
                <a:cubicBezTo>
                  <a:pt x="1021956" y="40285"/>
                  <a:pt x="1016860" y="37908"/>
                  <a:pt x="1010599" y="37908"/>
                </a:cubicBezTo>
                <a:cubicBezTo>
                  <a:pt x="1004932" y="37908"/>
                  <a:pt x="1000168" y="39805"/>
                  <a:pt x="996306" y="43598"/>
                </a:cubicBezTo>
                <a:cubicBezTo>
                  <a:pt x="992445" y="47391"/>
                  <a:pt x="990308" y="52464"/>
                  <a:pt x="989897" y="58816"/>
                </a:cubicBezTo>
                <a:close/>
                <a:moveTo>
                  <a:pt x="1058241" y="102208"/>
                </a:moveTo>
                <a:lnTo>
                  <a:pt x="1058241" y="29408"/>
                </a:lnTo>
                <a:lnTo>
                  <a:pt x="1069346" y="29408"/>
                </a:lnTo>
                <a:lnTo>
                  <a:pt x="1069346" y="40444"/>
                </a:lnTo>
                <a:cubicBezTo>
                  <a:pt x="1072180" y="35280"/>
                  <a:pt x="1074796" y="31876"/>
                  <a:pt x="1077195" y="30231"/>
                </a:cubicBezTo>
                <a:cubicBezTo>
                  <a:pt x="1079595" y="28585"/>
                  <a:pt x="1082234" y="27763"/>
                  <a:pt x="1085113" y="27763"/>
                </a:cubicBezTo>
                <a:cubicBezTo>
                  <a:pt x="1089272" y="27763"/>
                  <a:pt x="1093499" y="29088"/>
                  <a:pt x="1097795" y="31739"/>
                </a:cubicBezTo>
                <a:lnTo>
                  <a:pt x="1093545" y="43186"/>
                </a:lnTo>
                <a:cubicBezTo>
                  <a:pt x="1090528" y="41404"/>
                  <a:pt x="1087512" y="40513"/>
                  <a:pt x="1084496" y="40513"/>
                </a:cubicBezTo>
                <a:cubicBezTo>
                  <a:pt x="1081800" y="40513"/>
                  <a:pt x="1079378" y="41324"/>
                  <a:pt x="1077230" y="42947"/>
                </a:cubicBezTo>
                <a:cubicBezTo>
                  <a:pt x="1075082" y="44569"/>
                  <a:pt x="1073551" y="46820"/>
                  <a:pt x="1072637" y="49699"/>
                </a:cubicBezTo>
                <a:cubicBezTo>
                  <a:pt x="1071266" y="54086"/>
                  <a:pt x="1070580" y="58884"/>
                  <a:pt x="1070580" y="64094"/>
                </a:cubicBezTo>
                <a:lnTo>
                  <a:pt x="1070580" y="102208"/>
                </a:lnTo>
                <a:lnTo>
                  <a:pt x="1058241" y="102208"/>
                </a:lnTo>
                <a:close/>
                <a:moveTo>
                  <a:pt x="1143299" y="15904"/>
                </a:moveTo>
                <a:lnTo>
                  <a:pt x="1143299" y="1714"/>
                </a:lnTo>
                <a:lnTo>
                  <a:pt x="1155638" y="1714"/>
                </a:lnTo>
                <a:lnTo>
                  <a:pt x="1155638" y="15904"/>
                </a:lnTo>
                <a:lnTo>
                  <a:pt x="1143299" y="15904"/>
                </a:lnTo>
                <a:moveTo>
                  <a:pt x="1143299" y="102208"/>
                </a:moveTo>
                <a:lnTo>
                  <a:pt x="1143299" y="29408"/>
                </a:lnTo>
                <a:lnTo>
                  <a:pt x="1155638" y="29408"/>
                </a:lnTo>
                <a:lnTo>
                  <a:pt x="1155638" y="102208"/>
                </a:lnTo>
                <a:lnTo>
                  <a:pt x="1143299" y="102208"/>
                </a:lnTo>
                <a:close/>
                <a:moveTo>
                  <a:pt x="1169770" y="80478"/>
                </a:moveTo>
                <a:lnTo>
                  <a:pt x="1181972" y="78558"/>
                </a:lnTo>
                <a:cubicBezTo>
                  <a:pt x="1182657" y="83448"/>
                  <a:pt x="1184565" y="87196"/>
                  <a:pt x="1187696" y="89800"/>
                </a:cubicBezTo>
                <a:cubicBezTo>
                  <a:pt x="1190826" y="92405"/>
                  <a:pt x="1195202" y="93708"/>
                  <a:pt x="1200823" y="93708"/>
                </a:cubicBezTo>
                <a:cubicBezTo>
                  <a:pt x="1206490" y="93708"/>
                  <a:pt x="1210694" y="92554"/>
                  <a:pt x="1213436" y="90246"/>
                </a:cubicBezTo>
                <a:cubicBezTo>
                  <a:pt x="1216178" y="87938"/>
                  <a:pt x="1217549" y="85230"/>
                  <a:pt x="1217549" y="82123"/>
                </a:cubicBezTo>
                <a:cubicBezTo>
                  <a:pt x="1217549" y="79335"/>
                  <a:pt x="1216338" y="77142"/>
                  <a:pt x="1213916" y="75542"/>
                </a:cubicBezTo>
                <a:cubicBezTo>
                  <a:pt x="1212225" y="74445"/>
                  <a:pt x="1208021" y="73051"/>
                  <a:pt x="1201303" y="71360"/>
                </a:cubicBezTo>
                <a:cubicBezTo>
                  <a:pt x="1192254" y="69075"/>
                  <a:pt x="1185982" y="67099"/>
                  <a:pt x="1182486" y="65431"/>
                </a:cubicBezTo>
                <a:cubicBezTo>
                  <a:pt x="1178990" y="63763"/>
                  <a:pt x="1176339" y="61455"/>
                  <a:pt x="1174534" y="58507"/>
                </a:cubicBezTo>
                <a:cubicBezTo>
                  <a:pt x="1172729" y="55560"/>
                  <a:pt x="1171826" y="52304"/>
                  <a:pt x="1171826" y="48739"/>
                </a:cubicBezTo>
                <a:cubicBezTo>
                  <a:pt x="1171826" y="45494"/>
                  <a:pt x="1172569" y="42490"/>
                  <a:pt x="1174054" y="39725"/>
                </a:cubicBezTo>
                <a:cubicBezTo>
                  <a:pt x="1175539" y="36960"/>
                  <a:pt x="1177562" y="34663"/>
                  <a:pt x="1180121" y="32835"/>
                </a:cubicBezTo>
                <a:cubicBezTo>
                  <a:pt x="1182040" y="31419"/>
                  <a:pt x="1184656" y="30219"/>
                  <a:pt x="1187970" y="29237"/>
                </a:cubicBezTo>
                <a:cubicBezTo>
                  <a:pt x="1191283" y="28254"/>
                  <a:pt x="1194836" y="27763"/>
                  <a:pt x="1198629" y="27763"/>
                </a:cubicBezTo>
                <a:cubicBezTo>
                  <a:pt x="1204342" y="27763"/>
                  <a:pt x="1209357" y="28585"/>
                  <a:pt x="1213676" y="30231"/>
                </a:cubicBezTo>
                <a:cubicBezTo>
                  <a:pt x="1217995" y="31876"/>
                  <a:pt x="1221182" y="34104"/>
                  <a:pt x="1223239" y="36914"/>
                </a:cubicBezTo>
                <a:cubicBezTo>
                  <a:pt x="1225295" y="39725"/>
                  <a:pt x="1226712" y="43484"/>
                  <a:pt x="1227489" y="48191"/>
                </a:cubicBezTo>
                <a:lnTo>
                  <a:pt x="1215424" y="49836"/>
                </a:lnTo>
                <a:cubicBezTo>
                  <a:pt x="1214876" y="46088"/>
                  <a:pt x="1213288" y="43164"/>
                  <a:pt x="1210660" y="41061"/>
                </a:cubicBezTo>
                <a:cubicBezTo>
                  <a:pt x="1208032" y="38959"/>
                  <a:pt x="1204319" y="37908"/>
                  <a:pt x="1199520" y="37908"/>
                </a:cubicBezTo>
                <a:cubicBezTo>
                  <a:pt x="1193854" y="37908"/>
                  <a:pt x="1189809" y="38845"/>
                  <a:pt x="1187387" y="40719"/>
                </a:cubicBezTo>
                <a:cubicBezTo>
                  <a:pt x="1184965" y="42592"/>
                  <a:pt x="1183754" y="44786"/>
                  <a:pt x="1183754" y="47299"/>
                </a:cubicBezTo>
                <a:cubicBezTo>
                  <a:pt x="1183754" y="48899"/>
                  <a:pt x="1184257" y="50338"/>
                  <a:pt x="1185262" y="51618"/>
                </a:cubicBezTo>
                <a:cubicBezTo>
                  <a:pt x="1186267" y="52943"/>
                  <a:pt x="1187844" y="54040"/>
                  <a:pt x="1189992" y="54908"/>
                </a:cubicBezTo>
                <a:cubicBezTo>
                  <a:pt x="1191226" y="55365"/>
                  <a:pt x="1194859" y="56417"/>
                  <a:pt x="1200891" y="58062"/>
                </a:cubicBezTo>
                <a:cubicBezTo>
                  <a:pt x="1209620" y="60392"/>
                  <a:pt x="1215710" y="62300"/>
                  <a:pt x="1219160" y="63786"/>
                </a:cubicBezTo>
                <a:cubicBezTo>
                  <a:pt x="1222610" y="65271"/>
                  <a:pt x="1225318" y="67430"/>
                  <a:pt x="1227283" y="70264"/>
                </a:cubicBezTo>
                <a:cubicBezTo>
                  <a:pt x="1229248" y="73097"/>
                  <a:pt x="1230231" y="76616"/>
                  <a:pt x="1230231" y="80820"/>
                </a:cubicBezTo>
                <a:cubicBezTo>
                  <a:pt x="1230231" y="84933"/>
                  <a:pt x="1229031" y="88806"/>
                  <a:pt x="1226632" y="92440"/>
                </a:cubicBezTo>
                <a:cubicBezTo>
                  <a:pt x="1224233" y="96073"/>
                  <a:pt x="1220771" y="98883"/>
                  <a:pt x="1216247" y="100871"/>
                </a:cubicBezTo>
                <a:cubicBezTo>
                  <a:pt x="1211722" y="102859"/>
                  <a:pt x="1206604" y="103853"/>
                  <a:pt x="1200891" y="103853"/>
                </a:cubicBezTo>
                <a:cubicBezTo>
                  <a:pt x="1191432" y="103853"/>
                  <a:pt x="1184222" y="101888"/>
                  <a:pt x="1179264" y="97958"/>
                </a:cubicBezTo>
                <a:cubicBezTo>
                  <a:pt x="1174305" y="94028"/>
                  <a:pt x="1171141" y="88201"/>
                  <a:pt x="1169770" y="80478"/>
                </a:cubicBezTo>
                <a:close/>
                <a:moveTo>
                  <a:pt x="1278208" y="80478"/>
                </a:moveTo>
                <a:lnTo>
                  <a:pt x="1290409" y="78558"/>
                </a:lnTo>
                <a:cubicBezTo>
                  <a:pt x="1291095" y="83448"/>
                  <a:pt x="1293003" y="87196"/>
                  <a:pt x="1296133" y="89800"/>
                </a:cubicBezTo>
                <a:cubicBezTo>
                  <a:pt x="1299264" y="92405"/>
                  <a:pt x="1303640" y="93708"/>
                  <a:pt x="1309261" y="93708"/>
                </a:cubicBezTo>
                <a:cubicBezTo>
                  <a:pt x="1314927" y="93708"/>
                  <a:pt x="1319132" y="92554"/>
                  <a:pt x="1321874" y="90246"/>
                </a:cubicBezTo>
                <a:cubicBezTo>
                  <a:pt x="1324616" y="87938"/>
                  <a:pt x="1325987" y="85230"/>
                  <a:pt x="1325987" y="82123"/>
                </a:cubicBezTo>
                <a:cubicBezTo>
                  <a:pt x="1325987" y="79335"/>
                  <a:pt x="1324776" y="77142"/>
                  <a:pt x="1322354" y="75542"/>
                </a:cubicBezTo>
                <a:cubicBezTo>
                  <a:pt x="1320663" y="74445"/>
                  <a:pt x="1316458" y="73051"/>
                  <a:pt x="1309741" y="71360"/>
                </a:cubicBezTo>
                <a:cubicBezTo>
                  <a:pt x="1300692" y="69075"/>
                  <a:pt x="1294420" y="67099"/>
                  <a:pt x="1290924" y="65431"/>
                </a:cubicBezTo>
                <a:cubicBezTo>
                  <a:pt x="1287428" y="63763"/>
                  <a:pt x="1284777" y="61455"/>
                  <a:pt x="1282972" y="58507"/>
                </a:cubicBezTo>
                <a:cubicBezTo>
                  <a:pt x="1281167" y="55560"/>
                  <a:pt x="1280264" y="52304"/>
                  <a:pt x="1280264" y="48739"/>
                </a:cubicBezTo>
                <a:cubicBezTo>
                  <a:pt x="1280264" y="45494"/>
                  <a:pt x="1281007" y="42490"/>
                  <a:pt x="1282492" y="39725"/>
                </a:cubicBezTo>
                <a:cubicBezTo>
                  <a:pt x="1283977" y="36960"/>
                  <a:pt x="1285999" y="34663"/>
                  <a:pt x="1288559" y="32835"/>
                </a:cubicBezTo>
                <a:cubicBezTo>
                  <a:pt x="1290478" y="31419"/>
                  <a:pt x="1293094" y="30219"/>
                  <a:pt x="1296408" y="29237"/>
                </a:cubicBezTo>
                <a:cubicBezTo>
                  <a:pt x="1299721" y="28254"/>
                  <a:pt x="1303274" y="27763"/>
                  <a:pt x="1307067" y="27763"/>
                </a:cubicBezTo>
                <a:cubicBezTo>
                  <a:pt x="1312780" y="27763"/>
                  <a:pt x="1317795" y="28585"/>
                  <a:pt x="1322114" y="30231"/>
                </a:cubicBezTo>
                <a:cubicBezTo>
                  <a:pt x="1326432" y="31876"/>
                  <a:pt x="1329620" y="34104"/>
                  <a:pt x="1331677" y="36914"/>
                </a:cubicBezTo>
                <a:cubicBezTo>
                  <a:pt x="1333733" y="39725"/>
                  <a:pt x="1335150" y="43484"/>
                  <a:pt x="1335927" y="48191"/>
                </a:cubicBezTo>
                <a:lnTo>
                  <a:pt x="1323862" y="49836"/>
                </a:lnTo>
                <a:cubicBezTo>
                  <a:pt x="1323313" y="46088"/>
                  <a:pt x="1321725" y="43164"/>
                  <a:pt x="1319098" y="41061"/>
                </a:cubicBezTo>
                <a:cubicBezTo>
                  <a:pt x="1316470" y="38959"/>
                  <a:pt x="1312757" y="37908"/>
                  <a:pt x="1307958" y="37908"/>
                </a:cubicBezTo>
                <a:cubicBezTo>
                  <a:pt x="1302291" y="37908"/>
                  <a:pt x="1298247" y="38845"/>
                  <a:pt x="1295825" y="40719"/>
                </a:cubicBezTo>
                <a:cubicBezTo>
                  <a:pt x="1293403" y="42592"/>
                  <a:pt x="1292192" y="44786"/>
                  <a:pt x="1292192" y="47299"/>
                </a:cubicBezTo>
                <a:cubicBezTo>
                  <a:pt x="1292192" y="48899"/>
                  <a:pt x="1292694" y="50338"/>
                  <a:pt x="1293700" y="51618"/>
                </a:cubicBezTo>
                <a:cubicBezTo>
                  <a:pt x="1294705" y="52943"/>
                  <a:pt x="1296282" y="54040"/>
                  <a:pt x="1298430" y="54908"/>
                </a:cubicBezTo>
                <a:cubicBezTo>
                  <a:pt x="1299664" y="55365"/>
                  <a:pt x="1303297" y="56417"/>
                  <a:pt x="1309329" y="58062"/>
                </a:cubicBezTo>
                <a:cubicBezTo>
                  <a:pt x="1318058" y="60392"/>
                  <a:pt x="1324147" y="62300"/>
                  <a:pt x="1327598" y="63786"/>
                </a:cubicBezTo>
                <a:cubicBezTo>
                  <a:pt x="1331048" y="65271"/>
                  <a:pt x="1333756" y="67430"/>
                  <a:pt x="1335721" y="70264"/>
                </a:cubicBezTo>
                <a:cubicBezTo>
                  <a:pt x="1337686" y="73097"/>
                  <a:pt x="1338669" y="76616"/>
                  <a:pt x="1338669" y="80820"/>
                </a:cubicBezTo>
                <a:cubicBezTo>
                  <a:pt x="1338669" y="84933"/>
                  <a:pt x="1337469" y="88806"/>
                  <a:pt x="1335070" y="92440"/>
                </a:cubicBezTo>
                <a:cubicBezTo>
                  <a:pt x="1332670" y="96073"/>
                  <a:pt x="1329209" y="98883"/>
                  <a:pt x="1324684" y="100871"/>
                </a:cubicBezTo>
                <a:cubicBezTo>
                  <a:pt x="1320160" y="102859"/>
                  <a:pt x="1315042" y="103853"/>
                  <a:pt x="1309329" y="103853"/>
                </a:cubicBezTo>
                <a:cubicBezTo>
                  <a:pt x="1299869" y="103853"/>
                  <a:pt x="1292660" y="101888"/>
                  <a:pt x="1287702" y="97958"/>
                </a:cubicBezTo>
                <a:cubicBezTo>
                  <a:pt x="1282743" y="94028"/>
                  <a:pt x="1279579" y="88201"/>
                  <a:pt x="1278208" y="80478"/>
                </a:cubicBezTo>
                <a:close/>
                <a:moveTo>
                  <a:pt x="1353154" y="15904"/>
                </a:moveTo>
                <a:lnTo>
                  <a:pt x="1353154" y="1714"/>
                </a:lnTo>
                <a:lnTo>
                  <a:pt x="1365493" y="1714"/>
                </a:lnTo>
                <a:lnTo>
                  <a:pt x="1365493" y="15904"/>
                </a:lnTo>
                <a:lnTo>
                  <a:pt x="1353154" y="15904"/>
                </a:lnTo>
                <a:moveTo>
                  <a:pt x="1353154" y="102208"/>
                </a:moveTo>
                <a:lnTo>
                  <a:pt x="1353154" y="29408"/>
                </a:lnTo>
                <a:lnTo>
                  <a:pt x="1365493" y="29408"/>
                </a:lnTo>
                <a:lnTo>
                  <a:pt x="1365493" y="102208"/>
                </a:lnTo>
                <a:lnTo>
                  <a:pt x="1353154" y="102208"/>
                </a:lnTo>
                <a:close/>
                <a:moveTo>
                  <a:pt x="1411501" y="91171"/>
                </a:moveTo>
                <a:lnTo>
                  <a:pt x="1413283" y="102071"/>
                </a:lnTo>
                <a:cubicBezTo>
                  <a:pt x="1409810" y="102802"/>
                  <a:pt x="1406703" y="103168"/>
                  <a:pt x="1403961" y="103168"/>
                </a:cubicBezTo>
                <a:cubicBezTo>
                  <a:pt x="1399482" y="103168"/>
                  <a:pt x="1396009" y="102459"/>
                  <a:pt x="1393541" y="101043"/>
                </a:cubicBezTo>
                <a:cubicBezTo>
                  <a:pt x="1391073" y="99626"/>
                  <a:pt x="1389337" y="97764"/>
                  <a:pt x="1388331" y="95456"/>
                </a:cubicBezTo>
                <a:cubicBezTo>
                  <a:pt x="1387326" y="93148"/>
                  <a:pt x="1386823" y="88292"/>
                  <a:pt x="1386823" y="80889"/>
                </a:cubicBezTo>
                <a:lnTo>
                  <a:pt x="1386823" y="39005"/>
                </a:lnTo>
                <a:lnTo>
                  <a:pt x="1377775" y="39005"/>
                </a:lnTo>
                <a:lnTo>
                  <a:pt x="1377775" y="29408"/>
                </a:lnTo>
                <a:lnTo>
                  <a:pt x="1386823" y="29408"/>
                </a:lnTo>
                <a:lnTo>
                  <a:pt x="1386823" y="11379"/>
                </a:lnTo>
                <a:lnTo>
                  <a:pt x="1399094" y="3976"/>
                </a:lnTo>
                <a:lnTo>
                  <a:pt x="1399094" y="29408"/>
                </a:lnTo>
                <a:lnTo>
                  <a:pt x="1411501" y="29408"/>
                </a:lnTo>
                <a:lnTo>
                  <a:pt x="1411501" y="39005"/>
                </a:lnTo>
                <a:lnTo>
                  <a:pt x="1399094" y="39005"/>
                </a:lnTo>
                <a:lnTo>
                  <a:pt x="1399094" y="81574"/>
                </a:lnTo>
                <a:cubicBezTo>
                  <a:pt x="1399094" y="85093"/>
                  <a:pt x="1399311" y="87355"/>
                  <a:pt x="1399745" y="88361"/>
                </a:cubicBezTo>
                <a:cubicBezTo>
                  <a:pt x="1400179" y="89366"/>
                  <a:pt x="1400887" y="90166"/>
                  <a:pt x="1401870" y="90760"/>
                </a:cubicBezTo>
                <a:cubicBezTo>
                  <a:pt x="1402852" y="91354"/>
                  <a:pt x="1404258" y="91651"/>
                  <a:pt x="1406086" y="91651"/>
                </a:cubicBezTo>
                <a:cubicBezTo>
                  <a:pt x="1407457" y="91651"/>
                  <a:pt x="1409262" y="91491"/>
                  <a:pt x="1411501" y="91171"/>
                </a:cubicBezTo>
                <a:close/>
                <a:moveTo>
                  <a:pt x="1470767" y="102208"/>
                </a:moveTo>
                <a:lnTo>
                  <a:pt x="1470767" y="91514"/>
                </a:lnTo>
                <a:cubicBezTo>
                  <a:pt x="1465100" y="99740"/>
                  <a:pt x="1457399" y="103853"/>
                  <a:pt x="1447665" y="103853"/>
                </a:cubicBezTo>
                <a:cubicBezTo>
                  <a:pt x="1443369" y="103853"/>
                  <a:pt x="1439359" y="103031"/>
                  <a:pt x="1435635" y="101385"/>
                </a:cubicBezTo>
                <a:cubicBezTo>
                  <a:pt x="1431910" y="99740"/>
                  <a:pt x="1429145" y="97672"/>
                  <a:pt x="1427340" y="95182"/>
                </a:cubicBezTo>
                <a:cubicBezTo>
                  <a:pt x="1425535" y="92691"/>
                  <a:pt x="1424267" y="89640"/>
                  <a:pt x="1423536" y="86030"/>
                </a:cubicBezTo>
                <a:cubicBezTo>
                  <a:pt x="1423033" y="83608"/>
                  <a:pt x="1422782" y="79769"/>
                  <a:pt x="1422782" y="74514"/>
                </a:cubicBezTo>
                <a:lnTo>
                  <a:pt x="1422782" y="29408"/>
                </a:lnTo>
                <a:lnTo>
                  <a:pt x="1435121" y="29408"/>
                </a:lnTo>
                <a:lnTo>
                  <a:pt x="1435121" y="69784"/>
                </a:lnTo>
                <a:cubicBezTo>
                  <a:pt x="1435121" y="76228"/>
                  <a:pt x="1435372" y="80569"/>
                  <a:pt x="1435875" y="82808"/>
                </a:cubicBezTo>
                <a:cubicBezTo>
                  <a:pt x="1436652" y="86053"/>
                  <a:pt x="1438297" y="88601"/>
                  <a:pt x="1440810" y="90452"/>
                </a:cubicBezTo>
                <a:cubicBezTo>
                  <a:pt x="1443324" y="92302"/>
                  <a:pt x="1446431" y="93228"/>
                  <a:pt x="1450133" y="93228"/>
                </a:cubicBezTo>
                <a:cubicBezTo>
                  <a:pt x="1453835" y="93228"/>
                  <a:pt x="1457308" y="92280"/>
                  <a:pt x="1460553" y="90383"/>
                </a:cubicBezTo>
                <a:cubicBezTo>
                  <a:pt x="1463797" y="88487"/>
                  <a:pt x="1466094" y="85904"/>
                  <a:pt x="1467442" y="82637"/>
                </a:cubicBezTo>
                <a:cubicBezTo>
                  <a:pt x="1468790" y="79369"/>
                  <a:pt x="1469464" y="74628"/>
                  <a:pt x="1469464" y="68413"/>
                </a:cubicBezTo>
                <a:lnTo>
                  <a:pt x="1469464" y="29408"/>
                </a:lnTo>
                <a:lnTo>
                  <a:pt x="1481803" y="29408"/>
                </a:lnTo>
                <a:lnTo>
                  <a:pt x="1481803" y="102208"/>
                </a:lnTo>
                <a:lnTo>
                  <a:pt x="1470767" y="102208"/>
                </a:lnTo>
                <a:close/>
                <a:moveTo>
                  <a:pt x="1548365" y="93228"/>
                </a:moveTo>
                <a:cubicBezTo>
                  <a:pt x="1543795" y="97112"/>
                  <a:pt x="1539397" y="99854"/>
                  <a:pt x="1535169" y="101454"/>
                </a:cubicBezTo>
                <a:cubicBezTo>
                  <a:pt x="1530942" y="103053"/>
                  <a:pt x="1526406" y="103853"/>
                  <a:pt x="1521562" y="103853"/>
                </a:cubicBezTo>
                <a:cubicBezTo>
                  <a:pt x="1513565" y="103853"/>
                  <a:pt x="1507418" y="101899"/>
                  <a:pt x="1503122" y="97992"/>
                </a:cubicBezTo>
                <a:cubicBezTo>
                  <a:pt x="1498826" y="94085"/>
                  <a:pt x="1496679" y="89092"/>
                  <a:pt x="1496679" y="83014"/>
                </a:cubicBezTo>
                <a:cubicBezTo>
                  <a:pt x="1496679" y="79449"/>
                  <a:pt x="1497490" y="76193"/>
                  <a:pt x="1499112" y="73246"/>
                </a:cubicBezTo>
                <a:cubicBezTo>
                  <a:pt x="1500734" y="70298"/>
                  <a:pt x="1502859" y="67933"/>
                  <a:pt x="1505487" y="66151"/>
                </a:cubicBezTo>
                <a:cubicBezTo>
                  <a:pt x="1508115" y="64368"/>
                  <a:pt x="1511074" y="63020"/>
                  <a:pt x="1514364" y="62106"/>
                </a:cubicBezTo>
                <a:cubicBezTo>
                  <a:pt x="1516787" y="61466"/>
                  <a:pt x="1520443" y="60849"/>
                  <a:pt x="1525332" y="60255"/>
                </a:cubicBezTo>
                <a:cubicBezTo>
                  <a:pt x="1535295" y="59067"/>
                  <a:pt x="1542630" y="57650"/>
                  <a:pt x="1547337" y="56005"/>
                </a:cubicBezTo>
                <a:cubicBezTo>
                  <a:pt x="1547383" y="54314"/>
                  <a:pt x="1547405" y="53240"/>
                  <a:pt x="1547405" y="52783"/>
                </a:cubicBezTo>
                <a:cubicBezTo>
                  <a:pt x="1547405" y="47756"/>
                  <a:pt x="1546240" y="44215"/>
                  <a:pt x="1543909" y="42158"/>
                </a:cubicBezTo>
                <a:cubicBezTo>
                  <a:pt x="1540756" y="39371"/>
                  <a:pt x="1536072" y="37977"/>
                  <a:pt x="1529857" y="37977"/>
                </a:cubicBezTo>
                <a:cubicBezTo>
                  <a:pt x="1524053" y="37977"/>
                  <a:pt x="1519768" y="38993"/>
                  <a:pt x="1517004" y="41027"/>
                </a:cubicBezTo>
                <a:cubicBezTo>
                  <a:pt x="1514239" y="43061"/>
                  <a:pt x="1512194" y="46660"/>
                  <a:pt x="1510868" y="51824"/>
                </a:cubicBezTo>
                <a:lnTo>
                  <a:pt x="1498804" y="50179"/>
                </a:lnTo>
                <a:cubicBezTo>
                  <a:pt x="1499900" y="45014"/>
                  <a:pt x="1501706" y="40844"/>
                  <a:pt x="1504219" y="37668"/>
                </a:cubicBezTo>
                <a:cubicBezTo>
                  <a:pt x="1506733" y="34492"/>
                  <a:pt x="1510366" y="32047"/>
                  <a:pt x="1515118" y="30333"/>
                </a:cubicBezTo>
                <a:cubicBezTo>
                  <a:pt x="1519871" y="28620"/>
                  <a:pt x="1525378" y="27763"/>
                  <a:pt x="1531639" y="27763"/>
                </a:cubicBezTo>
                <a:cubicBezTo>
                  <a:pt x="1537854" y="27763"/>
                  <a:pt x="1542904" y="28494"/>
                  <a:pt x="1546789" y="29956"/>
                </a:cubicBezTo>
                <a:cubicBezTo>
                  <a:pt x="1550673" y="31419"/>
                  <a:pt x="1553529" y="33258"/>
                  <a:pt x="1555357" y="35475"/>
                </a:cubicBezTo>
                <a:cubicBezTo>
                  <a:pt x="1557185" y="37691"/>
                  <a:pt x="1558465" y="40490"/>
                  <a:pt x="1559196" y="43872"/>
                </a:cubicBezTo>
                <a:cubicBezTo>
                  <a:pt x="1559607" y="45974"/>
                  <a:pt x="1559813" y="49767"/>
                  <a:pt x="1559813" y="55251"/>
                </a:cubicBezTo>
                <a:lnTo>
                  <a:pt x="1559813" y="71703"/>
                </a:lnTo>
                <a:cubicBezTo>
                  <a:pt x="1559813" y="83174"/>
                  <a:pt x="1560076" y="90429"/>
                  <a:pt x="1560601" y="93468"/>
                </a:cubicBezTo>
                <a:cubicBezTo>
                  <a:pt x="1561127" y="96507"/>
                  <a:pt x="1562167" y="99420"/>
                  <a:pt x="1563720" y="102208"/>
                </a:cubicBezTo>
                <a:lnTo>
                  <a:pt x="1550833" y="102208"/>
                </a:lnTo>
                <a:cubicBezTo>
                  <a:pt x="1549553" y="99649"/>
                  <a:pt x="1548731" y="96655"/>
                  <a:pt x="1548365" y="93228"/>
                </a:cubicBezTo>
                <a:moveTo>
                  <a:pt x="1547337" y="65671"/>
                </a:moveTo>
                <a:cubicBezTo>
                  <a:pt x="1542858" y="67499"/>
                  <a:pt x="1536140" y="69053"/>
                  <a:pt x="1527183" y="70332"/>
                </a:cubicBezTo>
                <a:cubicBezTo>
                  <a:pt x="1522111" y="71063"/>
                  <a:pt x="1518523" y="71886"/>
                  <a:pt x="1516421" y="72800"/>
                </a:cubicBezTo>
                <a:cubicBezTo>
                  <a:pt x="1514319" y="73714"/>
                  <a:pt x="1512696" y="75051"/>
                  <a:pt x="1511554" y="76810"/>
                </a:cubicBezTo>
                <a:cubicBezTo>
                  <a:pt x="1510411" y="78570"/>
                  <a:pt x="1509840" y="80523"/>
                  <a:pt x="1509840" y="82671"/>
                </a:cubicBezTo>
                <a:cubicBezTo>
                  <a:pt x="1509840" y="85962"/>
                  <a:pt x="1511085" y="88704"/>
                  <a:pt x="1513576" y="90897"/>
                </a:cubicBezTo>
                <a:cubicBezTo>
                  <a:pt x="1516067" y="93091"/>
                  <a:pt x="1519711" y="94188"/>
                  <a:pt x="1524510" y="94188"/>
                </a:cubicBezTo>
                <a:cubicBezTo>
                  <a:pt x="1529263" y="94188"/>
                  <a:pt x="1533490" y="93148"/>
                  <a:pt x="1537192" y="91069"/>
                </a:cubicBezTo>
                <a:cubicBezTo>
                  <a:pt x="1540893" y="88989"/>
                  <a:pt x="1543612" y="86144"/>
                  <a:pt x="1545349" y="82534"/>
                </a:cubicBezTo>
                <a:cubicBezTo>
                  <a:pt x="1546674" y="79746"/>
                  <a:pt x="1547337" y="75633"/>
                  <a:pt x="1547337" y="70195"/>
                </a:cubicBezTo>
                <a:lnTo>
                  <a:pt x="1547337" y="65671"/>
                </a:lnTo>
                <a:close/>
                <a:moveTo>
                  <a:pt x="1605605" y="91171"/>
                </a:moveTo>
                <a:lnTo>
                  <a:pt x="1607387" y="102071"/>
                </a:lnTo>
                <a:cubicBezTo>
                  <a:pt x="1603914" y="102802"/>
                  <a:pt x="1600806" y="103168"/>
                  <a:pt x="1598064" y="103168"/>
                </a:cubicBezTo>
                <a:cubicBezTo>
                  <a:pt x="1593585" y="103168"/>
                  <a:pt x="1590112" y="102459"/>
                  <a:pt x="1587644" y="101043"/>
                </a:cubicBezTo>
                <a:cubicBezTo>
                  <a:pt x="1585177" y="99626"/>
                  <a:pt x="1583440" y="97764"/>
                  <a:pt x="1582435" y="95456"/>
                </a:cubicBezTo>
                <a:cubicBezTo>
                  <a:pt x="1581429" y="93148"/>
                  <a:pt x="1580927" y="88292"/>
                  <a:pt x="1580927" y="80889"/>
                </a:cubicBezTo>
                <a:lnTo>
                  <a:pt x="1580927" y="39005"/>
                </a:lnTo>
                <a:lnTo>
                  <a:pt x="1571878" y="39005"/>
                </a:lnTo>
                <a:lnTo>
                  <a:pt x="1571878" y="29408"/>
                </a:lnTo>
                <a:lnTo>
                  <a:pt x="1580927" y="29408"/>
                </a:lnTo>
                <a:lnTo>
                  <a:pt x="1580927" y="11379"/>
                </a:lnTo>
                <a:lnTo>
                  <a:pt x="1593197" y="3976"/>
                </a:lnTo>
                <a:lnTo>
                  <a:pt x="1593197" y="29408"/>
                </a:lnTo>
                <a:lnTo>
                  <a:pt x="1605605" y="29408"/>
                </a:lnTo>
                <a:lnTo>
                  <a:pt x="1605605" y="39005"/>
                </a:lnTo>
                <a:lnTo>
                  <a:pt x="1593197" y="39005"/>
                </a:lnTo>
                <a:lnTo>
                  <a:pt x="1593197" y="81574"/>
                </a:lnTo>
                <a:cubicBezTo>
                  <a:pt x="1593197" y="85093"/>
                  <a:pt x="1593414" y="87355"/>
                  <a:pt x="1593848" y="88361"/>
                </a:cubicBezTo>
                <a:cubicBezTo>
                  <a:pt x="1594282" y="89366"/>
                  <a:pt x="1594991" y="90166"/>
                  <a:pt x="1595973" y="90760"/>
                </a:cubicBezTo>
                <a:cubicBezTo>
                  <a:pt x="1596956" y="91354"/>
                  <a:pt x="1598361" y="91651"/>
                  <a:pt x="1600189" y="91651"/>
                </a:cubicBezTo>
                <a:cubicBezTo>
                  <a:pt x="1601560" y="91651"/>
                  <a:pt x="1603365" y="91491"/>
                  <a:pt x="1605605" y="91171"/>
                </a:cubicBezTo>
                <a:close/>
                <a:moveTo>
                  <a:pt x="1666996" y="78764"/>
                </a:moveTo>
                <a:lnTo>
                  <a:pt x="1679746" y="80341"/>
                </a:lnTo>
                <a:cubicBezTo>
                  <a:pt x="1677735" y="87790"/>
                  <a:pt x="1674011" y="93571"/>
                  <a:pt x="1668572" y="97684"/>
                </a:cubicBezTo>
                <a:cubicBezTo>
                  <a:pt x="1663134" y="101797"/>
                  <a:pt x="1656188" y="103853"/>
                  <a:pt x="1647733" y="103853"/>
                </a:cubicBezTo>
                <a:cubicBezTo>
                  <a:pt x="1637085" y="103853"/>
                  <a:pt x="1628642" y="100574"/>
                  <a:pt x="1622404" y="94016"/>
                </a:cubicBezTo>
                <a:cubicBezTo>
                  <a:pt x="1616166" y="87458"/>
                  <a:pt x="1613047" y="78261"/>
                  <a:pt x="1613047" y="66425"/>
                </a:cubicBezTo>
                <a:cubicBezTo>
                  <a:pt x="1613047" y="54177"/>
                  <a:pt x="1616200" y="44672"/>
                  <a:pt x="1622507" y="37908"/>
                </a:cubicBezTo>
                <a:cubicBezTo>
                  <a:pt x="1628813" y="31145"/>
                  <a:pt x="1636994" y="27763"/>
                  <a:pt x="1647048" y="27763"/>
                </a:cubicBezTo>
                <a:cubicBezTo>
                  <a:pt x="1656782" y="27763"/>
                  <a:pt x="1664733" y="31076"/>
                  <a:pt x="1670903" y="37702"/>
                </a:cubicBezTo>
                <a:cubicBezTo>
                  <a:pt x="1677072" y="44329"/>
                  <a:pt x="1680157" y="53652"/>
                  <a:pt x="1680157" y="65671"/>
                </a:cubicBezTo>
                <a:cubicBezTo>
                  <a:pt x="1680157" y="66402"/>
                  <a:pt x="1680134" y="67499"/>
                  <a:pt x="1680089" y="68961"/>
                </a:cubicBezTo>
                <a:lnTo>
                  <a:pt x="1625797" y="68961"/>
                </a:lnTo>
                <a:cubicBezTo>
                  <a:pt x="1626254" y="76959"/>
                  <a:pt x="1628516" y="83083"/>
                  <a:pt x="1632584" y="87333"/>
                </a:cubicBezTo>
                <a:cubicBezTo>
                  <a:pt x="1636651" y="91583"/>
                  <a:pt x="1641723" y="93708"/>
                  <a:pt x="1647802" y="93708"/>
                </a:cubicBezTo>
                <a:cubicBezTo>
                  <a:pt x="1652326" y="93708"/>
                  <a:pt x="1656188" y="92520"/>
                  <a:pt x="1659387" y="90143"/>
                </a:cubicBezTo>
                <a:cubicBezTo>
                  <a:pt x="1662586" y="87767"/>
                  <a:pt x="1665122" y="83974"/>
                  <a:pt x="1666996" y="78764"/>
                </a:cubicBezTo>
                <a:moveTo>
                  <a:pt x="1626483" y="58816"/>
                </a:moveTo>
                <a:lnTo>
                  <a:pt x="1667133" y="58816"/>
                </a:lnTo>
                <a:cubicBezTo>
                  <a:pt x="1666584" y="52692"/>
                  <a:pt x="1665030" y="48099"/>
                  <a:pt x="1662471" y="45037"/>
                </a:cubicBezTo>
                <a:cubicBezTo>
                  <a:pt x="1658541" y="40285"/>
                  <a:pt x="1653446" y="37908"/>
                  <a:pt x="1647185" y="37908"/>
                </a:cubicBezTo>
                <a:cubicBezTo>
                  <a:pt x="1641518" y="37908"/>
                  <a:pt x="1636754" y="39805"/>
                  <a:pt x="1632892" y="43598"/>
                </a:cubicBezTo>
                <a:cubicBezTo>
                  <a:pt x="1629030" y="47391"/>
                  <a:pt x="1626894" y="52464"/>
                  <a:pt x="1626483" y="58816"/>
                </a:cubicBezTo>
                <a:close/>
                <a:moveTo>
                  <a:pt x="1742195" y="102208"/>
                </a:moveTo>
                <a:lnTo>
                  <a:pt x="1742195" y="93022"/>
                </a:lnTo>
                <a:cubicBezTo>
                  <a:pt x="1737579" y="100243"/>
                  <a:pt x="1730793" y="103853"/>
                  <a:pt x="1721836" y="103853"/>
                </a:cubicBezTo>
                <a:cubicBezTo>
                  <a:pt x="1716032" y="103853"/>
                  <a:pt x="1710696" y="102254"/>
                  <a:pt x="1705829" y="99055"/>
                </a:cubicBezTo>
                <a:cubicBezTo>
                  <a:pt x="1700962" y="95856"/>
                  <a:pt x="1697192" y="91388"/>
                  <a:pt x="1694518" y="85653"/>
                </a:cubicBezTo>
                <a:cubicBezTo>
                  <a:pt x="1691845" y="79918"/>
                  <a:pt x="1690508" y="73326"/>
                  <a:pt x="1690508" y="65876"/>
                </a:cubicBezTo>
                <a:cubicBezTo>
                  <a:pt x="1690508" y="58610"/>
                  <a:pt x="1691719" y="52018"/>
                  <a:pt x="1694141" y="46100"/>
                </a:cubicBezTo>
                <a:cubicBezTo>
                  <a:pt x="1696564" y="40182"/>
                  <a:pt x="1700197" y="35646"/>
                  <a:pt x="1705041" y="32493"/>
                </a:cubicBezTo>
                <a:cubicBezTo>
                  <a:pt x="1709885" y="29339"/>
                  <a:pt x="1715301" y="27763"/>
                  <a:pt x="1721287" y="27763"/>
                </a:cubicBezTo>
                <a:cubicBezTo>
                  <a:pt x="1725674" y="27763"/>
                  <a:pt x="1729582" y="28688"/>
                  <a:pt x="1733009" y="30539"/>
                </a:cubicBezTo>
                <a:cubicBezTo>
                  <a:pt x="1736437" y="32390"/>
                  <a:pt x="1739224" y="34801"/>
                  <a:pt x="1741372" y="37771"/>
                </a:cubicBezTo>
                <a:lnTo>
                  <a:pt x="1741372" y="1714"/>
                </a:lnTo>
                <a:lnTo>
                  <a:pt x="1753643" y="1714"/>
                </a:lnTo>
                <a:lnTo>
                  <a:pt x="1753643" y="102208"/>
                </a:lnTo>
                <a:lnTo>
                  <a:pt x="1742195" y="102208"/>
                </a:lnTo>
                <a:moveTo>
                  <a:pt x="1703190" y="65876"/>
                </a:moveTo>
                <a:cubicBezTo>
                  <a:pt x="1703190" y="75199"/>
                  <a:pt x="1705155" y="82169"/>
                  <a:pt x="1709085" y="86784"/>
                </a:cubicBezTo>
                <a:cubicBezTo>
                  <a:pt x="1713016" y="91400"/>
                  <a:pt x="1717654" y="93708"/>
                  <a:pt x="1723001" y="93708"/>
                </a:cubicBezTo>
                <a:cubicBezTo>
                  <a:pt x="1728394" y="93708"/>
                  <a:pt x="1732975" y="91503"/>
                  <a:pt x="1736745" y="87093"/>
                </a:cubicBezTo>
                <a:cubicBezTo>
                  <a:pt x="1740515" y="82683"/>
                  <a:pt x="1742401" y="75953"/>
                  <a:pt x="1742401" y="66905"/>
                </a:cubicBezTo>
                <a:cubicBezTo>
                  <a:pt x="1742401" y="56942"/>
                  <a:pt x="1740481" y="49630"/>
                  <a:pt x="1736642" y="44969"/>
                </a:cubicBezTo>
                <a:cubicBezTo>
                  <a:pt x="1732804" y="40307"/>
                  <a:pt x="1728074" y="37977"/>
                  <a:pt x="1722453" y="37977"/>
                </a:cubicBezTo>
                <a:cubicBezTo>
                  <a:pt x="1716969" y="37977"/>
                  <a:pt x="1712387" y="40216"/>
                  <a:pt x="1708708" y="44695"/>
                </a:cubicBezTo>
                <a:cubicBezTo>
                  <a:pt x="1705029" y="49173"/>
                  <a:pt x="1703190" y="56234"/>
                  <a:pt x="1703190" y="65876"/>
                </a:cubicBezTo>
                <a:close/>
                <a:moveTo>
                  <a:pt x="1811331" y="15904"/>
                </a:moveTo>
                <a:lnTo>
                  <a:pt x="1811331" y="1714"/>
                </a:lnTo>
                <a:lnTo>
                  <a:pt x="1823670" y="1714"/>
                </a:lnTo>
                <a:lnTo>
                  <a:pt x="1823670" y="15904"/>
                </a:lnTo>
                <a:lnTo>
                  <a:pt x="1811331" y="15904"/>
                </a:lnTo>
                <a:moveTo>
                  <a:pt x="1811331" y="102208"/>
                </a:moveTo>
                <a:lnTo>
                  <a:pt x="1811331" y="29408"/>
                </a:lnTo>
                <a:lnTo>
                  <a:pt x="1823670" y="29408"/>
                </a:lnTo>
                <a:lnTo>
                  <a:pt x="1823670" y="102208"/>
                </a:lnTo>
                <a:lnTo>
                  <a:pt x="1811331" y="102208"/>
                </a:lnTo>
                <a:close/>
                <a:moveTo>
                  <a:pt x="1842739" y="102208"/>
                </a:moveTo>
                <a:lnTo>
                  <a:pt x="1842739" y="29408"/>
                </a:lnTo>
                <a:lnTo>
                  <a:pt x="1853844" y="29408"/>
                </a:lnTo>
                <a:lnTo>
                  <a:pt x="1853844" y="39759"/>
                </a:lnTo>
                <a:cubicBezTo>
                  <a:pt x="1859191" y="31761"/>
                  <a:pt x="1866914" y="27763"/>
                  <a:pt x="1877014" y="27763"/>
                </a:cubicBezTo>
                <a:cubicBezTo>
                  <a:pt x="1881401" y="27763"/>
                  <a:pt x="1885434" y="28551"/>
                  <a:pt x="1889113" y="30128"/>
                </a:cubicBezTo>
                <a:cubicBezTo>
                  <a:pt x="1892791" y="31704"/>
                  <a:pt x="1895545" y="33772"/>
                  <a:pt x="1897373" y="36331"/>
                </a:cubicBezTo>
                <a:cubicBezTo>
                  <a:pt x="1899201" y="38891"/>
                  <a:pt x="1900480" y="41930"/>
                  <a:pt x="1901212" y="45449"/>
                </a:cubicBezTo>
                <a:cubicBezTo>
                  <a:pt x="1901669" y="47734"/>
                  <a:pt x="1901897" y="51732"/>
                  <a:pt x="1901897" y="57445"/>
                </a:cubicBezTo>
                <a:lnTo>
                  <a:pt x="1901897" y="102208"/>
                </a:lnTo>
                <a:lnTo>
                  <a:pt x="1889558" y="102208"/>
                </a:lnTo>
                <a:lnTo>
                  <a:pt x="1889558" y="57925"/>
                </a:lnTo>
                <a:cubicBezTo>
                  <a:pt x="1889558" y="52898"/>
                  <a:pt x="1889078" y="49139"/>
                  <a:pt x="1888119" y="46648"/>
                </a:cubicBezTo>
                <a:cubicBezTo>
                  <a:pt x="1887159" y="44158"/>
                  <a:pt x="1885457" y="42170"/>
                  <a:pt x="1883012" y="40684"/>
                </a:cubicBezTo>
                <a:cubicBezTo>
                  <a:pt x="1880567" y="39199"/>
                  <a:pt x="1877699" y="38457"/>
                  <a:pt x="1874409" y="38457"/>
                </a:cubicBezTo>
                <a:cubicBezTo>
                  <a:pt x="1869153" y="38457"/>
                  <a:pt x="1864617" y="40125"/>
                  <a:pt x="1860801" y="43461"/>
                </a:cubicBezTo>
                <a:cubicBezTo>
                  <a:pt x="1856986" y="46797"/>
                  <a:pt x="1855078" y="53126"/>
                  <a:pt x="1855078" y="62449"/>
                </a:cubicBezTo>
                <a:lnTo>
                  <a:pt x="1855078" y="102208"/>
                </a:lnTo>
                <a:lnTo>
                  <a:pt x="1842739" y="102208"/>
                </a:lnTo>
                <a:close/>
                <a:moveTo>
                  <a:pt x="1985978" y="91171"/>
                </a:moveTo>
                <a:lnTo>
                  <a:pt x="1987760" y="102071"/>
                </a:lnTo>
                <a:cubicBezTo>
                  <a:pt x="1984287" y="102802"/>
                  <a:pt x="1981179" y="103168"/>
                  <a:pt x="1978437" y="103168"/>
                </a:cubicBezTo>
                <a:cubicBezTo>
                  <a:pt x="1973959" y="103168"/>
                  <a:pt x="1970485" y="102459"/>
                  <a:pt x="1968018" y="101043"/>
                </a:cubicBezTo>
                <a:cubicBezTo>
                  <a:pt x="1965550" y="99626"/>
                  <a:pt x="1963813" y="97764"/>
                  <a:pt x="1962808" y="95456"/>
                </a:cubicBezTo>
                <a:cubicBezTo>
                  <a:pt x="1961802" y="93148"/>
                  <a:pt x="1961300" y="88292"/>
                  <a:pt x="1961300" y="80889"/>
                </a:cubicBezTo>
                <a:lnTo>
                  <a:pt x="1961300" y="39005"/>
                </a:lnTo>
                <a:lnTo>
                  <a:pt x="1952251" y="39005"/>
                </a:lnTo>
                <a:lnTo>
                  <a:pt x="1952251" y="29408"/>
                </a:lnTo>
                <a:lnTo>
                  <a:pt x="1961300" y="29408"/>
                </a:lnTo>
                <a:lnTo>
                  <a:pt x="1961300" y="11379"/>
                </a:lnTo>
                <a:lnTo>
                  <a:pt x="1973570" y="3976"/>
                </a:lnTo>
                <a:lnTo>
                  <a:pt x="1973570" y="29408"/>
                </a:lnTo>
                <a:lnTo>
                  <a:pt x="1985978" y="29408"/>
                </a:lnTo>
                <a:lnTo>
                  <a:pt x="1985978" y="39005"/>
                </a:lnTo>
                <a:lnTo>
                  <a:pt x="1973570" y="39005"/>
                </a:lnTo>
                <a:lnTo>
                  <a:pt x="1973570" y="81574"/>
                </a:lnTo>
                <a:cubicBezTo>
                  <a:pt x="1973570" y="85093"/>
                  <a:pt x="1973787" y="87355"/>
                  <a:pt x="1974221" y="88361"/>
                </a:cubicBezTo>
                <a:cubicBezTo>
                  <a:pt x="1974656" y="89366"/>
                  <a:pt x="1975364" y="90166"/>
                  <a:pt x="1976347" y="90760"/>
                </a:cubicBezTo>
                <a:cubicBezTo>
                  <a:pt x="1977329" y="91354"/>
                  <a:pt x="1978734" y="91651"/>
                  <a:pt x="1980562" y="91651"/>
                </a:cubicBezTo>
                <a:cubicBezTo>
                  <a:pt x="1981933" y="91651"/>
                  <a:pt x="1983738" y="91491"/>
                  <a:pt x="1985978" y="91171"/>
                </a:cubicBezTo>
                <a:close/>
                <a:moveTo>
                  <a:pt x="1997532" y="102208"/>
                </a:moveTo>
                <a:lnTo>
                  <a:pt x="1997532" y="1714"/>
                </a:lnTo>
                <a:lnTo>
                  <a:pt x="2009871" y="1714"/>
                </a:lnTo>
                <a:lnTo>
                  <a:pt x="2009871" y="37771"/>
                </a:lnTo>
                <a:cubicBezTo>
                  <a:pt x="2015630" y="31099"/>
                  <a:pt x="2022896" y="27763"/>
                  <a:pt x="2031670" y="27763"/>
                </a:cubicBezTo>
                <a:cubicBezTo>
                  <a:pt x="2037063" y="27763"/>
                  <a:pt x="2041747" y="28825"/>
                  <a:pt x="2045723" y="30950"/>
                </a:cubicBezTo>
                <a:cubicBezTo>
                  <a:pt x="2049699" y="33075"/>
                  <a:pt x="2052544" y="36012"/>
                  <a:pt x="2054258" y="39759"/>
                </a:cubicBezTo>
                <a:cubicBezTo>
                  <a:pt x="2055971" y="43506"/>
                  <a:pt x="2056828" y="48945"/>
                  <a:pt x="2056828" y="56074"/>
                </a:cubicBezTo>
                <a:lnTo>
                  <a:pt x="2056828" y="102208"/>
                </a:lnTo>
                <a:lnTo>
                  <a:pt x="2044489" y="102208"/>
                </a:lnTo>
                <a:lnTo>
                  <a:pt x="2044489" y="56074"/>
                </a:lnTo>
                <a:cubicBezTo>
                  <a:pt x="2044489" y="49904"/>
                  <a:pt x="2043152" y="45414"/>
                  <a:pt x="2040479" y="42604"/>
                </a:cubicBezTo>
                <a:cubicBezTo>
                  <a:pt x="2037806" y="39793"/>
                  <a:pt x="2034024" y="38388"/>
                  <a:pt x="2029134" y="38388"/>
                </a:cubicBezTo>
                <a:cubicBezTo>
                  <a:pt x="2025478" y="38388"/>
                  <a:pt x="2022039" y="39336"/>
                  <a:pt x="2018817" y="41233"/>
                </a:cubicBezTo>
                <a:cubicBezTo>
                  <a:pt x="2015595" y="43129"/>
                  <a:pt x="2013299" y="45700"/>
                  <a:pt x="2011928" y="48945"/>
                </a:cubicBezTo>
                <a:cubicBezTo>
                  <a:pt x="2010557" y="52189"/>
                  <a:pt x="2009871" y="56668"/>
                  <a:pt x="2009871" y="62380"/>
                </a:cubicBezTo>
                <a:lnTo>
                  <a:pt x="2009871" y="102208"/>
                </a:lnTo>
                <a:lnTo>
                  <a:pt x="1997532" y="102208"/>
                </a:lnTo>
                <a:close/>
                <a:moveTo>
                  <a:pt x="2125173" y="78764"/>
                </a:moveTo>
                <a:lnTo>
                  <a:pt x="2137923" y="80341"/>
                </a:lnTo>
                <a:cubicBezTo>
                  <a:pt x="2135912" y="87790"/>
                  <a:pt x="2132187" y="93571"/>
                  <a:pt x="2126749" y="97684"/>
                </a:cubicBezTo>
                <a:cubicBezTo>
                  <a:pt x="2121311" y="101797"/>
                  <a:pt x="2114365" y="103853"/>
                  <a:pt x="2105910" y="103853"/>
                </a:cubicBezTo>
                <a:cubicBezTo>
                  <a:pt x="2095262" y="103853"/>
                  <a:pt x="2086819" y="100574"/>
                  <a:pt x="2080581" y="94016"/>
                </a:cubicBezTo>
                <a:cubicBezTo>
                  <a:pt x="2074343" y="87458"/>
                  <a:pt x="2071224" y="78261"/>
                  <a:pt x="2071224" y="66425"/>
                </a:cubicBezTo>
                <a:cubicBezTo>
                  <a:pt x="2071224" y="54177"/>
                  <a:pt x="2074377" y="44672"/>
                  <a:pt x="2080684" y="37908"/>
                </a:cubicBezTo>
                <a:cubicBezTo>
                  <a:pt x="2086990" y="31145"/>
                  <a:pt x="2095171" y="27763"/>
                  <a:pt x="2105225" y="27763"/>
                </a:cubicBezTo>
                <a:cubicBezTo>
                  <a:pt x="2114959" y="27763"/>
                  <a:pt x="2122910" y="31076"/>
                  <a:pt x="2129080" y="37702"/>
                </a:cubicBezTo>
                <a:cubicBezTo>
                  <a:pt x="2135249" y="44329"/>
                  <a:pt x="2138334" y="53652"/>
                  <a:pt x="2138334" y="65671"/>
                </a:cubicBezTo>
                <a:cubicBezTo>
                  <a:pt x="2138334" y="66402"/>
                  <a:pt x="2138311" y="67499"/>
                  <a:pt x="2138266" y="68961"/>
                </a:cubicBezTo>
                <a:lnTo>
                  <a:pt x="2083974" y="68961"/>
                </a:lnTo>
                <a:cubicBezTo>
                  <a:pt x="2084431" y="76959"/>
                  <a:pt x="2086693" y="83083"/>
                  <a:pt x="2090760" y="87333"/>
                </a:cubicBezTo>
                <a:cubicBezTo>
                  <a:pt x="2094828" y="91583"/>
                  <a:pt x="2099900" y="93708"/>
                  <a:pt x="2105979" y="93708"/>
                </a:cubicBezTo>
                <a:cubicBezTo>
                  <a:pt x="2110503" y="93708"/>
                  <a:pt x="2114365" y="92520"/>
                  <a:pt x="2117564" y="90143"/>
                </a:cubicBezTo>
                <a:cubicBezTo>
                  <a:pt x="2120763" y="87767"/>
                  <a:pt x="2123299" y="83974"/>
                  <a:pt x="2125173" y="78764"/>
                </a:cubicBezTo>
                <a:moveTo>
                  <a:pt x="2084660" y="58816"/>
                </a:moveTo>
                <a:lnTo>
                  <a:pt x="2125310" y="58816"/>
                </a:lnTo>
                <a:cubicBezTo>
                  <a:pt x="2124761" y="52692"/>
                  <a:pt x="2123207" y="48099"/>
                  <a:pt x="2120648" y="45037"/>
                </a:cubicBezTo>
                <a:cubicBezTo>
                  <a:pt x="2116718" y="40285"/>
                  <a:pt x="2111623" y="37908"/>
                  <a:pt x="2105362" y="37908"/>
                </a:cubicBezTo>
                <a:cubicBezTo>
                  <a:pt x="2099695" y="37908"/>
                  <a:pt x="2094931" y="39805"/>
                  <a:pt x="2091069" y="43598"/>
                </a:cubicBezTo>
                <a:cubicBezTo>
                  <a:pt x="2087207" y="47391"/>
                  <a:pt x="2085071" y="52464"/>
                  <a:pt x="2084660" y="58816"/>
                </a:cubicBezTo>
                <a:close/>
                <a:moveTo>
                  <a:pt x="2191362" y="102208"/>
                </a:moveTo>
                <a:lnTo>
                  <a:pt x="2191362" y="1714"/>
                </a:lnTo>
                <a:lnTo>
                  <a:pt x="2203701" y="1714"/>
                </a:lnTo>
                <a:lnTo>
                  <a:pt x="2203701" y="102208"/>
                </a:lnTo>
                <a:lnTo>
                  <a:pt x="2191362" y="102208"/>
                </a:lnTo>
                <a:close/>
                <a:moveTo>
                  <a:pt x="2223180" y="15904"/>
                </a:moveTo>
                <a:lnTo>
                  <a:pt x="2223180" y="1714"/>
                </a:lnTo>
                <a:lnTo>
                  <a:pt x="2235519" y="1714"/>
                </a:lnTo>
                <a:lnTo>
                  <a:pt x="2235519" y="15904"/>
                </a:lnTo>
                <a:lnTo>
                  <a:pt x="2223180" y="15904"/>
                </a:lnTo>
                <a:moveTo>
                  <a:pt x="2223180" y="102208"/>
                </a:moveTo>
                <a:lnTo>
                  <a:pt x="2223180" y="29408"/>
                </a:lnTo>
                <a:lnTo>
                  <a:pt x="2235519" y="29408"/>
                </a:lnTo>
                <a:lnTo>
                  <a:pt x="2235519" y="102208"/>
                </a:lnTo>
                <a:lnTo>
                  <a:pt x="2223180" y="102208"/>
                </a:lnTo>
                <a:close/>
                <a:moveTo>
                  <a:pt x="2274810" y="102208"/>
                </a:moveTo>
                <a:lnTo>
                  <a:pt x="2247116" y="29408"/>
                </a:lnTo>
                <a:lnTo>
                  <a:pt x="2260140" y="29408"/>
                </a:lnTo>
                <a:lnTo>
                  <a:pt x="2275770" y="73006"/>
                </a:lnTo>
                <a:cubicBezTo>
                  <a:pt x="2277461" y="77713"/>
                  <a:pt x="2279014" y="82603"/>
                  <a:pt x="2280431" y="87675"/>
                </a:cubicBezTo>
                <a:cubicBezTo>
                  <a:pt x="2281528" y="83837"/>
                  <a:pt x="2283059" y="79221"/>
                  <a:pt x="2285024" y="73828"/>
                </a:cubicBezTo>
                <a:lnTo>
                  <a:pt x="2301202" y="29408"/>
                </a:lnTo>
                <a:lnTo>
                  <a:pt x="2313883" y="29408"/>
                </a:lnTo>
                <a:lnTo>
                  <a:pt x="2286326" y="102208"/>
                </a:lnTo>
                <a:lnTo>
                  <a:pt x="2274810" y="102208"/>
                </a:lnTo>
                <a:close/>
                <a:moveTo>
                  <a:pt x="2324598" y="15904"/>
                </a:moveTo>
                <a:lnTo>
                  <a:pt x="2324598" y="1714"/>
                </a:lnTo>
                <a:lnTo>
                  <a:pt x="2336937" y="1714"/>
                </a:lnTo>
                <a:lnTo>
                  <a:pt x="2336937" y="15904"/>
                </a:lnTo>
                <a:lnTo>
                  <a:pt x="2324598" y="15904"/>
                </a:lnTo>
                <a:moveTo>
                  <a:pt x="2324598" y="102208"/>
                </a:moveTo>
                <a:lnTo>
                  <a:pt x="2324598" y="29408"/>
                </a:lnTo>
                <a:lnTo>
                  <a:pt x="2336937" y="29408"/>
                </a:lnTo>
                <a:lnTo>
                  <a:pt x="2336937" y="102208"/>
                </a:lnTo>
                <a:lnTo>
                  <a:pt x="2324598" y="102208"/>
                </a:lnTo>
                <a:close/>
                <a:moveTo>
                  <a:pt x="2356006" y="102208"/>
                </a:moveTo>
                <a:lnTo>
                  <a:pt x="2356006" y="29408"/>
                </a:lnTo>
                <a:lnTo>
                  <a:pt x="2367111" y="29408"/>
                </a:lnTo>
                <a:lnTo>
                  <a:pt x="2367111" y="39759"/>
                </a:lnTo>
                <a:cubicBezTo>
                  <a:pt x="2372458" y="31761"/>
                  <a:pt x="2380181" y="27763"/>
                  <a:pt x="2390281" y="27763"/>
                </a:cubicBezTo>
                <a:cubicBezTo>
                  <a:pt x="2394668" y="27763"/>
                  <a:pt x="2398701" y="28551"/>
                  <a:pt x="2402380" y="30128"/>
                </a:cubicBezTo>
                <a:cubicBezTo>
                  <a:pt x="2406058" y="31704"/>
                  <a:pt x="2408812" y="33772"/>
                  <a:pt x="2410640" y="36331"/>
                </a:cubicBezTo>
                <a:cubicBezTo>
                  <a:pt x="2412468" y="38891"/>
                  <a:pt x="2413747" y="41930"/>
                  <a:pt x="2414479" y="45449"/>
                </a:cubicBezTo>
                <a:cubicBezTo>
                  <a:pt x="2414936" y="47734"/>
                  <a:pt x="2415164" y="51732"/>
                  <a:pt x="2415164" y="57445"/>
                </a:cubicBezTo>
                <a:lnTo>
                  <a:pt x="2415164" y="102208"/>
                </a:lnTo>
                <a:lnTo>
                  <a:pt x="2402825" y="102208"/>
                </a:lnTo>
                <a:lnTo>
                  <a:pt x="2402825" y="57925"/>
                </a:lnTo>
                <a:cubicBezTo>
                  <a:pt x="2402825" y="52898"/>
                  <a:pt x="2402345" y="49139"/>
                  <a:pt x="2401386" y="46648"/>
                </a:cubicBezTo>
                <a:cubicBezTo>
                  <a:pt x="2400426" y="44158"/>
                  <a:pt x="2398724" y="42170"/>
                  <a:pt x="2396279" y="40684"/>
                </a:cubicBezTo>
                <a:cubicBezTo>
                  <a:pt x="2393834" y="39199"/>
                  <a:pt x="2390966" y="38457"/>
                  <a:pt x="2387676" y="38457"/>
                </a:cubicBezTo>
                <a:cubicBezTo>
                  <a:pt x="2382420" y="38457"/>
                  <a:pt x="2377884" y="40125"/>
                  <a:pt x="2374068" y="43461"/>
                </a:cubicBezTo>
                <a:cubicBezTo>
                  <a:pt x="2370253" y="46797"/>
                  <a:pt x="2368345" y="53126"/>
                  <a:pt x="2368345" y="62449"/>
                </a:cubicBezTo>
                <a:lnTo>
                  <a:pt x="2368345" y="102208"/>
                </a:lnTo>
                <a:lnTo>
                  <a:pt x="2356006" y="102208"/>
                </a:lnTo>
                <a:close/>
                <a:moveTo>
                  <a:pt x="2431548" y="108240"/>
                </a:moveTo>
                <a:lnTo>
                  <a:pt x="2443544" y="110023"/>
                </a:lnTo>
                <a:cubicBezTo>
                  <a:pt x="2444047" y="113724"/>
                  <a:pt x="2445440" y="116421"/>
                  <a:pt x="2447725" y="118112"/>
                </a:cubicBezTo>
                <a:cubicBezTo>
                  <a:pt x="2450787" y="120397"/>
                  <a:pt x="2454969" y="121539"/>
                  <a:pt x="2460270" y="121539"/>
                </a:cubicBezTo>
                <a:cubicBezTo>
                  <a:pt x="2465983" y="121539"/>
                  <a:pt x="2470393" y="120397"/>
                  <a:pt x="2473500" y="118112"/>
                </a:cubicBezTo>
                <a:cubicBezTo>
                  <a:pt x="2476608" y="115827"/>
                  <a:pt x="2478710" y="112628"/>
                  <a:pt x="2479807" y="108515"/>
                </a:cubicBezTo>
                <a:cubicBezTo>
                  <a:pt x="2480447" y="106001"/>
                  <a:pt x="2480744" y="100723"/>
                  <a:pt x="2480698" y="92680"/>
                </a:cubicBezTo>
                <a:cubicBezTo>
                  <a:pt x="2475305" y="99032"/>
                  <a:pt x="2468588" y="102208"/>
                  <a:pt x="2460544" y="102208"/>
                </a:cubicBezTo>
                <a:cubicBezTo>
                  <a:pt x="2450536" y="102208"/>
                  <a:pt x="2442790" y="98598"/>
                  <a:pt x="2437306" y="91377"/>
                </a:cubicBezTo>
                <a:cubicBezTo>
                  <a:pt x="2431822" y="84156"/>
                  <a:pt x="2429080" y="75496"/>
                  <a:pt x="2429080" y="65397"/>
                </a:cubicBezTo>
                <a:cubicBezTo>
                  <a:pt x="2429080" y="58450"/>
                  <a:pt x="2430337" y="52041"/>
                  <a:pt x="2432850" y="46168"/>
                </a:cubicBezTo>
                <a:cubicBezTo>
                  <a:pt x="2435364" y="40296"/>
                  <a:pt x="2439008" y="35760"/>
                  <a:pt x="2443784" y="32561"/>
                </a:cubicBezTo>
                <a:cubicBezTo>
                  <a:pt x="2448560" y="29362"/>
                  <a:pt x="2454169" y="27763"/>
                  <a:pt x="2460613" y="27763"/>
                </a:cubicBezTo>
                <a:cubicBezTo>
                  <a:pt x="2469204" y="27763"/>
                  <a:pt x="2476288" y="31236"/>
                  <a:pt x="2481863" y="38182"/>
                </a:cubicBezTo>
                <a:lnTo>
                  <a:pt x="2481863" y="29408"/>
                </a:lnTo>
                <a:lnTo>
                  <a:pt x="2493243" y="29408"/>
                </a:lnTo>
                <a:lnTo>
                  <a:pt x="2493243" y="92337"/>
                </a:lnTo>
                <a:cubicBezTo>
                  <a:pt x="2493243" y="103670"/>
                  <a:pt x="2492089" y="111702"/>
                  <a:pt x="2489781" y="116432"/>
                </a:cubicBezTo>
                <a:cubicBezTo>
                  <a:pt x="2487473" y="121162"/>
                  <a:pt x="2483817" y="124898"/>
                  <a:pt x="2478813" y="127640"/>
                </a:cubicBezTo>
                <a:cubicBezTo>
                  <a:pt x="2473809" y="130382"/>
                  <a:pt x="2467651" y="131753"/>
                  <a:pt x="2460339" y="131753"/>
                </a:cubicBezTo>
                <a:cubicBezTo>
                  <a:pt x="2451656" y="131753"/>
                  <a:pt x="2444641" y="129799"/>
                  <a:pt x="2439294" y="125892"/>
                </a:cubicBezTo>
                <a:cubicBezTo>
                  <a:pt x="2433947" y="121985"/>
                  <a:pt x="2431365" y="116101"/>
                  <a:pt x="2431548" y="108240"/>
                </a:cubicBezTo>
                <a:moveTo>
                  <a:pt x="2441762" y="64505"/>
                </a:moveTo>
                <a:cubicBezTo>
                  <a:pt x="2441762" y="74057"/>
                  <a:pt x="2443658" y="81026"/>
                  <a:pt x="2447451" y="85413"/>
                </a:cubicBezTo>
                <a:cubicBezTo>
                  <a:pt x="2451244" y="89800"/>
                  <a:pt x="2455997" y="91994"/>
                  <a:pt x="2461710" y="91994"/>
                </a:cubicBezTo>
                <a:cubicBezTo>
                  <a:pt x="2467376" y="91994"/>
                  <a:pt x="2472129" y="89812"/>
                  <a:pt x="2475968" y="85447"/>
                </a:cubicBezTo>
                <a:cubicBezTo>
                  <a:pt x="2479807" y="81083"/>
                  <a:pt x="2481726" y="74240"/>
                  <a:pt x="2481726" y="64917"/>
                </a:cubicBezTo>
                <a:cubicBezTo>
                  <a:pt x="2481726" y="56005"/>
                  <a:pt x="2479750" y="49287"/>
                  <a:pt x="2475797" y="44763"/>
                </a:cubicBezTo>
                <a:cubicBezTo>
                  <a:pt x="2471844" y="40239"/>
                  <a:pt x="2467079" y="37977"/>
                  <a:pt x="2461504" y="37977"/>
                </a:cubicBezTo>
                <a:cubicBezTo>
                  <a:pt x="2456020" y="37977"/>
                  <a:pt x="2451359" y="40205"/>
                  <a:pt x="2447520" y="44660"/>
                </a:cubicBezTo>
                <a:cubicBezTo>
                  <a:pt x="2443681" y="49116"/>
                  <a:pt x="2441762" y="55731"/>
                  <a:pt x="2441762" y="64505"/>
                </a:cubicBezTo>
                <a:close/>
                <a:moveTo>
                  <a:pt x="2549972" y="102208"/>
                </a:moveTo>
                <a:lnTo>
                  <a:pt x="2549972" y="29408"/>
                </a:lnTo>
                <a:lnTo>
                  <a:pt x="2561077" y="29408"/>
                </a:lnTo>
                <a:lnTo>
                  <a:pt x="2561077" y="40444"/>
                </a:lnTo>
                <a:cubicBezTo>
                  <a:pt x="2563911" y="35280"/>
                  <a:pt x="2566527" y="31876"/>
                  <a:pt x="2568926" y="30231"/>
                </a:cubicBezTo>
                <a:cubicBezTo>
                  <a:pt x="2571325" y="28585"/>
                  <a:pt x="2573965" y="27763"/>
                  <a:pt x="2576844" y="27763"/>
                </a:cubicBezTo>
                <a:cubicBezTo>
                  <a:pt x="2581002" y="27763"/>
                  <a:pt x="2585230" y="29088"/>
                  <a:pt x="2589525" y="31739"/>
                </a:cubicBezTo>
                <a:lnTo>
                  <a:pt x="2585275" y="43186"/>
                </a:lnTo>
                <a:cubicBezTo>
                  <a:pt x="2582259" y="41404"/>
                  <a:pt x="2579243" y="40513"/>
                  <a:pt x="2576227" y="40513"/>
                </a:cubicBezTo>
                <a:cubicBezTo>
                  <a:pt x="2573530" y="40513"/>
                  <a:pt x="2571108" y="41324"/>
                  <a:pt x="2568960" y="42947"/>
                </a:cubicBezTo>
                <a:cubicBezTo>
                  <a:pt x="2566813" y="44569"/>
                  <a:pt x="2565282" y="46820"/>
                  <a:pt x="2564368" y="49699"/>
                </a:cubicBezTo>
                <a:cubicBezTo>
                  <a:pt x="2562997" y="54086"/>
                  <a:pt x="2562311" y="58884"/>
                  <a:pt x="2562311" y="64094"/>
                </a:cubicBezTo>
                <a:lnTo>
                  <a:pt x="2562311" y="102208"/>
                </a:lnTo>
                <a:lnTo>
                  <a:pt x="2549972" y="102208"/>
                </a:lnTo>
                <a:close/>
                <a:moveTo>
                  <a:pt x="2591873" y="65808"/>
                </a:moveTo>
                <a:cubicBezTo>
                  <a:pt x="2591873" y="52326"/>
                  <a:pt x="2595620" y="42341"/>
                  <a:pt x="2603115" y="35852"/>
                </a:cubicBezTo>
                <a:cubicBezTo>
                  <a:pt x="2609376" y="30459"/>
                  <a:pt x="2617008" y="27763"/>
                  <a:pt x="2626011" y="27763"/>
                </a:cubicBezTo>
                <a:cubicBezTo>
                  <a:pt x="2636019" y="27763"/>
                  <a:pt x="2644199" y="31042"/>
                  <a:pt x="2650551" y="37600"/>
                </a:cubicBezTo>
                <a:cubicBezTo>
                  <a:pt x="2656904" y="44158"/>
                  <a:pt x="2660080" y="53218"/>
                  <a:pt x="2660080" y="64780"/>
                </a:cubicBezTo>
                <a:cubicBezTo>
                  <a:pt x="2660080" y="74148"/>
                  <a:pt x="2658675" y="81517"/>
                  <a:pt x="2655864" y="86887"/>
                </a:cubicBezTo>
                <a:cubicBezTo>
                  <a:pt x="2653054" y="92257"/>
                  <a:pt x="2648963" y="96427"/>
                  <a:pt x="2643594" y="99397"/>
                </a:cubicBezTo>
                <a:cubicBezTo>
                  <a:pt x="2638224" y="102368"/>
                  <a:pt x="2632363" y="103853"/>
                  <a:pt x="2626011" y="103853"/>
                </a:cubicBezTo>
                <a:cubicBezTo>
                  <a:pt x="2615820" y="103853"/>
                  <a:pt x="2607582" y="100586"/>
                  <a:pt x="2601298" y="94051"/>
                </a:cubicBezTo>
                <a:cubicBezTo>
                  <a:pt x="2595015" y="87515"/>
                  <a:pt x="2591873" y="78101"/>
                  <a:pt x="2591873" y="65808"/>
                </a:cubicBezTo>
                <a:moveTo>
                  <a:pt x="2604554" y="65808"/>
                </a:moveTo>
                <a:cubicBezTo>
                  <a:pt x="2604554" y="75131"/>
                  <a:pt x="2606588" y="82111"/>
                  <a:pt x="2610655" y="86750"/>
                </a:cubicBezTo>
                <a:cubicBezTo>
                  <a:pt x="2614723" y="91388"/>
                  <a:pt x="2619841" y="93708"/>
                  <a:pt x="2626011" y="93708"/>
                </a:cubicBezTo>
                <a:cubicBezTo>
                  <a:pt x="2632134" y="93708"/>
                  <a:pt x="2637230" y="91377"/>
                  <a:pt x="2641297" y="86716"/>
                </a:cubicBezTo>
                <a:cubicBezTo>
                  <a:pt x="2645365" y="82054"/>
                  <a:pt x="2647398" y="74948"/>
                  <a:pt x="2647398" y="65397"/>
                </a:cubicBezTo>
                <a:cubicBezTo>
                  <a:pt x="2647398" y="56394"/>
                  <a:pt x="2645353" y="49573"/>
                  <a:pt x="2641263" y="44934"/>
                </a:cubicBezTo>
                <a:cubicBezTo>
                  <a:pt x="2637173" y="40296"/>
                  <a:pt x="2632089" y="37977"/>
                  <a:pt x="2626011" y="37977"/>
                </a:cubicBezTo>
                <a:cubicBezTo>
                  <a:pt x="2619841" y="37977"/>
                  <a:pt x="2614723" y="40285"/>
                  <a:pt x="2610655" y="44900"/>
                </a:cubicBezTo>
                <a:cubicBezTo>
                  <a:pt x="2606588" y="49516"/>
                  <a:pt x="2604554" y="56485"/>
                  <a:pt x="2604554" y="65808"/>
                </a:cubicBezTo>
                <a:close/>
                <a:moveTo>
                  <a:pt x="2669677" y="65808"/>
                </a:moveTo>
                <a:cubicBezTo>
                  <a:pt x="2669677" y="52326"/>
                  <a:pt x="2673425" y="42341"/>
                  <a:pt x="2680920" y="35852"/>
                </a:cubicBezTo>
                <a:cubicBezTo>
                  <a:pt x="2687180" y="30459"/>
                  <a:pt x="2694812" y="27763"/>
                  <a:pt x="2703815" y="27763"/>
                </a:cubicBezTo>
                <a:cubicBezTo>
                  <a:pt x="2713823" y="27763"/>
                  <a:pt x="2722004" y="31042"/>
                  <a:pt x="2728356" y="37600"/>
                </a:cubicBezTo>
                <a:cubicBezTo>
                  <a:pt x="2734708" y="44158"/>
                  <a:pt x="2737885" y="53218"/>
                  <a:pt x="2737885" y="64780"/>
                </a:cubicBezTo>
                <a:cubicBezTo>
                  <a:pt x="2737885" y="74148"/>
                  <a:pt x="2736479" y="81517"/>
                  <a:pt x="2733669" y="86887"/>
                </a:cubicBezTo>
                <a:cubicBezTo>
                  <a:pt x="2730858" y="92257"/>
                  <a:pt x="2726768" y="96427"/>
                  <a:pt x="2721398" y="99397"/>
                </a:cubicBezTo>
                <a:cubicBezTo>
                  <a:pt x="2716029" y="102368"/>
                  <a:pt x="2710167" y="103853"/>
                  <a:pt x="2703815" y="103853"/>
                </a:cubicBezTo>
                <a:cubicBezTo>
                  <a:pt x="2693624" y="103853"/>
                  <a:pt x="2685387" y="100586"/>
                  <a:pt x="2679103" y="94051"/>
                </a:cubicBezTo>
                <a:cubicBezTo>
                  <a:pt x="2672819" y="87515"/>
                  <a:pt x="2669677" y="78101"/>
                  <a:pt x="2669677" y="65808"/>
                </a:cubicBezTo>
                <a:moveTo>
                  <a:pt x="2682359" y="65808"/>
                </a:moveTo>
                <a:cubicBezTo>
                  <a:pt x="2682359" y="75131"/>
                  <a:pt x="2684393" y="82111"/>
                  <a:pt x="2688460" y="86750"/>
                </a:cubicBezTo>
                <a:cubicBezTo>
                  <a:pt x="2692527" y="91388"/>
                  <a:pt x="2697646" y="93708"/>
                  <a:pt x="2703815" y="93708"/>
                </a:cubicBezTo>
                <a:cubicBezTo>
                  <a:pt x="2709939" y="93708"/>
                  <a:pt x="2715035" y="91377"/>
                  <a:pt x="2719102" y="86716"/>
                </a:cubicBezTo>
                <a:cubicBezTo>
                  <a:pt x="2723169" y="82054"/>
                  <a:pt x="2725203" y="74948"/>
                  <a:pt x="2725203" y="65397"/>
                </a:cubicBezTo>
                <a:cubicBezTo>
                  <a:pt x="2725203" y="56394"/>
                  <a:pt x="2723158" y="49573"/>
                  <a:pt x="2719068" y="44934"/>
                </a:cubicBezTo>
                <a:cubicBezTo>
                  <a:pt x="2714977" y="40296"/>
                  <a:pt x="2709893" y="37977"/>
                  <a:pt x="2703815" y="37977"/>
                </a:cubicBezTo>
                <a:cubicBezTo>
                  <a:pt x="2697646" y="37977"/>
                  <a:pt x="2692527" y="40285"/>
                  <a:pt x="2688460" y="44900"/>
                </a:cubicBezTo>
                <a:cubicBezTo>
                  <a:pt x="2684393" y="49516"/>
                  <a:pt x="2682359" y="56485"/>
                  <a:pt x="2682359" y="65808"/>
                </a:cubicBezTo>
                <a:close/>
                <a:moveTo>
                  <a:pt x="2752074" y="102208"/>
                </a:moveTo>
                <a:lnTo>
                  <a:pt x="2752074" y="29408"/>
                </a:lnTo>
                <a:lnTo>
                  <a:pt x="2763111" y="29408"/>
                </a:lnTo>
                <a:lnTo>
                  <a:pt x="2763111" y="39622"/>
                </a:lnTo>
                <a:cubicBezTo>
                  <a:pt x="2765396" y="36057"/>
                  <a:pt x="2768435" y="33190"/>
                  <a:pt x="2772228" y="31019"/>
                </a:cubicBezTo>
                <a:cubicBezTo>
                  <a:pt x="2776021" y="28848"/>
                  <a:pt x="2780340" y="27763"/>
                  <a:pt x="2785184" y="27763"/>
                </a:cubicBezTo>
                <a:cubicBezTo>
                  <a:pt x="2790577" y="27763"/>
                  <a:pt x="2794998" y="28882"/>
                  <a:pt x="2798449" y="31122"/>
                </a:cubicBezTo>
                <a:cubicBezTo>
                  <a:pt x="2801899" y="33361"/>
                  <a:pt x="2804332" y="36491"/>
                  <a:pt x="2805749" y="40513"/>
                </a:cubicBezTo>
                <a:cubicBezTo>
                  <a:pt x="2811507" y="32013"/>
                  <a:pt x="2819002" y="27763"/>
                  <a:pt x="2828233" y="27763"/>
                </a:cubicBezTo>
                <a:cubicBezTo>
                  <a:pt x="2835454" y="27763"/>
                  <a:pt x="2841007" y="29762"/>
                  <a:pt x="2844891" y="33761"/>
                </a:cubicBezTo>
                <a:cubicBezTo>
                  <a:pt x="2848776" y="37760"/>
                  <a:pt x="2850718" y="43918"/>
                  <a:pt x="2850718" y="52235"/>
                </a:cubicBezTo>
                <a:lnTo>
                  <a:pt x="2850718" y="102208"/>
                </a:lnTo>
                <a:lnTo>
                  <a:pt x="2838447" y="102208"/>
                </a:lnTo>
                <a:lnTo>
                  <a:pt x="2838447" y="56348"/>
                </a:lnTo>
                <a:cubicBezTo>
                  <a:pt x="2838447" y="51412"/>
                  <a:pt x="2838048" y="47859"/>
                  <a:pt x="2837248" y="45689"/>
                </a:cubicBezTo>
                <a:cubicBezTo>
                  <a:pt x="2836448" y="43518"/>
                  <a:pt x="2834997" y="41770"/>
                  <a:pt x="2832895" y="40444"/>
                </a:cubicBezTo>
                <a:cubicBezTo>
                  <a:pt x="2830793" y="39119"/>
                  <a:pt x="2828325" y="38457"/>
                  <a:pt x="2825491" y="38457"/>
                </a:cubicBezTo>
                <a:cubicBezTo>
                  <a:pt x="2820373" y="38457"/>
                  <a:pt x="2816123" y="40159"/>
                  <a:pt x="2812741" y="43563"/>
                </a:cubicBezTo>
                <a:cubicBezTo>
                  <a:pt x="2809359" y="46968"/>
                  <a:pt x="2807668" y="52418"/>
                  <a:pt x="2807668" y="59913"/>
                </a:cubicBezTo>
                <a:lnTo>
                  <a:pt x="2807668" y="102208"/>
                </a:lnTo>
                <a:lnTo>
                  <a:pt x="2795329" y="102208"/>
                </a:lnTo>
                <a:lnTo>
                  <a:pt x="2795329" y="54908"/>
                </a:lnTo>
                <a:cubicBezTo>
                  <a:pt x="2795329" y="49424"/>
                  <a:pt x="2794324" y="45312"/>
                  <a:pt x="2792313" y="42570"/>
                </a:cubicBezTo>
                <a:cubicBezTo>
                  <a:pt x="2790302" y="39828"/>
                  <a:pt x="2787012" y="38457"/>
                  <a:pt x="2782442" y="38457"/>
                </a:cubicBezTo>
                <a:cubicBezTo>
                  <a:pt x="2778969" y="38457"/>
                  <a:pt x="2775758" y="39371"/>
                  <a:pt x="2772811" y="41199"/>
                </a:cubicBezTo>
                <a:cubicBezTo>
                  <a:pt x="2769863" y="43027"/>
                  <a:pt x="2767727" y="45700"/>
                  <a:pt x="2766401" y="49219"/>
                </a:cubicBezTo>
                <a:cubicBezTo>
                  <a:pt x="2765076" y="52738"/>
                  <a:pt x="2764413" y="57810"/>
                  <a:pt x="2764413" y="64437"/>
                </a:cubicBezTo>
                <a:lnTo>
                  <a:pt x="2764413" y="102208"/>
                </a:lnTo>
                <a:lnTo>
                  <a:pt x="2752074" y="102208"/>
                </a:lnTo>
                <a:close/>
                <a:moveTo>
                  <a:pt x="2871842" y="102208"/>
                </a:moveTo>
                <a:lnTo>
                  <a:pt x="2871842" y="88155"/>
                </a:lnTo>
                <a:lnTo>
                  <a:pt x="2885894" y="88155"/>
                </a:lnTo>
                <a:lnTo>
                  <a:pt x="2885894" y="102208"/>
                </a:lnTo>
                <a:lnTo>
                  <a:pt x="2871842" y="102208"/>
                </a:lnTo>
                <a:close/>
                <a:moveTo>
                  <a:pt x="2942388" y="69921"/>
                </a:moveTo>
                <a:lnTo>
                  <a:pt x="2954933" y="68824"/>
                </a:lnTo>
                <a:cubicBezTo>
                  <a:pt x="2955527" y="73851"/>
                  <a:pt x="2956910" y="77976"/>
                  <a:pt x="2959080" y="81197"/>
                </a:cubicBezTo>
                <a:cubicBezTo>
                  <a:pt x="2961251" y="84419"/>
                  <a:pt x="2964621" y="87024"/>
                  <a:pt x="2969191" y="89012"/>
                </a:cubicBezTo>
                <a:cubicBezTo>
                  <a:pt x="2973761" y="91000"/>
                  <a:pt x="2978903" y="91994"/>
                  <a:pt x="2984615" y="91994"/>
                </a:cubicBezTo>
                <a:cubicBezTo>
                  <a:pt x="2989688" y="91994"/>
                  <a:pt x="2994166" y="91240"/>
                  <a:pt x="2998051" y="89732"/>
                </a:cubicBezTo>
                <a:cubicBezTo>
                  <a:pt x="3001935" y="88224"/>
                  <a:pt x="3004826" y="86156"/>
                  <a:pt x="3006723" y="83528"/>
                </a:cubicBezTo>
                <a:cubicBezTo>
                  <a:pt x="3008619" y="80900"/>
                  <a:pt x="3009567" y="78033"/>
                  <a:pt x="3009567" y="74925"/>
                </a:cubicBezTo>
                <a:cubicBezTo>
                  <a:pt x="3009567" y="71772"/>
                  <a:pt x="3008653" y="69018"/>
                  <a:pt x="3006825" y="66665"/>
                </a:cubicBezTo>
                <a:cubicBezTo>
                  <a:pt x="3004997" y="64311"/>
                  <a:pt x="3001981" y="62335"/>
                  <a:pt x="2997777" y="60735"/>
                </a:cubicBezTo>
                <a:cubicBezTo>
                  <a:pt x="2995080" y="59684"/>
                  <a:pt x="2989117" y="58050"/>
                  <a:pt x="2979885" y="55834"/>
                </a:cubicBezTo>
                <a:cubicBezTo>
                  <a:pt x="2970654" y="53617"/>
                  <a:pt x="2964187" y="51527"/>
                  <a:pt x="2960486" y="49562"/>
                </a:cubicBezTo>
                <a:cubicBezTo>
                  <a:pt x="2955687" y="47048"/>
                  <a:pt x="2952111" y="43929"/>
                  <a:pt x="2949758" y="40205"/>
                </a:cubicBezTo>
                <a:cubicBezTo>
                  <a:pt x="2947404" y="36480"/>
                  <a:pt x="2946227" y="32310"/>
                  <a:pt x="2946227" y="27694"/>
                </a:cubicBezTo>
                <a:cubicBezTo>
                  <a:pt x="2946227" y="22621"/>
                  <a:pt x="2947667" y="17880"/>
                  <a:pt x="2950546" y="13470"/>
                </a:cubicBezTo>
                <a:cubicBezTo>
                  <a:pt x="2953425" y="9060"/>
                  <a:pt x="2957629" y="5713"/>
                  <a:pt x="2963159" y="3427"/>
                </a:cubicBezTo>
                <a:cubicBezTo>
                  <a:pt x="2968689" y="1142"/>
                  <a:pt x="2974835" y="0"/>
                  <a:pt x="2981599" y="0"/>
                </a:cubicBezTo>
                <a:cubicBezTo>
                  <a:pt x="2989048" y="0"/>
                  <a:pt x="2995617" y="1200"/>
                  <a:pt x="3001307" y="3599"/>
                </a:cubicBezTo>
                <a:cubicBezTo>
                  <a:pt x="3006997" y="5998"/>
                  <a:pt x="3011372" y="9528"/>
                  <a:pt x="3014434" y="14190"/>
                </a:cubicBezTo>
                <a:cubicBezTo>
                  <a:pt x="3017496" y="18851"/>
                  <a:pt x="3019141" y="24130"/>
                  <a:pt x="3019370" y="30025"/>
                </a:cubicBezTo>
                <a:lnTo>
                  <a:pt x="3006620" y="30985"/>
                </a:lnTo>
                <a:cubicBezTo>
                  <a:pt x="3005934" y="24632"/>
                  <a:pt x="3003615" y="19834"/>
                  <a:pt x="2999662" y="16589"/>
                </a:cubicBezTo>
                <a:cubicBezTo>
                  <a:pt x="2995709" y="13344"/>
                  <a:pt x="2989871" y="11722"/>
                  <a:pt x="2982147" y="11722"/>
                </a:cubicBezTo>
                <a:cubicBezTo>
                  <a:pt x="2974104" y="11722"/>
                  <a:pt x="2968243" y="13196"/>
                  <a:pt x="2964564" y="16144"/>
                </a:cubicBezTo>
                <a:cubicBezTo>
                  <a:pt x="2960885" y="19091"/>
                  <a:pt x="2959046" y="22644"/>
                  <a:pt x="2959046" y="26803"/>
                </a:cubicBezTo>
                <a:cubicBezTo>
                  <a:pt x="2959046" y="30413"/>
                  <a:pt x="2960348" y="33384"/>
                  <a:pt x="2962953" y="35715"/>
                </a:cubicBezTo>
                <a:cubicBezTo>
                  <a:pt x="2965513" y="38045"/>
                  <a:pt x="2972196" y="40433"/>
                  <a:pt x="2983004" y="42878"/>
                </a:cubicBezTo>
                <a:cubicBezTo>
                  <a:pt x="2993812" y="45323"/>
                  <a:pt x="3001227" y="47459"/>
                  <a:pt x="3005249" y="49287"/>
                </a:cubicBezTo>
                <a:cubicBezTo>
                  <a:pt x="3011098" y="51984"/>
                  <a:pt x="3015417" y="55400"/>
                  <a:pt x="3018205" y="59536"/>
                </a:cubicBezTo>
                <a:cubicBezTo>
                  <a:pt x="3020992" y="63671"/>
                  <a:pt x="3022386" y="68436"/>
                  <a:pt x="3022386" y="73828"/>
                </a:cubicBezTo>
                <a:cubicBezTo>
                  <a:pt x="3022386" y="79175"/>
                  <a:pt x="3020855" y="84214"/>
                  <a:pt x="3017793" y="88944"/>
                </a:cubicBezTo>
                <a:cubicBezTo>
                  <a:pt x="3014731" y="93673"/>
                  <a:pt x="3010333" y="97352"/>
                  <a:pt x="3004597" y="99980"/>
                </a:cubicBezTo>
                <a:cubicBezTo>
                  <a:pt x="2998862" y="102608"/>
                  <a:pt x="2992407" y="103922"/>
                  <a:pt x="2985232" y="103922"/>
                </a:cubicBezTo>
                <a:cubicBezTo>
                  <a:pt x="2976138" y="103922"/>
                  <a:pt x="2968517" y="102596"/>
                  <a:pt x="2962371" y="99946"/>
                </a:cubicBezTo>
                <a:cubicBezTo>
                  <a:pt x="2956224" y="97295"/>
                  <a:pt x="2951403" y="93308"/>
                  <a:pt x="2947907" y="87984"/>
                </a:cubicBezTo>
                <a:cubicBezTo>
                  <a:pt x="2944411" y="82660"/>
                  <a:pt x="2942571" y="76639"/>
                  <a:pt x="2942388" y="69921"/>
                </a:cubicBezTo>
                <a:close/>
                <a:moveTo>
                  <a:pt x="3038864" y="102208"/>
                </a:moveTo>
                <a:lnTo>
                  <a:pt x="3038864" y="1714"/>
                </a:lnTo>
                <a:lnTo>
                  <a:pt x="3051203" y="1714"/>
                </a:lnTo>
                <a:lnTo>
                  <a:pt x="3051203" y="37771"/>
                </a:lnTo>
                <a:cubicBezTo>
                  <a:pt x="3056961" y="31099"/>
                  <a:pt x="3064228" y="27763"/>
                  <a:pt x="3073002" y="27763"/>
                </a:cubicBezTo>
                <a:cubicBezTo>
                  <a:pt x="3078394" y="27763"/>
                  <a:pt x="3083079" y="28825"/>
                  <a:pt x="3087055" y="30950"/>
                </a:cubicBezTo>
                <a:cubicBezTo>
                  <a:pt x="3091031" y="33075"/>
                  <a:pt x="3093875" y="36012"/>
                  <a:pt x="3095589" y="39759"/>
                </a:cubicBezTo>
                <a:cubicBezTo>
                  <a:pt x="3097303" y="43506"/>
                  <a:pt x="3098160" y="48945"/>
                  <a:pt x="3098160" y="56074"/>
                </a:cubicBezTo>
                <a:lnTo>
                  <a:pt x="3098160" y="102208"/>
                </a:lnTo>
                <a:lnTo>
                  <a:pt x="3085821" y="102208"/>
                </a:lnTo>
                <a:lnTo>
                  <a:pt x="3085821" y="56074"/>
                </a:lnTo>
                <a:cubicBezTo>
                  <a:pt x="3085821" y="49904"/>
                  <a:pt x="3084484" y="45414"/>
                  <a:pt x="3081811" y="42604"/>
                </a:cubicBezTo>
                <a:cubicBezTo>
                  <a:pt x="3079137" y="39793"/>
                  <a:pt x="3075355" y="38388"/>
                  <a:pt x="3070466" y="38388"/>
                </a:cubicBezTo>
                <a:cubicBezTo>
                  <a:pt x="3066810" y="38388"/>
                  <a:pt x="3063371" y="39336"/>
                  <a:pt x="3060149" y="41233"/>
                </a:cubicBezTo>
                <a:cubicBezTo>
                  <a:pt x="3056927" y="43129"/>
                  <a:pt x="3054631" y="45700"/>
                  <a:pt x="3053260" y="48945"/>
                </a:cubicBezTo>
                <a:cubicBezTo>
                  <a:pt x="3051889" y="52189"/>
                  <a:pt x="3051203" y="56668"/>
                  <a:pt x="3051203" y="62380"/>
                </a:cubicBezTo>
                <a:lnTo>
                  <a:pt x="3051203" y="102208"/>
                </a:lnTo>
                <a:lnTo>
                  <a:pt x="3038864" y="102208"/>
                </a:lnTo>
                <a:close/>
                <a:moveTo>
                  <a:pt x="3166504" y="78764"/>
                </a:moveTo>
                <a:lnTo>
                  <a:pt x="3179254" y="80341"/>
                </a:lnTo>
                <a:cubicBezTo>
                  <a:pt x="3177243" y="87790"/>
                  <a:pt x="3173519" y="93571"/>
                  <a:pt x="3168080" y="97684"/>
                </a:cubicBezTo>
                <a:cubicBezTo>
                  <a:pt x="3162642" y="101797"/>
                  <a:pt x="3155696" y="103853"/>
                  <a:pt x="3147241" y="103853"/>
                </a:cubicBezTo>
                <a:cubicBezTo>
                  <a:pt x="3136593" y="103853"/>
                  <a:pt x="3128150" y="100574"/>
                  <a:pt x="3121912" y="94016"/>
                </a:cubicBezTo>
                <a:cubicBezTo>
                  <a:pt x="3115674" y="87458"/>
                  <a:pt x="3112555" y="78261"/>
                  <a:pt x="3112555" y="66425"/>
                </a:cubicBezTo>
                <a:cubicBezTo>
                  <a:pt x="3112555" y="54177"/>
                  <a:pt x="3115708" y="44672"/>
                  <a:pt x="3122015" y="37908"/>
                </a:cubicBezTo>
                <a:cubicBezTo>
                  <a:pt x="3128322" y="31145"/>
                  <a:pt x="3136502" y="27763"/>
                  <a:pt x="3146556" y="27763"/>
                </a:cubicBezTo>
                <a:cubicBezTo>
                  <a:pt x="3156290" y="27763"/>
                  <a:pt x="3164242" y="31076"/>
                  <a:pt x="3170411" y="37702"/>
                </a:cubicBezTo>
                <a:cubicBezTo>
                  <a:pt x="3176581" y="44329"/>
                  <a:pt x="3179665" y="53652"/>
                  <a:pt x="3179665" y="65671"/>
                </a:cubicBezTo>
                <a:cubicBezTo>
                  <a:pt x="3179665" y="66402"/>
                  <a:pt x="3179643" y="67499"/>
                  <a:pt x="3179597" y="68961"/>
                </a:cubicBezTo>
                <a:lnTo>
                  <a:pt x="3125305" y="68961"/>
                </a:lnTo>
                <a:cubicBezTo>
                  <a:pt x="3125762" y="76959"/>
                  <a:pt x="3128024" y="83083"/>
                  <a:pt x="3132092" y="87333"/>
                </a:cubicBezTo>
                <a:cubicBezTo>
                  <a:pt x="3136159" y="91583"/>
                  <a:pt x="3141232" y="93708"/>
                  <a:pt x="3147310" y="93708"/>
                </a:cubicBezTo>
                <a:cubicBezTo>
                  <a:pt x="3151834" y="93708"/>
                  <a:pt x="3155696" y="92520"/>
                  <a:pt x="3158895" y="90143"/>
                </a:cubicBezTo>
                <a:cubicBezTo>
                  <a:pt x="3162094" y="87767"/>
                  <a:pt x="3164630" y="83974"/>
                  <a:pt x="3166504" y="78764"/>
                </a:cubicBezTo>
                <a:moveTo>
                  <a:pt x="3125991" y="58816"/>
                </a:moveTo>
                <a:lnTo>
                  <a:pt x="3166641" y="58816"/>
                </a:lnTo>
                <a:cubicBezTo>
                  <a:pt x="3166093" y="52692"/>
                  <a:pt x="3164539" y="48099"/>
                  <a:pt x="3161980" y="45037"/>
                </a:cubicBezTo>
                <a:cubicBezTo>
                  <a:pt x="3158049" y="40285"/>
                  <a:pt x="3152954" y="37908"/>
                  <a:pt x="3146693" y="37908"/>
                </a:cubicBezTo>
                <a:cubicBezTo>
                  <a:pt x="3141026" y="37908"/>
                  <a:pt x="3136262" y="39805"/>
                  <a:pt x="3132400" y="43598"/>
                </a:cubicBezTo>
                <a:cubicBezTo>
                  <a:pt x="3128539" y="47391"/>
                  <a:pt x="3126402" y="52464"/>
                  <a:pt x="3125991" y="58816"/>
                </a:cubicBezTo>
                <a:close/>
                <a:moveTo>
                  <a:pt x="3232968" y="102208"/>
                </a:moveTo>
                <a:lnTo>
                  <a:pt x="3232968" y="1714"/>
                </a:lnTo>
                <a:lnTo>
                  <a:pt x="3245307" y="1714"/>
                </a:lnTo>
                <a:lnTo>
                  <a:pt x="3245307" y="37771"/>
                </a:lnTo>
                <a:cubicBezTo>
                  <a:pt x="3251065" y="31099"/>
                  <a:pt x="3258331" y="27763"/>
                  <a:pt x="3267106" y="27763"/>
                </a:cubicBezTo>
                <a:cubicBezTo>
                  <a:pt x="3272498" y="27763"/>
                  <a:pt x="3277183" y="28825"/>
                  <a:pt x="3281159" y="30950"/>
                </a:cubicBezTo>
                <a:cubicBezTo>
                  <a:pt x="3285135" y="33075"/>
                  <a:pt x="3287979" y="36012"/>
                  <a:pt x="3289693" y="39759"/>
                </a:cubicBezTo>
                <a:cubicBezTo>
                  <a:pt x="3291407" y="43506"/>
                  <a:pt x="3292264" y="48945"/>
                  <a:pt x="3292264" y="56074"/>
                </a:cubicBezTo>
                <a:lnTo>
                  <a:pt x="3292264" y="102208"/>
                </a:lnTo>
                <a:lnTo>
                  <a:pt x="3279925" y="102208"/>
                </a:lnTo>
                <a:lnTo>
                  <a:pt x="3279925" y="56074"/>
                </a:lnTo>
                <a:cubicBezTo>
                  <a:pt x="3279925" y="49904"/>
                  <a:pt x="3278588" y="45414"/>
                  <a:pt x="3275915" y="42604"/>
                </a:cubicBezTo>
                <a:cubicBezTo>
                  <a:pt x="3273241" y="39793"/>
                  <a:pt x="3269459" y="38388"/>
                  <a:pt x="3264570" y="38388"/>
                </a:cubicBezTo>
                <a:cubicBezTo>
                  <a:pt x="3260914" y="38388"/>
                  <a:pt x="3257475" y="39336"/>
                  <a:pt x="3254253" y="41233"/>
                </a:cubicBezTo>
                <a:cubicBezTo>
                  <a:pt x="3251031" y="43129"/>
                  <a:pt x="3248734" y="45700"/>
                  <a:pt x="3247363" y="48945"/>
                </a:cubicBezTo>
                <a:cubicBezTo>
                  <a:pt x="3245992" y="52189"/>
                  <a:pt x="3245307" y="56668"/>
                  <a:pt x="3245307" y="62380"/>
                </a:cubicBezTo>
                <a:lnTo>
                  <a:pt x="3245307" y="102208"/>
                </a:lnTo>
                <a:lnTo>
                  <a:pt x="3232968" y="102208"/>
                </a:lnTo>
                <a:close/>
                <a:moveTo>
                  <a:pt x="3360608" y="78764"/>
                </a:moveTo>
                <a:lnTo>
                  <a:pt x="3373358" y="80341"/>
                </a:lnTo>
                <a:cubicBezTo>
                  <a:pt x="3371347" y="87790"/>
                  <a:pt x="3367623" y="93571"/>
                  <a:pt x="3362184" y="97684"/>
                </a:cubicBezTo>
                <a:cubicBezTo>
                  <a:pt x="3356746" y="101797"/>
                  <a:pt x="3349800" y="103853"/>
                  <a:pt x="3341345" y="103853"/>
                </a:cubicBezTo>
                <a:cubicBezTo>
                  <a:pt x="3330697" y="103853"/>
                  <a:pt x="3322254" y="100574"/>
                  <a:pt x="3316016" y="94016"/>
                </a:cubicBezTo>
                <a:cubicBezTo>
                  <a:pt x="3309778" y="87458"/>
                  <a:pt x="3306659" y="78261"/>
                  <a:pt x="3306659" y="66425"/>
                </a:cubicBezTo>
                <a:cubicBezTo>
                  <a:pt x="3306659" y="54177"/>
                  <a:pt x="3309812" y="44672"/>
                  <a:pt x="3316119" y="37908"/>
                </a:cubicBezTo>
                <a:cubicBezTo>
                  <a:pt x="3322426" y="31145"/>
                  <a:pt x="3330606" y="27763"/>
                  <a:pt x="3340660" y="27763"/>
                </a:cubicBezTo>
                <a:cubicBezTo>
                  <a:pt x="3350394" y="27763"/>
                  <a:pt x="3358346" y="31076"/>
                  <a:pt x="3364515" y="37702"/>
                </a:cubicBezTo>
                <a:cubicBezTo>
                  <a:pt x="3370685" y="44329"/>
                  <a:pt x="3373769" y="53652"/>
                  <a:pt x="3373769" y="65671"/>
                </a:cubicBezTo>
                <a:cubicBezTo>
                  <a:pt x="3373769" y="66402"/>
                  <a:pt x="3373747" y="67499"/>
                  <a:pt x="3373701" y="68961"/>
                </a:cubicBezTo>
                <a:lnTo>
                  <a:pt x="3319409" y="68961"/>
                </a:lnTo>
                <a:cubicBezTo>
                  <a:pt x="3319866" y="76959"/>
                  <a:pt x="3322128" y="83083"/>
                  <a:pt x="3326196" y="87333"/>
                </a:cubicBezTo>
                <a:cubicBezTo>
                  <a:pt x="3330263" y="91583"/>
                  <a:pt x="3335336" y="93708"/>
                  <a:pt x="3341414" y="93708"/>
                </a:cubicBezTo>
                <a:cubicBezTo>
                  <a:pt x="3345938" y="93708"/>
                  <a:pt x="3349800" y="92520"/>
                  <a:pt x="3352999" y="90143"/>
                </a:cubicBezTo>
                <a:cubicBezTo>
                  <a:pt x="3356198" y="87767"/>
                  <a:pt x="3358734" y="83974"/>
                  <a:pt x="3360608" y="78764"/>
                </a:cubicBezTo>
                <a:moveTo>
                  <a:pt x="3320095" y="58816"/>
                </a:moveTo>
                <a:lnTo>
                  <a:pt x="3360745" y="58816"/>
                </a:lnTo>
                <a:cubicBezTo>
                  <a:pt x="3360197" y="52692"/>
                  <a:pt x="3358643" y="48099"/>
                  <a:pt x="3356084" y="45037"/>
                </a:cubicBezTo>
                <a:cubicBezTo>
                  <a:pt x="3352153" y="40285"/>
                  <a:pt x="3347058" y="37908"/>
                  <a:pt x="3340797" y="37908"/>
                </a:cubicBezTo>
                <a:cubicBezTo>
                  <a:pt x="3335130" y="37908"/>
                  <a:pt x="3330366" y="39805"/>
                  <a:pt x="3326504" y="43598"/>
                </a:cubicBezTo>
                <a:cubicBezTo>
                  <a:pt x="3322643" y="47391"/>
                  <a:pt x="3320506" y="52464"/>
                  <a:pt x="3320095" y="58816"/>
                </a:cubicBezTo>
                <a:close/>
                <a:moveTo>
                  <a:pt x="3436082" y="93228"/>
                </a:moveTo>
                <a:cubicBezTo>
                  <a:pt x="3431512" y="97112"/>
                  <a:pt x="3427113" y="99854"/>
                  <a:pt x="3422886" y="101454"/>
                </a:cubicBezTo>
                <a:cubicBezTo>
                  <a:pt x="3418659" y="103053"/>
                  <a:pt x="3414123" y="103853"/>
                  <a:pt x="3409279" y="103853"/>
                </a:cubicBezTo>
                <a:cubicBezTo>
                  <a:pt x="3401281" y="103853"/>
                  <a:pt x="3395135" y="101899"/>
                  <a:pt x="3390839" y="97992"/>
                </a:cubicBezTo>
                <a:cubicBezTo>
                  <a:pt x="3386543" y="94085"/>
                  <a:pt x="3384395" y="89092"/>
                  <a:pt x="3384395" y="83014"/>
                </a:cubicBezTo>
                <a:cubicBezTo>
                  <a:pt x="3384395" y="79449"/>
                  <a:pt x="3385207" y="76193"/>
                  <a:pt x="3386829" y="73246"/>
                </a:cubicBezTo>
                <a:cubicBezTo>
                  <a:pt x="3388451" y="70298"/>
                  <a:pt x="3390576" y="67933"/>
                  <a:pt x="3393204" y="66151"/>
                </a:cubicBezTo>
                <a:cubicBezTo>
                  <a:pt x="3395832" y="64368"/>
                  <a:pt x="3398791" y="63020"/>
                  <a:pt x="3402081" y="62106"/>
                </a:cubicBezTo>
                <a:cubicBezTo>
                  <a:pt x="3404503" y="61466"/>
                  <a:pt x="3408159" y="60849"/>
                  <a:pt x="3413049" y="60255"/>
                </a:cubicBezTo>
                <a:cubicBezTo>
                  <a:pt x="3423012" y="59067"/>
                  <a:pt x="3430347" y="57650"/>
                  <a:pt x="3435054" y="56005"/>
                </a:cubicBezTo>
                <a:cubicBezTo>
                  <a:pt x="3435099" y="54314"/>
                  <a:pt x="3435122" y="53240"/>
                  <a:pt x="3435122" y="52783"/>
                </a:cubicBezTo>
                <a:cubicBezTo>
                  <a:pt x="3435122" y="47756"/>
                  <a:pt x="3433957" y="44215"/>
                  <a:pt x="3431626" y="42158"/>
                </a:cubicBezTo>
                <a:cubicBezTo>
                  <a:pt x="3428473" y="39371"/>
                  <a:pt x="3423789" y="37977"/>
                  <a:pt x="3417574" y="37977"/>
                </a:cubicBezTo>
                <a:cubicBezTo>
                  <a:pt x="3411770" y="37977"/>
                  <a:pt x="3407485" y="38993"/>
                  <a:pt x="3404720" y="41027"/>
                </a:cubicBezTo>
                <a:cubicBezTo>
                  <a:pt x="3401956" y="43061"/>
                  <a:pt x="3399910" y="46660"/>
                  <a:pt x="3398585" y="51824"/>
                </a:cubicBezTo>
                <a:lnTo>
                  <a:pt x="3386520" y="50179"/>
                </a:lnTo>
                <a:cubicBezTo>
                  <a:pt x="3387617" y="45014"/>
                  <a:pt x="3389422" y="40844"/>
                  <a:pt x="3391936" y="37668"/>
                </a:cubicBezTo>
                <a:cubicBezTo>
                  <a:pt x="3394449" y="34492"/>
                  <a:pt x="3398082" y="32047"/>
                  <a:pt x="3402835" y="30333"/>
                </a:cubicBezTo>
                <a:cubicBezTo>
                  <a:pt x="3407588" y="28620"/>
                  <a:pt x="3413095" y="27763"/>
                  <a:pt x="3419356" y="27763"/>
                </a:cubicBezTo>
                <a:cubicBezTo>
                  <a:pt x="3425571" y="27763"/>
                  <a:pt x="3430621" y="28494"/>
                  <a:pt x="3434505" y="29956"/>
                </a:cubicBezTo>
                <a:cubicBezTo>
                  <a:pt x="3438390" y="31419"/>
                  <a:pt x="3441246" y="33258"/>
                  <a:pt x="3443074" y="35475"/>
                </a:cubicBezTo>
                <a:cubicBezTo>
                  <a:pt x="3444902" y="37691"/>
                  <a:pt x="3446182" y="40490"/>
                  <a:pt x="3446913" y="43872"/>
                </a:cubicBezTo>
                <a:cubicBezTo>
                  <a:pt x="3447324" y="45974"/>
                  <a:pt x="3447530" y="49767"/>
                  <a:pt x="3447530" y="55251"/>
                </a:cubicBezTo>
                <a:lnTo>
                  <a:pt x="3447530" y="71703"/>
                </a:lnTo>
                <a:cubicBezTo>
                  <a:pt x="3447530" y="83174"/>
                  <a:pt x="3447793" y="90429"/>
                  <a:pt x="3448318" y="93468"/>
                </a:cubicBezTo>
                <a:cubicBezTo>
                  <a:pt x="3448844" y="96507"/>
                  <a:pt x="3449883" y="99420"/>
                  <a:pt x="3451437" y="102208"/>
                </a:cubicBezTo>
                <a:lnTo>
                  <a:pt x="3438550" y="102208"/>
                </a:lnTo>
                <a:cubicBezTo>
                  <a:pt x="3437270" y="99649"/>
                  <a:pt x="3436448" y="96655"/>
                  <a:pt x="3436082" y="93228"/>
                </a:cubicBezTo>
                <a:moveTo>
                  <a:pt x="3435054" y="65671"/>
                </a:moveTo>
                <a:cubicBezTo>
                  <a:pt x="3430575" y="67499"/>
                  <a:pt x="3423857" y="69053"/>
                  <a:pt x="3414900" y="70332"/>
                </a:cubicBezTo>
                <a:cubicBezTo>
                  <a:pt x="3409827" y="71063"/>
                  <a:pt x="3406240" y="71886"/>
                  <a:pt x="3404138" y="72800"/>
                </a:cubicBezTo>
                <a:cubicBezTo>
                  <a:pt x="3402036" y="73714"/>
                  <a:pt x="3400413" y="75051"/>
                  <a:pt x="3399271" y="76810"/>
                </a:cubicBezTo>
                <a:cubicBezTo>
                  <a:pt x="3398128" y="78570"/>
                  <a:pt x="3397557" y="80523"/>
                  <a:pt x="3397557" y="82671"/>
                </a:cubicBezTo>
                <a:cubicBezTo>
                  <a:pt x="3397557" y="85962"/>
                  <a:pt x="3398802" y="88704"/>
                  <a:pt x="3401293" y="90897"/>
                </a:cubicBezTo>
                <a:cubicBezTo>
                  <a:pt x="3403784" y="93091"/>
                  <a:pt x="3407428" y="94188"/>
                  <a:pt x="3412227" y="94188"/>
                </a:cubicBezTo>
                <a:cubicBezTo>
                  <a:pt x="3416979" y="94188"/>
                  <a:pt x="3421207" y="93148"/>
                  <a:pt x="3424908" y="91069"/>
                </a:cubicBezTo>
                <a:cubicBezTo>
                  <a:pt x="3428610" y="88989"/>
                  <a:pt x="3431329" y="86144"/>
                  <a:pt x="3433066" y="82534"/>
                </a:cubicBezTo>
                <a:cubicBezTo>
                  <a:pt x="3434391" y="79746"/>
                  <a:pt x="3435054" y="75633"/>
                  <a:pt x="3435054" y="70195"/>
                </a:cubicBezTo>
                <a:lnTo>
                  <a:pt x="3435054" y="65671"/>
                </a:lnTo>
                <a:close/>
                <a:moveTo>
                  <a:pt x="3513612" y="102208"/>
                </a:moveTo>
                <a:lnTo>
                  <a:pt x="3513612" y="93022"/>
                </a:lnTo>
                <a:cubicBezTo>
                  <a:pt x="3508997" y="100243"/>
                  <a:pt x="3502210" y="103853"/>
                  <a:pt x="3493253" y="103853"/>
                </a:cubicBezTo>
                <a:cubicBezTo>
                  <a:pt x="3487449" y="103853"/>
                  <a:pt x="3482114" y="102254"/>
                  <a:pt x="3477247" y="99055"/>
                </a:cubicBezTo>
                <a:cubicBezTo>
                  <a:pt x="3472380" y="95856"/>
                  <a:pt x="3468609" y="91388"/>
                  <a:pt x="3465936" y="85653"/>
                </a:cubicBezTo>
                <a:cubicBezTo>
                  <a:pt x="3463262" y="79918"/>
                  <a:pt x="3461926" y="73326"/>
                  <a:pt x="3461926" y="65876"/>
                </a:cubicBezTo>
                <a:cubicBezTo>
                  <a:pt x="3461926" y="58610"/>
                  <a:pt x="3463137" y="52018"/>
                  <a:pt x="3465559" y="46100"/>
                </a:cubicBezTo>
                <a:cubicBezTo>
                  <a:pt x="3467981" y="40182"/>
                  <a:pt x="3471614" y="35646"/>
                  <a:pt x="3476458" y="32493"/>
                </a:cubicBezTo>
                <a:cubicBezTo>
                  <a:pt x="3481303" y="29339"/>
                  <a:pt x="3486718" y="27763"/>
                  <a:pt x="3492705" y="27763"/>
                </a:cubicBezTo>
                <a:cubicBezTo>
                  <a:pt x="3497092" y="27763"/>
                  <a:pt x="3500999" y="28688"/>
                  <a:pt x="3504427" y="30539"/>
                </a:cubicBezTo>
                <a:cubicBezTo>
                  <a:pt x="3507854" y="32390"/>
                  <a:pt x="3510642" y="34801"/>
                  <a:pt x="3512790" y="37771"/>
                </a:cubicBezTo>
                <a:lnTo>
                  <a:pt x="3512790" y="1714"/>
                </a:lnTo>
                <a:lnTo>
                  <a:pt x="3525060" y="1714"/>
                </a:lnTo>
                <a:lnTo>
                  <a:pt x="3525060" y="102208"/>
                </a:lnTo>
                <a:lnTo>
                  <a:pt x="3513612" y="102208"/>
                </a:lnTo>
                <a:moveTo>
                  <a:pt x="3474607" y="65876"/>
                </a:moveTo>
                <a:cubicBezTo>
                  <a:pt x="3474607" y="75199"/>
                  <a:pt x="3476573" y="82169"/>
                  <a:pt x="3480503" y="86784"/>
                </a:cubicBezTo>
                <a:cubicBezTo>
                  <a:pt x="3484433" y="91400"/>
                  <a:pt x="3489071" y="93708"/>
                  <a:pt x="3494418" y="93708"/>
                </a:cubicBezTo>
                <a:cubicBezTo>
                  <a:pt x="3499811" y="93708"/>
                  <a:pt x="3504392" y="91503"/>
                  <a:pt x="3508163" y="87093"/>
                </a:cubicBezTo>
                <a:cubicBezTo>
                  <a:pt x="3511933" y="82683"/>
                  <a:pt x="3513818" y="75953"/>
                  <a:pt x="3513818" y="66905"/>
                </a:cubicBezTo>
                <a:cubicBezTo>
                  <a:pt x="3513818" y="56942"/>
                  <a:pt x="3511899" y="49630"/>
                  <a:pt x="3508060" y="44969"/>
                </a:cubicBezTo>
                <a:cubicBezTo>
                  <a:pt x="3504221" y="40307"/>
                  <a:pt x="3499491" y="37977"/>
                  <a:pt x="3493870" y="37977"/>
                </a:cubicBezTo>
                <a:cubicBezTo>
                  <a:pt x="3488386" y="37977"/>
                  <a:pt x="3483805" y="40216"/>
                  <a:pt x="3480126" y="44695"/>
                </a:cubicBezTo>
                <a:cubicBezTo>
                  <a:pt x="3476447" y="49173"/>
                  <a:pt x="3474607" y="56234"/>
                  <a:pt x="3474607" y="65876"/>
                </a:cubicBezTo>
                <a:close/>
                <a:moveTo>
                  <a:pt x="3539250" y="80478"/>
                </a:moveTo>
                <a:lnTo>
                  <a:pt x="3551452" y="78558"/>
                </a:lnTo>
                <a:cubicBezTo>
                  <a:pt x="3552137" y="83448"/>
                  <a:pt x="3554045" y="87196"/>
                  <a:pt x="3557176" y="89800"/>
                </a:cubicBezTo>
                <a:cubicBezTo>
                  <a:pt x="3560306" y="92405"/>
                  <a:pt x="3564682" y="93708"/>
                  <a:pt x="3570303" y="93708"/>
                </a:cubicBezTo>
                <a:cubicBezTo>
                  <a:pt x="3575970" y="93708"/>
                  <a:pt x="3580174" y="92554"/>
                  <a:pt x="3582916" y="90246"/>
                </a:cubicBezTo>
                <a:cubicBezTo>
                  <a:pt x="3585658" y="87938"/>
                  <a:pt x="3587029" y="85230"/>
                  <a:pt x="3587029" y="82123"/>
                </a:cubicBezTo>
                <a:cubicBezTo>
                  <a:pt x="3587029" y="79335"/>
                  <a:pt x="3585818" y="77142"/>
                  <a:pt x="3583396" y="75542"/>
                </a:cubicBezTo>
                <a:cubicBezTo>
                  <a:pt x="3581705" y="74445"/>
                  <a:pt x="3577501" y="73051"/>
                  <a:pt x="3570783" y="71360"/>
                </a:cubicBezTo>
                <a:cubicBezTo>
                  <a:pt x="3561734" y="69075"/>
                  <a:pt x="3555462" y="67099"/>
                  <a:pt x="3551966" y="65431"/>
                </a:cubicBezTo>
                <a:cubicBezTo>
                  <a:pt x="3548470" y="63763"/>
                  <a:pt x="3545819" y="61455"/>
                  <a:pt x="3544014" y="58507"/>
                </a:cubicBezTo>
                <a:cubicBezTo>
                  <a:pt x="3542209" y="55560"/>
                  <a:pt x="3541306" y="52304"/>
                  <a:pt x="3541306" y="48739"/>
                </a:cubicBezTo>
                <a:cubicBezTo>
                  <a:pt x="3541306" y="45494"/>
                  <a:pt x="3542049" y="42490"/>
                  <a:pt x="3543534" y="39725"/>
                </a:cubicBezTo>
                <a:cubicBezTo>
                  <a:pt x="3545020" y="36960"/>
                  <a:pt x="3547042" y="34663"/>
                  <a:pt x="3549601" y="32835"/>
                </a:cubicBezTo>
                <a:cubicBezTo>
                  <a:pt x="3551520" y="31419"/>
                  <a:pt x="3554137" y="30219"/>
                  <a:pt x="3557450" y="29237"/>
                </a:cubicBezTo>
                <a:cubicBezTo>
                  <a:pt x="3560763" y="28254"/>
                  <a:pt x="3564316" y="27763"/>
                  <a:pt x="3568109" y="27763"/>
                </a:cubicBezTo>
                <a:cubicBezTo>
                  <a:pt x="3573822" y="27763"/>
                  <a:pt x="3578837" y="28585"/>
                  <a:pt x="3583156" y="30231"/>
                </a:cubicBezTo>
                <a:cubicBezTo>
                  <a:pt x="3587475" y="31876"/>
                  <a:pt x="3590662" y="34104"/>
                  <a:pt x="3592719" y="36914"/>
                </a:cubicBezTo>
                <a:cubicBezTo>
                  <a:pt x="3594775" y="39725"/>
                  <a:pt x="3596192" y="43484"/>
                  <a:pt x="3596969" y="48191"/>
                </a:cubicBezTo>
                <a:lnTo>
                  <a:pt x="3584904" y="49836"/>
                </a:lnTo>
                <a:cubicBezTo>
                  <a:pt x="3584356" y="46088"/>
                  <a:pt x="3582768" y="43164"/>
                  <a:pt x="3580140" y="41061"/>
                </a:cubicBezTo>
                <a:cubicBezTo>
                  <a:pt x="3577512" y="38959"/>
                  <a:pt x="3573799" y="37908"/>
                  <a:pt x="3569001" y="37908"/>
                </a:cubicBezTo>
                <a:cubicBezTo>
                  <a:pt x="3563334" y="37908"/>
                  <a:pt x="3559289" y="38845"/>
                  <a:pt x="3556867" y="40719"/>
                </a:cubicBezTo>
                <a:cubicBezTo>
                  <a:pt x="3554445" y="42592"/>
                  <a:pt x="3553234" y="44786"/>
                  <a:pt x="3553234" y="47299"/>
                </a:cubicBezTo>
                <a:cubicBezTo>
                  <a:pt x="3553234" y="48899"/>
                  <a:pt x="3553737" y="50338"/>
                  <a:pt x="3554742" y="51618"/>
                </a:cubicBezTo>
                <a:cubicBezTo>
                  <a:pt x="3555748" y="52943"/>
                  <a:pt x="3557324" y="54040"/>
                  <a:pt x="3559472" y="54908"/>
                </a:cubicBezTo>
                <a:cubicBezTo>
                  <a:pt x="3560706" y="55365"/>
                  <a:pt x="3564339" y="56417"/>
                  <a:pt x="3570372" y="58062"/>
                </a:cubicBezTo>
                <a:cubicBezTo>
                  <a:pt x="3579100" y="60392"/>
                  <a:pt x="3585190" y="62300"/>
                  <a:pt x="3588640" y="63786"/>
                </a:cubicBezTo>
                <a:cubicBezTo>
                  <a:pt x="3592090" y="65271"/>
                  <a:pt x="3594798" y="67430"/>
                  <a:pt x="3596763" y="70264"/>
                </a:cubicBezTo>
                <a:cubicBezTo>
                  <a:pt x="3598728" y="73097"/>
                  <a:pt x="3599711" y="76616"/>
                  <a:pt x="3599711" y="80820"/>
                </a:cubicBezTo>
                <a:cubicBezTo>
                  <a:pt x="3599711" y="84933"/>
                  <a:pt x="3598511" y="88806"/>
                  <a:pt x="3596112" y="92440"/>
                </a:cubicBezTo>
                <a:cubicBezTo>
                  <a:pt x="3593713" y="96073"/>
                  <a:pt x="3590251" y="98883"/>
                  <a:pt x="3585727" y="100871"/>
                </a:cubicBezTo>
                <a:cubicBezTo>
                  <a:pt x="3581202" y="102859"/>
                  <a:pt x="3576084" y="103853"/>
                  <a:pt x="3570372" y="103853"/>
                </a:cubicBezTo>
                <a:cubicBezTo>
                  <a:pt x="3560912" y="103853"/>
                  <a:pt x="3553702" y="101888"/>
                  <a:pt x="3548744" y="97958"/>
                </a:cubicBezTo>
                <a:cubicBezTo>
                  <a:pt x="3543786" y="94028"/>
                  <a:pt x="3540621" y="88201"/>
                  <a:pt x="3539250" y="80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towardsthecabinetandisabouttoopenit.">
            <a:extLst xmlns:a="http://schemas.openxmlformats.org/drawingml/2006/main">
              <a:ext uri="{FF2B5EF4-FFF2-40B4-BE49-F238E27FC236}">
                <a16:creationId xmlns:a16="http://schemas.microsoft.com/office/drawing/2014/main" id="{98326DB4-F383-45EF-B3CB-08E4D7B5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467" y="2015814"/>
            <a:ext cx="2647949" cy="128394"/>
          </a:xfrm>
          <a:custGeom xmlns:a="http://schemas.openxmlformats.org/drawingml/2006/main">
            <a:pathLst>
              <a:path w="2647949" h="128394">
                <a:moveTo>
                  <a:pt x="33727" y="89458"/>
                </a:moveTo>
                <a:lnTo>
                  <a:pt x="35509" y="100357"/>
                </a:lnTo>
                <a:cubicBezTo>
                  <a:pt x="32036" y="101088"/>
                  <a:pt x="28928" y="101454"/>
                  <a:pt x="26186" y="101454"/>
                </a:cubicBezTo>
                <a:cubicBezTo>
                  <a:pt x="21707" y="101454"/>
                  <a:pt x="18234" y="100746"/>
                  <a:pt x="15766" y="99329"/>
                </a:cubicBezTo>
                <a:cubicBezTo>
                  <a:pt x="13299" y="97912"/>
                  <a:pt x="11562" y="96050"/>
                  <a:pt x="10557" y="93742"/>
                </a:cubicBezTo>
                <a:cubicBezTo>
                  <a:pt x="9551" y="91434"/>
                  <a:pt x="9049" y="86579"/>
                  <a:pt x="9049" y="79175"/>
                </a:cubicBezTo>
                <a:lnTo>
                  <a:pt x="9049" y="37291"/>
                </a:lnTo>
                <a:lnTo>
                  <a:pt x="0" y="37291"/>
                </a:lnTo>
                <a:lnTo>
                  <a:pt x="0" y="27694"/>
                </a:lnTo>
                <a:lnTo>
                  <a:pt x="9049" y="27694"/>
                </a:lnTo>
                <a:lnTo>
                  <a:pt x="9049" y="9666"/>
                </a:lnTo>
                <a:lnTo>
                  <a:pt x="21319" y="2262"/>
                </a:lnTo>
                <a:lnTo>
                  <a:pt x="21319" y="27694"/>
                </a:lnTo>
                <a:lnTo>
                  <a:pt x="33727" y="27694"/>
                </a:lnTo>
                <a:lnTo>
                  <a:pt x="33727" y="37291"/>
                </a:lnTo>
                <a:lnTo>
                  <a:pt x="21319" y="37291"/>
                </a:lnTo>
                <a:lnTo>
                  <a:pt x="21319" y="79861"/>
                </a:lnTo>
                <a:cubicBezTo>
                  <a:pt x="21319" y="83380"/>
                  <a:pt x="21536" y="85642"/>
                  <a:pt x="21970" y="86647"/>
                </a:cubicBezTo>
                <a:cubicBezTo>
                  <a:pt x="22404" y="87653"/>
                  <a:pt x="23113" y="88452"/>
                  <a:pt x="24095" y="89046"/>
                </a:cubicBezTo>
                <a:cubicBezTo>
                  <a:pt x="25078" y="89640"/>
                  <a:pt x="26483" y="89938"/>
                  <a:pt x="28311" y="89938"/>
                </a:cubicBezTo>
                <a:cubicBezTo>
                  <a:pt x="29682" y="89938"/>
                  <a:pt x="31487" y="89778"/>
                  <a:pt x="33727" y="89458"/>
                </a:cubicBezTo>
                <a:close/>
                <a:moveTo>
                  <a:pt x="40661" y="64094"/>
                </a:moveTo>
                <a:cubicBezTo>
                  <a:pt x="40661" y="50613"/>
                  <a:pt x="44408" y="40627"/>
                  <a:pt x="51903" y="34138"/>
                </a:cubicBezTo>
                <a:cubicBezTo>
                  <a:pt x="58164" y="28745"/>
                  <a:pt x="65796" y="26049"/>
                  <a:pt x="74799" y="26049"/>
                </a:cubicBezTo>
                <a:cubicBezTo>
                  <a:pt x="84807" y="26049"/>
                  <a:pt x="92987" y="29328"/>
                  <a:pt x="99339" y="35886"/>
                </a:cubicBezTo>
                <a:cubicBezTo>
                  <a:pt x="105692" y="42444"/>
                  <a:pt x="108868" y="51504"/>
                  <a:pt x="108868" y="63066"/>
                </a:cubicBezTo>
                <a:cubicBezTo>
                  <a:pt x="108868" y="72434"/>
                  <a:pt x="107463" y="79804"/>
                  <a:pt x="104652" y="85173"/>
                </a:cubicBezTo>
                <a:cubicBezTo>
                  <a:pt x="101842" y="90543"/>
                  <a:pt x="97751" y="94713"/>
                  <a:pt x="92382" y="97684"/>
                </a:cubicBezTo>
                <a:cubicBezTo>
                  <a:pt x="87012" y="100654"/>
                  <a:pt x="81151" y="102139"/>
                  <a:pt x="74799" y="102139"/>
                </a:cubicBezTo>
                <a:cubicBezTo>
                  <a:pt x="64607" y="102139"/>
                  <a:pt x="56370" y="98872"/>
                  <a:pt x="50086" y="92337"/>
                </a:cubicBezTo>
                <a:cubicBezTo>
                  <a:pt x="43803" y="85802"/>
                  <a:pt x="40661" y="76387"/>
                  <a:pt x="40661" y="64094"/>
                </a:cubicBezTo>
                <a:moveTo>
                  <a:pt x="53342" y="64094"/>
                </a:moveTo>
                <a:cubicBezTo>
                  <a:pt x="53342" y="73417"/>
                  <a:pt x="55376" y="80398"/>
                  <a:pt x="59443" y="85036"/>
                </a:cubicBezTo>
                <a:cubicBezTo>
                  <a:pt x="63511" y="89675"/>
                  <a:pt x="68629" y="91994"/>
                  <a:pt x="74799" y="91994"/>
                </a:cubicBezTo>
                <a:cubicBezTo>
                  <a:pt x="80922" y="91994"/>
                  <a:pt x="86018" y="89663"/>
                  <a:pt x="90085" y="85002"/>
                </a:cubicBezTo>
                <a:cubicBezTo>
                  <a:pt x="94152" y="80341"/>
                  <a:pt x="96186" y="73234"/>
                  <a:pt x="96186" y="63683"/>
                </a:cubicBezTo>
                <a:cubicBezTo>
                  <a:pt x="96186" y="54680"/>
                  <a:pt x="94141" y="47859"/>
                  <a:pt x="90051" y="43221"/>
                </a:cubicBezTo>
                <a:cubicBezTo>
                  <a:pt x="85961" y="38582"/>
                  <a:pt x="80877" y="36263"/>
                  <a:pt x="74799" y="36263"/>
                </a:cubicBezTo>
                <a:cubicBezTo>
                  <a:pt x="68629" y="36263"/>
                  <a:pt x="63511" y="38571"/>
                  <a:pt x="59443" y="43186"/>
                </a:cubicBezTo>
                <a:cubicBezTo>
                  <a:pt x="55376" y="47802"/>
                  <a:pt x="53342" y="54771"/>
                  <a:pt x="53342" y="64094"/>
                </a:cubicBezTo>
                <a:close/>
                <a:moveTo>
                  <a:pt x="136466" y="100494"/>
                </a:moveTo>
                <a:lnTo>
                  <a:pt x="114187" y="27694"/>
                </a:lnTo>
                <a:lnTo>
                  <a:pt x="126937" y="27694"/>
                </a:lnTo>
                <a:lnTo>
                  <a:pt x="138522" y="69715"/>
                </a:lnTo>
                <a:lnTo>
                  <a:pt x="142841" y="85345"/>
                </a:lnTo>
                <a:cubicBezTo>
                  <a:pt x="143024" y="84568"/>
                  <a:pt x="144280" y="79564"/>
                  <a:pt x="146611" y="70332"/>
                </a:cubicBezTo>
                <a:lnTo>
                  <a:pt x="158196" y="27694"/>
                </a:lnTo>
                <a:lnTo>
                  <a:pt x="170878" y="27694"/>
                </a:lnTo>
                <a:lnTo>
                  <a:pt x="181777" y="69921"/>
                </a:lnTo>
                <a:lnTo>
                  <a:pt x="185410" y="83837"/>
                </a:lnTo>
                <a:lnTo>
                  <a:pt x="189592" y="69784"/>
                </a:lnTo>
                <a:lnTo>
                  <a:pt x="202068" y="27694"/>
                </a:lnTo>
                <a:lnTo>
                  <a:pt x="214064" y="27694"/>
                </a:lnTo>
                <a:lnTo>
                  <a:pt x="191306" y="100494"/>
                </a:lnTo>
                <a:lnTo>
                  <a:pt x="178487" y="100494"/>
                </a:lnTo>
                <a:lnTo>
                  <a:pt x="166902" y="56896"/>
                </a:lnTo>
                <a:lnTo>
                  <a:pt x="164091" y="44489"/>
                </a:lnTo>
                <a:lnTo>
                  <a:pt x="149353" y="100494"/>
                </a:lnTo>
                <a:lnTo>
                  <a:pt x="136466" y="100494"/>
                </a:lnTo>
                <a:close/>
                <a:moveTo>
                  <a:pt x="271896" y="91514"/>
                </a:moveTo>
                <a:cubicBezTo>
                  <a:pt x="267326" y="95399"/>
                  <a:pt x="262928" y="98141"/>
                  <a:pt x="258701" y="99740"/>
                </a:cubicBezTo>
                <a:cubicBezTo>
                  <a:pt x="254473" y="101340"/>
                  <a:pt x="249938" y="102139"/>
                  <a:pt x="245093" y="102139"/>
                </a:cubicBezTo>
                <a:cubicBezTo>
                  <a:pt x="237096" y="102139"/>
                  <a:pt x="230949" y="100186"/>
                  <a:pt x="226654" y="96278"/>
                </a:cubicBezTo>
                <a:cubicBezTo>
                  <a:pt x="222358" y="92371"/>
                  <a:pt x="220210" y="87378"/>
                  <a:pt x="220210" y="81300"/>
                </a:cubicBezTo>
                <a:cubicBezTo>
                  <a:pt x="220210" y="77736"/>
                  <a:pt x="221021" y="74479"/>
                  <a:pt x="222643" y="71532"/>
                </a:cubicBezTo>
                <a:cubicBezTo>
                  <a:pt x="224266" y="68584"/>
                  <a:pt x="226391" y="66219"/>
                  <a:pt x="229018" y="64437"/>
                </a:cubicBezTo>
                <a:cubicBezTo>
                  <a:pt x="231646" y="62655"/>
                  <a:pt x="234605" y="61306"/>
                  <a:pt x="237896" y="60392"/>
                </a:cubicBezTo>
                <a:cubicBezTo>
                  <a:pt x="240318" y="59753"/>
                  <a:pt x="243974" y="59136"/>
                  <a:pt x="248864" y="58542"/>
                </a:cubicBezTo>
                <a:cubicBezTo>
                  <a:pt x="258826" y="57353"/>
                  <a:pt x="266161" y="55937"/>
                  <a:pt x="270868" y="54292"/>
                </a:cubicBezTo>
                <a:cubicBezTo>
                  <a:pt x="270914" y="52601"/>
                  <a:pt x="270937" y="51527"/>
                  <a:pt x="270937" y="51070"/>
                </a:cubicBezTo>
                <a:cubicBezTo>
                  <a:pt x="270937" y="46043"/>
                  <a:pt x="269771" y="42501"/>
                  <a:pt x="267441" y="40444"/>
                </a:cubicBezTo>
                <a:cubicBezTo>
                  <a:pt x="264287" y="37657"/>
                  <a:pt x="259603" y="36263"/>
                  <a:pt x="253388" y="36263"/>
                </a:cubicBezTo>
                <a:cubicBezTo>
                  <a:pt x="247584" y="36263"/>
                  <a:pt x="243300" y="37280"/>
                  <a:pt x="240535" y="39313"/>
                </a:cubicBezTo>
                <a:cubicBezTo>
                  <a:pt x="237770" y="41347"/>
                  <a:pt x="235725" y="44946"/>
                  <a:pt x="234400" y="50110"/>
                </a:cubicBezTo>
                <a:lnTo>
                  <a:pt x="222335" y="48465"/>
                </a:lnTo>
                <a:cubicBezTo>
                  <a:pt x="223432" y="43301"/>
                  <a:pt x="225237" y="39131"/>
                  <a:pt x="227750" y="35954"/>
                </a:cubicBezTo>
                <a:cubicBezTo>
                  <a:pt x="230264" y="32778"/>
                  <a:pt x="233897" y="30333"/>
                  <a:pt x="238650" y="28620"/>
                </a:cubicBezTo>
                <a:cubicBezTo>
                  <a:pt x="243403" y="26906"/>
                  <a:pt x="248909" y="26049"/>
                  <a:pt x="255170" y="26049"/>
                </a:cubicBezTo>
                <a:cubicBezTo>
                  <a:pt x="261385" y="26049"/>
                  <a:pt x="266435" y="26780"/>
                  <a:pt x="270320" y="28243"/>
                </a:cubicBezTo>
                <a:cubicBezTo>
                  <a:pt x="274204" y="29705"/>
                  <a:pt x="277061" y="31544"/>
                  <a:pt x="278889" y="33761"/>
                </a:cubicBezTo>
                <a:cubicBezTo>
                  <a:pt x="280717" y="35977"/>
                  <a:pt x="281996" y="38776"/>
                  <a:pt x="282727" y="42158"/>
                </a:cubicBezTo>
                <a:cubicBezTo>
                  <a:pt x="283139" y="44260"/>
                  <a:pt x="283344" y="48053"/>
                  <a:pt x="283344" y="53537"/>
                </a:cubicBezTo>
                <a:lnTo>
                  <a:pt x="283344" y="69989"/>
                </a:lnTo>
                <a:cubicBezTo>
                  <a:pt x="283344" y="81460"/>
                  <a:pt x="283607" y="88715"/>
                  <a:pt x="284133" y="91754"/>
                </a:cubicBezTo>
                <a:cubicBezTo>
                  <a:pt x="284658" y="94793"/>
                  <a:pt x="285698" y="97706"/>
                  <a:pt x="287252" y="100494"/>
                </a:cubicBezTo>
                <a:lnTo>
                  <a:pt x="274364" y="100494"/>
                </a:lnTo>
                <a:cubicBezTo>
                  <a:pt x="273085" y="97935"/>
                  <a:pt x="272262" y="94942"/>
                  <a:pt x="271896" y="91514"/>
                </a:cubicBezTo>
                <a:moveTo>
                  <a:pt x="270868" y="63957"/>
                </a:moveTo>
                <a:cubicBezTo>
                  <a:pt x="266390" y="65785"/>
                  <a:pt x="259672" y="67339"/>
                  <a:pt x="250715" y="68618"/>
                </a:cubicBezTo>
                <a:cubicBezTo>
                  <a:pt x="245642" y="69350"/>
                  <a:pt x="242054" y="70172"/>
                  <a:pt x="239952" y="71086"/>
                </a:cubicBezTo>
                <a:cubicBezTo>
                  <a:pt x="237850" y="72000"/>
                  <a:pt x="236228" y="73337"/>
                  <a:pt x="235085" y="75096"/>
                </a:cubicBezTo>
                <a:cubicBezTo>
                  <a:pt x="233943" y="76856"/>
                  <a:pt x="233371" y="78810"/>
                  <a:pt x="233371" y="80957"/>
                </a:cubicBezTo>
                <a:cubicBezTo>
                  <a:pt x="233371" y="84248"/>
                  <a:pt x="234617" y="86990"/>
                  <a:pt x="237107" y="89183"/>
                </a:cubicBezTo>
                <a:cubicBezTo>
                  <a:pt x="239598" y="91377"/>
                  <a:pt x="243243" y="92474"/>
                  <a:pt x="248041" y="92474"/>
                </a:cubicBezTo>
                <a:cubicBezTo>
                  <a:pt x="252794" y="92474"/>
                  <a:pt x="257021" y="91434"/>
                  <a:pt x="260723" y="89355"/>
                </a:cubicBezTo>
                <a:cubicBezTo>
                  <a:pt x="264425" y="87275"/>
                  <a:pt x="267144" y="84431"/>
                  <a:pt x="268880" y="80820"/>
                </a:cubicBezTo>
                <a:cubicBezTo>
                  <a:pt x="270206" y="78033"/>
                  <a:pt x="270868" y="73920"/>
                  <a:pt x="270868" y="68481"/>
                </a:cubicBezTo>
                <a:lnTo>
                  <a:pt x="270868" y="63957"/>
                </a:lnTo>
                <a:close/>
                <a:moveTo>
                  <a:pt x="302031" y="100494"/>
                </a:moveTo>
                <a:lnTo>
                  <a:pt x="302031" y="27694"/>
                </a:lnTo>
                <a:lnTo>
                  <a:pt x="313136" y="27694"/>
                </a:lnTo>
                <a:lnTo>
                  <a:pt x="313136" y="38731"/>
                </a:lnTo>
                <a:cubicBezTo>
                  <a:pt x="315969" y="33567"/>
                  <a:pt x="318586" y="30162"/>
                  <a:pt x="320985" y="28517"/>
                </a:cubicBezTo>
                <a:cubicBezTo>
                  <a:pt x="323384" y="26872"/>
                  <a:pt x="326023" y="26049"/>
                  <a:pt x="328902" y="26049"/>
                </a:cubicBezTo>
                <a:cubicBezTo>
                  <a:pt x="333061" y="26049"/>
                  <a:pt x="337288" y="27374"/>
                  <a:pt x="341584" y="30025"/>
                </a:cubicBezTo>
                <a:lnTo>
                  <a:pt x="337334" y="41473"/>
                </a:lnTo>
                <a:cubicBezTo>
                  <a:pt x="334318" y="39690"/>
                  <a:pt x="331302" y="38799"/>
                  <a:pt x="328285" y="38799"/>
                </a:cubicBezTo>
                <a:cubicBezTo>
                  <a:pt x="325589" y="38799"/>
                  <a:pt x="323167" y="39610"/>
                  <a:pt x="321019" y="41233"/>
                </a:cubicBezTo>
                <a:cubicBezTo>
                  <a:pt x="318871" y="42855"/>
                  <a:pt x="317340" y="45106"/>
                  <a:pt x="316426" y="47985"/>
                </a:cubicBezTo>
                <a:cubicBezTo>
                  <a:pt x="315055" y="52372"/>
                  <a:pt x="314370" y="57171"/>
                  <a:pt x="314370" y="62380"/>
                </a:cubicBezTo>
                <a:lnTo>
                  <a:pt x="314370" y="100494"/>
                </a:lnTo>
                <a:lnTo>
                  <a:pt x="302031" y="100494"/>
                </a:lnTo>
                <a:close/>
                <a:moveTo>
                  <a:pt x="395727" y="100494"/>
                </a:moveTo>
                <a:lnTo>
                  <a:pt x="395727" y="91308"/>
                </a:lnTo>
                <a:cubicBezTo>
                  <a:pt x="391112" y="98529"/>
                  <a:pt x="384325" y="102139"/>
                  <a:pt x="375368" y="102139"/>
                </a:cubicBezTo>
                <a:cubicBezTo>
                  <a:pt x="369564" y="102139"/>
                  <a:pt x="364229" y="100540"/>
                  <a:pt x="359361" y="97341"/>
                </a:cubicBezTo>
                <a:cubicBezTo>
                  <a:pt x="354494" y="94142"/>
                  <a:pt x="350724" y="89675"/>
                  <a:pt x="348051" y="83939"/>
                </a:cubicBezTo>
                <a:cubicBezTo>
                  <a:pt x="345377" y="78204"/>
                  <a:pt x="344041" y="71612"/>
                  <a:pt x="344041" y="64163"/>
                </a:cubicBezTo>
                <a:cubicBezTo>
                  <a:pt x="344041" y="56896"/>
                  <a:pt x="345252" y="50304"/>
                  <a:pt x="347674" y="44386"/>
                </a:cubicBezTo>
                <a:cubicBezTo>
                  <a:pt x="350096" y="38468"/>
                  <a:pt x="353729" y="33932"/>
                  <a:pt x="358573" y="30779"/>
                </a:cubicBezTo>
                <a:cubicBezTo>
                  <a:pt x="363417" y="27626"/>
                  <a:pt x="368833" y="26049"/>
                  <a:pt x="374819" y="26049"/>
                </a:cubicBezTo>
                <a:cubicBezTo>
                  <a:pt x="379207" y="26049"/>
                  <a:pt x="383114" y="26974"/>
                  <a:pt x="386542" y="28825"/>
                </a:cubicBezTo>
                <a:cubicBezTo>
                  <a:pt x="389969" y="30676"/>
                  <a:pt x="392757" y="33087"/>
                  <a:pt x="394905" y="36057"/>
                </a:cubicBezTo>
                <a:lnTo>
                  <a:pt x="394905" y="0"/>
                </a:lnTo>
                <a:lnTo>
                  <a:pt x="407175" y="0"/>
                </a:lnTo>
                <a:lnTo>
                  <a:pt x="407175" y="100494"/>
                </a:lnTo>
                <a:lnTo>
                  <a:pt x="395727" y="100494"/>
                </a:lnTo>
                <a:moveTo>
                  <a:pt x="356722" y="64163"/>
                </a:moveTo>
                <a:cubicBezTo>
                  <a:pt x="356722" y="73486"/>
                  <a:pt x="358687" y="80455"/>
                  <a:pt x="362618" y="85070"/>
                </a:cubicBezTo>
                <a:cubicBezTo>
                  <a:pt x="366548" y="89686"/>
                  <a:pt x="371186" y="91994"/>
                  <a:pt x="376533" y="91994"/>
                </a:cubicBezTo>
                <a:cubicBezTo>
                  <a:pt x="381926" y="91994"/>
                  <a:pt x="386507" y="89789"/>
                  <a:pt x="390277" y="85379"/>
                </a:cubicBezTo>
                <a:cubicBezTo>
                  <a:pt x="394048" y="80969"/>
                  <a:pt x="395933" y="74240"/>
                  <a:pt x="395933" y="65191"/>
                </a:cubicBezTo>
                <a:cubicBezTo>
                  <a:pt x="395933" y="55228"/>
                  <a:pt x="394013" y="47916"/>
                  <a:pt x="390175" y="43255"/>
                </a:cubicBezTo>
                <a:cubicBezTo>
                  <a:pt x="386336" y="38594"/>
                  <a:pt x="381606" y="36263"/>
                  <a:pt x="375985" y="36263"/>
                </a:cubicBezTo>
                <a:cubicBezTo>
                  <a:pt x="370501" y="36263"/>
                  <a:pt x="365919" y="38502"/>
                  <a:pt x="362241" y="42981"/>
                </a:cubicBezTo>
                <a:cubicBezTo>
                  <a:pt x="358562" y="47459"/>
                  <a:pt x="356722" y="54520"/>
                  <a:pt x="356722" y="64163"/>
                </a:cubicBezTo>
                <a:close/>
                <a:moveTo>
                  <a:pt x="421337" y="78764"/>
                </a:moveTo>
                <a:lnTo>
                  <a:pt x="433539" y="76844"/>
                </a:lnTo>
                <a:cubicBezTo>
                  <a:pt x="434224" y="81734"/>
                  <a:pt x="436132" y="85482"/>
                  <a:pt x="439263" y="88087"/>
                </a:cubicBezTo>
                <a:cubicBezTo>
                  <a:pt x="442393" y="90692"/>
                  <a:pt x="446769" y="91994"/>
                  <a:pt x="452390" y="91994"/>
                </a:cubicBezTo>
                <a:cubicBezTo>
                  <a:pt x="458057" y="91994"/>
                  <a:pt x="462261" y="90840"/>
                  <a:pt x="465003" y="88532"/>
                </a:cubicBezTo>
                <a:cubicBezTo>
                  <a:pt x="467745" y="86224"/>
                  <a:pt x="469116" y="83517"/>
                  <a:pt x="469116" y="80409"/>
                </a:cubicBezTo>
                <a:cubicBezTo>
                  <a:pt x="469116" y="77621"/>
                  <a:pt x="467905" y="75428"/>
                  <a:pt x="465483" y="73828"/>
                </a:cubicBezTo>
                <a:cubicBezTo>
                  <a:pt x="463792" y="72731"/>
                  <a:pt x="459588" y="71338"/>
                  <a:pt x="452870" y="69647"/>
                </a:cubicBezTo>
                <a:cubicBezTo>
                  <a:pt x="443821" y="67362"/>
                  <a:pt x="437549" y="65385"/>
                  <a:pt x="434053" y="63717"/>
                </a:cubicBezTo>
                <a:cubicBezTo>
                  <a:pt x="430557" y="62049"/>
                  <a:pt x="427906" y="59741"/>
                  <a:pt x="426101" y="56794"/>
                </a:cubicBezTo>
                <a:cubicBezTo>
                  <a:pt x="424296" y="53846"/>
                  <a:pt x="423393" y="50590"/>
                  <a:pt x="423393" y="47025"/>
                </a:cubicBezTo>
                <a:cubicBezTo>
                  <a:pt x="423393" y="43781"/>
                  <a:pt x="424136" y="40776"/>
                  <a:pt x="425621" y="38011"/>
                </a:cubicBezTo>
                <a:cubicBezTo>
                  <a:pt x="427107" y="35246"/>
                  <a:pt x="429129" y="32950"/>
                  <a:pt x="431688" y="31122"/>
                </a:cubicBezTo>
                <a:cubicBezTo>
                  <a:pt x="433607" y="29705"/>
                  <a:pt x="436224" y="28505"/>
                  <a:pt x="439537" y="27523"/>
                </a:cubicBezTo>
                <a:cubicBezTo>
                  <a:pt x="442850" y="26540"/>
                  <a:pt x="446403" y="26049"/>
                  <a:pt x="450197" y="26049"/>
                </a:cubicBezTo>
                <a:cubicBezTo>
                  <a:pt x="455909" y="26049"/>
                  <a:pt x="460925" y="26872"/>
                  <a:pt x="465243" y="28517"/>
                </a:cubicBezTo>
                <a:cubicBezTo>
                  <a:pt x="469562" y="30162"/>
                  <a:pt x="472749" y="32390"/>
                  <a:pt x="474806" y="35200"/>
                </a:cubicBezTo>
                <a:cubicBezTo>
                  <a:pt x="476862" y="38011"/>
                  <a:pt x="478279" y="41770"/>
                  <a:pt x="479056" y="46477"/>
                </a:cubicBezTo>
                <a:lnTo>
                  <a:pt x="466991" y="48122"/>
                </a:lnTo>
                <a:cubicBezTo>
                  <a:pt x="466443" y="44375"/>
                  <a:pt x="464855" y="41450"/>
                  <a:pt x="462227" y="39348"/>
                </a:cubicBezTo>
                <a:cubicBezTo>
                  <a:pt x="459599" y="37245"/>
                  <a:pt x="455886" y="36194"/>
                  <a:pt x="451088" y="36194"/>
                </a:cubicBezTo>
                <a:cubicBezTo>
                  <a:pt x="445421" y="36194"/>
                  <a:pt x="441376" y="37131"/>
                  <a:pt x="438954" y="39005"/>
                </a:cubicBezTo>
                <a:cubicBezTo>
                  <a:pt x="436532" y="40879"/>
                  <a:pt x="435321" y="43072"/>
                  <a:pt x="435321" y="45586"/>
                </a:cubicBezTo>
                <a:cubicBezTo>
                  <a:pt x="435321" y="47185"/>
                  <a:pt x="435824" y="48625"/>
                  <a:pt x="436829" y="49904"/>
                </a:cubicBezTo>
                <a:cubicBezTo>
                  <a:pt x="437835" y="51230"/>
                  <a:pt x="439411" y="52326"/>
                  <a:pt x="441559" y="53195"/>
                </a:cubicBezTo>
                <a:cubicBezTo>
                  <a:pt x="442793" y="53652"/>
                  <a:pt x="446426" y="54703"/>
                  <a:pt x="452459" y="56348"/>
                </a:cubicBezTo>
                <a:cubicBezTo>
                  <a:pt x="461187" y="58679"/>
                  <a:pt x="467277" y="60587"/>
                  <a:pt x="470727" y="62072"/>
                </a:cubicBezTo>
                <a:cubicBezTo>
                  <a:pt x="474178" y="63557"/>
                  <a:pt x="476885" y="65717"/>
                  <a:pt x="478850" y="68550"/>
                </a:cubicBezTo>
                <a:cubicBezTo>
                  <a:pt x="480815" y="71383"/>
                  <a:pt x="481798" y="74902"/>
                  <a:pt x="481798" y="79107"/>
                </a:cubicBezTo>
                <a:cubicBezTo>
                  <a:pt x="481798" y="83220"/>
                  <a:pt x="480598" y="87093"/>
                  <a:pt x="478199" y="90726"/>
                </a:cubicBezTo>
                <a:cubicBezTo>
                  <a:pt x="475800" y="94359"/>
                  <a:pt x="472338" y="97170"/>
                  <a:pt x="467814" y="99157"/>
                </a:cubicBezTo>
                <a:cubicBezTo>
                  <a:pt x="463290" y="101145"/>
                  <a:pt x="458171" y="102139"/>
                  <a:pt x="452459" y="102139"/>
                </a:cubicBezTo>
                <a:cubicBezTo>
                  <a:pt x="442999" y="102139"/>
                  <a:pt x="435790" y="100174"/>
                  <a:pt x="430831" y="96244"/>
                </a:cubicBezTo>
                <a:cubicBezTo>
                  <a:pt x="425873" y="92314"/>
                  <a:pt x="422708" y="86487"/>
                  <a:pt x="421337" y="78764"/>
                </a:cubicBezTo>
                <a:close/>
                <a:moveTo>
                  <a:pt x="561594" y="89458"/>
                </a:moveTo>
                <a:lnTo>
                  <a:pt x="563377" y="100357"/>
                </a:lnTo>
                <a:cubicBezTo>
                  <a:pt x="559903" y="101088"/>
                  <a:pt x="556796" y="101454"/>
                  <a:pt x="554054" y="101454"/>
                </a:cubicBezTo>
                <a:cubicBezTo>
                  <a:pt x="549575" y="101454"/>
                  <a:pt x="546102" y="100746"/>
                  <a:pt x="543634" y="99329"/>
                </a:cubicBezTo>
                <a:cubicBezTo>
                  <a:pt x="541166" y="97912"/>
                  <a:pt x="539430" y="96050"/>
                  <a:pt x="538424" y="93742"/>
                </a:cubicBezTo>
                <a:cubicBezTo>
                  <a:pt x="537419" y="91434"/>
                  <a:pt x="536916" y="86579"/>
                  <a:pt x="536916" y="79175"/>
                </a:cubicBezTo>
                <a:lnTo>
                  <a:pt x="536916" y="37291"/>
                </a:lnTo>
                <a:lnTo>
                  <a:pt x="527868" y="37291"/>
                </a:lnTo>
                <a:lnTo>
                  <a:pt x="527868" y="27694"/>
                </a:lnTo>
                <a:lnTo>
                  <a:pt x="536916" y="27694"/>
                </a:lnTo>
                <a:lnTo>
                  <a:pt x="536916" y="9666"/>
                </a:lnTo>
                <a:lnTo>
                  <a:pt x="549187" y="2262"/>
                </a:lnTo>
                <a:lnTo>
                  <a:pt x="549187" y="27694"/>
                </a:lnTo>
                <a:lnTo>
                  <a:pt x="561594" y="27694"/>
                </a:lnTo>
                <a:lnTo>
                  <a:pt x="561594" y="37291"/>
                </a:lnTo>
                <a:lnTo>
                  <a:pt x="549187" y="37291"/>
                </a:lnTo>
                <a:lnTo>
                  <a:pt x="549187" y="79861"/>
                </a:lnTo>
                <a:cubicBezTo>
                  <a:pt x="549187" y="83380"/>
                  <a:pt x="549404" y="85642"/>
                  <a:pt x="549838" y="86647"/>
                </a:cubicBezTo>
                <a:cubicBezTo>
                  <a:pt x="550272" y="87653"/>
                  <a:pt x="550980" y="88452"/>
                  <a:pt x="551963" y="89046"/>
                </a:cubicBezTo>
                <a:cubicBezTo>
                  <a:pt x="552946" y="89640"/>
                  <a:pt x="554351" y="89938"/>
                  <a:pt x="556179" y="89938"/>
                </a:cubicBezTo>
                <a:cubicBezTo>
                  <a:pt x="557550" y="89938"/>
                  <a:pt x="559355" y="89778"/>
                  <a:pt x="561594" y="89458"/>
                </a:cubicBezTo>
                <a:close/>
                <a:moveTo>
                  <a:pt x="573121" y="100494"/>
                </a:moveTo>
                <a:lnTo>
                  <a:pt x="573121" y="0"/>
                </a:lnTo>
                <a:lnTo>
                  <a:pt x="585460" y="0"/>
                </a:lnTo>
                <a:lnTo>
                  <a:pt x="585460" y="36057"/>
                </a:lnTo>
                <a:cubicBezTo>
                  <a:pt x="591218" y="29385"/>
                  <a:pt x="598484" y="26049"/>
                  <a:pt x="607259" y="26049"/>
                </a:cubicBezTo>
                <a:cubicBezTo>
                  <a:pt x="612651" y="26049"/>
                  <a:pt x="617336" y="27111"/>
                  <a:pt x="621312" y="29237"/>
                </a:cubicBezTo>
                <a:cubicBezTo>
                  <a:pt x="625287" y="31362"/>
                  <a:pt x="628132" y="34298"/>
                  <a:pt x="629846" y="38045"/>
                </a:cubicBezTo>
                <a:cubicBezTo>
                  <a:pt x="631560" y="41793"/>
                  <a:pt x="632417" y="47231"/>
                  <a:pt x="632417" y="54360"/>
                </a:cubicBezTo>
                <a:lnTo>
                  <a:pt x="632417" y="100494"/>
                </a:lnTo>
                <a:lnTo>
                  <a:pt x="620078" y="100494"/>
                </a:lnTo>
                <a:lnTo>
                  <a:pt x="620078" y="54360"/>
                </a:lnTo>
                <a:cubicBezTo>
                  <a:pt x="620078" y="48191"/>
                  <a:pt x="618741" y="43701"/>
                  <a:pt x="616067" y="40890"/>
                </a:cubicBezTo>
                <a:cubicBezTo>
                  <a:pt x="613394" y="38079"/>
                  <a:pt x="609612" y="36674"/>
                  <a:pt x="604722" y="36674"/>
                </a:cubicBezTo>
                <a:cubicBezTo>
                  <a:pt x="601066" y="36674"/>
                  <a:pt x="597628" y="37622"/>
                  <a:pt x="594406" y="39519"/>
                </a:cubicBezTo>
                <a:cubicBezTo>
                  <a:pt x="591184" y="41416"/>
                  <a:pt x="588887" y="43986"/>
                  <a:pt x="587516" y="47231"/>
                </a:cubicBezTo>
                <a:cubicBezTo>
                  <a:pt x="586145" y="50476"/>
                  <a:pt x="585460" y="54954"/>
                  <a:pt x="585460" y="60667"/>
                </a:cubicBezTo>
                <a:lnTo>
                  <a:pt x="585460" y="100494"/>
                </a:lnTo>
                <a:lnTo>
                  <a:pt x="573121" y="100494"/>
                </a:lnTo>
                <a:close/>
                <a:moveTo>
                  <a:pt x="700733" y="77050"/>
                </a:moveTo>
                <a:lnTo>
                  <a:pt x="713483" y="78627"/>
                </a:lnTo>
                <a:cubicBezTo>
                  <a:pt x="711472" y="86076"/>
                  <a:pt x="707748" y="91857"/>
                  <a:pt x="702309" y="95970"/>
                </a:cubicBezTo>
                <a:cubicBezTo>
                  <a:pt x="696871" y="100083"/>
                  <a:pt x="689925" y="102139"/>
                  <a:pt x="681470" y="102139"/>
                </a:cubicBezTo>
                <a:cubicBezTo>
                  <a:pt x="670822" y="102139"/>
                  <a:pt x="662379" y="98860"/>
                  <a:pt x="656141" y="92302"/>
                </a:cubicBezTo>
                <a:cubicBezTo>
                  <a:pt x="649903" y="85745"/>
                  <a:pt x="646784" y="76547"/>
                  <a:pt x="646784" y="64711"/>
                </a:cubicBezTo>
                <a:cubicBezTo>
                  <a:pt x="646784" y="52464"/>
                  <a:pt x="649937" y="42958"/>
                  <a:pt x="656244" y="36194"/>
                </a:cubicBezTo>
                <a:cubicBezTo>
                  <a:pt x="662550" y="29431"/>
                  <a:pt x="670731" y="26049"/>
                  <a:pt x="680785" y="26049"/>
                </a:cubicBezTo>
                <a:cubicBezTo>
                  <a:pt x="690519" y="26049"/>
                  <a:pt x="698471" y="29362"/>
                  <a:pt x="704640" y="35989"/>
                </a:cubicBezTo>
                <a:cubicBezTo>
                  <a:pt x="710810" y="42615"/>
                  <a:pt x="713894" y="51938"/>
                  <a:pt x="713894" y="63957"/>
                </a:cubicBezTo>
                <a:cubicBezTo>
                  <a:pt x="713894" y="64688"/>
                  <a:pt x="713871" y="65785"/>
                  <a:pt x="713826" y="67247"/>
                </a:cubicBezTo>
                <a:lnTo>
                  <a:pt x="659534" y="67247"/>
                </a:lnTo>
                <a:cubicBezTo>
                  <a:pt x="659991" y="75245"/>
                  <a:pt x="662253" y="81369"/>
                  <a:pt x="666321" y="85619"/>
                </a:cubicBezTo>
                <a:cubicBezTo>
                  <a:pt x="670388" y="89869"/>
                  <a:pt x="675461" y="91994"/>
                  <a:pt x="681539" y="91994"/>
                </a:cubicBezTo>
                <a:cubicBezTo>
                  <a:pt x="686063" y="91994"/>
                  <a:pt x="689925" y="90806"/>
                  <a:pt x="693124" y="88429"/>
                </a:cubicBezTo>
                <a:cubicBezTo>
                  <a:pt x="696323" y="86053"/>
                  <a:pt x="698859" y="82260"/>
                  <a:pt x="700733" y="77050"/>
                </a:cubicBezTo>
                <a:moveTo>
                  <a:pt x="660220" y="57102"/>
                </a:moveTo>
                <a:lnTo>
                  <a:pt x="700870" y="57102"/>
                </a:lnTo>
                <a:cubicBezTo>
                  <a:pt x="700321" y="50978"/>
                  <a:pt x="698768" y="46385"/>
                  <a:pt x="696208" y="43324"/>
                </a:cubicBezTo>
                <a:cubicBezTo>
                  <a:pt x="692278" y="38571"/>
                  <a:pt x="687183" y="36194"/>
                  <a:pt x="680922" y="36194"/>
                </a:cubicBezTo>
                <a:cubicBezTo>
                  <a:pt x="675255" y="36194"/>
                  <a:pt x="670491" y="38091"/>
                  <a:pt x="666629" y="41884"/>
                </a:cubicBezTo>
                <a:cubicBezTo>
                  <a:pt x="662768" y="45677"/>
                  <a:pt x="660631" y="50750"/>
                  <a:pt x="660220" y="57102"/>
                </a:cubicBezTo>
                <a:close/>
                <a:moveTo>
                  <a:pt x="814645" y="73828"/>
                </a:moveTo>
                <a:lnTo>
                  <a:pt x="826779" y="75405"/>
                </a:lnTo>
                <a:cubicBezTo>
                  <a:pt x="825453" y="83768"/>
                  <a:pt x="822060" y="90315"/>
                  <a:pt x="816599" y="95044"/>
                </a:cubicBezTo>
                <a:cubicBezTo>
                  <a:pt x="811138" y="99774"/>
                  <a:pt x="804431" y="102139"/>
                  <a:pt x="796480" y="102139"/>
                </a:cubicBezTo>
                <a:cubicBezTo>
                  <a:pt x="786517" y="102139"/>
                  <a:pt x="778508" y="98883"/>
                  <a:pt x="772453" y="92371"/>
                </a:cubicBezTo>
                <a:cubicBezTo>
                  <a:pt x="766398" y="85859"/>
                  <a:pt x="763370" y="76525"/>
                  <a:pt x="763370" y="64368"/>
                </a:cubicBezTo>
                <a:cubicBezTo>
                  <a:pt x="763370" y="56508"/>
                  <a:pt x="764673" y="49630"/>
                  <a:pt x="767277" y="43735"/>
                </a:cubicBezTo>
                <a:cubicBezTo>
                  <a:pt x="769882" y="37840"/>
                  <a:pt x="773847" y="33418"/>
                  <a:pt x="779171" y="30470"/>
                </a:cubicBezTo>
                <a:cubicBezTo>
                  <a:pt x="784495" y="27523"/>
                  <a:pt x="790287" y="26049"/>
                  <a:pt x="796548" y="26049"/>
                </a:cubicBezTo>
                <a:cubicBezTo>
                  <a:pt x="804454" y="26049"/>
                  <a:pt x="810921" y="28048"/>
                  <a:pt x="815948" y="32047"/>
                </a:cubicBezTo>
                <a:cubicBezTo>
                  <a:pt x="820975" y="36046"/>
                  <a:pt x="824197" y="41724"/>
                  <a:pt x="825613" y="49082"/>
                </a:cubicBezTo>
                <a:lnTo>
                  <a:pt x="813617" y="50933"/>
                </a:lnTo>
                <a:cubicBezTo>
                  <a:pt x="812475" y="46043"/>
                  <a:pt x="810452" y="42364"/>
                  <a:pt x="807551" y="39896"/>
                </a:cubicBezTo>
                <a:cubicBezTo>
                  <a:pt x="804649" y="37428"/>
                  <a:pt x="801141" y="36194"/>
                  <a:pt x="797028" y="36194"/>
                </a:cubicBezTo>
                <a:cubicBezTo>
                  <a:pt x="790813" y="36194"/>
                  <a:pt x="785763" y="38422"/>
                  <a:pt x="781879" y="42878"/>
                </a:cubicBezTo>
                <a:cubicBezTo>
                  <a:pt x="777994" y="47334"/>
                  <a:pt x="776052" y="54383"/>
                  <a:pt x="776052" y="64026"/>
                </a:cubicBezTo>
                <a:cubicBezTo>
                  <a:pt x="776052" y="73805"/>
                  <a:pt x="777926" y="80912"/>
                  <a:pt x="781673" y="85345"/>
                </a:cubicBezTo>
                <a:cubicBezTo>
                  <a:pt x="785420" y="89778"/>
                  <a:pt x="790310" y="91994"/>
                  <a:pt x="796343" y="91994"/>
                </a:cubicBezTo>
                <a:cubicBezTo>
                  <a:pt x="801187" y="91994"/>
                  <a:pt x="805231" y="90509"/>
                  <a:pt x="808476" y="87538"/>
                </a:cubicBezTo>
                <a:cubicBezTo>
                  <a:pt x="811721" y="84568"/>
                  <a:pt x="813777" y="79998"/>
                  <a:pt x="814645" y="73828"/>
                </a:cubicBezTo>
                <a:close/>
                <a:moveTo>
                  <a:pt x="884560" y="91514"/>
                </a:moveTo>
                <a:cubicBezTo>
                  <a:pt x="879990" y="95399"/>
                  <a:pt x="875591" y="98141"/>
                  <a:pt x="871364" y="99740"/>
                </a:cubicBezTo>
                <a:cubicBezTo>
                  <a:pt x="867137" y="101340"/>
                  <a:pt x="862601" y="102139"/>
                  <a:pt x="857757" y="102139"/>
                </a:cubicBezTo>
                <a:cubicBezTo>
                  <a:pt x="849759" y="102139"/>
                  <a:pt x="843613" y="100186"/>
                  <a:pt x="839317" y="96278"/>
                </a:cubicBezTo>
                <a:cubicBezTo>
                  <a:pt x="835021" y="92371"/>
                  <a:pt x="832873" y="87378"/>
                  <a:pt x="832873" y="81300"/>
                </a:cubicBezTo>
                <a:cubicBezTo>
                  <a:pt x="832873" y="77736"/>
                  <a:pt x="833684" y="74479"/>
                  <a:pt x="835307" y="71532"/>
                </a:cubicBezTo>
                <a:cubicBezTo>
                  <a:pt x="836929" y="68584"/>
                  <a:pt x="839054" y="66219"/>
                  <a:pt x="841682" y="64437"/>
                </a:cubicBezTo>
                <a:cubicBezTo>
                  <a:pt x="844310" y="62655"/>
                  <a:pt x="847269" y="61306"/>
                  <a:pt x="850559" y="60392"/>
                </a:cubicBezTo>
                <a:cubicBezTo>
                  <a:pt x="852981" y="59753"/>
                  <a:pt x="856637" y="59136"/>
                  <a:pt x="861527" y="58542"/>
                </a:cubicBezTo>
                <a:cubicBezTo>
                  <a:pt x="871490" y="57353"/>
                  <a:pt x="878825" y="55937"/>
                  <a:pt x="883532" y="54292"/>
                </a:cubicBezTo>
                <a:cubicBezTo>
                  <a:pt x="883577" y="52601"/>
                  <a:pt x="883600" y="51527"/>
                  <a:pt x="883600" y="51070"/>
                </a:cubicBezTo>
                <a:cubicBezTo>
                  <a:pt x="883600" y="46043"/>
                  <a:pt x="882435" y="42501"/>
                  <a:pt x="880104" y="40444"/>
                </a:cubicBezTo>
                <a:cubicBezTo>
                  <a:pt x="876951" y="37657"/>
                  <a:pt x="872267" y="36263"/>
                  <a:pt x="866051" y="36263"/>
                </a:cubicBezTo>
                <a:cubicBezTo>
                  <a:pt x="860248" y="36263"/>
                  <a:pt x="855963" y="37280"/>
                  <a:pt x="853198" y="39313"/>
                </a:cubicBezTo>
                <a:cubicBezTo>
                  <a:pt x="850433" y="41347"/>
                  <a:pt x="848388" y="44946"/>
                  <a:pt x="847063" y="50110"/>
                </a:cubicBezTo>
                <a:lnTo>
                  <a:pt x="834998" y="48465"/>
                </a:lnTo>
                <a:cubicBezTo>
                  <a:pt x="836095" y="43301"/>
                  <a:pt x="837900" y="39131"/>
                  <a:pt x="840414" y="35954"/>
                </a:cubicBezTo>
                <a:cubicBezTo>
                  <a:pt x="842927" y="32778"/>
                  <a:pt x="846560" y="30333"/>
                  <a:pt x="851313" y="28620"/>
                </a:cubicBezTo>
                <a:cubicBezTo>
                  <a:pt x="856066" y="26906"/>
                  <a:pt x="861573" y="26049"/>
                  <a:pt x="867834" y="26049"/>
                </a:cubicBezTo>
                <a:cubicBezTo>
                  <a:pt x="874049" y="26049"/>
                  <a:pt x="879099" y="26780"/>
                  <a:pt x="882983" y="28243"/>
                </a:cubicBezTo>
                <a:cubicBezTo>
                  <a:pt x="886868" y="29705"/>
                  <a:pt x="889724" y="31544"/>
                  <a:pt x="891552" y="33761"/>
                </a:cubicBezTo>
                <a:cubicBezTo>
                  <a:pt x="893380" y="35977"/>
                  <a:pt x="894660" y="38776"/>
                  <a:pt x="895391" y="42158"/>
                </a:cubicBezTo>
                <a:cubicBezTo>
                  <a:pt x="895802" y="44260"/>
                  <a:pt x="896008" y="48053"/>
                  <a:pt x="896008" y="53537"/>
                </a:cubicBezTo>
                <a:lnTo>
                  <a:pt x="896008" y="69989"/>
                </a:lnTo>
                <a:cubicBezTo>
                  <a:pt x="896008" y="81460"/>
                  <a:pt x="896270" y="88715"/>
                  <a:pt x="896796" y="91754"/>
                </a:cubicBezTo>
                <a:cubicBezTo>
                  <a:pt x="897322" y="94793"/>
                  <a:pt x="898361" y="97706"/>
                  <a:pt x="899915" y="100494"/>
                </a:cubicBezTo>
                <a:lnTo>
                  <a:pt x="887028" y="100494"/>
                </a:lnTo>
                <a:cubicBezTo>
                  <a:pt x="885748" y="97935"/>
                  <a:pt x="884925" y="94942"/>
                  <a:pt x="884560" y="91514"/>
                </a:cubicBezTo>
                <a:moveTo>
                  <a:pt x="883532" y="63957"/>
                </a:moveTo>
                <a:cubicBezTo>
                  <a:pt x="879053" y="65785"/>
                  <a:pt x="872335" y="67339"/>
                  <a:pt x="863378" y="68618"/>
                </a:cubicBezTo>
                <a:cubicBezTo>
                  <a:pt x="858305" y="69350"/>
                  <a:pt x="854718" y="70172"/>
                  <a:pt x="852616" y="71086"/>
                </a:cubicBezTo>
                <a:cubicBezTo>
                  <a:pt x="850513" y="72000"/>
                  <a:pt x="848891" y="73337"/>
                  <a:pt x="847749" y="75096"/>
                </a:cubicBezTo>
                <a:cubicBezTo>
                  <a:pt x="846606" y="76856"/>
                  <a:pt x="846035" y="78810"/>
                  <a:pt x="846035" y="80957"/>
                </a:cubicBezTo>
                <a:cubicBezTo>
                  <a:pt x="846035" y="84248"/>
                  <a:pt x="847280" y="86990"/>
                  <a:pt x="849771" y="89183"/>
                </a:cubicBezTo>
                <a:cubicBezTo>
                  <a:pt x="852261" y="91377"/>
                  <a:pt x="855906" y="92474"/>
                  <a:pt x="860705" y="92474"/>
                </a:cubicBezTo>
                <a:cubicBezTo>
                  <a:pt x="865457" y="92474"/>
                  <a:pt x="869685" y="91434"/>
                  <a:pt x="873386" y="89355"/>
                </a:cubicBezTo>
                <a:cubicBezTo>
                  <a:pt x="877088" y="87275"/>
                  <a:pt x="879807" y="84431"/>
                  <a:pt x="881544" y="80820"/>
                </a:cubicBezTo>
                <a:cubicBezTo>
                  <a:pt x="882869" y="78033"/>
                  <a:pt x="883532" y="73920"/>
                  <a:pt x="883532" y="68481"/>
                </a:cubicBezTo>
                <a:lnTo>
                  <a:pt x="883532" y="63957"/>
                </a:lnTo>
                <a:close/>
                <a:moveTo>
                  <a:pt x="926210" y="100494"/>
                </a:moveTo>
                <a:lnTo>
                  <a:pt x="914762" y="100494"/>
                </a:lnTo>
                <a:lnTo>
                  <a:pt x="914762" y="0"/>
                </a:lnTo>
                <a:lnTo>
                  <a:pt x="927101" y="0"/>
                </a:lnTo>
                <a:lnTo>
                  <a:pt x="927101" y="35852"/>
                </a:lnTo>
                <a:cubicBezTo>
                  <a:pt x="932311" y="29317"/>
                  <a:pt x="938960" y="26049"/>
                  <a:pt x="947049" y="26049"/>
                </a:cubicBezTo>
                <a:cubicBezTo>
                  <a:pt x="951528" y="26049"/>
                  <a:pt x="955767" y="26952"/>
                  <a:pt x="959765" y="28757"/>
                </a:cubicBezTo>
                <a:cubicBezTo>
                  <a:pt x="963764" y="30562"/>
                  <a:pt x="967054" y="33098"/>
                  <a:pt x="969636" y="36366"/>
                </a:cubicBezTo>
                <a:cubicBezTo>
                  <a:pt x="972219" y="39633"/>
                  <a:pt x="974241" y="43575"/>
                  <a:pt x="975703" y="48191"/>
                </a:cubicBezTo>
                <a:cubicBezTo>
                  <a:pt x="977166" y="52806"/>
                  <a:pt x="977897" y="57742"/>
                  <a:pt x="977897" y="62997"/>
                </a:cubicBezTo>
                <a:cubicBezTo>
                  <a:pt x="977897" y="75473"/>
                  <a:pt x="974812" y="85116"/>
                  <a:pt x="968642" y="91925"/>
                </a:cubicBezTo>
                <a:cubicBezTo>
                  <a:pt x="962473" y="98735"/>
                  <a:pt x="955070" y="102139"/>
                  <a:pt x="946432" y="102139"/>
                </a:cubicBezTo>
                <a:cubicBezTo>
                  <a:pt x="937841" y="102139"/>
                  <a:pt x="931100" y="98552"/>
                  <a:pt x="926210" y="91377"/>
                </a:cubicBezTo>
                <a:lnTo>
                  <a:pt x="926210" y="100494"/>
                </a:lnTo>
                <a:moveTo>
                  <a:pt x="926073" y="63546"/>
                </a:moveTo>
                <a:cubicBezTo>
                  <a:pt x="926073" y="72274"/>
                  <a:pt x="927261" y="78581"/>
                  <a:pt x="929638" y="82466"/>
                </a:cubicBezTo>
                <a:cubicBezTo>
                  <a:pt x="933522" y="88818"/>
                  <a:pt x="938778" y="91994"/>
                  <a:pt x="945404" y="91994"/>
                </a:cubicBezTo>
                <a:cubicBezTo>
                  <a:pt x="950797" y="91994"/>
                  <a:pt x="955458" y="89652"/>
                  <a:pt x="959388" y="84968"/>
                </a:cubicBezTo>
                <a:cubicBezTo>
                  <a:pt x="963318" y="80283"/>
                  <a:pt x="965284" y="73303"/>
                  <a:pt x="965284" y="64026"/>
                </a:cubicBezTo>
                <a:cubicBezTo>
                  <a:pt x="965284" y="54520"/>
                  <a:pt x="963398" y="47505"/>
                  <a:pt x="959628" y="42981"/>
                </a:cubicBezTo>
                <a:cubicBezTo>
                  <a:pt x="955858" y="38457"/>
                  <a:pt x="951299" y="36194"/>
                  <a:pt x="945952" y="36194"/>
                </a:cubicBezTo>
                <a:cubicBezTo>
                  <a:pt x="940560" y="36194"/>
                  <a:pt x="935898" y="38536"/>
                  <a:pt x="931968" y="43221"/>
                </a:cubicBezTo>
                <a:cubicBezTo>
                  <a:pt x="928038" y="47905"/>
                  <a:pt x="926073" y="54680"/>
                  <a:pt x="926073" y="63546"/>
                </a:cubicBezTo>
                <a:close/>
                <a:moveTo>
                  <a:pt x="992676" y="14190"/>
                </a:moveTo>
                <a:lnTo>
                  <a:pt x="992676" y="0"/>
                </a:lnTo>
                <a:lnTo>
                  <a:pt x="1005015" y="0"/>
                </a:lnTo>
                <a:lnTo>
                  <a:pt x="1005015" y="14190"/>
                </a:lnTo>
                <a:lnTo>
                  <a:pt x="992676" y="14190"/>
                </a:lnTo>
                <a:moveTo>
                  <a:pt x="992676" y="100494"/>
                </a:moveTo>
                <a:lnTo>
                  <a:pt x="992676" y="27694"/>
                </a:lnTo>
                <a:lnTo>
                  <a:pt x="1005015" y="27694"/>
                </a:lnTo>
                <a:lnTo>
                  <a:pt x="1005015" y="100494"/>
                </a:lnTo>
                <a:lnTo>
                  <a:pt x="992676" y="100494"/>
                </a:lnTo>
                <a:close/>
                <a:moveTo>
                  <a:pt x="1024054" y="100494"/>
                </a:moveTo>
                <a:lnTo>
                  <a:pt x="1024054" y="27694"/>
                </a:lnTo>
                <a:lnTo>
                  <a:pt x="1035160" y="27694"/>
                </a:lnTo>
                <a:lnTo>
                  <a:pt x="1035160" y="38045"/>
                </a:lnTo>
                <a:cubicBezTo>
                  <a:pt x="1040506" y="30048"/>
                  <a:pt x="1048230" y="26049"/>
                  <a:pt x="1058329" y="26049"/>
                </a:cubicBezTo>
                <a:cubicBezTo>
                  <a:pt x="1062717" y="26049"/>
                  <a:pt x="1066750" y="26837"/>
                  <a:pt x="1070428" y="28414"/>
                </a:cubicBezTo>
                <a:cubicBezTo>
                  <a:pt x="1074107" y="29991"/>
                  <a:pt x="1076861" y="32059"/>
                  <a:pt x="1078689" y="34618"/>
                </a:cubicBezTo>
                <a:cubicBezTo>
                  <a:pt x="1080517" y="37177"/>
                  <a:pt x="1081796" y="40216"/>
                  <a:pt x="1082528" y="43735"/>
                </a:cubicBezTo>
                <a:cubicBezTo>
                  <a:pt x="1082985" y="46020"/>
                  <a:pt x="1083213" y="50019"/>
                  <a:pt x="1083213" y="55731"/>
                </a:cubicBezTo>
                <a:lnTo>
                  <a:pt x="1083213" y="100494"/>
                </a:lnTo>
                <a:lnTo>
                  <a:pt x="1070874" y="100494"/>
                </a:lnTo>
                <a:lnTo>
                  <a:pt x="1070874" y="56211"/>
                </a:lnTo>
                <a:cubicBezTo>
                  <a:pt x="1070874" y="51184"/>
                  <a:pt x="1070394" y="47425"/>
                  <a:pt x="1069434" y="44934"/>
                </a:cubicBezTo>
                <a:cubicBezTo>
                  <a:pt x="1068475" y="42444"/>
                  <a:pt x="1066772" y="40456"/>
                  <a:pt x="1064328" y="38971"/>
                </a:cubicBezTo>
                <a:cubicBezTo>
                  <a:pt x="1061883" y="37485"/>
                  <a:pt x="1059015" y="36743"/>
                  <a:pt x="1055725" y="36743"/>
                </a:cubicBezTo>
                <a:cubicBezTo>
                  <a:pt x="1050469" y="36743"/>
                  <a:pt x="1045933" y="38411"/>
                  <a:pt x="1042117" y="41747"/>
                </a:cubicBezTo>
                <a:cubicBezTo>
                  <a:pt x="1038301" y="45083"/>
                  <a:pt x="1036393" y="51412"/>
                  <a:pt x="1036393" y="60735"/>
                </a:cubicBezTo>
                <a:lnTo>
                  <a:pt x="1036393" y="100494"/>
                </a:lnTo>
                <a:lnTo>
                  <a:pt x="1024054" y="100494"/>
                </a:lnTo>
                <a:close/>
                <a:moveTo>
                  <a:pt x="1151666" y="77050"/>
                </a:moveTo>
                <a:lnTo>
                  <a:pt x="1164417" y="78627"/>
                </a:lnTo>
                <a:cubicBezTo>
                  <a:pt x="1162406" y="86076"/>
                  <a:pt x="1158681" y="91857"/>
                  <a:pt x="1153243" y="95970"/>
                </a:cubicBezTo>
                <a:cubicBezTo>
                  <a:pt x="1147805" y="100083"/>
                  <a:pt x="1140858" y="102139"/>
                  <a:pt x="1132404" y="102139"/>
                </a:cubicBezTo>
                <a:cubicBezTo>
                  <a:pt x="1121756" y="102139"/>
                  <a:pt x="1113313" y="98860"/>
                  <a:pt x="1107075" y="92302"/>
                </a:cubicBezTo>
                <a:cubicBezTo>
                  <a:pt x="1100836" y="85745"/>
                  <a:pt x="1097717" y="76547"/>
                  <a:pt x="1097717" y="64711"/>
                </a:cubicBezTo>
                <a:cubicBezTo>
                  <a:pt x="1097717" y="52464"/>
                  <a:pt x="1100871" y="42958"/>
                  <a:pt x="1107177" y="36194"/>
                </a:cubicBezTo>
                <a:cubicBezTo>
                  <a:pt x="1113484" y="29431"/>
                  <a:pt x="1121664" y="26049"/>
                  <a:pt x="1131718" y="26049"/>
                </a:cubicBezTo>
                <a:cubicBezTo>
                  <a:pt x="1141452" y="26049"/>
                  <a:pt x="1149404" y="29362"/>
                  <a:pt x="1155574" y="35989"/>
                </a:cubicBezTo>
                <a:cubicBezTo>
                  <a:pt x="1161743" y="42615"/>
                  <a:pt x="1164828" y="51938"/>
                  <a:pt x="1164828" y="63957"/>
                </a:cubicBezTo>
                <a:cubicBezTo>
                  <a:pt x="1164828" y="64688"/>
                  <a:pt x="1164805" y="65785"/>
                  <a:pt x="1164759" y="67247"/>
                </a:cubicBezTo>
                <a:lnTo>
                  <a:pt x="1110468" y="67247"/>
                </a:lnTo>
                <a:cubicBezTo>
                  <a:pt x="1110925" y="75245"/>
                  <a:pt x="1113187" y="81369"/>
                  <a:pt x="1117254" y="85619"/>
                </a:cubicBezTo>
                <a:cubicBezTo>
                  <a:pt x="1121321" y="89869"/>
                  <a:pt x="1126394" y="91994"/>
                  <a:pt x="1132472" y="91994"/>
                </a:cubicBezTo>
                <a:cubicBezTo>
                  <a:pt x="1136997" y="91994"/>
                  <a:pt x="1140858" y="90806"/>
                  <a:pt x="1144057" y="88429"/>
                </a:cubicBezTo>
                <a:cubicBezTo>
                  <a:pt x="1147256" y="86053"/>
                  <a:pt x="1149793" y="82260"/>
                  <a:pt x="1151666" y="77050"/>
                </a:cubicBezTo>
                <a:moveTo>
                  <a:pt x="1111153" y="57102"/>
                </a:moveTo>
                <a:lnTo>
                  <a:pt x="1151803" y="57102"/>
                </a:lnTo>
                <a:cubicBezTo>
                  <a:pt x="1151255" y="50978"/>
                  <a:pt x="1149701" y="46385"/>
                  <a:pt x="1147142" y="43324"/>
                </a:cubicBezTo>
                <a:cubicBezTo>
                  <a:pt x="1143212" y="38571"/>
                  <a:pt x="1138116" y="36194"/>
                  <a:pt x="1131855" y="36194"/>
                </a:cubicBezTo>
                <a:cubicBezTo>
                  <a:pt x="1126189" y="36194"/>
                  <a:pt x="1121424" y="38091"/>
                  <a:pt x="1117563" y="41884"/>
                </a:cubicBezTo>
                <a:cubicBezTo>
                  <a:pt x="1113701" y="45677"/>
                  <a:pt x="1111565" y="50750"/>
                  <a:pt x="1111153" y="57102"/>
                </a:cubicBezTo>
                <a:close/>
                <a:moveTo>
                  <a:pt x="1206547" y="89458"/>
                </a:moveTo>
                <a:lnTo>
                  <a:pt x="1208329" y="100357"/>
                </a:lnTo>
                <a:cubicBezTo>
                  <a:pt x="1204856" y="101088"/>
                  <a:pt x="1201748" y="101454"/>
                  <a:pt x="1199006" y="101454"/>
                </a:cubicBezTo>
                <a:cubicBezTo>
                  <a:pt x="1194528" y="101454"/>
                  <a:pt x="1191055" y="100746"/>
                  <a:pt x="1188587" y="99329"/>
                </a:cubicBezTo>
                <a:cubicBezTo>
                  <a:pt x="1186119" y="97912"/>
                  <a:pt x="1184382" y="96050"/>
                  <a:pt x="1183377" y="93742"/>
                </a:cubicBezTo>
                <a:cubicBezTo>
                  <a:pt x="1182372" y="91434"/>
                  <a:pt x="1181869" y="86579"/>
                  <a:pt x="1181869" y="79175"/>
                </a:cubicBezTo>
                <a:lnTo>
                  <a:pt x="1181869" y="37291"/>
                </a:lnTo>
                <a:lnTo>
                  <a:pt x="1172820" y="37291"/>
                </a:lnTo>
                <a:lnTo>
                  <a:pt x="1172820" y="27694"/>
                </a:lnTo>
                <a:lnTo>
                  <a:pt x="1181869" y="27694"/>
                </a:lnTo>
                <a:lnTo>
                  <a:pt x="1181869" y="9666"/>
                </a:lnTo>
                <a:lnTo>
                  <a:pt x="1194139" y="2262"/>
                </a:lnTo>
                <a:lnTo>
                  <a:pt x="1194139" y="27694"/>
                </a:lnTo>
                <a:lnTo>
                  <a:pt x="1206547" y="27694"/>
                </a:lnTo>
                <a:lnTo>
                  <a:pt x="1206547" y="37291"/>
                </a:lnTo>
                <a:lnTo>
                  <a:pt x="1194139" y="37291"/>
                </a:lnTo>
                <a:lnTo>
                  <a:pt x="1194139" y="79861"/>
                </a:lnTo>
                <a:cubicBezTo>
                  <a:pt x="1194139" y="83380"/>
                  <a:pt x="1194356" y="85642"/>
                  <a:pt x="1194791" y="86647"/>
                </a:cubicBezTo>
                <a:cubicBezTo>
                  <a:pt x="1195225" y="87653"/>
                  <a:pt x="1195933" y="88452"/>
                  <a:pt x="1196916" y="89046"/>
                </a:cubicBezTo>
                <a:cubicBezTo>
                  <a:pt x="1197898" y="89640"/>
                  <a:pt x="1199303" y="89938"/>
                  <a:pt x="1201131" y="89938"/>
                </a:cubicBezTo>
                <a:cubicBezTo>
                  <a:pt x="1202502" y="89938"/>
                  <a:pt x="1204308" y="89778"/>
                  <a:pt x="1206547" y="89458"/>
                </a:cubicBezTo>
                <a:close/>
                <a:moveTo>
                  <a:pt x="1304046" y="91514"/>
                </a:moveTo>
                <a:cubicBezTo>
                  <a:pt x="1299476" y="95399"/>
                  <a:pt x="1295077" y="98141"/>
                  <a:pt x="1290850" y="99740"/>
                </a:cubicBezTo>
                <a:cubicBezTo>
                  <a:pt x="1286623" y="101340"/>
                  <a:pt x="1282087" y="102139"/>
                  <a:pt x="1277243" y="102139"/>
                </a:cubicBezTo>
                <a:cubicBezTo>
                  <a:pt x="1269246" y="102139"/>
                  <a:pt x="1263099" y="100186"/>
                  <a:pt x="1258803" y="96278"/>
                </a:cubicBezTo>
                <a:cubicBezTo>
                  <a:pt x="1254507" y="92371"/>
                  <a:pt x="1252359" y="87378"/>
                  <a:pt x="1252359" y="81300"/>
                </a:cubicBezTo>
                <a:cubicBezTo>
                  <a:pt x="1252359" y="77736"/>
                  <a:pt x="1253171" y="74479"/>
                  <a:pt x="1254793" y="71532"/>
                </a:cubicBezTo>
                <a:cubicBezTo>
                  <a:pt x="1256415" y="68584"/>
                  <a:pt x="1258540" y="66219"/>
                  <a:pt x="1261168" y="64437"/>
                </a:cubicBezTo>
                <a:cubicBezTo>
                  <a:pt x="1263796" y="62655"/>
                  <a:pt x="1266755" y="61306"/>
                  <a:pt x="1270045" y="60392"/>
                </a:cubicBezTo>
                <a:cubicBezTo>
                  <a:pt x="1272467" y="59753"/>
                  <a:pt x="1276123" y="59136"/>
                  <a:pt x="1281013" y="58542"/>
                </a:cubicBezTo>
                <a:cubicBezTo>
                  <a:pt x="1290976" y="57353"/>
                  <a:pt x="1298311" y="55937"/>
                  <a:pt x="1303018" y="54292"/>
                </a:cubicBezTo>
                <a:cubicBezTo>
                  <a:pt x="1303063" y="52601"/>
                  <a:pt x="1303086" y="51527"/>
                  <a:pt x="1303086" y="51070"/>
                </a:cubicBezTo>
                <a:cubicBezTo>
                  <a:pt x="1303086" y="46043"/>
                  <a:pt x="1301921" y="42501"/>
                  <a:pt x="1299590" y="40444"/>
                </a:cubicBezTo>
                <a:cubicBezTo>
                  <a:pt x="1296437" y="37657"/>
                  <a:pt x="1291753" y="36263"/>
                  <a:pt x="1285538" y="36263"/>
                </a:cubicBezTo>
                <a:cubicBezTo>
                  <a:pt x="1279734" y="36263"/>
                  <a:pt x="1275449" y="37280"/>
                  <a:pt x="1272684" y="39313"/>
                </a:cubicBezTo>
                <a:cubicBezTo>
                  <a:pt x="1269920" y="41347"/>
                  <a:pt x="1267875" y="44946"/>
                  <a:pt x="1266549" y="50110"/>
                </a:cubicBezTo>
                <a:lnTo>
                  <a:pt x="1254484" y="48465"/>
                </a:lnTo>
                <a:cubicBezTo>
                  <a:pt x="1255581" y="43301"/>
                  <a:pt x="1257386" y="39131"/>
                  <a:pt x="1259900" y="35954"/>
                </a:cubicBezTo>
                <a:cubicBezTo>
                  <a:pt x="1262413" y="32778"/>
                  <a:pt x="1266047" y="30333"/>
                  <a:pt x="1270799" y="28620"/>
                </a:cubicBezTo>
                <a:cubicBezTo>
                  <a:pt x="1275552" y="26906"/>
                  <a:pt x="1281059" y="26049"/>
                  <a:pt x="1287320" y="26049"/>
                </a:cubicBezTo>
                <a:cubicBezTo>
                  <a:pt x="1293535" y="26049"/>
                  <a:pt x="1298585" y="26780"/>
                  <a:pt x="1302469" y="28243"/>
                </a:cubicBezTo>
                <a:cubicBezTo>
                  <a:pt x="1306354" y="29705"/>
                  <a:pt x="1309210" y="31544"/>
                  <a:pt x="1311038" y="33761"/>
                </a:cubicBezTo>
                <a:cubicBezTo>
                  <a:pt x="1312866" y="35977"/>
                  <a:pt x="1314146" y="38776"/>
                  <a:pt x="1314877" y="42158"/>
                </a:cubicBezTo>
                <a:cubicBezTo>
                  <a:pt x="1315288" y="44260"/>
                  <a:pt x="1315494" y="48053"/>
                  <a:pt x="1315494" y="53537"/>
                </a:cubicBezTo>
                <a:lnTo>
                  <a:pt x="1315494" y="69989"/>
                </a:lnTo>
                <a:cubicBezTo>
                  <a:pt x="1315494" y="81460"/>
                  <a:pt x="1315757" y="88715"/>
                  <a:pt x="1316282" y="91754"/>
                </a:cubicBezTo>
                <a:cubicBezTo>
                  <a:pt x="1316808" y="94793"/>
                  <a:pt x="1317847" y="97706"/>
                  <a:pt x="1319401" y="100494"/>
                </a:cubicBezTo>
                <a:lnTo>
                  <a:pt x="1306514" y="100494"/>
                </a:lnTo>
                <a:cubicBezTo>
                  <a:pt x="1305234" y="97935"/>
                  <a:pt x="1304412" y="94942"/>
                  <a:pt x="1304046" y="91514"/>
                </a:cubicBezTo>
                <a:moveTo>
                  <a:pt x="1303018" y="63957"/>
                </a:moveTo>
                <a:cubicBezTo>
                  <a:pt x="1298539" y="65785"/>
                  <a:pt x="1291821" y="67339"/>
                  <a:pt x="1282864" y="68618"/>
                </a:cubicBezTo>
                <a:cubicBezTo>
                  <a:pt x="1277791" y="69350"/>
                  <a:pt x="1274204" y="70172"/>
                  <a:pt x="1272102" y="71086"/>
                </a:cubicBezTo>
                <a:cubicBezTo>
                  <a:pt x="1270000" y="72000"/>
                  <a:pt x="1268377" y="73337"/>
                  <a:pt x="1267235" y="75096"/>
                </a:cubicBezTo>
                <a:cubicBezTo>
                  <a:pt x="1266092" y="76856"/>
                  <a:pt x="1265521" y="78810"/>
                  <a:pt x="1265521" y="80957"/>
                </a:cubicBezTo>
                <a:cubicBezTo>
                  <a:pt x="1265521" y="84248"/>
                  <a:pt x="1266766" y="86990"/>
                  <a:pt x="1269257" y="89183"/>
                </a:cubicBezTo>
                <a:cubicBezTo>
                  <a:pt x="1271748" y="91377"/>
                  <a:pt x="1275392" y="92474"/>
                  <a:pt x="1280191" y="92474"/>
                </a:cubicBezTo>
                <a:cubicBezTo>
                  <a:pt x="1284943" y="92474"/>
                  <a:pt x="1289171" y="91434"/>
                  <a:pt x="1292872" y="89355"/>
                </a:cubicBezTo>
                <a:cubicBezTo>
                  <a:pt x="1296574" y="87275"/>
                  <a:pt x="1299293" y="84431"/>
                  <a:pt x="1301030" y="80820"/>
                </a:cubicBezTo>
                <a:cubicBezTo>
                  <a:pt x="1302355" y="78033"/>
                  <a:pt x="1303018" y="73920"/>
                  <a:pt x="1303018" y="68481"/>
                </a:cubicBezTo>
                <a:lnTo>
                  <a:pt x="1303018" y="63957"/>
                </a:lnTo>
                <a:close/>
                <a:moveTo>
                  <a:pt x="1334317" y="100494"/>
                </a:moveTo>
                <a:lnTo>
                  <a:pt x="1334317" y="27694"/>
                </a:lnTo>
                <a:lnTo>
                  <a:pt x="1345422" y="27694"/>
                </a:lnTo>
                <a:lnTo>
                  <a:pt x="1345422" y="38045"/>
                </a:lnTo>
                <a:cubicBezTo>
                  <a:pt x="1350769" y="30048"/>
                  <a:pt x="1358492" y="26049"/>
                  <a:pt x="1368592" y="26049"/>
                </a:cubicBezTo>
                <a:cubicBezTo>
                  <a:pt x="1372979" y="26049"/>
                  <a:pt x="1377012" y="26837"/>
                  <a:pt x="1380691" y="28414"/>
                </a:cubicBezTo>
                <a:cubicBezTo>
                  <a:pt x="1384370" y="29991"/>
                  <a:pt x="1387124" y="32059"/>
                  <a:pt x="1388952" y="34618"/>
                </a:cubicBezTo>
                <a:cubicBezTo>
                  <a:pt x="1390780" y="37177"/>
                  <a:pt x="1392059" y="40216"/>
                  <a:pt x="1392790" y="43735"/>
                </a:cubicBezTo>
                <a:cubicBezTo>
                  <a:pt x="1393247" y="46020"/>
                  <a:pt x="1393476" y="50019"/>
                  <a:pt x="1393476" y="55731"/>
                </a:cubicBezTo>
                <a:lnTo>
                  <a:pt x="1393476" y="100494"/>
                </a:lnTo>
                <a:lnTo>
                  <a:pt x="1381137" y="100494"/>
                </a:lnTo>
                <a:lnTo>
                  <a:pt x="1381137" y="56211"/>
                </a:lnTo>
                <a:cubicBezTo>
                  <a:pt x="1381137" y="51184"/>
                  <a:pt x="1380657" y="47425"/>
                  <a:pt x="1379697" y="44934"/>
                </a:cubicBezTo>
                <a:cubicBezTo>
                  <a:pt x="1378738" y="42444"/>
                  <a:pt x="1377035" y="40456"/>
                  <a:pt x="1374590" y="38971"/>
                </a:cubicBezTo>
                <a:cubicBezTo>
                  <a:pt x="1372145" y="37485"/>
                  <a:pt x="1369278" y="36743"/>
                  <a:pt x="1365987" y="36743"/>
                </a:cubicBezTo>
                <a:cubicBezTo>
                  <a:pt x="1360732" y="36743"/>
                  <a:pt x="1356196" y="38411"/>
                  <a:pt x="1352380" y="41747"/>
                </a:cubicBezTo>
                <a:cubicBezTo>
                  <a:pt x="1348564" y="45083"/>
                  <a:pt x="1346656" y="51412"/>
                  <a:pt x="1346656" y="60735"/>
                </a:cubicBezTo>
                <a:lnTo>
                  <a:pt x="1346656" y="100494"/>
                </a:lnTo>
                <a:lnTo>
                  <a:pt x="1334317" y="100494"/>
                </a:lnTo>
                <a:close/>
                <a:moveTo>
                  <a:pt x="1459324" y="100494"/>
                </a:moveTo>
                <a:lnTo>
                  <a:pt x="1459324" y="91308"/>
                </a:lnTo>
                <a:cubicBezTo>
                  <a:pt x="1454708" y="98529"/>
                  <a:pt x="1447922" y="102139"/>
                  <a:pt x="1438965" y="102139"/>
                </a:cubicBezTo>
                <a:cubicBezTo>
                  <a:pt x="1433161" y="102139"/>
                  <a:pt x="1427825" y="100540"/>
                  <a:pt x="1422958" y="97341"/>
                </a:cubicBezTo>
                <a:cubicBezTo>
                  <a:pt x="1418091" y="94142"/>
                  <a:pt x="1414321" y="89675"/>
                  <a:pt x="1411648" y="83939"/>
                </a:cubicBezTo>
                <a:cubicBezTo>
                  <a:pt x="1408974" y="78204"/>
                  <a:pt x="1407637" y="71612"/>
                  <a:pt x="1407637" y="64163"/>
                </a:cubicBezTo>
                <a:cubicBezTo>
                  <a:pt x="1407637" y="56896"/>
                  <a:pt x="1408849" y="50304"/>
                  <a:pt x="1411271" y="44386"/>
                </a:cubicBezTo>
                <a:cubicBezTo>
                  <a:pt x="1413693" y="38468"/>
                  <a:pt x="1417326" y="33932"/>
                  <a:pt x="1422170" y="30779"/>
                </a:cubicBezTo>
                <a:cubicBezTo>
                  <a:pt x="1427014" y="27626"/>
                  <a:pt x="1432430" y="26049"/>
                  <a:pt x="1438416" y="26049"/>
                </a:cubicBezTo>
                <a:cubicBezTo>
                  <a:pt x="1442804" y="26049"/>
                  <a:pt x="1446711" y="26974"/>
                  <a:pt x="1450138" y="28825"/>
                </a:cubicBezTo>
                <a:cubicBezTo>
                  <a:pt x="1453566" y="30676"/>
                  <a:pt x="1456354" y="33087"/>
                  <a:pt x="1458502" y="36057"/>
                </a:cubicBezTo>
                <a:lnTo>
                  <a:pt x="1458502" y="0"/>
                </a:lnTo>
                <a:lnTo>
                  <a:pt x="1470772" y="0"/>
                </a:lnTo>
                <a:lnTo>
                  <a:pt x="1470772" y="100494"/>
                </a:lnTo>
                <a:lnTo>
                  <a:pt x="1459324" y="100494"/>
                </a:lnTo>
                <a:moveTo>
                  <a:pt x="1420319" y="64163"/>
                </a:moveTo>
                <a:cubicBezTo>
                  <a:pt x="1420319" y="73486"/>
                  <a:pt x="1422284" y="80455"/>
                  <a:pt x="1426215" y="85070"/>
                </a:cubicBezTo>
                <a:cubicBezTo>
                  <a:pt x="1430145" y="89686"/>
                  <a:pt x="1434783" y="91994"/>
                  <a:pt x="1440130" y="91994"/>
                </a:cubicBezTo>
                <a:cubicBezTo>
                  <a:pt x="1445523" y="91994"/>
                  <a:pt x="1450104" y="89789"/>
                  <a:pt x="1453874" y="85379"/>
                </a:cubicBezTo>
                <a:cubicBezTo>
                  <a:pt x="1457645" y="80969"/>
                  <a:pt x="1459530" y="74240"/>
                  <a:pt x="1459530" y="65191"/>
                </a:cubicBezTo>
                <a:cubicBezTo>
                  <a:pt x="1459530" y="55228"/>
                  <a:pt x="1457610" y="47916"/>
                  <a:pt x="1453772" y="43255"/>
                </a:cubicBezTo>
                <a:cubicBezTo>
                  <a:pt x="1449933" y="38594"/>
                  <a:pt x="1445203" y="36263"/>
                  <a:pt x="1439582" y="36263"/>
                </a:cubicBezTo>
                <a:cubicBezTo>
                  <a:pt x="1434098" y="36263"/>
                  <a:pt x="1429516" y="38502"/>
                  <a:pt x="1425837" y="42981"/>
                </a:cubicBezTo>
                <a:cubicBezTo>
                  <a:pt x="1422159" y="47459"/>
                  <a:pt x="1420319" y="54520"/>
                  <a:pt x="1420319" y="64163"/>
                </a:cubicBezTo>
                <a:close/>
                <a:moveTo>
                  <a:pt x="1528405" y="14190"/>
                </a:moveTo>
                <a:lnTo>
                  <a:pt x="1528405" y="0"/>
                </a:lnTo>
                <a:lnTo>
                  <a:pt x="1540744" y="0"/>
                </a:lnTo>
                <a:lnTo>
                  <a:pt x="1540744" y="14190"/>
                </a:lnTo>
                <a:lnTo>
                  <a:pt x="1528405" y="14190"/>
                </a:lnTo>
                <a:moveTo>
                  <a:pt x="1528405" y="100494"/>
                </a:moveTo>
                <a:lnTo>
                  <a:pt x="1528405" y="27694"/>
                </a:lnTo>
                <a:lnTo>
                  <a:pt x="1540744" y="27694"/>
                </a:lnTo>
                <a:lnTo>
                  <a:pt x="1540744" y="100494"/>
                </a:lnTo>
                <a:lnTo>
                  <a:pt x="1528405" y="100494"/>
                </a:lnTo>
                <a:close/>
                <a:moveTo>
                  <a:pt x="1554848" y="78764"/>
                </a:moveTo>
                <a:lnTo>
                  <a:pt x="1567050" y="76844"/>
                </a:lnTo>
                <a:cubicBezTo>
                  <a:pt x="1567736" y="81734"/>
                  <a:pt x="1569644" y="85482"/>
                  <a:pt x="1572774" y="88087"/>
                </a:cubicBezTo>
                <a:cubicBezTo>
                  <a:pt x="1575905" y="90692"/>
                  <a:pt x="1580280" y="91994"/>
                  <a:pt x="1585901" y="91994"/>
                </a:cubicBezTo>
                <a:cubicBezTo>
                  <a:pt x="1591568" y="91994"/>
                  <a:pt x="1595773" y="90840"/>
                  <a:pt x="1598515" y="88532"/>
                </a:cubicBezTo>
                <a:cubicBezTo>
                  <a:pt x="1601257" y="86224"/>
                  <a:pt x="1602628" y="83517"/>
                  <a:pt x="1602628" y="80409"/>
                </a:cubicBezTo>
                <a:cubicBezTo>
                  <a:pt x="1602628" y="77621"/>
                  <a:pt x="1601417" y="75428"/>
                  <a:pt x="1598995" y="73828"/>
                </a:cubicBezTo>
                <a:cubicBezTo>
                  <a:pt x="1597304" y="72731"/>
                  <a:pt x="1593099" y="71338"/>
                  <a:pt x="1586381" y="69647"/>
                </a:cubicBezTo>
                <a:cubicBezTo>
                  <a:pt x="1577333" y="67362"/>
                  <a:pt x="1571060" y="65385"/>
                  <a:pt x="1567564" y="63717"/>
                </a:cubicBezTo>
                <a:cubicBezTo>
                  <a:pt x="1564068" y="62049"/>
                  <a:pt x="1561418" y="59741"/>
                  <a:pt x="1559613" y="56794"/>
                </a:cubicBezTo>
                <a:cubicBezTo>
                  <a:pt x="1557807" y="53846"/>
                  <a:pt x="1556905" y="50590"/>
                  <a:pt x="1556905" y="47025"/>
                </a:cubicBezTo>
                <a:cubicBezTo>
                  <a:pt x="1556905" y="43781"/>
                  <a:pt x="1557647" y="40776"/>
                  <a:pt x="1559133" y="38011"/>
                </a:cubicBezTo>
                <a:cubicBezTo>
                  <a:pt x="1560618" y="35246"/>
                  <a:pt x="1562640" y="32950"/>
                  <a:pt x="1565199" y="31122"/>
                </a:cubicBezTo>
                <a:cubicBezTo>
                  <a:pt x="1567119" y="29705"/>
                  <a:pt x="1569735" y="28505"/>
                  <a:pt x="1573048" y="27523"/>
                </a:cubicBezTo>
                <a:cubicBezTo>
                  <a:pt x="1576362" y="26540"/>
                  <a:pt x="1579915" y="26049"/>
                  <a:pt x="1583708" y="26049"/>
                </a:cubicBezTo>
                <a:cubicBezTo>
                  <a:pt x="1589420" y="26049"/>
                  <a:pt x="1594436" y="26872"/>
                  <a:pt x="1598755" y="28517"/>
                </a:cubicBezTo>
                <a:cubicBezTo>
                  <a:pt x="1603073" y="30162"/>
                  <a:pt x="1606261" y="32390"/>
                  <a:pt x="1608317" y="35200"/>
                </a:cubicBezTo>
                <a:cubicBezTo>
                  <a:pt x="1610374" y="38011"/>
                  <a:pt x="1611791" y="41770"/>
                  <a:pt x="1612567" y="46477"/>
                </a:cubicBezTo>
                <a:lnTo>
                  <a:pt x="1600503" y="48122"/>
                </a:lnTo>
                <a:cubicBezTo>
                  <a:pt x="1599954" y="44375"/>
                  <a:pt x="1598366" y="41450"/>
                  <a:pt x="1595738" y="39348"/>
                </a:cubicBezTo>
                <a:cubicBezTo>
                  <a:pt x="1593111" y="37245"/>
                  <a:pt x="1589398" y="36194"/>
                  <a:pt x="1584599" y="36194"/>
                </a:cubicBezTo>
                <a:cubicBezTo>
                  <a:pt x="1578932" y="36194"/>
                  <a:pt x="1574888" y="37131"/>
                  <a:pt x="1572466" y="39005"/>
                </a:cubicBezTo>
                <a:cubicBezTo>
                  <a:pt x="1570044" y="40879"/>
                  <a:pt x="1568833" y="43072"/>
                  <a:pt x="1568833" y="45586"/>
                </a:cubicBezTo>
                <a:cubicBezTo>
                  <a:pt x="1568833" y="47185"/>
                  <a:pt x="1569335" y="48625"/>
                  <a:pt x="1570341" y="49904"/>
                </a:cubicBezTo>
                <a:cubicBezTo>
                  <a:pt x="1571346" y="51230"/>
                  <a:pt x="1572923" y="52326"/>
                  <a:pt x="1575071" y="53195"/>
                </a:cubicBezTo>
                <a:cubicBezTo>
                  <a:pt x="1576305" y="53652"/>
                  <a:pt x="1579938" y="54703"/>
                  <a:pt x="1585970" y="56348"/>
                </a:cubicBezTo>
                <a:cubicBezTo>
                  <a:pt x="1594699" y="58679"/>
                  <a:pt x="1600788" y="60587"/>
                  <a:pt x="1604239" y="62072"/>
                </a:cubicBezTo>
                <a:cubicBezTo>
                  <a:pt x="1607689" y="63557"/>
                  <a:pt x="1610397" y="65717"/>
                  <a:pt x="1612362" y="68550"/>
                </a:cubicBezTo>
                <a:cubicBezTo>
                  <a:pt x="1614327" y="71383"/>
                  <a:pt x="1615309" y="74902"/>
                  <a:pt x="1615309" y="79107"/>
                </a:cubicBezTo>
                <a:cubicBezTo>
                  <a:pt x="1615309" y="83220"/>
                  <a:pt x="1614110" y="87093"/>
                  <a:pt x="1611711" y="90726"/>
                </a:cubicBezTo>
                <a:cubicBezTo>
                  <a:pt x="1609311" y="94359"/>
                  <a:pt x="1605850" y="97170"/>
                  <a:pt x="1601325" y="99157"/>
                </a:cubicBezTo>
                <a:cubicBezTo>
                  <a:pt x="1596801" y="101145"/>
                  <a:pt x="1591683" y="102139"/>
                  <a:pt x="1585970" y="102139"/>
                </a:cubicBezTo>
                <a:cubicBezTo>
                  <a:pt x="1576510" y="102139"/>
                  <a:pt x="1569301" y="100174"/>
                  <a:pt x="1564343" y="96244"/>
                </a:cubicBezTo>
                <a:cubicBezTo>
                  <a:pt x="1559384" y="92314"/>
                  <a:pt x="1556219" y="86487"/>
                  <a:pt x="1554848" y="78764"/>
                </a:cubicBezTo>
                <a:close/>
                <a:moveTo>
                  <a:pt x="1715670" y="91514"/>
                </a:moveTo>
                <a:cubicBezTo>
                  <a:pt x="1711100" y="95399"/>
                  <a:pt x="1706702" y="98141"/>
                  <a:pt x="1702474" y="99740"/>
                </a:cubicBezTo>
                <a:cubicBezTo>
                  <a:pt x="1698247" y="101340"/>
                  <a:pt x="1693712" y="102139"/>
                  <a:pt x="1688867" y="102139"/>
                </a:cubicBezTo>
                <a:cubicBezTo>
                  <a:pt x="1680870" y="102139"/>
                  <a:pt x="1674723" y="100186"/>
                  <a:pt x="1670427" y="96278"/>
                </a:cubicBezTo>
                <a:cubicBezTo>
                  <a:pt x="1666132" y="92371"/>
                  <a:pt x="1663984" y="87378"/>
                  <a:pt x="1663984" y="81300"/>
                </a:cubicBezTo>
                <a:cubicBezTo>
                  <a:pt x="1663984" y="77736"/>
                  <a:pt x="1664795" y="74479"/>
                  <a:pt x="1666417" y="71532"/>
                </a:cubicBezTo>
                <a:cubicBezTo>
                  <a:pt x="1668040" y="68584"/>
                  <a:pt x="1670165" y="66219"/>
                  <a:pt x="1672792" y="64437"/>
                </a:cubicBezTo>
                <a:cubicBezTo>
                  <a:pt x="1675420" y="62655"/>
                  <a:pt x="1678379" y="61306"/>
                  <a:pt x="1681670" y="60392"/>
                </a:cubicBezTo>
                <a:cubicBezTo>
                  <a:pt x="1684092" y="59753"/>
                  <a:pt x="1687748" y="59136"/>
                  <a:pt x="1692638" y="58542"/>
                </a:cubicBezTo>
                <a:cubicBezTo>
                  <a:pt x="1702600" y="57353"/>
                  <a:pt x="1709935" y="55937"/>
                  <a:pt x="1714642" y="54292"/>
                </a:cubicBezTo>
                <a:cubicBezTo>
                  <a:pt x="1714688" y="52601"/>
                  <a:pt x="1714711" y="51527"/>
                  <a:pt x="1714711" y="51070"/>
                </a:cubicBezTo>
                <a:cubicBezTo>
                  <a:pt x="1714711" y="46043"/>
                  <a:pt x="1713545" y="42501"/>
                  <a:pt x="1711215" y="40444"/>
                </a:cubicBezTo>
                <a:cubicBezTo>
                  <a:pt x="1708061" y="37657"/>
                  <a:pt x="1703377" y="36263"/>
                  <a:pt x="1697162" y="36263"/>
                </a:cubicBezTo>
                <a:cubicBezTo>
                  <a:pt x="1691358" y="36263"/>
                  <a:pt x="1687074" y="37280"/>
                  <a:pt x="1684309" y="39313"/>
                </a:cubicBezTo>
                <a:cubicBezTo>
                  <a:pt x="1681544" y="41347"/>
                  <a:pt x="1679499" y="44946"/>
                  <a:pt x="1678174" y="50110"/>
                </a:cubicBezTo>
                <a:lnTo>
                  <a:pt x="1666109" y="48465"/>
                </a:lnTo>
                <a:cubicBezTo>
                  <a:pt x="1667206" y="43301"/>
                  <a:pt x="1669011" y="39131"/>
                  <a:pt x="1671524" y="35954"/>
                </a:cubicBezTo>
                <a:cubicBezTo>
                  <a:pt x="1674038" y="32778"/>
                  <a:pt x="1677671" y="30333"/>
                  <a:pt x="1682424" y="28620"/>
                </a:cubicBezTo>
                <a:cubicBezTo>
                  <a:pt x="1687176" y="26906"/>
                  <a:pt x="1692683" y="26049"/>
                  <a:pt x="1698944" y="26049"/>
                </a:cubicBezTo>
                <a:cubicBezTo>
                  <a:pt x="1705159" y="26049"/>
                  <a:pt x="1710209" y="26780"/>
                  <a:pt x="1714094" y="28243"/>
                </a:cubicBezTo>
                <a:cubicBezTo>
                  <a:pt x="1717978" y="29705"/>
                  <a:pt x="1720834" y="31544"/>
                  <a:pt x="1722662" y="33761"/>
                </a:cubicBezTo>
                <a:cubicBezTo>
                  <a:pt x="1724490" y="35977"/>
                  <a:pt x="1725770" y="38776"/>
                  <a:pt x="1726501" y="42158"/>
                </a:cubicBezTo>
                <a:cubicBezTo>
                  <a:pt x="1726913" y="44260"/>
                  <a:pt x="1727118" y="48053"/>
                  <a:pt x="1727118" y="53537"/>
                </a:cubicBezTo>
                <a:lnTo>
                  <a:pt x="1727118" y="69989"/>
                </a:lnTo>
                <a:cubicBezTo>
                  <a:pt x="1727118" y="81460"/>
                  <a:pt x="1727381" y="88715"/>
                  <a:pt x="1727906" y="91754"/>
                </a:cubicBezTo>
                <a:cubicBezTo>
                  <a:pt x="1728432" y="94793"/>
                  <a:pt x="1729472" y="97706"/>
                  <a:pt x="1731026" y="100494"/>
                </a:cubicBezTo>
                <a:lnTo>
                  <a:pt x="1718138" y="100494"/>
                </a:lnTo>
                <a:cubicBezTo>
                  <a:pt x="1716859" y="97935"/>
                  <a:pt x="1716036" y="94942"/>
                  <a:pt x="1715670" y="91514"/>
                </a:cubicBezTo>
                <a:moveTo>
                  <a:pt x="1714642" y="63957"/>
                </a:moveTo>
                <a:cubicBezTo>
                  <a:pt x="1710163" y="65785"/>
                  <a:pt x="1703446" y="67339"/>
                  <a:pt x="1694488" y="68618"/>
                </a:cubicBezTo>
                <a:cubicBezTo>
                  <a:pt x="1689416" y="69350"/>
                  <a:pt x="1685828" y="70172"/>
                  <a:pt x="1683726" y="71086"/>
                </a:cubicBezTo>
                <a:cubicBezTo>
                  <a:pt x="1681624" y="72000"/>
                  <a:pt x="1680002" y="73337"/>
                  <a:pt x="1678859" y="75096"/>
                </a:cubicBezTo>
                <a:cubicBezTo>
                  <a:pt x="1677717" y="76856"/>
                  <a:pt x="1677145" y="78810"/>
                  <a:pt x="1677145" y="80957"/>
                </a:cubicBezTo>
                <a:cubicBezTo>
                  <a:pt x="1677145" y="84248"/>
                  <a:pt x="1678391" y="86990"/>
                  <a:pt x="1680881" y="89183"/>
                </a:cubicBezTo>
                <a:cubicBezTo>
                  <a:pt x="1683372" y="91377"/>
                  <a:pt x="1687016" y="92474"/>
                  <a:pt x="1691815" y="92474"/>
                </a:cubicBezTo>
                <a:cubicBezTo>
                  <a:pt x="1696568" y="92474"/>
                  <a:pt x="1700795" y="91434"/>
                  <a:pt x="1704497" y="89355"/>
                </a:cubicBezTo>
                <a:cubicBezTo>
                  <a:pt x="1708198" y="87275"/>
                  <a:pt x="1710918" y="84431"/>
                  <a:pt x="1712654" y="80820"/>
                </a:cubicBezTo>
                <a:cubicBezTo>
                  <a:pt x="1713979" y="78033"/>
                  <a:pt x="1714642" y="73920"/>
                  <a:pt x="1714642" y="68481"/>
                </a:cubicBezTo>
                <a:lnTo>
                  <a:pt x="1714642" y="63957"/>
                </a:lnTo>
                <a:close/>
                <a:moveTo>
                  <a:pt x="1757321" y="100494"/>
                </a:moveTo>
                <a:lnTo>
                  <a:pt x="1745873" y="100494"/>
                </a:lnTo>
                <a:lnTo>
                  <a:pt x="1745873" y="0"/>
                </a:lnTo>
                <a:lnTo>
                  <a:pt x="1758212" y="0"/>
                </a:lnTo>
                <a:lnTo>
                  <a:pt x="1758212" y="35852"/>
                </a:lnTo>
                <a:cubicBezTo>
                  <a:pt x="1763421" y="29317"/>
                  <a:pt x="1770071" y="26049"/>
                  <a:pt x="1778160" y="26049"/>
                </a:cubicBezTo>
                <a:cubicBezTo>
                  <a:pt x="1782638" y="26049"/>
                  <a:pt x="1786877" y="26952"/>
                  <a:pt x="1790876" y="28757"/>
                </a:cubicBezTo>
                <a:cubicBezTo>
                  <a:pt x="1794874" y="30562"/>
                  <a:pt x="1798165" y="33098"/>
                  <a:pt x="1800747" y="36366"/>
                </a:cubicBezTo>
                <a:cubicBezTo>
                  <a:pt x="1803329" y="39633"/>
                  <a:pt x="1805351" y="43575"/>
                  <a:pt x="1806814" y="48191"/>
                </a:cubicBezTo>
                <a:cubicBezTo>
                  <a:pt x="1808276" y="52806"/>
                  <a:pt x="1809007" y="57742"/>
                  <a:pt x="1809007" y="62997"/>
                </a:cubicBezTo>
                <a:cubicBezTo>
                  <a:pt x="1809007" y="75473"/>
                  <a:pt x="1805922" y="85116"/>
                  <a:pt x="1799753" y="91925"/>
                </a:cubicBezTo>
                <a:cubicBezTo>
                  <a:pt x="1793583" y="98735"/>
                  <a:pt x="1786180" y="102139"/>
                  <a:pt x="1777543" y="102139"/>
                </a:cubicBezTo>
                <a:cubicBezTo>
                  <a:pt x="1768951" y="102139"/>
                  <a:pt x="1762210" y="98552"/>
                  <a:pt x="1757321" y="91377"/>
                </a:cubicBezTo>
                <a:lnTo>
                  <a:pt x="1757321" y="100494"/>
                </a:lnTo>
                <a:moveTo>
                  <a:pt x="1757183" y="63546"/>
                </a:moveTo>
                <a:cubicBezTo>
                  <a:pt x="1757183" y="72274"/>
                  <a:pt x="1758372" y="78581"/>
                  <a:pt x="1760748" y="82466"/>
                </a:cubicBezTo>
                <a:cubicBezTo>
                  <a:pt x="1764633" y="88818"/>
                  <a:pt x="1769888" y="91994"/>
                  <a:pt x="1776515" y="91994"/>
                </a:cubicBezTo>
                <a:cubicBezTo>
                  <a:pt x="1781907" y="91994"/>
                  <a:pt x="1786568" y="89652"/>
                  <a:pt x="1790499" y="84968"/>
                </a:cubicBezTo>
                <a:cubicBezTo>
                  <a:pt x="1794429" y="80283"/>
                  <a:pt x="1796394" y="73303"/>
                  <a:pt x="1796394" y="64026"/>
                </a:cubicBezTo>
                <a:cubicBezTo>
                  <a:pt x="1796394" y="54520"/>
                  <a:pt x="1794509" y="47505"/>
                  <a:pt x="1790739" y="42981"/>
                </a:cubicBezTo>
                <a:cubicBezTo>
                  <a:pt x="1786968" y="38457"/>
                  <a:pt x="1782410" y="36194"/>
                  <a:pt x="1777063" y="36194"/>
                </a:cubicBezTo>
                <a:cubicBezTo>
                  <a:pt x="1771670" y="36194"/>
                  <a:pt x="1767009" y="38536"/>
                  <a:pt x="1763079" y="43221"/>
                </a:cubicBezTo>
                <a:cubicBezTo>
                  <a:pt x="1759149" y="47905"/>
                  <a:pt x="1757183" y="54680"/>
                  <a:pt x="1757183" y="63546"/>
                </a:cubicBezTo>
                <a:close/>
                <a:moveTo>
                  <a:pt x="1819125" y="64094"/>
                </a:moveTo>
                <a:cubicBezTo>
                  <a:pt x="1819125" y="50613"/>
                  <a:pt x="1822872" y="40627"/>
                  <a:pt x="1830367" y="34138"/>
                </a:cubicBezTo>
                <a:cubicBezTo>
                  <a:pt x="1836628" y="28745"/>
                  <a:pt x="1844260" y="26049"/>
                  <a:pt x="1853263" y="26049"/>
                </a:cubicBezTo>
                <a:cubicBezTo>
                  <a:pt x="1863271" y="26049"/>
                  <a:pt x="1871451" y="29328"/>
                  <a:pt x="1877803" y="35886"/>
                </a:cubicBezTo>
                <a:cubicBezTo>
                  <a:pt x="1884156" y="42444"/>
                  <a:pt x="1887332" y="51504"/>
                  <a:pt x="1887332" y="63066"/>
                </a:cubicBezTo>
                <a:cubicBezTo>
                  <a:pt x="1887332" y="72434"/>
                  <a:pt x="1885927" y="79804"/>
                  <a:pt x="1883116" y="85173"/>
                </a:cubicBezTo>
                <a:cubicBezTo>
                  <a:pt x="1880305" y="90543"/>
                  <a:pt x="1876215" y="94713"/>
                  <a:pt x="1870846" y="97684"/>
                </a:cubicBezTo>
                <a:cubicBezTo>
                  <a:pt x="1865476" y="100654"/>
                  <a:pt x="1859615" y="102139"/>
                  <a:pt x="1853263" y="102139"/>
                </a:cubicBezTo>
                <a:cubicBezTo>
                  <a:pt x="1843071" y="102139"/>
                  <a:pt x="1834834" y="98872"/>
                  <a:pt x="1828550" y="92337"/>
                </a:cubicBezTo>
                <a:cubicBezTo>
                  <a:pt x="1822267" y="85802"/>
                  <a:pt x="1819125" y="76387"/>
                  <a:pt x="1819125" y="64094"/>
                </a:cubicBezTo>
                <a:moveTo>
                  <a:pt x="1831806" y="64094"/>
                </a:moveTo>
                <a:cubicBezTo>
                  <a:pt x="1831806" y="73417"/>
                  <a:pt x="1833840" y="80398"/>
                  <a:pt x="1837907" y="85036"/>
                </a:cubicBezTo>
                <a:cubicBezTo>
                  <a:pt x="1841975" y="89675"/>
                  <a:pt x="1847093" y="91994"/>
                  <a:pt x="1853263" y="91994"/>
                </a:cubicBezTo>
                <a:cubicBezTo>
                  <a:pt x="1859386" y="91994"/>
                  <a:pt x="1864482" y="89663"/>
                  <a:pt x="1868549" y="85002"/>
                </a:cubicBezTo>
                <a:cubicBezTo>
                  <a:pt x="1872616" y="80341"/>
                  <a:pt x="1874650" y="73234"/>
                  <a:pt x="1874650" y="63683"/>
                </a:cubicBezTo>
                <a:cubicBezTo>
                  <a:pt x="1874650" y="54680"/>
                  <a:pt x="1872605" y="47859"/>
                  <a:pt x="1868515" y="43221"/>
                </a:cubicBezTo>
                <a:cubicBezTo>
                  <a:pt x="1864425" y="38582"/>
                  <a:pt x="1859341" y="36263"/>
                  <a:pt x="1853263" y="36263"/>
                </a:cubicBezTo>
                <a:cubicBezTo>
                  <a:pt x="1847093" y="36263"/>
                  <a:pt x="1841975" y="38571"/>
                  <a:pt x="1837907" y="43186"/>
                </a:cubicBezTo>
                <a:cubicBezTo>
                  <a:pt x="1833840" y="47802"/>
                  <a:pt x="1831806" y="54771"/>
                  <a:pt x="1831806" y="64094"/>
                </a:cubicBezTo>
                <a:close/>
                <a:moveTo>
                  <a:pt x="1949204" y="100494"/>
                </a:moveTo>
                <a:lnTo>
                  <a:pt x="1949204" y="89800"/>
                </a:lnTo>
                <a:cubicBezTo>
                  <a:pt x="1943537" y="98026"/>
                  <a:pt x="1935837" y="102139"/>
                  <a:pt x="1926103" y="102139"/>
                </a:cubicBezTo>
                <a:cubicBezTo>
                  <a:pt x="1921807" y="102139"/>
                  <a:pt x="1917797" y="101317"/>
                  <a:pt x="1914072" y="99672"/>
                </a:cubicBezTo>
                <a:cubicBezTo>
                  <a:pt x="1910348" y="98026"/>
                  <a:pt x="1907583" y="95958"/>
                  <a:pt x="1905778" y="93468"/>
                </a:cubicBezTo>
                <a:cubicBezTo>
                  <a:pt x="1903973" y="90977"/>
                  <a:pt x="1902705" y="87927"/>
                  <a:pt x="1901973" y="84316"/>
                </a:cubicBezTo>
                <a:cubicBezTo>
                  <a:pt x="1901471" y="81894"/>
                  <a:pt x="1901219" y="78056"/>
                  <a:pt x="1901219" y="72800"/>
                </a:cubicBezTo>
                <a:lnTo>
                  <a:pt x="1901219" y="27694"/>
                </a:lnTo>
                <a:lnTo>
                  <a:pt x="1913558" y="27694"/>
                </a:lnTo>
                <a:lnTo>
                  <a:pt x="1913558" y="68070"/>
                </a:lnTo>
                <a:cubicBezTo>
                  <a:pt x="1913558" y="74514"/>
                  <a:pt x="1913810" y="78855"/>
                  <a:pt x="1914312" y="81095"/>
                </a:cubicBezTo>
                <a:cubicBezTo>
                  <a:pt x="1915089" y="84339"/>
                  <a:pt x="1916734" y="86887"/>
                  <a:pt x="1919248" y="88738"/>
                </a:cubicBezTo>
                <a:cubicBezTo>
                  <a:pt x="1921761" y="90589"/>
                  <a:pt x="1924869" y="91514"/>
                  <a:pt x="1928571" y="91514"/>
                </a:cubicBezTo>
                <a:cubicBezTo>
                  <a:pt x="1932272" y="91514"/>
                  <a:pt x="1935746" y="90566"/>
                  <a:pt x="1938990" y="88669"/>
                </a:cubicBezTo>
                <a:cubicBezTo>
                  <a:pt x="1942235" y="86773"/>
                  <a:pt x="1944531" y="84191"/>
                  <a:pt x="1945880" y="80923"/>
                </a:cubicBezTo>
                <a:cubicBezTo>
                  <a:pt x="1947228" y="77656"/>
                  <a:pt x="1947902" y="72914"/>
                  <a:pt x="1947902" y="66699"/>
                </a:cubicBezTo>
                <a:lnTo>
                  <a:pt x="1947902" y="27694"/>
                </a:lnTo>
                <a:lnTo>
                  <a:pt x="1960241" y="27694"/>
                </a:lnTo>
                <a:lnTo>
                  <a:pt x="1960241" y="100494"/>
                </a:lnTo>
                <a:lnTo>
                  <a:pt x="1949204" y="100494"/>
                </a:lnTo>
                <a:close/>
                <a:moveTo>
                  <a:pt x="2006210" y="89458"/>
                </a:moveTo>
                <a:lnTo>
                  <a:pt x="2007992" y="100357"/>
                </a:lnTo>
                <a:cubicBezTo>
                  <a:pt x="2004519" y="101088"/>
                  <a:pt x="2001411" y="101454"/>
                  <a:pt x="1998669" y="101454"/>
                </a:cubicBezTo>
                <a:cubicBezTo>
                  <a:pt x="1994191" y="101454"/>
                  <a:pt x="1990718" y="100746"/>
                  <a:pt x="1988250" y="99329"/>
                </a:cubicBezTo>
                <a:cubicBezTo>
                  <a:pt x="1985782" y="97912"/>
                  <a:pt x="1984045" y="96050"/>
                  <a:pt x="1983040" y="93742"/>
                </a:cubicBezTo>
                <a:cubicBezTo>
                  <a:pt x="1982035" y="91434"/>
                  <a:pt x="1981532" y="86579"/>
                  <a:pt x="1981532" y="79175"/>
                </a:cubicBezTo>
                <a:lnTo>
                  <a:pt x="1981532" y="37291"/>
                </a:lnTo>
                <a:lnTo>
                  <a:pt x="1972483" y="37291"/>
                </a:lnTo>
                <a:lnTo>
                  <a:pt x="1972483" y="27694"/>
                </a:lnTo>
                <a:lnTo>
                  <a:pt x="1981532" y="27694"/>
                </a:lnTo>
                <a:lnTo>
                  <a:pt x="1981532" y="9666"/>
                </a:lnTo>
                <a:lnTo>
                  <a:pt x="1993802" y="2262"/>
                </a:lnTo>
                <a:lnTo>
                  <a:pt x="1993802" y="27694"/>
                </a:lnTo>
                <a:lnTo>
                  <a:pt x="2006210" y="27694"/>
                </a:lnTo>
                <a:lnTo>
                  <a:pt x="2006210" y="37291"/>
                </a:lnTo>
                <a:lnTo>
                  <a:pt x="1993802" y="37291"/>
                </a:lnTo>
                <a:lnTo>
                  <a:pt x="1993802" y="79861"/>
                </a:lnTo>
                <a:cubicBezTo>
                  <a:pt x="1993802" y="83380"/>
                  <a:pt x="1994019" y="85642"/>
                  <a:pt x="1994454" y="86647"/>
                </a:cubicBezTo>
                <a:cubicBezTo>
                  <a:pt x="1994888" y="87653"/>
                  <a:pt x="1995596" y="88452"/>
                  <a:pt x="1996579" y="89046"/>
                </a:cubicBezTo>
                <a:cubicBezTo>
                  <a:pt x="1997561" y="89640"/>
                  <a:pt x="1998967" y="89938"/>
                  <a:pt x="2000795" y="89938"/>
                </a:cubicBezTo>
                <a:cubicBezTo>
                  <a:pt x="2002166" y="89938"/>
                  <a:pt x="2003971" y="89778"/>
                  <a:pt x="2006210" y="89458"/>
                </a:cubicBezTo>
                <a:close/>
                <a:moveTo>
                  <a:pt x="2083144" y="89458"/>
                </a:moveTo>
                <a:lnTo>
                  <a:pt x="2084926" y="100357"/>
                </a:lnTo>
                <a:cubicBezTo>
                  <a:pt x="2081453" y="101088"/>
                  <a:pt x="2078346" y="101454"/>
                  <a:pt x="2075604" y="101454"/>
                </a:cubicBezTo>
                <a:cubicBezTo>
                  <a:pt x="2071125" y="101454"/>
                  <a:pt x="2067652" y="100746"/>
                  <a:pt x="2065184" y="99329"/>
                </a:cubicBezTo>
                <a:cubicBezTo>
                  <a:pt x="2062716" y="97912"/>
                  <a:pt x="2060980" y="96050"/>
                  <a:pt x="2059974" y="93742"/>
                </a:cubicBezTo>
                <a:cubicBezTo>
                  <a:pt x="2058969" y="91434"/>
                  <a:pt x="2058466" y="86579"/>
                  <a:pt x="2058466" y="79175"/>
                </a:cubicBezTo>
                <a:lnTo>
                  <a:pt x="2058466" y="37291"/>
                </a:lnTo>
                <a:lnTo>
                  <a:pt x="2049418" y="37291"/>
                </a:lnTo>
                <a:lnTo>
                  <a:pt x="2049418" y="27694"/>
                </a:lnTo>
                <a:lnTo>
                  <a:pt x="2058466" y="27694"/>
                </a:lnTo>
                <a:lnTo>
                  <a:pt x="2058466" y="9666"/>
                </a:lnTo>
                <a:lnTo>
                  <a:pt x="2070737" y="2262"/>
                </a:lnTo>
                <a:lnTo>
                  <a:pt x="2070737" y="27694"/>
                </a:lnTo>
                <a:lnTo>
                  <a:pt x="2083144" y="27694"/>
                </a:lnTo>
                <a:lnTo>
                  <a:pt x="2083144" y="37291"/>
                </a:lnTo>
                <a:lnTo>
                  <a:pt x="2070737" y="37291"/>
                </a:lnTo>
                <a:lnTo>
                  <a:pt x="2070737" y="79861"/>
                </a:lnTo>
                <a:cubicBezTo>
                  <a:pt x="2070737" y="83380"/>
                  <a:pt x="2070954" y="85642"/>
                  <a:pt x="2071388" y="86647"/>
                </a:cubicBezTo>
                <a:cubicBezTo>
                  <a:pt x="2071822" y="87653"/>
                  <a:pt x="2072530" y="88452"/>
                  <a:pt x="2073513" y="89046"/>
                </a:cubicBezTo>
                <a:cubicBezTo>
                  <a:pt x="2074495" y="89640"/>
                  <a:pt x="2075901" y="89938"/>
                  <a:pt x="2077729" y="89938"/>
                </a:cubicBezTo>
                <a:cubicBezTo>
                  <a:pt x="2079100" y="89938"/>
                  <a:pt x="2080905" y="89778"/>
                  <a:pt x="2083144" y="89458"/>
                </a:cubicBezTo>
                <a:close/>
                <a:moveTo>
                  <a:pt x="2090078" y="64094"/>
                </a:moveTo>
                <a:cubicBezTo>
                  <a:pt x="2090078" y="50613"/>
                  <a:pt x="2093825" y="40627"/>
                  <a:pt x="2101320" y="34138"/>
                </a:cubicBezTo>
                <a:cubicBezTo>
                  <a:pt x="2107581" y="28745"/>
                  <a:pt x="2115213" y="26049"/>
                  <a:pt x="2124216" y="26049"/>
                </a:cubicBezTo>
                <a:cubicBezTo>
                  <a:pt x="2134224" y="26049"/>
                  <a:pt x="2142404" y="29328"/>
                  <a:pt x="2148757" y="35886"/>
                </a:cubicBezTo>
                <a:cubicBezTo>
                  <a:pt x="2155109" y="42444"/>
                  <a:pt x="2158285" y="51504"/>
                  <a:pt x="2158285" y="63066"/>
                </a:cubicBezTo>
                <a:cubicBezTo>
                  <a:pt x="2158285" y="72434"/>
                  <a:pt x="2156880" y="79804"/>
                  <a:pt x="2154069" y="85173"/>
                </a:cubicBezTo>
                <a:cubicBezTo>
                  <a:pt x="2151259" y="90543"/>
                  <a:pt x="2147169" y="94713"/>
                  <a:pt x="2141799" y="97684"/>
                </a:cubicBezTo>
                <a:cubicBezTo>
                  <a:pt x="2136429" y="100654"/>
                  <a:pt x="2130568" y="102139"/>
                  <a:pt x="2124216" y="102139"/>
                </a:cubicBezTo>
                <a:cubicBezTo>
                  <a:pt x="2114025" y="102139"/>
                  <a:pt x="2105787" y="98872"/>
                  <a:pt x="2099504" y="92337"/>
                </a:cubicBezTo>
                <a:cubicBezTo>
                  <a:pt x="2093220" y="85802"/>
                  <a:pt x="2090078" y="76387"/>
                  <a:pt x="2090078" y="64094"/>
                </a:cubicBezTo>
                <a:moveTo>
                  <a:pt x="2102760" y="64094"/>
                </a:moveTo>
                <a:cubicBezTo>
                  <a:pt x="2102760" y="73417"/>
                  <a:pt x="2104793" y="80398"/>
                  <a:pt x="2108861" y="85036"/>
                </a:cubicBezTo>
                <a:cubicBezTo>
                  <a:pt x="2112928" y="89675"/>
                  <a:pt x="2118046" y="91994"/>
                  <a:pt x="2124216" y="91994"/>
                </a:cubicBezTo>
                <a:cubicBezTo>
                  <a:pt x="2130340" y="91994"/>
                  <a:pt x="2135435" y="89663"/>
                  <a:pt x="2139502" y="85002"/>
                </a:cubicBezTo>
                <a:cubicBezTo>
                  <a:pt x="2143570" y="80341"/>
                  <a:pt x="2145603" y="73234"/>
                  <a:pt x="2145603" y="63683"/>
                </a:cubicBezTo>
                <a:cubicBezTo>
                  <a:pt x="2145603" y="54680"/>
                  <a:pt x="2143558" y="47859"/>
                  <a:pt x="2139468" y="43221"/>
                </a:cubicBezTo>
                <a:cubicBezTo>
                  <a:pt x="2135378" y="38582"/>
                  <a:pt x="2130294" y="36263"/>
                  <a:pt x="2124216" y="36263"/>
                </a:cubicBezTo>
                <a:cubicBezTo>
                  <a:pt x="2118046" y="36263"/>
                  <a:pt x="2112928" y="38571"/>
                  <a:pt x="2108861" y="43186"/>
                </a:cubicBezTo>
                <a:cubicBezTo>
                  <a:pt x="2104793" y="47802"/>
                  <a:pt x="2102760" y="54771"/>
                  <a:pt x="2102760" y="64094"/>
                </a:cubicBezTo>
                <a:close/>
                <a:moveTo>
                  <a:pt x="2206321" y="64094"/>
                </a:moveTo>
                <a:cubicBezTo>
                  <a:pt x="2206321" y="50613"/>
                  <a:pt x="2210069" y="40627"/>
                  <a:pt x="2217564" y="34138"/>
                </a:cubicBezTo>
                <a:cubicBezTo>
                  <a:pt x="2223824" y="28745"/>
                  <a:pt x="2231456" y="26049"/>
                  <a:pt x="2240459" y="26049"/>
                </a:cubicBezTo>
                <a:cubicBezTo>
                  <a:pt x="2250468" y="26049"/>
                  <a:pt x="2258648" y="29328"/>
                  <a:pt x="2265000" y="35886"/>
                </a:cubicBezTo>
                <a:cubicBezTo>
                  <a:pt x="2271352" y="42444"/>
                  <a:pt x="2274529" y="51504"/>
                  <a:pt x="2274529" y="63066"/>
                </a:cubicBezTo>
                <a:cubicBezTo>
                  <a:pt x="2274529" y="72434"/>
                  <a:pt x="2273123" y="79804"/>
                  <a:pt x="2270313" y="85173"/>
                </a:cubicBezTo>
                <a:cubicBezTo>
                  <a:pt x="2267502" y="90543"/>
                  <a:pt x="2263412" y="94713"/>
                  <a:pt x="2258042" y="97684"/>
                </a:cubicBezTo>
                <a:cubicBezTo>
                  <a:pt x="2252673" y="100654"/>
                  <a:pt x="2246812" y="102139"/>
                  <a:pt x="2240459" y="102139"/>
                </a:cubicBezTo>
                <a:cubicBezTo>
                  <a:pt x="2230268" y="102139"/>
                  <a:pt x="2222031" y="98872"/>
                  <a:pt x="2215747" y="92337"/>
                </a:cubicBezTo>
                <a:cubicBezTo>
                  <a:pt x="2209463" y="85802"/>
                  <a:pt x="2206321" y="76387"/>
                  <a:pt x="2206321" y="64094"/>
                </a:cubicBezTo>
                <a:moveTo>
                  <a:pt x="2219003" y="64094"/>
                </a:moveTo>
                <a:cubicBezTo>
                  <a:pt x="2219003" y="73417"/>
                  <a:pt x="2221037" y="80398"/>
                  <a:pt x="2225104" y="85036"/>
                </a:cubicBezTo>
                <a:cubicBezTo>
                  <a:pt x="2229171" y="89675"/>
                  <a:pt x="2234290" y="91994"/>
                  <a:pt x="2240459" y="91994"/>
                </a:cubicBezTo>
                <a:cubicBezTo>
                  <a:pt x="2246583" y="91994"/>
                  <a:pt x="2251679" y="89663"/>
                  <a:pt x="2255746" y="85002"/>
                </a:cubicBezTo>
                <a:cubicBezTo>
                  <a:pt x="2259813" y="80341"/>
                  <a:pt x="2261847" y="73234"/>
                  <a:pt x="2261847" y="63683"/>
                </a:cubicBezTo>
                <a:cubicBezTo>
                  <a:pt x="2261847" y="54680"/>
                  <a:pt x="2259802" y="47859"/>
                  <a:pt x="2255712" y="43221"/>
                </a:cubicBezTo>
                <a:cubicBezTo>
                  <a:pt x="2251621" y="38582"/>
                  <a:pt x="2246537" y="36263"/>
                  <a:pt x="2240459" y="36263"/>
                </a:cubicBezTo>
                <a:cubicBezTo>
                  <a:pt x="2234290" y="36263"/>
                  <a:pt x="2229171" y="38571"/>
                  <a:pt x="2225104" y="43186"/>
                </a:cubicBezTo>
                <a:cubicBezTo>
                  <a:pt x="2221037" y="47802"/>
                  <a:pt x="2219003" y="54771"/>
                  <a:pt x="2219003" y="64094"/>
                </a:cubicBezTo>
                <a:close/>
                <a:moveTo>
                  <a:pt x="2288691" y="128394"/>
                </a:moveTo>
                <a:lnTo>
                  <a:pt x="2288691" y="27694"/>
                </a:lnTo>
                <a:lnTo>
                  <a:pt x="2299933" y="27694"/>
                </a:lnTo>
                <a:lnTo>
                  <a:pt x="2299933" y="37154"/>
                </a:lnTo>
                <a:cubicBezTo>
                  <a:pt x="2302583" y="33452"/>
                  <a:pt x="2305577" y="30676"/>
                  <a:pt x="2308913" y="28825"/>
                </a:cubicBezTo>
                <a:cubicBezTo>
                  <a:pt x="2312249" y="26974"/>
                  <a:pt x="2316293" y="26049"/>
                  <a:pt x="2321046" y="26049"/>
                </a:cubicBezTo>
                <a:cubicBezTo>
                  <a:pt x="2327261" y="26049"/>
                  <a:pt x="2332745" y="27648"/>
                  <a:pt x="2337498" y="30847"/>
                </a:cubicBezTo>
                <a:cubicBezTo>
                  <a:pt x="2342251" y="34046"/>
                  <a:pt x="2345838" y="38559"/>
                  <a:pt x="2348260" y="44386"/>
                </a:cubicBezTo>
                <a:cubicBezTo>
                  <a:pt x="2350682" y="50213"/>
                  <a:pt x="2351894" y="56599"/>
                  <a:pt x="2351894" y="63546"/>
                </a:cubicBezTo>
                <a:cubicBezTo>
                  <a:pt x="2351894" y="70995"/>
                  <a:pt x="2350557" y="77701"/>
                  <a:pt x="2347883" y="83665"/>
                </a:cubicBezTo>
                <a:cubicBezTo>
                  <a:pt x="2345210" y="89629"/>
                  <a:pt x="2341325" y="94199"/>
                  <a:pt x="2336230" y="97375"/>
                </a:cubicBezTo>
                <a:cubicBezTo>
                  <a:pt x="2331134" y="100551"/>
                  <a:pt x="2325776" y="102139"/>
                  <a:pt x="2320155" y="102139"/>
                </a:cubicBezTo>
                <a:cubicBezTo>
                  <a:pt x="2316042" y="102139"/>
                  <a:pt x="2312352" y="101271"/>
                  <a:pt x="2309084" y="99534"/>
                </a:cubicBezTo>
                <a:cubicBezTo>
                  <a:pt x="2305817" y="97798"/>
                  <a:pt x="2303132" y="95604"/>
                  <a:pt x="2301029" y="92954"/>
                </a:cubicBezTo>
                <a:lnTo>
                  <a:pt x="2301029" y="128394"/>
                </a:lnTo>
                <a:lnTo>
                  <a:pt x="2288691" y="128394"/>
                </a:lnTo>
                <a:moveTo>
                  <a:pt x="2299864" y="64505"/>
                </a:moveTo>
                <a:cubicBezTo>
                  <a:pt x="2299864" y="73874"/>
                  <a:pt x="2301761" y="80798"/>
                  <a:pt x="2305554" y="85276"/>
                </a:cubicBezTo>
                <a:cubicBezTo>
                  <a:pt x="2309347" y="89755"/>
                  <a:pt x="2313940" y="91994"/>
                  <a:pt x="2319332" y="91994"/>
                </a:cubicBezTo>
                <a:cubicBezTo>
                  <a:pt x="2324816" y="91994"/>
                  <a:pt x="2329512" y="89675"/>
                  <a:pt x="2333419" y="85036"/>
                </a:cubicBezTo>
                <a:cubicBezTo>
                  <a:pt x="2337327" y="80398"/>
                  <a:pt x="2339280" y="73211"/>
                  <a:pt x="2339280" y="63477"/>
                </a:cubicBezTo>
                <a:cubicBezTo>
                  <a:pt x="2339280" y="54200"/>
                  <a:pt x="2337372" y="47254"/>
                  <a:pt x="2333556" y="42638"/>
                </a:cubicBezTo>
                <a:cubicBezTo>
                  <a:pt x="2329740" y="38022"/>
                  <a:pt x="2325182" y="35715"/>
                  <a:pt x="2319881" y="35715"/>
                </a:cubicBezTo>
                <a:cubicBezTo>
                  <a:pt x="2314625" y="35715"/>
                  <a:pt x="2309975" y="38171"/>
                  <a:pt x="2305931" y="43084"/>
                </a:cubicBezTo>
                <a:cubicBezTo>
                  <a:pt x="2301886" y="47996"/>
                  <a:pt x="2299864" y="55137"/>
                  <a:pt x="2299864" y="64505"/>
                </a:cubicBezTo>
                <a:close/>
                <a:moveTo>
                  <a:pt x="2416302" y="77050"/>
                </a:moveTo>
                <a:lnTo>
                  <a:pt x="2429053" y="78627"/>
                </a:lnTo>
                <a:cubicBezTo>
                  <a:pt x="2427042" y="86076"/>
                  <a:pt x="2423317" y="91857"/>
                  <a:pt x="2417879" y="95970"/>
                </a:cubicBezTo>
                <a:cubicBezTo>
                  <a:pt x="2412441" y="100083"/>
                  <a:pt x="2405494" y="102139"/>
                  <a:pt x="2397040" y="102139"/>
                </a:cubicBezTo>
                <a:cubicBezTo>
                  <a:pt x="2386392" y="102139"/>
                  <a:pt x="2377949" y="98860"/>
                  <a:pt x="2371711" y="92302"/>
                </a:cubicBezTo>
                <a:cubicBezTo>
                  <a:pt x="2365473" y="85745"/>
                  <a:pt x="2362354" y="76547"/>
                  <a:pt x="2362354" y="64711"/>
                </a:cubicBezTo>
                <a:cubicBezTo>
                  <a:pt x="2362354" y="52464"/>
                  <a:pt x="2365507" y="42958"/>
                  <a:pt x="2371813" y="36194"/>
                </a:cubicBezTo>
                <a:cubicBezTo>
                  <a:pt x="2378120" y="29431"/>
                  <a:pt x="2386300" y="26049"/>
                  <a:pt x="2396354" y="26049"/>
                </a:cubicBezTo>
                <a:cubicBezTo>
                  <a:pt x="2406088" y="26049"/>
                  <a:pt x="2414040" y="29362"/>
                  <a:pt x="2420210" y="35989"/>
                </a:cubicBezTo>
                <a:cubicBezTo>
                  <a:pt x="2426379" y="42615"/>
                  <a:pt x="2429464" y="51938"/>
                  <a:pt x="2429464" y="63957"/>
                </a:cubicBezTo>
                <a:cubicBezTo>
                  <a:pt x="2429464" y="64688"/>
                  <a:pt x="2429441" y="65785"/>
                  <a:pt x="2429395" y="67247"/>
                </a:cubicBezTo>
                <a:lnTo>
                  <a:pt x="2375104" y="67247"/>
                </a:lnTo>
                <a:cubicBezTo>
                  <a:pt x="2375561" y="75245"/>
                  <a:pt x="2377823" y="81369"/>
                  <a:pt x="2381890" y="85619"/>
                </a:cubicBezTo>
                <a:cubicBezTo>
                  <a:pt x="2385958" y="89869"/>
                  <a:pt x="2391030" y="91994"/>
                  <a:pt x="2397108" y="91994"/>
                </a:cubicBezTo>
                <a:cubicBezTo>
                  <a:pt x="2401633" y="91994"/>
                  <a:pt x="2405494" y="90806"/>
                  <a:pt x="2408693" y="88429"/>
                </a:cubicBezTo>
                <a:cubicBezTo>
                  <a:pt x="2411892" y="86053"/>
                  <a:pt x="2414429" y="82260"/>
                  <a:pt x="2416302" y="77050"/>
                </a:cubicBezTo>
                <a:moveTo>
                  <a:pt x="2375789" y="57102"/>
                </a:moveTo>
                <a:lnTo>
                  <a:pt x="2416439" y="57102"/>
                </a:lnTo>
                <a:cubicBezTo>
                  <a:pt x="2415891" y="50978"/>
                  <a:pt x="2414337" y="46385"/>
                  <a:pt x="2411778" y="43324"/>
                </a:cubicBezTo>
                <a:cubicBezTo>
                  <a:pt x="2407848" y="38571"/>
                  <a:pt x="2402752" y="36194"/>
                  <a:pt x="2396491" y="36194"/>
                </a:cubicBezTo>
                <a:cubicBezTo>
                  <a:pt x="2390825" y="36194"/>
                  <a:pt x="2386060" y="38091"/>
                  <a:pt x="2382199" y="41884"/>
                </a:cubicBezTo>
                <a:cubicBezTo>
                  <a:pt x="2378337" y="45677"/>
                  <a:pt x="2376201" y="50750"/>
                  <a:pt x="2375789" y="57102"/>
                </a:cubicBezTo>
                <a:close/>
                <a:moveTo>
                  <a:pt x="2444242" y="100494"/>
                </a:moveTo>
                <a:lnTo>
                  <a:pt x="2444242" y="27694"/>
                </a:lnTo>
                <a:lnTo>
                  <a:pt x="2455347" y="27694"/>
                </a:lnTo>
                <a:lnTo>
                  <a:pt x="2455347" y="38045"/>
                </a:lnTo>
                <a:cubicBezTo>
                  <a:pt x="2460694" y="30048"/>
                  <a:pt x="2468418" y="26049"/>
                  <a:pt x="2478517" y="26049"/>
                </a:cubicBezTo>
                <a:cubicBezTo>
                  <a:pt x="2482904" y="26049"/>
                  <a:pt x="2486937" y="26837"/>
                  <a:pt x="2490616" y="28414"/>
                </a:cubicBezTo>
                <a:cubicBezTo>
                  <a:pt x="2494295" y="29991"/>
                  <a:pt x="2497049" y="32059"/>
                  <a:pt x="2498877" y="34618"/>
                </a:cubicBezTo>
                <a:cubicBezTo>
                  <a:pt x="2500705" y="37177"/>
                  <a:pt x="2501984" y="40216"/>
                  <a:pt x="2502715" y="43735"/>
                </a:cubicBezTo>
                <a:cubicBezTo>
                  <a:pt x="2503172" y="46020"/>
                  <a:pt x="2503401" y="50019"/>
                  <a:pt x="2503401" y="55731"/>
                </a:cubicBezTo>
                <a:lnTo>
                  <a:pt x="2503401" y="100494"/>
                </a:lnTo>
                <a:lnTo>
                  <a:pt x="2491062" y="100494"/>
                </a:lnTo>
                <a:lnTo>
                  <a:pt x="2491062" y="56211"/>
                </a:lnTo>
                <a:cubicBezTo>
                  <a:pt x="2491062" y="51184"/>
                  <a:pt x="2490582" y="47425"/>
                  <a:pt x="2489622" y="44934"/>
                </a:cubicBezTo>
                <a:cubicBezTo>
                  <a:pt x="2488663" y="42444"/>
                  <a:pt x="2486960" y="40456"/>
                  <a:pt x="2484515" y="38971"/>
                </a:cubicBezTo>
                <a:cubicBezTo>
                  <a:pt x="2482070" y="37485"/>
                  <a:pt x="2479203" y="36743"/>
                  <a:pt x="2475912" y="36743"/>
                </a:cubicBezTo>
                <a:cubicBezTo>
                  <a:pt x="2470657" y="36743"/>
                  <a:pt x="2466121" y="38411"/>
                  <a:pt x="2462305" y="41747"/>
                </a:cubicBezTo>
                <a:cubicBezTo>
                  <a:pt x="2458489" y="45083"/>
                  <a:pt x="2456581" y="51412"/>
                  <a:pt x="2456581" y="60735"/>
                </a:cubicBezTo>
                <a:lnTo>
                  <a:pt x="2456581" y="100494"/>
                </a:lnTo>
                <a:lnTo>
                  <a:pt x="2444242" y="100494"/>
                </a:lnTo>
                <a:close/>
                <a:moveTo>
                  <a:pt x="2560555" y="14190"/>
                </a:moveTo>
                <a:lnTo>
                  <a:pt x="2560555" y="0"/>
                </a:lnTo>
                <a:lnTo>
                  <a:pt x="2572894" y="0"/>
                </a:lnTo>
                <a:lnTo>
                  <a:pt x="2572894" y="14190"/>
                </a:lnTo>
                <a:lnTo>
                  <a:pt x="2560555" y="14190"/>
                </a:lnTo>
                <a:moveTo>
                  <a:pt x="2560555" y="100494"/>
                </a:moveTo>
                <a:lnTo>
                  <a:pt x="2560555" y="27694"/>
                </a:lnTo>
                <a:lnTo>
                  <a:pt x="2572894" y="27694"/>
                </a:lnTo>
                <a:lnTo>
                  <a:pt x="2572894" y="100494"/>
                </a:lnTo>
                <a:lnTo>
                  <a:pt x="2560555" y="100494"/>
                </a:lnTo>
                <a:close/>
                <a:moveTo>
                  <a:pt x="2618873" y="89458"/>
                </a:moveTo>
                <a:lnTo>
                  <a:pt x="2620656" y="100357"/>
                </a:lnTo>
                <a:cubicBezTo>
                  <a:pt x="2617182" y="101088"/>
                  <a:pt x="2614075" y="101454"/>
                  <a:pt x="2611333" y="101454"/>
                </a:cubicBezTo>
                <a:cubicBezTo>
                  <a:pt x="2606854" y="101454"/>
                  <a:pt x="2603381" y="100746"/>
                  <a:pt x="2600913" y="99329"/>
                </a:cubicBezTo>
                <a:cubicBezTo>
                  <a:pt x="2598446" y="97912"/>
                  <a:pt x="2596709" y="96050"/>
                  <a:pt x="2595704" y="93742"/>
                </a:cubicBezTo>
                <a:cubicBezTo>
                  <a:pt x="2594698" y="91434"/>
                  <a:pt x="2594195" y="86579"/>
                  <a:pt x="2594195" y="79175"/>
                </a:cubicBezTo>
                <a:lnTo>
                  <a:pt x="2594195" y="37291"/>
                </a:lnTo>
                <a:lnTo>
                  <a:pt x="2585147" y="37291"/>
                </a:lnTo>
                <a:lnTo>
                  <a:pt x="2585147" y="27694"/>
                </a:lnTo>
                <a:lnTo>
                  <a:pt x="2594195" y="27694"/>
                </a:lnTo>
                <a:lnTo>
                  <a:pt x="2594195" y="9666"/>
                </a:lnTo>
                <a:lnTo>
                  <a:pt x="2606466" y="2262"/>
                </a:lnTo>
                <a:lnTo>
                  <a:pt x="2606466" y="27694"/>
                </a:lnTo>
                <a:lnTo>
                  <a:pt x="2618873" y="27694"/>
                </a:lnTo>
                <a:lnTo>
                  <a:pt x="2618873" y="37291"/>
                </a:lnTo>
                <a:lnTo>
                  <a:pt x="2606466" y="37291"/>
                </a:lnTo>
                <a:lnTo>
                  <a:pt x="2606466" y="79861"/>
                </a:lnTo>
                <a:cubicBezTo>
                  <a:pt x="2606466" y="83380"/>
                  <a:pt x="2606683" y="85642"/>
                  <a:pt x="2607117" y="86647"/>
                </a:cubicBezTo>
                <a:cubicBezTo>
                  <a:pt x="2607551" y="87653"/>
                  <a:pt x="2608260" y="88452"/>
                  <a:pt x="2609242" y="89046"/>
                </a:cubicBezTo>
                <a:cubicBezTo>
                  <a:pt x="2610225" y="89640"/>
                  <a:pt x="2611630" y="89938"/>
                  <a:pt x="2613458" y="89938"/>
                </a:cubicBezTo>
                <a:cubicBezTo>
                  <a:pt x="2614829" y="89938"/>
                  <a:pt x="2616634" y="89778"/>
                  <a:pt x="2618873" y="89458"/>
                </a:cubicBezTo>
                <a:close/>
                <a:moveTo>
                  <a:pt x="2633896" y="100494"/>
                </a:moveTo>
                <a:lnTo>
                  <a:pt x="2633896" y="86441"/>
                </a:lnTo>
                <a:lnTo>
                  <a:pt x="2647949" y="86441"/>
                </a:lnTo>
                <a:lnTo>
                  <a:pt x="2647949" y="100494"/>
                </a:lnTo>
                <a:lnTo>
                  <a:pt x="2633896" y="100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Question:IfJenniferhasbeentryingtogetacupcake,which">
            <a:extLst xmlns:a="http://schemas.openxmlformats.org/drawingml/2006/main">
              <a:ext uri="{FF2B5EF4-FFF2-40B4-BE49-F238E27FC236}">
                <a16:creationId xmlns:a16="http://schemas.microsoft.com/office/drawing/2014/main" id="{B3ADDA1A-8E58-496D-A655-3E785C4E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100" y="2265888"/>
            <a:ext cx="3779649" cy="131753"/>
          </a:xfrm>
          <a:custGeom xmlns:a="http://schemas.openxmlformats.org/drawingml/2006/main">
            <a:pathLst>
              <a:path w="3779649" h="131753">
                <a:moveTo>
                  <a:pt x="85002" y="89458"/>
                </a:moveTo>
                <a:cubicBezTo>
                  <a:pt x="89983" y="93022"/>
                  <a:pt x="95399" y="95856"/>
                  <a:pt x="101248" y="97958"/>
                </a:cubicBezTo>
                <a:lnTo>
                  <a:pt x="93776" y="112285"/>
                </a:lnTo>
                <a:cubicBezTo>
                  <a:pt x="90714" y="111371"/>
                  <a:pt x="87721" y="110114"/>
                  <a:pt x="84796" y="108515"/>
                </a:cubicBezTo>
                <a:cubicBezTo>
                  <a:pt x="84156" y="108195"/>
                  <a:pt x="79655" y="105224"/>
                  <a:pt x="71292" y="99603"/>
                </a:cubicBezTo>
                <a:cubicBezTo>
                  <a:pt x="64711" y="102482"/>
                  <a:pt x="57422" y="103922"/>
                  <a:pt x="49424" y="103922"/>
                </a:cubicBezTo>
                <a:cubicBezTo>
                  <a:pt x="33978" y="103922"/>
                  <a:pt x="21879" y="99375"/>
                  <a:pt x="13127" y="90280"/>
                </a:cubicBezTo>
                <a:cubicBezTo>
                  <a:pt x="4376" y="81186"/>
                  <a:pt x="0" y="68413"/>
                  <a:pt x="0" y="51961"/>
                </a:cubicBezTo>
                <a:cubicBezTo>
                  <a:pt x="0" y="35555"/>
                  <a:pt x="4387" y="22793"/>
                  <a:pt x="13162" y="13676"/>
                </a:cubicBezTo>
                <a:cubicBezTo>
                  <a:pt x="21936" y="4559"/>
                  <a:pt x="33841" y="0"/>
                  <a:pt x="48876" y="0"/>
                </a:cubicBezTo>
                <a:cubicBezTo>
                  <a:pt x="63774" y="0"/>
                  <a:pt x="75588" y="4559"/>
                  <a:pt x="84316" y="13676"/>
                </a:cubicBezTo>
                <a:cubicBezTo>
                  <a:pt x="93045" y="22793"/>
                  <a:pt x="97409" y="35555"/>
                  <a:pt x="97409" y="51961"/>
                </a:cubicBezTo>
                <a:cubicBezTo>
                  <a:pt x="97409" y="60644"/>
                  <a:pt x="96198" y="68276"/>
                  <a:pt x="93776" y="74857"/>
                </a:cubicBezTo>
                <a:cubicBezTo>
                  <a:pt x="91948" y="79884"/>
                  <a:pt x="89024" y="84751"/>
                  <a:pt x="85002" y="89458"/>
                </a:cubicBezTo>
                <a:moveTo>
                  <a:pt x="68687" y="78010"/>
                </a:moveTo>
                <a:cubicBezTo>
                  <a:pt x="71292" y="74948"/>
                  <a:pt x="73246" y="71246"/>
                  <a:pt x="74548" y="66905"/>
                </a:cubicBezTo>
                <a:cubicBezTo>
                  <a:pt x="75850" y="62563"/>
                  <a:pt x="76502" y="57582"/>
                  <a:pt x="76502" y="51961"/>
                </a:cubicBezTo>
                <a:cubicBezTo>
                  <a:pt x="76502" y="40353"/>
                  <a:pt x="73943" y="31681"/>
                  <a:pt x="68824" y="25946"/>
                </a:cubicBezTo>
                <a:cubicBezTo>
                  <a:pt x="63706" y="20211"/>
                  <a:pt x="57011" y="17343"/>
                  <a:pt x="48739" y="17343"/>
                </a:cubicBezTo>
                <a:cubicBezTo>
                  <a:pt x="40467" y="17343"/>
                  <a:pt x="33761" y="20222"/>
                  <a:pt x="28620" y="25980"/>
                </a:cubicBezTo>
                <a:cubicBezTo>
                  <a:pt x="23478" y="31739"/>
                  <a:pt x="20908" y="40399"/>
                  <a:pt x="20908" y="51961"/>
                </a:cubicBezTo>
                <a:cubicBezTo>
                  <a:pt x="20908" y="63706"/>
                  <a:pt x="23478" y="72492"/>
                  <a:pt x="28620" y="78318"/>
                </a:cubicBezTo>
                <a:cubicBezTo>
                  <a:pt x="33761" y="84145"/>
                  <a:pt x="40262" y="87058"/>
                  <a:pt x="48122" y="87058"/>
                </a:cubicBezTo>
                <a:cubicBezTo>
                  <a:pt x="51047" y="87058"/>
                  <a:pt x="53812" y="86579"/>
                  <a:pt x="56417" y="85619"/>
                </a:cubicBezTo>
                <a:cubicBezTo>
                  <a:pt x="52304" y="82923"/>
                  <a:pt x="48122" y="80820"/>
                  <a:pt x="43872" y="79312"/>
                </a:cubicBezTo>
                <a:lnTo>
                  <a:pt x="49562" y="67727"/>
                </a:lnTo>
                <a:cubicBezTo>
                  <a:pt x="56234" y="70012"/>
                  <a:pt x="62609" y="73440"/>
                  <a:pt x="68687" y="78010"/>
                </a:cubicBezTo>
                <a:close/>
                <a:moveTo>
                  <a:pt x="160302" y="102208"/>
                </a:moveTo>
                <a:lnTo>
                  <a:pt x="160302" y="91309"/>
                </a:lnTo>
                <a:cubicBezTo>
                  <a:pt x="157651" y="95193"/>
                  <a:pt x="154167" y="98255"/>
                  <a:pt x="149848" y="100494"/>
                </a:cubicBezTo>
                <a:cubicBezTo>
                  <a:pt x="145529" y="102733"/>
                  <a:pt x="140971" y="103853"/>
                  <a:pt x="136172" y="103853"/>
                </a:cubicBezTo>
                <a:cubicBezTo>
                  <a:pt x="131282" y="103853"/>
                  <a:pt x="126895" y="102779"/>
                  <a:pt x="123011" y="100631"/>
                </a:cubicBezTo>
                <a:cubicBezTo>
                  <a:pt x="119126" y="98483"/>
                  <a:pt x="116316" y="95467"/>
                  <a:pt x="114579" y="91583"/>
                </a:cubicBezTo>
                <a:cubicBezTo>
                  <a:pt x="112842" y="87698"/>
                  <a:pt x="111974" y="82328"/>
                  <a:pt x="111974" y="75473"/>
                </a:cubicBezTo>
                <a:lnTo>
                  <a:pt x="111974" y="29408"/>
                </a:lnTo>
                <a:lnTo>
                  <a:pt x="131237" y="29408"/>
                </a:lnTo>
                <a:lnTo>
                  <a:pt x="131237" y="62860"/>
                </a:lnTo>
                <a:cubicBezTo>
                  <a:pt x="131237" y="73097"/>
                  <a:pt x="131591" y="79369"/>
                  <a:pt x="132299" y="81677"/>
                </a:cubicBezTo>
                <a:cubicBezTo>
                  <a:pt x="133008" y="83985"/>
                  <a:pt x="134299" y="85813"/>
                  <a:pt x="136172" y="87161"/>
                </a:cubicBezTo>
                <a:cubicBezTo>
                  <a:pt x="138046" y="88509"/>
                  <a:pt x="140422" y="89183"/>
                  <a:pt x="143301" y="89183"/>
                </a:cubicBezTo>
                <a:cubicBezTo>
                  <a:pt x="146592" y="89183"/>
                  <a:pt x="149540" y="88281"/>
                  <a:pt x="152144" y="86476"/>
                </a:cubicBezTo>
                <a:cubicBezTo>
                  <a:pt x="154749" y="84671"/>
                  <a:pt x="156532" y="82431"/>
                  <a:pt x="157491" y="79758"/>
                </a:cubicBezTo>
                <a:cubicBezTo>
                  <a:pt x="158451" y="77084"/>
                  <a:pt x="158931" y="70538"/>
                  <a:pt x="158931" y="60118"/>
                </a:cubicBezTo>
                <a:lnTo>
                  <a:pt x="158931" y="29408"/>
                </a:lnTo>
                <a:lnTo>
                  <a:pt x="178193" y="29408"/>
                </a:lnTo>
                <a:lnTo>
                  <a:pt x="178193" y="102208"/>
                </a:lnTo>
                <a:lnTo>
                  <a:pt x="160302" y="102208"/>
                </a:lnTo>
                <a:close/>
                <a:moveTo>
                  <a:pt x="240209" y="79038"/>
                </a:moveTo>
                <a:lnTo>
                  <a:pt x="259403" y="82260"/>
                </a:lnTo>
                <a:cubicBezTo>
                  <a:pt x="256936" y="89298"/>
                  <a:pt x="253040" y="94656"/>
                  <a:pt x="247716" y="98335"/>
                </a:cubicBezTo>
                <a:cubicBezTo>
                  <a:pt x="242392" y="102014"/>
                  <a:pt x="235731" y="103853"/>
                  <a:pt x="227733" y="103853"/>
                </a:cubicBezTo>
                <a:cubicBezTo>
                  <a:pt x="215075" y="103853"/>
                  <a:pt x="205706" y="99717"/>
                  <a:pt x="199628" y="91446"/>
                </a:cubicBezTo>
                <a:cubicBezTo>
                  <a:pt x="194829" y="84819"/>
                  <a:pt x="192430" y="76456"/>
                  <a:pt x="192430" y="66356"/>
                </a:cubicBezTo>
                <a:cubicBezTo>
                  <a:pt x="192430" y="54292"/>
                  <a:pt x="195583" y="44843"/>
                  <a:pt x="201890" y="38011"/>
                </a:cubicBezTo>
                <a:cubicBezTo>
                  <a:pt x="208197" y="31179"/>
                  <a:pt x="216171" y="27763"/>
                  <a:pt x="225814" y="27763"/>
                </a:cubicBezTo>
                <a:cubicBezTo>
                  <a:pt x="236645" y="27763"/>
                  <a:pt x="245191" y="31339"/>
                  <a:pt x="251452" y="38491"/>
                </a:cubicBezTo>
                <a:cubicBezTo>
                  <a:pt x="257713" y="45643"/>
                  <a:pt x="260706" y="56599"/>
                  <a:pt x="260432" y="71360"/>
                </a:cubicBezTo>
                <a:lnTo>
                  <a:pt x="212173" y="71360"/>
                </a:lnTo>
                <a:cubicBezTo>
                  <a:pt x="212310" y="77073"/>
                  <a:pt x="213863" y="81517"/>
                  <a:pt x="216834" y="84693"/>
                </a:cubicBezTo>
                <a:cubicBezTo>
                  <a:pt x="219804" y="87870"/>
                  <a:pt x="223506" y="89458"/>
                  <a:pt x="227939" y="89458"/>
                </a:cubicBezTo>
                <a:cubicBezTo>
                  <a:pt x="230955" y="89458"/>
                  <a:pt x="233492" y="88635"/>
                  <a:pt x="235548" y="86990"/>
                </a:cubicBezTo>
                <a:cubicBezTo>
                  <a:pt x="237605" y="85345"/>
                  <a:pt x="239158" y="82694"/>
                  <a:pt x="240209" y="79038"/>
                </a:cubicBezTo>
                <a:moveTo>
                  <a:pt x="241306" y="59570"/>
                </a:moveTo>
                <a:cubicBezTo>
                  <a:pt x="241169" y="53994"/>
                  <a:pt x="239730" y="49756"/>
                  <a:pt x="236988" y="46854"/>
                </a:cubicBezTo>
                <a:cubicBezTo>
                  <a:pt x="234246" y="43952"/>
                  <a:pt x="230910" y="42501"/>
                  <a:pt x="226979" y="42501"/>
                </a:cubicBezTo>
                <a:cubicBezTo>
                  <a:pt x="222775" y="42501"/>
                  <a:pt x="219302" y="44032"/>
                  <a:pt x="216560" y="47094"/>
                </a:cubicBezTo>
                <a:cubicBezTo>
                  <a:pt x="213818" y="50156"/>
                  <a:pt x="212470" y="54314"/>
                  <a:pt x="212515" y="59570"/>
                </a:cubicBezTo>
                <a:lnTo>
                  <a:pt x="241306" y="59570"/>
                </a:lnTo>
                <a:close/>
                <a:moveTo>
                  <a:pt x="269069" y="81437"/>
                </a:moveTo>
                <a:lnTo>
                  <a:pt x="288401" y="78490"/>
                </a:lnTo>
                <a:cubicBezTo>
                  <a:pt x="289223" y="82237"/>
                  <a:pt x="290891" y="85082"/>
                  <a:pt x="293405" y="87024"/>
                </a:cubicBezTo>
                <a:cubicBezTo>
                  <a:pt x="295918" y="88966"/>
                  <a:pt x="299437" y="89938"/>
                  <a:pt x="303961" y="89938"/>
                </a:cubicBezTo>
                <a:cubicBezTo>
                  <a:pt x="308943" y="89938"/>
                  <a:pt x="312690" y="89024"/>
                  <a:pt x="315204" y="87196"/>
                </a:cubicBezTo>
                <a:cubicBezTo>
                  <a:pt x="316894" y="85916"/>
                  <a:pt x="317740" y="84202"/>
                  <a:pt x="317740" y="82054"/>
                </a:cubicBezTo>
                <a:cubicBezTo>
                  <a:pt x="317740" y="80592"/>
                  <a:pt x="317283" y="79381"/>
                  <a:pt x="316369" y="78421"/>
                </a:cubicBezTo>
                <a:cubicBezTo>
                  <a:pt x="315409" y="77507"/>
                  <a:pt x="313261" y="76662"/>
                  <a:pt x="309925" y="75885"/>
                </a:cubicBezTo>
                <a:cubicBezTo>
                  <a:pt x="294387" y="72457"/>
                  <a:pt x="284539" y="69327"/>
                  <a:pt x="280380" y="66493"/>
                </a:cubicBezTo>
                <a:cubicBezTo>
                  <a:pt x="274622" y="62563"/>
                  <a:pt x="271743" y="57102"/>
                  <a:pt x="271743" y="50110"/>
                </a:cubicBezTo>
                <a:cubicBezTo>
                  <a:pt x="271743" y="43803"/>
                  <a:pt x="274234" y="38502"/>
                  <a:pt x="279215" y="34206"/>
                </a:cubicBezTo>
                <a:cubicBezTo>
                  <a:pt x="284196" y="29911"/>
                  <a:pt x="291919" y="27763"/>
                  <a:pt x="302385" y="27763"/>
                </a:cubicBezTo>
                <a:cubicBezTo>
                  <a:pt x="312347" y="27763"/>
                  <a:pt x="319751" y="29385"/>
                  <a:pt x="324595" y="32630"/>
                </a:cubicBezTo>
                <a:cubicBezTo>
                  <a:pt x="329439" y="35874"/>
                  <a:pt x="332775" y="40673"/>
                  <a:pt x="334603" y="47025"/>
                </a:cubicBezTo>
                <a:lnTo>
                  <a:pt x="316437" y="50384"/>
                </a:lnTo>
                <a:cubicBezTo>
                  <a:pt x="315661" y="47551"/>
                  <a:pt x="314187" y="45380"/>
                  <a:pt x="312016" y="43872"/>
                </a:cubicBezTo>
                <a:cubicBezTo>
                  <a:pt x="309845" y="42364"/>
                  <a:pt x="306749" y="41610"/>
                  <a:pt x="302727" y="41610"/>
                </a:cubicBezTo>
                <a:cubicBezTo>
                  <a:pt x="297655" y="41610"/>
                  <a:pt x="294022" y="42318"/>
                  <a:pt x="291828" y="43735"/>
                </a:cubicBezTo>
                <a:cubicBezTo>
                  <a:pt x="290366" y="44740"/>
                  <a:pt x="289634" y="46043"/>
                  <a:pt x="289634" y="47642"/>
                </a:cubicBezTo>
                <a:cubicBezTo>
                  <a:pt x="289634" y="49013"/>
                  <a:pt x="290274" y="50179"/>
                  <a:pt x="291554" y="51138"/>
                </a:cubicBezTo>
                <a:cubicBezTo>
                  <a:pt x="293290" y="52418"/>
                  <a:pt x="299289" y="54223"/>
                  <a:pt x="309548" y="56554"/>
                </a:cubicBezTo>
                <a:cubicBezTo>
                  <a:pt x="319808" y="58884"/>
                  <a:pt x="326971" y="61741"/>
                  <a:pt x="331039" y="65122"/>
                </a:cubicBezTo>
                <a:cubicBezTo>
                  <a:pt x="335060" y="68550"/>
                  <a:pt x="337071" y="73326"/>
                  <a:pt x="337071" y="79449"/>
                </a:cubicBezTo>
                <a:cubicBezTo>
                  <a:pt x="337071" y="86122"/>
                  <a:pt x="334283" y="91857"/>
                  <a:pt x="328708" y="96655"/>
                </a:cubicBezTo>
                <a:cubicBezTo>
                  <a:pt x="323132" y="101454"/>
                  <a:pt x="314884" y="103853"/>
                  <a:pt x="303961" y="103853"/>
                </a:cubicBezTo>
                <a:cubicBezTo>
                  <a:pt x="294044" y="103853"/>
                  <a:pt x="286195" y="101842"/>
                  <a:pt x="280414" y="97821"/>
                </a:cubicBezTo>
                <a:cubicBezTo>
                  <a:pt x="274633" y="93799"/>
                  <a:pt x="270852" y="88338"/>
                  <a:pt x="269069" y="81437"/>
                </a:cubicBezTo>
                <a:close/>
                <a:moveTo>
                  <a:pt x="387044" y="29408"/>
                </a:moveTo>
                <a:lnTo>
                  <a:pt x="387044" y="44763"/>
                </a:lnTo>
                <a:lnTo>
                  <a:pt x="373882" y="44763"/>
                </a:lnTo>
                <a:lnTo>
                  <a:pt x="373882" y="74102"/>
                </a:lnTo>
                <a:cubicBezTo>
                  <a:pt x="373882" y="80043"/>
                  <a:pt x="374008" y="83505"/>
                  <a:pt x="374259" y="84488"/>
                </a:cubicBezTo>
                <a:cubicBezTo>
                  <a:pt x="374511" y="85470"/>
                  <a:pt x="375082" y="86282"/>
                  <a:pt x="375973" y="86921"/>
                </a:cubicBezTo>
                <a:cubicBezTo>
                  <a:pt x="376864" y="87561"/>
                  <a:pt x="377950" y="87881"/>
                  <a:pt x="379229" y="87881"/>
                </a:cubicBezTo>
                <a:cubicBezTo>
                  <a:pt x="381012" y="87881"/>
                  <a:pt x="383594" y="87264"/>
                  <a:pt x="386975" y="86030"/>
                </a:cubicBezTo>
                <a:lnTo>
                  <a:pt x="388621" y="100974"/>
                </a:lnTo>
                <a:cubicBezTo>
                  <a:pt x="384142" y="102893"/>
                  <a:pt x="379069" y="103853"/>
                  <a:pt x="373403" y="103853"/>
                </a:cubicBezTo>
                <a:cubicBezTo>
                  <a:pt x="369929" y="103853"/>
                  <a:pt x="366799" y="103270"/>
                  <a:pt x="364011" y="102105"/>
                </a:cubicBezTo>
                <a:cubicBezTo>
                  <a:pt x="361224" y="100940"/>
                  <a:pt x="359178" y="99432"/>
                  <a:pt x="357876" y="97581"/>
                </a:cubicBezTo>
                <a:cubicBezTo>
                  <a:pt x="356574" y="95730"/>
                  <a:pt x="355671" y="93228"/>
                  <a:pt x="355168" y="90075"/>
                </a:cubicBezTo>
                <a:cubicBezTo>
                  <a:pt x="354757" y="87835"/>
                  <a:pt x="354551" y="83311"/>
                  <a:pt x="354551" y="76502"/>
                </a:cubicBezTo>
                <a:lnTo>
                  <a:pt x="354551" y="44763"/>
                </a:lnTo>
                <a:lnTo>
                  <a:pt x="345708" y="44763"/>
                </a:lnTo>
                <a:lnTo>
                  <a:pt x="345708" y="29408"/>
                </a:lnTo>
                <a:lnTo>
                  <a:pt x="354551" y="29408"/>
                </a:lnTo>
                <a:lnTo>
                  <a:pt x="354551" y="14944"/>
                </a:lnTo>
                <a:lnTo>
                  <a:pt x="373882" y="3702"/>
                </a:lnTo>
                <a:lnTo>
                  <a:pt x="373882" y="29408"/>
                </a:lnTo>
                <a:lnTo>
                  <a:pt x="387044" y="29408"/>
                </a:lnTo>
                <a:close/>
                <a:moveTo>
                  <a:pt x="400017" y="19537"/>
                </a:moveTo>
                <a:lnTo>
                  <a:pt x="400017" y="1714"/>
                </a:lnTo>
                <a:lnTo>
                  <a:pt x="419279" y="1714"/>
                </a:lnTo>
                <a:lnTo>
                  <a:pt x="419279" y="19537"/>
                </a:lnTo>
                <a:lnTo>
                  <a:pt x="400017" y="19537"/>
                </a:lnTo>
                <a:moveTo>
                  <a:pt x="400017" y="102208"/>
                </a:moveTo>
                <a:lnTo>
                  <a:pt x="400017" y="29408"/>
                </a:lnTo>
                <a:lnTo>
                  <a:pt x="419279" y="29408"/>
                </a:lnTo>
                <a:lnTo>
                  <a:pt x="419279" y="102208"/>
                </a:lnTo>
                <a:lnTo>
                  <a:pt x="400017" y="102208"/>
                </a:lnTo>
                <a:close/>
                <a:moveTo>
                  <a:pt x="434056" y="64780"/>
                </a:moveTo>
                <a:cubicBezTo>
                  <a:pt x="434056" y="58382"/>
                  <a:pt x="435633" y="52189"/>
                  <a:pt x="438786" y="46203"/>
                </a:cubicBezTo>
                <a:cubicBezTo>
                  <a:pt x="441939" y="40216"/>
                  <a:pt x="446406" y="35646"/>
                  <a:pt x="452187" y="32493"/>
                </a:cubicBezTo>
                <a:cubicBezTo>
                  <a:pt x="457968" y="29339"/>
                  <a:pt x="464424" y="27763"/>
                  <a:pt x="471553" y="27763"/>
                </a:cubicBezTo>
                <a:cubicBezTo>
                  <a:pt x="482566" y="27763"/>
                  <a:pt x="491592" y="31339"/>
                  <a:pt x="498630" y="38491"/>
                </a:cubicBezTo>
                <a:cubicBezTo>
                  <a:pt x="505668" y="45643"/>
                  <a:pt x="509187" y="54680"/>
                  <a:pt x="509187" y="65602"/>
                </a:cubicBezTo>
                <a:cubicBezTo>
                  <a:pt x="509187" y="76616"/>
                  <a:pt x="505633" y="85745"/>
                  <a:pt x="498527" y="92988"/>
                </a:cubicBezTo>
                <a:cubicBezTo>
                  <a:pt x="491421" y="100231"/>
                  <a:pt x="482475" y="103853"/>
                  <a:pt x="471690" y="103853"/>
                </a:cubicBezTo>
                <a:cubicBezTo>
                  <a:pt x="465018" y="103853"/>
                  <a:pt x="458654" y="102345"/>
                  <a:pt x="452599" y="99329"/>
                </a:cubicBezTo>
                <a:cubicBezTo>
                  <a:pt x="446543" y="96313"/>
                  <a:pt x="441939" y="91891"/>
                  <a:pt x="438786" y="86064"/>
                </a:cubicBezTo>
                <a:cubicBezTo>
                  <a:pt x="435633" y="80238"/>
                  <a:pt x="434056" y="73143"/>
                  <a:pt x="434056" y="64780"/>
                </a:cubicBezTo>
                <a:moveTo>
                  <a:pt x="453798" y="65808"/>
                </a:moveTo>
                <a:cubicBezTo>
                  <a:pt x="453798" y="73029"/>
                  <a:pt x="455512" y="78558"/>
                  <a:pt x="458940" y="82397"/>
                </a:cubicBezTo>
                <a:cubicBezTo>
                  <a:pt x="462367" y="86236"/>
                  <a:pt x="466594" y="88155"/>
                  <a:pt x="471621" y="88155"/>
                </a:cubicBezTo>
                <a:cubicBezTo>
                  <a:pt x="476648" y="88155"/>
                  <a:pt x="480864" y="86236"/>
                  <a:pt x="484269" y="82397"/>
                </a:cubicBezTo>
                <a:cubicBezTo>
                  <a:pt x="487673" y="78558"/>
                  <a:pt x="489376" y="72983"/>
                  <a:pt x="489376" y="65671"/>
                </a:cubicBezTo>
                <a:cubicBezTo>
                  <a:pt x="489376" y="58542"/>
                  <a:pt x="487673" y="53058"/>
                  <a:pt x="484269" y="49219"/>
                </a:cubicBezTo>
                <a:cubicBezTo>
                  <a:pt x="480864" y="45380"/>
                  <a:pt x="476648" y="43461"/>
                  <a:pt x="471621" y="43461"/>
                </a:cubicBezTo>
                <a:cubicBezTo>
                  <a:pt x="466594" y="43461"/>
                  <a:pt x="462367" y="45380"/>
                  <a:pt x="458940" y="49219"/>
                </a:cubicBezTo>
                <a:cubicBezTo>
                  <a:pt x="455512" y="53058"/>
                  <a:pt x="453798" y="58587"/>
                  <a:pt x="453798" y="65808"/>
                </a:cubicBezTo>
                <a:close/>
                <a:moveTo>
                  <a:pt x="590397" y="102208"/>
                </a:moveTo>
                <a:lnTo>
                  <a:pt x="571134" y="102208"/>
                </a:lnTo>
                <a:lnTo>
                  <a:pt x="571134" y="65054"/>
                </a:lnTo>
                <a:cubicBezTo>
                  <a:pt x="571134" y="57193"/>
                  <a:pt x="570723" y="52109"/>
                  <a:pt x="569901" y="49802"/>
                </a:cubicBezTo>
                <a:cubicBezTo>
                  <a:pt x="569078" y="47494"/>
                  <a:pt x="567741" y="45700"/>
                  <a:pt x="565890" y="44420"/>
                </a:cubicBezTo>
                <a:cubicBezTo>
                  <a:pt x="564040" y="43141"/>
                  <a:pt x="561812" y="42501"/>
                  <a:pt x="559207" y="42501"/>
                </a:cubicBezTo>
                <a:cubicBezTo>
                  <a:pt x="555871" y="42501"/>
                  <a:pt x="552877" y="43415"/>
                  <a:pt x="550227" y="45243"/>
                </a:cubicBezTo>
                <a:cubicBezTo>
                  <a:pt x="547576" y="47071"/>
                  <a:pt x="545760" y="49493"/>
                  <a:pt x="544777" y="52509"/>
                </a:cubicBezTo>
                <a:cubicBezTo>
                  <a:pt x="543794" y="55525"/>
                  <a:pt x="543303" y="61101"/>
                  <a:pt x="543303" y="69235"/>
                </a:cubicBezTo>
                <a:lnTo>
                  <a:pt x="543303" y="102208"/>
                </a:lnTo>
                <a:lnTo>
                  <a:pt x="524041" y="102208"/>
                </a:lnTo>
                <a:lnTo>
                  <a:pt x="524041" y="29408"/>
                </a:lnTo>
                <a:lnTo>
                  <a:pt x="541932" y="29408"/>
                </a:lnTo>
                <a:lnTo>
                  <a:pt x="541932" y="40102"/>
                </a:lnTo>
                <a:cubicBezTo>
                  <a:pt x="548284" y="31876"/>
                  <a:pt x="556282" y="27763"/>
                  <a:pt x="565925" y="27763"/>
                </a:cubicBezTo>
                <a:cubicBezTo>
                  <a:pt x="570175" y="27763"/>
                  <a:pt x="574059" y="28528"/>
                  <a:pt x="577578" y="30059"/>
                </a:cubicBezTo>
                <a:cubicBezTo>
                  <a:pt x="581097" y="31590"/>
                  <a:pt x="583759" y="33544"/>
                  <a:pt x="585564" y="35920"/>
                </a:cubicBezTo>
                <a:cubicBezTo>
                  <a:pt x="587369" y="38297"/>
                  <a:pt x="588626" y="40993"/>
                  <a:pt x="589334" y="44009"/>
                </a:cubicBezTo>
                <a:cubicBezTo>
                  <a:pt x="590043" y="47025"/>
                  <a:pt x="590397" y="51344"/>
                  <a:pt x="590397" y="56965"/>
                </a:cubicBezTo>
                <a:lnTo>
                  <a:pt x="590397" y="102208"/>
                </a:lnTo>
                <a:close/>
                <a:moveTo>
                  <a:pt x="613546" y="48670"/>
                </a:moveTo>
                <a:lnTo>
                  <a:pt x="613546" y="29408"/>
                </a:lnTo>
                <a:lnTo>
                  <a:pt x="632808" y="29408"/>
                </a:lnTo>
                <a:lnTo>
                  <a:pt x="632808" y="48670"/>
                </a:lnTo>
                <a:lnTo>
                  <a:pt x="613546" y="48670"/>
                </a:lnTo>
                <a:moveTo>
                  <a:pt x="613546" y="102208"/>
                </a:moveTo>
                <a:lnTo>
                  <a:pt x="613546" y="82945"/>
                </a:lnTo>
                <a:lnTo>
                  <a:pt x="632808" y="82945"/>
                </a:lnTo>
                <a:lnTo>
                  <a:pt x="632808" y="102208"/>
                </a:lnTo>
                <a:lnTo>
                  <a:pt x="613546" y="102208"/>
                </a:lnTo>
                <a:close/>
                <a:moveTo>
                  <a:pt x="697658" y="102208"/>
                </a:moveTo>
                <a:lnTo>
                  <a:pt x="697658" y="1714"/>
                </a:lnTo>
                <a:lnTo>
                  <a:pt x="710957" y="1714"/>
                </a:lnTo>
                <a:lnTo>
                  <a:pt x="710957" y="102208"/>
                </a:lnTo>
                <a:lnTo>
                  <a:pt x="697658" y="102208"/>
                </a:lnTo>
                <a:close/>
                <a:moveTo>
                  <a:pt x="735234" y="102208"/>
                </a:moveTo>
                <a:lnTo>
                  <a:pt x="735234" y="39005"/>
                </a:lnTo>
                <a:lnTo>
                  <a:pt x="724334" y="39005"/>
                </a:lnTo>
                <a:lnTo>
                  <a:pt x="724334" y="29408"/>
                </a:lnTo>
                <a:lnTo>
                  <a:pt x="735234" y="29408"/>
                </a:lnTo>
                <a:lnTo>
                  <a:pt x="735234" y="21662"/>
                </a:lnTo>
                <a:cubicBezTo>
                  <a:pt x="735234" y="16772"/>
                  <a:pt x="735668" y="13139"/>
                  <a:pt x="736536" y="10762"/>
                </a:cubicBezTo>
                <a:cubicBezTo>
                  <a:pt x="737724" y="7563"/>
                  <a:pt x="739815" y="4970"/>
                  <a:pt x="742808" y="2982"/>
                </a:cubicBezTo>
                <a:cubicBezTo>
                  <a:pt x="745802" y="994"/>
                  <a:pt x="749995" y="0"/>
                  <a:pt x="755387" y="0"/>
                </a:cubicBezTo>
                <a:cubicBezTo>
                  <a:pt x="758860" y="0"/>
                  <a:pt x="762699" y="411"/>
                  <a:pt x="766904" y="1234"/>
                </a:cubicBezTo>
                <a:lnTo>
                  <a:pt x="765053" y="11996"/>
                </a:lnTo>
                <a:cubicBezTo>
                  <a:pt x="762494" y="11539"/>
                  <a:pt x="760071" y="11311"/>
                  <a:pt x="757786" y="11311"/>
                </a:cubicBezTo>
                <a:cubicBezTo>
                  <a:pt x="754039" y="11311"/>
                  <a:pt x="751388" y="12110"/>
                  <a:pt x="749835" y="13710"/>
                </a:cubicBezTo>
                <a:cubicBezTo>
                  <a:pt x="748281" y="15309"/>
                  <a:pt x="747504" y="18303"/>
                  <a:pt x="747504" y="22690"/>
                </a:cubicBezTo>
                <a:lnTo>
                  <a:pt x="747504" y="29408"/>
                </a:lnTo>
                <a:lnTo>
                  <a:pt x="761694" y="29408"/>
                </a:lnTo>
                <a:lnTo>
                  <a:pt x="761694" y="39005"/>
                </a:lnTo>
                <a:lnTo>
                  <a:pt x="747504" y="39005"/>
                </a:lnTo>
                <a:lnTo>
                  <a:pt x="747504" y="102208"/>
                </a:lnTo>
                <a:lnTo>
                  <a:pt x="735234" y="102208"/>
                </a:lnTo>
                <a:close/>
                <a:moveTo>
                  <a:pt x="804010" y="73691"/>
                </a:moveTo>
                <a:lnTo>
                  <a:pt x="816006" y="72046"/>
                </a:lnTo>
                <a:cubicBezTo>
                  <a:pt x="816326" y="79724"/>
                  <a:pt x="817766" y="84979"/>
                  <a:pt x="820325" y="87812"/>
                </a:cubicBezTo>
                <a:cubicBezTo>
                  <a:pt x="822884" y="90646"/>
                  <a:pt x="826426" y="92063"/>
                  <a:pt x="830950" y="92063"/>
                </a:cubicBezTo>
                <a:cubicBezTo>
                  <a:pt x="834286" y="92063"/>
                  <a:pt x="837166" y="91297"/>
                  <a:pt x="839588" y="89766"/>
                </a:cubicBezTo>
                <a:cubicBezTo>
                  <a:pt x="842010" y="88235"/>
                  <a:pt x="843678" y="86156"/>
                  <a:pt x="844592" y="83528"/>
                </a:cubicBezTo>
                <a:cubicBezTo>
                  <a:pt x="845506" y="80900"/>
                  <a:pt x="845963" y="76707"/>
                  <a:pt x="845963" y="70949"/>
                </a:cubicBezTo>
                <a:lnTo>
                  <a:pt x="845963" y="1714"/>
                </a:lnTo>
                <a:lnTo>
                  <a:pt x="859261" y="1714"/>
                </a:lnTo>
                <a:lnTo>
                  <a:pt x="859261" y="70195"/>
                </a:lnTo>
                <a:cubicBezTo>
                  <a:pt x="859261" y="78604"/>
                  <a:pt x="858245" y="85116"/>
                  <a:pt x="856211" y="89732"/>
                </a:cubicBezTo>
                <a:cubicBezTo>
                  <a:pt x="854177" y="94348"/>
                  <a:pt x="850956" y="97866"/>
                  <a:pt x="846545" y="100289"/>
                </a:cubicBezTo>
                <a:cubicBezTo>
                  <a:pt x="842135" y="102711"/>
                  <a:pt x="836960" y="103922"/>
                  <a:pt x="831019" y="103922"/>
                </a:cubicBezTo>
                <a:cubicBezTo>
                  <a:pt x="822199" y="103922"/>
                  <a:pt x="815447" y="101385"/>
                  <a:pt x="810762" y="96313"/>
                </a:cubicBezTo>
                <a:cubicBezTo>
                  <a:pt x="806078" y="91240"/>
                  <a:pt x="803827" y="83699"/>
                  <a:pt x="804010" y="73691"/>
                </a:cubicBezTo>
                <a:close/>
                <a:moveTo>
                  <a:pt x="928970" y="78764"/>
                </a:moveTo>
                <a:lnTo>
                  <a:pt x="941720" y="80341"/>
                </a:lnTo>
                <a:cubicBezTo>
                  <a:pt x="939709" y="87790"/>
                  <a:pt x="935985" y="93571"/>
                  <a:pt x="930546" y="97684"/>
                </a:cubicBezTo>
                <a:cubicBezTo>
                  <a:pt x="925108" y="101797"/>
                  <a:pt x="918162" y="103853"/>
                  <a:pt x="909707" y="103853"/>
                </a:cubicBezTo>
                <a:cubicBezTo>
                  <a:pt x="899059" y="103853"/>
                  <a:pt x="890616" y="100574"/>
                  <a:pt x="884378" y="94016"/>
                </a:cubicBezTo>
                <a:cubicBezTo>
                  <a:pt x="878140" y="87458"/>
                  <a:pt x="875021" y="78261"/>
                  <a:pt x="875021" y="66425"/>
                </a:cubicBezTo>
                <a:cubicBezTo>
                  <a:pt x="875021" y="54177"/>
                  <a:pt x="878174" y="44672"/>
                  <a:pt x="884481" y="37908"/>
                </a:cubicBezTo>
                <a:cubicBezTo>
                  <a:pt x="890787" y="31145"/>
                  <a:pt x="898968" y="27763"/>
                  <a:pt x="909022" y="27763"/>
                </a:cubicBezTo>
                <a:cubicBezTo>
                  <a:pt x="918756" y="27763"/>
                  <a:pt x="926708" y="31076"/>
                  <a:pt x="932877" y="37702"/>
                </a:cubicBezTo>
                <a:cubicBezTo>
                  <a:pt x="939047" y="44329"/>
                  <a:pt x="942131" y="53652"/>
                  <a:pt x="942131" y="65671"/>
                </a:cubicBezTo>
                <a:cubicBezTo>
                  <a:pt x="942131" y="66402"/>
                  <a:pt x="942108" y="67499"/>
                  <a:pt x="942063" y="68961"/>
                </a:cubicBezTo>
                <a:lnTo>
                  <a:pt x="887771" y="68961"/>
                </a:lnTo>
                <a:cubicBezTo>
                  <a:pt x="888228" y="76959"/>
                  <a:pt x="890490" y="83083"/>
                  <a:pt x="894558" y="87333"/>
                </a:cubicBezTo>
                <a:cubicBezTo>
                  <a:pt x="898625" y="91583"/>
                  <a:pt x="903698" y="93708"/>
                  <a:pt x="909776" y="93708"/>
                </a:cubicBezTo>
                <a:cubicBezTo>
                  <a:pt x="914300" y="93708"/>
                  <a:pt x="918162" y="92520"/>
                  <a:pt x="921361" y="90143"/>
                </a:cubicBezTo>
                <a:cubicBezTo>
                  <a:pt x="924560" y="87767"/>
                  <a:pt x="927096" y="83974"/>
                  <a:pt x="928970" y="78764"/>
                </a:cubicBezTo>
                <a:moveTo>
                  <a:pt x="888457" y="58816"/>
                </a:moveTo>
                <a:lnTo>
                  <a:pt x="929107" y="58816"/>
                </a:lnTo>
                <a:cubicBezTo>
                  <a:pt x="928558" y="52692"/>
                  <a:pt x="927005" y="48099"/>
                  <a:pt x="924445" y="45037"/>
                </a:cubicBezTo>
                <a:cubicBezTo>
                  <a:pt x="920515" y="40285"/>
                  <a:pt x="915420" y="37908"/>
                  <a:pt x="909159" y="37908"/>
                </a:cubicBezTo>
                <a:cubicBezTo>
                  <a:pt x="903492" y="37908"/>
                  <a:pt x="898728" y="39805"/>
                  <a:pt x="894866" y="43598"/>
                </a:cubicBezTo>
                <a:cubicBezTo>
                  <a:pt x="891004" y="47391"/>
                  <a:pt x="888868" y="52464"/>
                  <a:pt x="888457" y="58816"/>
                </a:cubicBezTo>
                <a:close/>
                <a:moveTo>
                  <a:pt x="956910" y="102208"/>
                </a:moveTo>
                <a:lnTo>
                  <a:pt x="956910" y="29408"/>
                </a:lnTo>
                <a:lnTo>
                  <a:pt x="968015" y="29408"/>
                </a:lnTo>
                <a:lnTo>
                  <a:pt x="968015" y="39759"/>
                </a:lnTo>
                <a:cubicBezTo>
                  <a:pt x="973362" y="31761"/>
                  <a:pt x="981085" y="27763"/>
                  <a:pt x="991185" y="27763"/>
                </a:cubicBezTo>
                <a:cubicBezTo>
                  <a:pt x="995572" y="27763"/>
                  <a:pt x="999605" y="28551"/>
                  <a:pt x="1003284" y="30128"/>
                </a:cubicBezTo>
                <a:cubicBezTo>
                  <a:pt x="1006963" y="31704"/>
                  <a:pt x="1009717" y="33772"/>
                  <a:pt x="1011545" y="36331"/>
                </a:cubicBezTo>
                <a:cubicBezTo>
                  <a:pt x="1013373" y="38891"/>
                  <a:pt x="1014652" y="41930"/>
                  <a:pt x="1015383" y="45449"/>
                </a:cubicBezTo>
                <a:cubicBezTo>
                  <a:pt x="1015840" y="47734"/>
                  <a:pt x="1016069" y="51732"/>
                  <a:pt x="1016069" y="57445"/>
                </a:cubicBezTo>
                <a:lnTo>
                  <a:pt x="1016069" y="102208"/>
                </a:lnTo>
                <a:lnTo>
                  <a:pt x="1003730" y="102208"/>
                </a:lnTo>
                <a:lnTo>
                  <a:pt x="1003730" y="57925"/>
                </a:lnTo>
                <a:cubicBezTo>
                  <a:pt x="1003730" y="52898"/>
                  <a:pt x="1003250" y="49139"/>
                  <a:pt x="1002290" y="46648"/>
                </a:cubicBezTo>
                <a:cubicBezTo>
                  <a:pt x="1001331" y="44158"/>
                  <a:pt x="999628" y="42170"/>
                  <a:pt x="997183" y="40684"/>
                </a:cubicBezTo>
                <a:cubicBezTo>
                  <a:pt x="994738" y="39199"/>
                  <a:pt x="991871" y="38457"/>
                  <a:pt x="988580" y="38457"/>
                </a:cubicBezTo>
                <a:cubicBezTo>
                  <a:pt x="983325" y="38457"/>
                  <a:pt x="978789" y="40125"/>
                  <a:pt x="974973" y="43461"/>
                </a:cubicBezTo>
                <a:cubicBezTo>
                  <a:pt x="971157" y="46797"/>
                  <a:pt x="969249" y="53126"/>
                  <a:pt x="969249" y="62449"/>
                </a:cubicBezTo>
                <a:lnTo>
                  <a:pt x="969249" y="102208"/>
                </a:lnTo>
                <a:lnTo>
                  <a:pt x="956910" y="102208"/>
                </a:lnTo>
                <a:close/>
                <a:moveTo>
                  <a:pt x="1034687" y="102208"/>
                </a:moveTo>
                <a:lnTo>
                  <a:pt x="1034687" y="29408"/>
                </a:lnTo>
                <a:lnTo>
                  <a:pt x="1045792" y="29408"/>
                </a:lnTo>
                <a:lnTo>
                  <a:pt x="1045792" y="39759"/>
                </a:lnTo>
                <a:cubicBezTo>
                  <a:pt x="1051139" y="31761"/>
                  <a:pt x="1058862" y="27763"/>
                  <a:pt x="1068962" y="27763"/>
                </a:cubicBezTo>
                <a:cubicBezTo>
                  <a:pt x="1073349" y="27763"/>
                  <a:pt x="1077382" y="28551"/>
                  <a:pt x="1081061" y="30128"/>
                </a:cubicBezTo>
                <a:cubicBezTo>
                  <a:pt x="1084740" y="31704"/>
                  <a:pt x="1087493" y="33772"/>
                  <a:pt x="1089321" y="36331"/>
                </a:cubicBezTo>
                <a:cubicBezTo>
                  <a:pt x="1091149" y="38891"/>
                  <a:pt x="1092429" y="41930"/>
                  <a:pt x="1093160" y="45449"/>
                </a:cubicBezTo>
                <a:cubicBezTo>
                  <a:pt x="1093617" y="47734"/>
                  <a:pt x="1093845" y="51732"/>
                  <a:pt x="1093845" y="57445"/>
                </a:cubicBezTo>
                <a:lnTo>
                  <a:pt x="1093845" y="102208"/>
                </a:lnTo>
                <a:lnTo>
                  <a:pt x="1081506" y="102208"/>
                </a:lnTo>
                <a:lnTo>
                  <a:pt x="1081506" y="57925"/>
                </a:lnTo>
                <a:cubicBezTo>
                  <a:pt x="1081506" y="52898"/>
                  <a:pt x="1081027" y="49139"/>
                  <a:pt x="1080067" y="46648"/>
                </a:cubicBezTo>
                <a:cubicBezTo>
                  <a:pt x="1079107" y="44158"/>
                  <a:pt x="1077405" y="42170"/>
                  <a:pt x="1074960" y="40684"/>
                </a:cubicBezTo>
                <a:cubicBezTo>
                  <a:pt x="1072515" y="39199"/>
                  <a:pt x="1069647" y="38457"/>
                  <a:pt x="1066357" y="38457"/>
                </a:cubicBezTo>
                <a:cubicBezTo>
                  <a:pt x="1061101" y="38457"/>
                  <a:pt x="1056566" y="40125"/>
                  <a:pt x="1052750" y="43461"/>
                </a:cubicBezTo>
                <a:cubicBezTo>
                  <a:pt x="1048934" y="46797"/>
                  <a:pt x="1047026" y="53126"/>
                  <a:pt x="1047026" y="62449"/>
                </a:cubicBezTo>
                <a:lnTo>
                  <a:pt x="1047026" y="102208"/>
                </a:lnTo>
                <a:lnTo>
                  <a:pt x="1034687" y="102208"/>
                </a:lnTo>
                <a:close/>
                <a:moveTo>
                  <a:pt x="1112531" y="15904"/>
                </a:moveTo>
                <a:lnTo>
                  <a:pt x="1112531" y="1714"/>
                </a:lnTo>
                <a:lnTo>
                  <a:pt x="1124870" y="1714"/>
                </a:lnTo>
                <a:lnTo>
                  <a:pt x="1124870" y="15904"/>
                </a:lnTo>
                <a:lnTo>
                  <a:pt x="1112531" y="15904"/>
                </a:lnTo>
                <a:moveTo>
                  <a:pt x="1112531" y="102208"/>
                </a:moveTo>
                <a:lnTo>
                  <a:pt x="1112531" y="29408"/>
                </a:lnTo>
                <a:lnTo>
                  <a:pt x="1124870" y="29408"/>
                </a:lnTo>
                <a:lnTo>
                  <a:pt x="1124870" y="102208"/>
                </a:lnTo>
                <a:lnTo>
                  <a:pt x="1112531" y="102208"/>
                </a:lnTo>
                <a:close/>
                <a:moveTo>
                  <a:pt x="1146858" y="102208"/>
                </a:moveTo>
                <a:lnTo>
                  <a:pt x="1146858" y="39005"/>
                </a:lnTo>
                <a:lnTo>
                  <a:pt x="1135958" y="39005"/>
                </a:lnTo>
                <a:lnTo>
                  <a:pt x="1135958" y="29408"/>
                </a:lnTo>
                <a:lnTo>
                  <a:pt x="1146858" y="29408"/>
                </a:lnTo>
                <a:lnTo>
                  <a:pt x="1146858" y="21662"/>
                </a:lnTo>
                <a:cubicBezTo>
                  <a:pt x="1146858" y="16772"/>
                  <a:pt x="1147292" y="13139"/>
                  <a:pt x="1148160" y="10762"/>
                </a:cubicBezTo>
                <a:cubicBezTo>
                  <a:pt x="1149348" y="7563"/>
                  <a:pt x="1151439" y="4970"/>
                  <a:pt x="1154432" y="2982"/>
                </a:cubicBezTo>
                <a:cubicBezTo>
                  <a:pt x="1157426" y="994"/>
                  <a:pt x="1161619" y="0"/>
                  <a:pt x="1167011" y="0"/>
                </a:cubicBezTo>
                <a:cubicBezTo>
                  <a:pt x="1170484" y="0"/>
                  <a:pt x="1174323" y="411"/>
                  <a:pt x="1178528" y="1234"/>
                </a:cubicBezTo>
                <a:lnTo>
                  <a:pt x="1176677" y="11996"/>
                </a:lnTo>
                <a:cubicBezTo>
                  <a:pt x="1174118" y="11539"/>
                  <a:pt x="1171695" y="11311"/>
                  <a:pt x="1169410" y="11311"/>
                </a:cubicBezTo>
                <a:cubicBezTo>
                  <a:pt x="1165663" y="11311"/>
                  <a:pt x="1163012" y="12110"/>
                  <a:pt x="1161459" y="13710"/>
                </a:cubicBezTo>
                <a:cubicBezTo>
                  <a:pt x="1159905" y="15309"/>
                  <a:pt x="1159128" y="18303"/>
                  <a:pt x="1159128" y="22690"/>
                </a:cubicBezTo>
                <a:lnTo>
                  <a:pt x="1159128" y="29408"/>
                </a:lnTo>
                <a:lnTo>
                  <a:pt x="1173318" y="29408"/>
                </a:lnTo>
                <a:lnTo>
                  <a:pt x="1173318" y="39005"/>
                </a:lnTo>
                <a:lnTo>
                  <a:pt x="1159128" y="39005"/>
                </a:lnTo>
                <a:lnTo>
                  <a:pt x="1159128" y="102208"/>
                </a:lnTo>
                <a:lnTo>
                  <a:pt x="1146858" y="102208"/>
                </a:lnTo>
                <a:close/>
                <a:moveTo>
                  <a:pt x="1232213" y="78764"/>
                </a:moveTo>
                <a:lnTo>
                  <a:pt x="1244963" y="80341"/>
                </a:lnTo>
                <a:cubicBezTo>
                  <a:pt x="1242952" y="87790"/>
                  <a:pt x="1239228" y="93571"/>
                  <a:pt x="1233789" y="97684"/>
                </a:cubicBezTo>
                <a:cubicBezTo>
                  <a:pt x="1228351" y="101797"/>
                  <a:pt x="1221405" y="103853"/>
                  <a:pt x="1212950" y="103853"/>
                </a:cubicBezTo>
                <a:cubicBezTo>
                  <a:pt x="1202302" y="103853"/>
                  <a:pt x="1193859" y="100574"/>
                  <a:pt x="1187621" y="94016"/>
                </a:cubicBezTo>
                <a:cubicBezTo>
                  <a:pt x="1181383" y="87458"/>
                  <a:pt x="1178264" y="78261"/>
                  <a:pt x="1178264" y="66425"/>
                </a:cubicBezTo>
                <a:cubicBezTo>
                  <a:pt x="1178264" y="54177"/>
                  <a:pt x="1181417" y="44672"/>
                  <a:pt x="1187724" y="37908"/>
                </a:cubicBezTo>
                <a:cubicBezTo>
                  <a:pt x="1194030" y="31145"/>
                  <a:pt x="1202211" y="27763"/>
                  <a:pt x="1212265" y="27763"/>
                </a:cubicBezTo>
                <a:cubicBezTo>
                  <a:pt x="1221999" y="27763"/>
                  <a:pt x="1229951" y="31076"/>
                  <a:pt x="1236120" y="37702"/>
                </a:cubicBezTo>
                <a:cubicBezTo>
                  <a:pt x="1242290" y="44329"/>
                  <a:pt x="1245374" y="53652"/>
                  <a:pt x="1245374" y="65671"/>
                </a:cubicBezTo>
                <a:cubicBezTo>
                  <a:pt x="1245374" y="66402"/>
                  <a:pt x="1245351" y="67499"/>
                  <a:pt x="1245306" y="68961"/>
                </a:cubicBezTo>
                <a:lnTo>
                  <a:pt x="1191014" y="68961"/>
                </a:lnTo>
                <a:cubicBezTo>
                  <a:pt x="1191471" y="76959"/>
                  <a:pt x="1193733" y="83083"/>
                  <a:pt x="1197801" y="87333"/>
                </a:cubicBezTo>
                <a:cubicBezTo>
                  <a:pt x="1201868" y="91583"/>
                  <a:pt x="1206941" y="93708"/>
                  <a:pt x="1213019" y="93708"/>
                </a:cubicBezTo>
                <a:cubicBezTo>
                  <a:pt x="1217543" y="93708"/>
                  <a:pt x="1221405" y="92520"/>
                  <a:pt x="1224604" y="90143"/>
                </a:cubicBezTo>
                <a:cubicBezTo>
                  <a:pt x="1227803" y="87767"/>
                  <a:pt x="1230339" y="83974"/>
                  <a:pt x="1232213" y="78764"/>
                </a:cubicBezTo>
                <a:moveTo>
                  <a:pt x="1191700" y="58816"/>
                </a:moveTo>
                <a:lnTo>
                  <a:pt x="1232350" y="58816"/>
                </a:lnTo>
                <a:cubicBezTo>
                  <a:pt x="1231801" y="52692"/>
                  <a:pt x="1230248" y="48099"/>
                  <a:pt x="1227688" y="45037"/>
                </a:cubicBezTo>
                <a:cubicBezTo>
                  <a:pt x="1223758" y="40285"/>
                  <a:pt x="1218663" y="37908"/>
                  <a:pt x="1212402" y="37908"/>
                </a:cubicBezTo>
                <a:cubicBezTo>
                  <a:pt x="1206735" y="37908"/>
                  <a:pt x="1201971" y="39805"/>
                  <a:pt x="1198109" y="43598"/>
                </a:cubicBezTo>
                <a:cubicBezTo>
                  <a:pt x="1194248" y="47391"/>
                  <a:pt x="1192111" y="52464"/>
                  <a:pt x="1191700" y="58816"/>
                </a:cubicBezTo>
                <a:close/>
                <a:moveTo>
                  <a:pt x="1260016" y="102208"/>
                </a:moveTo>
                <a:lnTo>
                  <a:pt x="1260016" y="29408"/>
                </a:lnTo>
                <a:lnTo>
                  <a:pt x="1271122" y="29408"/>
                </a:lnTo>
                <a:lnTo>
                  <a:pt x="1271122" y="40444"/>
                </a:lnTo>
                <a:cubicBezTo>
                  <a:pt x="1273955" y="35280"/>
                  <a:pt x="1276571" y="31876"/>
                  <a:pt x="1278970" y="30231"/>
                </a:cubicBezTo>
                <a:cubicBezTo>
                  <a:pt x="1281370" y="28585"/>
                  <a:pt x="1284009" y="27763"/>
                  <a:pt x="1286888" y="27763"/>
                </a:cubicBezTo>
                <a:cubicBezTo>
                  <a:pt x="1291047" y="27763"/>
                  <a:pt x="1295274" y="29088"/>
                  <a:pt x="1299570" y="31739"/>
                </a:cubicBezTo>
                <a:lnTo>
                  <a:pt x="1295320" y="43186"/>
                </a:lnTo>
                <a:cubicBezTo>
                  <a:pt x="1292303" y="41404"/>
                  <a:pt x="1289287" y="40513"/>
                  <a:pt x="1286271" y="40513"/>
                </a:cubicBezTo>
                <a:cubicBezTo>
                  <a:pt x="1283575" y="40513"/>
                  <a:pt x="1281153" y="41324"/>
                  <a:pt x="1279005" y="42947"/>
                </a:cubicBezTo>
                <a:cubicBezTo>
                  <a:pt x="1276857" y="44569"/>
                  <a:pt x="1275326" y="46820"/>
                  <a:pt x="1274412" y="49699"/>
                </a:cubicBezTo>
                <a:cubicBezTo>
                  <a:pt x="1273041" y="54086"/>
                  <a:pt x="1272355" y="58884"/>
                  <a:pt x="1272355" y="64094"/>
                </a:cubicBezTo>
                <a:lnTo>
                  <a:pt x="1272355" y="102208"/>
                </a:lnTo>
                <a:lnTo>
                  <a:pt x="1260016" y="102208"/>
                </a:lnTo>
                <a:close/>
                <a:moveTo>
                  <a:pt x="1344949" y="102208"/>
                </a:moveTo>
                <a:lnTo>
                  <a:pt x="1344949" y="1714"/>
                </a:lnTo>
                <a:lnTo>
                  <a:pt x="1357288" y="1714"/>
                </a:lnTo>
                <a:lnTo>
                  <a:pt x="1357288" y="37771"/>
                </a:lnTo>
                <a:cubicBezTo>
                  <a:pt x="1363046" y="31099"/>
                  <a:pt x="1370312" y="27763"/>
                  <a:pt x="1379087" y="27763"/>
                </a:cubicBezTo>
                <a:cubicBezTo>
                  <a:pt x="1384479" y="27763"/>
                  <a:pt x="1389163" y="28825"/>
                  <a:pt x="1393139" y="30950"/>
                </a:cubicBezTo>
                <a:cubicBezTo>
                  <a:pt x="1397115" y="33075"/>
                  <a:pt x="1399960" y="36012"/>
                  <a:pt x="1401674" y="39759"/>
                </a:cubicBezTo>
                <a:cubicBezTo>
                  <a:pt x="1403388" y="43506"/>
                  <a:pt x="1404244" y="48945"/>
                  <a:pt x="1404244" y="56074"/>
                </a:cubicBezTo>
                <a:lnTo>
                  <a:pt x="1404244" y="102208"/>
                </a:lnTo>
                <a:lnTo>
                  <a:pt x="1391905" y="102208"/>
                </a:lnTo>
                <a:lnTo>
                  <a:pt x="1391905" y="56074"/>
                </a:lnTo>
                <a:cubicBezTo>
                  <a:pt x="1391905" y="49904"/>
                  <a:pt x="1390569" y="45414"/>
                  <a:pt x="1387895" y="42604"/>
                </a:cubicBezTo>
                <a:cubicBezTo>
                  <a:pt x="1385222" y="39793"/>
                  <a:pt x="1381440" y="38388"/>
                  <a:pt x="1376550" y="38388"/>
                </a:cubicBezTo>
                <a:cubicBezTo>
                  <a:pt x="1372894" y="38388"/>
                  <a:pt x="1369455" y="39336"/>
                  <a:pt x="1366233" y="41233"/>
                </a:cubicBezTo>
                <a:cubicBezTo>
                  <a:pt x="1363012" y="43129"/>
                  <a:pt x="1360715" y="45700"/>
                  <a:pt x="1359344" y="48945"/>
                </a:cubicBezTo>
                <a:cubicBezTo>
                  <a:pt x="1357973" y="52189"/>
                  <a:pt x="1357288" y="56668"/>
                  <a:pt x="1357288" y="62380"/>
                </a:cubicBezTo>
                <a:lnTo>
                  <a:pt x="1357288" y="102208"/>
                </a:lnTo>
                <a:lnTo>
                  <a:pt x="1344949" y="102208"/>
                </a:lnTo>
                <a:close/>
                <a:moveTo>
                  <a:pt x="1470230" y="93228"/>
                </a:moveTo>
                <a:cubicBezTo>
                  <a:pt x="1465660" y="97112"/>
                  <a:pt x="1461262" y="99854"/>
                  <a:pt x="1457035" y="101454"/>
                </a:cubicBezTo>
                <a:cubicBezTo>
                  <a:pt x="1452807" y="103053"/>
                  <a:pt x="1448272" y="103853"/>
                  <a:pt x="1443427" y="103853"/>
                </a:cubicBezTo>
                <a:cubicBezTo>
                  <a:pt x="1435430" y="103853"/>
                  <a:pt x="1429283" y="101899"/>
                  <a:pt x="1424987" y="97992"/>
                </a:cubicBezTo>
                <a:cubicBezTo>
                  <a:pt x="1420692" y="94085"/>
                  <a:pt x="1418544" y="89092"/>
                  <a:pt x="1418544" y="83014"/>
                </a:cubicBezTo>
                <a:cubicBezTo>
                  <a:pt x="1418544" y="79449"/>
                  <a:pt x="1419355" y="76193"/>
                  <a:pt x="1420977" y="73246"/>
                </a:cubicBezTo>
                <a:cubicBezTo>
                  <a:pt x="1422600" y="70298"/>
                  <a:pt x="1424725" y="67933"/>
                  <a:pt x="1427352" y="66151"/>
                </a:cubicBezTo>
                <a:cubicBezTo>
                  <a:pt x="1429980" y="64368"/>
                  <a:pt x="1432939" y="63020"/>
                  <a:pt x="1436230" y="62106"/>
                </a:cubicBezTo>
                <a:cubicBezTo>
                  <a:pt x="1438652" y="61466"/>
                  <a:pt x="1442308" y="60849"/>
                  <a:pt x="1447198" y="60255"/>
                </a:cubicBezTo>
                <a:cubicBezTo>
                  <a:pt x="1457160" y="59067"/>
                  <a:pt x="1464495" y="57650"/>
                  <a:pt x="1469202" y="56005"/>
                </a:cubicBezTo>
                <a:cubicBezTo>
                  <a:pt x="1469248" y="54314"/>
                  <a:pt x="1469271" y="53240"/>
                  <a:pt x="1469271" y="52783"/>
                </a:cubicBezTo>
                <a:cubicBezTo>
                  <a:pt x="1469271" y="47756"/>
                  <a:pt x="1468105" y="44215"/>
                  <a:pt x="1465775" y="42158"/>
                </a:cubicBezTo>
                <a:cubicBezTo>
                  <a:pt x="1462621" y="39371"/>
                  <a:pt x="1457937" y="37977"/>
                  <a:pt x="1451722" y="37977"/>
                </a:cubicBezTo>
                <a:cubicBezTo>
                  <a:pt x="1445918" y="37977"/>
                  <a:pt x="1441634" y="38993"/>
                  <a:pt x="1438869" y="41027"/>
                </a:cubicBezTo>
                <a:cubicBezTo>
                  <a:pt x="1436104" y="43061"/>
                  <a:pt x="1434059" y="46660"/>
                  <a:pt x="1432734" y="51824"/>
                </a:cubicBezTo>
                <a:lnTo>
                  <a:pt x="1420669" y="50179"/>
                </a:lnTo>
                <a:cubicBezTo>
                  <a:pt x="1421766" y="45014"/>
                  <a:pt x="1423571" y="40844"/>
                  <a:pt x="1426084" y="37668"/>
                </a:cubicBezTo>
                <a:cubicBezTo>
                  <a:pt x="1428598" y="34492"/>
                  <a:pt x="1432231" y="32047"/>
                  <a:pt x="1436984" y="30333"/>
                </a:cubicBezTo>
                <a:cubicBezTo>
                  <a:pt x="1441736" y="28620"/>
                  <a:pt x="1447243" y="27763"/>
                  <a:pt x="1453504" y="27763"/>
                </a:cubicBezTo>
                <a:cubicBezTo>
                  <a:pt x="1459719" y="27763"/>
                  <a:pt x="1464769" y="28494"/>
                  <a:pt x="1468654" y="29956"/>
                </a:cubicBezTo>
                <a:cubicBezTo>
                  <a:pt x="1472538" y="31419"/>
                  <a:pt x="1475394" y="33258"/>
                  <a:pt x="1477222" y="35475"/>
                </a:cubicBezTo>
                <a:cubicBezTo>
                  <a:pt x="1479050" y="37691"/>
                  <a:pt x="1480330" y="40490"/>
                  <a:pt x="1481061" y="43872"/>
                </a:cubicBezTo>
                <a:cubicBezTo>
                  <a:pt x="1481473" y="45974"/>
                  <a:pt x="1481678" y="49767"/>
                  <a:pt x="1481678" y="55251"/>
                </a:cubicBezTo>
                <a:lnTo>
                  <a:pt x="1481678" y="71703"/>
                </a:lnTo>
                <a:cubicBezTo>
                  <a:pt x="1481678" y="83174"/>
                  <a:pt x="1481941" y="90429"/>
                  <a:pt x="1482467" y="93468"/>
                </a:cubicBezTo>
                <a:cubicBezTo>
                  <a:pt x="1482992" y="96507"/>
                  <a:pt x="1484032" y="99420"/>
                  <a:pt x="1485586" y="102208"/>
                </a:cubicBezTo>
                <a:lnTo>
                  <a:pt x="1472698" y="102208"/>
                </a:lnTo>
                <a:cubicBezTo>
                  <a:pt x="1471419" y="99649"/>
                  <a:pt x="1470596" y="96655"/>
                  <a:pt x="1470230" y="93228"/>
                </a:cubicBezTo>
                <a:moveTo>
                  <a:pt x="1469202" y="65671"/>
                </a:moveTo>
                <a:cubicBezTo>
                  <a:pt x="1464724" y="67499"/>
                  <a:pt x="1458006" y="69053"/>
                  <a:pt x="1449048" y="70332"/>
                </a:cubicBezTo>
                <a:cubicBezTo>
                  <a:pt x="1443976" y="71063"/>
                  <a:pt x="1440388" y="71886"/>
                  <a:pt x="1438286" y="72800"/>
                </a:cubicBezTo>
                <a:cubicBezTo>
                  <a:pt x="1436184" y="73714"/>
                  <a:pt x="1434562" y="75051"/>
                  <a:pt x="1433419" y="76810"/>
                </a:cubicBezTo>
                <a:cubicBezTo>
                  <a:pt x="1432277" y="78570"/>
                  <a:pt x="1431705" y="80523"/>
                  <a:pt x="1431705" y="82671"/>
                </a:cubicBezTo>
                <a:cubicBezTo>
                  <a:pt x="1431705" y="85962"/>
                  <a:pt x="1432951" y="88704"/>
                  <a:pt x="1435441" y="90897"/>
                </a:cubicBezTo>
                <a:cubicBezTo>
                  <a:pt x="1437932" y="93091"/>
                  <a:pt x="1441577" y="94188"/>
                  <a:pt x="1446375" y="94188"/>
                </a:cubicBezTo>
                <a:cubicBezTo>
                  <a:pt x="1451128" y="94188"/>
                  <a:pt x="1455355" y="93148"/>
                  <a:pt x="1459057" y="91069"/>
                </a:cubicBezTo>
                <a:cubicBezTo>
                  <a:pt x="1462758" y="88989"/>
                  <a:pt x="1465478" y="86144"/>
                  <a:pt x="1467214" y="82534"/>
                </a:cubicBezTo>
                <a:cubicBezTo>
                  <a:pt x="1468539" y="79746"/>
                  <a:pt x="1469202" y="75633"/>
                  <a:pt x="1469202" y="70195"/>
                </a:cubicBezTo>
                <a:lnTo>
                  <a:pt x="1469202" y="65671"/>
                </a:lnTo>
                <a:close/>
                <a:moveTo>
                  <a:pt x="1495566" y="80478"/>
                </a:moveTo>
                <a:lnTo>
                  <a:pt x="1507768" y="78558"/>
                </a:lnTo>
                <a:cubicBezTo>
                  <a:pt x="1508453" y="83448"/>
                  <a:pt x="1510361" y="87196"/>
                  <a:pt x="1513492" y="89800"/>
                </a:cubicBezTo>
                <a:cubicBezTo>
                  <a:pt x="1516622" y="92405"/>
                  <a:pt x="1520998" y="93708"/>
                  <a:pt x="1526619" y="93708"/>
                </a:cubicBezTo>
                <a:cubicBezTo>
                  <a:pt x="1532286" y="93708"/>
                  <a:pt x="1536490" y="92554"/>
                  <a:pt x="1539232" y="90246"/>
                </a:cubicBezTo>
                <a:cubicBezTo>
                  <a:pt x="1541974" y="87938"/>
                  <a:pt x="1543345" y="85230"/>
                  <a:pt x="1543345" y="82123"/>
                </a:cubicBezTo>
                <a:cubicBezTo>
                  <a:pt x="1543345" y="79335"/>
                  <a:pt x="1542134" y="77142"/>
                  <a:pt x="1539712" y="75542"/>
                </a:cubicBezTo>
                <a:cubicBezTo>
                  <a:pt x="1538021" y="74445"/>
                  <a:pt x="1533817" y="73051"/>
                  <a:pt x="1527099" y="71360"/>
                </a:cubicBezTo>
                <a:cubicBezTo>
                  <a:pt x="1518050" y="69075"/>
                  <a:pt x="1511778" y="67099"/>
                  <a:pt x="1508282" y="65431"/>
                </a:cubicBezTo>
                <a:cubicBezTo>
                  <a:pt x="1504786" y="63763"/>
                  <a:pt x="1502135" y="61455"/>
                  <a:pt x="1500330" y="58507"/>
                </a:cubicBezTo>
                <a:cubicBezTo>
                  <a:pt x="1498525" y="55560"/>
                  <a:pt x="1497622" y="52304"/>
                  <a:pt x="1497622" y="48739"/>
                </a:cubicBezTo>
                <a:cubicBezTo>
                  <a:pt x="1497622" y="45494"/>
                  <a:pt x="1498365" y="42490"/>
                  <a:pt x="1499850" y="39725"/>
                </a:cubicBezTo>
                <a:cubicBezTo>
                  <a:pt x="1501336" y="36960"/>
                  <a:pt x="1503358" y="34663"/>
                  <a:pt x="1505917" y="32835"/>
                </a:cubicBezTo>
                <a:cubicBezTo>
                  <a:pt x="1507836" y="31419"/>
                  <a:pt x="1510453" y="30219"/>
                  <a:pt x="1513766" y="29237"/>
                </a:cubicBezTo>
                <a:cubicBezTo>
                  <a:pt x="1517079" y="28254"/>
                  <a:pt x="1520632" y="27763"/>
                  <a:pt x="1524426" y="27763"/>
                </a:cubicBezTo>
                <a:cubicBezTo>
                  <a:pt x="1530138" y="27763"/>
                  <a:pt x="1535154" y="28585"/>
                  <a:pt x="1539472" y="30231"/>
                </a:cubicBezTo>
                <a:cubicBezTo>
                  <a:pt x="1543791" y="31876"/>
                  <a:pt x="1546978" y="34104"/>
                  <a:pt x="1549035" y="36914"/>
                </a:cubicBezTo>
                <a:cubicBezTo>
                  <a:pt x="1551091" y="39725"/>
                  <a:pt x="1552508" y="43484"/>
                  <a:pt x="1553285" y="48191"/>
                </a:cubicBezTo>
                <a:lnTo>
                  <a:pt x="1541220" y="49836"/>
                </a:lnTo>
                <a:cubicBezTo>
                  <a:pt x="1540672" y="46088"/>
                  <a:pt x="1539084" y="43164"/>
                  <a:pt x="1536456" y="41061"/>
                </a:cubicBezTo>
                <a:cubicBezTo>
                  <a:pt x="1533828" y="38959"/>
                  <a:pt x="1530115" y="37908"/>
                  <a:pt x="1525317" y="37908"/>
                </a:cubicBezTo>
                <a:cubicBezTo>
                  <a:pt x="1519650" y="37908"/>
                  <a:pt x="1515605" y="38845"/>
                  <a:pt x="1513183" y="40719"/>
                </a:cubicBezTo>
                <a:cubicBezTo>
                  <a:pt x="1510761" y="42592"/>
                  <a:pt x="1509550" y="44786"/>
                  <a:pt x="1509550" y="47299"/>
                </a:cubicBezTo>
                <a:cubicBezTo>
                  <a:pt x="1509550" y="48899"/>
                  <a:pt x="1510053" y="50338"/>
                  <a:pt x="1511058" y="51618"/>
                </a:cubicBezTo>
                <a:cubicBezTo>
                  <a:pt x="1512064" y="52943"/>
                  <a:pt x="1513640" y="54040"/>
                  <a:pt x="1515788" y="54908"/>
                </a:cubicBezTo>
                <a:cubicBezTo>
                  <a:pt x="1517022" y="55365"/>
                  <a:pt x="1520655" y="56417"/>
                  <a:pt x="1526688" y="58062"/>
                </a:cubicBezTo>
                <a:cubicBezTo>
                  <a:pt x="1535416" y="60392"/>
                  <a:pt x="1541506" y="62300"/>
                  <a:pt x="1544956" y="63786"/>
                </a:cubicBezTo>
                <a:cubicBezTo>
                  <a:pt x="1548407" y="65271"/>
                  <a:pt x="1551114" y="67430"/>
                  <a:pt x="1553079" y="70264"/>
                </a:cubicBezTo>
                <a:cubicBezTo>
                  <a:pt x="1555044" y="73097"/>
                  <a:pt x="1556027" y="76616"/>
                  <a:pt x="1556027" y="80820"/>
                </a:cubicBezTo>
                <a:cubicBezTo>
                  <a:pt x="1556027" y="84933"/>
                  <a:pt x="1554827" y="88806"/>
                  <a:pt x="1552428" y="92440"/>
                </a:cubicBezTo>
                <a:cubicBezTo>
                  <a:pt x="1550029" y="96073"/>
                  <a:pt x="1546567" y="98883"/>
                  <a:pt x="1542043" y="100871"/>
                </a:cubicBezTo>
                <a:cubicBezTo>
                  <a:pt x="1537519" y="102859"/>
                  <a:pt x="1532400" y="103853"/>
                  <a:pt x="1526688" y="103853"/>
                </a:cubicBezTo>
                <a:cubicBezTo>
                  <a:pt x="1517228" y="103853"/>
                  <a:pt x="1510019" y="101888"/>
                  <a:pt x="1505060" y="97958"/>
                </a:cubicBezTo>
                <a:cubicBezTo>
                  <a:pt x="1500102" y="94028"/>
                  <a:pt x="1496937" y="88201"/>
                  <a:pt x="1495566" y="80478"/>
                </a:cubicBezTo>
                <a:close/>
                <a:moveTo>
                  <a:pt x="1620262" y="102208"/>
                </a:moveTo>
                <a:lnTo>
                  <a:pt x="1608815" y="102208"/>
                </a:lnTo>
                <a:lnTo>
                  <a:pt x="1608815" y="1714"/>
                </a:lnTo>
                <a:lnTo>
                  <a:pt x="1621154" y="1714"/>
                </a:lnTo>
                <a:lnTo>
                  <a:pt x="1621154" y="37565"/>
                </a:lnTo>
                <a:cubicBezTo>
                  <a:pt x="1626363" y="31030"/>
                  <a:pt x="1633013" y="27763"/>
                  <a:pt x="1641102" y="27763"/>
                </a:cubicBezTo>
                <a:cubicBezTo>
                  <a:pt x="1645580" y="27763"/>
                  <a:pt x="1649819" y="28665"/>
                  <a:pt x="1653818" y="30470"/>
                </a:cubicBezTo>
                <a:cubicBezTo>
                  <a:pt x="1657816" y="32276"/>
                  <a:pt x="1661107" y="34812"/>
                  <a:pt x="1663689" y="38079"/>
                </a:cubicBezTo>
                <a:cubicBezTo>
                  <a:pt x="1666271" y="41347"/>
                  <a:pt x="1668293" y="45289"/>
                  <a:pt x="1669755" y="49904"/>
                </a:cubicBezTo>
                <a:cubicBezTo>
                  <a:pt x="1671218" y="54520"/>
                  <a:pt x="1671949" y="59456"/>
                  <a:pt x="1671949" y="64711"/>
                </a:cubicBezTo>
                <a:cubicBezTo>
                  <a:pt x="1671949" y="77187"/>
                  <a:pt x="1668864" y="86830"/>
                  <a:pt x="1662695" y="93639"/>
                </a:cubicBezTo>
                <a:cubicBezTo>
                  <a:pt x="1656525" y="100448"/>
                  <a:pt x="1649122" y="103853"/>
                  <a:pt x="1640485" y="103853"/>
                </a:cubicBezTo>
                <a:cubicBezTo>
                  <a:pt x="1631893" y="103853"/>
                  <a:pt x="1625152" y="100266"/>
                  <a:pt x="1620262" y="93091"/>
                </a:cubicBezTo>
                <a:lnTo>
                  <a:pt x="1620262" y="102208"/>
                </a:lnTo>
                <a:moveTo>
                  <a:pt x="1620125" y="65260"/>
                </a:moveTo>
                <a:cubicBezTo>
                  <a:pt x="1620125" y="73988"/>
                  <a:pt x="1621314" y="80295"/>
                  <a:pt x="1623690" y="84179"/>
                </a:cubicBezTo>
                <a:cubicBezTo>
                  <a:pt x="1627574" y="90532"/>
                  <a:pt x="1632830" y="93708"/>
                  <a:pt x="1639456" y="93708"/>
                </a:cubicBezTo>
                <a:cubicBezTo>
                  <a:pt x="1644849" y="93708"/>
                  <a:pt x="1649510" y="91366"/>
                  <a:pt x="1653441" y="86681"/>
                </a:cubicBezTo>
                <a:cubicBezTo>
                  <a:pt x="1657371" y="81997"/>
                  <a:pt x="1659336" y="75016"/>
                  <a:pt x="1659336" y="65739"/>
                </a:cubicBezTo>
                <a:cubicBezTo>
                  <a:pt x="1659336" y="56234"/>
                  <a:pt x="1657451" y="49219"/>
                  <a:pt x="1653681" y="44695"/>
                </a:cubicBezTo>
                <a:cubicBezTo>
                  <a:pt x="1649910" y="40170"/>
                  <a:pt x="1645352" y="37908"/>
                  <a:pt x="1640005" y="37908"/>
                </a:cubicBezTo>
                <a:cubicBezTo>
                  <a:pt x="1634612" y="37908"/>
                  <a:pt x="1629951" y="40250"/>
                  <a:pt x="1626021" y="44934"/>
                </a:cubicBezTo>
                <a:cubicBezTo>
                  <a:pt x="1622090" y="49619"/>
                  <a:pt x="1620125" y="56394"/>
                  <a:pt x="1620125" y="65260"/>
                </a:cubicBezTo>
                <a:close/>
                <a:moveTo>
                  <a:pt x="1736495" y="78764"/>
                </a:moveTo>
                <a:lnTo>
                  <a:pt x="1749245" y="80341"/>
                </a:lnTo>
                <a:cubicBezTo>
                  <a:pt x="1747234" y="87790"/>
                  <a:pt x="1743510" y="93571"/>
                  <a:pt x="1738071" y="97684"/>
                </a:cubicBezTo>
                <a:cubicBezTo>
                  <a:pt x="1732633" y="101797"/>
                  <a:pt x="1725687" y="103853"/>
                  <a:pt x="1717232" y="103853"/>
                </a:cubicBezTo>
                <a:cubicBezTo>
                  <a:pt x="1706584" y="103853"/>
                  <a:pt x="1698141" y="100574"/>
                  <a:pt x="1691903" y="94016"/>
                </a:cubicBezTo>
                <a:cubicBezTo>
                  <a:pt x="1685665" y="87458"/>
                  <a:pt x="1682546" y="78261"/>
                  <a:pt x="1682546" y="66425"/>
                </a:cubicBezTo>
                <a:cubicBezTo>
                  <a:pt x="1682546" y="54177"/>
                  <a:pt x="1685699" y="44672"/>
                  <a:pt x="1692006" y="37908"/>
                </a:cubicBezTo>
                <a:cubicBezTo>
                  <a:pt x="1698312" y="31145"/>
                  <a:pt x="1706493" y="27763"/>
                  <a:pt x="1716547" y="27763"/>
                </a:cubicBezTo>
                <a:cubicBezTo>
                  <a:pt x="1726281" y="27763"/>
                  <a:pt x="1734233" y="31076"/>
                  <a:pt x="1740402" y="37702"/>
                </a:cubicBezTo>
                <a:cubicBezTo>
                  <a:pt x="1746571" y="44329"/>
                  <a:pt x="1749656" y="53652"/>
                  <a:pt x="1749656" y="65671"/>
                </a:cubicBezTo>
                <a:cubicBezTo>
                  <a:pt x="1749656" y="66402"/>
                  <a:pt x="1749633" y="67499"/>
                  <a:pt x="1749588" y="68961"/>
                </a:cubicBezTo>
                <a:lnTo>
                  <a:pt x="1695296" y="68961"/>
                </a:lnTo>
                <a:cubicBezTo>
                  <a:pt x="1695753" y="76959"/>
                  <a:pt x="1698015" y="83083"/>
                  <a:pt x="1702083" y="87333"/>
                </a:cubicBezTo>
                <a:cubicBezTo>
                  <a:pt x="1706150" y="91583"/>
                  <a:pt x="1711223" y="93708"/>
                  <a:pt x="1717301" y="93708"/>
                </a:cubicBezTo>
                <a:cubicBezTo>
                  <a:pt x="1721825" y="93708"/>
                  <a:pt x="1725687" y="92520"/>
                  <a:pt x="1728886" y="90143"/>
                </a:cubicBezTo>
                <a:cubicBezTo>
                  <a:pt x="1732085" y="87767"/>
                  <a:pt x="1734621" y="83974"/>
                  <a:pt x="1736495" y="78764"/>
                </a:cubicBezTo>
                <a:moveTo>
                  <a:pt x="1695982" y="58816"/>
                </a:moveTo>
                <a:lnTo>
                  <a:pt x="1736632" y="58816"/>
                </a:lnTo>
                <a:cubicBezTo>
                  <a:pt x="1736083" y="52692"/>
                  <a:pt x="1734530" y="48099"/>
                  <a:pt x="1731970" y="45037"/>
                </a:cubicBezTo>
                <a:cubicBezTo>
                  <a:pt x="1728040" y="40285"/>
                  <a:pt x="1722945" y="37908"/>
                  <a:pt x="1716684" y="37908"/>
                </a:cubicBezTo>
                <a:cubicBezTo>
                  <a:pt x="1711017" y="37908"/>
                  <a:pt x="1706253" y="39805"/>
                  <a:pt x="1702391" y="43598"/>
                </a:cubicBezTo>
                <a:cubicBezTo>
                  <a:pt x="1698529" y="47391"/>
                  <a:pt x="1696393" y="52464"/>
                  <a:pt x="1695982" y="58816"/>
                </a:cubicBezTo>
                <a:close/>
                <a:moveTo>
                  <a:pt x="1814271" y="78764"/>
                </a:moveTo>
                <a:lnTo>
                  <a:pt x="1827022" y="80341"/>
                </a:lnTo>
                <a:cubicBezTo>
                  <a:pt x="1825011" y="87790"/>
                  <a:pt x="1821286" y="93571"/>
                  <a:pt x="1815848" y="97684"/>
                </a:cubicBezTo>
                <a:cubicBezTo>
                  <a:pt x="1810410" y="101797"/>
                  <a:pt x="1803463" y="103853"/>
                  <a:pt x="1795009" y="103853"/>
                </a:cubicBezTo>
                <a:cubicBezTo>
                  <a:pt x="1784361" y="103853"/>
                  <a:pt x="1775918" y="100574"/>
                  <a:pt x="1769679" y="94016"/>
                </a:cubicBezTo>
                <a:cubicBezTo>
                  <a:pt x="1763441" y="87458"/>
                  <a:pt x="1760322" y="78261"/>
                  <a:pt x="1760322" y="66425"/>
                </a:cubicBezTo>
                <a:cubicBezTo>
                  <a:pt x="1760322" y="54177"/>
                  <a:pt x="1763476" y="44672"/>
                  <a:pt x="1769782" y="37908"/>
                </a:cubicBezTo>
                <a:cubicBezTo>
                  <a:pt x="1776089" y="31145"/>
                  <a:pt x="1784269" y="27763"/>
                  <a:pt x="1794323" y="27763"/>
                </a:cubicBezTo>
                <a:cubicBezTo>
                  <a:pt x="1804057" y="27763"/>
                  <a:pt x="1812009" y="31076"/>
                  <a:pt x="1818179" y="37702"/>
                </a:cubicBezTo>
                <a:cubicBezTo>
                  <a:pt x="1824348" y="44329"/>
                  <a:pt x="1827433" y="53652"/>
                  <a:pt x="1827433" y="65671"/>
                </a:cubicBezTo>
                <a:cubicBezTo>
                  <a:pt x="1827433" y="66402"/>
                  <a:pt x="1827410" y="67499"/>
                  <a:pt x="1827364" y="68961"/>
                </a:cubicBezTo>
                <a:lnTo>
                  <a:pt x="1773073" y="68961"/>
                </a:lnTo>
                <a:cubicBezTo>
                  <a:pt x="1773530" y="76959"/>
                  <a:pt x="1775792" y="83083"/>
                  <a:pt x="1779859" y="87333"/>
                </a:cubicBezTo>
                <a:cubicBezTo>
                  <a:pt x="1783926" y="91583"/>
                  <a:pt x="1788999" y="93708"/>
                  <a:pt x="1795077" y="93708"/>
                </a:cubicBezTo>
                <a:cubicBezTo>
                  <a:pt x="1799602" y="93708"/>
                  <a:pt x="1803463" y="92520"/>
                  <a:pt x="1806662" y="90143"/>
                </a:cubicBezTo>
                <a:cubicBezTo>
                  <a:pt x="1809861" y="87767"/>
                  <a:pt x="1812398" y="83974"/>
                  <a:pt x="1814271" y="78764"/>
                </a:cubicBezTo>
                <a:moveTo>
                  <a:pt x="1773758" y="58816"/>
                </a:moveTo>
                <a:lnTo>
                  <a:pt x="1814408" y="58816"/>
                </a:lnTo>
                <a:cubicBezTo>
                  <a:pt x="1813860" y="52692"/>
                  <a:pt x="1812306" y="48099"/>
                  <a:pt x="1809747" y="45037"/>
                </a:cubicBezTo>
                <a:cubicBezTo>
                  <a:pt x="1805817" y="40285"/>
                  <a:pt x="1800721" y="37908"/>
                  <a:pt x="1794460" y="37908"/>
                </a:cubicBezTo>
                <a:cubicBezTo>
                  <a:pt x="1788794" y="37908"/>
                  <a:pt x="1784029" y="39805"/>
                  <a:pt x="1780168" y="43598"/>
                </a:cubicBezTo>
                <a:cubicBezTo>
                  <a:pt x="1776306" y="47391"/>
                  <a:pt x="1774170" y="52464"/>
                  <a:pt x="1773758" y="58816"/>
                </a:cubicBezTo>
                <a:close/>
                <a:moveTo>
                  <a:pt x="1842211" y="102208"/>
                </a:moveTo>
                <a:lnTo>
                  <a:pt x="1842211" y="29408"/>
                </a:lnTo>
                <a:lnTo>
                  <a:pt x="1853316" y="29408"/>
                </a:lnTo>
                <a:lnTo>
                  <a:pt x="1853316" y="39759"/>
                </a:lnTo>
                <a:cubicBezTo>
                  <a:pt x="1858663" y="31761"/>
                  <a:pt x="1866386" y="27763"/>
                  <a:pt x="1876486" y="27763"/>
                </a:cubicBezTo>
                <a:cubicBezTo>
                  <a:pt x="1880873" y="27763"/>
                  <a:pt x="1884906" y="28551"/>
                  <a:pt x="1888585" y="30128"/>
                </a:cubicBezTo>
                <a:cubicBezTo>
                  <a:pt x="1892264" y="31704"/>
                  <a:pt x="1895017" y="33772"/>
                  <a:pt x="1896845" y="36331"/>
                </a:cubicBezTo>
                <a:cubicBezTo>
                  <a:pt x="1898673" y="38891"/>
                  <a:pt x="1899953" y="41930"/>
                  <a:pt x="1900684" y="45449"/>
                </a:cubicBezTo>
                <a:cubicBezTo>
                  <a:pt x="1901141" y="47734"/>
                  <a:pt x="1901370" y="51732"/>
                  <a:pt x="1901370" y="57445"/>
                </a:cubicBezTo>
                <a:lnTo>
                  <a:pt x="1901370" y="102208"/>
                </a:lnTo>
                <a:lnTo>
                  <a:pt x="1889031" y="102208"/>
                </a:lnTo>
                <a:lnTo>
                  <a:pt x="1889031" y="57925"/>
                </a:lnTo>
                <a:cubicBezTo>
                  <a:pt x="1889031" y="52898"/>
                  <a:pt x="1888551" y="49139"/>
                  <a:pt x="1887591" y="46648"/>
                </a:cubicBezTo>
                <a:cubicBezTo>
                  <a:pt x="1886632" y="44158"/>
                  <a:pt x="1884929" y="42170"/>
                  <a:pt x="1882484" y="40684"/>
                </a:cubicBezTo>
                <a:cubicBezTo>
                  <a:pt x="1880039" y="39199"/>
                  <a:pt x="1877172" y="38457"/>
                  <a:pt x="1873881" y="38457"/>
                </a:cubicBezTo>
                <a:cubicBezTo>
                  <a:pt x="1868626" y="38457"/>
                  <a:pt x="1864090" y="40125"/>
                  <a:pt x="1860274" y="43461"/>
                </a:cubicBezTo>
                <a:cubicBezTo>
                  <a:pt x="1856458" y="46797"/>
                  <a:pt x="1854550" y="53126"/>
                  <a:pt x="1854550" y="62449"/>
                </a:cubicBezTo>
                <a:lnTo>
                  <a:pt x="1854550" y="102208"/>
                </a:lnTo>
                <a:lnTo>
                  <a:pt x="1842211" y="102208"/>
                </a:lnTo>
                <a:close/>
                <a:moveTo>
                  <a:pt x="1985395" y="91171"/>
                </a:moveTo>
                <a:lnTo>
                  <a:pt x="1987177" y="102071"/>
                </a:lnTo>
                <a:cubicBezTo>
                  <a:pt x="1983704" y="102802"/>
                  <a:pt x="1980596" y="103168"/>
                  <a:pt x="1977854" y="103168"/>
                </a:cubicBezTo>
                <a:cubicBezTo>
                  <a:pt x="1973376" y="103168"/>
                  <a:pt x="1969902" y="102459"/>
                  <a:pt x="1967435" y="101043"/>
                </a:cubicBezTo>
                <a:cubicBezTo>
                  <a:pt x="1964967" y="99626"/>
                  <a:pt x="1963230" y="97764"/>
                  <a:pt x="1962225" y="95456"/>
                </a:cubicBezTo>
                <a:cubicBezTo>
                  <a:pt x="1961219" y="93148"/>
                  <a:pt x="1960717" y="88292"/>
                  <a:pt x="1960717" y="80889"/>
                </a:cubicBezTo>
                <a:lnTo>
                  <a:pt x="1960717" y="39005"/>
                </a:lnTo>
                <a:lnTo>
                  <a:pt x="1951668" y="39005"/>
                </a:lnTo>
                <a:lnTo>
                  <a:pt x="1951668" y="29408"/>
                </a:lnTo>
                <a:lnTo>
                  <a:pt x="1960717" y="29408"/>
                </a:lnTo>
                <a:lnTo>
                  <a:pt x="1960717" y="11379"/>
                </a:lnTo>
                <a:lnTo>
                  <a:pt x="1972987" y="3976"/>
                </a:lnTo>
                <a:lnTo>
                  <a:pt x="1972987" y="29408"/>
                </a:lnTo>
                <a:lnTo>
                  <a:pt x="1985395" y="29408"/>
                </a:lnTo>
                <a:lnTo>
                  <a:pt x="1985395" y="39005"/>
                </a:lnTo>
                <a:lnTo>
                  <a:pt x="1972987" y="39005"/>
                </a:lnTo>
                <a:lnTo>
                  <a:pt x="1972987" y="81574"/>
                </a:lnTo>
                <a:cubicBezTo>
                  <a:pt x="1972987" y="85093"/>
                  <a:pt x="1973204" y="87355"/>
                  <a:pt x="1973638" y="88361"/>
                </a:cubicBezTo>
                <a:cubicBezTo>
                  <a:pt x="1974072" y="89366"/>
                  <a:pt x="1974781" y="90166"/>
                  <a:pt x="1975763" y="90760"/>
                </a:cubicBezTo>
                <a:cubicBezTo>
                  <a:pt x="1976746" y="91354"/>
                  <a:pt x="1978151" y="91651"/>
                  <a:pt x="1979979" y="91651"/>
                </a:cubicBezTo>
                <a:cubicBezTo>
                  <a:pt x="1981350" y="91651"/>
                  <a:pt x="1983155" y="91491"/>
                  <a:pt x="1985395" y="91171"/>
                </a:cubicBezTo>
                <a:close/>
                <a:moveTo>
                  <a:pt x="1996785" y="102208"/>
                </a:moveTo>
                <a:lnTo>
                  <a:pt x="1996785" y="29408"/>
                </a:lnTo>
                <a:lnTo>
                  <a:pt x="2007890" y="29408"/>
                </a:lnTo>
                <a:lnTo>
                  <a:pt x="2007890" y="40444"/>
                </a:lnTo>
                <a:cubicBezTo>
                  <a:pt x="2010723" y="35280"/>
                  <a:pt x="2013339" y="31876"/>
                  <a:pt x="2015739" y="30231"/>
                </a:cubicBezTo>
                <a:cubicBezTo>
                  <a:pt x="2018138" y="28585"/>
                  <a:pt x="2020777" y="27763"/>
                  <a:pt x="2023656" y="27763"/>
                </a:cubicBezTo>
                <a:cubicBezTo>
                  <a:pt x="2027815" y="27763"/>
                  <a:pt x="2032042" y="29088"/>
                  <a:pt x="2036338" y="31739"/>
                </a:cubicBezTo>
                <a:lnTo>
                  <a:pt x="2032088" y="43186"/>
                </a:lnTo>
                <a:cubicBezTo>
                  <a:pt x="2029072" y="41404"/>
                  <a:pt x="2026055" y="40513"/>
                  <a:pt x="2023039" y="40513"/>
                </a:cubicBezTo>
                <a:cubicBezTo>
                  <a:pt x="2020343" y="40513"/>
                  <a:pt x="2017921" y="41324"/>
                  <a:pt x="2015773" y="42947"/>
                </a:cubicBezTo>
                <a:cubicBezTo>
                  <a:pt x="2013625" y="44569"/>
                  <a:pt x="2012094" y="46820"/>
                  <a:pt x="2011180" y="49699"/>
                </a:cubicBezTo>
                <a:cubicBezTo>
                  <a:pt x="2009809" y="54086"/>
                  <a:pt x="2009124" y="58884"/>
                  <a:pt x="2009124" y="64094"/>
                </a:cubicBezTo>
                <a:lnTo>
                  <a:pt x="2009124" y="102208"/>
                </a:lnTo>
                <a:lnTo>
                  <a:pt x="1996785" y="102208"/>
                </a:lnTo>
                <a:close/>
                <a:moveTo>
                  <a:pt x="2042702" y="130245"/>
                </a:moveTo>
                <a:lnTo>
                  <a:pt x="2041331" y="118660"/>
                </a:lnTo>
                <a:cubicBezTo>
                  <a:pt x="2044027" y="119391"/>
                  <a:pt x="2046381" y="119757"/>
                  <a:pt x="2048392" y="119757"/>
                </a:cubicBezTo>
                <a:cubicBezTo>
                  <a:pt x="2051134" y="119757"/>
                  <a:pt x="2053327" y="119300"/>
                  <a:pt x="2054972" y="118386"/>
                </a:cubicBezTo>
                <a:cubicBezTo>
                  <a:pt x="2056618" y="117472"/>
                  <a:pt x="2057966" y="116192"/>
                  <a:pt x="2059017" y="114547"/>
                </a:cubicBezTo>
                <a:cubicBezTo>
                  <a:pt x="2059794" y="113313"/>
                  <a:pt x="2061050" y="110251"/>
                  <a:pt x="2062787" y="105361"/>
                </a:cubicBezTo>
                <a:cubicBezTo>
                  <a:pt x="2063016" y="104676"/>
                  <a:pt x="2063381" y="103670"/>
                  <a:pt x="2063884" y="102345"/>
                </a:cubicBezTo>
                <a:lnTo>
                  <a:pt x="2036258" y="29408"/>
                </a:lnTo>
                <a:lnTo>
                  <a:pt x="2049557" y="29408"/>
                </a:lnTo>
                <a:lnTo>
                  <a:pt x="2064706" y="71566"/>
                </a:lnTo>
                <a:cubicBezTo>
                  <a:pt x="2066672" y="76913"/>
                  <a:pt x="2068431" y="82534"/>
                  <a:pt x="2069985" y="88429"/>
                </a:cubicBezTo>
                <a:cubicBezTo>
                  <a:pt x="2071401" y="82763"/>
                  <a:pt x="2073092" y="77233"/>
                  <a:pt x="2075057" y="71840"/>
                </a:cubicBezTo>
                <a:lnTo>
                  <a:pt x="2090618" y="29408"/>
                </a:lnTo>
                <a:lnTo>
                  <a:pt x="2102957" y="29408"/>
                </a:lnTo>
                <a:lnTo>
                  <a:pt x="2075263" y="103442"/>
                </a:lnTo>
                <a:cubicBezTo>
                  <a:pt x="2072293" y="111439"/>
                  <a:pt x="2069985" y="116946"/>
                  <a:pt x="2068340" y="119962"/>
                </a:cubicBezTo>
                <a:cubicBezTo>
                  <a:pt x="2066146" y="124030"/>
                  <a:pt x="2063632" y="127012"/>
                  <a:pt x="2060799" y="128908"/>
                </a:cubicBezTo>
                <a:cubicBezTo>
                  <a:pt x="2057966" y="130805"/>
                  <a:pt x="2054584" y="131753"/>
                  <a:pt x="2050654" y="131753"/>
                </a:cubicBezTo>
                <a:cubicBezTo>
                  <a:pt x="2048277" y="131753"/>
                  <a:pt x="2045627" y="131250"/>
                  <a:pt x="2042702" y="130245"/>
                </a:cubicBezTo>
                <a:close/>
                <a:moveTo>
                  <a:pt x="2113234" y="15904"/>
                </a:moveTo>
                <a:lnTo>
                  <a:pt x="2113234" y="1714"/>
                </a:lnTo>
                <a:lnTo>
                  <a:pt x="2125573" y="1714"/>
                </a:lnTo>
                <a:lnTo>
                  <a:pt x="2125573" y="15904"/>
                </a:lnTo>
                <a:lnTo>
                  <a:pt x="2113234" y="15904"/>
                </a:lnTo>
                <a:moveTo>
                  <a:pt x="2113234" y="102208"/>
                </a:moveTo>
                <a:lnTo>
                  <a:pt x="2113234" y="29408"/>
                </a:lnTo>
                <a:lnTo>
                  <a:pt x="2125573" y="29408"/>
                </a:lnTo>
                <a:lnTo>
                  <a:pt x="2125573" y="102208"/>
                </a:lnTo>
                <a:lnTo>
                  <a:pt x="2113234" y="102208"/>
                </a:lnTo>
                <a:close/>
                <a:moveTo>
                  <a:pt x="2144612" y="102208"/>
                </a:moveTo>
                <a:lnTo>
                  <a:pt x="2144612" y="29408"/>
                </a:lnTo>
                <a:lnTo>
                  <a:pt x="2155717" y="29408"/>
                </a:lnTo>
                <a:lnTo>
                  <a:pt x="2155717" y="39759"/>
                </a:lnTo>
                <a:cubicBezTo>
                  <a:pt x="2161064" y="31761"/>
                  <a:pt x="2168787" y="27763"/>
                  <a:pt x="2178887" y="27763"/>
                </a:cubicBezTo>
                <a:cubicBezTo>
                  <a:pt x="2183274" y="27763"/>
                  <a:pt x="2187307" y="28551"/>
                  <a:pt x="2190986" y="30128"/>
                </a:cubicBezTo>
                <a:cubicBezTo>
                  <a:pt x="2194665" y="31704"/>
                  <a:pt x="2197418" y="33772"/>
                  <a:pt x="2199246" y="36331"/>
                </a:cubicBezTo>
                <a:cubicBezTo>
                  <a:pt x="2201074" y="38891"/>
                  <a:pt x="2202354" y="41930"/>
                  <a:pt x="2203085" y="45449"/>
                </a:cubicBezTo>
                <a:cubicBezTo>
                  <a:pt x="2203542" y="47734"/>
                  <a:pt x="2203770" y="51732"/>
                  <a:pt x="2203770" y="57445"/>
                </a:cubicBezTo>
                <a:lnTo>
                  <a:pt x="2203770" y="102208"/>
                </a:lnTo>
                <a:lnTo>
                  <a:pt x="2191431" y="102208"/>
                </a:lnTo>
                <a:lnTo>
                  <a:pt x="2191431" y="57925"/>
                </a:lnTo>
                <a:cubicBezTo>
                  <a:pt x="2191431" y="52898"/>
                  <a:pt x="2190952" y="49139"/>
                  <a:pt x="2189992" y="46648"/>
                </a:cubicBezTo>
                <a:cubicBezTo>
                  <a:pt x="2189032" y="44158"/>
                  <a:pt x="2187330" y="42170"/>
                  <a:pt x="2184885" y="40684"/>
                </a:cubicBezTo>
                <a:cubicBezTo>
                  <a:pt x="2182440" y="39199"/>
                  <a:pt x="2179572" y="38457"/>
                  <a:pt x="2176282" y="38457"/>
                </a:cubicBezTo>
                <a:cubicBezTo>
                  <a:pt x="2171026" y="38457"/>
                  <a:pt x="2166491" y="40125"/>
                  <a:pt x="2162675" y="43461"/>
                </a:cubicBezTo>
                <a:cubicBezTo>
                  <a:pt x="2158859" y="46797"/>
                  <a:pt x="2156951" y="53126"/>
                  <a:pt x="2156951" y="62449"/>
                </a:cubicBezTo>
                <a:lnTo>
                  <a:pt x="2156951" y="102208"/>
                </a:lnTo>
                <a:lnTo>
                  <a:pt x="2144612" y="102208"/>
                </a:lnTo>
                <a:close/>
                <a:moveTo>
                  <a:pt x="2220126" y="108240"/>
                </a:moveTo>
                <a:lnTo>
                  <a:pt x="2232122" y="110023"/>
                </a:lnTo>
                <a:cubicBezTo>
                  <a:pt x="2232625" y="113724"/>
                  <a:pt x="2234019" y="116421"/>
                  <a:pt x="2236304" y="118112"/>
                </a:cubicBezTo>
                <a:cubicBezTo>
                  <a:pt x="2239366" y="120397"/>
                  <a:pt x="2243547" y="121539"/>
                  <a:pt x="2248849" y="121539"/>
                </a:cubicBezTo>
                <a:cubicBezTo>
                  <a:pt x="2254561" y="121539"/>
                  <a:pt x="2258971" y="120397"/>
                  <a:pt x="2262079" y="118112"/>
                </a:cubicBezTo>
                <a:cubicBezTo>
                  <a:pt x="2265186" y="115827"/>
                  <a:pt x="2267289" y="112628"/>
                  <a:pt x="2268385" y="108515"/>
                </a:cubicBezTo>
                <a:cubicBezTo>
                  <a:pt x="2269025" y="106001"/>
                  <a:pt x="2269322" y="100723"/>
                  <a:pt x="2269277" y="92680"/>
                </a:cubicBezTo>
                <a:cubicBezTo>
                  <a:pt x="2263884" y="99032"/>
                  <a:pt x="2257166" y="102208"/>
                  <a:pt x="2249123" y="102208"/>
                </a:cubicBezTo>
                <a:cubicBezTo>
                  <a:pt x="2239115" y="102208"/>
                  <a:pt x="2231368" y="98598"/>
                  <a:pt x="2225884" y="91377"/>
                </a:cubicBezTo>
                <a:cubicBezTo>
                  <a:pt x="2220400" y="84156"/>
                  <a:pt x="2217658" y="75496"/>
                  <a:pt x="2217658" y="65397"/>
                </a:cubicBezTo>
                <a:cubicBezTo>
                  <a:pt x="2217658" y="58450"/>
                  <a:pt x="2218915" y="52041"/>
                  <a:pt x="2221429" y="46168"/>
                </a:cubicBezTo>
                <a:cubicBezTo>
                  <a:pt x="2223942" y="40296"/>
                  <a:pt x="2227587" y="35760"/>
                  <a:pt x="2232362" y="32561"/>
                </a:cubicBezTo>
                <a:cubicBezTo>
                  <a:pt x="2237138" y="29362"/>
                  <a:pt x="2242748" y="27763"/>
                  <a:pt x="2249191" y="27763"/>
                </a:cubicBezTo>
                <a:cubicBezTo>
                  <a:pt x="2257783" y="27763"/>
                  <a:pt x="2264866" y="31236"/>
                  <a:pt x="2270442" y="38182"/>
                </a:cubicBezTo>
                <a:lnTo>
                  <a:pt x="2270442" y="29408"/>
                </a:lnTo>
                <a:lnTo>
                  <a:pt x="2281821" y="29408"/>
                </a:lnTo>
                <a:lnTo>
                  <a:pt x="2281821" y="92337"/>
                </a:lnTo>
                <a:cubicBezTo>
                  <a:pt x="2281821" y="103670"/>
                  <a:pt x="2280667" y="111702"/>
                  <a:pt x="2278359" y="116432"/>
                </a:cubicBezTo>
                <a:cubicBezTo>
                  <a:pt x="2276052" y="121162"/>
                  <a:pt x="2272396" y="124898"/>
                  <a:pt x="2267391" y="127640"/>
                </a:cubicBezTo>
                <a:cubicBezTo>
                  <a:pt x="2262387" y="130382"/>
                  <a:pt x="2256229" y="131753"/>
                  <a:pt x="2248917" y="131753"/>
                </a:cubicBezTo>
                <a:cubicBezTo>
                  <a:pt x="2240234" y="131753"/>
                  <a:pt x="2233219" y="129799"/>
                  <a:pt x="2227872" y="125892"/>
                </a:cubicBezTo>
                <a:cubicBezTo>
                  <a:pt x="2222525" y="121985"/>
                  <a:pt x="2219943" y="116101"/>
                  <a:pt x="2220126" y="108240"/>
                </a:cubicBezTo>
                <a:moveTo>
                  <a:pt x="2230340" y="64505"/>
                </a:moveTo>
                <a:cubicBezTo>
                  <a:pt x="2230340" y="74057"/>
                  <a:pt x="2232237" y="81026"/>
                  <a:pt x="2236030" y="85413"/>
                </a:cubicBezTo>
                <a:cubicBezTo>
                  <a:pt x="2239823" y="89800"/>
                  <a:pt x="2244576" y="91994"/>
                  <a:pt x="2250288" y="91994"/>
                </a:cubicBezTo>
                <a:cubicBezTo>
                  <a:pt x="2255955" y="91994"/>
                  <a:pt x="2260708" y="89812"/>
                  <a:pt x="2264547" y="85447"/>
                </a:cubicBezTo>
                <a:cubicBezTo>
                  <a:pt x="2268385" y="81083"/>
                  <a:pt x="2270305" y="74240"/>
                  <a:pt x="2270305" y="64917"/>
                </a:cubicBezTo>
                <a:cubicBezTo>
                  <a:pt x="2270305" y="56005"/>
                  <a:pt x="2268328" y="49287"/>
                  <a:pt x="2264375" y="44763"/>
                </a:cubicBezTo>
                <a:cubicBezTo>
                  <a:pt x="2260422" y="40239"/>
                  <a:pt x="2255658" y="37977"/>
                  <a:pt x="2250083" y="37977"/>
                </a:cubicBezTo>
                <a:cubicBezTo>
                  <a:pt x="2244599" y="37977"/>
                  <a:pt x="2239937" y="40205"/>
                  <a:pt x="2236098" y="44660"/>
                </a:cubicBezTo>
                <a:cubicBezTo>
                  <a:pt x="2232260" y="49116"/>
                  <a:pt x="2230340" y="55731"/>
                  <a:pt x="2230340" y="64505"/>
                </a:cubicBezTo>
                <a:close/>
                <a:moveTo>
                  <a:pt x="2365572" y="91171"/>
                </a:moveTo>
                <a:lnTo>
                  <a:pt x="2367354" y="102071"/>
                </a:lnTo>
                <a:cubicBezTo>
                  <a:pt x="2363881" y="102802"/>
                  <a:pt x="2360773" y="103168"/>
                  <a:pt x="2358031" y="103168"/>
                </a:cubicBezTo>
                <a:cubicBezTo>
                  <a:pt x="2353553" y="103168"/>
                  <a:pt x="2350080" y="102459"/>
                  <a:pt x="2347612" y="101043"/>
                </a:cubicBezTo>
                <a:cubicBezTo>
                  <a:pt x="2345144" y="99626"/>
                  <a:pt x="2343407" y="97764"/>
                  <a:pt x="2342402" y="95456"/>
                </a:cubicBezTo>
                <a:cubicBezTo>
                  <a:pt x="2341397" y="93148"/>
                  <a:pt x="2340894" y="88292"/>
                  <a:pt x="2340894" y="80889"/>
                </a:cubicBezTo>
                <a:lnTo>
                  <a:pt x="2340894" y="39005"/>
                </a:lnTo>
                <a:lnTo>
                  <a:pt x="2331845" y="39005"/>
                </a:lnTo>
                <a:lnTo>
                  <a:pt x="2331845" y="29408"/>
                </a:lnTo>
                <a:lnTo>
                  <a:pt x="2340894" y="29408"/>
                </a:lnTo>
                <a:lnTo>
                  <a:pt x="2340894" y="11379"/>
                </a:lnTo>
                <a:lnTo>
                  <a:pt x="2353164" y="3976"/>
                </a:lnTo>
                <a:lnTo>
                  <a:pt x="2353164" y="29408"/>
                </a:lnTo>
                <a:lnTo>
                  <a:pt x="2365572" y="29408"/>
                </a:lnTo>
                <a:lnTo>
                  <a:pt x="2365572" y="39005"/>
                </a:lnTo>
                <a:lnTo>
                  <a:pt x="2353164" y="39005"/>
                </a:lnTo>
                <a:lnTo>
                  <a:pt x="2353164" y="81574"/>
                </a:lnTo>
                <a:cubicBezTo>
                  <a:pt x="2353164" y="85093"/>
                  <a:pt x="2353381" y="87355"/>
                  <a:pt x="2353816" y="88361"/>
                </a:cubicBezTo>
                <a:cubicBezTo>
                  <a:pt x="2354250" y="89366"/>
                  <a:pt x="2354958" y="90166"/>
                  <a:pt x="2355941" y="90760"/>
                </a:cubicBezTo>
                <a:cubicBezTo>
                  <a:pt x="2356923" y="91354"/>
                  <a:pt x="2358328" y="91651"/>
                  <a:pt x="2360156" y="91651"/>
                </a:cubicBezTo>
                <a:cubicBezTo>
                  <a:pt x="2361527" y="91651"/>
                  <a:pt x="2363333" y="91491"/>
                  <a:pt x="2365572" y="91171"/>
                </a:cubicBezTo>
                <a:close/>
                <a:moveTo>
                  <a:pt x="2372506" y="65808"/>
                </a:moveTo>
                <a:cubicBezTo>
                  <a:pt x="2372506" y="52326"/>
                  <a:pt x="2376253" y="42341"/>
                  <a:pt x="2383748" y="35852"/>
                </a:cubicBezTo>
                <a:cubicBezTo>
                  <a:pt x="2390009" y="30459"/>
                  <a:pt x="2397641" y="27763"/>
                  <a:pt x="2406644" y="27763"/>
                </a:cubicBezTo>
                <a:cubicBezTo>
                  <a:pt x="2416652" y="27763"/>
                  <a:pt x="2424832" y="31042"/>
                  <a:pt x="2431184" y="37600"/>
                </a:cubicBezTo>
                <a:cubicBezTo>
                  <a:pt x="2437537" y="44158"/>
                  <a:pt x="2440713" y="53218"/>
                  <a:pt x="2440713" y="64780"/>
                </a:cubicBezTo>
                <a:cubicBezTo>
                  <a:pt x="2440713" y="74148"/>
                  <a:pt x="2439308" y="81517"/>
                  <a:pt x="2436497" y="86887"/>
                </a:cubicBezTo>
                <a:cubicBezTo>
                  <a:pt x="2433687" y="92257"/>
                  <a:pt x="2429596" y="96427"/>
                  <a:pt x="2424227" y="99397"/>
                </a:cubicBezTo>
                <a:cubicBezTo>
                  <a:pt x="2418857" y="102368"/>
                  <a:pt x="2412996" y="103853"/>
                  <a:pt x="2406644" y="103853"/>
                </a:cubicBezTo>
                <a:cubicBezTo>
                  <a:pt x="2396453" y="103853"/>
                  <a:pt x="2388215" y="100586"/>
                  <a:pt x="2381931" y="94051"/>
                </a:cubicBezTo>
                <a:cubicBezTo>
                  <a:pt x="2375648" y="87515"/>
                  <a:pt x="2372506" y="78101"/>
                  <a:pt x="2372506" y="65808"/>
                </a:cubicBezTo>
                <a:moveTo>
                  <a:pt x="2385187" y="65808"/>
                </a:moveTo>
                <a:cubicBezTo>
                  <a:pt x="2385187" y="75131"/>
                  <a:pt x="2387221" y="82111"/>
                  <a:pt x="2391288" y="86750"/>
                </a:cubicBezTo>
                <a:cubicBezTo>
                  <a:pt x="2395356" y="91388"/>
                  <a:pt x="2400474" y="93708"/>
                  <a:pt x="2406644" y="93708"/>
                </a:cubicBezTo>
                <a:cubicBezTo>
                  <a:pt x="2412767" y="93708"/>
                  <a:pt x="2417863" y="91377"/>
                  <a:pt x="2421930" y="86716"/>
                </a:cubicBezTo>
                <a:cubicBezTo>
                  <a:pt x="2425998" y="82054"/>
                  <a:pt x="2428031" y="74948"/>
                  <a:pt x="2428031" y="65397"/>
                </a:cubicBezTo>
                <a:cubicBezTo>
                  <a:pt x="2428031" y="56394"/>
                  <a:pt x="2425986" y="49573"/>
                  <a:pt x="2421896" y="44934"/>
                </a:cubicBezTo>
                <a:cubicBezTo>
                  <a:pt x="2417806" y="40296"/>
                  <a:pt x="2412722" y="37977"/>
                  <a:pt x="2406644" y="37977"/>
                </a:cubicBezTo>
                <a:cubicBezTo>
                  <a:pt x="2400474" y="37977"/>
                  <a:pt x="2395356" y="40285"/>
                  <a:pt x="2391288" y="44900"/>
                </a:cubicBezTo>
                <a:cubicBezTo>
                  <a:pt x="2387221" y="49516"/>
                  <a:pt x="2385187" y="56485"/>
                  <a:pt x="2385187" y="65808"/>
                </a:cubicBezTo>
                <a:close/>
                <a:moveTo>
                  <a:pt x="2491079" y="108240"/>
                </a:moveTo>
                <a:lnTo>
                  <a:pt x="2503075" y="110023"/>
                </a:lnTo>
                <a:cubicBezTo>
                  <a:pt x="2503578" y="113724"/>
                  <a:pt x="2504972" y="116421"/>
                  <a:pt x="2507257" y="118112"/>
                </a:cubicBezTo>
                <a:cubicBezTo>
                  <a:pt x="2510319" y="120397"/>
                  <a:pt x="2514500" y="121539"/>
                  <a:pt x="2519802" y="121539"/>
                </a:cubicBezTo>
                <a:cubicBezTo>
                  <a:pt x="2525514" y="121539"/>
                  <a:pt x="2529924" y="120397"/>
                  <a:pt x="2533032" y="118112"/>
                </a:cubicBezTo>
                <a:cubicBezTo>
                  <a:pt x="2536139" y="115827"/>
                  <a:pt x="2538242" y="112628"/>
                  <a:pt x="2539338" y="108515"/>
                </a:cubicBezTo>
                <a:cubicBezTo>
                  <a:pt x="2539978" y="106001"/>
                  <a:pt x="2540275" y="100723"/>
                  <a:pt x="2540230" y="92680"/>
                </a:cubicBezTo>
                <a:cubicBezTo>
                  <a:pt x="2534837" y="99032"/>
                  <a:pt x="2528119" y="102208"/>
                  <a:pt x="2520076" y="102208"/>
                </a:cubicBezTo>
                <a:cubicBezTo>
                  <a:pt x="2510068" y="102208"/>
                  <a:pt x="2502321" y="98598"/>
                  <a:pt x="2496837" y="91377"/>
                </a:cubicBezTo>
                <a:cubicBezTo>
                  <a:pt x="2491353" y="84156"/>
                  <a:pt x="2488611" y="75496"/>
                  <a:pt x="2488611" y="65397"/>
                </a:cubicBezTo>
                <a:cubicBezTo>
                  <a:pt x="2488611" y="58450"/>
                  <a:pt x="2489868" y="52041"/>
                  <a:pt x="2492382" y="46168"/>
                </a:cubicBezTo>
                <a:cubicBezTo>
                  <a:pt x="2494895" y="40296"/>
                  <a:pt x="2498540" y="35760"/>
                  <a:pt x="2503315" y="32561"/>
                </a:cubicBezTo>
                <a:cubicBezTo>
                  <a:pt x="2508091" y="29362"/>
                  <a:pt x="2513701" y="27763"/>
                  <a:pt x="2520144" y="27763"/>
                </a:cubicBezTo>
                <a:cubicBezTo>
                  <a:pt x="2528736" y="27763"/>
                  <a:pt x="2535819" y="31236"/>
                  <a:pt x="2541395" y="38182"/>
                </a:cubicBezTo>
                <a:lnTo>
                  <a:pt x="2541395" y="29408"/>
                </a:lnTo>
                <a:lnTo>
                  <a:pt x="2552774" y="29408"/>
                </a:lnTo>
                <a:lnTo>
                  <a:pt x="2552774" y="92337"/>
                </a:lnTo>
                <a:cubicBezTo>
                  <a:pt x="2552774" y="103670"/>
                  <a:pt x="2551620" y="111702"/>
                  <a:pt x="2549312" y="116432"/>
                </a:cubicBezTo>
                <a:cubicBezTo>
                  <a:pt x="2547005" y="121162"/>
                  <a:pt x="2543349" y="124898"/>
                  <a:pt x="2538344" y="127640"/>
                </a:cubicBezTo>
                <a:cubicBezTo>
                  <a:pt x="2533340" y="130382"/>
                  <a:pt x="2527182" y="131753"/>
                  <a:pt x="2519870" y="131753"/>
                </a:cubicBezTo>
                <a:cubicBezTo>
                  <a:pt x="2511187" y="131753"/>
                  <a:pt x="2504172" y="129799"/>
                  <a:pt x="2498825" y="125892"/>
                </a:cubicBezTo>
                <a:cubicBezTo>
                  <a:pt x="2493478" y="121985"/>
                  <a:pt x="2490896" y="116101"/>
                  <a:pt x="2491079" y="108240"/>
                </a:cubicBezTo>
                <a:moveTo>
                  <a:pt x="2501293" y="64505"/>
                </a:moveTo>
                <a:cubicBezTo>
                  <a:pt x="2501293" y="74057"/>
                  <a:pt x="2503190" y="81026"/>
                  <a:pt x="2506983" y="85413"/>
                </a:cubicBezTo>
                <a:cubicBezTo>
                  <a:pt x="2510776" y="89800"/>
                  <a:pt x="2515529" y="91994"/>
                  <a:pt x="2521241" y="91994"/>
                </a:cubicBezTo>
                <a:cubicBezTo>
                  <a:pt x="2526908" y="91994"/>
                  <a:pt x="2531661" y="89812"/>
                  <a:pt x="2535500" y="85447"/>
                </a:cubicBezTo>
                <a:cubicBezTo>
                  <a:pt x="2539338" y="81083"/>
                  <a:pt x="2541258" y="74240"/>
                  <a:pt x="2541258" y="64917"/>
                </a:cubicBezTo>
                <a:cubicBezTo>
                  <a:pt x="2541258" y="56005"/>
                  <a:pt x="2539281" y="49287"/>
                  <a:pt x="2535328" y="44763"/>
                </a:cubicBezTo>
                <a:cubicBezTo>
                  <a:pt x="2531375" y="40239"/>
                  <a:pt x="2526611" y="37977"/>
                  <a:pt x="2521036" y="37977"/>
                </a:cubicBezTo>
                <a:cubicBezTo>
                  <a:pt x="2515552" y="37977"/>
                  <a:pt x="2510890" y="40205"/>
                  <a:pt x="2507051" y="44660"/>
                </a:cubicBezTo>
                <a:cubicBezTo>
                  <a:pt x="2503213" y="49116"/>
                  <a:pt x="2501293" y="55731"/>
                  <a:pt x="2501293" y="64505"/>
                </a:cubicBezTo>
                <a:close/>
                <a:moveTo>
                  <a:pt x="2620954" y="78764"/>
                </a:moveTo>
                <a:lnTo>
                  <a:pt x="2633704" y="80341"/>
                </a:lnTo>
                <a:cubicBezTo>
                  <a:pt x="2631693" y="87790"/>
                  <a:pt x="2627969" y="93571"/>
                  <a:pt x="2622530" y="97684"/>
                </a:cubicBezTo>
                <a:cubicBezTo>
                  <a:pt x="2617092" y="101797"/>
                  <a:pt x="2610146" y="103853"/>
                  <a:pt x="2601691" y="103853"/>
                </a:cubicBezTo>
                <a:cubicBezTo>
                  <a:pt x="2591043" y="103853"/>
                  <a:pt x="2582600" y="100574"/>
                  <a:pt x="2576362" y="94016"/>
                </a:cubicBezTo>
                <a:cubicBezTo>
                  <a:pt x="2570124" y="87458"/>
                  <a:pt x="2567005" y="78261"/>
                  <a:pt x="2567005" y="66425"/>
                </a:cubicBezTo>
                <a:cubicBezTo>
                  <a:pt x="2567005" y="54177"/>
                  <a:pt x="2570158" y="44672"/>
                  <a:pt x="2576465" y="37908"/>
                </a:cubicBezTo>
                <a:cubicBezTo>
                  <a:pt x="2582771" y="31145"/>
                  <a:pt x="2590952" y="27763"/>
                  <a:pt x="2601006" y="27763"/>
                </a:cubicBezTo>
                <a:cubicBezTo>
                  <a:pt x="2610740" y="27763"/>
                  <a:pt x="2618692" y="31076"/>
                  <a:pt x="2624861" y="37702"/>
                </a:cubicBezTo>
                <a:cubicBezTo>
                  <a:pt x="2631031" y="44329"/>
                  <a:pt x="2634115" y="53652"/>
                  <a:pt x="2634115" y="65671"/>
                </a:cubicBezTo>
                <a:cubicBezTo>
                  <a:pt x="2634115" y="66402"/>
                  <a:pt x="2634092" y="67499"/>
                  <a:pt x="2634047" y="68961"/>
                </a:cubicBezTo>
                <a:lnTo>
                  <a:pt x="2579755" y="68961"/>
                </a:lnTo>
                <a:cubicBezTo>
                  <a:pt x="2580212" y="76959"/>
                  <a:pt x="2582474" y="83083"/>
                  <a:pt x="2586542" y="87333"/>
                </a:cubicBezTo>
                <a:cubicBezTo>
                  <a:pt x="2590609" y="91583"/>
                  <a:pt x="2595682" y="93708"/>
                  <a:pt x="2601760" y="93708"/>
                </a:cubicBezTo>
                <a:cubicBezTo>
                  <a:pt x="2606284" y="93708"/>
                  <a:pt x="2610146" y="92520"/>
                  <a:pt x="2613345" y="90143"/>
                </a:cubicBezTo>
                <a:cubicBezTo>
                  <a:pt x="2616544" y="87767"/>
                  <a:pt x="2619080" y="83974"/>
                  <a:pt x="2620954" y="78764"/>
                </a:cubicBezTo>
                <a:moveTo>
                  <a:pt x="2580441" y="58816"/>
                </a:moveTo>
                <a:lnTo>
                  <a:pt x="2621091" y="58816"/>
                </a:lnTo>
                <a:cubicBezTo>
                  <a:pt x="2620542" y="52692"/>
                  <a:pt x="2618989" y="48099"/>
                  <a:pt x="2616429" y="45037"/>
                </a:cubicBezTo>
                <a:cubicBezTo>
                  <a:pt x="2612499" y="40285"/>
                  <a:pt x="2607404" y="37908"/>
                  <a:pt x="2601143" y="37908"/>
                </a:cubicBezTo>
                <a:cubicBezTo>
                  <a:pt x="2595476" y="37908"/>
                  <a:pt x="2590712" y="39805"/>
                  <a:pt x="2586850" y="43598"/>
                </a:cubicBezTo>
                <a:cubicBezTo>
                  <a:pt x="2582989" y="47391"/>
                  <a:pt x="2580852" y="52464"/>
                  <a:pt x="2580441" y="58816"/>
                </a:cubicBezTo>
                <a:close/>
                <a:moveTo>
                  <a:pt x="2675834" y="91171"/>
                </a:moveTo>
                <a:lnTo>
                  <a:pt x="2677617" y="102071"/>
                </a:lnTo>
                <a:cubicBezTo>
                  <a:pt x="2674143" y="102802"/>
                  <a:pt x="2671036" y="103168"/>
                  <a:pt x="2668294" y="103168"/>
                </a:cubicBezTo>
                <a:cubicBezTo>
                  <a:pt x="2663815" y="103168"/>
                  <a:pt x="2660342" y="102459"/>
                  <a:pt x="2657874" y="101043"/>
                </a:cubicBezTo>
                <a:cubicBezTo>
                  <a:pt x="2655407" y="99626"/>
                  <a:pt x="2653670" y="97764"/>
                  <a:pt x="2652665" y="95456"/>
                </a:cubicBezTo>
                <a:cubicBezTo>
                  <a:pt x="2651659" y="93148"/>
                  <a:pt x="2651156" y="88292"/>
                  <a:pt x="2651156" y="80889"/>
                </a:cubicBezTo>
                <a:lnTo>
                  <a:pt x="2651156" y="39005"/>
                </a:lnTo>
                <a:lnTo>
                  <a:pt x="2642108" y="39005"/>
                </a:lnTo>
                <a:lnTo>
                  <a:pt x="2642108" y="29408"/>
                </a:lnTo>
                <a:lnTo>
                  <a:pt x="2651156" y="29408"/>
                </a:lnTo>
                <a:lnTo>
                  <a:pt x="2651156" y="11379"/>
                </a:lnTo>
                <a:lnTo>
                  <a:pt x="2663427" y="3976"/>
                </a:lnTo>
                <a:lnTo>
                  <a:pt x="2663427" y="29408"/>
                </a:lnTo>
                <a:lnTo>
                  <a:pt x="2675834" y="29408"/>
                </a:lnTo>
                <a:lnTo>
                  <a:pt x="2675834" y="39005"/>
                </a:lnTo>
                <a:lnTo>
                  <a:pt x="2663427" y="39005"/>
                </a:lnTo>
                <a:lnTo>
                  <a:pt x="2663427" y="81574"/>
                </a:lnTo>
                <a:cubicBezTo>
                  <a:pt x="2663427" y="85093"/>
                  <a:pt x="2663644" y="87355"/>
                  <a:pt x="2664078" y="88361"/>
                </a:cubicBezTo>
                <a:cubicBezTo>
                  <a:pt x="2664512" y="89366"/>
                  <a:pt x="2665221" y="90166"/>
                  <a:pt x="2666203" y="90760"/>
                </a:cubicBezTo>
                <a:cubicBezTo>
                  <a:pt x="2667186" y="91354"/>
                  <a:pt x="2668591" y="91651"/>
                  <a:pt x="2670419" y="91651"/>
                </a:cubicBezTo>
                <a:cubicBezTo>
                  <a:pt x="2671790" y="91651"/>
                  <a:pt x="2673595" y="91491"/>
                  <a:pt x="2675834" y="91171"/>
                </a:cubicBezTo>
                <a:close/>
                <a:moveTo>
                  <a:pt x="2773333" y="93228"/>
                </a:moveTo>
                <a:cubicBezTo>
                  <a:pt x="2768763" y="97112"/>
                  <a:pt x="2764365" y="99854"/>
                  <a:pt x="2760137" y="101454"/>
                </a:cubicBezTo>
                <a:cubicBezTo>
                  <a:pt x="2755910" y="103053"/>
                  <a:pt x="2751374" y="103853"/>
                  <a:pt x="2746530" y="103853"/>
                </a:cubicBezTo>
                <a:cubicBezTo>
                  <a:pt x="2738533" y="103853"/>
                  <a:pt x="2732386" y="101899"/>
                  <a:pt x="2728090" y="97992"/>
                </a:cubicBezTo>
                <a:cubicBezTo>
                  <a:pt x="2723795" y="94085"/>
                  <a:pt x="2721647" y="89092"/>
                  <a:pt x="2721647" y="83014"/>
                </a:cubicBezTo>
                <a:cubicBezTo>
                  <a:pt x="2721647" y="79449"/>
                  <a:pt x="2722458" y="76193"/>
                  <a:pt x="2724080" y="73246"/>
                </a:cubicBezTo>
                <a:cubicBezTo>
                  <a:pt x="2725702" y="70298"/>
                  <a:pt x="2727828" y="67933"/>
                  <a:pt x="2730455" y="66151"/>
                </a:cubicBezTo>
                <a:cubicBezTo>
                  <a:pt x="2733083" y="64368"/>
                  <a:pt x="2736042" y="63020"/>
                  <a:pt x="2739332" y="62106"/>
                </a:cubicBezTo>
                <a:cubicBezTo>
                  <a:pt x="2741755" y="61466"/>
                  <a:pt x="2745411" y="60849"/>
                  <a:pt x="2750300" y="60255"/>
                </a:cubicBezTo>
                <a:cubicBezTo>
                  <a:pt x="2760263" y="59067"/>
                  <a:pt x="2767598" y="57650"/>
                  <a:pt x="2772305" y="56005"/>
                </a:cubicBezTo>
                <a:cubicBezTo>
                  <a:pt x="2772351" y="54314"/>
                  <a:pt x="2772374" y="53240"/>
                  <a:pt x="2772374" y="52783"/>
                </a:cubicBezTo>
                <a:cubicBezTo>
                  <a:pt x="2772374" y="47756"/>
                  <a:pt x="2771208" y="44215"/>
                  <a:pt x="2768878" y="42158"/>
                </a:cubicBezTo>
                <a:cubicBezTo>
                  <a:pt x="2765724" y="39371"/>
                  <a:pt x="2761040" y="37977"/>
                  <a:pt x="2754825" y="37977"/>
                </a:cubicBezTo>
                <a:cubicBezTo>
                  <a:pt x="2749021" y="37977"/>
                  <a:pt x="2744737" y="38993"/>
                  <a:pt x="2741972" y="41027"/>
                </a:cubicBezTo>
                <a:cubicBezTo>
                  <a:pt x="2739207" y="43061"/>
                  <a:pt x="2737162" y="46660"/>
                  <a:pt x="2735836" y="51824"/>
                </a:cubicBezTo>
                <a:lnTo>
                  <a:pt x="2723772" y="50179"/>
                </a:lnTo>
                <a:cubicBezTo>
                  <a:pt x="2724868" y="45014"/>
                  <a:pt x="2726674" y="40844"/>
                  <a:pt x="2729187" y="37668"/>
                </a:cubicBezTo>
                <a:cubicBezTo>
                  <a:pt x="2731701" y="34492"/>
                  <a:pt x="2735334" y="32047"/>
                  <a:pt x="2740087" y="30333"/>
                </a:cubicBezTo>
                <a:cubicBezTo>
                  <a:pt x="2744839" y="28620"/>
                  <a:pt x="2750346" y="27763"/>
                  <a:pt x="2756607" y="27763"/>
                </a:cubicBezTo>
                <a:cubicBezTo>
                  <a:pt x="2762822" y="27763"/>
                  <a:pt x="2767872" y="28494"/>
                  <a:pt x="2771757" y="29956"/>
                </a:cubicBezTo>
                <a:cubicBezTo>
                  <a:pt x="2775641" y="31419"/>
                  <a:pt x="2778497" y="33258"/>
                  <a:pt x="2780325" y="35475"/>
                </a:cubicBezTo>
                <a:cubicBezTo>
                  <a:pt x="2782153" y="37691"/>
                  <a:pt x="2783433" y="40490"/>
                  <a:pt x="2784164" y="43872"/>
                </a:cubicBezTo>
                <a:cubicBezTo>
                  <a:pt x="2784575" y="45974"/>
                  <a:pt x="2784781" y="49767"/>
                  <a:pt x="2784781" y="55251"/>
                </a:cubicBezTo>
                <a:lnTo>
                  <a:pt x="2784781" y="71703"/>
                </a:lnTo>
                <a:cubicBezTo>
                  <a:pt x="2784781" y="83174"/>
                  <a:pt x="2785044" y="90429"/>
                  <a:pt x="2785569" y="93468"/>
                </a:cubicBezTo>
                <a:cubicBezTo>
                  <a:pt x="2786095" y="96507"/>
                  <a:pt x="2787135" y="99420"/>
                  <a:pt x="2788688" y="102208"/>
                </a:cubicBezTo>
                <a:lnTo>
                  <a:pt x="2775801" y="102208"/>
                </a:lnTo>
                <a:cubicBezTo>
                  <a:pt x="2774521" y="99649"/>
                  <a:pt x="2773699" y="96655"/>
                  <a:pt x="2773333" y="93228"/>
                </a:cubicBezTo>
                <a:moveTo>
                  <a:pt x="2772305" y="65671"/>
                </a:moveTo>
                <a:cubicBezTo>
                  <a:pt x="2767826" y="67499"/>
                  <a:pt x="2761109" y="69053"/>
                  <a:pt x="2752151" y="70332"/>
                </a:cubicBezTo>
                <a:cubicBezTo>
                  <a:pt x="2747079" y="71063"/>
                  <a:pt x="2743491" y="71886"/>
                  <a:pt x="2741389" y="72800"/>
                </a:cubicBezTo>
                <a:cubicBezTo>
                  <a:pt x="2739287" y="73714"/>
                  <a:pt x="2737664" y="75051"/>
                  <a:pt x="2736522" y="76810"/>
                </a:cubicBezTo>
                <a:cubicBezTo>
                  <a:pt x="2735379" y="78570"/>
                  <a:pt x="2734808" y="80523"/>
                  <a:pt x="2734808" y="82671"/>
                </a:cubicBezTo>
                <a:cubicBezTo>
                  <a:pt x="2734808" y="85962"/>
                  <a:pt x="2736054" y="88704"/>
                  <a:pt x="2738544" y="90897"/>
                </a:cubicBezTo>
                <a:cubicBezTo>
                  <a:pt x="2741035" y="93091"/>
                  <a:pt x="2744679" y="94188"/>
                  <a:pt x="2749478" y="94188"/>
                </a:cubicBezTo>
                <a:cubicBezTo>
                  <a:pt x="2754231" y="94188"/>
                  <a:pt x="2758458" y="93148"/>
                  <a:pt x="2762160" y="91069"/>
                </a:cubicBezTo>
                <a:cubicBezTo>
                  <a:pt x="2765861" y="88989"/>
                  <a:pt x="2768580" y="86144"/>
                  <a:pt x="2770317" y="82534"/>
                </a:cubicBezTo>
                <a:cubicBezTo>
                  <a:pt x="2771642" y="79746"/>
                  <a:pt x="2772305" y="75633"/>
                  <a:pt x="2772305" y="70195"/>
                </a:cubicBezTo>
                <a:lnTo>
                  <a:pt x="2772305" y="65671"/>
                </a:lnTo>
                <a:close/>
                <a:moveTo>
                  <a:pt x="2889576" y="75542"/>
                </a:moveTo>
                <a:lnTo>
                  <a:pt x="2901709" y="77119"/>
                </a:lnTo>
                <a:cubicBezTo>
                  <a:pt x="2900384" y="85482"/>
                  <a:pt x="2896991" y="92028"/>
                  <a:pt x="2891530" y="96758"/>
                </a:cubicBezTo>
                <a:cubicBezTo>
                  <a:pt x="2886069" y="101488"/>
                  <a:pt x="2879362" y="103853"/>
                  <a:pt x="2871410" y="103853"/>
                </a:cubicBezTo>
                <a:cubicBezTo>
                  <a:pt x="2861448" y="103853"/>
                  <a:pt x="2853439" y="100597"/>
                  <a:pt x="2847384" y="94085"/>
                </a:cubicBezTo>
                <a:cubicBezTo>
                  <a:pt x="2841328" y="87573"/>
                  <a:pt x="2838301" y="78238"/>
                  <a:pt x="2838301" y="66082"/>
                </a:cubicBezTo>
                <a:cubicBezTo>
                  <a:pt x="2838301" y="58222"/>
                  <a:pt x="2839603" y="51344"/>
                  <a:pt x="2842208" y="45449"/>
                </a:cubicBezTo>
                <a:cubicBezTo>
                  <a:pt x="2844813" y="39553"/>
                  <a:pt x="2848777" y="35132"/>
                  <a:pt x="2854101" y="32184"/>
                </a:cubicBezTo>
                <a:cubicBezTo>
                  <a:pt x="2859426" y="29237"/>
                  <a:pt x="2865218" y="27763"/>
                  <a:pt x="2871479" y="27763"/>
                </a:cubicBezTo>
                <a:cubicBezTo>
                  <a:pt x="2879385" y="27763"/>
                  <a:pt x="2885852" y="29762"/>
                  <a:pt x="2890879" y="33761"/>
                </a:cubicBezTo>
                <a:cubicBezTo>
                  <a:pt x="2895906" y="37760"/>
                  <a:pt x="2899127" y="43438"/>
                  <a:pt x="2900544" y="50795"/>
                </a:cubicBezTo>
                <a:lnTo>
                  <a:pt x="2888548" y="52646"/>
                </a:lnTo>
                <a:cubicBezTo>
                  <a:pt x="2887405" y="47756"/>
                  <a:pt x="2885383" y="44078"/>
                  <a:pt x="2882481" y="41610"/>
                </a:cubicBezTo>
                <a:cubicBezTo>
                  <a:pt x="2879579" y="39142"/>
                  <a:pt x="2876072" y="37908"/>
                  <a:pt x="2871959" y="37908"/>
                </a:cubicBezTo>
                <a:cubicBezTo>
                  <a:pt x="2865744" y="37908"/>
                  <a:pt x="2860694" y="40136"/>
                  <a:pt x="2856809" y="44592"/>
                </a:cubicBezTo>
                <a:cubicBezTo>
                  <a:pt x="2852925" y="49047"/>
                  <a:pt x="2850982" y="56097"/>
                  <a:pt x="2850982" y="65739"/>
                </a:cubicBezTo>
                <a:cubicBezTo>
                  <a:pt x="2850982" y="75519"/>
                  <a:pt x="2852856" y="82626"/>
                  <a:pt x="2856604" y="87058"/>
                </a:cubicBezTo>
                <a:cubicBezTo>
                  <a:pt x="2860351" y="91491"/>
                  <a:pt x="2865241" y="93708"/>
                  <a:pt x="2871273" y="93708"/>
                </a:cubicBezTo>
                <a:cubicBezTo>
                  <a:pt x="2876117" y="93708"/>
                  <a:pt x="2880162" y="92223"/>
                  <a:pt x="2883407" y="89252"/>
                </a:cubicBezTo>
                <a:cubicBezTo>
                  <a:pt x="2886651" y="86282"/>
                  <a:pt x="2888708" y="81712"/>
                  <a:pt x="2889576" y="75542"/>
                </a:cubicBezTo>
                <a:close/>
                <a:moveTo>
                  <a:pt x="2959696" y="102208"/>
                </a:moveTo>
                <a:lnTo>
                  <a:pt x="2959696" y="91514"/>
                </a:lnTo>
                <a:cubicBezTo>
                  <a:pt x="2954029" y="99740"/>
                  <a:pt x="2946329" y="103853"/>
                  <a:pt x="2936595" y="103853"/>
                </a:cubicBezTo>
                <a:cubicBezTo>
                  <a:pt x="2932299" y="103853"/>
                  <a:pt x="2928289" y="103031"/>
                  <a:pt x="2924564" y="101385"/>
                </a:cubicBezTo>
                <a:cubicBezTo>
                  <a:pt x="2920840" y="99740"/>
                  <a:pt x="2918075" y="97672"/>
                  <a:pt x="2916270" y="95182"/>
                </a:cubicBezTo>
                <a:cubicBezTo>
                  <a:pt x="2914464" y="92691"/>
                  <a:pt x="2913196" y="89640"/>
                  <a:pt x="2912465" y="86030"/>
                </a:cubicBezTo>
                <a:cubicBezTo>
                  <a:pt x="2911962" y="83608"/>
                  <a:pt x="2911711" y="79769"/>
                  <a:pt x="2911711" y="74514"/>
                </a:cubicBezTo>
                <a:lnTo>
                  <a:pt x="2911711" y="29408"/>
                </a:lnTo>
                <a:lnTo>
                  <a:pt x="2924050" y="29408"/>
                </a:lnTo>
                <a:lnTo>
                  <a:pt x="2924050" y="69784"/>
                </a:lnTo>
                <a:cubicBezTo>
                  <a:pt x="2924050" y="76228"/>
                  <a:pt x="2924301" y="80569"/>
                  <a:pt x="2924804" y="82808"/>
                </a:cubicBezTo>
                <a:cubicBezTo>
                  <a:pt x="2925581" y="86053"/>
                  <a:pt x="2927226" y="88601"/>
                  <a:pt x="2929740" y="90452"/>
                </a:cubicBezTo>
                <a:cubicBezTo>
                  <a:pt x="2932253" y="92302"/>
                  <a:pt x="2935361" y="93228"/>
                  <a:pt x="2939062" y="93228"/>
                </a:cubicBezTo>
                <a:cubicBezTo>
                  <a:pt x="2942764" y="93228"/>
                  <a:pt x="2946237" y="92280"/>
                  <a:pt x="2949482" y="90383"/>
                </a:cubicBezTo>
                <a:cubicBezTo>
                  <a:pt x="2952727" y="88487"/>
                  <a:pt x="2955023" y="85904"/>
                  <a:pt x="2956371" y="82637"/>
                </a:cubicBezTo>
                <a:cubicBezTo>
                  <a:pt x="2957719" y="79369"/>
                  <a:pt x="2958393" y="74628"/>
                  <a:pt x="2958393" y="68413"/>
                </a:cubicBezTo>
                <a:lnTo>
                  <a:pt x="2958393" y="29408"/>
                </a:lnTo>
                <a:lnTo>
                  <a:pt x="2970732" y="29408"/>
                </a:lnTo>
                <a:lnTo>
                  <a:pt x="2970732" y="102208"/>
                </a:lnTo>
                <a:lnTo>
                  <a:pt x="2959696" y="102208"/>
                </a:lnTo>
                <a:close/>
                <a:moveTo>
                  <a:pt x="2989761" y="130108"/>
                </a:moveTo>
                <a:lnTo>
                  <a:pt x="2989761" y="29408"/>
                </a:lnTo>
                <a:lnTo>
                  <a:pt x="3001004" y="29408"/>
                </a:lnTo>
                <a:lnTo>
                  <a:pt x="3001004" y="38868"/>
                </a:lnTo>
                <a:cubicBezTo>
                  <a:pt x="3003654" y="35166"/>
                  <a:pt x="3006648" y="32390"/>
                  <a:pt x="3009984" y="30539"/>
                </a:cubicBezTo>
                <a:cubicBezTo>
                  <a:pt x="3013320" y="28688"/>
                  <a:pt x="3017364" y="27763"/>
                  <a:pt x="3022117" y="27763"/>
                </a:cubicBezTo>
                <a:cubicBezTo>
                  <a:pt x="3028332" y="27763"/>
                  <a:pt x="3033816" y="29362"/>
                  <a:pt x="3038569" y="32561"/>
                </a:cubicBezTo>
                <a:cubicBezTo>
                  <a:pt x="3043322" y="35760"/>
                  <a:pt x="3046909" y="40273"/>
                  <a:pt x="3049331" y="46100"/>
                </a:cubicBezTo>
                <a:cubicBezTo>
                  <a:pt x="3051753" y="51927"/>
                  <a:pt x="3052964" y="58313"/>
                  <a:pt x="3052964" y="65260"/>
                </a:cubicBezTo>
                <a:cubicBezTo>
                  <a:pt x="3052964" y="72709"/>
                  <a:pt x="3051628" y="79415"/>
                  <a:pt x="3048954" y="85379"/>
                </a:cubicBezTo>
                <a:cubicBezTo>
                  <a:pt x="3046281" y="91343"/>
                  <a:pt x="3042396" y="95913"/>
                  <a:pt x="3037301" y="99089"/>
                </a:cubicBezTo>
                <a:cubicBezTo>
                  <a:pt x="3032205" y="102265"/>
                  <a:pt x="3026847" y="103853"/>
                  <a:pt x="3021226" y="103853"/>
                </a:cubicBezTo>
                <a:cubicBezTo>
                  <a:pt x="3017113" y="103853"/>
                  <a:pt x="3013423" y="102985"/>
                  <a:pt x="3010155" y="101248"/>
                </a:cubicBezTo>
                <a:cubicBezTo>
                  <a:pt x="3006887" y="99512"/>
                  <a:pt x="3004203" y="97318"/>
                  <a:pt x="3002100" y="94667"/>
                </a:cubicBezTo>
                <a:lnTo>
                  <a:pt x="3002100" y="130108"/>
                </a:lnTo>
                <a:lnTo>
                  <a:pt x="2989761" y="130108"/>
                </a:lnTo>
                <a:moveTo>
                  <a:pt x="3000935" y="66219"/>
                </a:moveTo>
                <a:cubicBezTo>
                  <a:pt x="3000935" y="75588"/>
                  <a:pt x="3002832" y="82511"/>
                  <a:pt x="3006625" y="86990"/>
                </a:cubicBezTo>
                <a:cubicBezTo>
                  <a:pt x="3010418" y="91468"/>
                  <a:pt x="3015011" y="93708"/>
                  <a:pt x="3020403" y="93708"/>
                </a:cubicBezTo>
                <a:cubicBezTo>
                  <a:pt x="3025887" y="93708"/>
                  <a:pt x="3030583" y="91388"/>
                  <a:pt x="3034490" y="86750"/>
                </a:cubicBezTo>
                <a:cubicBezTo>
                  <a:pt x="3038398" y="82111"/>
                  <a:pt x="3040351" y="74925"/>
                  <a:pt x="3040351" y="65191"/>
                </a:cubicBezTo>
                <a:cubicBezTo>
                  <a:pt x="3040351" y="55914"/>
                  <a:pt x="3038443" y="48967"/>
                  <a:pt x="3034627" y="44352"/>
                </a:cubicBezTo>
                <a:cubicBezTo>
                  <a:pt x="3030811" y="39736"/>
                  <a:pt x="3026253" y="37428"/>
                  <a:pt x="3020952" y="37428"/>
                </a:cubicBezTo>
                <a:cubicBezTo>
                  <a:pt x="3015696" y="37428"/>
                  <a:pt x="3011046" y="39885"/>
                  <a:pt x="3007002" y="44797"/>
                </a:cubicBezTo>
                <a:cubicBezTo>
                  <a:pt x="3002957" y="49710"/>
                  <a:pt x="3000935" y="56851"/>
                  <a:pt x="3000935" y="66219"/>
                </a:cubicBezTo>
                <a:close/>
                <a:moveTo>
                  <a:pt x="3115043" y="75542"/>
                </a:moveTo>
                <a:lnTo>
                  <a:pt x="3127176" y="77119"/>
                </a:lnTo>
                <a:cubicBezTo>
                  <a:pt x="3125851" y="85482"/>
                  <a:pt x="3122458" y="92028"/>
                  <a:pt x="3116997" y="96758"/>
                </a:cubicBezTo>
                <a:cubicBezTo>
                  <a:pt x="3111536" y="101488"/>
                  <a:pt x="3104829" y="103853"/>
                  <a:pt x="3096877" y="103853"/>
                </a:cubicBezTo>
                <a:cubicBezTo>
                  <a:pt x="3086915" y="103853"/>
                  <a:pt x="3078906" y="100597"/>
                  <a:pt x="3072851" y="94085"/>
                </a:cubicBezTo>
                <a:cubicBezTo>
                  <a:pt x="3066795" y="87573"/>
                  <a:pt x="3063768" y="78238"/>
                  <a:pt x="3063768" y="66082"/>
                </a:cubicBezTo>
                <a:cubicBezTo>
                  <a:pt x="3063768" y="58222"/>
                  <a:pt x="3065070" y="51344"/>
                  <a:pt x="3067675" y="45449"/>
                </a:cubicBezTo>
                <a:cubicBezTo>
                  <a:pt x="3070280" y="39553"/>
                  <a:pt x="3074244" y="35132"/>
                  <a:pt x="3079569" y="32184"/>
                </a:cubicBezTo>
                <a:cubicBezTo>
                  <a:pt x="3084893" y="29237"/>
                  <a:pt x="3090685" y="27763"/>
                  <a:pt x="3096946" y="27763"/>
                </a:cubicBezTo>
                <a:cubicBezTo>
                  <a:pt x="3104852" y="27763"/>
                  <a:pt x="3111319" y="29762"/>
                  <a:pt x="3116346" y="33761"/>
                </a:cubicBezTo>
                <a:cubicBezTo>
                  <a:pt x="3121373" y="37760"/>
                  <a:pt x="3124594" y="43438"/>
                  <a:pt x="3126011" y="50795"/>
                </a:cubicBezTo>
                <a:lnTo>
                  <a:pt x="3114015" y="52646"/>
                </a:lnTo>
                <a:cubicBezTo>
                  <a:pt x="3112872" y="47756"/>
                  <a:pt x="3110850" y="44078"/>
                  <a:pt x="3107948" y="41610"/>
                </a:cubicBezTo>
                <a:cubicBezTo>
                  <a:pt x="3105046" y="39142"/>
                  <a:pt x="3101539" y="37908"/>
                  <a:pt x="3097426" y="37908"/>
                </a:cubicBezTo>
                <a:cubicBezTo>
                  <a:pt x="3091211" y="37908"/>
                  <a:pt x="3086161" y="40136"/>
                  <a:pt x="3082276" y="44592"/>
                </a:cubicBezTo>
                <a:cubicBezTo>
                  <a:pt x="3078392" y="49047"/>
                  <a:pt x="3076450" y="56097"/>
                  <a:pt x="3076450" y="65739"/>
                </a:cubicBezTo>
                <a:cubicBezTo>
                  <a:pt x="3076450" y="75519"/>
                  <a:pt x="3078323" y="82626"/>
                  <a:pt x="3082071" y="87058"/>
                </a:cubicBezTo>
                <a:cubicBezTo>
                  <a:pt x="3085818" y="91491"/>
                  <a:pt x="3090708" y="93708"/>
                  <a:pt x="3096740" y="93708"/>
                </a:cubicBezTo>
                <a:cubicBezTo>
                  <a:pt x="3101584" y="93708"/>
                  <a:pt x="3105629" y="92223"/>
                  <a:pt x="3108874" y="89252"/>
                </a:cubicBezTo>
                <a:cubicBezTo>
                  <a:pt x="3112118" y="86282"/>
                  <a:pt x="3114175" y="81712"/>
                  <a:pt x="3115043" y="75542"/>
                </a:cubicBezTo>
                <a:close/>
                <a:moveTo>
                  <a:pt x="3184957" y="93228"/>
                </a:moveTo>
                <a:cubicBezTo>
                  <a:pt x="3180387" y="97112"/>
                  <a:pt x="3175988" y="99854"/>
                  <a:pt x="3171761" y="101454"/>
                </a:cubicBezTo>
                <a:cubicBezTo>
                  <a:pt x="3167534" y="103053"/>
                  <a:pt x="3162998" y="103853"/>
                  <a:pt x="3158154" y="103853"/>
                </a:cubicBezTo>
                <a:cubicBezTo>
                  <a:pt x="3150156" y="103853"/>
                  <a:pt x="3144010" y="101899"/>
                  <a:pt x="3139714" y="97992"/>
                </a:cubicBezTo>
                <a:cubicBezTo>
                  <a:pt x="3135418" y="94085"/>
                  <a:pt x="3133270" y="89092"/>
                  <a:pt x="3133270" y="83014"/>
                </a:cubicBezTo>
                <a:cubicBezTo>
                  <a:pt x="3133270" y="79449"/>
                  <a:pt x="3134082" y="76193"/>
                  <a:pt x="3135704" y="73246"/>
                </a:cubicBezTo>
                <a:cubicBezTo>
                  <a:pt x="3137326" y="70298"/>
                  <a:pt x="3139451" y="67933"/>
                  <a:pt x="3142079" y="66151"/>
                </a:cubicBezTo>
                <a:cubicBezTo>
                  <a:pt x="3144707" y="64368"/>
                  <a:pt x="3147666" y="63020"/>
                  <a:pt x="3150956" y="62106"/>
                </a:cubicBezTo>
                <a:cubicBezTo>
                  <a:pt x="3153378" y="61466"/>
                  <a:pt x="3157034" y="60849"/>
                  <a:pt x="3161924" y="60255"/>
                </a:cubicBezTo>
                <a:cubicBezTo>
                  <a:pt x="3171887" y="59067"/>
                  <a:pt x="3179222" y="57650"/>
                  <a:pt x="3183929" y="56005"/>
                </a:cubicBezTo>
                <a:cubicBezTo>
                  <a:pt x="3183974" y="54314"/>
                  <a:pt x="3183997" y="53240"/>
                  <a:pt x="3183997" y="52783"/>
                </a:cubicBezTo>
                <a:cubicBezTo>
                  <a:pt x="3183997" y="47756"/>
                  <a:pt x="3182832" y="44215"/>
                  <a:pt x="3180501" y="42158"/>
                </a:cubicBezTo>
                <a:cubicBezTo>
                  <a:pt x="3177348" y="39371"/>
                  <a:pt x="3172664" y="37977"/>
                  <a:pt x="3166449" y="37977"/>
                </a:cubicBezTo>
                <a:cubicBezTo>
                  <a:pt x="3160645" y="37977"/>
                  <a:pt x="3156360" y="38993"/>
                  <a:pt x="3153595" y="41027"/>
                </a:cubicBezTo>
                <a:cubicBezTo>
                  <a:pt x="3150831" y="43061"/>
                  <a:pt x="3148785" y="46660"/>
                  <a:pt x="3147460" y="51824"/>
                </a:cubicBezTo>
                <a:lnTo>
                  <a:pt x="3135395" y="50179"/>
                </a:lnTo>
                <a:cubicBezTo>
                  <a:pt x="3136492" y="45014"/>
                  <a:pt x="3138297" y="40844"/>
                  <a:pt x="3140811" y="37668"/>
                </a:cubicBezTo>
                <a:cubicBezTo>
                  <a:pt x="3143324" y="34492"/>
                  <a:pt x="3146957" y="32047"/>
                  <a:pt x="3151710" y="30333"/>
                </a:cubicBezTo>
                <a:cubicBezTo>
                  <a:pt x="3156463" y="28620"/>
                  <a:pt x="3161970" y="27763"/>
                  <a:pt x="3168231" y="27763"/>
                </a:cubicBezTo>
                <a:cubicBezTo>
                  <a:pt x="3174446" y="27763"/>
                  <a:pt x="3179496" y="28494"/>
                  <a:pt x="3183380" y="29956"/>
                </a:cubicBezTo>
                <a:cubicBezTo>
                  <a:pt x="3187265" y="31419"/>
                  <a:pt x="3190121" y="33258"/>
                  <a:pt x="3191949" y="35475"/>
                </a:cubicBezTo>
                <a:cubicBezTo>
                  <a:pt x="3193777" y="37691"/>
                  <a:pt x="3195057" y="40490"/>
                  <a:pt x="3195788" y="43872"/>
                </a:cubicBezTo>
                <a:cubicBezTo>
                  <a:pt x="3196199" y="45974"/>
                  <a:pt x="3196405" y="49767"/>
                  <a:pt x="3196405" y="55251"/>
                </a:cubicBezTo>
                <a:lnTo>
                  <a:pt x="3196405" y="71703"/>
                </a:lnTo>
                <a:cubicBezTo>
                  <a:pt x="3196405" y="83174"/>
                  <a:pt x="3196668" y="90429"/>
                  <a:pt x="3197193" y="93468"/>
                </a:cubicBezTo>
                <a:cubicBezTo>
                  <a:pt x="3197719" y="96507"/>
                  <a:pt x="3198758" y="99420"/>
                  <a:pt x="3200312" y="102208"/>
                </a:cubicBezTo>
                <a:lnTo>
                  <a:pt x="3187425" y="102208"/>
                </a:lnTo>
                <a:cubicBezTo>
                  <a:pt x="3186145" y="99649"/>
                  <a:pt x="3185323" y="96655"/>
                  <a:pt x="3184957" y="93228"/>
                </a:cubicBezTo>
                <a:moveTo>
                  <a:pt x="3183929" y="65671"/>
                </a:moveTo>
                <a:cubicBezTo>
                  <a:pt x="3179450" y="67499"/>
                  <a:pt x="3172732" y="69053"/>
                  <a:pt x="3163775" y="70332"/>
                </a:cubicBezTo>
                <a:cubicBezTo>
                  <a:pt x="3158702" y="71063"/>
                  <a:pt x="3155115" y="71886"/>
                  <a:pt x="3153013" y="72800"/>
                </a:cubicBezTo>
                <a:cubicBezTo>
                  <a:pt x="3150911" y="73714"/>
                  <a:pt x="3149288" y="75051"/>
                  <a:pt x="3148146" y="76810"/>
                </a:cubicBezTo>
                <a:cubicBezTo>
                  <a:pt x="3147003" y="78570"/>
                  <a:pt x="3146432" y="80523"/>
                  <a:pt x="3146432" y="82671"/>
                </a:cubicBezTo>
                <a:cubicBezTo>
                  <a:pt x="3146432" y="85962"/>
                  <a:pt x="3147677" y="88704"/>
                  <a:pt x="3150168" y="90897"/>
                </a:cubicBezTo>
                <a:cubicBezTo>
                  <a:pt x="3152659" y="93091"/>
                  <a:pt x="3156303" y="94188"/>
                  <a:pt x="3161102" y="94188"/>
                </a:cubicBezTo>
                <a:cubicBezTo>
                  <a:pt x="3165854" y="94188"/>
                  <a:pt x="3170082" y="93148"/>
                  <a:pt x="3173783" y="91069"/>
                </a:cubicBezTo>
                <a:cubicBezTo>
                  <a:pt x="3177485" y="88989"/>
                  <a:pt x="3180204" y="86144"/>
                  <a:pt x="3181941" y="82534"/>
                </a:cubicBezTo>
                <a:cubicBezTo>
                  <a:pt x="3183266" y="79746"/>
                  <a:pt x="3183929" y="75633"/>
                  <a:pt x="3183929" y="70195"/>
                </a:cubicBezTo>
                <a:lnTo>
                  <a:pt x="3183929" y="65671"/>
                </a:lnTo>
                <a:close/>
                <a:moveTo>
                  <a:pt x="3215297" y="102208"/>
                </a:moveTo>
                <a:lnTo>
                  <a:pt x="3215297" y="1714"/>
                </a:lnTo>
                <a:lnTo>
                  <a:pt x="3227636" y="1714"/>
                </a:lnTo>
                <a:lnTo>
                  <a:pt x="3227636" y="59021"/>
                </a:lnTo>
                <a:lnTo>
                  <a:pt x="3256838" y="29408"/>
                </a:lnTo>
                <a:lnTo>
                  <a:pt x="3272810" y="29408"/>
                </a:lnTo>
                <a:lnTo>
                  <a:pt x="3244979" y="56417"/>
                </a:lnTo>
                <a:lnTo>
                  <a:pt x="3275621" y="102208"/>
                </a:lnTo>
                <a:lnTo>
                  <a:pt x="3260403" y="102208"/>
                </a:lnTo>
                <a:lnTo>
                  <a:pt x="3236342" y="64985"/>
                </a:lnTo>
                <a:lnTo>
                  <a:pt x="3227636" y="73348"/>
                </a:lnTo>
                <a:lnTo>
                  <a:pt x="3227636" y="102208"/>
                </a:lnTo>
                <a:lnTo>
                  <a:pt x="3215297" y="102208"/>
                </a:lnTo>
                <a:close/>
                <a:moveTo>
                  <a:pt x="3334978" y="78764"/>
                </a:moveTo>
                <a:lnTo>
                  <a:pt x="3347728" y="80341"/>
                </a:lnTo>
                <a:cubicBezTo>
                  <a:pt x="3345718" y="87790"/>
                  <a:pt x="3341993" y="93571"/>
                  <a:pt x="3336555" y="97684"/>
                </a:cubicBezTo>
                <a:cubicBezTo>
                  <a:pt x="3331117" y="101797"/>
                  <a:pt x="3324170" y="103853"/>
                  <a:pt x="3315716" y="103853"/>
                </a:cubicBezTo>
                <a:cubicBezTo>
                  <a:pt x="3305068" y="103853"/>
                  <a:pt x="3296624" y="100574"/>
                  <a:pt x="3290386" y="94016"/>
                </a:cubicBezTo>
                <a:cubicBezTo>
                  <a:pt x="3284148" y="87458"/>
                  <a:pt x="3281029" y="78261"/>
                  <a:pt x="3281029" y="66425"/>
                </a:cubicBezTo>
                <a:cubicBezTo>
                  <a:pt x="3281029" y="54177"/>
                  <a:pt x="3284183" y="44672"/>
                  <a:pt x="3290489" y="37908"/>
                </a:cubicBezTo>
                <a:cubicBezTo>
                  <a:pt x="3296796" y="31145"/>
                  <a:pt x="3304976" y="27763"/>
                  <a:pt x="3315030" y="27763"/>
                </a:cubicBezTo>
                <a:cubicBezTo>
                  <a:pt x="3324764" y="27763"/>
                  <a:pt x="3332716" y="31076"/>
                  <a:pt x="3338885" y="37702"/>
                </a:cubicBezTo>
                <a:cubicBezTo>
                  <a:pt x="3345055" y="44329"/>
                  <a:pt x="3348140" y="53652"/>
                  <a:pt x="3348140" y="65671"/>
                </a:cubicBezTo>
                <a:cubicBezTo>
                  <a:pt x="3348140" y="66402"/>
                  <a:pt x="3348117" y="67499"/>
                  <a:pt x="3348071" y="68961"/>
                </a:cubicBezTo>
                <a:lnTo>
                  <a:pt x="3293780" y="68961"/>
                </a:lnTo>
                <a:cubicBezTo>
                  <a:pt x="3294237" y="76959"/>
                  <a:pt x="3296499" y="83083"/>
                  <a:pt x="3300566" y="87333"/>
                </a:cubicBezTo>
                <a:cubicBezTo>
                  <a:pt x="3304633" y="91583"/>
                  <a:pt x="3309706" y="93708"/>
                  <a:pt x="3315784" y="93708"/>
                </a:cubicBezTo>
                <a:cubicBezTo>
                  <a:pt x="3320308" y="93708"/>
                  <a:pt x="3324170" y="92520"/>
                  <a:pt x="3327369" y="90143"/>
                </a:cubicBezTo>
                <a:cubicBezTo>
                  <a:pt x="3330568" y="87767"/>
                  <a:pt x="3333104" y="83974"/>
                  <a:pt x="3334978" y="78764"/>
                </a:cubicBezTo>
                <a:moveTo>
                  <a:pt x="3294465" y="58816"/>
                </a:moveTo>
                <a:lnTo>
                  <a:pt x="3335115" y="58816"/>
                </a:lnTo>
                <a:cubicBezTo>
                  <a:pt x="3334567" y="52692"/>
                  <a:pt x="3333013" y="48099"/>
                  <a:pt x="3330454" y="45037"/>
                </a:cubicBezTo>
                <a:cubicBezTo>
                  <a:pt x="3326524" y="40285"/>
                  <a:pt x="3321428" y="37908"/>
                  <a:pt x="3315167" y="37908"/>
                </a:cubicBezTo>
                <a:cubicBezTo>
                  <a:pt x="3309500" y="37908"/>
                  <a:pt x="3304736" y="39805"/>
                  <a:pt x="3300875" y="43598"/>
                </a:cubicBezTo>
                <a:cubicBezTo>
                  <a:pt x="3297013" y="47391"/>
                  <a:pt x="3294876" y="52464"/>
                  <a:pt x="3294465" y="58816"/>
                </a:cubicBezTo>
                <a:close/>
                <a:moveTo>
                  <a:pt x="3366140" y="102208"/>
                </a:moveTo>
                <a:lnTo>
                  <a:pt x="3366140" y="88155"/>
                </a:lnTo>
                <a:lnTo>
                  <a:pt x="3380193" y="88155"/>
                </a:lnTo>
                <a:lnTo>
                  <a:pt x="3380193" y="102208"/>
                </a:lnTo>
                <a:cubicBezTo>
                  <a:pt x="3380193" y="107372"/>
                  <a:pt x="3379279" y="111542"/>
                  <a:pt x="3377451" y="114718"/>
                </a:cubicBezTo>
                <a:cubicBezTo>
                  <a:pt x="3375623" y="117894"/>
                  <a:pt x="3372721" y="120351"/>
                  <a:pt x="3368745" y="122087"/>
                </a:cubicBezTo>
                <a:lnTo>
                  <a:pt x="3365318" y="116809"/>
                </a:lnTo>
                <a:cubicBezTo>
                  <a:pt x="3367923" y="115667"/>
                  <a:pt x="3369842" y="113987"/>
                  <a:pt x="3371076" y="111771"/>
                </a:cubicBezTo>
                <a:cubicBezTo>
                  <a:pt x="3372310" y="109554"/>
                  <a:pt x="3372995" y="106367"/>
                  <a:pt x="3373133" y="102208"/>
                </a:cubicBezTo>
                <a:lnTo>
                  <a:pt x="3366140" y="102208"/>
                </a:lnTo>
                <a:close/>
                <a:moveTo>
                  <a:pt x="3453289" y="102208"/>
                </a:moveTo>
                <a:lnTo>
                  <a:pt x="3431010" y="29408"/>
                </a:lnTo>
                <a:lnTo>
                  <a:pt x="3443760" y="29408"/>
                </a:lnTo>
                <a:lnTo>
                  <a:pt x="3455345" y="71429"/>
                </a:lnTo>
                <a:lnTo>
                  <a:pt x="3459664" y="87058"/>
                </a:lnTo>
                <a:cubicBezTo>
                  <a:pt x="3459847" y="86282"/>
                  <a:pt x="3461103" y="81277"/>
                  <a:pt x="3463434" y="72046"/>
                </a:cubicBezTo>
                <a:lnTo>
                  <a:pt x="3475019" y="29408"/>
                </a:lnTo>
                <a:lnTo>
                  <a:pt x="3487701" y="29408"/>
                </a:lnTo>
                <a:lnTo>
                  <a:pt x="3498600" y="71635"/>
                </a:lnTo>
                <a:lnTo>
                  <a:pt x="3502233" y="85550"/>
                </a:lnTo>
                <a:lnTo>
                  <a:pt x="3506415" y="71498"/>
                </a:lnTo>
                <a:lnTo>
                  <a:pt x="3518891" y="29408"/>
                </a:lnTo>
                <a:lnTo>
                  <a:pt x="3530887" y="29408"/>
                </a:lnTo>
                <a:lnTo>
                  <a:pt x="3508129" y="102208"/>
                </a:lnTo>
                <a:lnTo>
                  <a:pt x="3495310" y="102208"/>
                </a:lnTo>
                <a:lnTo>
                  <a:pt x="3483725" y="58610"/>
                </a:lnTo>
                <a:lnTo>
                  <a:pt x="3480914" y="46203"/>
                </a:lnTo>
                <a:lnTo>
                  <a:pt x="3466176" y="102208"/>
                </a:lnTo>
                <a:lnTo>
                  <a:pt x="3453289" y="102208"/>
                </a:lnTo>
                <a:close/>
                <a:moveTo>
                  <a:pt x="3541214" y="102208"/>
                </a:moveTo>
                <a:lnTo>
                  <a:pt x="3541214" y="1714"/>
                </a:lnTo>
                <a:lnTo>
                  <a:pt x="3553553" y="1714"/>
                </a:lnTo>
                <a:lnTo>
                  <a:pt x="3553553" y="37771"/>
                </a:lnTo>
                <a:cubicBezTo>
                  <a:pt x="3559312" y="31099"/>
                  <a:pt x="3566578" y="27763"/>
                  <a:pt x="3575352" y="27763"/>
                </a:cubicBezTo>
                <a:cubicBezTo>
                  <a:pt x="3580745" y="27763"/>
                  <a:pt x="3585429" y="28825"/>
                  <a:pt x="3589405" y="30950"/>
                </a:cubicBezTo>
                <a:cubicBezTo>
                  <a:pt x="3593381" y="33075"/>
                  <a:pt x="3596226" y="36012"/>
                  <a:pt x="3597939" y="39759"/>
                </a:cubicBezTo>
                <a:cubicBezTo>
                  <a:pt x="3599653" y="43506"/>
                  <a:pt x="3600510" y="48945"/>
                  <a:pt x="3600510" y="56074"/>
                </a:cubicBezTo>
                <a:lnTo>
                  <a:pt x="3600510" y="102208"/>
                </a:lnTo>
                <a:lnTo>
                  <a:pt x="3588171" y="102208"/>
                </a:lnTo>
                <a:lnTo>
                  <a:pt x="3588171" y="56074"/>
                </a:lnTo>
                <a:cubicBezTo>
                  <a:pt x="3588171" y="49904"/>
                  <a:pt x="3586834" y="45414"/>
                  <a:pt x="3584161" y="42604"/>
                </a:cubicBezTo>
                <a:cubicBezTo>
                  <a:pt x="3581487" y="39793"/>
                  <a:pt x="3577706" y="38388"/>
                  <a:pt x="3572816" y="38388"/>
                </a:cubicBezTo>
                <a:cubicBezTo>
                  <a:pt x="3569160" y="38388"/>
                  <a:pt x="3565721" y="39336"/>
                  <a:pt x="3562499" y="41233"/>
                </a:cubicBezTo>
                <a:cubicBezTo>
                  <a:pt x="3559277" y="43129"/>
                  <a:pt x="3556981" y="45700"/>
                  <a:pt x="3555610" y="48945"/>
                </a:cubicBezTo>
                <a:cubicBezTo>
                  <a:pt x="3554239" y="52189"/>
                  <a:pt x="3553553" y="56668"/>
                  <a:pt x="3553553" y="62380"/>
                </a:cubicBezTo>
                <a:lnTo>
                  <a:pt x="3553553" y="102208"/>
                </a:lnTo>
                <a:lnTo>
                  <a:pt x="3541214" y="102208"/>
                </a:lnTo>
                <a:close/>
                <a:moveTo>
                  <a:pt x="3619059" y="15904"/>
                </a:moveTo>
                <a:lnTo>
                  <a:pt x="3619059" y="1714"/>
                </a:lnTo>
                <a:lnTo>
                  <a:pt x="3631398" y="1714"/>
                </a:lnTo>
                <a:lnTo>
                  <a:pt x="3631398" y="15904"/>
                </a:lnTo>
                <a:lnTo>
                  <a:pt x="3619059" y="15904"/>
                </a:lnTo>
                <a:moveTo>
                  <a:pt x="3619059" y="102208"/>
                </a:moveTo>
                <a:lnTo>
                  <a:pt x="3619059" y="29408"/>
                </a:lnTo>
                <a:lnTo>
                  <a:pt x="3631398" y="29408"/>
                </a:lnTo>
                <a:lnTo>
                  <a:pt x="3631398" y="102208"/>
                </a:lnTo>
                <a:lnTo>
                  <a:pt x="3619059" y="102208"/>
                </a:lnTo>
                <a:close/>
                <a:moveTo>
                  <a:pt x="3697943" y="75542"/>
                </a:moveTo>
                <a:lnTo>
                  <a:pt x="3710077" y="77119"/>
                </a:lnTo>
                <a:cubicBezTo>
                  <a:pt x="3708751" y="85482"/>
                  <a:pt x="3705358" y="92028"/>
                  <a:pt x="3699897" y="96758"/>
                </a:cubicBezTo>
                <a:cubicBezTo>
                  <a:pt x="3694436" y="101488"/>
                  <a:pt x="3687729" y="103853"/>
                  <a:pt x="3679778" y="103853"/>
                </a:cubicBezTo>
                <a:cubicBezTo>
                  <a:pt x="3669815" y="103853"/>
                  <a:pt x="3661806" y="100597"/>
                  <a:pt x="3655751" y="94085"/>
                </a:cubicBezTo>
                <a:cubicBezTo>
                  <a:pt x="3649696" y="87573"/>
                  <a:pt x="3646668" y="78238"/>
                  <a:pt x="3646668" y="66082"/>
                </a:cubicBezTo>
                <a:cubicBezTo>
                  <a:pt x="3646668" y="58222"/>
                  <a:pt x="3647970" y="51344"/>
                  <a:pt x="3650575" y="45449"/>
                </a:cubicBezTo>
                <a:cubicBezTo>
                  <a:pt x="3653180" y="39553"/>
                  <a:pt x="3657145" y="35132"/>
                  <a:pt x="3662469" y="32184"/>
                </a:cubicBezTo>
                <a:cubicBezTo>
                  <a:pt x="3667793" y="29237"/>
                  <a:pt x="3673585" y="27763"/>
                  <a:pt x="3679846" y="27763"/>
                </a:cubicBezTo>
                <a:cubicBezTo>
                  <a:pt x="3687752" y="27763"/>
                  <a:pt x="3694219" y="29762"/>
                  <a:pt x="3699246" y="33761"/>
                </a:cubicBezTo>
                <a:cubicBezTo>
                  <a:pt x="3704273" y="37760"/>
                  <a:pt x="3707495" y="43438"/>
                  <a:pt x="3708911" y="50795"/>
                </a:cubicBezTo>
                <a:lnTo>
                  <a:pt x="3696915" y="52646"/>
                </a:lnTo>
                <a:cubicBezTo>
                  <a:pt x="3695773" y="47756"/>
                  <a:pt x="3693750" y="44078"/>
                  <a:pt x="3690848" y="41610"/>
                </a:cubicBezTo>
                <a:cubicBezTo>
                  <a:pt x="3687947" y="39142"/>
                  <a:pt x="3684439" y="37908"/>
                  <a:pt x="3680326" y="37908"/>
                </a:cubicBezTo>
                <a:cubicBezTo>
                  <a:pt x="3674111" y="37908"/>
                  <a:pt x="3669061" y="40136"/>
                  <a:pt x="3665177" y="44592"/>
                </a:cubicBezTo>
                <a:cubicBezTo>
                  <a:pt x="3661292" y="49047"/>
                  <a:pt x="3659350" y="56097"/>
                  <a:pt x="3659350" y="65739"/>
                </a:cubicBezTo>
                <a:cubicBezTo>
                  <a:pt x="3659350" y="75519"/>
                  <a:pt x="3661223" y="82626"/>
                  <a:pt x="3664971" y="87058"/>
                </a:cubicBezTo>
                <a:cubicBezTo>
                  <a:pt x="3668718" y="91491"/>
                  <a:pt x="3673608" y="93708"/>
                  <a:pt x="3679641" y="93708"/>
                </a:cubicBezTo>
                <a:cubicBezTo>
                  <a:pt x="3684485" y="93708"/>
                  <a:pt x="3688529" y="92223"/>
                  <a:pt x="3691774" y="89252"/>
                </a:cubicBezTo>
                <a:cubicBezTo>
                  <a:pt x="3695019" y="86282"/>
                  <a:pt x="3697075" y="81712"/>
                  <a:pt x="3697943" y="75542"/>
                </a:cubicBezTo>
                <a:close/>
                <a:moveTo>
                  <a:pt x="3720353" y="102208"/>
                </a:moveTo>
                <a:lnTo>
                  <a:pt x="3720353" y="1714"/>
                </a:lnTo>
                <a:lnTo>
                  <a:pt x="3732692" y="1714"/>
                </a:lnTo>
                <a:lnTo>
                  <a:pt x="3732692" y="37771"/>
                </a:lnTo>
                <a:cubicBezTo>
                  <a:pt x="3738450" y="31099"/>
                  <a:pt x="3745717" y="27763"/>
                  <a:pt x="3754491" y="27763"/>
                </a:cubicBezTo>
                <a:cubicBezTo>
                  <a:pt x="3759884" y="27763"/>
                  <a:pt x="3764568" y="28825"/>
                  <a:pt x="3768544" y="30950"/>
                </a:cubicBezTo>
                <a:cubicBezTo>
                  <a:pt x="3772520" y="33075"/>
                  <a:pt x="3775365" y="36012"/>
                  <a:pt x="3777078" y="39759"/>
                </a:cubicBezTo>
                <a:cubicBezTo>
                  <a:pt x="3778792" y="43506"/>
                  <a:pt x="3779649" y="48945"/>
                  <a:pt x="3779649" y="56074"/>
                </a:cubicBezTo>
                <a:lnTo>
                  <a:pt x="3779649" y="102208"/>
                </a:lnTo>
                <a:lnTo>
                  <a:pt x="3767310" y="102208"/>
                </a:lnTo>
                <a:lnTo>
                  <a:pt x="3767310" y="56074"/>
                </a:lnTo>
                <a:cubicBezTo>
                  <a:pt x="3767310" y="49904"/>
                  <a:pt x="3765973" y="45414"/>
                  <a:pt x="3763300" y="42604"/>
                </a:cubicBezTo>
                <a:cubicBezTo>
                  <a:pt x="3760626" y="39793"/>
                  <a:pt x="3756845" y="38388"/>
                  <a:pt x="3751955" y="38388"/>
                </a:cubicBezTo>
                <a:cubicBezTo>
                  <a:pt x="3748299" y="38388"/>
                  <a:pt x="3744860" y="39336"/>
                  <a:pt x="3741638" y="41233"/>
                </a:cubicBezTo>
                <a:cubicBezTo>
                  <a:pt x="3738416" y="43129"/>
                  <a:pt x="3736120" y="45700"/>
                  <a:pt x="3734749" y="48945"/>
                </a:cubicBezTo>
                <a:cubicBezTo>
                  <a:pt x="3733378" y="52189"/>
                  <a:pt x="3732692" y="56668"/>
                  <a:pt x="3732692" y="62380"/>
                </a:cubicBezTo>
                <a:lnTo>
                  <a:pt x="3732692" y="102208"/>
                </a:lnTo>
                <a:lnTo>
                  <a:pt x="3720353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oneofthefollowingstatementsismorelikelytobetrue?">
            <a:extLst xmlns:a="http://schemas.openxmlformats.org/drawingml/2006/main">
              <a:ext uri="{FF2B5EF4-FFF2-40B4-BE49-F238E27FC236}">
                <a16:creationId xmlns:a16="http://schemas.microsoft.com/office/drawing/2014/main" id="{428F7004-73BD-481D-9CD3-04CBDF7A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661" y="2433745"/>
            <a:ext cx="3467647" cy="131753"/>
          </a:xfrm>
          <a:custGeom xmlns:a="http://schemas.openxmlformats.org/drawingml/2006/main">
            <a:pathLst>
              <a:path w="3467647" h="131753">
                <a:moveTo>
                  <a:pt x="0" y="65808"/>
                </a:moveTo>
                <a:cubicBezTo>
                  <a:pt x="0" y="52326"/>
                  <a:pt x="3747" y="42341"/>
                  <a:pt x="11242" y="35852"/>
                </a:cubicBezTo>
                <a:cubicBezTo>
                  <a:pt x="17503" y="30459"/>
                  <a:pt x="25135" y="27763"/>
                  <a:pt x="34138" y="27763"/>
                </a:cubicBezTo>
                <a:cubicBezTo>
                  <a:pt x="44146" y="27763"/>
                  <a:pt x="52326" y="31042"/>
                  <a:pt x="58679" y="37600"/>
                </a:cubicBezTo>
                <a:cubicBezTo>
                  <a:pt x="65031" y="44158"/>
                  <a:pt x="68207" y="53218"/>
                  <a:pt x="68207" y="64780"/>
                </a:cubicBezTo>
                <a:cubicBezTo>
                  <a:pt x="68207" y="74148"/>
                  <a:pt x="66802" y="81517"/>
                  <a:pt x="63991" y="86887"/>
                </a:cubicBezTo>
                <a:cubicBezTo>
                  <a:pt x="61181" y="92257"/>
                  <a:pt x="57091" y="96427"/>
                  <a:pt x="51721" y="99397"/>
                </a:cubicBezTo>
                <a:cubicBezTo>
                  <a:pt x="46351" y="102368"/>
                  <a:pt x="40490" y="103853"/>
                  <a:pt x="34138" y="103853"/>
                </a:cubicBezTo>
                <a:cubicBezTo>
                  <a:pt x="23947" y="103853"/>
                  <a:pt x="15709" y="100586"/>
                  <a:pt x="9426" y="94051"/>
                </a:cubicBezTo>
                <a:cubicBezTo>
                  <a:pt x="3142" y="87515"/>
                  <a:pt x="0" y="78101"/>
                  <a:pt x="0" y="65808"/>
                </a:cubicBezTo>
                <a:moveTo>
                  <a:pt x="12682" y="65808"/>
                </a:moveTo>
                <a:cubicBezTo>
                  <a:pt x="12682" y="75131"/>
                  <a:pt x="14715" y="82111"/>
                  <a:pt x="18783" y="86750"/>
                </a:cubicBezTo>
                <a:cubicBezTo>
                  <a:pt x="22850" y="91388"/>
                  <a:pt x="27968" y="93708"/>
                  <a:pt x="34138" y="93708"/>
                </a:cubicBezTo>
                <a:cubicBezTo>
                  <a:pt x="40262" y="93708"/>
                  <a:pt x="45357" y="91377"/>
                  <a:pt x="49424" y="86716"/>
                </a:cubicBezTo>
                <a:cubicBezTo>
                  <a:pt x="53492" y="82054"/>
                  <a:pt x="55525" y="74948"/>
                  <a:pt x="55525" y="65397"/>
                </a:cubicBezTo>
                <a:cubicBezTo>
                  <a:pt x="55525" y="56394"/>
                  <a:pt x="53480" y="49573"/>
                  <a:pt x="49390" y="44934"/>
                </a:cubicBezTo>
                <a:cubicBezTo>
                  <a:pt x="45300" y="40296"/>
                  <a:pt x="40216" y="37977"/>
                  <a:pt x="34138" y="37977"/>
                </a:cubicBezTo>
                <a:cubicBezTo>
                  <a:pt x="27968" y="37977"/>
                  <a:pt x="22850" y="40285"/>
                  <a:pt x="18783" y="44900"/>
                </a:cubicBezTo>
                <a:cubicBezTo>
                  <a:pt x="14715" y="49516"/>
                  <a:pt x="12682" y="56485"/>
                  <a:pt x="12682" y="65808"/>
                </a:cubicBezTo>
                <a:close/>
                <a:moveTo>
                  <a:pt x="82397" y="102208"/>
                </a:moveTo>
                <a:lnTo>
                  <a:pt x="82397" y="29408"/>
                </a:lnTo>
                <a:lnTo>
                  <a:pt x="93502" y="29408"/>
                </a:lnTo>
                <a:lnTo>
                  <a:pt x="93502" y="39759"/>
                </a:lnTo>
                <a:cubicBezTo>
                  <a:pt x="98849" y="31761"/>
                  <a:pt x="106572" y="27763"/>
                  <a:pt x="116672" y="27763"/>
                </a:cubicBezTo>
                <a:cubicBezTo>
                  <a:pt x="121059" y="27763"/>
                  <a:pt x="125092" y="28551"/>
                  <a:pt x="128771" y="30128"/>
                </a:cubicBezTo>
                <a:cubicBezTo>
                  <a:pt x="132450" y="31704"/>
                  <a:pt x="135203" y="33772"/>
                  <a:pt x="137031" y="36331"/>
                </a:cubicBezTo>
                <a:cubicBezTo>
                  <a:pt x="138859" y="38891"/>
                  <a:pt x="140139" y="41930"/>
                  <a:pt x="140870" y="45449"/>
                </a:cubicBezTo>
                <a:cubicBezTo>
                  <a:pt x="141327" y="47734"/>
                  <a:pt x="141556" y="51732"/>
                  <a:pt x="141556" y="57445"/>
                </a:cubicBezTo>
                <a:lnTo>
                  <a:pt x="141556" y="102208"/>
                </a:lnTo>
                <a:lnTo>
                  <a:pt x="129217" y="102208"/>
                </a:lnTo>
                <a:lnTo>
                  <a:pt x="129217" y="57925"/>
                </a:lnTo>
                <a:cubicBezTo>
                  <a:pt x="129217" y="52898"/>
                  <a:pt x="128737" y="49139"/>
                  <a:pt x="127777" y="46648"/>
                </a:cubicBezTo>
                <a:cubicBezTo>
                  <a:pt x="126817" y="44158"/>
                  <a:pt x="125115" y="42170"/>
                  <a:pt x="122670" y="40684"/>
                </a:cubicBezTo>
                <a:cubicBezTo>
                  <a:pt x="120225" y="39199"/>
                  <a:pt x="117358" y="38457"/>
                  <a:pt x="114067" y="38457"/>
                </a:cubicBezTo>
                <a:cubicBezTo>
                  <a:pt x="108812" y="38457"/>
                  <a:pt x="104276" y="40125"/>
                  <a:pt x="100460" y="43461"/>
                </a:cubicBezTo>
                <a:cubicBezTo>
                  <a:pt x="96644" y="46797"/>
                  <a:pt x="94736" y="53126"/>
                  <a:pt x="94736" y="62449"/>
                </a:cubicBezTo>
                <a:lnTo>
                  <a:pt x="94736" y="102208"/>
                </a:lnTo>
                <a:lnTo>
                  <a:pt x="82397" y="102208"/>
                </a:lnTo>
                <a:close/>
                <a:moveTo>
                  <a:pt x="210037" y="78764"/>
                </a:moveTo>
                <a:lnTo>
                  <a:pt x="222788" y="80341"/>
                </a:lnTo>
                <a:cubicBezTo>
                  <a:pt x="220777" y="87790"/>
                  <a:pt x="217052" y="93571"/>
                  <a:pt x="211614" y="97684"/>
                </a:cubicBezTo>
                <a:cubicBezTo>
                  <a:pt x="206176" y="101797"/>
                  <a:pt x="199229" y="103853"/>
                  <a:pt x="190775" y="103853"/>
                </a:cubicBezTo>
                <a:cubicBezTo>
                  <a:pt x="180127" y="103853"/>
                  <a:pt x="171684" y="100574"/>
                  <a:pt x="165446" y="94016"/>
                </a:cubicBezTo>
                <a:cubicBezTo>
                  <a:pt x="159207" y="87458"/>
                  <a:pt x="156088" y="78261"/>
                  <a:pt x="156088" y="66425"/>
                </a:cubicBezTo>
                <a:cubicBezTo>
                  <a:pt x="156088" y="54177"/>
                  <a:pt x="159242" y="44672"/>
                  <a:pt x="165548" y="37908"/>
                </a:cubicBezTo>
                <a:cubicBezTo>
                  <a:pt x="171855" y="31145"/>
                  <a:pt x="180035" y="27763"/>
                  <a:pt x="190089" y="27763"/>
                </a:cubicBezTo>
                <a:cubicBezTo>
                  <a:pt x="199823" y="27763"/>
                  <a:pt x="207775" y="31076"/>
                  <a:pt x="213945" y="37702"/>
                </a:cubicBezTo>
                <a:cubicBezTo>
                  <a:pt x="220114" y="44329"/>
                  <a:pt x="223199" y="53652"/>
                  <a:pt x="223199" y="65671"/>
                </a:cubicBezTo>
                <a:cubicBezTo>
                  <a:pt x="223199" y="66402"/>
                  <a:pt x="223176" y="67499"/>
                  <a:pt x="223130" y="68961"/>
                </a:cubicBezTo>
                <a:lnTo>
                  <a:pt x="168839" y="68961"/>
                </a:lnTo>
                <a:cubicBezTo>
                  <a:pt x="169296" y="76959"/>
                  <a:pt x="171558" y="83083"/>
                  <a:pt x="175625" y="87333"/>
                </a:cubicBezTo>
                <a:cubicBezTo>
                  <a:pt x="179692" y="91583"/>
                  <a:pt x="184765" y="93708"/>
                  <a:pt x="190843" y="93708"/>
                </a:cubicBezTo>
                <a:cubicBezTo>
                  <a:pt x="195368" y="93708"/>
                  <a:pt x="199229" y="92520"/>
                  <a:pt x="202428" y="90143"/>
                </a:cubicBezTo>
                <a:cubicBezTo>
                  <a:pt x="205627" y="87767"/>
                  <a:pt x="208164" y="83974"/>
                  <a:pt x="210037" y="78764"/>
                </a:cubicBezTo>
                <a:moveTo>
                  <a:pt x="169524" y="58816"/>
                </a:moveTo>
                <a:lnTo>
                  <a:pt x="210174" y="58816"/>
                </a:lnTo>
                <a:cubicBezTo>
                  <a:pt x="209626" y="52692"/>
                  <a:pt x="208072" y="48099"/>
                  <a:pt x="205513" y="45037"/>
                </a:cubicBezTo>
                <a:cubicBezTo>
                  <a:pt x="201583" y="40285"/>
                  <a:pt x="196487" y="37908"/>
                  <a:pt x="190226" y="37908"/>
                </a:cubicBezTo>
                <a:cubicBezTo>
                  <a:pt x="184560" y="37908"/>
                  <a:pt x="179795" y="39805"/>
                  <a:pt x="175934" y="43598"/>
                </a:cubicBezTo>
                <a:cubicBezTo>
                  <a:pt x="172072" y="47391"/>
                  <a:pt x="169936" y="52464"/>
                  <a:pt x="169524" y="58816"/>
                </a:cubicBezTo>
                <a:close/>
                <a:moveTo>
                  <a:pt x="271908" y="65808"/>
                </a:moveTo>
                <a:cubicBezTo>
                  <a:pt x="271908" y="52326"/>
                  <a:pt x="275655" y="42341"/>
                  <a:pt x="283150" y="35852"/>
                </a:cubicBezTo>
                <a:cubicBezTo>
                  <a:pt x="289411" y="30459"/>
                  <a:pt x="297043" y="27763"/>
                  <a:pt x="306046" y="27763"/>
                </a:cubicBezTo>
                <a:cubicBezTo>
                  <a:pt x="316054" y="27763"/>
                  <a:pt x="324234" y="31042"/>
                  <a:pt x="330586" y="37600"/>
                </a:cubicBezTo>
                <a:cubicBezTo>
                  <a:pt x="336939" y="44158"/>
                  <a:pt x="340115" y="53218"/>
                  <a:pt x="340115" y="64780"/>
                </a:cubicBezTo>
                <a:cubicBezTo>
                  <a:pt x="340115" y="74148"/>
                  <a:pt x="338710" y="81517"/>
                  <a:pt x="335899" y="86887"/>
                </a:cubicBezTo>
                <a:cubicBezTo>
                  <a:pt x="333089" y="92257"/>
                  <a:pt x="328998" y="96427"/>
                  <a:pt x="323629" y="99397"/>
                </a:cubicBezTo>
                <a:cubicBezTo>
                  <a:pt x="318259" y="102368"/>
                  <a:pt x="312398" y="103853"/>
                  <a:pt x="306046" y="103853"/>
                </a:cubicBezTo>
                <a:cubicBezTo>
                  <a:pt x="295854" y="103853"/>
                  <a:pt x="287617" y="100586"/>
                  <a:pt x="281333" y="94051"/>
                </a:cubicBezTo>
                <a:cubicBezTo>
                  <a:pt x="275050" y="87515"/>
                  <a:pt x="271908" y="78101"/>
                  <a:pt x="271908" y="65808"/>
                </a:cubicBezTo>
                <a:moveTo>
                  <a:pt x="284589" y="65808"/>
                </a:moveTo>
                <a:cubicBezTo>
                  <a:pt x="284589" y="75131"/>
                  <a:pt x="286623" y="82111"/>
                  <a:pt x="290690" y="86750"/>
                </a:cubicBezTo>
                <a:cubicBezTo>
                  <a:pt x="294758" y="91388"/>
                  <a:pt x="299876" y="93708"/>
                  <a:pt x="306046" y="93708"/>
                </a:cubicBezTo>
                <a:cubicBezTo>
                  <a:pt x="312169" y="93708"/>
                  <a:pt x="317265" y="91377"/>
                  <a:pt x="321332" y="86716"/>
                </a:cubicBezTo>
                <a:cubicBezTo>
                  <a:pt x="325399" y="82054"/>
                  <a:pt x="327433" y="74948"/>
                  <a:pt x="327433" y="65397"/>
                </a:cubicBezTo>
                <a:cubicBezTo>
                  <a:pt x="327433" y="56394"/>
                  <a:pt x="325388" y="49573"/>
                  <a:pt x="321298" y="44934"/>
                </a:cubicBezTo>
                <a:cubicBezTo>
                  <a:pt x="317208" y="40296"/>
                  <a:pt x="312124" y="37977"/>
                  <a:pt x="306046" y="37977"/>
                </a:cubicBezTo>
                <a:cubicBezTo>
                  <a:pt x="299876" y="37977"/>
                  <a:pt x="294758" y="40285"/>
                  <a:pt x="290690" y="44900"/>
                </a:cubicBezTo>
                <a:cubicBezTo>
                  <a:pt x="286623" y="49516"/>
                  <a:pt x="284589" y="56485"/>
                  <a:pt x="284589" y="65808"/>
                </a:cubicBezTo>
                <a:close/>
                <a:moveTo>
                  <a:pt x="357252" y="102208"/>
                </a:moveTo>
                <a:lnTo>
                  <a:pt x="357252" y="39005"/>
                </a:lnTo>
                <a:lnTo>
                  <a:pt x="346353" y="39005"/>
                </a:lnTo>
                <a:lnTo>
                  <a:pt x="346353" y="29408"/>
                </a:lnTo>
                <a:lnTo>
                  <a:pt x="357252" y="29408"/>
                </a:lnTo>
                <a:lnTo>
                  <a:pt x="357252" y="21662"/>
                </a:lnTo>
                <a:cubicBezTo>
                  <a:pt x="357252" y="16772"/>
                  <a:pt x="357687" y="13139"/>
                  <a:pt x="358555" y="10762"/>
                </a:cubicBezTo>
                <a:cubicBezTo>
                  <a:pt x="359743" y="7563"/>
                  <a:pt x="361834" y="4970"/>
                  <a:pt x="364827" y="2982"/>
                </a:cubicBezTo>
                <a:cubicBezTo>
                  <a:pt x="367821" y="994"/>
                  <a:pt x="372014" y="0"/>
                  <a:pt x="377406" y="0"/>
                </a:cubicBezTo>
                <a:cubicBezTo>
                  <a:pt x="380879" y="0"/>
                  <a:pt x="384718" y="411"/>
                  <a:pt x="388923" y="1234"/>
                </a:cubicBezTo>
                <a:lnTo>
                  <a:pt x="387072" y="11996"/>
                </a:lnTo>
                <a:cubicBezTo>
                  <a:pt x="384513" y="11539"/>
                  <a:pt x="382090" y="11311"/>
                  <a:pt x="379805" y="11311"/>
                </a:cubicBezTo>
                <a:cubicBezTo>
                  <a:pt x="376058" y="11311"/>
                  <a:pt x="373407" y="12110"/>
                  <a:pt x="371854" y="13710"/>
                </a:cubicBezTo>
                <a:cubicBezTo>
                  <a:pt x="370300" y="15309"/>
                  <a:pt x="369523" y="18303"/>
                  <a:pt x="369523" y="22690"/>
                </a:cubicBezTo>
                <a:lnTo>
                  <a:pt x="369523" y="29408"/>
                </a:lnTo>
                <a:lnTo>
                  <a:pt x="383713" y="29408"/>
                </a:lnTo>
                <a:lnTo>
                  <a:pt x="383713" y="39005"/>
                </a:lnTo>
                <a:lnTo>
                  <a:pt x="369523" y="39005"/>
                </a:lnTo>
                <a:lnTo>
                  <a:pt x="369523" y="102208"/>
                </a:lnTo>
                <a:lnTo>
                  <a:pt x="357252" y="102208"/>
                </a:lnTo>
                <a:close/>
                <a:moveTo>
                  <a:pt x="458235" y="91171"/>
                </a:moveTo>
                <a:lnTo>
                  <a:pt x="460017" y="102071"/>
                </a:lnTo>
                <a:cubicBezTo>
                  <a:pt x="456544" y="102802"/>
                  <a:pt x="453437" y="103168"/>
                  <a:pt x="450695" y="103168"/>
                </a:cubicBezTo>
                <a:cubicBezTo>
                  <a:pt x="446216" y="103168"/>
                  <a:pt x="442743" y="102459"/>
                  <a:pt x="440275" y="101043"/>
                </a:cubicBezTo>
                <a:cubicBezTo>
                  <a:pt x="437807" y="99626"/>
                  <a:pt x="436071" y="97764"/>
                  <a:pt x="435065" y="95456"/>
                </a:cubicBezTo>
                <a:cubicBezTo>
                  <a:pt x="434060" y="93148"/>
                  <a:pt x="433557" y="88292"/>
                  <a:pt x="433557" y="80889"/>
                </a:cubicBezTo>
                <a:lnTo>
                  <a:pt x="433557" y="39005"/>
                </a:lnTo>
                <a:lnTo>
                  <a:pt x="424509" y="39005"/>
                </a:lnTo>
                <a:lnTo>
                  <a:pt x="424509" y="29408"/>
                </a:lnTo>
                <a:lnTo>
                  <a:pt x="433557" y="29408"/>
                </a:lnTo>
                <a:lnTo>
                  <a:pt x="433557" y="11379"/>
                </a:lnTo>
                <a:lnTo>
                  <a:pt x="445828" y="3976"/>
                </a:lnTo>
                <a:lnTo>
                  <a:pt x="445828" y="29408"/>
                </a:lnTo>
                <a:lnTo>
                  <a:pt x="458235" y="29408"/>
                </a:lnTo>
                <a:lnTo>
                  <a:pt x="458235" y="39005"/>
                </a:lnTo>
                <a:lnTo>
                  <a:pt x="445828" y="39005"/>
                </a:lnTo>
                <a:lnTo>
                  <a:pt x="445828" y="81574"/>
                </a:lnTo>
                <a:cubicBezTo>
                  <a:pt x="445828" y="85093"/>
                  <a:pt x="446045" y="87355"/>
                  <a:pt x="446479" y="88361"/>
                </a:cubicBezTo>
                <a:cubicBezTo>
                  <a:pt x="446913" y="89366"/>
                  <a:pt x="447621" y="90166"/>
                  <a:pt x="448604" y="90760"/>
                </a:cubicBezTo>
                <a:cubicBezTo>
                  <a:pt x="449586" y="91354"/>
                  <a:pt x="450992" y="91651"/>
                  <a:pt x="452820" y="91651"/>
                </a:cubicBezTo>
                <a:cubicBezTo>
                  <a:pt x="454191" y="91651"/>
                  <a:pt x="455996" y="91491"/>
                  <a:pt x="458235" y="91171"/>
                </a:cubicBezTo>
                <a:close/>
                <a:moveTo>
                  <a:pt x="469790" y="102208"/>
                </a:moveTo>
                <a:lnTo>
                  <a:pt x="469790" y="1714"/>
                </a:lnTo>
                <a:lnTo>
                  <a:pt x="482129" y="1714"/>
                </a:lnTo>
                <a:lnTo>
                  <a:pt x="482129" y="37771"/>
                </a:lnTo>
                <a:cubicBezTo>
                  <a:pt x="487887" y="31099"/>
                  <a:pt x="495154" y="27763"/>
                  <a:pt x="503928" y="27763"/>
                </a:cubicBezTo>
                <a:cubicBezTo>
                  <a:pt x="509321" y="27763"/>
                  <a:pt x="514005" y="28825"/>
                  <a:pt x="517981" y="30950"/>
                </a:cubicBezTo>
                <a:cubicBezTo>
                  <a:pt x="521957" y="33075"/>
                  <a:pt x="524801" y="36012"/>
                  <a:pt x="526515" y="39759"/>
                </a:cubicBezTo>
                <a:cubicBezTo>
                  <a:pt x="528229" y="43506"/>
                  <a:pt x="529086" y="48945"/>
                  <a:pt x="529086" y="56074"/>
                </a:cubicBezTo>
                <a:lnTo>
                  <a:pt x="529086" y="102208"/>
                </a:lnTo>
                <a:lnTo>
                  <a:pt x="516747" y="102208"/>
                </a:lnTo>
                <a:lnTo>
                  <a:pt x="516747" y="56074"/>
                </a:lnTo>
                <a:cubicBezTo>
                  <a:pt x="516747" y="49904"/>
                  <a:pt x="515410" y="45414"/>
                  <a:pt x="512737" y="42604"/>
                </a:cubicBezTo>
                <a:cubicBezTo>
                  <a:pt x="510063" y="39793"/>
                  <a:pt x="506282" y="38388"/>
                  <a:pt x="501392" y="38388"/>
                </a:cubicBezTo>
                <a:cubicBezTo>
                  <a:pt x="497736" y="38388"/>
                  <a:pt x="494297" y="39336"/>
                  <a:pt x="491075" y="41233"/>
                </a:cubicBezTo>
                <a:cubicBezTo>
                  <a:pt x="487853" y="43129"/>
                  <a:pt x="485557" y="45700"/>
                  <a:pt x="484186" y="48945"/>
                </a:cubicBezTo>
                <a:cubicBezTo>
                  <a:pt x="482815" y="52189"/>
                  <a:pt x="482129" y="56668"/>
                  <a:pt x="482129" y="62380"/>
                </a:cubicBezTo>
                <a:lnTo>
                  <a:pt x="482129" y="102208"/>
                </a:lnTo>
                <a:lnTo>
                  <a:pt x="469790" y="102208"/>
                </a:lnTo>
                <a:close/>
                <a:moveTo>
                  <a:pt x="597430" y="78764"/>
                </a:moveTo>
                <a:lnTo>
                  <a:pt x="610180" y="80341"/>
                </a:lnTo>
                <a:cubicBezTo>
                  <a:pt x="608169" y="87790"/>
                  <a:pt x="604445" y="93571"/>
                  <a:pt x="599007" y="97684"/>
                </a:cubicBezTo>
                <a:cubicBezTo>
                  <a:pt x="593568" y="101797"/>
                  <a:pt x="586622" y="103853"/>
                  <a:pt x="578167" y="103853"/>
                </a:cubicBezTo>
                <a:cubicBezTo>
                  <a:pt x="567519" y="103853"/>
                  <a:pt x="559076" y="100574"/>
                  <a:pt x="552838" y="94016"/>
                </a:cubicBezTo>
                <a:cubicBezTo>
                  <a:pt x="546600" y="87458"/>
                  <a:pt x="543481" y="78261"/>
                  <a:pt x="543481" y="66425"/>
                </a:cubicBezTo>
                <a:cubicBezTo>
                  <a:pt x="543481" y="54177"/>
                  <a:pt x="546634" y="44672"/>
                  <a:pt x="552941" y="37908"/>
                </a:cubicBezTo>
                <a:cubicBezTo>
                  <a:pt x="559248" y="31145"/>
                  <a:pt x="567428" y="27763"/>
                  <a:pt x="577482" y="27763"/>
                </a:cubicBezTo>
                <a:cubicBezTo>
                  <a:pt x="587216" y="27763"/>
                  <a:pt x="595168" y="31076"/>
                  <a:pt x="601337" y="37702"/>
                </a:cubicBezTo>
                <a:cubicBezTo>
                  <a:pt x="607507" y="44329"/>
                  <a:pt x="610592" y="53652"/>
                  <a:pt x="610592" y="65671"/>
                </a:cubicBezTo>
                <a:cubicBezTo>
                  <a:pt x="610592" y="66402"/>
                  <a:pt x="610569" y="67499"/>
                  <a:pt x="610523" y="68961"/>
                </a:cubicBezTo>
                <a:lnTo>
                  <a:pt x="556231" y="68961"/>
                </a:lnTo>
                <a:cubicBezTo>
                  <a:pt x="556688" y="76959"/>
                  <a:pt x="558951" y="83083"/>
                  <a:pt x="563018" y="87333"/>
                </a:cubicBezTo>
                <a:cubicBezTo>
                  <a:pt x="567085" y="91583"/>
                  <a:pt x="572158" y="93708"/>
                  <a:pt x="578236" y="93708"/>
                </a:cubicBezTo>
                <a:cubicBezTo>
                  <a:pt x="582760" y="93708"/>
                  <a:pt x="586622" y="92520"/>
                  <a:pt x="589821" y="90143"/>
                </a:cubicBezTo>
                <a:cubicBezTo>
                  <a:pt x="593020" y="87767"/>
                  <a:pt x="595556" y="83974"/>
                  <a:pt x="597430" y="78764"/>
                </a:cubicBezTo>
                <a:moveTo>
                  <a:pt x="556917" y="58816"/>
                </a:moveTo>
                <a:lnTo>
                  <a:pt x="597567" y="58816"/>
                </a:lnTo>
                <a:cubicBezTo>
                  <a:pt x="597019" y="52692"/>
                  <a:pt x="595465" y="48099"/>
                  <a:pt x="592906" y="45037"/>
                </a:cubicBezTo>
                <a:cubicBezTo>
                  <a:pt x="588975" y="40285"/>
                  <a:pt x="583880" y="37908"/>
                  <a:pt x="577619" y="37908"/>
                </a:cubicBezTo>
                <a:cubicBezTo>
                  <a:pt x="571952" y="37908"/>
                  <a:pt x="567188" y="39805"/>
                  <a:pt x="563326" y="43598"/>
                </a:cubicBezTo>
                <a:cubicBezTo>
                  <a:pt x="559465" y="47391"/>
                  <a:pt x="557328" y="52464"/>
                  <a:pt x="556917" y="58816"/>
                </a:cubicBezTo>
                <a:close/>
                <a:moveTo>
                  <a:pt x="666841" y="102208"/>
                </a:moveTo>
                <a:lnTo>
                  <a:pt x="666841" y="39005"/>
                </a:lnTo>
                <a:lnTo>
                  <a:pt x="655942" y="39005"/>
                </a:lnTo>
                <a:lnTo>
                  <a:pt x="655942" y="29408"/>
                </a:lnTo>
                <a:lnTo>
                  <a:pt x="666841" y="29408"/>
                </a:lnTo>
                <a:lnTo>
                  <a:pt x="666841" y="21662"/>
                </a:lnTo>
                <a:cubicBezTo>
                  <a:pt x="666841" y="16772"/>
                  <a:pt x="667276" y="13139"/>
                  <a:pt x="668144" y="10762"/>
                </a:cubicBezTo>
                <a:cubicBezTo>
                  <a:pt x="669332" y="7563"/>
                  <a:pt x="671423" y="4970"/>
                  <a:pt x="674416" y="2982"/>
                </a:cubicBezTo>
                <a:cubicBezTo>
                  <a:pt x="677410" y="994"/>
                  <a:pt x="681603" y="0"/>
                  <a:pt x="686995" y="0"/>
                </a:cubicBezTo>
                <a:cubicBezTo>
                  <a:pt x="690468" y="0"/>
                  <a:pt x="694307" y="411"/>
                  <a:pt x="698512" y="1234"/>
                </a:cubicBezTo>
                <a:lnTo>
                  <a:pt x="696661" y="11996"/>
                </a:lnTo>
                <a:cubicBezTo>
                  <a:pt x="694101" y="11539"/>
                  <a:pt x="691679" y="11311"/>
                  <a:pt x="689394" y="11311"/>
                </a:cubicBezTo>
                <a:cubicBezTo>
                  <a:pt x="685647" y="11311"/>
                  <a:pt x="682996" y="12110"/>
                  <a:pt x="681443" y="13710"/>
                </a:cubicBezTo>
                <a:cubicBezTo>
                  <a:pt x="679889" y="15309"/>
                  <a:pt x="679112" y="18303"/>
                  <a:pt x="679112" y="22690"/>
                </a:cubicBezTo>
                <a:lnTo>
                  <a:pt x="679112" y="29408"/>
                </a:lnTo>
                <a:lnTo>
                  <a:pt x="693302" y="29408"/>
                </a:lnTo>
                <a:lnTo>
                  <a:pt x="693302" y="39005"/>
                </a:lnTo>
                <a:lnTo>
                  <a:pt x="679112" y="39005"/>
                </a:lnTo>
                <a:lnTo>
                  <a:pt x="679112" y="102208"/>
                </a:lnTo>
                <a:lnTo>
                  <a:pt x="666841" y="102208"/>
                </a:lnTo>
                <a:close/>
                <a:moveTo>
                  <a:pt x="697796" y="65808"/>
                </a:moveTo>
                <a:cubicBezTo>
                  <a:pt x="697796" y="52326"/>
                  <a:pt x="701543" y="42341"/>
                  <a:pt x="709038" y="35852"/>
                </a:cubicBezTo>
                <a:cubicBezTo>
                  <a:pt x="715299" y="30459"/>
                  <a:pt x="722931" y="27763"/>
                  <a:pt x="731934" y="27763"/>
                </a:cubicBezTo>
                <a:cubicBezTo>
                  <a:pt x="741942" y="27763"/>
                  <a:pt x="750122" y="31042"/>
                  <a:pt x="756475" y="37600"/>
                </a:cubicBezTo>
                <a:cubicBezTo>
                  <a:pt x="762827" y="44158"/>
                  <a:pt x="766003" y="53218"/>
                  <a:pt x="766003" y="64780"/>
                </a:cubicBezTo>
                <a:cubicBezTo>
                  <a:pt x="766003" y="74148"/>
                  <a:pt x="764598" y="81517"/>
                  <a:pt x="761787" y="86887"/>
                </a:cubicBezTo>
                <a:cubicBezTo>
                  <a:pt x="758977" y="92257"/>
                  <a:pt x="754886" y="96427"/>
                  <a:pt x="749517" y="99397"/>
                </a:cubicBezTo>
                <a:cubicBezTo>
                  <a:pt x="744147" y="102368"/>
                  <a:pt x="738286" y="103853"/>
                  <a:pt x="731934" y="103853"/>
                </a:cubicBezTo>
                <a:cubicBezTo>
                  <a:pt x="721743" y="103853"/>
                  <a:pt x="713505" y="100586"/>
                  <a:pt x="707221" y="94051"/>
                </a:cubicBezTo>
                <a:cubicBezTo>
                  <a:pt x="700938" y="87515"/>
                  <a:pt x="697796" y="78101"/>
                  <a:pt x="697796" y="65808"/>
                </a:cubicBezTo>
                <a:moveTo>
                  <a:pt x="710478" y="65808"/>
                </a:moveTo>
                <a:cubicBezTo>
                  <a:pt x="710478" y="75131"/>
                  <a:pt x="712511" y="82111"/>
                  <a:pt x="716578" y="86750"/>
                </a:cubicBezTo>
                <a:cubicBezTo>
                  <a:pt x="720646" y="91388"/>
                  <a:pt x="725764" y="93708"/>
                  <a:pt x="731934" y="93708"/>
                </a:cubicBezTo>
                <a:cubicBezTo>
                  <a:pt x="738057" y="93708"/>
                  <a:pt x="743153" y="91377"/>
                  <a:pt x="747220" y="86716"/>
                </a:cubicBezTo>
                <a:cubicBezTo>
                  <a:pt x="751288" y="82054"/>
                  <a:pt x="753321" y="74948"/>
                  <a:pt x="753321" y="65397"/>
                </a:cubicBezTo>
                <a:cubicBezTo>
                  <a:pt x="753321" y="56394"/>
                  <a:pt x="751276" y="49573"/>
                  <a:pt x="747186" y="44934"/>
                </a:cubicBezTo>
                <a:cubicBezTo>
                  <a:pt x="743096" y="40296"/>
                  <a:pt x="738012" y="37977"/>
                  <a:pt x="731934" y="37977"/>
                </a:cubicBezTo>
                <a:cubicBezTo>
                  <a:pt x="725764" y="37977"/>
                  <a:pt x="720646" y="40285"/>
                  <a:pt x="716578" y="44900"/>
                </a:cubicBezTo>
                <a:cubicBezTo>
                  <a:pt x="712511" y="49516"/>
                  <a:pt x="710478" y="56485"/>
                  <a:pt x="710478" y="65808"/>
                </a:cubicBezTo>
                <a:close/>
                <a:moveTo>
                  <a:pt x="779919" y="102208"/>
                </a:moveTo>
                <a:lnTo>
                  <a:pt x="779919" y="1714"/>
                </a:lnTo>
                <a:lnTo>
                  <a:pt x="792258" y="1714"/>
                </a:lnTo>
                <a:lnTo>
                  <a:pt x="792258" y="102208"/>
                </a:lnTo>
                <a:lnTo>
                  <a:pt x="779919" y="102208"/>
                </a:lnTo>
                <a:close/>
                <a:moveTo>
                  <a:pt x="811394" y="102208"/>
                </a:moveTo>
                <a:lnTo>
                  <a:pt x="811394" y="1714"/>
                </a:lnTo>
                <a:lnTo>
                  <a:pt x="823733" y="1714"/>
                </a:lnTo>
                <a:lnTo>
                  <a:pt x="823733" y="102208"/>
                </a:lnTo>
                <a:lnTo>
                  <a:pt x="811394" y="102208"/>
                </a:lnTo>
                <a:close/>
                <a:moveTo>
                  <a:pt x="838551" y="65808"/>
                </a:moveTo>
                <a:cubicBezTo>
                  <a:pt x="838551" y="52326"/>
                  <a:pt x="842298" y="42341"/>
                  <a:pt x="849793" y="35852"/>
                </a:cubicBezTo>
                <a:cubicBezTo>
                  <a:pt x="856054" y="30459"/>
                  <a:pt x="863686" y="27763"/>
                  <a:pt x="872689" y="27763"/>
                </a:cubicBezTo>
                <a:cubicBezTo>
                  <a:pt x="882697" y="27763"/>
                  <a:pt x="890878" y="31042"/>
                  <a:pt x="897230" y="37600"/>
                </a:cubicBezTo>
                <a:cubicBezTo>
                  <a:pt x="903582" y="44158"/>
                  <a:pt x="906758" y="53218"/>
                  <a:pt x="906758" y="64780"/>
                </a:cubicBezTo>
                <a:cubicBezTo>
                  <a:pt x="906758" y="74148"/>
                  <a:pt x="905353" y="81517"/>
                  <a:pt x="902542" y="86887"/>
                </a:cubicBezTo>
                <a:cubicBezTo>
                  <a:pt x="899732" y="92257"/>
                  <a:pt x="895642" y="96427"/>
                  <a:pt x="890272" y="99397"/>
                </a:cubicBezTo>
                <a:cubicBezTo>
                  <a:pt x="884902" y="102368"/>
                  <a:pt x="879041" y="103853"/>
                  <a:pt x="872689" y="103853"/>
                </a:cubicBezTo>
                <a:cubicBezTo>
                  <a:pt x="862498" y="103853"/>
                  <a:pt x="854260" y="100586"/>
                  <a:pt x="847977" y="94051"/>
                </a:cubicBezTo>
                <a:cubicBezTo>
                  <a:pt x="841693" y="87515"/>
                  <a:pt x="838551" y="78101"/>
                  <a:pt x="838551" y="65808"/>
                </a:cubicBezTo>
                <a:moveTo>
                  <a:pt x="851233" y="65808"/>
                </a:moveTo>
                <a:cubicBezTo>
                  <a:pt x="851233" y="75131"/>
                  <a:pt x="853266" y="82111"/>
                  <a:pt x="857334" y="86750"/>
                </a:cubicBezTo>
                <a:cubicBezTo>
                  <a:pt x="861401" y="91388"/>
                  <a:pt x="866519" y="93708"/>
                  <a:pt x="872689" y="93708"/>
                </a:cubicBezTo>
                <a:cubicBezTo>
                  <a:pt x="878813" y="93708"/>
                  <a:pt x="883908" y="91377"/>
                  <a:pt x="887976" y="86716"/>
                </a:cubicBezTo>
                <a:cubicBezTo>
                  <a:pt x="892043" y="82054"/>
                  <a:pt x="894077" y="74948"/>
                  <a:pt x="894077" y="65397"/>
                </a:cubicBezTo>
                <a:cubicBezTo>
                  <a:pt x="894077" y="56394"/>
                  <a:pt x="892031" y="49573"/>
                  <a:pt x="887941" y="44934"/>
                </a:cubicBezTo>
                <a:cubicBezTo>
                  <a:pt x="883851" y="40296"/>
                  <a:pt x="878767" y="37977"/>
                  <a:pt x="872689" y="37977"/>
                </a:cubicBezTo>
                <a:cubicBezTo>
                  <a:pt x="866519" y="37977"/>
                  <a:pt x="861401" y="40285"/>
                  <a:pt x="857334" y="44900"/>
                </a:cubicBezTo>
                <a:cubicBezTo>
                  <a:pt x="853266" y="49516"/>
                  <a:pt x="851233" y="56485"/>
                  <a:pt x="851233" y="65808"/>
                </a:cubicBezTo>
                <a:close/>
                <a:moveTo>
                  <a:pt x="934384" y="102208"/>
                </a:moveTo>
                <a:lnTo>
                  <a:pt x="912105" y="29408"/>
                </a:lnTo>
                <a:lnTo>
                  <a:pt x="924855" y="29408"/>
                </a:lnTo>
                <a:lnTo>
                  <a:pt x="936440" y="71429"/>
                </a:lnTo>
                <a:lnTo>
                  <a:pt x="940759" y="87058"/>
                </a:lnTo>
                <a:cubicBezTo>
                  <a:pt x="940942" y="86282"/>
                  <a:pt x="942198" y="81277"/>
                  <a:pt x="944529" y="72046"/>
                </a:cubicBezTo>
                <a:lnTo>
                  <a:pt x="956114" y="29408"/>
                </a:lnTo>
                <a:lnTo>
                  <a:pt x="968796" y="29408"/>
                </a:lnTo>
                <a:lnTo>
                  <a:pt x="979695" y="71635"/>
                </a:lnTo>
                <a:lnTo>
                  <a:pt x="983328" y="85550"/>
                </a:lnTo>
                <a:lnTo>
                  <a:pt x="987510" y="71498"/>
                </a:lnTo>
                <a:lnTo>
                  <a:pt x="999986" y="29408"/>
                </a:lnTo>
                <a:lnTo>
                  <a:pt x="1011982" y="29408"/>
                </a:lnTo>
                <a:lnTo>
                  <a:pt x="989224" y="102208"/>
                </a:lnTo>
                <a:lnTo>
                  <a:pt x="976405" y="102208"/>
                </a:lnTo>
                <a:lnTo>
                  <a:pt x="964820" y="58610"/>
                </a:lnTo>
                <a:lnTo>
                  <a:pt x="962009" y="46203"/>
                </a:lnTo>
                <a:lnTo>
                  <a:pt x="947271" y="102208"/>
                </a:lnTo>
                <a:lnTo>
                  <a:pt x="934384" y="102208"/>
                </a:lnTo>
                <a:close/>
                <a:moveTo>
                  <a:pt x="1022407" y="15904"/>
                </a:moveTo>
                <a:lnTo>
                  <a:pt x="1022407" y="1714"/>
                </a:lnTo>
                <a:lnTo>
                  <a:pt x="1034746" y="1714"/>
                </a:lnTo>
                <a:lnTo>
                  <a:pt x="1034746" y="15904"/>
                </a:lnTo>
                <a:lnTo>
                  <a:pt x="1022407" y="15904"/>
                </a:lnTo>
                <a:moveTo>
                  <a:pt x="1022407" y="102208"/>
                </a:moveTo>
                <a:lnTo>
                  <a:pt x="1022407" y="29408"/>
                </a:lnTo>
                <a:lnTo>
                  <a:pt x="1034746" y="29408"/>
                </a:lnTo>
                <a:lnTo>
                  <a:pt x="1034746" y="102208"/>
                </a:lnTo>
                <a:lnTo>
                  <a:pt x="1022407" y="102208"/>
                </a:lnTo>
                <a:close/>
                <a:moveTo>
                  <a:pt x="1053814" y="102208"/>
                </a:moveTo>
                <a:lnTo>
                  <a:pt x="1053814" y="29408"/>
                </a:lnTo>
                <a:lnTo>
                  <a:pt x="1064919" y="29408"/>
                </a:lnTo>
                <a:lnTo>
                  <a:pt x="1064919" y="39759"/>
                </a:lnTo>
                <a:cubicBezTo>
                  <a:pt x="1070266" y="31761"/>
                  <a:pt x="1077989" y="27763"/>
                  <a:pt x="1088089" y="27763"/>
                </a:cubicBezTo>
                <a:cubicBezTo>
                  <a:pt x="1092476" y="27763"/>
                  <a:pt x="1096509" y="28551"/>
                  <a:pt x="1100188" y="30128"/>
                </a:cubicBezTo>
                <a:cubicBezTo>
                  <a:pt x="1103867" y="31704"/>
                  <a:pt x="1106620" y="33772"/>
                  <a:pt x="1108448" y="36331"/>
                </a:cubicBezTo>
                <a:cubicBezTo>
                  <a:pt x="1110276" y="38891"/>
                  <a:pt x="1111556" y="41930"/>
                  <a:pt x="1112287" y="45449"/>
                </a:cubicBezTo>
                <a:cubicBezTo>
                  <a:pt x="1112744" y="47734"/>
                  <a:pt x="1112972" y="51732"/>
                  <a:pt x="1112972" y="57445"/>
                </a:cubicBezTo>
                <a:lnTo>
                  <a:pt x="1112972" y="102208"/>
                </a:lnTo>
                <a:lnTo>
                  <a:pt x="1100633" y="102208"/>
                </a:lnTo>
                <a:lnTo>
                  <a:pt x="1100633" y="57925"/>
                </a:lnTo>
                <a:cubicBezTo>
                  <a:pt x="1100633" y="52898"/>
                  <a:pt x="1100153" y="49139"/>
                  <a:pt x="1099194" y="46648"/>
                </a:cubicBezTo>
                <a:cubicBezTo>
                  <a:pt x="1098234" y="44158"/>
                  <a:pt x="1096532" y="42170"/>
                  <a:pt x="1094087" y="40684"/>
                </a:cubicBezTo>
                <a:cubicBezTo>
                  <a:pt x="1091642" y="39199"/>
                  <a:pt x="1088774" y="38457"/>
                  <a:pt x="1085484" y="38457"/>
                </a:cubicBezTo>
                <a:cubicBezTo>
                  <a:pt x="1080228" y="38457"/>
                  <a:pt x="1075693" y="40125"/>
                  <a:pt x="1071877" y="43461"/>
                </a:cubicBezTo>
                <a:cubicBezTo>
                  <a:pt x="1068061" y="46797"/>
                  <a:pt x="1066153" y="53126"/>
                  <a:pt x="1066153" y="62449"/>
                </a:cubicBezTo>
                <a:lnTo>
                  <a:pt x="1066153" y="102208"/>
                </a:lnTo>
                <a:lnTo>
                  <a:pt x="1053814" y="102208"/>
                </a:lnTo>
                <a:close/>
                <a:moveTo>
                  <a:pt x="1129356" y="108240"/>
                </a:moveTo>
                <a:lnTo>
                  <a:pt x="1141352" y="110023"/>
                </a:lnTo>
                <a:cubicBezTo>
                  <a:pt x="1141855" y="113724"/>
                  <a:pt x="1143249" y="116421"/>
                  <a:pt x="1145534" y="118112"/>
                </a:cubicBezTo>
                <a:cubicBezTo>
                  <a:pt x="1148596" y="120397"/>
                  <a:pt x="1152777" y="121539"/>
                  <a:pt x="1158078" y="121539"/>
                </a:cubicBezTo>
                <a:cubicBezTo>
                  <a:pt x="1163791" y="121539"/>
                  <a:pt x="1168201" y="120397"/>
                  <a:pt x="1171308" y="118112"/>
                </a:cubicBezTo>
                <a:cubicBezTo>
                  <a:pt x="1174416" y="115827"/>
                  <a:pt x="1176518" y="112628"/>
                  <a:pt x="1177615" y="108515"/>
                </a:cubicBezTo>
                <a:cubicBezTo>
                  <a:pt x="1178255" y="106001"/>
                  <a:pt x="1178552" y="100723"/>
                  <a:pt x="1178506" y="92680"/>
                </a:cubicBezTo>
                <a:cubicBezTo>
                  <a:pt x="1173114" y="99032"/>
                  <a:pt x="1166396" y="102208"/>
                  <a:pt x="1158352" y="102208"/>
                </a:cubicBezTo>
                <a:cubicBezTo>
                  <a:pt x="1148344" y="102208"/>
                  <a:pt x="1140598" y="98598"/>
                  <a:pt x="1135114" y="91377"/>
                </a:cubicBezTo>
                <a:cubicBezTo>
                  <a:pt x="1129630" y="84156"/>
                  <a:pt x="1126888" y="75496"/>
                  <a:pt x="1126888" y="65397"/>
                </a:cubicBezTo>
                <a:cubicBezTo>
                  <a:pt x="1126888" y="58450"/>
                  <a:pt x="1128145" y="52041"/>
                  <a:pt x="1130658" y="46168"/>
                </a:cubicBezTo>
                <a:cubicBezTo>
                  <a:pt x="1133172" y="40296"/>
                  <a:pt x="1136816" y="35760"/>
                  <a:pt x="1141592" y="32561"/>
                </a:cubicBezTo>
                <a:cubicBezTo>
                  <a:pt x="1146368" y="29362"/>
                  <a:pt x="1151977" y="27763"/>
                  <a:pt x="1158421" y="27763"/>
                </a:cubicBezTo>
                <a:cubicBezTo>
                  <a:pt x="1167013" y="27763"/>
                  <a:pt x="1174096" y="31236"/>
                  <a:pt x="1179671" y="38182"/>
                </a:cubicBezTo>
                <a:lnTo>
                  <a:pt x="1179671" y="29408"/>
                </a:lnTo>
                <a:lnTo>
                  <a:pt x="1191051" y="29408"/>
                </a:lnTo>
                <a:lnTo>
                  <a:pt x="1191051" y="92337"/>
                </a:lnTo>
                <a:cubicBezTo>
                  <a:pt x="1191051" y="103670"/>
                  <a:pt x="1189897" y="111702"/>
                  <a:pt x="1187589" y="116432"/>
                </a:cubicBezTo>
                <a:cubicBezTo>
                  <a:pt x="1185281" y="121162"/>
                  <a:pt x="1181625" y="124898"/>
                  <a:pt x="1176621" y="127640"/>
                </a:cubicBezTo>
                <a:cubicBezTo>
                  <a:pt x="1171617" y="130382"/>
                  <a:pt x="1165459" y="131753"/>
                  <a:pt x="1158147" y="131753"/>
                </a:cubicBezTo>
                <a:cubicBezTo>
                  <a:pt x="1149464" y="131753"/>
                  <a:pt x="1142449" y="129799"/>
                  <a:pt x="1137102" y="125892"/>
                </a:cubicBezTo>
                <a:cubicBezTo>
                  <a:pt x="1131755" y="121985"/>
                  <a:pt x="1129173" y="116101"/>
                  <a:pt x="1129356" y="108240"/>
                </a:cubicBezTo>
                <a:moveTo>
                  <a:pt x="1139570" y="64505"/>
                </a:moveTo>
                <a:cubicBezTo>
                  <a:pt x="1139570" y="74057"/>
                  <a:pt x="1141466" y="81026"/>
                  <a:pt x="1145259" y="85413"/>
                </a:cubicBezTo>
                <a:cubicBezTo>
                  <a:pt x="1149053" y="89800"/>
                  <a:pt x="1153805" y="91994"/>
                  <a:pt x="1159518" y="91994"/>
                </a:cubicBezTo>
                <a:cubicBezTo>
                  <a:pt x="1165185" y="91994"/>
                  <a:pt x="1169937" y="89812"/>
                  <a:pt x="1173776" y="85447"/>
                </a:cubicBezTo>
                <a:cubicBezTo>
                  <a:pt x="1177615" y="81083"/>
                  <a:pt x="1179534" y="74240"/>
                  <a:pt x="1179534" y="64917"/>
                </a:cubicBezTo>
                <a:cubicBezTo>
                  <a:pt x="1179534" y="56005"/>
                  <a:pt x="1177558" y="49287"/>
                  <a:pt x="1173605" y="44763"/>
                </a:cubicBezTo>
                <a:cubicBezTo>
                  <a:pt x="1169652" y="40239"/>
                  <a:pt x="1164888" y="37977"/>
                  <a:pt x="1159312" y="37977"/>
                </a:cubicBezTo>
                <a:cubicBezTo>
                  <a:pt x="1153828" y="37977"/>
                  <a:pt x="1149167" y="40205"/>
                  <a:pt x="1145328" y="44660"/>
                </a:cubicBezTo>
                <a:cubicBezTo>
                  <a:pt x="1141489" y="49116"/>
                  <a:pt x="1139570" y="55731"/>
                  <a:pt x="1139570" y="64505"/>
                </a:cubicBezTo>
                <a:close/>
                <a:moveTo>
                  <a:pt x="1242982" y="80478"/>
                </a:moveTo>
                <a:lnTo>
                  <a:pt x="1255183" y="78558"/>
                </a:lnTo>
                <a:cubicBezTo>
                  <a:pt x="1255869" y="83448"/>
                  <a:pt x="1257777" y="87196"/>
                  <a:pt x="1260907" y="89800"/>
                </a:cubicBezTo>
                <a:cubicBezTo>
                  <a:pt x="1264038" y="92405"/>
                  <a:pt x="1268414" y="93708"/>
                  <a:pt x="1274035" y="93708"/>
                </a:cubicBezTo>
                <a:cubicBezTo>
                  <a:pt x="1279701" y="93708"/>
                  <a:pt x="1283906" y="92554"/>
                  <a:pt x="1286648" y="90246"/>
                </a:cubicBezTo>
                <a:cubicBezTo>
                  <a:pt x="1289390" y="87938"/>
                  <a:pt x="1290761" y="85230"/>
                  <a:pt x="1290761" y="82123"/>
                </a:cubicBezTo>
                <a:cubicBezTo>
                  <a:pt x="1290761" y="79335"/>
                  <a:pt x="1289550" y="77142"/>
                  <a:pt x="1287128" y="75542"/>
                </a:cubicBezTo>
                <a:cubicBezTo>
                  <a:pt x="1285437" y="74445"/>
                  <a:pt x="1281232" y="73051"/>
                  <a:pt x="1274514" y="71360"/>
                </a:cubicBezTo>
                <a:cubicBezTo>
                  <a:pt x="1265466" y="69075"/>
                  <a:pt x="1259194" y="67099"/>
                  <a:pt x="1255698" y="65431"/>
                </a:cubicBezTo>
                <a:cubicBezTo>
                  <a:pt x="1252201" y="63763"/>
                  <a:pt x="1249551" y="61455"/>
                  <a:pt x="1247746" y="58507"/>
                </a:cubicBezTo>
                <a:cubicBezTo>
                  <a:pt x="1245941" y="55560"/>
                  <a:pt x="1245038" y="52304"/>
                  <a:pt x="1245038" y="48739"/>
                </a:cubicBezTo>
                <a:cubicBezTo>
                  <a:pt x="1245038" y="45494"/>
                  <a:pt x="1245781" y="42490"/>
                  <a:pt x="1247266" y="39725"/>
                </a:cubicBezTo>
                <a:cubicBezTo>
                  <a:pt x="1248751" y="36960"/>
                  <a:pt x="1250773" y="34663"/>
                  <a:pt x="1253333" y="32835"/>
                </a:cubicBezTo>
                <a:cubicBezTo>
                  <a:pt x="1255252" y="31419"/>
                  <a:pt x="1257868" y="30219"/>
                  <a:pt x="1261182" y="29237"/>
                </a:cubicBezTo>
                <a:cubicBezTo>
                  <a:pt x="1264495" y="28254"/>
                  <a:pt x="1268048" y="27763"/>
                  <a:pt x="1271841" y="27763"/>
                </a:cubicBezTo>
                <a:cubicBezTo>
                  <a:pt x="1277554" y="27763"/>
                  <a:pt x="1282569" y="28585"/>
                  <a:pt x="1286888" y="30231"/>
                </a:cubicBezTo>
                <a:cubicBezTo>
                  <a:pt x="1291206" y="31876"/>
                  <a:pt x="1294394" y="34104"/>
                  <a:pt x="1296450" y="36914"/>
                </a:cubicBezTo>
                <a:cubicBezTo>
                  <a:pt x="1298507" y="39725"/>
                  <a:pt x="1299924" y="43484"/>
                  <a:pt x="1300701" y="48191"/>
                </a:cubicBezTo>
                <a:lnTo>
                  <a:pt x="1288636" y="49836"/>
                </a:lnTo>
                <a:cubicBezTo>
                  <a:pt x="1288087" y="46088"/>
                  <a:pt x="1286499" y="43164"/>
                  <a:pt x="1283872" y="41061"/>
                </a:cubicBezTo>
                <a:cubicBezTo>
                  <a:pt x="1281244" y="38959"/>
                  <a:pt x="1277531" y="37908"/>
                  <a:pt x="1272732" y="37908"/>
                </a:cubicBezTo>
                <a:cubicBezTo>
                  <a:pt x="1267065" y="37908"/>
                  <a:pt x="1263021" y="38845"/>
                  <a:pt x="1260599" y="40719"/>
                </a:cubicBezTo>
                <a:cubicBezTo>
                  <a:pt x="1258177" y="42592"/>
                  <a:pt x="1256966" y="44786"/>
                  <a:pt x="1256966" y="47299"/>
                </a:cubicBezTo>
                <a:cubicBezTo>
                  <a:pt x="1256966" y="48899"/>
                  <a:pt x="1257468" y="50338"/>
                  <a:pt x="1258474" y="51618"/>
                </a:cubicBezTo>
                <a:cubicBezTo>
                  <a:pt x="1259479" y="52943"/>
                  <a:pt x="1261056" y="54040"/>
                  <a:pt x="1263204" y="54908"/>
                </a:cubicBezTo>
                <a:cubicBezTo>
                  <a:pt x="1264438" y="55365"/>
                  <a:pt x="1268071" y="56417"/>
                  <a:pt x="1274103" y="58062"/>
                </a:cubicBezTo>
                <a:cubicBezTo>
                  <a:pt x="1282832" y="60392"/>
                  <a:pt x="1288921" y="62300"/>
                  <a:pt x="1292372" y="63786"/>
                </a:cubicBezTo>
                <a:cubicBezTo>
                  <a:pt x="1295822" y="65271"/>
                  <a:pt x="1298530" y="67430"/>
                  <a:pt x="1300495" y="70264"/>
                </a:cubicBezTo>
                <a:cubicBezTo>
                  <a:pt x="1302460" y="73097"/>
                  <a:pt x="1303443" y="76616"/>
                  <a:pt x="1303443" y="80820"/>
                </a:cubicBezTo>
                <a:cubicBezTo>
                  <a:pt x="1303443" y="84933"/>
                  <a:pt x="1302243" y="88806"/>
                  <a:pt x="1299844" y="92440"/>
                </a:cubicBezTo>
                <a:cubicBezTo>
                  <a:pt x="1297444" y="96073"/>
                  <a:pt x="1293983" y="98883"/>
                  <a:pt x="1289458" y="100871"/>
                </a:cubicBezTo>
                <a:cubicBezTo>
                  <a:pt x="1284934" y="102859"/>
                  <a:pt x="1279816" y="103853"/>
                  <a:pt x="1274103" y="103853"/>
                </a:cubicBezTo>
                <a:cubicBezTo>
                  <a:pt x="1264643" y="103853"/>
                  <a:pt x="1257434" y="101888"/>
                  <a:pt x="1252476" y="97958"/>
                </a:cubicBezTo>
                <a:cubicBezTo>
                  <a:pt x="1247517" y="94028"/>
                  <a:pt x="1244353" y="88201"/>
                  <a:pt x="1242982" y="80478"/>
                </a:cubicBezTo>
                <a:close/>
                <a:moveTo>
                  <a:pt x="1344800" y="91171"/>
                </a:moveTo>
                <a:lnTo>
                  <a:pt x="1346582" y="102071"/>
                </a:lnTo>
                <a:cubicBezTo>
                  <a:pt x="1343109" y="102802"/>
                  <a:pt x="1340001" y="103168"/>
                  <a:pt x="1337259" y="103168"/>
                </a:cubicBezTo>
                <a:cubicBezTo>
                  <a:pt x="1332781" y="103168"/>
                  <a:pt x="1329307" y="102459"/>
                  <a:pt x="1326840" y="101043"/>
                </a:cubicBezTo>
                <a:cubicBezTo>
                  <a:pt x="1324372" y="99626"/>
                  <a:pt x="1322635" y="97764"/>
                  <a:pt x="1321630" y="95456"/>
                </a:cubicBezTo>
                <a:cubicBezTo>
                  <a:pt x="1320624" y="93148"/>
                  <a:pt x="1320122" y="88292"/>
                  <a:pt x="1320122" y="80889"/>
                </a:cubicBezTo>
                <a:lnTo>
                  <a:pt x="1320122" y="39005"/>
                </a:lnTo>
                <a:lnTo>
                  <a:pt x="1311073" y="39005"/>
                </a:lnTo>
                <a:lnTo>
                  <a:pt x="1311073" y="29408"/>
                </a:lnTo>
                <a:lnTo>
                  <a:pt x="1320122" y="29408"/>
                </a:lnTo>
                <a:lnTo>
                  <a:pt x="1320122" y="11379"/>
                </a:lnTo>
                <a:lnTo>
                  <a:pt x="1332392" y="3976"/>
                </a:lnTo>
                <a:lnTo>
                  <a:pt x="1332392" y="29408"/>
                </a:lnTo>
                <a:lnTo>
                  <a:pt x="1344800" y="29408"/>
                </a:lnTo>
                <a:lnTo>
                  <a:pt x="1344800" y="39005"/>
                </a:lnTo>
                <a:lnTo>
                  <a:pt x="1332392" y="39005"/>
                </a:lnTo>
                <a:lnTo>
                  <a:pt x="1332392" y="81574"/>
                </a:lnTo>
                <a:cubicBezTo>
                  <a:pt x="1332392" y="85093"/>
                  <a:pt x="1332609" y="87355"/>
                  <a:pt x="1333043" y="88361"/>
                </a:cubicBezTo>
                <a:cubicBezTo>
                  <a:pt x="1333478" y="89366"/>
                  <a:pt x="1334186" y="90166"/>
                  <a:pt x="1335168" y="90760"/>
                </a:cubicBezTo>
                <a:cubicBezTo>
                  <a:pt x="1336151" y="91354"/>
                  <a:pt x="1337556" y="91651"/>
                  <a:pt x="1339384" y="91651"/>
                </a:cubicBezTo>
                <a:cubicBezTo>
                  <a:pt x="1340755" y="91651"/>
                  <a:pt x="1342560" y="91491"/>
                  <a:pt x="1344800" y="91171"/>
                </a:cubicBezTo>
                <a:close/>
                <a:moveTo>
                  <a:pt x="1403859" y="93228"/>
                </a:moveTo>
                <a:cubicBezTo>
                  <a:pt x="1399289" y="97112"/>
                  <a:pt x="1394891" y="99854"/>
                  <a:pt x="1390664" y="101454"/>
                </a:cubicBezTo>
                <a:cubicBezTo>
                  <a:pt x="1386436" y="103053"/>
                  <a:pt x="1381901" y="103853"/>
                  <a:pt x="1377056" y="103853"/>
                </a:cubicBezTo>
                <a:cubicBezTo>
                  <a:pt x="1369059" y="103853"/>
                  <a:pt x="1362912" y="101899"/>
                  <a:pt x="1358617" y="97992"/>
                </a:cubicBezTo>
                <a:cubicBezTo>
                  <a:pt x="1354321" y="94085"/>
                  <a:pt x="1352173" y="89092"/>
                  <a:pt x="1352173" y="83014"/>
                </a:cubicBezTo>
                <a:cubicBezTo>
                  <a:pt x="1352173" y="79449"/>
                  <a:pt x="1352984" y="76193"/>
                  <a:pt x="1354606" y="73246"/>
                </a:cubicBezTo>
                <a:cubicBezTo>
                  <a:pt x="1356229" y="70298"/>
                  <a:pt x="1358354" y="67933"/>
                  <a:pt x="1360981" y="66151"/>
                </a:cubicBezTo>
                <a:cubicBezTo>
                  <a:pt x="1363609" y="64368"/>
                  <a:pt x="1366568" y="63020"/>
                  <a:pt x="1369859" y="62106"/>
                </a:cubicBezTo>
                <a:cubicBezTo>
                  <a:pt x="1372281" y="61466"/>
                  <a:pt x="1375937" y="60849"/>
                  <a:pt x="1380827" y="60255"/>
                </a:cubicBezTo>
                <a:cubicBezTo>
                  <a:pt x="1390789" y="59067"/>
                  <a:pt x="1398124" y="57650"/>
                  <a:pt x="1402831" y="56005"/>
                </a:cubicBezTo>
                <a:cubicBezTo>
                  <a:pt x="1402877" y="54314"/>
                  <a:pt x="1402900" y="53240"/>
                  <a:pt x="1402900" y="52783"/>
                </a:cubicBezTo>
                <a:cubicBezTo>
                  <a:pt x="1402900" y="47756"/>
                  <a:pt x="1401734" y="44215"/>
                  <a:pt x="1399404" y="42158"/>
                </a:cubicBezTo>
                <a:cubicBezTo>
                  <a:pt x="1396250" y="39371"/>
                  <a:pt x="1391566" y="37977"/>
                  <a:pt x="1385351" y="37977"/>
                </a:cubicBezTo>
                <a:cubicBezTo>
                  <a:pt x="1379547" y="37977"/>
                  <a:pt x="1375263" y="38993"/>
                  <a:pt x="1372498" y="41027"/>
                </a:cubicBezTo>
                <a:cubicBezTo>
                  <a:pt x="1369733" y="43061"/>
                  <a:pt x="1367688" y="46660"/>
                  <a:pt x="1366363" y="51824"/>
                </a:cubicBezTo>
                <a:lnTo>
                  <a:pt x="1354298" y="50179"/>
                </a:lnTo>
                <a:cubicBezTo>
                  <a:pt x="1355395" y="45014"/>
                  <a:pt x="1357200" y="40844"/>
                  <a:pt x="1359713" y="37668"/>
                </a:cubicBezTo>
                <a:cubicBezTo>
                  <a:pt x="1362227" y="34492"/>
                  <a:pt x="1365860" y="32047"/>
                  <a:pt x="1370613" y="30333"/>
                </a:cubicBezTo>
                <a:cubicBezTo>
                  <a:pt x="1375366" y="28620"/>
                  <a:pt x="1380872" y="27763"/>
                  <a:pt x="1387133" y="27763"/>
                </a:cubicBezTo>
                <a:cubicBezTo>
                  <a:pt x="1393348" y="27763"/>
                  <a:pt x="1398398" y="28494"/>
                  <a:pt x="1402283" y="29956"/>
                </a:cubicBezTo>
                <a:cubicBezTo>
                  <a:pt x="1406167" y="31419"/>
                  <a:pt x="1409024" y="33258"/>
                  <a:pt x="1410852" y="35475"/>
                </a:cubicBezTo>
                <a:cubicBezTo>
                  <a:pt x="1412680" y="37691"/>
                  <a:pt x="1413959" y="40490"/>
                  <a:pt x="1414690" y="43872"/>
                </a:cubicBezTo>
                <a:cubicBezTo>
                  <a:pt x="1415102" y="45974"/>
                  <a:pt x="1415307" y="49767"/>
                  <a:pt x="1415307" y="55251"/>
                </a:cubicBezTo>
                <a:lnTo>
                  <a:pt x="1415307" y="71703"/>
                </a:lnTo>
                <a:cubicBezTo>
                  <a:pt x="1415307" y="83174"/>
                  <a:pt x="1415570" y="90429"/>
                  <a:pt x="1416096" y="93468"/>
                </a:cubicBezTo>
                <a:cubicBezTo>
                  <a:pt x="1416621" y="96507"/>
                  <a:pt x="1417661" y="99420"/>
                  <a:pt x="1419215" y="102208"/>
                </a:cubicBezTo>
                <a:lnTo>
                  <a:pt x="1406327" y="102208"/>
                </a:lnTo>
                <a:cubicBezTo>
                  <a:pt x="1405048" y="99649"/>
                  <a:pt x="1404225" y="96655"/>
                  <a:pt x="1403859" y="93228"/>
                </a:cubicBezTo>
                <a:moveTo>
                  <a:pt x="1402831" y="65671"/>
                </a:moveTo>
                <a:cubicBezTo>
                  <a:pt x="1398353" y="67499"/>
                  <a:pt x="1391635" y="69053"/>
                  <a:pt x="1382678" y="70332"/>
                </a:cubicBezTo>
                <a:cubicBezTo>
                  <a:pt x="1377605" y="71063"/>
                  <a:pt x="1374017" y="71886"/>
                  <a:pt x="1371915" y="72800"/>
                </a:cubicBezTo>
                <a:cubicBezTo>
                  <a:pt x="1369813" y="73714"/>
                  <a:pt x="1368191" y="75051"/>
                  <a:pt x="1367048" y="76810"/>
                </a:cubicBezTo>
                <a:cubicBezTo>
                  <a:pt x="1365906" y="78570"/>
                  <a:pt x="1365334" y="80523"/>
                  <a:pt x="1365334" y="82671"/>
                </a:cubicBezTo>
                <a:cubicBezTo>
                  <a:pt x="1365334" y="85962"/>
                  <a:pt x="1366580" y="88704"/>
                  <a:pt x="1369070" y="90897"/>
                </a:cubicBezTo>
                <a:cubicBezTo>
                  <a:pt x="1371561" y="93091"/>
                  <a:pt x="1375206" y="94188"/>
                  <a:pt x="1380004" y="94188"/>
                </a:cubicBezTo>
                <a:cubicBezTo>
                  <a:pt x="1384757" y="94188"/>
                  <a:pt x="1388984" y="93148"/>
                  <a:pt x="1392686" y="91069"/>
                </a:cubicBezTo>
                <a:cubicBezTo>
                  <a:pt x="1396388" y="88989"/>
                  <a:pt x="1399107" y="86144"/>
                  <a:pt x="1400843" y="82534"/>
                </a:cubicBezTo>
                <a:cubicBezTo>
                  <a:pt x="1402169" y="79746"/>
                  <a:pt x="1402831" y="75633"/>
                  <a:pt x="1402831" y="70195"/>
                </a:cubicBezTo>
                <a:lnTo>
                  <a:pt x="1402831" y="65671"/>
                </a:lnTo>
                <a:close/>
                <a:moveTo>
                  <a:pt x="1461099" y="91171"/>
                </a:moveTo>
                <a:lnTo>
                  <a:pt x="1462881" y="102071"/>
                </a:lnTo>
                <a:cubicBezTo>
                  <a:pt x="1459408" y="102802"/>
                  <a:pt x="1456300" y="103168"/>
                  <a:pt x="1453558" y="103168"/>
                </a:cubicBezTo>
                <a:cubicBezTo>
                  <a:pt x="1449080" y="103168"/>
                  <a:pt x="1445606" y="102459"/>
                  <a:pt x="1443139" y="101043"/>
                </a:cubicBezTo>
                <a:cubicBezTo>
                  <a:pt x="1440671" y="99626"/>
                  <a:pt x="1438934" y="97764"/>
                  <a:pt x="1437929" y="95456"/>
                </a:cubicBezTo>
                <a:cubicBezTo>
                  <a:pt x="1436924" y="93148"/>
                  <a:pt x="1436421" y="88292"/>
                  <a:pt x="1436421" y="80889"/>
                </a:cubicBezTo>
                <a:lnTo>
                  <a:pt x="1436421" y="39005"/>
                </a:lnTo>
                <a:lnTo>
                  <a:pt x="1427372" y="39005"/>
                </a:lnTo>
                <a:lnTo>
                  <a:pt x="1427372" y="29408"/>
                </a:lnTo>
                <a:lnTo>
                  <a:pt x="1436421" y="29408"/>
                </a:lnTo>
                <a:lnTo>
                  <a:pt x="1436421" y="11379"/>
                </a:lnTo>
                <a:lnTo>
                  <a:pt x="1448691" y="3976"/>
                </a:lnTo>
                <a:lnTo>
                  <a:pt x="1448691" y="29408"/>
                </a:lnTo>
                <a:lnTo>
                  <a:pt x="1461099" y="29408"/>
                </a:lnTo>
                <a:lnTo>
                  <a:pt x="1461099" y="39005"/>
                </a:lnTo>
                <a:lnTo>
                  <a:pt x="1448691" y="39005"/>
                </a:lnTo>
                <a:lnTo>
                  <a:pt x="1448691" y="81574"/>
                </a:lnTo>
                <a:cubicBezTo>
                  <a:pt x="1448691" y="85093"/>
                  <a:pt x="1448908" y="87355"/>
                  <a:pt x="1449342" y="88361"/>
                </a:cubicBezTo>
                <a:cubicBezTo>
                  <a:pt x="1449777" y="89366"/>
                  <a:pt x="1450485" y="90166"/>
                  <a:pt x="1451468" y="90760"/>
                </a:cubicBezTo>
                <a:cubicBezTo>
                  <a:pt x="1452450" y="91354"/>
                  <a:pt x="1453855" y="91651"/>
                  <a:pt x="1455683" y="91651"/>
                </a:cubicBezTo>
                <a:cubicBezTo>
                  <a:pt x="1457054" y="91651"/>
                  <a:pt x="1458859" y="91491"/>
                  <a:pt x="1461099" y="91171"/>
                </a:cubicBezTo>
                <a:close/>
                <a:moveTo>
                  <a:pt x="1522490" y="78764"/>
                </a:moveTo>
                <a:lnTo>
                  <a:pt x="1535240" y="80341"/>
                </a:lnTo>
                <a:cubicBezTo>
                  <a:pt x="1533229" y="87790"/>
                  <a:pt x="1529504" y="93571"/>
                  <a:pt x="1524066" y="97684"/>
                </a:cubicBezTo>
                <a:cubicBezTo>
                  <a:pt x="1518628" y="101797"/>
                  <a:pt x="1511682" y="103853"/>
                  <a:pt x="1503227" y="103853"/>
                </a:cubicBezTo>
                <a:cubicBezTo>
                  <a:pt x="1492579" y="103853"/>
                  <a:pt x="1484136" y="100574"/>
                  <a:pt x="1477898" y="94016"/>
                </a:cubicBezTo>
                <a:cubicBezTo>
                  <a:pt x="1471660" y="87458"/>
                  <a:pt x="1468541" y="78261"/>
                  <a:pt x="1468541" y="66425"/>
                </a:cubicBezTo>
                <a:cubicBezTo>
                  <a:pt x="1468541" y="54177"/>
                  <a:pt x="1471694" y="44672"/>
                  <a:pt x="1478001" y="37908"/>
                </a:cubicBezTo>
                <a:cubicBezTo>
                  <a:pt x="1484307" y="31145"/>
                  <a:pt x="1492488" y="27763"/>
                  <a:pt x="1502542" y="27763"/>
                </a:cubicBezTo>
                <a:cubicBezTo>
                  <a:pt x="1512276" y="27763"/>
                  <a:pt x="1520227" y="31076"/>
                  <a:pt x="1526397" y="37702"/>
                </a:cubicBezTo>
                <a:cubicBezTo>
                  <a:pt x="1532566" y="44329"/>
                  <a:pt x="1535651" y="53652"/>
                  <a:pt x="1535651" y="65671"/>
                </a:cubicBezTo>
                <a:cubicBezTo>
                  <a:pt x="1535651" y="66402"/>
                  <a:pt x="1535628" y="67499"/>
                  <a:pt x="1535583" y="68961"/>
                </a:cubicBezTo>
                <a:lnTo>
                  <a:pt x="1481291" y="68961"/>
                </a:lnTo>
                <a:cubicBezTo>
                  <a:pt x="1481748" y="76959"/>
                  <a:pt x="1484010" y="83083"/>
                  <a:pt x="1488077" y="87333"/>
                </a:cubicBezTo>
                <a:cubicBezTo>
                  <a:pt x="1492145" y="91583"/>
                  <a:pt x="1497217" y="93708"/>
                  <a:pt x="1503296" y="93708"/>
                </a:cubicBezTo>
                <a:cubicBezTo>
                  <a:pt x="1507820" y="93708"/>
                  <a:pt x="1511682" y="92520"/>
                  <a:pt x="1514881" y="90143"/>
                </a:cubicBezTo>
                <a:cubicBezTo>
                  <a:pt x="1518080" y="87767"/>
                  <a:pt x="1520616" y="83974"/>
                  <a:pt x="1522490" y="78764"/>
                </a:cubicBezTo>
                <a:moveTo>
                  <a:pt x="1481977" y="58816"/>
                </a:moveTo>
                <a:lnTo>
                  <a:pt x="1522627" y="58816"/>
                </a:lnTo>
                <a:cubicBezTo>
                  <a:pt x="1522078" y="52692"/>
                  <a:pt x="1520524" y="48099"/>
                  <a:pt x="1517965" y="45037"/>
                </a:cubicBezTo>
                <a:cubicBezTo>
                  <a:pt x="1514035" y="40285"/>
                  <a:pt x="1508940" y="37908"/>
                  <a:pt x="1502679" y="37908"/>
                </a:cubicBezTo>
                <a:cubicBezTo>
                  <a:pt x="1497012" y="37908"/>
                  <a:pt x="1492248" y="39805"/>
                  <a:pt x="1488386" y="43598"/>
                </a:cubicBezTo>
                <a:cubicBezTo>
                  <a:pt x="1484524" y="47391"/>
                  <a:pt x="1482388" y="52464"/>
                  <a:pt x="1481977" y="58816"/>
                </a:cubicBezTo>
                <a:close/>
                <a:moveTo>
                  <a:pt x="1550458" y="102208"/>
                </a:moveTo>
                <a:lnTo>
                  <a:pt x="1550458" y="29408"/>
                </a:lnTo>
                <a:lnTo>
                  <a:pt x="1561494" y="29408"/>
                </a:lnTo>
                <a:lnTo>
                  <a:pt x="1561494" y="39622"/>
                </a:lnTo>
                <a:cubicBezTo>
                  <a:pt x="1563779" y="36057"/>
                  <a:pt x="1566818" y="33190"/>
                  <a:pt x="1570611" y="31019"/>
                </a:cubicBezTo>
                <a:cubicBezTo>
                  <a:pt x="1574405" y="28848"/>
                  <a:pt x="1578723" y="27763"/>
                  <a:pt x="1583567" y="27763"/>
                </a:cubicBezTo>
                <a:cubicBezTo>
                  <a:pt x="1588960" y="27763"/>
                  <a:pt x="1593381" y="28882"/>
                  <a:pt x="1596832" y="31122"/>
                </a:cubicBezTo>
                <a:cubicBezTo>
                  <a:pt x="1600282" y="33361"/>
                  <a:pt x="1602716" y="36491"/>
                  <a:pt x="1604132" y="40513"/>
                </a:cubicBezTo>
                <a:cubicBezTo>
                  <a:pt x="1609891" y="32013"/>
                  <a:pt x="1617385" y="27763"/>
                  <a:pt x="1626617" y="27763"/>
                </a:cubicBezTo>
                <a:cubicBezTo>
                  <a:pt x="1633837" y="27763"/>
                  <a:pt x="1639390" y="29762"/>
                  <a:pt x="1643274" y="33761"/>
                </a:cubicBezTo>
                <a:cubicBezTo>
                  <a:pt x="1647159" y="37760"/>
                  <a:pt x="1649101" y="43918"/>
                  <a:pt x="1649101" y="52235"/>
                </a:cubicBezTo>
                <a:lnTo>
                  <a:pt x="1649101" y="102208"/>
                </a:lnTo>
                <a:lnTo>
                  <a:pt x="1636831" y="102208"/>
                </a:lnTo>
                <a:lnTo>
                  <a:pt x="1636831" y="56348"/>
                </a:lnTo>
                <a:cubicBezTo>
                  <a:pt x="1636831" y="51412"/>
                  <a:pt x="1636431" y="47859"/>
                  <a:pt x="1635631" y="45689"/>
                </a:cubicBezTo>
                <a:cubicBezTo>
                  <a:pt x="1634831" y="43518"/>
                  <a:pt x="1633380" y="41770"/>
                  <a:pt x="1631278" y="40444"/>
                </a:cubicBezTo>
                <a:cubicBezTo>
                  <a:pt x="1629176" y="39119"/>
                  <a:pt x="1626708" y="38457"/>
                  <a:pt x="1623875" y="38457"/>
                </a:cubicBezTo>
                <a:cubicBezTo>
                  <a:pt x="1618756" y="38457"/>
                  <a:pt x="1614506" y="40159"/>
                  <a:pt x="1611124" y="43563"/>
                </a:cubicBezTo>
                <a:cubicBezTo>
                  <a:pt x="1607743" y="46968"/>
                  <a:pt x="1606052" y="52418"/>
                  <a:pt x="1606052" y="59913"/>
                </a:cubicBezTo>
                <a:lnTo>
                  <a:pt x="1606052" y="102208"/>
                </a:lnTo>
                <a:lnTo>
                  <a:pt x="1593713" y="102208"/>
                </a:lnTo>
                <a:lnTo>
                  <a:pt x="1593713" y="54908"/>
                </a:lnTo>
                <a:cubicBezTo>
                  <a:pt x="1593713" y="49424"/>
                  <a:pt x="1592707" y="45312"/>
                  <a:pt x="1590697" y="42570"/>
                </a:cubicBezTo>
                <a:cubicBezTo>
                  <a:pt x="1588686" y="39828"/>
                  <a:pt x="1585395" y="38457"/>
                  <a:pt x="1580825" y="38457"/>
                </a:cubicBezTo>
                <a:cubicBezTo>
                  <a:pt x="1577352" y="38457"/>
                  <a:pt x="1574142" y="39371"/>
                  <a:pt x="1571194" y="41199"/>
                </a:cubicBezTo>
                <a:cubicBezTo>
                  <a:pt x="1568246" y="43027"/>
                  <a:pt x="1566110" y="45700"/>
                  <a:pt x="1564785" y="49219"/>
                </a:cubicBezTo>
                <a:cubicBezTo>
                  <a:pt x="1563459" y="52738"/>
                  <a:pt x="1562797" y="57810"/>
                  <a:pt x="1562797" y="64437"/>
                </a:cubicBezTo>
                <a:lnTo>
                  <a:pt x="1562797" y="102208"/>
                </a:lnTo>
                <a:lnTo>
                  <a:pt x="1550458" y="102208"/>
                </a:lnTo>
                <a:close/>
                <a:moveTo>
                  <a:pt x="1716565" y="78764"/>
                </a:moveTo>
                <a:lnTo>
                  <a:pt x="1729315" y="80341"/>
                </a:lnTo>
                <a:cubicBezTo>
                  <a:pt x="1727304" y="87790"/>
                  <a:pt x="1723580" y="93571"/>
                  <a:pt x="1718141" y="97684"/>
                </a:cubicBezTo>
                <a:cubicBezTo>
                  <a:pt x="1712703" y="101797"/>
                  <a:pt x="1705757" y="103853"/>
                  <a:pt x="1697302" y="103853"/>
                </a:cubicBezTo>
                <a:cubicBezTo>
                  <a:pt x="1686654" y="103853"/>
                  <a:pt x="1678211" y="100574"/>
                  <a:pt x="1671973" y="94016"/>
                </a:cubicBezTo>
                <a:cubicBezTo>
                  <a:pt x="1665735" y="87458"/>
                  <a:pt x="1662616" y="78261"/>
                  <a:pt x="1662616" y="66425"/>
                </a:cubicBezTo>
                <a:cubicBezTo>
                  <a:pt x="1662616" y="54177"/>
                  <a:pt x="1665769" y="44672"/>
                  <a:pt x="1672076" y="37908"/>
                </a:cubicBezTo>
                <a:cubicBezTo>
                  <a:pt x="1678382" y="31145"/>
                  <a:pt x="1686563" y="27763"/>
                  <a:pt x="1696617" y="27763"/>
                </a:cubicBezTo>
                <a:cubicBezTo>
                  <a:pt x="1706351" y="27763"/>
                  <a:pt x="1714303" y="31076"/>
                  <a:pt x="1720472" y="37702"/>
                </a:cubicBezTo>
                <a:cubicBezTo>
                  <a:pt x="1726642" y="44329"/>
                  <a:pt x="1729726" y="53652"/>
                  <a:pt x="1729726" y="65671"/>
                </a:cubicBezTo>
                <a:cubicBezTo>
                  <a:pt x="1729726" y="66402"/>
                  <a:pt x="1729703" y="67499"/>
                  <a:pt x="1729658" y="68961"/>
                </a:cubicBezTo>
                <a:lnTo>
                  <a:pt x="1675366" y="68961"/>
                </a:lnTo>
                <a:cubicBezTo>
                  <a:pt x="1675823" y="76959"/>
                  <a:pt x="1678085" y="83083"/>
                  <a:pt x="1682153" y="87333"/>
                </a:cubicBezTo>
                <a:cubicBezTo>
                  <a:pt x="1686220" y="91583"/>
                  <a:pt x="1691293" y="93708"/>
                  <a:pt x="1697371" y="93708"/>
                </a:cubicBezTo>
                <a:cubicBezTo>
                  <a:pt x="1701895" y="93708"/>
                  <a:pt x="1705757" y="92520"/>
                  <a:pt x="1708956" y="90143"/>
                </a:cubicBezTo>
                <a:cubicBezTo>
                  <a:pt x="1712155" y="87767"/>
                  <a:pt x="1714691" y="83974"/>
                  <a:pt x="1716565" y="78764"/>
                </a:cubicBezTo>
                <a:moveTo>
                  <a:pt x="1676052" y="58816"/>
                </a:moveTo>
                <a:lnTo>
                  <a:pt x="1716702" y="58816"/>
                </a:lnTo>
                <a:cubicBezTo>
                  <a:pt x="1716153" y="52692"/>
                  <a:pt x="1714600" y="48099"/>
                  <a:pt x="1712040" y="45037"/>
                </a:cubicBezTo>
                <a:cubicBezTo>
                  <a:pt x="1708110" y="40285"/>
                  <a:pt x="1703015" y="37908"/>
                  <a:pt x="1696754" y="37908"/>
                </a:cubicBezTo>
                <a:cubicBezTo>
                  <a:pt x="1691087" y="37908"/>
                  <a:pt x="1686323" y="39805"/>
                  <a:pt x="1682461" y="43598"/>
                </a:cubicBezTo>
                <a:cubicBezTo>
                  <a:pt x="1678599" y="47391"/>
                  <a:pt x="1676463" y="52464"/>
                  <a:pt x="1676052" y="58816"/>
                </a:cubicBezTo>
                <a:close/>
                <a:moveTo>
                  <a:pt x="1744534" y="102208"/>
                </a:moveTo>
                <a:lnTo>
                  <a:pt x="1744534" y="29408"/>
                </a:lnTo>
                <a:lnTo>
                  <a:pt x="1755639" y="29408"/>
                </a:lnTo>
                <a:lnTo>
                  <a:pt x="1755639" y="39759"/>
                </a:lnTo>
                <a:cubicBezTo>
                  <a:pt x="1760986" y="31761"/>
                  <a:pt x="1768709" y="27763"/>
                  <a:pt x="1778809" y="27763"/>
                </a:cubicBezTo>
                <a:cubicBezTo>
                  <a:pt x="1783196" y="27763"/>
                  <a:pt x="1787229" y="28551"/>
                  <a:pt x="1790908" y="30128"/>
                </a:cubicBezTo>
                <a:cubicBezTo>
                  <a:pt x="1794587" y="31704"/>
                  <a:pt x="1797340" y="33772"/>
                  <a:pt x="1799168" y="36331"/>
                </a:cubicBezTo>
                <a:cubicBezTo>
                  <a:pt x="1800996" y="38891"/>
                  <a:pt x="1802276" y="41930"/>
                  <a:pt x="1803007" y="45449"/>
                </a:cubicBezTo>
                <a:cubicBezTo>
                  <a:pt x="1803464" y="47734"/>
                  <a:pt x="1803692" y="51732"/>
                  <a:pt x="1803692" y="57445"/>
                </a:cubicBezTo>
                <a:lnTo>
                  <a:pt x="1803692" y="102208"/>
                </a:lnTo>
                <a:lnTo>
                  <a:pt x="1791353" y="102208"/>
                </a:lnTo>
                <a:lnTo>
                  <a:pt x="1791353" y="57925"/>
                </a:lnTo>
                <a:cubicBezTo>
                  <a:pt x="1791353" y="52898"/>
                  <a:pt x="1790873" y="49139"/>
                  <a:pt x="1789914" y="46648"/>
                </a:cubicBezTo>
                <a:cubicBezTo>
                  <a:pt x="1788954" y="44158"/>
                  <a:pt x="1787252" y="42170"/>
                  <a:pt x="1784807" y="40684"/>
                </a:cubicBezTo>
                <a:cubicBezTo>
                  <a:pt x="1782362" y="39199"/>
                  <a:pt x="1779494" y="38457"/>
                  <a:pt x="1776204" y="38457"/>
                </a:cubicBezTo>
                <a:cubicBezTo>
                  <a:pt x="1770948" y="38457"/>
                  <a:pt x="1766413" y="40125"/>
                  <a:pt x="1762597" y="43461"/>
                </a:cubicBezTo>
                <a:cubicBezTo>
                  <a:pt x="1758781" y="46797"/>
                  <a:pt x="1756873" y="53126"/>
                  <a:pt x="1756873" y="62449"/>
                </a:cubicBezTo>
                <a:lnTo>
                  <a:pt x="1756873" y="102208"/>
                </a:lnTo>
                <a:lnTo>
                  <a:pt x="1744534" y="102208"/>
                </a:lnTo>
                <a:close/>
                <a:moveTo>
                  <a:pt x="1849278" y="91171"/>
                </a:moveTo>
                <a:lnTo>
                  <a:pt x="1851060" y="102071"/>
                </a:lnTo>
                <a:cubicBezTo>
                  <a:pt x="1847587" y="102802"/>
                  <a:pt x="1844480" y="103168"/>
                  <a:pt x="1841738" y="103168"/>
                </a:cubicBezTo>
                <a:cubicBezTo>
                  <a:pt x="1837259" y="103168"/>
                  <a:pt x="1833786" y="102459"/>
                  <a:pt x="1831318" y="101043"/>
                </a:cubicBezTo>
                <a:cubicBezTo>
                  <a:pt x="1828850" y="99626"/>
                  <a:pt x="1827114" y="97764"/>
                  <a:pt x="1826108" y="95456"/>
                </a:cubicBezTo>
                <a:cubicBezTo>
                  <a:pt x="1825103" y="93148"/>
                  <a:pt x="1824600" y="88292"/>
                  <a:pt x="1824600" y="80889"/>
                </a:cubicBezTo>
                <a:lnTo>
                  <a:pt x="1824600" y="39005"/>
                </a:lnTo>
                <a:lnTo>
                  <a:pt x="1815552" y="39005"/>
                </a:lnTo>
                <a:lnTo>
                  <a:pt x="1815552" y="29408"/>
                </a:lnTo>
                <a:lnTo>
                  <a:pt x="1824600" y="29408"/>
                </a:lnTo>
                <a:lnTo>
                  <a:pt x="1824600" y="11379"/>
                </a:lnTo>
                <a:lnTo>
                  <a:pt x="1836871" y="3976"/>
                </a:lnTo>
                <a:lnTo>
                  <a:pt x="1836871" y="29408"/>
                </a:lnTo>
                <a:lnTo>
                  <a:pt x="1849278" y="29408"/>
                </a:lnTo>
                <a:lnTo>
                  <a:pt x="1849278" y="39005"/>
                </a:lnTo>
                <a:lnTo>
                  <a:pt x="1836871" y="39005"/>
                </a:lnTo>
                <a:lnTo>
                  <a:pt x="1836871" y="81574"/>
                </a:lnTo>
                <a:cubicBezTo>
                  <a:pt x="1836871" y="85093"/>
                  <a:pt x="1837088" y="87355"/>
                  <a:pt x="1837522" y="88361"/>
                </a:cubicBezTo>
                <a:cubicBezTo>
                  <a:pt x="1837956" y="89366"/>
                  <a:pt x="1838664" y="90166"/>
                  <a:pt x="1839647" y="90760"/>
                </a:cubicBezTo>
                <a:cubicBezTo>
                  <a:pt x="1840629" y="91354"/>
                  <a:pt x="1842035" y="91651"/>
                  <a:pt x="1843863" y="91651"/>
                </a:cubicBezTo>
                <a:cubicBezTo>
                  <a:pt x="1845234" y="91651"/>
                  <a:pt x="1847039" y="91491"/>
                  <a:pt x="1849278" y="91171"/>
                </a:cubicBezTo>
                <a:close/>
                <a:moveTo>
                  <a:pt x="1855898" y="80478"/>
                </a:moveTo>
                <a:lnTo>
                  <a:pt x="1868099" y="78558"/>
                </a:lnTo>
                <a:cubicBezTo>
                  <a:pt x="1868785" y="83448"/>
                  <a:pt x="1870693" y="87196"/>
                  <a:pt x="1873823" y="89800"/>
                </a:cubicBezTo>
                <a:cubicBezTo>
                  <a:pt x="1876954" y="92405"/>
                  <a:pt x="1881330" y="93708"/>
                  <a:pt x="1886951" y="93708"/>
                </a:cubicBezTo>
                <a:cubicBezTo>
                  <a:pt x="1892617" y="93708"/>
                  <a:pt x="1896822" y="92554"/>
                  <a:pt x="1899564" y="90246"/>
                </a:cubicBezTo>
                <a:cubicBezTo>
                  <a:pt x="1902306" y="87938"/>
                  <a:pt x="1903677" y="85230"/>
                  <a:pt x="1903677" y="82123"/>
                </a:cubicBezTo>
                <a:cubicBezTo>
                  <a:pt x="1903677" y="79335"/>
                  <a:pt x="1902466" y="77142"/>
                  <a:pt x="1900044" y="75542"/>
                </a:cubicBezTo>
                <a:cubicBezTo>
                  <a:pt x="1898353" y="74445"/>
                  <a:pt x="1894148" y="73051"/>
                  <a:pt x="1887431" y="71360"/>
                </a:cubicBezTo>
                <a:cubicBezTo>
                  <a:pt x="1878382" y="69075"/>
                  <a:pt x="1872110" y="67099"/>
                  <a:pt x="1868614" y="65431"/>
                </a:cubicBezTo>
                <a:cubicBezTo>
                  <a:pt x="1865118" y="63763"/>
                  <a:pt x="1862467" y="61455"/>
                  <a:pt x="1860662" y="58507"/>
                </a:cubicBezTo>
                <a:cubicBezTo>
                  <a:pt x="1858857" y="55560"/>
                  <a:pt x="1857954" y="52304"/>
                  <a:pt x="1857954" y="48739"/>
                </a:cubicBezTo>
                <a:cubicBezTo>
                  <a:pt x="1857954" y="45494"/>
                  <a:pt x="1858697" y="42490"/>
                  <a:pt x="1860182" y="39725"/>
                </a:cubicBezTo>
                <a:cubicBezTo>
                  <a:pt x="1861667" y="36960"/>
                  <a:pt x="1863689" y="34663"/>
                  <a:pt x="1866249" y="32835"/>
                </a:cubicBezTo>
                <a:cubicBezTo>
                  <a:pt x="1868168" y="31419"/>
                  <a:pt x="1870784" y="30219"/>
                  <a:pt x="1874098" y="29237"/>
                </a:cubicBezTo>
                <a:cubicBezTo>
                  <a:pt x="1877411" y="28254"/>
                  <a:pt x="1880964" y="27763"/>
                  <a:pt x="1884757" y="27763"/>
                </a:cubicBezTo>
                <a:cubicBezTo>
                  <a:pt x="1890470" y="27763"/>
                  <a:pt x="1895485" y="28585"/>
                  <a:pt x="1899804" y="30231"/>
                </a:cubicBezTo>
                <a:cubicBezTo>
                  <a:pt x="1904122" y="31876"/>
                  <a:pt x="1907310" y="34104"/>
                  <a:pt x="1909366" y="36914"/>
                </a:cubicBezTo>
                <a:cubicBezTo>
                  <a:pt x="1911423" y="39725"/>
                  <a:pt x="1912840" y="43484"/>
                  <a:pt x="1913617" y="48191"/>
                </a:cubicBezTo>
                <a:lnTo>
                  <a:pt x="1901552" y="49836"/>
                </a:lnTo>
                <a:cubicBezTo>
                  <a:pt x="1901003" y="46088"/>
                  <a:pt x="1899415" y="43164"/>
                  <a:pt x="1896788" y="41061"/>
                </a:cubicBezTo>
                <a:cubicBezTo>
                  <a:pt x="1894160" y="38959"/>
                  <a:pt x="1890447" y="37908"/>
                  <a:pt x="1885648" y="37908"/>
                </a:cubicBezTo>
                <a:cubicBezTo>
                  <a:pt x="1879981" y="37908"/>
                  <a:pt x="1875937" y="38845"/>
                  <a:pt x="1873515" y="40719"/>
                </a:cubicBezTo>
                <a:cubicBezTo>
                  <a:pt x="1871093" y="42592"/>
                  <a:pt x="1869882" y="44786"/>
                  <a:pt x="1869882" y="47299"/>
                </a:cubicBezTo>
                <a:cubicBezTo>
                  <a:pt x="1869882" y="48899"/>
                  <a:pt x="1870384" y="50338"/>
                  <a:pt x="1871390" y="51618"/>
                </a:cubicBezTo>
                <a:cubicBezTo>
                  <a:pt x="1872395" y="52943"/>
                  <a:pt x="1873972" y="54040"/>
                  <a:pt x="1876120" y="54908"/>
                </a:cubicBezTo>
                <a:cubicBezTo>
                  <a:pt x="1877354" y="55365"/>
                  <a:pt x="1880987" y="56417"/>
                  <a:pt x="1887019" y="58062"/>
                </a:cubicBezTo>
                <a:cubicBezTo>
                  <a:pt x="1895748" y="60392"/>
                  <a:pt x="1901837" y="62300"/>
                  <a:pt x="1905288" y="63786"/>
                </a:cubicBezTo>
                <a:cubicBezTo>
                  <a:pt x="1908738" y="65271"/>
                  <a:pt x="1911446" y="67430"/>
                  <a:pt x="1913411" y="70264"/>
                </a:cubicBezTo>
                <a:cubicBezTo>
                  <a:pt x="1915376" y="73097"/>
                  <a:pt x="1916359" y="76616"/>
                  <a:pt x="1916359" y="80820"/>
                </a:cubicBezTo>
                <a:cubicBezTo>
                  <a:pt x="1916359" y="84933"/>
                  <a:pt x="1915159" y="88806"/>
                  <a:pt x="1912760" y="92440"/>
                </a:cubicBezTo>
                <a:cubicBezTo>
                  <a:pt x="1910360" y="96073"/>
                  <a:pt x="1906899" y="98883"/>
                  <a:pt x="1902374" y="100871"/>
                </a:cubicBezTo>
                <a:cubicBezTo>
                  <a:pt x="1897850" y="102859"/>
                  <a:pt x="1892732" y="103853"/>
                  <a:pt x="1887019" y="103853"/>
                </a:cubicBezTo>
                <a:cubicBezTo>
                  <a:pt x="1877559" y="103853"/>
                  <a:pt x="1870350" y="101888"/>
                  <a:pt x="1865392" y="97958"/>
                </a:cubicBezTo>
                <a:cubicBezTo>
                  <a:pt x="1860433" y="94028"/>
                  <a:pt x="1857269" y="88201"/>
                  <a:pt x="1855898" y="80478"/>
                </a:cubicBezTo>
                <a:close/>
                <a:moveTo>
                  <a:pt x="1969339" y="15904"/>
                </a:moveTo>
                <a:lnTo>
                  <a:pt x="1969339" y="1714"/>
                </a:lnTo>
                <a:lnTo>
                  <a:pt x="1981678" y="1714"/>
                </a:lnTo>
                <a:lnTo>
                  <a:pt x="1981678" y="15904"/>
                </a:lnTo>
                <a:lnTo>
                  <a:pt x="1969339" y="15904"/>
                </a:lnTo>
                <a:moveTo>
                  <a:pt x="1969339" y="102208"/>
                </a:moveTo>
                <a:lnTo>
                  <a:pt x="1969339" y="29408"/>
                </a:lnTo>
                <a:lnTo>
                  <a:pt x="1981678" y="29408"/>
                </a:lnTo>
                <a:lnTo>
                  <a:pt x="1981678" y="102208"/>
                </a:lnTo>
                <a:lnTo>
                  <a:pt x="1969339" y="102208"/>
                </a:lnTo>
                <a:close/>
                <a:moveTo>
                  <a:pt x="1995810" y="80478"/>
                </a:moveTo>
                <a:lnTo>
                  <a:pt x="2008012" y="78558"/>
                </a:lnTo>
                <a:cubicBezTo>
                  <a:pt x="2008698" y="83448"/>
                  <a:pt x="2010606" y="87196"/>
                  <a:pt x="2013736" y="89800"/>
                </a:cubicBezTo>
                <a:cubicBezTo>
                  <a:pt x="2016867" y="92405"/>
                  <a:pt x="2021242" y="93708"/>
                  <a:pt x="2026864" y="93708"/>
                </a:cubicBezTo>
                <a:cubicBezTo>
                  <a:pt x="2032530" y="93708"/>
                  <a:pt x="2036735" y="92554"/>
                  <a:pt x="2039477" y="90246"/>
                </a:cubicBezTo>
                <a:cubicBezTo>
                  <a:pt x="2042219" y="87938"/>
                  <a:pt x="2043590" y="85230"/>
                  <a:pt x="2043590" y="82123"/>
                </a:cubicBezTo>
                <a:cubicBezTo>
                  <a:pt x="2043590" y="79335"/>
                  <a:pt x="2042379" y="77142"/>
                  <a:pt x="2039957" y="75542"/>
                </a:cubicBezTo>
                <a:cubicBezTo>
                  <a:pt x="2038266" y="74445"/>
                  <a:pt x="2034061" y="73051"/>
                  <a:pt x="2027343" y="71360"/>
                </a:cubicBezTo>
                <a:cubicBezTo>
                  <a:pt x="2018295" y="69075"/>
                  <a:pt x="2012023" y="67099"/>
                  <a:pt x="2008526" y="65431"/>
                </a:cubicBezTo>
                <a:cubicBezTo>
                  <a:pt x="2005030" y="63763"/>
                  <a:pt x="2002380" y="61455"/>
                  <a:pt x="2000575" y="58507"/>
                </a:cubicBezTo>
                <a:cubicBezTo>
                  <a:pt x="1998770" y="55560"/>
                  <a:pt x="1997867" y="52304"/>
                  <a:pt x="1997867" y="48739"/>
                </a:cubicBezTo>
                <a:cubicBezTo>
                  <a:pt x="1997867" y="45494"/>
                  <a:pt x="1998610" y="42490"/>
                  <a:pt x="2000095" y="39725"/>
                </a:cubicBezTo>
                <a:cubicBezTo>
                  <a:pt x="2001580" y="36960"/>
                  <a:pt x="2003602" y="34663"/>
                  <a:pt x="2006161" y="32835"/>
                </a:cubicBezTo>
                <a:cubicBezTo>
                  <a:pt x="2008081" y="31419"/>
                  <a:pt x="2010697" y="30219"/>
                  <a:pt x="2014010" y="29237"/>
                </a:cubicBezTo>
                <a:cubicBezTo>
                  <a:pt x="2017324" y="28254"/>
                  <a:pt x="2020877" y="27763"/>
                  <a:pt x="2024670" y="27763"/>
                </a:cubicBezTo>
                <a:cubicBezTo>
                  <a:pt x="2030382" y="27763"/>
                  <a:pt x="2035398" y="28585"/>
                  <a:pt x="2039717" y="30231"/>
                </a:cubicBezTo>
                <a:cubicBezTo>
                  <a:pt x="2044035" y="31876"/>
                  <a:pt x="2047223" y="34104"/>
                  <a:pt x="2049279" y="36914"/>
                </a:cubicBezTo>
                <a:cubicBezTo>
                  <a:pt x="2051336" y="39725"/>
                  <a:pt x="2052753" y="43484"/>
                  <a:pt x="2053529" y="48191"/>
                </a:cubicBezTo>
                <a:lnTo>
                  <a:pt x="2041465" y="49836"/>
                </a:lnTo>
                <a:cubicBezTo>
                  <a:pt x="2040916" y="46088"/>
                  <a:pt x="2039328" y="43164"/>
                  <a:pt x="2036700" y="41061"/>
                </a:cubicBezTo>
                <a:cubicBezTo>
                  <a:pt x="2034073" y="38959"/>
                  <a:pt x="2030360" y="37908"/>
                  <a:pt x="2025561" y="37908"/>
                </a:cubicBezTo>
                <a:cubicBezTo>
                  <a:pt x="2019894" y="37908"/>
                  <a:pt x="2015850" y="38845"/>
                  <a:pt x="2013428" y="40719"/>
                </a:cubicBezTo>
                <a:cubicBezTo>
                  <a:pt x="2011006" y="42592"/>
                  <a:pt x="2009795" y="44786"/>
                  <a:pt x="2009795" y="47299"/>
                </a:cubicBezTo>
                <a:cubicBezTo>
                  <a:pt x="2009795" y="48899"/>
                  <a:pt x="2010297" y="50338"/>
                  <a:pt x="2011303" y="51618"/>
                </a:cubicBezTo>
                <a:cubicBezTo>
                  <a:pt x="2012308" y="52943"/>
                  <a:pt x="2013885" y="54040"/>
                  <a:pt x="2016033" y="54908"/>
                </a:cubicBezTo>
                <a:cubicBezTo>
                  <a:pt x="2017267" y="55365"/>
                  <a:pt x="2020900" y="56417"/>
                  <a:pt x="2026932" y="58062"/>
                </a:cubicBezTo>
                <a:cubicBezTo>
                  <a:pt x="2035661" y="60392"/>
                  <a:pt x="2041750" y="62300"/>
                  <a:pt x="2045201" y="63786"/>
                </a:cubicBezTo>
                <a:cubicBezTo>
                  <a:pt x="2048651" y="65271"/>
                  <a:pt x="2051359" y="67430"/>
                  <a:pt x="2053324" y="70264"/>
                </a:cubicBezTo>
                <a:cubicBezTo>
                  <a:pt x="2055289" y="73097"/>
                  <a:pt x="2056271" y="76616"/>
                  <a:pt x="2056271" y="80820"/>
                </a:cubicBezTo>
                <a:cubicBezTo>
                  <a:pt x="2056271" y="84933"/>
                  <a:pt x="2055072" y="88806"/>
                  <a:pt x="2052673" y="92440"/>
                </a:cubicBezTo>
                <a:cubicBezTo>
                  <a:pt x="2050273" y="96073"/>
                  <a:pt x="2046812" y="98883"/>
                  <a:pt x="2042287" y="100871"/>
                </a:cubicBezTo>
                <a:cubicBezTo>
                  <a:pt x="2037763" y="102859"/>
                  <a:pt x="2032645" y="103853"/>
                  <a:pt x="2026932" y="103853"/>
                </a:cubicBezTo>
                <a:cubicBezTo>
                  <a:pt x="2017472" y="103853"/>
                  <a:pt x="2010263" y="101888"/>
                  <a:pt x="2005305" y="97958"/>
                </a:cubicBezTo>
                <a:cubicBezTo>
                  <a:pt x="2000346" y="94028"/>
                  <a:pt x="1997181" y="88201"/>
                  <a:pt x="1995810" y="80478"/>
                </a:cubicBezTo>
                <a:close/>
                <a:moveTo>
                  <a:pt x="2109183" y="102208"/>
                </a:moveTo>
                <a:lnTo>
                  <a:pt x="2109183" y="29408"/>
                </a:lnTo>
                <a:lnTo>
                  <a:pt x="2120220" y="29408"/>
                </a:lnTo>
                <a:lnTo>
                  <a:pt x="2120220" y="39622"/>
                </a:lnTo>
                <a:cubicBezTo>
                  <a:pt x="2122505" y="36057"/>
                  <a:pt x="2125544" y="33190"/>
                  <a:pt x="2129337" y="31019"/>
                </a:cubicBezTo>
                <a:cubicBezTo>
                  <a:pt x="2133130" y="28848"/>
                  <a:pt x="2137449" y="27763"/>
                  <a:pt x="2142293" y="27763"/>
                </a:cubicBezTo>
                <a:cubicBezTo>
                  <a:pt x="2147686" y="27763"/>
                  <a:pt x="2152107" y="28882"/>
                  <a:pt x="2155557" y="31122"/>
                </a:cubicBezTo>
                <a:cubicBezTo>
                  <a:pt x="2159008" y="33361"/>
                  <a:pt x="2161441" y="36491"/>
                  <a:pt x="2162858" y="40513"/>
                </a:cubicBezTo>
                <a:cubicBezTo>
                  <a:pt x="2168616" y="32013"/>
                  <a:pt x="2176111" y="27763"/>
                  <a:pt x="2185342" y="27763"/>
                </a:cubicBezTo>
                <a:cubicBezTo>
                  <a:pt x="2192563" y="27763"/>
                  <a:pt x="2198115" y="29762"/>
                  <a:pt x="2202000" y="33761"/>
                </a:cubicBezTo>
                <a:cubicBezTo>
                  <a:pt x="2205884" y="37760"/>
                  <a:pt x="2207827" y="43918"/>
                  <a:pt x="2207827" y="52235"/>
                </a:cubicBezTo>
                <a:lnTo>
                  <a:pt x="2207827" y="102208"/>
                </a:lnTo>
                <a:lnTo>
                  <a:pt x="2195556" y="102208"/>
                </a:lnTo>
                <a:lnTo>
                  <a:pt x="2195556" y="56348"/>
                </a:lnTo>
                <a:cubicBezTo>
                  <a:pt x="2195556" y="51412"/>
                  <a:pt x="2195156" y="47859"/>
                  <a:pt x="2194357" y="45689"/>
                </a:cubicBezTo>
                <a:cubicBezTo>
                  <a:pt x="2193557" y="43518"/>
                  <a:pt x="2192106" y="41770"/>
                  <a:pt x="2190004" y="40444"/>
                </a:cubicBezTo>
                <a:cubicBezTo>
                  <a:pt x="2187901" y="39119"/>
                  <a:pt x="2185434" y="38457"/>
                  <a:pt x="2182600" y="38457"/>
                </a:cubicBezTo>
                <a:cubicBezTo>
                  <a:pt x="2177482" y="38457"/>
                  <a:pt x="2173232" y="40159"/>
                  <a:pt x="2169850" y="43563"/>
                </a:cubicBezTo>
                <a:cubicBezTo>
                  <a:pt x="2166468" y="46968"/>
                  <a:pt x="2164777" y="52418"/>
                  <a:pt x="2164777" y="59913"/>
                </a:cubicBezTo>
                <a:lnTo>
                  <a:pt x="2164777" y="102208"/>
                </a:lnTo>
                <a:lnTo>
                  <a:pt x="2152438" y="102208"/>
                </a:lnTo>
                <a:lnTo>
                  <a:pt x="2152438" y="54908"/>
                </a:lnTo>
                <a:cubicBezTo>
                  <a:pt x="2152438" y="49424"/>
                  <a:pt x="2151433" y="45312"/>
                  <a:pt x="2149422" y="42570"/>
                </a:cubicBezTo>
                <a:cubicBezTo>
                  <a:pt x="2147411" y="39828"/>
                  <a:pt x="2144121" y="38457"/>
                  <a:pt x="2139551" y="38457"/>
                </a:cubicBezTo>
                <a:cubicBezTo>
                  <a:pt x="2136078" y="38457"/>
                  <a:pt x="2132867" y="39371"/>
                  <a:pt x="2129920" y="41199"/>
                </a:cubicBezTo>
                <a:cubicBezTo>
                  <a:pt x="2126972" y="43027"/>
                  <a:pt x="2124836" y="45700"/>
                  <a:pt x="2123510" y="49219"/>
                </a:cubicBezTo>
                <a:cubicBezTo>
                  <a:pt x="2122185" y="52738"/>
                  <a:pt x="2121522" y="57810"/>
                  <a:pt x="2121522" y="64437"/>
                </a:cubicBezTo>
                <a:lnTo>
                  <a:pt x="2121522" y="102208"/>
                </a:lnTo>
                <a:lnTo>
                  <a:pt x="2109183" y="102208"/>
                </a:lnTo>
                <a:close/>
                <a:moveTo>
                  <a:pt x="2220862" y="65808"/>
                </a:moveTo>
                <a:cubicBezTo>
                  <a:pt x="2220862" y="52326"/>
                  <a:pt x="2224610" y="42341"/>
                  <a:pt x="2232104" y="35852"/>
                </a:cubicBezTo>
                <a:cubicBezTo>
                  <a:pt x="2238365" y="30459"/>
                  <a:pt x="2245997" y="27763"/>
                  <a:pt x="2255000" y="27763"/>
                </a:cubicBezTo>
                <a:cubicBezTo>
                  <a:pt x="2265008" y="27763"/>
                  <a:pt x="2273189" y="31042"/>
                  <a:pt x="2279541" y="37600"/>
                </a:cubicBezTo>
                <a:cubicBezTo>
                  <a:pt x="2285893" y="44158"/>
                  <a:pt x="2289069" y="53218"/>
                  <a:pt x="2289069" y="64780"/>
                </a:cubicBezTo>
                <a:cubicBezTo>
                  <a:pt x="2289069" y="74148"/>
                  <a:pt x="2287664" y="81517"/>
                  <a:pt x="2284854" y="86887"/>
                </a:cubicBezTo>
                <a:cubicBezTo>
                  <a:pt x="2282043" y="92257"/>
                  <a:pt x="2277953" y="96427"/>
                  <a:pt x="2272583" y="99397"/>
                </a:cubicBezTo>
                <a:cubicBezTo>
                  <a:pt x="2267213" y="102368"/>
                  <a:pt x="2261352" y="103853"/>
                  <a:pt x="2255000" y="103853"/>
                </a:cubicBezTo>
                <a:cubicBezTo>
                  <a:pt x="2244809" y="103853"/>
                  <a:pt x="2236572" y="100586"/>
                  <a:pt x="2230288" y="94051"/>
                </a:cubicBezTo>
                <a:cubicBezTo>
                  <a:pt x="2224004" y="87515"/>
                  <a:pt x="2220862" y="78101"/>
                  <a:pt x="2220862" y="65808"/>
                </a:cubicBezTo>
                <a:moveTo>
                  <a:pt x="2233544" y="65808"/>
                </a:moveTo>
                <a:cubicBezTo>
                  <a:pt x="2233544" y="75131"/>
                  <a:pt x="2235578" y="82111"/>
                  <a:pt x="2239645" y="86750"/>
                </a:cubicBezTo>
                <a:cubicBezTo>
                  <a:pt x="2243712" y="91388"/>
                  <a:pt x="2248831" y="93708"/>
                  <a:pt x="2255000" y="93708"/>
                </a:cubicBezTo>
                <a:cubicBezTo>
                  <a:pt x="2261124" y="93708"/>
                  <a:pt x="2266219" y="91377"/>
                  <a:pt x="2270287" y="86716"/>
                </a:cubicBezTo>
                <a:cubicBezTo>
                  <a:pt x="2274354" y="82054"/>
                  <a:pt x="2276388" y="74948"/>
                  <a:pt x="2276388" y="65397"/>
                </a:cubicBezTo>
                <a:cubicBezTo>
                  <a:pt x="2276388" y="56394"/>
                  <a:pt x="2274343" y="49573"/>
                  <a:pt x="2270252" y="44934"/>
                </a:cubicBezTo>
                <a:cubicBezTo>
                  <a:pt x="2266162" y="40296"/>
                  <a:pt x="2261078" y="37977"/>
                  <a:pt x="2255000" y="37977"/>
                </a:cubicBezTo>
                <a:cubicBezTo>
                  <a:pt x="2248831" y="37977"/>
                  <a:pt x="2243712" y="40285"/>
                  <a:pt x="2239645" y="44900"/>
                </a:cubicBezTo>
                <a:cubicBezTo>
                  <a:pt x="2235578" y="49516"/>
                  <a:pt x="2233544" y="56485"/>
                  <a:pt x="2233544" y="65808"/>
                </a:cubicBezTo>
                <a:close/>
                <a:moveTo>
                  <a:pt x="2303122" y="102208"/>
                </a:moveTo>
                <a:lnTo>
                  <a:pt x="2303122" y="29408"/>
                </a:lnTo>
                <a:lnTo>
                  <a:pt x="2314227" y="29408"/>
                </a:lnTo>
                <a:lnTo>
                  <a:pt x="2314227" y="40444"/>
                </a:lnTo>
                <a:cubicBezTo>
                  <a:pt x="2317061" y="35280"/>
                  <a:pt x="2319677" y="31876"/>
                  <a:pt x="2322076" y="30231"/>
                </a:cubicBezTo>
                <a:cubicBezTo>
                  <a:pt x="2324475" y="28585"/>
                  <a:pt x="2327115" y="27763"/>
                  <a:pt x="2329994" y="27763"/>
                </a:cubicBezTo>
                <a:cubicBezTo>
                  <a:pt x="2334152" y="27763"/>
                  <a:pt x="2338380" y="29088"/>
                  <a:pt x="2342675" y="31739"/>
                </a:cubicBezTo>
                <a:lnTo>
                  <a:pt x="2338425" y="43186"/>
                </a:lnTo>
                <a:cubicBezTo>
                  <a:pt x="2335409" y="41404"/>
                  <a:pt x="2332393" y="40513"/>
                  <a:pt x="2329377" y="40513"/>
                </a:cubicBezTo>
                <a:cubicBezTo>
                  <a:pt x="2326681" y="40513"/>
                  <a:pt x="2324258" y="41324"/>
                  <a:pt x="2322111" y="42947"/>
                </a:cubicBezTo>
                <a:cubicBezTo>
                  <a:pt x="2319963" y="44569"/>
                  <a:pt x="2318432" y="46820"/>
                  <a:pt x="2317518" y="49699"/>
                </a:cubicBezTo>
                <a:cubicBezTo>
                  <a:pt x="2316147" y="54086"/>
                  <a:pt x="2315461" y="58884"/>
                  <a:pt x="2315461" y="64094"/>
                </a:cubicBezTo>
                <a:lnTo>
                  <a:pt x="2315461" y="102208"/>
                </a:lnTo>
                <a:lnTo>
                  <a:pt x="2303122" y="102208"/>
                </a:lnTo>
                <a:close/>
                <a:moveTo>
                  <a:pt x="2399452" y="78764"/>
                </a:moveTo>
                <a:lnTo>
                  <a:pt x="2412202" y="80341"/>
                </a:lnTo>
                <a:cubicBezTo>
                  <a:pt x="2410192" y="87790"/>
                  <a:pt x="2406467" y="93571"/>
                  <a:pt x="2401029" y="97684"/>
                </a:cubicBezTo>
                <a:cubicBezTo>
                  <a:pt x="2395590" y="101797"/>
                  <a:pt x="2388644" y="103853"/>
                  <a:pt x="2380189" y="103853"/>
                </a:cubicBezTo>
                <a:cubicBezTo>
                  <a:pt x="2369541" y="103853"/>
                  <a:pt x="2361098" y="100574"/>
                  <a:pt x="2354860" y="94016"/>
                </a:cubicBezTo>
                <a:cubicBezTo>
                  <a:pt x="2348622" y="87458"/>
                  <a:pt x="2345503" y="78261"/>
                  <a:pt x="2345503" y="66425"/>
                </a:cubicBezTo>
                <a:cubicBezTo>
                  <a:pt x="2345503" y="54177"/>
                  <a:pt x="2348657" y="44672"/>
                  <a:pt x="2354963" y="37908"/>
                </a:cubicBezTo>
                <a:cubicBezTo>
                  <a:pt x="2361270" y="31145"/>
                  <a:pt x="2369450" y="27763"/>
                  <a:pt x="2379504" y="27763"/>
                </a:cubicBezTo>
                <a:cubicBezTo>
                  <a:pt x="2389238" y="27763"/>
                  <a:pt x="2397190" y="31076"/>
                  <a:pt x="2403359" y="37702"/>
                </a:cubicBezTo>
                <a:cubicBezTo>
                  <a:pt x="2409529" y="44329"/>
                  <a:pt x="2412614" y="53652"/>
                  <a:pt x="2412614" y="65671"/>
                </a:cubicBezTo>
                <a:cubicBezTo>
                  <a:pt x="2412614" y="66402"/>
                  <a:pt x="2412591" y="67499"/>
                  <a:pt x="2412545" y="68961"/>
                </a:cubicBezTo>
                <a:lnTo>
                  <a:pt x="2358254" y="68961"/>
                </a:lnTo>
                <a:cubicBezTo>
                  <a:pt x="2358711" y="76959"/>
                  <a:pt x="2360973" y="83083"/>
                  <a:pt x="2365040" y="87333"/>
                </a:cubicBezTo>
                <a:cubicBezTo>
                  <a:pt x="2369107" y="91583"/>
                  <a:pt x="2374180" y="93708"/>
                  <a:pt x="2380258" y="93708"/>
                </a:cubicBezTo>
                <a:cubicBezTo>
                  <a:pt x="2384782" y="93708"/>
                  <a:pt x="2388644" y="92520"/>
                  <a:pt x="2391843" y="90143"/>
                </a:cubicBezTo>
                <a:cubicBezTo>
                  <a:pt x="2395042" y="87767"/>
                  <a:pt x="2397578" y="83974"/>
                  <a:pt x="2399452" y="78764"/>
                </a:cubicBezTo>
                <a:moveTo>
                  <a:pt x="2358939" y="58816"/>
                </a:moveTo>
                <a:lnTo>
                  <a:pt x="2399589" y="58816"/>
                </a:lnTo>
                <a:cubicBezTo>
                  <a:pt x="2399041" y="52692"/>
                  <a:pt x="2397487" y="48099"/>
                  <a:pt x="2394928" y="45037"/>
                </a:cubicBezTo>
                <a:cubicBezTo>
                  <a:pt x="2390998" y="40285"/>
                  <a:pt x="2385902" y="37908"/>
                  <a:pt x="2379641" y="37908"/>
                </a:cubicBezTo>
                <a:cubicBezTo>
                  <a:pt x="2373974" y="37908"/>
                  <a:pt x="2369210" y="39805"/>
                  <a:pt x="2365348" y="43598"/>
                </a:cubicBezTo>
                <a:cubicBezTo>
                  <a:pt x="2361487" y="47391"/>
                  <a:pt x="2359350" y="52464"/>
                  <a:pt x="2358939" y="58816"/>
                </a:cubicBezTo>
                <a:close/>
                <a:moveTo>
                  <a:pt x="2465641" y="102208"/>
                </a:moveTo>
                <a:lnTo>
                  <a:pt x="2465641" y="1714"/>
                </a:lnTo>
                <a:lnTo>
                  <a:pt x="2477980" y="1714"/>
                </a:lnTo>
                <a:lnTo>
                  <a:pt x="2477980" y="102208"/>
                </a:lnTo>
                <a:lnTo>
                  <a:pt x="2465641" y="102208"/>
                </a:lnTo>
                <a:close/>
                <a:moveTo>
                  <a:pt x="2497460" y="15904"/>
                </a:moveTo>
                <a:lnTo>
                  <a:pt x="2497460" y="1714"/>
                </a:lnTo>
                <a:lnTo>
                  <a:pt x="2509799" y="1714"/>
                </a:lnTo>
                <a:lnTo>
                  <a:pt x="2509799" y="15904"/>
                </a:lnTo>
                <a:lnTo>
                  <a:pt x="2497460" y="15904"/>
                </a:lnTo>
                <a:moveTo>
                  <a:pt x="2497460" y="102208"/>
                </a:moveTo>
                <a:lnTo>
                  <a:pt x="2497460" y="29408"/>
                </a:lnTo>
                <a:lnTo>
                  <a:pt x="2509799" y="29408"/>
                </a:lnTo>
                <a:lnTo>
                  <a:pt x="2509799" y="102208"/>
                </a:lnTo>
                <a:lnTo>
                  <a:pt x="2497460" y="102208"/>
                </a:lnTo>
                <a:close/>
                <a:moveTo>
                  <a:pt x="2528935" y="102208"/>
                </a:moveTo>
                <a:lnTo>
                  <a:pt x="2528935" y="1714"/>
                </a:lnTo>
                <a:lnTo>
                  <a:pt x="2541274" y="1714"/>
                </a:lnTo>
                <a:lnTo>
                  <a:pt x="2541274" y="59021"/>
                </a:lnTo>
                <a:lnTo>
                  <a:pt x="2570476" y="29408"/>
                </a:lnTo>
                <a:lnTo>
                  <a:pt x="2586449" y="29408"/>
                </a:lnTo>
                <a:lnTo>
                  <a:pt x="2558617" y="56417"/>
                </a:lnTo>
                <a:lnTo>
                  <a:pt x="2589259" y="102208"/>
                </a:lnTo>
                <a:lnTo>
                  <a:pt x="2574041" y="102208"/>
                </a:lnTo>
                <a:lnTo>
                  <a:pt x="2549980" y="64985"/>
                </a:lnTo>
                <a:lnTo>
                  <a:pt x="2541274" y="73348"/>
                </a:lnTo>
                <a:lnTo>
                  <a:pt x="2541274" y="102208"/>
                </a:lnTo>
                <a:lnTo>
                  <a:pt x="2528935" y="102208"/>
                </a:lnTo>
                <a:close/>
                <a:moveTo>
                  <a:pt x="2648645" y="78764"/>
                </a:moveTo>
                <a:lnTo>
                  <a:pt x="2661395" y="80341"/>
                </a:lnTo>
                <a:cubicBezTo>
                  <a:pt x="2659385" y="87790"/>
                  <a:pt x="2655660" y="93571"/>
                  <a:pt x="2650222" y="97684"/>
                </a:cubicBezTo>
                <a:cubicBezTo>
                  <a:pt x="2644784" y="101797"/>
                  <a:pt x="2637837" y="103853"/>
                  <a:pt x="2629383" y="103853"/>
                </a:cubicBezTo>
                <a:cubicBezTo>
                  <a:pt x="2618735" y="103853"/>
                  <a:pt x="2610291" y="100574"/>
                  <a:pt x="2604053" y="94016"/>
                </a:cubicBezTo>
                <a:cubicBezTo>
                  <a:pt x="2597815" y="87458"/>
                  <a:pt x="2594696" y="78261"/>
                  <a:pt x="2594696" y="66425"/>
                </a:cubicBezTo>
                <a:cubicBezTo>
                  <a:pt x="2594696" y="54177"/>
                  <a:pt x="2597850" y="44672"/>
                  <a:pt x="2604156" y="37908"/>
                </a:cubicBezTo>
                <a:cubicBezTo>
                  <a:pt x="2610463" y="31145"/>
                  <a:pt x="2618643" y="27763"/>
                  <a:pt x="2628697" y="27763"/>
                </a:cubicBezTo>
                <a:cubicBezTo>
                  <a:pt x="2638431" y="27763"/>
                  <a:pt x="2646383" y="31076"/>
                  <a:pt x="2652553" y="37702"/>
                </a:cubicBezTo>
                <a:cubicBezTo>
                  <a:pt x="2658722" y="44329"/>
                  <a:pt x="2661807" y="53652"/>
                  <a:pt x="2661807" y="65671"/>
                </a:cubicBezTo>
                <a:cubicBezTo>
                  <a:pt x="2661807" y="66402"/>
                  <a:pt x="2661784" y="67499"/>
                  <a:pt x="2661738" y="68961"/>
                </a:cubicBezTo>
                <a:lnTo>
                  <a:pt x="2607447" y="68961"/>
                </a:lnTo>
                <a:cubicBezTo>
                  <a:pt x="2607904" y="76959"/>
                  <a:pt x="2610166" y="83083"/>
                  <a:pt x="2614233" y="87333"/>
                </a:cubicBezTo>
                <a:cubicBezTo>
                  <a:pt x="2618300" y="91583"/>
                  <a:pt x="2623373" y="93708"/>
                  <a:pt x="2629451" y="93708"/>
                </a:cubicBezTo>
                <a:cubicBezTo>
                  <a:pt x="2633975" y="93708"/>
                  <a:pt x="2637837" y="92520"/>
                  <a:pt x="2641036" y="90143"/>
                </a:cubicBezTo>
                <a:cubicBezTo>
                  <a:pt x="2644235" y="87767"/>
                  <a:pt x="2646771" y="83974"/>
                  <a:pt x="2648645" y="78764"/>
                </a:cubicBezTo>
                <a:moveTo>
                  <a:pt x="2608132" y="58816"/>
                </a:moveTo>
                <a:lnTo>
                  <a:pt x="2648782" y="58816"/>
                </a:lnTo>
                <a:cubicBezTo>
                  <a:pt x="2648234" y="52692"/>
                  <a:pt x="2646680" y="48099"/>
                  <a:pt x="2644121" y="45037"/>
                </a:cubicBezTo>
                <a:cubicBezTo>
                  <a:pt x="2640191" y="40285"/>
                  <a:pt x="2635095" y="37908"/>
                  <a:pt x="2628834" y="37908"/>
                </a:cubicBezTo>
                <a:cubicBezTo>
                  <a:pt x="2623167" y="37908"/>
                  <a:pt x="2618403" y="39805"/>
                  <a:pt x="2614542" y="43598"/>
                </a:cubicBezTo>
                <a:cubicBezTo>
                  <a:pt x="2610680" y="47391"/>
                  <a:pt x="2608543" y="52464"/>
                  <a:pt x="2608132" y="58816"/>
                </a:cubicBezTo>
                <a:close/>
                <a:moveTo>
                  <a:pt x="2676339" y="102208"/>
                </a:moveTo>
                <a:lnTo>
                  <a:pt x="2676339" y="1714"/>
                </a:lnTo>
                <a:lnTo>
                  <a:pt x="2688678" y="1714"/>
                </a:lnTo>
                <a:lnTo>
                  <a:pt x="2688678" y="102208"/>
                </a:lnTo>
                <a:lnTo>
                  <a:pt x="2676339" y="102208"/>
                </a:lnTo>
                <a:close/>
                <a:moveTo>
                  <a:pt x="2707541" y="130245"/>
                </a:moveTo>
                <a:lnTo>
                  <a:pt x="2706170" y="118660"/>
                </a:lnTo>
                <a:cubicBezTo>
                  <a:pt x="2708866" y="119391"/>
                  <a:pt x="2711219" y="119757"/>
                  <a:pt x="2713230" y="119757"/>
                </a:cubicBezTo>
                <a:cubicBezTo>
                  <a:pt x="2715972" y="119757"/>
                  <a:pt x="2718166" y="119300"/>
                  <a:pt x="2719811" y="118386"/>
                </a:cubicBezTo>
                <a:cubicBezTo>
                  <a:pt x="2721456" y="117472"/>
                  <a:pt x="2722804" y="116192"/>
                  <a:pt x="2723856" y="114547"/>
                </a:cubicBezTo>
                <a:cubicBezTo>
                  <a:pt x="2724632" y="113313"/>
                  <a:pt x="2725889" y="110251"/>
                  <a:pt x="2727626" y="105361"/>
                </a:cubicBezTo>
                <a:cubicBezTo>
                  <a:pt x="2727854" y="104676"/>
                  <a:pt x="2728220" y="103670"/>
                  <a:pt x="2728723" y="102345"/>
                </a:cubicBezTo>
                <a:lnTo>
                  <a:pt x="2701097" y="29408"/>
                </a:lnTo>
                <a:lnTo>
                  <a:pt x="2714396" y="29408"/>
                </a:lnTo>
                <a:lnTo>
                  <a:pt x="2729545" y="71566"/>
                </a:lnTo>
                <a:cubicBezTo>
                  <a:pt x="2731510" y="76913"/>
                  <a:pt x="2733270" y="82534"/>
                  <a:pt x="2734823" y="88429"/>
                </a:cubicBezTo>
                <a:cubicBezTo>
                  <a:pt x="2736240" y="82763"/>
                  <a:pt x="2737931" y="77233"/>
                  <a:pt x="2739896" y="71840"/>
                </a:cubicBezTo>
                <a:lnTo>
                  <a:pt x="2755457" y="29408"/>
                </a:lnTo>
                <a:lnTo>
                  <a:pt x="2767796" y="29408"/>
                </a:lnTo>
                <a:lnTo>
                  <a:pt x="2740102" y="103442"/>
                </a:lnTo>
                <a:cubicBezTo>
                  <a:pt x="2737131" y="111439"/>
                  <a:pt x="2734823" y="116946"/>
                  <a:pt x="2733178" y="119962"/>
                </a:cubicBezTo>
                <a:cubicBezTo>
                  <a:pt x="2730985" y="124030"/>
                  <a:pt x="2728471" y="127012"/>
                  <a:pt x="2725638" y="128908"/>
                </a:cubicBezTo>
                <a:cubicBezTo>
                  <a:pt x="2722804" y="130805"/>
                  <a:pt x="2719423" y="131753"/>
                  <a:pt x="2715492" y="131753"/>
                </a:cubicBezTo>
                <a:cubicBezTo>
                  <a:pt x="2713116" y="131753"/>
                  <a:pt x="2710465" y="131250"/>
                  <a:pt x="2707541" y="130245"/>
                </a:cubicBezTo>
                <a:close/>
                <a:moveTo>
                  <a:pt x="2843466" y="91171"/>
                </a:moveTo>
                <a:lnTo>
                  <a:pt x="2845249" y="102071"/>
                </a:lnTo>
                <a:cubicBezTo>
                  <a:pt x="2841776" y="102802"/>
                  <a:pt x="2838668" y="103168"/>
                  <a:pt x="2835926" y="103168"/>
                </a:cubicBezTo>
                <a:cubicBezTo>
                  <a:pt x="2831447" y="103168"/>
                  <a:pt x="2827974" y="102459"/>
                  <a:pt x="2825506" y="101043"/>
                </a:cubicBezTo>
                <a:cubicBezTo>
                  <a:pt x="2823039" y="99626"/>
                  <a:pt x="2821302" y="97764"/>
                  <a:pt x="2820297" y="95456"/>
                </a:cubicBezTo>
                <a:cubicBezTo>
                  <a:pt x="2819291" y="93148"/>
                  <a:pt x="2818788" y="88292"/>
                  <a:pt x="2818788" y="80889"/>
                </a:cubicBezTo>
                <a:lnTo>
                  <a:pt x="2818788" y="39005"/>
                </a:lnTo>
                <a:lnTo>
                  <a:pt x="2809740" y="39005"/>
                </a:lnTo>
                <a:lnTo>
                  <a:pt x="2809740" y="29408"/>
                </a:lnTo>
                <a:lnTo>
                  <a:pt x="2818788" y="29408"/>
                </a:lnTo>
                <a:lnTo>
                  <a:pt x="2818788" y="11379"/>
                </a:lnTo>
                <a:lnTo>
                  <a:pt x="2831059" y="3976"/>
                </a:lnTo>
                <a:lnTo>
                  <a:pt x="2831059" y="29408"/>
                </a:lnTo>
                <a:lnTo>
                  <a:pt x="2843466" y="29408"/>
                </a:lnTo>
                <a:lnTo>
                  <a:pt x="2843466" y="39005"/>
                </a:lnTo>
                <a:lnTo>
                  <a:pt x="2831059" y="39005"/>
                </a:lnTo>
                <a:lnTo>
                  <a:pt x="2831059" y="81574"/>
                </a:lnTo>
                <a:cubicBezTo>
                  <a:pt x="2831059" y="85093"/>
                  <a:pt x="2831276" y="87355"/>
                  <a:pt x="2831710" y="88361"/>
                </a:cubicBezTo>
                <a:cubicBezTo>
                  <a:pt x="2832144" y="89366"/>
                  <a:pt x="2832853" y="90166"/>
                  <a:pt x="2833835" y="90760"/>
                </a:cubicBezTo>
                <a:cubicBezTo>
                  <a:pt x="2834818" y="91354"/>
                  <a:pt x="2836223" y="91651"/>
                  <a:pt x="2838051" y="91651"/>
                </a:cubicBezTo>
                <a:cubicBezTo>
                  <a:pt x="2839422" y="91651"/>
                  <a:pt x="2841227" y="91491"/>
                  <a:pt x="2843466" y="91171"/>
                </a:cubicBezTo>
                <a:close/>
                <a:moveTo>
                  <a:pt x="2850429" y="65808"/>
                </a:moveTo>
                <a:cubicBezTo>
                  <a:pt x="2850429" y="52326"/>
                  <a:pt x="2854176" y="42341"/>
                  <a:pt x="2861671" y="35852"/>
                </a:cubicBezTo>
                <a:cubicBezTo>
                  <a:pt x="2867932" y="30459"/>
                  <a:pt x="2875564" y="27763"/>
                  <a:pt x="2884567" y="27763"/>
                </a:cubicBezTo>
                <a:cubicBezTo>
                  <a:pt x="2894575" y="27763"/>
                  <a:pt x="2902755" y="31042"/>
                  <a:pt x="2909108" y="37600"/>
                </a:cubicBezTo>
                <a:cubicBezTo>
                  <a:pt x="2915460" y="44158"/>
                  <a:pt x="2918636" y="53218"/>
                  <a:pt x="2918636" y="64780"/>
                </a:cubicBezTo>
                <a:cubicBezTo>
                  <a:pt x="2918636" y="74148"/>
                  <a:pt x="2917231" y="81517"/>
                  <a:pt x="2914420" y="86887"/>
                </a:cubicBezTo>
                <a:cubicBezTo>
                  <a:pt x="2911610" y="92257"/>
                  <a:pt x="2907519" y="96427"/>
                  <a:pt x="2902150" y="99397"/>
                </a:cubicBezTo>
                <a:cubicBezTo>
                  <a:pt x="2896780" y="102368"/>
                  <a:pt x="2890919" y="103853"/>
                  <a:pt x="2884567" y="103853"/>
                </a:cubicBezTo>
                <a:cubicBezTo>
                  <a:pt x="2874376" y="103853"/>
                  <a:pt x="2866138" y="100586"/>
                  <a:pt x="2859854" y="94051"/>
                </a:cubicBezTo>
                <a:cubicBezTo>
                  <a:pt x="2853571" y="87515"/>
                  <a:pt x="2850429" y="78101"/>
                  <a:pt x="2850429" y="65808"/>
                </a:cubicBezTo>
                <a:moveTo>
                  <a:pt x="2863111" y="65808"/>
                </a:moveTo>
                <a:cubicBezTo>
                  <a:pt x="2863111" y="75131"/>
                  <a:pt x="2865144" y="82111"/>
                  <a:pt x="2869212" y="86750"/>
                </a:cubicBezTo>
                <a:cubicBezTo>
                  <a:pt x="2873279" y="91388"/>
                  <a:pt x="2878397" y="93708"/>
                  <a:pt x="2884567" y="93708"/>
                </a:cubicBezTo>
                <a:cubicBezTo>
                  <a:pt x="2890690" y="93708"/>
                  <a:pt x="2895786" y="91377"/>
                  <a:pt x="2899853" y="86716"/>
                </a:cubicBezTo>
                <a:cubicBezTo>
                  <a:pt x="2903921" y="82054"/>
                  <a:pt x="2905954" y="74948"/>
                  <a:pt x="2905954" y="65397"/>
                </a:cubicBezTo>
                <a:cubicBezTo>
                  <a:pt x="2905954" y="56394"/>
                  <a:pt x="2903909" y="49573"/>
                  <a:pt x="2899819" y="44934"/>
                </a:cubicBezTo>
                <a:cubicBezTo>
                  <a:pt x="2895729" y="40296"/>
                  <a:pt x="2890645" y="37977"/>
                  <a:pt x="2884567" y="37977"/>
                </a:cubicBezTo>
                <a:cubicBezTo>
                  <a:pt x="2878397" y="37977"/>
                  <a:pt x="2873279" y="40285"/>
                  <a:pt x="2869212" y="44900"/>
                </a:cubicBezTo>
                <a:cubicBezTo>
                  <a:pt x="2865144" y="49516"/>
                  <a:pt x="2863111" y="56485"/>
                  <a:pt x="2863111" y="65808"/>
                </a:cubicBezTo>
                <a:close/>
                <a:moveTo>
                  <a:pt x="2982700" y="102208"/>
                </a:moveTo>
                <a:lnTo>
                  <a:pt x="2971253" y="102208"/>
                </a:lnTo>
                <a:lnTo>
                  <a:pt x="2971253" y="1714"/>
                </a:lnTo>
                <a:lnTo>
                  <a:pt x="2983592" y="1714"/>
                </a:lnTo>
                <a:lnTo>
                  <a:pt x="2983592" y="37565"/>
                </a:lnTo>
                <a:cubicBezTo>
                  <a:pt x="2988801" y="31030"/>
                  <a:pt x="2995451" y="27763"/>
                  <a:pt x="3003540" y="27763"/>
                </a:cubicBezTo>
                <a:cubicBezTo>
                  <a:pt x="3008018" y="27763"/>
                  <a:pt x="3012257" y="28665"/>
                  <a:pt x="3016256" y="30470"/>
                </a:cubicBezTo>
                <a:cubicBezTo>
                  <a:pt x="3020254" y="32276"/>
                  <a:pt x="3023545" y="34812"/>
                  <a:pt x="3026127" y="38079"/>
                </a:cubicBezTo>
                <a:cubicBezTo>
                  <a:pt x="3028709" y="41347"/>
                  <a:pt x="3030731" y="45289"/>
                  <a:pt x="3032193" y="49904"/>
                </a:cubicBezTo>
                <a:cubicBezTo>
                  <a:pt x="3033656" y="54520"/>
                  <a:pt x="3034387" y="59456"/>
                  <a:pt x="3034387" y="64711"/>
                </a:cubicBezTo>
                <a:cubicBezTo>
                  <a:pt x="3034387" y="77187"/>
                  <a:pt x="3031302" y="86830"/>
                  <a:pt x="3025133" y="93639"/>
                </a:cubicBezTo>
                <a:cubicBezTo>
                  <a:pt x="3018963" y="100448"/>
                  <a:pt x="3011560" y="103853"/>
                  <a:pt x="3002923" y="103853"/>
                </a:cubicBezTo>
                <a:cubicBezTo>
                  <a:pt x="2994331" y="103853"/>
                  <a:pt x="2987590" y="100266"/>
                  <a:pt x="2982700" y="93091"/>
                </a:cubicBezTo>
                <a:lnTo>
                  <a:pt x="2982700" y="102208"/>
                </a:lnTo>
                <a:moveTo>
                  <a:pt x="2982563" y="65260"/>
                </a:moveTo>
                <a:cubicBezTo>
                  <a:pt x="2982563" y="73988"/>
                  <a:pt x="2983751" y="80295"/>
                  <a:pt x="2986128" y="84179"/>
                </a:cubicBezTo>
                <a:cubicBezTo>
                  <a:pt x="2990012" y="90532"/>
                  <a:pt x="2995268" y="93708"/>
                  <a:pt x="3001894" y="93708"/>
                </a:cubicBezTo>
                <a:cubicBezTo>
                  <a:pt x="3007287" y="93708"/>
                  <a:pt x="3011948" y="91366"/>
                  <a:pt x="3015879" y="86681"/>
                </a:cubicBezTo>
                <a:cubicBezTo>
                  <a:pt x="3019809" y="81997"/>
                  <a:pt x="3021774" y="75016"/>
                  <a:pt x="3021774" y="65739"/>
                </a:cubicBezTo>
                <a:cubicBezTo>
                  <a:pt x="3021774" y="56234"/>
                  <a:pt x="3019889" y="49219"/>
                  <a:pt x="3016118" y="44695"/>
                </a:cubicBezTo>
                <a:cubicBezTo>
                  <a:pt x="3012348" y="40170"/>
                  <a:pt x="3007790" y="37908"/>
                  <a:pt x="3002443" y="37908"/>
                </a:cubicBezTo>
                <a:cubicBezTo>
                  <a:pt x="2997050" y="37908"/>
                  <a:pt x="2992389" y="40250"/>
                  <a:pt x="2988459" y="44934"/>
                </a:cubicBezTo>
                <a:cubicBezTo>
                  <a:pt x="2984528" y="49619"/>
                  <a:pt x="2982563" y="56394"/>
                  <a:pt x="2982563" y="65260"/>
                </a:cubicBezTo>
                <a:close/>
                <a:moveTo>
                  <a:pt x="3098961" y="78764"/>
                </a:moveTo>
                <a:lnTo>
                  <a:pt x="3111711" y="80341"/>
                </a:lnTo>
                <a:cubicBezTo>
                  <a:pt x="3109701" y="87790"/>
                  <a:pt x="3105976" y="93571"/>
                  <a:pt x="3100538" y="97684"/>
                </a:cubicBezTo>
                <a:cubicBezTo>
                  <a:pt x="3095100" y="101797"/>
                  <a:pt x="3088153" y="103853"/>
                  <a:pt x="3079699" y="103853"/>
                </a:cubicBezTo>
                <a:cubicBezTo>
                  <a:pt x="3069051" y="103853"/>
                  <a:pt x="3060607" y="100574"/>
                  <a:pt x="3054369" y="94016"/>
                </a:cubicBezTo>
                <a:cubicBezTo>
                  <a:pt x="3048131" y="87458"/>
                  <a:pt x="3045012" y="78261"/>
                  <a:pt x="3045012" y="66425"/>
                </a:cubicBezTo>
                <a:cubicBezTo>
                  <a:pt x="3045012" y="54177"/>
                  <a:pt x="3048166" y="44672"/>
                  <a:pt x="3054472" y="37908"/>
                </a:cubicBezTo>
                <a:cubicBezTo>
                  <a:pt x="3060779" y="31145"/>
                  <a:pt x="3068959" y="27763"/>
                  <a:pt x="3079013" y="27763"/>
                </a:cubicBezTo>
                <a:cubicBezTo>
                  <a:pt x="3088747" y="27763"/>
                  <a:pt x="3096699" y="31076"/>
                  <a:pt x="3102869" y="37702"/>
                </a:cubicBezTo>
                <a:cubicBezTo>
                  <a:pt x="3109038" y="44329"/>
                  <a:pt x="3112123" y="53652"/>
                  <a:pt x="3112123" y="65671"/>
                </a:cubicBezTo>
                <a:cubicBezTo>
                  <a:pt x="3112123" y="66402"/>
                  <a:pt x="3112100" y="67499"/>
                  <a:pt x="3112054" y="68961"/>
                </a:cubicBezTo>
                <a:lnTo>
                  <a:pt x="3057763" y="68961"/>
                </a:lnTo>
                <a:cubicBezTo>
                  <a:pt x="3058220" y="76959"/>
                  <a:pt x="3060482" y="83083"/>
                  <a:pt x="3064549" y="87333"/>
                </a:cubicBezTo>
                <a:cubicBezTo>
                  <a:pt x="3068616" y="91583"/>
                  <a:pt x="3073689" y="93708"/>
                  <a:pt x="3079767" y="93708"/>
                </a:cubicBezTo>
                <a:cubicBezTo>
                  <a:pt x="3084291" y="93708"/>
                  <a:pt x="3088153" y="92520"/>
                  <a:pt x="3091352" y="90143"/>
                </a:cubicBezTo>
                <a:cubicBezTo>
                  <a:pt x="3094551" y="87767"/>
                  <a:pt x="3097087" y="83974"/>
                  <a:pt x="3098961" y="78764"/>
                </a:cubicBezTo>
                <a:moveTo>
                  <a:pt x="3058448" y="58816"/>
                </a:moveTo>
                <a:lnTo>
                  <a:pt x="3099098" y="58816"/>
                </a:lnTo>
                <a:cubicBezTo>
                  <a:pt x="3098550" y="52692"/>
                  <a:pt x="3096996" y="48099"/>
                  <a:pt x="3094437" y="45037"/>
                </a:cubicBezTo>
                <a:cubicBezTo>
                  <a:pt x="3090507" y="40285"/>
                  <a:pt x="3085411" y="37908"/>
                  <a:pt x="3079150" y="37908"/>
                </a:cubicBezTo>
                <a:cubicBezTo>
                  <a:pt x="3073483" y="37908"/>
                  <a:pt x="3068719" y="39805"/>
                  <a:pt x="3064858" y="43598"/>
                </a:cubicBezTo>
                <a:cubicBezTo>
                  <a:pt x="3060996" y="47391"/>
                  <a:pt x="3058859" y="52464"/>
                  <a:pt x="3058448" y="58816"/>
                </a:cubicBezTo>
                <a:close/>
                <a:moveTo>
                  <a:pt x="3192364" y="91171"/>
                </a:moveTo>
                <a:lnTo>
                  <a:pt x="3194147" y="102071"/>
                </a:lnTo>
                <a:cubicBezTo>
                  <a:pt x="3190673" y="102802"/>
                  <a:pt x="3187566" y="103168"/>
                  <a:pt x="3184824" y="103168"/>
                </a:cubicBezTo>
                <a:cubicBezTo>
                  <a:pt x="3180345" y="103168"/>
                  <a:pt x="3176872" y="102459"/>
                  <a:pt x="3174404" y="101043"/>
                </a:cubicBezTo>
                <a:cubicBezTo>
                  <a:pt x="3171936" y="99626"/>
                  <a:pt x="3170200" y="97764"/>
                  <a:pt x="3169194" y="95456"/>
                </a:cubicBezTo>
                <a:cubicBezTo>
                  <a:pt x="3168189" y="93148"/>
                  <a:pt x="3167686" y="88292"/>
                  <a:pt x="3167686" y="80889"/>
                </a:cubicBezTo>
                <a:lnTo>
                  <a:pt x="3167686" y="39005"/>
                </a:lnTo>
                <a:lnTo>
                  <a:pt x="3158638" y="39005"/>
                </a:lnTo>
                <a:lnTo>
                  <a:pt x="3158638" y="29408"/>
                </a:lnTo>
                <a:lnTo>
                  <a:pt x="3167686" y="29408"/>
                </a:lnTo>
                <a:lnTo>
                  <a:pt x="3167686" y="11379"/>
                </a:lnTo>
                <a:lnTo>
                  <a:pt x="3179957" y="3976"/>
                </a:lnTo>
                <a:lnTo>
                  <a:pt x="3179957" y="29408"/>
                </a:lnTo>
                <a:lnTo>
                  <a:pt x="3192364" y="29408"/>
                </a:lnTo>
                <a:lnTo>
                  <a:pt x="3192364" y="39005"/>
                </a:lnTo>
                <a:lnTo>
                  <a:pt x="3179957" y="39005"/>
                </a:lnTo>
                <a:lnTo>
                  <a:pt x="3179957" y="81574"/>
                </a:lnTo>
                <a:cubicBezTo>
                  <a:pt x="3179957" y="85093"/>
                  <a:pt x="3180174" y="87355"/>
                  <a:pt x="3180608" y="88361"/>
                </a:cubicBezTo>
                <a:cubicBezTo>
                  <a:pt x="3181042" y="89366"/>
                  <a:pt x="3181750" y="90166"/>
                  <a:pt x="3182733" y="90760"/>
                </a:cubicBezTo>
                <a:cubicBezTo>
                  <a:pt x="3183716" y="91354"/>
                  <a:pt x="3185121" y="91651"/>
                  <a:pt x="3186949" y="91651"/>
                </a:cubicBezTo>
                <a:cubicBezTo>
                  <a:pt x="3188320" y="91651"/>
                  <a:pt x="3190125" y="91491"/>
                  <a:pt x="3192364" y="91171"/>
                </a:cubicBezTo>
                <a:close/>
                <a:moveTo>
                  <a:pt x="3203782" y="102208"/>
                </a:moveTo>
                <a:lnTo>
                  <a:pt x="3203782" y="29408"/>
                </a:lnTo>
                <a:lnTo>
                  <a:pt x="3214888" y="29408"/>
                </a:lnTo>
                <a:lnTo>
                  <a:pt x="3214888" y="40444"/>
                </a:lnTo>
                <a:cubicBezTo>
                  <a:pt x="3217721" y="35280"/>
                  <a:pt x="3220337" y="31876"/>
                  <a:pt x="3222737" y="30231"/>
                </a:cubicBezTo>
                <a:cubicBezTo>
                  <a:pt x="3225136" y="28585"/>
                  <a:pt x="3227775" y="27763"/>
                  <a:pt x="3230654" y="27763"/>
                </a:cubicBezTo>
                <a:cubicBezTo>
                  <a:pt x="3234813" y="27763"/>
                  <a:pt x="3239040" y="29088"/>
                  <a:pt x="3243336" y="31739"/>
                </a:cubicBezTo>
                <a:lnTo>
                  <a:pt x="3239086" y="43186"/>
                </a:lnTo>
                <a:cubicBezTo>
                  <a:pt x="3236069" y="41404"/>
                  <a:pt x="3233053" y="40513"/>
                  <a:pt x="3230037" y="40513"/>
                </a:cubicBezTo>
                <a:cubicBezTo>
                  <a:pt x="3227341" y="40513"/>
                  <a:pt x="3224919" y="41324"/>
                  <a:pt x="3222771" y="42947"/>
                </a:cubicBezTo>
                <a:cubicBezTo>
                  <a:pt x="3220623" y="44569"/>
                  <a:pt x="3219092" y="46820"/>
                  <a:pt x="3218178" y="49699"/>
                </a:cubicBezTo>
                <a:cubicBezTo>
                  <a:pt x="3216807" y="54086"/>
                  <a:pt x="3216121" y="58884"/>
                  <a:pt x="3216121" y="64094"/>
                </a:cubicBezTo>
                <a:lnTo>
                  <a:pt x="3216121" y="102208"/>
                </a:lnTo>
                <a:lnTo>
                  <a:pt x="3203782" y="102208"/>
                </a:lnTo>
                <a:close/>
                <a:moveTo>
                  <a:pt x="3297987" y="102208"/>
                </a:moveTo>
                <a:lnTo>
                  <a:pt x="3297987" y="91514"/>
                </a:lnTo>
                <a:cubicBezTo>
                  <a:pt x="3292320" y="99740"/>
                  <a:pt x="3284620" y="103853"/>
                  <a:pt x="3274886" y="103853"/>
                </a:cubicBezTo>
                <a:cubicBezTo>
                  <a:pt x="3270590" y="103853"/>
                  <a:pt x="3266580" y="103031"/>
                  <a:pt x="3262855" y="101385"/>
                </a:cubicBezTo>
                <a:cubicBezTo>
                  <a:pt x="3259131" y="99740"/>
                  <a:pt x="3256366" y="97672"/>
                  <a:pt x="3254561" y="95182"/>
                </a:cubicBezTo>
                <a:cubicBezTo>
                  <a:pt x="3252755" y="92691"/>
                  <a:pt x="3251487" y="89640"/>
                  <a:pt x="3250756" y="86030"/>
                </a:cubicBezTo>
                <a:cubicBezTo>
                  <a:pt x="3250253" y="83608"/>
                  <a:pt x="3250002" y="79769"/>
                  <a:pt x="3250002" y="74514"/>
                </a:cubicBezTo>
                <a:lnTo>
                  <a:pt x="3250002" y="29408"/>
                </a:lnTo>
                <a:lnTo>
                  <a:pt x="3262341" y="29408"/>
                </a:lnTo>
                <a:lnTo>
                  <a:pt x="3262341" y="69784"/>
                </a:lnTo>
                <a:cubicBezTo>
                  <a:pt x="3262341" y="76228"/>
                  <a:pt x="3262592" y="80569"/>
                  <a:pt x="3263095" y="82808"/>
                </a:cubicBezTo>
                <a:cubicBezTo>
                  <a:pt x="3263872" y="86053"/>
                  <a:pt x="3265517" y="88601"/>
                  <a:pt x="3268031" y="90452"/>
                </a:cubicBezTo>
                <a:cubicBezTo>
                  <a:pt x="3270544" y="92302"/>
                  <a:pt x="3273652" y="93228"/>
                  <a:pt x="3277353" y="93228"/>
                </a:cubicBezTo>
                <a:cubicBezTo>
                  <a:pt x="3281055" y="93228"/>
                  <a:pt x="3284528" y="92280"/>
                  <a:pt x="3287773" y="90383"/>
                </a:cubicBezTo>
                <a:cubicBezTo>
                  <a:pt x="3291018" y="88487"/>
                  <a:pt x="3293314" y="85904"/>
                  <a:pt x="3294662" y="82637"/>
                </a:cubicBezTo>
                <a:cubicBezTo>
                  <a:pt x="3296010" y="79369"/>
                  <a:pt x="3296685" y="74628"/>
                  <a:pt x="3296685" y="68413"/>
                </a:cubicBezTo>
                <a:lnTo>
                  <a:pt x="3296685" y="29408"/>
                </a:lnTo>
                <a:lnTo>
                  <a:pt x="3309024" y="29408"/>
                </a:lnTo>
                <a:lnTo>
                  <a:pt x="3309024" y="102208"/>
                </a:lnTo>
                <a:lnTo>
                  <a:pt x="3297987" y="102208"/>
                </a:lnTo>
                <a:close/>
                <a:moveTo>
                  <a:pt x="3377916" y="78764"/>
                </a:moveTo>
                <a:lnTo>
                  <a:pt x="3390667" y="80341"/>
                </a:lnTo>
                <a:cubicBezTo>
                  <a:pt x="3388656" y="87790"/>
                  <a:pt x="3384931" y="93571"/>
                  <a:pt x="3379493" y="97684"/>
                </a:cubicBezTo>
                <a:cubicBezTo>
                  <a:pt x="3374055" y="101797"/>
                  <a:pt x="3367108" y="103853"/>
                  <a:pt x="3358654" y="103853"/>
                </a:cubicBezTo>
                <a:cubicBezTo>
                  <a:pt x="3348006" y="103853"/>
                  <a:pt x="3339563" y="100574"/>
                  <a:pt x="3333325" y="94016"/>
                </a:cubicBezTo>
                <a:cubicBezTo>
                  <a:pt x="3327087" y="87458"/>
                  <a:pt x="3323968" y="78261"/>
                  <a:pt x="3323968" y="66425"/>
                </a:cubicBezTo>
                <a:cubicBezTo>
                  <a:pt x="3323968" y="54177"/>
                  <a:pt x="3327121" y="44672"/>
                  <a:pt x="3333427" y="37908"/>
                </a:cubicBezTo>
                <a:cubicBezTo>
                  <a:pt x="3339734" y="31145"/>
                  <a:pt x="3347914" y="27763"/>
                  <a:pt x="3357968" y="27763"/>
                </a:cubicBezTo>
                <a:cubicBezTo>
                  <a:pt x="3367702" y="27763"/>
                  <a:pt x="3375654" y="31076"/>
                  <a:pt x="3381824" y="37702"/>
                </a:cubicBezTo>
                <a:cubicBezTo>
                  <a:pt x="3387993" y="44329"/>
                  <a:pt x="3391078" y="53652"/>
                  <a:pt x="3391078" y="65671"/>
                </a:cubicBezTo>
                <a:cubicBezTo>
                  <a:pt x="3391078" y="66402"/>
                  <a:pt x="3391055" y="67499"/>
                  <a:pt x="3391009" y="68961"/>
                </a:cubicBezTo>
                <a:lnTo>
                  <a:pt x="3336718" y="68961"/>
                </a:lnTo>
                <a:cubicBezTo>
                  <a:pt x="3337175" y="76959"/>
                  <a:pt x="3339437" y="83083"/>
                  <a:pt x="3343504" y="87333"/>
                </a:cubicBezTo>
                <a:cubicBezTo>
                  <a:pt x="3347572" y="91583"/>
                  <a:pt x="3352644" y="93708"/>
                  <a:pt x="3358722" y="93708"/>
                </a:cubicBezTo>
                <a:cubicBezTo>
                  <a:pt x="3363247" y="93708"/>
                  <a:pt x="3367108" y="92520"/>
                  <a:pt x="3370307" y="90143"/>
                </a:cubicBezTo>
                <a:cubicBezTo>
                  <a:pt x="3373506" y="87767"/>
                  <a:pt x="3376043" y="83974"/>
                  <a:pt x="3377916" y="78764"/>
                </a:cubicBezTo>
                <a:moveTo>
                  <a:pt x="3337403" y="58816"/>
                </a:moveTo>
                <a:lnTo>
                  <a:pt x="3378053" y="58816"/>
                </a:lnTo>
                <a:cubicBezTo>
                  <a:pt x="3377505" y="52692"/>
                  <a:pt x="3375951" y="48099"/>
                  <a:pt x="3373392" y="45037"/>
                </a:cubicBezTo>
                <a:cubicBezTo>
                  <a:pt x="3369462" y="40285"/>
                  <a:pt x="3364366" y="37908"/>
                  <a:pt x="3358105" y="37908"/>
                </a:cubicBezTo>
                <a:cubicBezTo>
                  <a:pt x="3352439" y="37908"/>
                  <a:pt x="3347674" y="39805"/>
                  <a:pt x="3343813" y="43598"/>
                </a:cubicBezTo>
                <a:cubicBezTo>
                  <a:pt x="3339951" y="47391"/>
                  <a:pt x="3337815" y="52464"/>
                  <a:pt x="3337403" y="58816"/>
                </a:cubicBezTo>
                <a:close/>
                <a:moveTo>
                  <a:pt x="3428985" y="77461"/>
                </a:moveTo>
                <a:cubicBezTo>
                  <a:pt x="3428939" y="75816"/>
                  <a:pt x="3428916" y="74582"/>
                  <a:pt x="3428916" y="73760"/>
                </a:cubicBezTo>
                <a:cubicBezTo>
                  <a:pt x="3428916" y="68916"/>
                  <a:pt x="3429602" y="64734"/>
                  <a:pt x="3430973" y="61215"/>
                </a:cubicBezTo>
                <a:cubicBezTo>
                  <a:pt x="3431978" y="58564"/>
                  <a:pt x="3433600" y="55891"/>
                  <a:pt x="3435840" y="53195"/>
                </a:cubicBezTo>
                <a:cubicBezTo>
                  <a:pt x="3437485" y="51230"/>
                  <a:pt x="3440444" y="48362"/>
                  <a:pt x="3444717" y="44592"/>
                </a:cubicBezTo>
                <a:cubicBezTo>
                  <a:pt x="3448990" y="40821"/>
                  <a:pt x="3451766" y="37817"/>
                  <a:pt x="3453046" y="35577"/>
                </a:cubicBezTo>
                <a:cubicBezTo>
                  <a:pt x="3454325" y="33338"/>
                  <a:pt x="3454965" y="30893"/>
                  <a:pt x="3454965" y="28243"/>
                </a:cubicBezTo>
                <a:cubicBezTo>
                  <a:pt x="3454965" y="23444"/>
                  <a:pt x="3453091" y="19228"/>
                  <a:pt x="3449344" y="15595"/>
                </a:cubicBezTo>
                <a:cubicBezTo>
                  <a:pt x="3445597" y="11962"/>
                  <a:pt x="3441004" y="10145"/>
                  <a:pt x="3435566" y="10145"/>
                </a:cubicBezTo>
                <a:cubicBezTo>
                  <a:pt x="3430310" y="10145"/>
                  <a:pt x="3425923" y="11791"/>
                  <a:pt x="3422404" y="15081"/>
                </a:cubicBezTo>
                <a:cubicBezTo>
                  <a:pt x="3418885" y="18371"/>
                  <a:pt x="3416577" y="23513"/>
                  <a:pt x="3415480" y="30505"/>
                </a:cubicBezTo>
                <a:lnTo>
                  <a:pt x="3402799" y="28997"/>
                </a:lnTo>
                <a:cubicBezTo>
                  <a:pt x="3403941" y="19628"/>
                  <a:pt x="3407334" y="12453"/>
                  <a:pt x="3412978" y="7472"/>
                </a:cubicBezTo>
                <a:cubicBezTo>
                  <a:pt x="3418622" y="2491"/>
                  <a:pt x="3426083" y="0"/>
                  <a:pt x="3435360" y="0"/>
                </a:cubicBezTo>
                <a:cubicBezTo>
                  <a:pt x="3445185" y="0"/>
                  <a:pt x="3453023" y="2673"/>
                  <a:pt x="3458872" y="8020"/>
                </a:cubicBezTo>
                <a:cubicBezTo>
                  <a:pt x="3464722" y="13367"/>
                  <a:pt x="3467647" y="19834"/>
                  <a:pt x="3467647" y="27420"/>
                </a:cubicBezTo>
                <a:cubicBezTo>
                  <a:pt x="3467647" y="31807"/>
                  <a:pt x="3466619" y="35852"/>
                  <a:pt x="3464562" y="39553"/>
                </a:cubicBezTo>
                <a:cubicBezTo>
                  <a:pt x="3462506" y="43255"/>
                  <a:pt x="3458484" y="47756"/>
                  <a:pt x="3452497" y="53058"/>
                </a:cubicBezTo>
                <a:cubicBezTo>
                  <a:pt x="3448476" y="56622"/>
                  <a:pt x="3445848" y="59250"/>
                  <a:pt x="3444614" y="60941"/>
                </a:cubicBezTo>
                <a:cubicBezTo>
                  <a:pt x="3443380" y="62632"/>
                  <a:pt x="3442466" y="64574"/>
                  <a:pt x="3441872" y="66768"/>
                </a:cubicBezTo>
                <a:cubicBezTo>
                  <a:pt x="3441278" y="68961"/>
                  <a:pt x="3440935" y="72526"/>
                  <a:pt x="3440844" y="77461"/>
                </a:cubicBezTo>
                <a:lnTo>
                  <a:pt x="3428985" y="77461"/>
                </a:lnTo>
                <a:moveTo>
                  <a:pt x="3428231" y="102208"/>
                </a:moveTo>
                <a:lnTo>
                  <a:pt x="3428231" y="88155"/>
                </a:lnTo>
                <a:lnTo>
                  <a:pt x="3442283" y="88155"/>
                </a:lnTo>
                <a:lnTo>
                  <a:pt x="3442283" y="102208"/>
                </a:lnTo>
                <a:lnTo>
                  <a:pt x="3428231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(a)Jenniferthinksthatthereisn’tacupcakeinsidethecabinet.">
            <a:extLst xmlns:a="http://schemas.openxmlformats.org/drawingml/2006/main">
              <a:ext uri="{FF2B5EF4-FFF2-40B4-BE49-F238E27FC236}">
                <a16:creationId xmlns:a16="http://schemas.microsoft.com/office/drawing/2014/main" id="{DC31761E-09AA-4AFA-842F-8463FE83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499" y="2601603"/>
            <a:ext cx="3826994" cy="131753"/>
          </a:xfrm>
          <a:custGeom xmlns:a="http://schemas.openxmlformats.org/drawingml/2006/main">
            <a:pathLst>
              <a:path w="3826994" h="131753">
                <a:moveTo>
                  <a:pt x="24335" y="131753"/>
                </a:moveTo>
                <a:cubicBezTo>
                  <a:pt x="17526" y="123161"/>
                  <a:pt x="11768" y="113107"/>
                  <a:pt x="7061" y="101591"/>
                </a:cubicBezTo>
                <a:cubicBezTo>
                  <a:pt x="2354" y="90075"/>
                  <a:pt x="0" y="78147"/>
                  <a:pt x="0" y="65808"/>
                </a:cubicBezTo>
                <a:cubicBezTo>
                  <a:pt x="0" y="54931"/>
                  <a:pt x="1759" y="44512"/>
                  <a:pt x="5278" y="34549"/>
                </a:cubicBezTo>
                <a:cubicBezTo>
                  <a:pt x="9391" y="22987"/>
                  <a:pt x="15744" y="11471"/>
                  <a:pt x="24335" y="0"/>
                </a:cubicBezTo>
                <a:lnTo>
                  <a:pt x="33178" y="0"/>
                </a:lnTo>
                <a:cubicBezTo>
                  <a:pt x="27648" y="9506"/>
                  <a:pt x="23992" y="16292"/>
                  <a:pt x="22210" y="20359"/>
                </a:cubicBezTo>
                <a:cubicBezTo>
                  <a:pt x="19422" y="26666"/>
                  <a:pt x="17229" y="33247"/>
                  <a:pt x="15629" y="40102"/>
                </a:cubicBezTo>
                <a:cubicBezTo>
                  <a:pt x="13664" y="48648"/>
                  <a:pt x="12682" y="57239"/>
                  <a:pt x="12682" y="65876"/>
                </a:cubicBezTo>
                <a:cubicBezTo>
                  <a:pt x="12682" y="87858"/>
                  <a:pt x="19514" y="109817"/>
                  <a:pt x="33178" y="131753"/>
                </a:cubicBezTo>
                <a:lnTo>
                  <a:pt x="24335" y="131753"/>
                </a:lnTo>
                <a:close/>
                <a:moveTo>
                  <a:pt x="94588" y="93228"/>
                </a:moveTo>
                <a:cubicBezTo>
                  <a:pt x="90018" y="97112"/>
                  <a:pt x="85619" y="99854"/>
                  <a:pt x="81392" y="101454"/>
                </a:cubicBezTo>
                <a:cubicBezTo>
                  <a:pt x="77165" y="103053"/>
                  <a:pt x="72629" y="103853"/>
                  <a:pt x="67785" y="103853"/>
                </a:cubicBezTo>
                <a:cubicBezTo>
                  <a:pt x="59788" y="103853"/>
                  <a:pt x="53641" y="101899"/>
                  <a:pt x="49345" y="97992"/>
                </a:cubicBezTo>
                <a:cubicBezTo>
                  <a:pt x="45049" y="94085"/>
                  <a:pt x="42901" y="89092"/>
                  <a:pt x="42901" y="83014"/>
                </a:cubicBezTo>
                <a:cubicBezTo>
                  <a:pt x="42901" y="79449"/>
                  <a:pt x="43713" y="76193"/>
                  <a:pt x="45335" y="73246"/>
                </a:cubicBezTo>
                <a:cubicBezTo>
                  <a:pt x="46957" y="70298"/>
                  <a:pt x="49082" y="67933"/>
                  <a:pt x="51710" y="66151"/>
                </a:cubicBezTo>
                <a:cubicBezTo>
                  <a:pt x="54338" y="64368"/>
                  <a:pt x="57297" y="63020"/>
                  <a:pt x="60587" y="62106"/>
                </a:cubicBezTo>
                <a:cubicBezTo>
                  <a:pt x="63009" y="61466"/>
                  <a:pt x="66665" y="60849"/>
                  <a:pt x="71555" y="60255"/>
                </a:cubicBezTo>
                <a:cubicBezTo>
                  <a:pt x="81518" y="59067"/>
                  <a:pt x="88853" y="57650"/>
                  <a:pt x="93560" y="56005"/>
                </a:cubicBezTo>
                <a:cubicBezTo>
                  <a:pt x="93606" y="54314"/>
                  <a:pt x="93628" y="53240"/>
                  <a:pt x="93628" y="52783"/>
                </a:cubicBezTo>
                <a:cubicBezTo>
                  <a:pt x="93628" y="47756"/>
                  <a:pt x="92463" y="44215"/>
                  <a:pt x="90132" y="42158"/>
                </a:cubicBezTo>
                <a:cubicBezTo>
                  <a:pt x="86979" y="39371"/>
                  <a:pt x="82295" y="37977"/>
                  <a:pt x="76080" y="37977"/>
                </a:cubicBezTo>
                <a:cubicBezTo>
                  <a:pt x="70276" y="37977"/>
                  <a:pt x="65991" y="38993"/>
                  <a:pt x="63226" y="41027"/>
                </a:cubicBezTo>
                <a:cubicBezTo>
                  <a:pt x="60462" y="43061"/>
                  <a:pt x="58417" y="46660"/>
                  <a:pt x="57091" y="51824"/>
                </a:cubicBezTo>
                <a:lnTo>
                  <a:pt x="45026" y="50179"/>
                </a:lnTo>
                <a:cubicBezTo>
                  <a:pt x="46123" y="45014"/>
                  <a:pt x="47928" y="40844"/>
                  <a:pt x="50442" y="37668"/>
                </a:cubicBezTo>
                <a:cubicBezTo>
                  <a:pt x="52955" y="34492"/>
                  <a:pt x="56589" y="32047"/>
                  <a:pt x="61341" y="30333"/>
                </a:cubicBezTo>
                <a:cubicBezTo>
                  <a:pt x="66094" y="28620"/>
                  <a:pt x="71601" y="27763"/>
                  <a:pt x="77862" y="27763"/>
                </a:cubicBezTo>
                <a:cubicBezTo>
                  <a:pt x="84077" y="27763"/>
                  <a:pt x="89127" y="28494"/>
                  <a:pt x="93011" y="29956"/>
                </a:cubicBezTo>
                <a:cubicBezTo>
                  <a:pt x="96896" y="31419"/>
                  <a:pt x="99752" y="33258"/>
                  <a:pt x="101580" y="35475"/>
                </a:cubicBezTo>
                <a:cubicBezTo>
                  <a:pt x="103408" y="37691"/>
                  <a:pt x="104688" y="40490"/>
                  <a:pt x="105419" y="43872"/>
                </a:cubicBezTo>
                <a:cubicBezTo>
                  <a:pt x="105830" y="45974"/>
                  <a:pt x="106036" y="49767"/>
                  <a:pt x="106036" y="55251"/>
                </a:cubicBezTo>
                <a:lnTo>
                  <a:pt x="106036" y="71703"/>
                </a:lnTo>
                <a:cubicBezTo>
                  <a:pt x="106036" y="83174"/>
                  <a:pt x="106299" y="90429"/>
                  <a:pt x="106824" y="93468"/>
                </a:cubicBezTo>
                <a:cubicBezTo>
                  <a:pt x="107350" y="96507"/>
                  <a:pt x="108389" y="99420"/>
                  <a:pt x="109943" y="102208"/>
                </a:cubicBezTo>
                <a:lnTo>
                  <a:pt x="97056" y="102208"/>
                </a:lnTo>
                <a:cubicBezTo>
                  <a:pt x="95776" y="99649"/>
                  <a:pt x="94954" y="96655"/>
                  <a:pt x="94588" y="93228"/>
                </a:cubicBezTo>
                <a:moveTo>
                  <a:pt x="93560" y="65671"/>
                </a:moveTo>
                <a:cubicBezTo>
                  <a:pt x="89081" y="67499"/>
                  <a:pt x="82363" y="69053"/>
                  <a:pt x="73406" y="70332"/>
                </a:cubicBezTo>
                <a:cubicBezTo>
                  <a:pt x="68333" y="71063"/>
                  <a:pt x="64746" y="71886"/>
                  <a:pt x="62644" y="72800"/>
                </a:cubicBezTo>
                <a:cubicBezTo>
                  <a:pt x="60542" y="73714"/>
                  <a:pt x="58919" y="75051"/>
                  <a:pt x="57777" y="76810"/>
                </a:cubicBezTo>
                <a:cubicBezTo>
                  <a:pt x="56634" y="78570"/>
                  <a:pt x="56063" y="80523"/>
                  <a:pt x="56063" y="82671"/>
                </a:cubicBezTo>
                <a:cubicBezTo>
                  <a:pt x="56063" y="85962"/>
                  <a:pt x="57308" y="88704"/>
                  <a:pt x="59799" y="90897"/>
                </a:cubicBezTo>
                <a:cubicBezTo>
                  <a:pt x="62290" y="93091"/>
                  <a:pt x="65934" y="94188"/>
                  <a:pt x="70733" y="94188"/>
                </a:cubicBezTo>
                <a:cubicBezTo>
                  <a:pt x="75486" y="94188"/>
                  <a:pt x="79713" y="93148"/>
                  <a:pt x="83414" y="91069"/>
                </a:cubicBezTo>
                <a:cubicBezTo>
                  <a:pt x="87116" y="88989"/>
                  <a:pt x="89835" y="86144"/>
                  <a:pt x="91572" y="82534"/>
                </a:cubicBezTo>
                <a:cubicBezTo>
                  <a:pt x="92897" y="79746"/>
                  <a:pt x="93560" y="75633"/>
                  <a:pt x="93560" y="70195"/>
                </a:cubicBezTo>
                <a:lnTo>
                  <a:pt x="93560" y="65671"/>
                </a:lnTo>
                <a:close/>
                <a:moveTo>
                  <a:pt x="132948" y="131753"/>
                </a:moveTo>
                <a:lnTo>
                  <a:pt x="124105" y="131753"/>
                </a:lnTo>
                <a:cubicBezTo>
                  <a:pt x="137770" y="109817"/>
                  <a:pt x="144602" y="87858"/>
                  <a:pt x="144602" y="65876"/>
                </a:cubicBezTo>
                <a:cubicBezTo>
                  <a:pt x="144602" y="57285"/>
                  <a:pt x="143619" y="48762"/>
                  <a:pt x="141654" y="40307"/>
                </a:cubicBezTo>
                <a:cubicBezTo>
                  <a:pt x="140100" y="33452"/>
                  <a:pt x="137929" y="26872"/>
                  <a:pt x="135142" y="20565"/>
                </a:cubicBezTo>
                <a:cubicBezTo>
                  <a:pt x="133359" y="16452"/>
                  <a:pt x="129681" y="9597"/>
                  <a:pt x="124105" y="0"/>
                </a:cubicBezTo>
                <a:lnTo>
                  <a:pt x="132948" y="0"/>
                </a:lnTo>
                <a:cubicBezTo>
                  <a:pt x="141540" y="11471"/>
                  <a:pt x="147892" y="22987"/>
                  <a:pt x="152005" y="34549"/>
                </a:cubicBezTo>
                <a:cubicBezTo>
                  <a:pt x="155524" y="44512"/>
                  <a:pt x="157283" y="54931"/>
                  <a:pt x="157283" y="65808"/>
                </a:cubicBezTo>
                <a:cubicBezTo>
                  <a:pt x="157283" y="78147"/>
                  <a:pt x="154918" y="90075"/>
                  <a:pt x="150188" y="101591"/>
                </a:cubicBezTo>
                <a:cubicBezTo>
                  <a:pt x="145459" y="113107"/>
                  <a:pt x="139712" y="123161"/>
                  <a:pt x="132948" y="131753"/>
                </a:cubicBezTo>
                <a:close/>
                <a:moveTo>
                  <a:pt x="184385" y="73691"/>
                </a:moveTo>
                <a:lnTo>
                  <a:pt x="196381" y="72046"/>
                </a:lnTo>
                <a:cubicBezTo>
                  <a:pt x="196701" y="79724"/>
                  <a:pt x="198140" y="84979"/>
                  <a:pt x="200700" y="87812"/>
                </a:cubicBezTo>
                <a:cubicBezTo>
                  <a:pt x="203259" y="90646"/>
                  <a:pt x="206801" y="92063"/>
                  <a:pt x="211325" y="92063"/>
                </a:cubicBezTo>
                <a:cubicBezTo>
                  <a:pt x="214661" y="92063"/>
                  <a:pt x="217540" y="91297"/>
                  <a:pt x="219962" y="89766"/>
                </a:cubicBezTo>
                <a:cubicBezTo>
                  <a:pt x="222384" y="88235"/>
                  <a:pt x="224052" y="86156"/>
                  <a:pt x="224966" y="83528"/>
                </a:cubicBezTo>
                <a:cubicBezTo>
                  <a:pt x="225880" y="80900"/>
                  <a:pt x="226337" y="76707"/>
                  <a:pt x="226337" y="70949"/>
                </a:cubicBezTo>
                <a:lnTo>
                  <a:pt x="226337" y="1714"/>
                </a:lnTo>
                <a:lnTo>
                  <a:pt x="239636" y="1714"/>
                </a:lnTo>
                <a:lnTo>
                  <a:pt x="239636" y="70195"/>
                </a:lnTo>
                <a:cubicBezTo>
                  <a:pt x="239636" y="78604"/>
                  <a:pt x="238619" y="85116"/>
                  <a:pt x="236585" y="89732"/>
                </a:cubicBezTo>
                <a:cubicBezTo>
                  <a:pt x="234552" y="94348"/>
                  <a:pt x="231330" y="97866"/>
                  <a:pt x="226920" y="100289"/>
                </a:cubicBezTo>
                <a:cubicBezTo>
                  <a:pt x="222510" y="102711"/>
                  <a:pt x="217334" y="103922"/>
                  <a:pt x="211393" y="103922"/>
                </a:cubicBezTo>
                <a:cubicBezTo>
                  <a:pt x="202573" y="103922"/>
                  <a:pt x="195821" y="101385"/>
                  <a:pt x="191137" y="96313"/>
                </a:cubicBezTo>
                <a:cubicBezTo>
                  <a:pt x="186453" y="91240"/>
                  <a:pt x="184202" y="83699"/>
                  <a:pt x="184385" y="73691"/>
                </a:cubicBezTo>
                <a:close/>
                <a:moveTo>
                  <a:pt x="309372" y="78764"/>
                </a:moveTo>
                <a:lnTo>
                  <a:pt x="322123" y="80341"/>
                </a:lnTo>
                <a:cubicBezTo>
                  <a:pt x="320112" y="87790"/>
                  <a:pt x="316387" y="93571"/>
                  <a:pt x="310949" y="97684"/>
                </a:cubicBezTo>
                <a:cubicBezTo>
                  <a:pt x="305511" y="101797"/>
                  <a:pt x="298564" y="103853"/>
                  <a:pt x="290110" y="103853"/>
                </a:cubicBezTo>
                <a:cubicBezTo>
                  <a:pt x="279462" y="103853"/>
                  <a:pt x="271019" y="100574"/>
                  <a:pt x="264781" y="94016"/>
                </a:cubicBezTo>
                <a:cubicBezTo>
                  <a:pt x="258543" y="87458"/>
                  <a:pt x="255424" y="78261"/>
                  <a:pt x="255424" y="66425"/>
                </a:cubicBezTo>
                <a:cubicBezTo>
                  <a:pt x="255424" y="54177"/>
                  <a:pt x="258577" y="44672"/>
                  <a:pt x="264884" y="37908"/>
                </a:cubicBezTo>
                <a:cubicBezTo>
                  <a:pt x="271190" y="31145"/>
                  <a:pt x="279370" y="27763"/>
                  <a:pt x="289424" y="27763"/>
                </a:cubicBezTo>
                <a:cubicBezTo>
                  <a:pt x="299159" y="27763"/>
                  <a:pt x="307110" y="31076"/>
                  <a:pt x="313280" y="37702"/>
                </a:cubicBezTo>
                <a:cubicBezTo>
                  <a:pt x="319449" y="44329"/>
                  <a:pt x="322534" y="53652"/>
                  <a:pt x="322534" y="65671"/>
                </a:cubicBezTo>
                <a:cubicBezTo>
                  <a:pt x="322534" y="66402"/>
                  <a:pt x="322511" y="67499"/>
                  <a:pt x="322466" y="68961"/>
                </a:cubicBezTo>
                <a:lnTo>
                  <a:pt x="268174" y="68961"/>
                </a:lnTo>
                <a:cubicBezTo>
                  <a:pt x="268631" y="76959"/>
                  <a:pt x="270893" y="83083"/>
                  <a:pt x="274960" y="87333"/>
                </a:cubicBezTo>
                <a:cubicBezTo>
                  <a:pt x="279028" y="91583"/>
                  <a:pt x="284100" y="93708"/>
                  <a:pt x="290178" y="93708"/>
                </a:cubicBezTo>
                <a:cubicBezTo>
                  <a:pt x="294703" y="93708"/>
                  <a:pt x="298564" y="92520"/>
                  <a:pt x="301763" y="90143"/>
                </a:cubicBezTo>
                <a:cubicBezTo>
                  <a:pt x="304962" y="87767"/>
                  <a:pt x="307499" y="83974"/>
                  <a:pt x="309372" y="78764"/>
                </a:cubicBezTo>
                <a:moveTo>
                  <a:pt x="268859" y="58816"/>
                </a:moveTo>
                <a:lnTo>
                  <a:pt x="309510" y="58816"/>
                </a:lnTo>
                <a:cubicBezTo>
                  <a:pt x="308961" y="52692"/>
                  <a:pt x="307407" y="48099"/>
                  <a:pt x="304848" y="45037"/>
                </a:cubicBezTo>
                <a:cubicBezTo>
                  <a:pt x="300918" y="40285"/>
                  <a:pt x="295822" y="37908"/>
                  <a:pt x="289562" y="37908"/>
                </a:cubicBezTo>
                <a:cubicBezTo>
                  <a:pt x="283895" y="37908"/>
                  <a:pt x="279131" y="39805"/>
                  <a:pt x="275269" y="43598"/>
                </a:cubicBezTo>
                <a:cubicBezTo>
                  <a:pt x="271407" y="47391"/>
                  <a:pt x="269271" y="52464"/>
                  <a:pt x="268859" y="58816"/>
                </a:cubicBezTo>
                <a:close/>
                <a:moveTo>
                  <a:pt x="337341" y="102208"/>
                </a:moveTo>
                <a:lnTo>
                  <a:pt x="337341" y="29408"/>
                </a:lnTo>
                <a:lnTo>
                  <a:pt x="348446" y="29408"/>
                </a:lnTo>
                <a:lnTo>
                  <a:pt x="348446" y="39759"/>
                </a:lnTo>
                <a:cubicBezTo>
                  <a:pt x="353793" y="31761"/>
                  <a:pt x="361516" y="27763"/>
                  <a:pt x="371616" y="27763"/>
                </a:cubicBezTo>
                <a:cubicBezTo>
                  <a:pt x="376003" y="27763"/>
                  <a:pt x="380036" y="28551"/>
                  <a:pt x="383715" y="30128"/>
                </a:cubicBezTo>
                <a:cubicBezTo>
                  <a:pt x="387394" y="31704"/>
                  <a:pt x="390147" y="33772"/>
                  <a:pt x="391975" y="36331"/>
                </a:cubicBezTo>
                <a:cubicBezTo>
                  <a:pt x="393803" y="38891"/>
                  <a:pt x="395083" y="41930"/>
                  <a:pt x="395814" y="45449"/>
                </a:cubicBezTo>
                <a:cubicBezTo>
                  <a:pt x="396271" y="47734"/>
                  <a:pt x="396500" y="51732"/>
                  <a:pt x="396500" y="57445"/>
                </a:cubicBezTo>
                <a:lnTo>
                  <a:pt x="396500" y="102208"/>
                </a:lnTo>
                <a:lnTo>
                  <a:pt x="384161" y="102208"/>
                </a:lnTo>
                <a:lnTo>
                  <a:pt x="384161" y="57925"/>
                </a:lnTo>
                <a:cubicBezTo>
                  <a:pt x="384161" y="52898"/>
                  <a:pt x="383681" y="49139"/>
                  <a:pt x="382721" y="46648"/>
                </a:cubicBezTo>
                <a:cubicBezTo>
                  <a:pt x="381761" y="44158"/>
                  <a:pt x="380059" y="42170"/>
                  <a:pt x="377614" y="40684"/>
                </a:cubicBezTo>
                <a:cubicBezTo>
                  <a:pt x="375169" y="39199"/>
                  <a:pt x="372301" y="38457"/>
                  <a:pt x="369011" y="38457"/>
                </a:cubicBezTo>
                <a:cubicBezTo>
                  <a:pt x="363756" y="38457"/>
                  <a:pt x="359220" y="40125"/>
                  <a:pt x="355404" y="43461"/>
                </a:cubicBezTo>
                <a:cubicBezTo>
                  <a:pt x="351588" y="46797"/>
                  <a:pt x="349680" y="53126"/>
                  <a:pt x="349680" y="62449"/>
                </a:cubicBezTo>
                <a:lnTo>
                  <a:pt x="349680" y="102208"/>
                </a:lnTo>
                <a:lnTo>
                  <a:pt x="337341" y="102208"/>
                </a:lnTo>
                <a:close/>
                <a:moveTo>
                  <a:pt x="415145" y="102208"/>
                </a:moveTo>
                <a:lnTo>
                  <a:pt x="415145" y="29408"/>
                </a:lnTo>
                <a:lnTo>
                  <a:pt x="426250" y="29408"/>
                </a:lnTo>
                <a:lnTo>
                  <a:pt x="426250" y="39759"/>
                </a:lnTo>
                <a:cubicBezTo>
                  <a:pt x="431597" y="31761"/>
                  <a:pt x="439321" y="27763"/>
                  <a:pt x="449420" y="27763"/>
                </a:cubicBezTo>
                <a:cubicBezTo>
                  <a:pt x="453807" y="27763"/>
                  <a:pt x="457840" y="28551"/>
                  <a:pt x="461519" y="30128"/>
                </a:cubicBezTo>
                <a:cubicBezTo>
                  <a:pt x="465198" y="31704"/>
                  <a:pt x="467952" y="33772"/>
                  <a:pt x="469780" y="36331"/>
                </a:cubicBezTo>
                <a:cubicBezTo>
                  <a:pt x="471608" y="38891"/>
                  <a:pt x="472887" y="41930"/>
                  <a:pt x="473618" y="45449"/>
                </a:cubicBezTo>
                <a:cubicBezTo>
                  <a:pt x="474075" y="47734"/>
                  <a:pt x="474304" y="51732"/>
                  <a:pt x="474304" y="57445"/>
                </a:cubicBezTo>
                <a:lnTo>
                  <a:pt x="474304" y="102208"/>
                </a:lnTo>
                <a:lnTo>
                  <a:pt x="461965" y="102208"/>
                </a:lnTo>
                <a:lnTo>
                  <a:pt x="461965" y="57925"/>
                </a:lnTo>
                <a:cubicBezTo>
                  <a:pt x="461965" y="52898"/>
                  <a:pt x="461485" y="49139"/>
                  <a:pt x="460525" y="46648"/>
                </a:cubicBezTo>
                <a:cubicBezTo>
                  <a:pt x="459566" y="44158"/>
                  <a:pt x="457863" y="42170"/>
                  <a:pt x="455418" y="40684"/>
                </a:cubicBezTo>
                <a:cubicBezTo>
                  <a:pt x="452973" y="39199"/>
                  <a:pt x="450106" y="38457"/>
                  <a:pt x="446815" y="38457"/>
                </a:cubicBezTo>
                <a:cubicBezTo>
                  <a:pt x="441560" y="38457"/>
                  <a:pt x="437024" y="40125"/>
                  <a:pt x="433208" y="43461"/>
                </a:cubicBezTo>
                <a:cubicBezTo>
                  <a:pt x="429392" y="46797"/>
                  <a:pt x="427484" y="53126"/>
                  <a:pt x="427484" y="62449"/>
                </a:cubicBezTo>
                <a:lnTo>
                  <a:pt x="427484" y="102208"/>
                </a:lnTo>
                <a:lnTo>
                  <a:pt x="415145" y="102208"/>
                </a:lnTo>
                <a:close/>
                <a:moveTo>
                  <a:pt x="493018" y="15904"/>
                </a:moveTo>
                <a:lnTo>
                  <a:pt x="493018" y="1714"/>
                </a:lnTo>
                <a:lnTo>
                  <a:pt x="505357" y="1714"/>
                </a:lnTo>
                <a:lnTo>
                  <a:pt x="505357" y="15904"/>
                </a:lnTo>
                <a:lnTo>
                  <a:pt x="493018" y="15904"/>
                </a:lnTo>
                <a:moveTo>
                  <a:pt x="493018" y="102208"/>
                </a:moveTo>
                <a:lnTo>
                  <a:pt x="493018" y="29408"/>
                </a:lnTo>
                <a:lnTo>
                  <a:pt x="505357" y="29408"/>
                </a:lnTo>
                <a:lnTo>
                  <a:pt x="505357" y="102208"/>
                </a:lnTo>
                <a:lnTo>
                  <a:pt x="493018" y="102208"/>
                </a:lnTo>
                <a:close/>
                <a:moveTo>
                  <a:pt x="527373" y="102208"/>
                </a:moveTo>
                <a:lnTo>
                  <a:pt x="527373" y="39005"/>
                </a:lnTo>
                <a:lnTo>
                  <a:pt x="516473" y="39005"/>
                </a:lnTo>
                <a:lnTo>
                  <a:pt x="516473" y="29408"/>
                </a:lnTo>
                <a:lnTo>
                  <a:pt x="527373" y="29408"/>
                </a:lnTo>
                <a:lnTo>
                  <a:pt x="527373" y="21662"/>
                </a:lnTo>
                <a:cubicBezTo>
                  <a:pt x="527373" y="16772"/>
                  <a:pt x="527807" y="13139"/>
                  <a:pt x="528675" y="10762"/>
                </a:cubicBezTo>
                <a:cubicBezTo>
                  <a:pt x="529863" y="7563"/>
                  <a:pt x="531954" y="4970"/>
                  <a:pt x="534947" y="2982"/>
                </a:cubicBezTo>
                <a:cubicBezTo>
                  <a:pt x="537941" y="994"/>
                  <a:pt x="542134" y="0"/>
                  <a:pt x="547526" y="0"/>
                </a:cubicBezTo>
                <a:cubicBezTo>
                  <a:pt x="550999" y="0"/>
                  <a:pt x="554838" y="411"/>
                  <a:pt x="559043" y="1234"/>
                </a:cubicBezTo>
                <a:lnTo>
                  <a:pt x="557192" y="11996"/>
                </a:lnTo>
                <a:cubicBezTo>
                  <a:pt x="554633" y="11539"/>
                  <a:pt x="552210" y="11311"/>
                  <a:pt x="549926" y="11311"/>
                </a:cubicBezTo>
                <a:cubicBezTo>
                  <a:pt x="546178" y="11311"/>
                  <a:pt x="543528" y="12110"/>
                  <a:pt x="541974" y="13710"/>
                </a:cubicBezTo>
                <a:cubicBezTo>
                  <a:pt x="540420" y="15309"/>
                  <a:pt x="539643" y="18303"/>
                  <a:pt x="539643" y="22690"/>
                </a:cubicBezTo>
                <a:lnTo>
                  <a:pt x="539643" y="29408"/>
                </a:lnTo>
                <a:lnTo>
                  <a:pt x="553833" y="29408"/>
                </a:lnTo>
                <a:lnTo>
                  <a:pt x="553833" y="39005"/>
                </a:lnTo>
                <a:lnTo>
                  <a:pt x="539643" y="39005"/>
                </a:lnTo>
                <a:lnTo>
                  <a:pt x="539643" y="102208"/>
                </a:lnTo>
                <a:lnTo>
                  <a:pt x="527373" y="102208"/>
                </a:lnTo>
                <a:close/>
                <a:moveTo>
                  <a:pt x="612756" y="78764"/>
                </a:moveTo>
                <a:lnTo>
                  <a:pt x="625506" y="80341"/>
                </a:lnTo>
                <a:cubicBezTo>
                  <a:pt x="623496" y="87790"/>
                  <a:pt x="619771" y="93571"/>
                  <a:pt x="614333" y="97684"/>
                </a:cubicBezTo>
                <a:cubicBezTo>
                  <a:pt x="608894" y="101797"/>
                  <a:pt x="601948" y="103853"/>
                  <a:pt x="593494" y="103853"/>
                </a:cubicBezTo>
                <a:cubicBezTo>
                  <a:pt x="582845" y="103853"/>
                  <a:pt x="574402" y="100574"/>
                  <a:pt x="568164" y="94016"/>
                </a:cubicBezTo>
                <a:cubicBezTo>
                  <a:pt x="561926" y="87458"/>
                  <a:pt x="558807" y="78261"/>
                  <a:pt x="558807" y="66425"/>
                </a:cubicBezTo>
                <a:cubicBezTo>
                  <a:pt x="558807" y="54177"/>
                  <a:pt x="561961" y="44672"/>
                  <a:pt x="568267" y="37908"/>
                </a:cubicBezTo>
                <a:cubicBezTo>
                  <a:pt x="574574" y="31145"/>
                  <a:pt x="582754" y="27763"/>
                  <a:pt x="592808" y="27763"/>
                </a:cubicBezTo>
                <a:cubicBezTo>
                  <a:pt x="602542" y="27763"/>
                  <a:pt x="610494" y="31076"/>
                  <a:pt x="616663" y="37702"/>
                </a:cubicBezTo>
                <a:cubicBezTo>
                  <a:pt x="622833" y="44329"/>
                  <a:pt x="625918" y="53652"/>
                  <a:pt x="625918" y="65671"/>
                </a:cubicBezTo>
                <a:cubicBezTo>
                  <a:pt x="625918" y="66402"/>
                  <a:pt x="625895" y="67499"/>
                  <a:pt x="625849" y="68961"/>
                </a:cubicBezTo>
                <a:lnTo>
                  <a:pt x="571558" y="68961"/>
                </a:lnTo>
                <a:cubicBezTo>
                  <a:pt x="572015" y="76959"/>
                  <a:pt x="574277" y="83083"/>
                  <a:pt x="578344" y="87333"/>
                </a:cubicBezTo>
                <a:cubicBezTo>
                  <a:pt x="582411" y="91583"/>
                  <a:pt x="587484" y="93708"/>
                  <a:pt x="593562" y="93708"/>
                </a:cubicBezTo>
                <a:cubicBezTo>
                  <a:pt x="598086" y="93708"/>
                  <a:pt x="601948" y="92520"/>
                  <a:pt x="605147" y="90143"/>
                </a:cubicBezTo>
                <a:cubicBezTo>
                  <a:pt x="608346" y="87767"/>
                  <a:pt x="610882" y="83974"/>
                  <a:pt x="612756" y="78764"/>
                </a:cubicBezTo>
                <a:moveTo>
                  <a:pt x="572243" y="58816"/>
                </a:moveTo>
                <a:lnTo>
                  <a:pt x="612893" y="58816"/>
                </a:lnTo>
                <a:cubicBezTo>
                  <a:pt x="612345" y="52692"/>
                  <a:pt x="610791" y="48099"/>
                  <a:pt x="608232" y="45037"/>
                </a:cubicBezTo>
                <a:cubicBezTo>
                  <a:pt x="604302" y="40285"/>
                  <a:pt x="599206" y="37908"/>
                  <a:pt x="592945" y="37908"/>
                </a:cubicBezTo>
                <a:cubicBezTo>
                  <a:pt x="587278" y="37908"/>
                  <a:pt x="582514" y="39805"/>
                  <a:pt x="578653" y="43598"/>
                </a:cubicBezTo>
                <a:cubicBezTo>
                  <a:pt x="574791" y="47391"/>
                  <a:pt x="572654" y="52464"/>
                  <a:pt x="572243" y="58816"/>
                </a:cubicBezTo>
                <a:close/>
                <a:moveTo>
                  <a:pt x="640588" y="102208"/>
                </a:moveTo>
                <a:lnTo>
                  <a:pt x="640588" y="29408"/>
                </a:lnTo>
                <a:lnTo>
                  <a:pt x="651693" y="29408"/>
                </a:lnTo>
                <a:lnTo>
                  <a:pt x="651693" y="40444"/>
                </a:lnTo>
                <a:cubicBezTo>
                  <a:pt x="654526" y="35280"/>
                  <a:pt x="657142" y="31876"/>
                  <a:pt x="659542" y="30231"/>
                </a:cubicBezTo>
                <a:cubicBezTo>
                  <a:pt x="661941" y="28585"/>
                  <a:pt x="664580" y="27763"/>
                  <a:pt x="667459" y="27763"/>
                </a:cubicBezTo>
                <a:cubicBezTo>
                  <a:pt x="671618" y="27763"/>
                  <a:pt x="675845" y="29088"/>
                  <a:pt x="680141" y="31739"/>
                </a:cubicBezTo>
                <a:lnTo>
                  <a:pt x="675891" y="43186"/>
                </a:lnTo>
                <a:cubicBezTo>
                  <a:pt x="672875" y="41404"/>
                  <a:pt x="669858" y="40513"/>
                  <a:pt x="666842" y="40513"/>
                </a:cubicBezTo>
                <a:cubicBezTo>
                  <a:pt x="664146" y="40513"/>
                  <a:pt x="661724" y="41324"/>
                  <a:pt x="659576" y="42947"/>
                </a:cubicBezTo>
                <a:cubicBezTo>
                  <a:pt x="657428" y="44569"/>
                  <a:pt x="655897" y="46820"/>
                  <a:pt x="654983" y="49699"/>
                </a:cubicBezTo>
                <a:cubicBezTo>
                  <a:pt x="653612" y="54086"/>
                  <a:pt x="652926" y="58884"/>
                  <a:pt x="652926" y="64094"/>
                </a:cubicBezTo>
                <a:lnTo>
                  <a:pt x="652926" y="102208"/>
                </a:lnTo>
                <a:lnTo>
                  <a:pt x="640588" y="102208"/>
                </a:lnTo>
                <a:close/>
                <a:moveTo>
                  <a:pt x="752516" y="91171"/>
                </a:moveTo>
                <a:lnTo>
                  <a:pt x="754298" y="102071"/>
                </a:lnTo>
                <a:cubicBezTo>
                  <a:pt x="750825" y="102802"/>
                  <a:pt x="747718" y="103168"/>
                  <a:pt x="744976" y="103168"/>
                </a:cubicBezTo>
                <a:cubicBezTo>
                  <a:pt x="740497" y="103168"/>
                  <a:pt x="737024" y="102459"/>
                  <a:pt x="734556" y="101043"/>
                </a:cubicBezTo>
                <a:cubicBezTo>
                  <a:pt x="732088" y="99626"/>
                  <a:pt x="730352" y="97764"/>
                  <a:pt x="729346" y="95456"/>
                </a:cubicBezTo>
                <a:cubicBezTo>
                  <a:pt x="728341" y="93148"/>
                  <a:pt x="727838" y="88292"/>
                  <a:pt x="727838" y="80889"/>
                </a:cubicBezTo>
                <a:lnTo>
                  <a:pt x="727838" y="39005"/>
                </a:lnTo>
                <a:lnTo>
                  <a:pt x="718790" y="39005"/>
                </a:lnTo>
                <a:lnTo>
                  <a:pt x="718790" y="29408"/>
                </a:lnTo>
                <a:lnTo>
                  <a:pt x="727838" y="29408"/>
                </a:lnTo>
                <a:lnTo>
                  <a:pt x="727838" y="11379"/>
                </a:lnTo>
                <a:lnTo>
                  <a:pt x="740109" y="3976"/>
                </a:lnTo>
                <a:lnTo>
                  <a:pt x="740109" y="29408"/>
                </a:lnTo>
                <a:lnTo>
                  <a:pt x="752516" y="29408"/>
                </a:lnTo>
                <a:lnTo>
                  <a:pt x="752516" y="39005"/>
                </a:lnTo>
                <a:lnTo>
                  <a:pt x="740109" y="39005"/>
                </a:lnTo>
                <a:lnTo>
                  <a:pt x="740109" y="81574"/>
                </a:lnTo>
                <a:cubicBezTo>
                  <a:pt x="740109" y="85093"/>
                  <a:pt x="740326" y="87355"/>
                  <a:pt x="740760" y="88361"/>
                </a:cubicBezTo>
                <a:cubicBezTo>
                  <a:pt x="741194" y="89366"/>
                  <a:pt x="741902" y="90166"/>
                  <a:pt x="742885" y="90760"/>
                </a:cubicBezTo>
                <a:cubicBezTo>
                  <a:pt x="743867" y="91354"/>
                  <a:pt x="745273" y="91651"/>
                  <a:pt x="747101" y="91651"/>
                </a:cubicBezTo>
                <a:cubicBezTo>
                  <a:pt x="748472" y="91651"/>
                  <a:pt x="750277" y="91491"/>
                  <a:pt x="752516" y="91171"/>
                </a:cubicBezTo>
                <a:close/>
                <a:moveTo>
                  <a:pt x="764071" y="102208"/>
                </a:moveTo>
                <a:lnTo>
                  <a:pt x="764071" y="1714"/>
                </a:lnTo>
                <a:lnTo>
                  <a:pt x="776410" y="1714"/>
                </a:lnTo>
                <a:lnTo>
                  <a:pt x="776410" y="37771"/>
                </a:lnTo>
                <a:cubicBezTo>
                  <a:pt x="782169" y="31099"/>
                  <a:pt x="789435" y="27763"/>
                  <a:pt x="798209" y="27763"/>
                </a:cubicBezTo>
                <a:cubicBezTo>
                  <a:pt x="803602" y="27763"/>
                  <a:pt x="808286" y="28825"/>
                  <a:pt x="812262" y="30950"/>
                </a:cubicBezTo>
                <a:cubicBezTo>
                  <a:pt x="816238" y="33075"/>
                  <a:pt x="819083" y="36012"/>
                  <a:pt x="820797" y="39759"/>
                </a:cubicBezTo>
                <a:cubicBezTo>
                  <a:pt x="822510" y="43506"/>
                  <a:pt x="823367" y="48945"/>
                  <a:pt x="823367" y="56074"/>
                </a:cubicBezTo>
                <a:lnTo>
                  <a:pt x="823367" y="102208"/>
                </a:lnTo>
                <a:lnTo>
                  <a:pt x="811028" y="102208"/>
                </a:lnTo>
                <a:lnTo>
                  <a:pt x="811028" y="56074"/>
                </a:lnTo>
                <a:cubicBezTo>
                  <a:pt x="811028" y="49904"/>
                  <a:pt x="809691" y="45414"/>
                  <a:pt x="807018" y="42604"/>
                </a:cubicBezTo>
                <a:cubicBezTo>
                  <a:pt x="804345" y="39793"/>
                  <a:pt x="800563" y="38388"/>
                  <a:pt x="795673" y="38388"/>
                </a:cubicBezTo>
                <a:cubicBezTo>
                  <a:pt x="792017" y="38388"/>
                  <a:pt x="788578" y="39336"/>
                  <a:pt x="785356" y="41233"/>
                </a:cubicBezTo>
                <a:cubicBezTo>
                  <a:pt x="782134" y="43129"/>
                  <a:pt x="779838" y="45700"/>
                  <a:pt x="778467" y="48945"/>
                </a:cubicBezTo>
                <a:cubicBezTo>
                  <a:pt x="777096" y="52189"/>
                  <a:pt x="776410" y="56668"/>
                  <a:pt x="776410" y="62380"/>
                </a:cubicBezTo>
                <a:lnTo>
                  <a:pt x="776410" y="102208"/>
                </a:lnTo>
                <a:lnTo>
                  <a:pt x="764071" y="102208"/>
                </a:lnTo>
                <a:close/>
                <a:moveTo>
                  <a:pt x="841944" y="15904"/>
                </a:moveTo>
                <a:lnTo>
                  <a:pt x="841944" y="1714"/>
                </a:lnTo>
                <a:lnTo>
                  <a:pt x="854283" y="1714"/>
                </a:lnTo>
                <a:lnTo>
                  <a:pt x="854283" y="15904"/>
                </a:lnTo>
                <a:lnTo>
                  <a:pt x="841944" y="15904"/>
                </a:lnTo>
                <a:moveTo>
                  <a:pt x="841944" y="102208"/>
                </a:moveTo>
                <a:lnTo>
                  <a:pt x="841944" y="29408"/>
                </a:lnTo>
                <a:lnTo>
                  <a:pt x="854283" y="29408"/>
                </a:lnTo>
                <a:lnTo>
                  <a:pt x="854283" y="102208"/>
                </a:lnTo>
                <a:lnTo>
                  <a:pt x="841944" y="102208"/>
                </a:lnTo>
                <a:close/>
                <a:moveTo>
                  <a:pt x="873351" y="102208"/>
                </a:moveTo>
                <a:lnTo>
                  <a:pt x="873351" y="29408"/>
                </a:lnTo>
                <a:lnTo>
                  <a:pt x="884456" y="29408"/>
                </a:lnTo>
                <a:lnTo>
                  <a:pt x="884456" y="39759"/>
                </a:lnTo>
                <a:cubicBezTo>
                  <a:pt x="889803" y="31761"/>
                  <a:pt x="897526" y="27763"/>
                  <a:pt x="907626" y="27763"/>
                </a:cubicBezTo>
                <a:cubicBezTo>
                  <a:pt x="912013" y="27763"/>
                  <a:pt x="916046" y="28551"/>
                  <a:pt x="919725" y="30128"/>
                </a:cubicBezTo>
                <a:cubicBezTo>
                  <a:pt x="923404" y="31704"/>
                  <a:pt x="926157" y="33772"/>
                  <a:pt x="927985" y="36331"/>
                </a:cubicBezTo>
                <a:cubicBezTo>
                  <a:pt x="929813" y="38891"/>
                  <a:pt x="931093" y="41930"/>
                  <a:pt x="931824" y="45449"/>
                </a:cubicBezTo>
                <a:cubicBezTo>
                  <a:pt x="932281" y="47734"/>
                  <a:pt x="932510" y="51732"/>
                  <a:pt x="932510" y="57445"/>
                </a:cubicBezTo>
                <a:lnTo>
                  <a:pt x="932510" y="102208"/>
                </a:lnTo>
                <a:lnTo>
                  <a:pt x="920171" y="102208"/>
                </a:lnTo>
                <a:lnTo>
                  <a:pt x="920171" y="57925"/>
                </a:lnTo>
                <a:cubicBezTo>
                  <a:pt x="920171" y="52898"/>
                  <a:pt x="919691" y="49139"/>
                  <a:pt x="918731" y="46648"/>
                </a:cubicBezTo>
                <a:cubicBezTo>
                  <a:pt x="917771" y="44158"/>
                  <a:pt x="916069" y="42170"/>
                  <a:pt x="913624" y="40684"/>
                </a:cubicBezTo>
                <a:cubicBezTo>
                  <a:pt x="911179" y="39199"/>
                  <a:pt x="908312" y="38457"/>
                  <a:pt x="905021" y="38457"/>
                </a:cubicBezTo>
                <a:cubicBezTo>
                  <a:pt x="899766" y="38457"/>
                  <a:pt x="895230" y="40125"/>
                  <a:pt x="891414" y="43461"/>
                </a:cubicBezTo>
                <a:cubicBezTo>
                  <a:pt x="887598" y="46797"/>
                  <a:pt x="885690" y="53126"/>
                  <a:pt x="885690" y="62449"/>
                </a:cubicBezTo>
                <a:lnTo>
                  <a:pt x="885690" y="102208"/>
                </a:lnTo>
                <a:lnTo>
                  <a:pt x="873351" y="102208"/>
                </a:lnTo>
                <a:close/>
                <a:moveTo>
                  <a:pt x="951224" y="102208"/>
                </a:moveTo>
                <a:lnTo>
                  <a:pt x="951224" y="1714"/>
                </a:lnTo>
                <a:lnTo>
                  <a:pt x="963563" y="1714"/>
                </a:lnTo>
                <a:lnTo>
                  <a:pt x="963563" y="59021"/>
                </a:lnTo>
                <a:lnTo>
                  <a:pt x="992765" y="29408"/>
                </a:lnTo>
                <a:lnTo>
                  <a:pt x="1008737" y="29408"/>
                </a:lnTo>
                <a:lnTo>
                  <a:pt x="980906" y="56417"/>
                </a:lnTo>
                <a:lnTo>
                  <a:pt x="1011548" y="102208"/>
                </a:lnTo>
                <a:lnTo>
                  <a:pt x="996330" y="102208"/>
                </a:lnTo>
                <a:lnTo>
                  <a:pt x="972269" y="64985"/>
                </a:lnTo>
                <a:lnTo>
                  <a:pt x="963563" y="73348"/>
                </a:lnTo>
                <a:lnTo>
                  <a:pt x="963563" y="102208"/>
                </a:lnTo>
                <a:lnTo>
                  <a:pt x="951224" y="102208"/>
                </a:lnTo>
                <a:close/>
                <a:moveTo>
                  <a:pt x="1016162" y="80478"/>
                </a:moveTo>
                <a:lnTo>
                  <a:pt x="1028364" y="78558"/>
                </a:lnTo>
                <a:cubicBezTo>
                  <a:pt x="1029050" y="83448"/>
                  <a:pt x="1030958" y="87196"/>
                  <a:pt x="1034088" y="89800"/>
                </a:cubicBezTo>
                <a:cubicBezTo>
                  <a:pt x="1037219" y="92405"/>
                  <a:pt x="1041594" y="93708"/>
                  <a:pt x="1047215" y="93708"/>
                </a:cubicBezTo>
                <a:cubicBezTo>
                  <a:pt x="1052882" y="93708"/>
                  <a:pt x="1057087" y="92554"/>
                  <a:pt x="1059829" y="90246"/>
                </a:cubicBezTo>
                <a:cubicBezTo>
                  <a:pt x="1062571" y="87938"/>
                  <a:pt x="1063942" y="85230"/>
                  <a:pt x="1063942" y="82123"/>
                </a:cubicBezTo>
                <a:cubicBezTo>
                  <a:pt x="1063942" y="79335"/>
                  <a:pt x="1062731" y="77142"/>
                  <a:pt x="1060308" y="75542"/>
                </a:cubicBezTo>
                <a:cubicBezTo>
                  <a:pt x="1058618" y="74445"/>
                  <a:pt x="1054413" y="73051"/>
                  <a:pt x="1047695" y="71360"/>
                </a:cubicBezTo>
                <a:cubicBezTo>
                  <a:pt x="1038647" y="69075"/>
                  <a:pt x="1032374" y="67099"/>
                  <a:pt x="1028878" y="65431"/>
                </a:cubicBezTo>
                <a:cubicBezTo>
                  <a:pt x="1025382" y="63763"/>
                  <a:pt x="1022732" y="61455"/>
                  <a:pt x="1020926" y="58507"/>
                </a:cubicBezTo>
                <a:cubicBezTo>
                  <a:pt x="1019121" y="55560"/>
                  <a:pt x="1018219" y="52304"/>
                  <a:pt x="1018219" y="48739"/>
                </a:cubicBezTo>
                <a:cubicBezTo>
                  <a:pt x="1018219" y="45494"/>
                  <a:pt x="1018961" y="42490"/>
                  <a:pt x="1020447" y="39725"/>
                </a:cubicBezTo>
                <a:cubicBezTo>
                  <a:pt x="1021932" y="36960"/>
                  <a:pt x="1023954" y="34663"/>
                  <a:pt x="1026513" y="32835"/>
                </a:cubicBezTo>
                <a:cubicBezTo>
                  <a:pt x="1028433" y="31419"/>
                  <a:pt x="1031049" y="30219"/>
                  <a:pt x="1034362" y="29237"/>
                </a:cubicBezTo>
                <a:cubicBezTo>
                  <a:pt x="1037676" y="28254"/>
                  <a:pt x="1041229" y="27763"/>
                  <a:pt x="1045022" y="27763"/>
                </a:cubicBezTo>
                <a:cubicBezTo>
                  <a:pt x="1050734" y="27763"/>
                  <a:pt x="1055750" y="28585"/>
                  <a:pt x="1060068" y="30231"/>
                </a:cubicBezTo>
                <a:cubicBezTo>
                  <a:pt x="1064387" y="31876"/>
                  <a:pt x="1067575" y="34104"/>
                  <a:pt x="1069631" y="36914"/>
                </a:cubicBezTo>
                <a:cubicBezTo>
                  <a:pt x="1071688" y="39725"/>
                  <a:pt x="1073104" y="43484"/>
                  <a:pt x="1073881" y="48191"/>
                </a:cubicBezTo>
                <a:lnTo>
                  <a:pt x="1061817" y="49836"/>
                </a:lnTo>
                <a:cubicBezTo>
                  <a:pt x="1061268" y="46088"/>
                  <a:pt x="1059680" y="43164"/>
                  <a:pt x="1057052" y="41061"/>
                </a:cubicBezTo>
                <a:cubicBezTo>
                  <a:pt x="1054425" y="38959"/>
                  <a:pt x="1050711" y="37908"/>
                  <a:pt x="1045913" y="37908"/>
                </a:cubicBezTo>
                <a:cubicBezTo>
                  <a:pt x="1040246" y="37908"/>
                  <a:pt x="1036202" y="38845"/>
                  <a:pt x="1033780" y="40719"/>
                </a:cubicBezTo>
                <a:cubicBezTo>
                  <a:pt x="1031357" y="42592"/>
                  <a:pt x="1030146" y="44786"/>
                  <a:pt x="1030146" y="47299"/>
                </a:cubicBezTo>
                <a:cubicBezTo>
                  <a:pt x="1030146" y="48899"/>
                  <a:pt x="1030649" y="50338"/>
                  <a:pt x="1031655" y="51618"/>
                </a:cubicBezTo>
                <a:cubicBezTo>
                  <a:pt x="1032660" y="52943"/>
                  <a:pt x="1034237" y="54040"/>
                  <a:pt x="1036384" y="54908"/>
                </a:cubicBezTo>
                <a:cubicBezTo>
                  <a:pt x="1037618" y="55365"/>
                  <a:pt x="1041252" y="56417"/>
                  <a:pt x="1047284" y="58062"/>
                </a:cubicBezTo>
                <a:cubicBezTo>
                  <a:pt x="1056013" y="60392"/>
                  <a:pt x="1062102" y="62300"/>
                  <a:pt x="1065552" y="63786"/>
                </a:cubicBezTo>
                <a:cubicBezTo>
                  <a:pt x="1069003" y="65271"/>
                  <a:pt x="1071711" y="67430"/>
                  <a:pt x="1073676" y="70264"/>
                </a:cubicBezTo>
                <a:cubicBezTo>
                  <a:pt x="1075641" y="73097"/>
                  <a:pt x="1076623" y="76616"/>
                  <a:pt x="1076623" y="80820"/>
                </a:cubicBezTo>
                <a:cubicBezTo>
                  <a:pt x="1076623" y="84933"/>
                  <a:pt x="1075424" y="88806"/>
                  <a:pt x="1073024" y="92440"/>
                </a:cubicBezTo>
                <a:cubicBezTo>
                  <a:pt x="1070625" y="96073"/>
                  <a:pt x="1067163" y="98883"/>
                  <a:pt x="1062639" y="100871"/>
                </a:cubicBezTo>
                <a:cubicBezTo>
                  <a:pt x="1058115" y="102859"/>
                  <a:pt x="1052996" y="103853"/>
                  <a:pt x="1047284" y="103853"/>
                </a:cubicBezTo>
                <a:cubicBezTo>
                  <a:pt x="1037824" y="103853"/>
                  <a:pt x="1030615" y="101888"/>
                  <a:pt x="1025656" y="97958"/>
                </a:cubicBezTo>
                <a:cubicBezTo>
                  <a:pt x="1020698" y="94028"/>
                  <a:pt x="1017533" y="88201"/>
                  <a:pt x="1016162" y="80478"/>
                </a:cubicBezTo>
                <a:close/>
                <a:moveTo>
                  <a:pt x="1156475" y="91171"/>
                </a:moveTo>
                <a:lnTo>
                  <a:pt x="1158257" y="102071"/>
                </a:lnTo>
                <a:cubicBezTo>
                  <a:pt x="1154784" y="102802"/>
                  <a:pt x="1151676" y="103168"/>
                  <a:pt x="1148934" y="103168"/>
                </a:cubicBezTo>
                <a:cubicBezTo>
                  <a:pt x="1144456" y="103168"/>
                  <a:pt x="1140983" y="102459"/>
                  <a:pt x="1138515" y="101043"/>
                </a:cubicBezTo>
                <a:cubicBezTo>
                  <a:pt x="1136047" y="99626"/>
                  <a:pt x="1134310" y="97764"/>
                  <a:pt x="1133305" y="95456"/>
                </a:cubicBezTo>
                <a:cubicBezTo>
                  <a:pt x="1132300" y="93148"/>
                  <a:pt x="1131797" y="88292"/>
                  <a:pt x="1131797" y="80889"/>
                </a:cubicBezTo>
                <a:lnTo>
                  <a:pt x="1131797" y="39005"/>
                </a:lnTo>
                <a:lnTo>
                  <a:pt x="1122748" y="39005"/>
                </a:lnTo>
                <a:lnTo>
                  <a:pt x="1122748" y="29408"/>
                </a:lnTo>
                <a:lnTo>
                  <a:pt x="1131797" y="29408"/>
                </a:lnTo>
                <a:lnTo>
                  <a:pt x="1131797" y="11379"/>
                </a:lnTo>
                <a:lnTo>
                  <a:pt x="1144067" y="3976"/>
                </a:lnTo>
                <a:lnTo>
                  <a:pt x="1144067" y="29408"/>
                </a:lnTo>
                <a:lnTo>
                  <a:pt x="1156475" y="29408"/>
                </a:lnTo>
                <a:lnTo>
                  <a:pt x="1156475" y="39005"/>
                </a:lnTo>
                <a:lnTo>
                  <a:pt x="1144067" y="39005"/>
                </a:lnTo>
                <a:lnTo>
                  <a:pt x="1144067" y="81574"/>
                </a:lnTo>
                <a:cubicBezTo>
                  <a:pt x="1144067" y="85093"/>
                  <a:pt x="1144285" y="87355"/>
                  <a:pt x="1144719" y="88361"/>
                </a:cubicBezTo>
                <a:cubicBezTo>
                  <a:pt x="1145153" y="89366"/>
                  <a:pt x="1145861" y="90166"/>
                  <a:pt x="1146844" y="90760"/>
                </a:cubicBezTo>
                <a:cubicBezTo>
                  <a:pt x="1147826" y="91354"/>
                  <a:pt x="1149232" y="91651"/>
                  <a:pt x="1151060" y="91651"/>
                </a:cubicBezTo>
                <a:cubicBezTo>
                  <a:pt x="1152431" y="91651"/>
                  <a:pt x="1154236" y="91491"/>
                  <a:pt x="1156475" y="91171"/>
                </a:cubicBezTo>
                <a:close/>
                <a:moveTo>
                  <a:pt x="1168030" y="102208"/>
                </a:moveTo>
                <a:lnTo>
                  <a:pt x="1168030" y="1714"/>
                </a:lnTo>
                <a:lnTo>
                  <a:pt x="1180369" y="1714"/>
                </a:lnTo>
                <a:lnTo>
                  <a:pt x="1180369" y="37771"/>
                </a:lnTo>
                <a:cubicBezTo>
                  <a:pt x="1186127" y="31099"/>
                  <a:pt x="1193393" y="27763"/>
                  <a:pt x="1202168" y="27763"/>
                </a:cubicBezTo>
                <a:cubicBezTo>
                  <a:pt x="1207560" y="27763"/>
                  <a:pt x="1212245" y="28825"/>
                  <a:pt x="1216221" y="30950"/>
                </a:cubicBezTo>
                <a:cubicBezTo>
                  <a:pt x="1220196" y="33075"/>
                  <a:pt x="1223041" y="36012"/>
                  <a:pt x="1224755" y="39759"/>
                </a:cubicBezTo>
                <a:cubicBezTo>
                  <a:pt x="1226469" y="43506"/>
                  <a:pt x="1227326" y="48945"/>
                  <a:pt x="1227326" y="56074"/>
                </a:cubicBezTo>
                <a:lnTo>
                  <a:pt x="1227326" y="102208"/>
                </a:lnTo>
                <a:lnTo>
                  <a:pt x="1214987" y="102208"/>
                </a:lnTo>
                <a:lnTo>
                  <a:pt x="1214987" y="56074"/>
                </a:lnTo>
                <a:cubicBezTo>
                  <a:pt x="1214987" y="49904"/>
                  <a:pt x="1213650" y="45414"/>
                  <a:pt x="1210976" y="42604"/>
                </a:cubicBezTo>
                <a:cubicBezTo>
                  <a:pt x="1208303" y="39793"/>
                  <a:pt x="1204521" y="38388"/>
                  <a:pt x="1199631" y="38388"/>
                </a:cubicBezTo>
                <a:cubicBezTo>
                  <a:pt x="1195975" y="38388"/>
                  <a:pt x="1192537" y="39336"/>
                  <a:pt x="1189315" y="41233"/>
                </a:cubicBezTo>
                <a:cubicBezTo>
                  <a:pt x="1186093" y="43129"/>
                  <a:pt x="1183796" y="45700"/>
                  <a:pt x="1182425" y="48945"/>
                </a:cubicBezTo>
                <a:cubicBezTo>
                  <a:pt x="1181054" y="52189"/>
                  <a:pt x="1180369" y="56668"/>
                  <a:pt x="1180369" y="62380"/>
                </a:cubicBezTo>
                <a:lnTo>
                  <a:pt x="1180369" y="102208"/>
                </a:lnTo>
                <a:lnTo>
                  <a:pt x="1168030" y="102208"/>
                </a:lnTo>
                <a:close/>
                <a:moveTo>
                  <a:pt x="1293339" y="93228"/>
                </a:moveTo>
                <a:cubicBezTo>
                  <a:pt x="1288769" y="97112"/>
                  <a:pt x="1284371" y="99854"/>
                  <a:pt x="1280143" y="101454"/>
                </a:cubicBezTo>
                <a:cubicBezTo>
                  <a:pt x="1275916" y="103053"/>
                  <a:pt x="1271381" y="103853"/>
                  <a:pt x="1266536" y="103853"/>
                </a:cubicBezTo>
                <a:cubicBezTo>
                  <a:pt x="1258539" y="103853"/>
                  <a:pt x="1252392" y="101899"/>
                  <a:pt x="1248096" y="97992"/>
                </a:cubicBezTo>
                <a:cubicBezTo>
                  <a:pt x="1243801" y="94085"/>
                  <a:pt x="1241653" y="89092"/>
                  <a:pt x="1241653" y="83014"/>
                </a:cubicBezTo>
                <a:cubicBezTo>
                  <a:pt x="1241653" y="79449"/>
                  <a:pt x="1242464" y="76193"/>
                  <a:pt x="1244086" y="73246"/>
                </a:cubicBezTo>
                <a:cubicBezTo>
                  <a:pt x="1245709" y="70298"/>
                  <a:pt x="1247834" y="67933"/>
                  <a:pt x="1250461" y="66151"/>
                </a:cubicBezTo>
                <a:cubicBezTo>
                  <a:pt x="1253089" y="64368"/>
                  <a:pt x="1256048" y="63020"/>
                  <a:pt x="1259339" y="62106"/>
                </a:cubicBezTo>
                <a:cubicBezTo>
                  <a:pt x="1261761" y="61466"/>
                  <a:pt x="1265417" y="60849"/>
                  <a:pt x="1270307" y="60255"/>
                </a:cubicBezTo>
                <a:cubicBezTo>
                  <a:pt x="1280269" y="59067"/>
                  <a:pt x="1287604" y="57650"/>
                  <a:pt x="1292311" y="56005"/>
                </a:cubicBezTo>
                <a:cubicBezTo>
                  <a:pt x="1292357" y="54314"/>
                  <a:pt x="1292380" y="53240"/>
                  <a:pt x="1292380" y="52783"/>
                </a:cubicBezTo>
                <a:cubicBezTo>
                  <a:pt x="1292380" y="47756"/>
                  <a:pt x="1291214" y="44215"/>
                  <a:pt x="1288884" y="42158"/>
                </a:cubicBezTo>
                <a:cubicBezTo>
                  <a:pt x="1285730" y="39371"/>
                  <a:pt x="1281046" y="37977"/>
                  <a:pt x="1274831" y="37977"/>
                </a:cubicBezTo>
                <a:cubicBezTo>
                  <a:pt x="1269027" y="37977"/>
                  <a:pt x="1264743" y="38993"/>
                  <a:pt x="1261978" y="41027"/>
                </a:cubicBezTo>
                <a:cubicBezTo>
                  <a:pt x="1259213" y="43061"/>
                  <a:pt x="1257168" y="46660"/>
                  <a:pt x="1255843" y="51824"/>
                </a:cubicBezTo>
                <a:lnTo>
                  <a:pt x="1243778" y="50179"/>
                </a:lnTo>
                <a:cubicBezTo>
                  <a:pt x="1244875" y="45014"/>
                  <a:pt x="1246680" y="40844"/>
                  <a:pt x="1249193" y="37668"/>
                </a:cubicBezTo>
                <a:cubicBezTo>
                  <a:pt x="1251707" y="34492"/>
                  <a:pt x="1255340" y="32047"/>
                  <a:pt x="1260093" y="30333"/>
                </a:cubicBezTo>
                <a:cubicBezTo>
                  <a:pt x="1264845" y="28620"/>
                  <a:pt x="1270352" y="27763"/>
                  <a:pt x="1276613" y="27763"/>
                </a:cubicBezTo>
                <a:cubicBezTo>
                  <a:pt x="1282828" y="27763"/>
                  <a:pt x="1287878" y="28494"/>
                  <a:pt x="1291763" y="29956"/>
                </a:cubicBezTo>
                <a:cubicBezTo>
                  <a:pt x="1295647" y="31419"/>
                  <a:pt x="1298503" y="33258"/>
                  <a:pt x="1300331" y="35475"/>
                </a:cubicBezTo>
                <a:cubicBezTo>
                  <a:pt x="1302159" y="37691"/>
                  <a:pt x="1303439" y="40490"/>
                  <a:pt x="1304170" y="43872"/>
                </a:cubicBezTo>
                <a:cubicBezTo>
                  <a:pt x="1304582" y="45974"/>
                  <a:pt x="1304787" y="49767"/>
                  <a:pt x="1304787" y="55251"/>
                </a:cubicBezTo>
                <a:lnTo>
                  <a:pt x="1304787" y="71703"/>
                </a:lnTo>
                <a:cubicBezTo>
                  <a:pt x="1304787" y="83174"/>
                  <a:pt x="1305050" y="90429"/>
                  <a:pt x="1305575" y="93468"/>
                </a:cubicBezTo>
                <a:cubicBezTo>
                  <a:pt x="1306101" y="96507"/>
                  <a:pt x="1307141" y="99420"/>
                  <a:pt x="1308695" y="102208"/>
                </a:cubicBezTo>
                <a:lnTo>
                  <a:pt x="1295807" y="102208"/>
                </a:lnTo>
                <a:cubicBezTo>
                  <a:pt x="1294528" y="99649"/>
                  <a:pt x="1293705" y="96655"/>
                  <a:pt x="1293339" y="93228"/>
                </a:cubicBezTo>
                <a:moveTo>
                  <a:pt x="1292311" y="65671"/>
                </a:moveTo>
                <a:cubicBezTo>
                  <a:pt x="1287832" y="67499"/>
                  <a:pt x="1281115" y="69053"/>
                  <a:pt x="1272157" y="70332"/>
                </a:cubicBezTo>
                <a:cubicBezTo>
                  <a:pt x="1267085" y="71063"/>
                  <a:pt x="1263497" y="71886"/>
                  <a:pt x="1261395" y="72800"/>
                </a:cubicBezTo>
                <a:cubicBezTo>
                  <a:pt x="1259293" y="73714"/>
                  <a:pt x="1257671" y="75051"/>
                  <a:pt x="1256528" y="76810"/>
                </a:cubicBezTo>
                <a:cubicBezTo>
                  <a:pt x="1255386" y="78570"/>
                  <a:pt x="1254814" y="80523"/>
                  <a:pt x="1254814" y="82671"/>
                </a:cubicBezTo>
                <a:cubicBezTo>
                  <a:pt x="1254814" y="85962"/>
                  <a:pt x="1256060" y="88704"/>
                  <a:pt x="1258550" y="90897"/>
                </a:cubicBezTo>
                <a:cubicBezTo>
                  <a:pt x="1261041" y="93091"/>
                  <a:pt x="1264685" y="94188"/>
                  <a:pt x="1269484" y="94188"/>
                </a:cubicBezTo>
                <a:cubicBezTo>
                  <a:pt x="1274237" y="94188"/>
                  <a:pt x="1278464" y="93148"/>
                  <a:pt x="1282166" y="91069"/>
                </a:cubicBezTo>
                <a:cubicBezTo>
                  <a:pt x="1285867" y="88989"/>
                  <a:pt x="1288587" y="86144"/>
                  <a:pt x="1290323" y="82534"/>
                </a:cubicBezTo>
                <a:cubicBezTo>
                  <a:pt x="1291648" y="79746"/>
                  <a:pt x="1292311" y="75633"/>
                  <a:pt x="1292311" y="70195"/>
                </a:cubicBezTo>
                <a:lnTo>
                  <a:pt x="1292311" y="65671"/>
                </a:lnTo>
                <a:close/>
                <a:moveTo>
                  <a:pt x="1350579" y="91171"/>
                </a:moveTo>
                <a:lnTo>
                  <a:pt x="1352361" y="102071"/>
                </a:lnTo>
                <a:cubicBezTo>
                  <a:pt x="1348888" y="102802"/>
                  <a:pt x="1345780" y="103168"/>
                  <a:pt x="1343038" y="103168"/>
                </a:cubicBezTo>
                <a:cubicBezTo>
                  <a:pt x="1338560" y="103168"/>
                  <a:pt x="1335086" y="102459"/>
                  <a:pt x="1332619" y="101043"/>
                </a:cubicBezTo>
                <a:cubicBezTo>
                  <a:pt x="1330151" y="99626"/>
                  <a:pt x="1328414" y="97764"/>
                  <a:pt x="1327409" y="95456"/>
                </a:cubicBezTo>
                <a:cubicBezTo>
                  <a:pt x="1326403" y="93148"/>
                  <a:pt x="1325901" y="88292"/>
                  <a:pt x="1325901" y="80889"/>
                </a:cubicBezTo>
                <a:lnTo>
                  <a:pt x="1325901" y="39005"/>
                </a:lnTo>
                <a:lnTo>
                  <a:pt x="1316852" y="39005"/>
                </a:lnTo>
                <a:lnTo>
                  <a:pt x="1316852" y="29408"/>
                </a:lnTo>
                <a:lnTo>
                  <a:pt x="1325901" y="29408"/>
                </a:lnTo>
                <a:lnTo>
                  <a:pt x="1325901" y="11379"/>
                </a:lnTo>
                <a:lnTo>
                  <a:pt x="1338171" y="3976"/>
                </a:lnTo>
                <a:lnTo>
                  <a:pt x="1338171" y="29408"/>
                </a:lnTo>
                <a:lnTo>
                  <a:pt x="1350579" y="29408"/>
                </a:lnTo>
                <a:lnTo>
                  <a:pt x="1350579" y="39005"/>
                </a:lnTo>
                <a:lnTo>
                  <a:pt x="1338171" y="39005"/>
                </a:lnTo>
                <a:lnTo>
                  <a:pt x="1338171" y="81574"/>
                </a:lnTo>
                <a:cubicBezTo>
                  <a:pt x="1338171" y="85093"/>
                  <a:pt x="1338388" y="87355"/>
                  <a:pt x="1338822" y="88361"/>
                </a:cubicBezTo>
                <a:cubicBezTo>
                  <a:pt x="1339256" y="89366"/>
                  <a:pt x="1339965" y="90166"/>
                  <a:pt x="1340947" y="90760"/>
                </a:cubicBezTo>
                <a:cubicBezTo>
                  <a:pt x="1341930" y="91354"/>
                  <a:pt x="1343335" y="91651"/>
                  <a:pt x="1345163" y="91651"/>
                </a:cubicBezTo>
                <a:cubicBezTo>
                  <a:pt x="1346534" y="91651"/>
                  <a:pt x="1348339" y="91491"/>
                  <a:pt x="1350579" y="91171"/>
                </a:cubicBezTo>
                <a:close/>
                <a:moveTo>
                  <a:pt x="1427569" y="91171"/>
                </a:moveTo>
                <a:lnTo>
                  <a:pt x="1429351" y="102071"/>
                </a:lnTo>
                <a:cubicBezTo>
                  <a:pt x="1425878" y="102802"/>
                  <a:pt x="1422770" y="103168"/>
                  <a:pt x="1420028" y="103168"/>
                </a:cubicBezTo>
                <a:cubicBezTo>
                  <a:pt x="1415550" y="103168"/>
                  <a:pt x="1412077" y="102459"/>
                  <a:pt x="1409609" y="101043"/>
                </a:cubicBezTo>
                <a:cubicBezTo>
                  <a:pt x="1407141" y="99626"/>
                  <a:pt x="1405404" y="97764"/>
                  <a:pt x="1404399" y="95456"/>
                </a:cubicBezTo>
                <a:cubicBezTo>
                  <a:pt x="1403394" y="93148"/>
                  <a:pt x="1402891" y="88292"/>
                  <a:pt x="1402891" y="80889"/>
                </a:cubicBezTo>
                <a:lnTo>
                  <a:pt x="1402891" y="39005"/>
                </a:lnTo>
                <a:lnTo>
                  <a:pt x="1393842" y="39005"/>
                </a:lnTo>
                <a:lnTo>
                  <a:pt x="1393842" y="29408"/>
                </a:lnTo>
                <a:lnTo>
                  <a:pt x="1402891" y="29408"/>
                </a:lnTo>
                <a:lnTo>
                  <a:pt x="1402891" y="11379"/>
                </a:lnTo>
                <a:lnTo>
                  <a:pt x="1415161" y="3976"/>
                </a:lnTo>
                <a:lnTo>
                  <a:pt x="1415161" y="29408"/>
                </a:lnTo>
                <a:lnTo>
                  <a:pt x="1427569" y="29408"/>
                </a:lnTo>
                <a:lnTo>
                  <a:pt x="1427569" y="39005"/>
                </a:lnTo>
                <a:lnTo>
                  <a:pt x="1415161" y="39005"/>
                </a:lnTo>
                <a:lnTo>
                  <a:pt x="1415161" y="81574"/>
                </a:lnTo>
                <a:cubicBezTo>
                  <a:pt x="1415161" y="85093"/>
                  <a:pt x="1415378" y="87355"/>
                  <a:pt x="1415813" y="88361"/>
                </a:cubicBezTo>
                <a:cubicBezTo>
                  <a:pt x="1416247" y="89366"/>
                  <a:pt x="1416955" y="90166"/>
                  <a:pt x="1417938" y="90760"/>
                </a:cubicBezTo>
                <a:cubicBezTo>
                  <a:pt x="1418920" y="91354"/>
                  <a:pt x="1420325" y="91651"/>
                  <a:pt x="1422153" y="91651"/>
                </a:cubicBezTo>
                <a:cubicBezTo>
                  <a:pt x="1423524" y="91651"/>
                  <a:pt x="1425330" y="91491"/>
                  <a:pt x="1427569" y="91171"/>
                </a:cubicBezTo>
                <a:close/>
                <a:moveTo>
                  <a:pt x="1439124" y="102208"/>
                </a:moveTo>
                <a:lnTo>
                  <a:pt x="1439124" y="1714"/>
                </a:lnTo>
                <a:lnTo>
                  <a:pt x="1451463" y="1714"/>
                </a:lnTo>
                <a:lnTo>
                  <a:pt x="1451463" y="37771"/>
                </a:lnTo>
                <a:cubicBezTo>
                  <a:pt x="1457221" y="31099"/>
                  <a:pt x="1464487" y="27763"/>
                  <a:pt x="1473261" y="27763"/>
                </a:cubicBezTo>
                <a:cubicBezTo>
                  <a:pt x="1478654" y="27763"/>
                  <a:pt x="1483338" y="28825"/>
                  <a:pt x="1487314" y="30950"/>
                </a:cubicBezTo>
                <a:cubicBezTo>
                  <a:pt x="1491290" y="33075"/>
                  <a:pt x="1494135" y="36012"/>
                  <a:pt x="1495849" y="39759"/>
                </a:cubicBezTo>
                <a:cubicBezTo>
                  <a:pt x="1497562" y="43506"/>
                  <a:pt x="1498419" y="48945"/>
                  <a:pt x="1498419" y="56074"/>
                </a:cubicBezTo>
                <a:lnTo>
                  <a:pt x="1498419" y="102208"/>
                </a:lnTo>
                <a:lnTo>
                  <a:pt x="1486080" y="102208"/>
                </a:lnTo>
                <a:lnTo>
                  <a:pt x="1486080" y="56074"/>
                </a:lnTo>
                <a:cubicBezTo>
                  <a:pt x="1486080" y="49904"/>
                  <a:pt x="1484744" y="45414"/>
                  <a:pt x="1482070" y="42604"/>
                </a:cubicBezTo>
                <a:cubicBezTo>
                  <a:pt x="1479397" y="39793"/>
                  <a:pt x="1475615" y="38388"/>
                  <a:pt x="1470725" y="38388"/>
                </a:cubicBezTo>
                <a:cubicBezTo>
                  <a:pt x="1467069" y="38388"/>
                  <a:pt x="1463630" y="39336"/>
                  <a:pt x="1460408" y="41233"/>
                </a:cubicBezTo>
                <a:cubicBezTo>
                  <a:pt x="1457186" y="43129"/>
                  <a:pt x="1454890" y="45700"/>
                  <a:pt x="1453519" y="48945"/>
                </a:cubicBezTo>
                <a:cubicBezTo>
                  <a:pt x="1452148" y="52189"/>
                  <a:pt x="1451463" y="56668"/>
                  <a:pt x="1451463" y="62380"/>
                </a:cubicBezTo>
                <a:lnTo>
                  <a:pt x="1451463" y="102208"/>
                </a:lnTo>
                <a:lnTo>
                  <a:pt x="1439124" y="102208"/>
                </a:lnTo>
                <a:close/>
                <a:moveTo>
                  <a:pt x="1566764" y="78764"/>
                </a:moveTo>
                <a:lnTo>
                  <a:pt x="1579514" y="80341"/>
                </a:lnTo>
                <a:cubicBezTo>
                  <a:pt x="1577503" y="87790"/>
                  <a:pt x="1573779" y="93571"/>
                  <a:pt x="1568340" y="97684"/>
                </a:cubicBezTo>
                <a:cubicBezTo>
                  <a:pt x="1562902" y="101797"/>
                  <a:pt x="1555956" y="103853"/>
                  <a:pt x="1547501" y="103853"/>
                </a:cubicBezTo>
                <a:cubicBezTo>
                  <a:pt x="1536853" y="103853"/>
                  <a:pt x="1528410" y="100574"/>
                  <a:pt x="1522172" y="94016"/>
                </a:cubicBezTo>
                <a:cubicBezTo>
                  <a:pt x="1515934" y="87458"/>
                  <a:pt x="1512815" y="78261"/>
                  <a:pt x="1512815" y="66425"/>
                </a:cubicBezTo>
                <a:cubicBezTo>
                  <a:pt x="1512815" y="54177"/>
                  <a:pt x="1515968" y="44672"/>
                  <a:pt x="1522275" y="37908"/>
                </a:cubicBezTo>
                <a:cubicBezTo>
                  <a:pt x="1528581" y="31145"/>
                  <a:pt x="1536762" y="27763"/>
                  <a:pt x="1546816" y="27763"/>
                </a:cubicBezTo>
                <a:cubicBezTo>
                  <a:pt x="1556550" y="27763"/>
                  <a:pt x="1564501" y="31076"/>
                  <a:pt x="1570671" y="37702"/>
                </a:cubicBezTo>
                <a:cubicBezTo>
                  <a:pt x="1576840" y="44329"/>
                  <a:pt x="1579925" y="53652"/>
                  <a:pt x="1579925" y="65671"/>
                </a:cubicBezTo>
                <a:cubicBezTo>
                  <a:pt x="1579925" y="66402"/>
                  <a:pt x="1579902" y="67499"/>
                  <a:pt x="1579857" y="68961"/>
                </a:cubicBezTo>
                <a:lnTo>
                  <a:pt x="1525565" y="68961"/>
                </a:lnTo>
                <a:cubicBezTo>
                  <a:pt x="1526022" y="76959"/>
                  <a:pt x="1528284" y="83083"/>
                  <a:pt x="1532352" y="87333"/>
                </a:cubicBezTo>
                <a:cubicBezTo>
                  <a:pt x="1536419" y="91583"/>
                  <a:pt x="1541492" y="93708"/>
                  <a:pt x="1547570" y="93708"/>
                </a:cubicBezTo>
                <a:cubicBezTo>
                  <a:pt x="1552094" y="93708"/>
                  <a:pt x="1555956" y="92520"/>
                  <a:pt x="1559155" y="90143"/>
                </a:cubicBezTo>
                <a:cubicBezTo>
                  <a:pt x="1562354" y="87767"/>
                  <a:pt x="1564890" y="83974"/>
                  <a:pt x="1566764" y="78764"/>
                </a:cubicBezTo>
                <a:moveTo>
                  <a:pt x="1526251" y="58816"/>
                </a:moveTo>
                <a:lnTo>
                  <a:pt x="1566901" y="58816"/>
                </a:lnTo>
                <a:cubicBezTo>
                  <a:pt x="1566352" y="52692"/>
                  <a:pt x="1564799" y="48099"/>
                  <a:pt x="1562239" y="45037"/>
                </a:cubicBezTo>
                <a:cubicBezTo>
                  <a:pt x="1558309" y="40285"/>
                  <a:pt x="1553214" y="37908"/>
                  <a:pt x="1546953" y="37908"/>
                </a:cubicBezTo>
                <a:cubicBezTo>
                  <a:pt x="1541286" y="37908"/>
                  <a:pt x="1536522" y="39805"/>
                  <a:pt x="1532660" y="43598"/>
                </a:cubicBezTo>
                <a:cubicBezTo>
                  <a:pt x="1528798" y="47391"/>
                  <a:pt x="1526662" y="52464"/>
                  <a:pt x="1526251" y="58816"/>
                </a:cubicBezTo>
                <a:close/>
                <a:moveTo>
                  <a:pt x="1594595" y="102208"/>
                </a:moveTo>
                <a:lnTo>
                  <a:pt x="1594595" y="29408"/>
                </a:lnTo>
                <a:lnTo>
                  <a:pt x="1605700" y="29408"/>
                </a:lnTo>
                <a:lnTo>
                  <a:pt x="1605700" y="40444"/>
                </a:lnTo>
                <a:cubicBezTo>
                  <a:pt x="1608534" y="35280"/>
                  <a:pt x="1611150" y="31876"/>
                  <a:pt x="1613549" y="30231"/>
                </a:cubicBezTo>
                <a:cubicBezTo>
                  <a:pt x="1615948" y="28585"/>
                  <a:pt x="1618588" y="27763"/>
                  <a:pt x="1621467" y="27763"/>
                </a:cubicBezTo>
                <a:cubicBezTo>
                  <a:pt x="1625625" y="27763"/>
                  <a:pt x="1629853" y="29088"/>
                  <a:pt x="1634148" y="31739"/>
                </a:cubicBezTo>
                <a:lnTo>
                  <a:pt x="1629898" y="43186"/>
                </a:lnTo>
                <a:cubicBezTo>
                  <a:pt x="1626882" y="41404"/>
                  <a:pt x="1623866" y="40513"/>
                  <a:pt x="1620850" y="40513"/>
                </a:cubicBezTo>
                <a:cubicBezTo>
                  <a:pt x="1618153" y="40513"/>
                  <a:pt x="1615731" y="41324"/>
                  <a:pt x="1613583" y="42947"/>
                </a:cubicBezTo>
                <a:cubicBezTo>
                  <a:pt x="1611435" y="44569"/>
                  <a:pt x="1609905" y="46820"/>
                  <a:pt x="1608991" y="49699"/>
                </a:cubicBezTo>
                <a:cubicBezTo>
                  <a:pt x="1607620" y="54086"/>
                  <a:pt x="1606934" y="58884"/>
                  <a:pt x="1606934" y="64094"/>
                </a:cubicBezTo>
                <a:lnTo>
                  <a:pt x="1606934" y="102208"/>
                </a:lnTo>
                <a:lnTo>
                  <a:pt x="1594595" y="102208"/>
                </a:lnTo>
                <a:close/>
                <a:moveTo>
                  <a:pt x="1690925" y="78764"/>
                </a:moveTo>
                <a:lnTo>
                  <a:pt x="1703675" y="80341"/>
                </a:lnTo>
                <a:cubicBezTo>
                  <a:pt x="1701664" y="87790"/>
                  <a:pt x="1697940" y="93571"/>
                  <a:pt x="1692501" y="97684"/>
                </a:cubicBezTo>
                <a:cubicBezTo>
                  <a:pt x="1687063" y="101797"/>
                  <a:pt x="1680117" y="103853"/>
                  <a:pt x="1671662" y="103853"/>
                </a:cubicBezTo>
                <a:cubicBezTo>
                  <a:pt x="1661014" y="103853"/>
                  <a:pt x="1652571" y="100574"/>
                  <a:pt x="1646333" y="94016"/>
                </a:cubicBezTo>
                <a:cubicBezTo>
                  <a:pt x="1640095" y="87458"/>
                  <a:pt x="1636976" y="78261"/>
                  <a:pt x="1636976" y="66425"/>
                </a:cubicBezTo>
                <a:cubicBezTo>
                  <a:pt x="1636976" y="54177"/>
                  <a:pt x="1640129" y="44672"/>
                  <a:pt x="1646436" y="37908"/>
                </a:cubicBezTo>
                <a:cubicBezTo>
                  <a:pt x="1652742" y="31145"/>
                  <a:pt x="1660923" y="27763"/>
                  <a:pt x="1670977" y="27763"/>
                </a:cubicBezTo>
                <a:cubicBezTo>
                  <a:pt x="1680711" y="27763"/>
                  <a:pt x="1688662" y="31076"/>
                  <a:pt x="1694832" y="37702"/>
                </a:cubicBezTo>
                <a:cubicBezTo>
                  <a:pt x="1701001" y="44329"/>
                  <a:pt x="1704086" y="53652"/>
                  <a:pt x="1704086" y="65671"/>
                </a:cubicBezTo>
                <a:cubicBezTo>
                  <a:pt x="1704086" y="66402"/>
                  <a:pt x="1704063" y="67499"/>
                  <a:pt x="1704018" y="68961"/>
                </a:cubicBezTo>
                <a:lnTo>
                  <a:pt x="1649726" y="68961"/>
                </a:lnTo>
                <a:cubicBezTo>
                  <a:pt x="1650183" y="76959"/>
                  <a:pt x="1652445" y="83083"/>
                  <a:pt x="1656513" y="87333"/>
                </a:cubicBezTo>
                <a:cubicBezTo>
                  <a:pt x="1660580" y="91583"/>
                  <a:pt x="1665653" y="93708"/>
                  <a:pt x="1671731" y="93708"/>
                </a:cubicBezTo>
                <a:cubicBezTo>
                  <a:pt x="1676255" y="93708"/>
                  <a:pt x="1680117" y="92520"/>
                  <a:pt x="1683316" y="90143"/>
                </a:cubicBezTo>
                <a:cubicBezTo>
                  <a:pt x="1686515" y="87767"/>
                  <a:pt x="1689051" y="83974"/>
                  <a:pt x="1690925" y="78764"/>
                </a:cubicBezTo>
                <a:moveTo>
                  <a:pt x="1650412" y="58816"/>
                </a:moveTo>
                <a:lnTo>
                  <a:pt x="1691062" y="58816"/>
                </a:lnTo>
                <a:cubicBezTo>
                  <a:pt x="1690513" y="52692"/>
                  <a:pt x="1688959" y="48099"/>
                  <a:pt x="1686400" y="45037"/>
                </a:cubicBezTo>
                <a:cubicBezTo>
                  <a:pt x="1682470" y="40285"/>
                  <a:pt x="1677375" y="37908"/>
                  <a:pt x="1671114" y="37908"/>
                </a:cubicBezTo>
                <a:cubicBezTo>
                  <a:pt x="1665447" y="37908"/>
                  <a:pt x="1660683" y="39805"/>
                  <a:pt x="1656821" y="43598"/>
                </a:cubicBezTo>
                <a:cubicBezTo>
                  <a:pt x="1652959" y="47391"/>
                  <a:pt x="1650823" y="52464"/>
                  <a:pt x="1650412" y="58816"/>
                </a:cubicBezTo>
                <a:close/>
                <a:moveTo>
                  <a:pt x="1757457" y="15904"/>
                </a:moveTo>
                <a:lnTo>
                  <a:pt x="1757457" y="1714"/>
                </a:lnTo>
                <a:lnTo>
                  <a:pt x="1769796" y="1714"/>
                </a:lnTo>
                <a:lnTo>
                  <a:pt x="1769796" y="15904"/>
                </a:lnTo>
                <a:lnTo>
                  <a:pt x="1757457" y="15904"/>
                </a:lnTo>
                <a:moveTo>
                  <a:pt x="1757457" y="102208"/>
                </a:moveTo>
                <a:lnTo>
                  <a:pt x="1757457" y="29408"/>
                </a:lnTo>
                <a:lnTo>
                  <a:pt x="1769796" y="29408"/>
                </a:lnTo>
                <a:lnTo>
                  <a:pt x="1769796" y="102208"/>
                </a:lnTo>
                <a:lnTo>
                  <a:pt x="1757457" y="102208"/>
                </a:lnTo>
                <a:close/>
                <a:moveTo>
                  <a:pt x="1783928" y="80478"/>
                </a:moveTo>
                <a:lnTo>
                  <a:pt x="1796130" y="78558"/>
                </a:lnTo>
                <a:cubicBezTo>
                  <a:pt x="1796816" y="83448"/>
                  <a:pt x="1798724" y="87196"/>
                  <a:pt x="1801854" y="89800"/>
                </a:cubicBezTo>
                <a:cubicBezTo>
                  <a:pt x="1804984" y="92405"/>
                  <a:pt x="1809360" y="93708"/>
                  <a:pt x="1814981" y="93708"/>
                </a:cubicBezTo>
                <a:cubicBezTo>
                  <a:pt x="1820648" y="93708"/>
                  <a:pt x="1824853" y="92554"/>
                  <a:pt x="1827595" y="90246"/>
                </a:cubicBezTo>
                <a:cubicBezTo>
                  <a:pt x="1830337" y="87938"/>
                  <a:pt x="1831708" y="85230"/>
                  <a:pt x="1831708" y="82123"/>
                </a:cubicBezTo>
                <a:cubicBezTo>
                  <a:pt x="1831708" y="79335"/>
                  <a:pt x="1830496" y="77142"/>
                  <a:pt x="1828074" y="75542"/>
                </a:cubicBezTo>
                <a:cubicBezTo>
                  <a:pt x="1826383" y="74445"/>
                  <a:pt x="1822179" y="73051"/>
                  <a:pt x="1815461" y="71360"/>
                </a:cubicBezTo>
                <a:cubicBezTo>
                  <a:pt x="1806413" y="69075"/>
                  <a:pt x="1800140" y="67099"/>
                  <a:pt x="1796644" y="65431"/>
                </a:cubicBezTo>
                <a:cubicBezTo>
                  <a:pt x="1793148" y="63763"/>
                  <a:pt x="1790498" y="61455"/>
                  <a:pt x="1788692" y="58507"/>
                </a:cubicBezTo>
                <a:cubicBezTo>
                  <a:pt x="1786887" y="55560"/>
                  <a:pt x="1785985" y="52304"/>
                  <a:pt x="1785985" y="48739"/>
                </a:cubicBezTo>
                <a:cubicBezTo>
                  <a:pt x="1785985" y="45494"/>
                  <a:pt x="1786727" y="42490"/>
                  <a:pt x="1788213" y="39725"/>
                </a:cubicBezTo>
                <a:cubicBezTo>
                  <a:pt x="1789698" y="36960"/>
                  <a:pt x="1791720" y="34663"/>
                  <a:pt x="1794279" y="32835"/>
                </a:cubicBezTo>
                <a:cubicBezTo>
                  <a:pt x="1796199" y="31419"/>
                  <a:pt x="1798815" y="30219"/>
                  <a:pt x="1802128" y="29237"/>
                </a:cubicBezTo>
                <a:cubicBezTo>
                  <a:pt x="1805441" y="28254"/>
                  <a:pt x="1808995" y="27763"/>
                  <a:pt x="1812788" y="27763"/>
                </a:cubicBezTo>
                <a:cubicBezTo>
                  <a:pt x="1818500" y="27763"/>
                  <a:pt x="1823516" y="28585"/>
                  <a:pt x="1827834" y="30231"/>
                </a:cubicBezTo>
                <a:cubicBezTo>
                  <a:pt x="1832153" y="31876"/>
                  <a:pt x="1835341" y="34104"/>
                  <a:pt x="1837397" y="36914"/>
                </a:cubicBezTo>
                <a:cubicBezTo>
                  <a:pt x="1839454" y="39725"/>
                  <a:pt x="1840870" y="43484"/>
                  <a:pt x="1841647" y="48191"/>
                </a:cubicBezTo>
                <a:lnTo>
                  <a:pt x="1829582" y="49836"/>
                </a:lnTo>
                <a:cubicBezTo>
                  <a:pt x="1829034" y="46088"/>
                  <a:pt x="1827446" y="43164"/>
                  <a:pt x="1824818" y="41061"/>
                </a:cubicBezTo>
                <a:cubicBezTo>
                  <a:pt x="1822191" y="38959"/>
                  <a:pt x="1818477" y="37908"/>
                  <a:pt x="1813679" y="37908"/>
                </a:cubicBezTo>
                <a:cubicBezTo>
                  <a:pt x="1808012" y="37908"/>
                  <a:pt x="1803968" y="38845"/>
                  <a:pt x="1801546" y="40719"/>
                </a:cubicBezTo>
                <a:cubicBezTo>
                  <a:pt x="1799123" y="42592"/>
                  <a:pt x="1797912" y="44786"/>
                  <a:pt x="1797912" y="47299"/>
                </a:cubicBezTo>
                <a:cubicBezTo>
                  <a:pt x="1797912" y="48899"/>
                  <a:pt x="1798415" y="50338"/>
                  <a:pt x="1799421" y="51618"/>
                </a:cubicBezTo>
                <a:cubicBezTo>
                  <a:pt x="1800426" y="52943"/>
                  <a:pt x="1802003" y="54040"/>
                  <a:pt x="1804150" y="54908"/>
                </a:cubicBezTo>
                <a:cubicBezTo>
                  <a:pt x="1805384" y="55365"/>
                  <a:pt x="1809017" y="56417"/>
                  <a:pt x="1815050" y="58062"/>
                </a:cubicBezTo>
                <a:cubicBezTo>
                  <a:pt x="1823779" y="60392"/>
                  <a:pt x="1829868" y="62300"/>
                  <a:pt x="1833318" y="63786"/>
                </a:cubicBezTo>
                <a:cubicBezTo>
                  <a:pt x="1836769" y="65271"/>
                  <a:pt x="1839477" y="67430"/>
                  <a:pt x="1841442" y="70264"/>
                </a:cubicBezTo>
                <a:cubicBezTo>
                  <a:pt x="1843407" y="73097"/>
                  <a:pt x="1844389" y="76616"/>
                  <a:pt x="1844389" y="80820"/>
                </a:cubicBezTo>
                <a:cubicBezTo>
                  <a:pt x="1844389" y="84933"/>
                  <a:pt x="1843190" y="88806"/>
                  <a:pt x="1840790" y="92440"/>
                </a:cubicBezTo>
                <a:cubicBezTo>
                  <a:pt x="1838391" y="96073"/>
                  <a:pt x="1834929" y="98883"/>
                  <a:pt x="1830405" y="100871"/>
                </a:cubicBezTo>
                <a:cubicBezTo>
                  <a:pt x="1825881" y="102859"/>
                  <a:pt x="1820762" y="103853"/>
                  <a:pt x="1815050" y="103853"/>
                </a:cubicBezTo>
                <a:cubicBezTo>
                  <a:pt x="1805590" y="103853"/>
                  <a:pt x="1798381" y="101888"/>
                  <a:pt x="1793422" y="97958"/>
                </a:cubicBezTo>
                <a:cubicBezTo>
                  <a:pt x="1788464" y="94028"/>
                  <a:pt x="1785299" y="88201"/>
                  <a:pt x="1783928" y="80478"/>
                </a:cubicBezTo>
                <a:close/>
                <a:moveTo>
                  <a:pt x="1858806" y="102208"/>
                </a:moveTo>
                <a:lnTo>
                  <a:pt x="1858806" y="29408"/>
                </a:lnTo>
                <a:lnTo>
                  <a:pt x="1869911" y="29408"/>
                </a:lnTo>
                <a:lnTo>
                  <a:pt x="1869911" y="39759"/>
                </a:lnTo>
                <a:cubicBezTo>
                  <a:pt x="1875258" y="31761"/>
                  <a:pt x="1882982" y="27763"/>
                  <a:pt x="1893081" y="27763"/>
                </a:cubicBezTo>
                <a:cubicBezTo>
                  <a:pt x="1897468" y="27763"/>
                  <a:pt x="1901501" y="28551"/>
                  <a:pt x="1905180" y="30128"/>
                </a:cubicBezTo>
                <a:cubicBezTo>
                  <a:pt x="1908859" y="31704"/>
                  <a:pt x="1911613" y="33772"/>
                  <a:pt x="1913441" y="36331"/>
                </a:cubicBezTo>
                <a:cubicBezTo>
                  <a:pt x="1915269" y="38891"/>
                  <a:pt x="1916548" y="41930"/>
                  <a:pt x="1917279" y="45449"/>
                </a:cubicBezTo>
                <a:cubicBezTo>
                  <a:pt x="1917736" y="47734"/>
                  <a:pt x="1917965" y="51732"/>
                  <a:pt x="1917965" y="57445"/>
                </a:cubicBezTo>
                <a:lnTo>
                  <a:pt x="1917965" y="102208"/>
                </a:lnTo>
                <a:lnTo>
                  <a:pt x="1905626" y="102208"/>
                </a:lnTo>
                <a:lnTo>
                  <a:pt x="1905626" y="57925"/>
                </a:lnTo>
                <a:cubicBezTo>
                  <a:pt x="1905626" y="52898"/>
                  <a:pt x="1905146" y="49139"/>
                  <a:pt x="1904186" y="46648"/>
                </a:cubicBezTo>
                <a:cubicBezTo>
                  <a:pt x="1903227" y="44158"/>
                  <a:pt x="1901524" y="42170"/>
                  <a:pt x="1899079" y="40684"/>
                </a:cubicBezTo>
                <a:cubicBezTo>
                  <a:pt x="1896634" y="39199"/>
                  <a:pt x="1893767" y="38457"/>
                  <a:pt x="1890476" y="38457"/>
                </a:cubicBezTo>
                <a:cubicBezTo>
                  <a:pt x="1885221" y="38457"/>
                  <a:pt x="1880685" y="40125"/>
                  <a:pt x="1876869" y="43461"/>
                </a:cubicBezTo>
                <a:cubicBezTo>
                  <a:pt x="1873053" y="46797"/>
                  <a:pt x="1871145" y="53126"/>
                  <a:pt x="1871145" y="62449"/>
                </a:cubicBezTo>
                <a:lnTo>
                  <a:pt x="1871145" y="102208"/>
                </a:lnTo>
                <a:lnTo>
                  <a:pt x="1858806" y="102208"/>
                </a:lnTo>
                <a:close/>
                <a:moveTo>
                  <a:pt x="1935857" y="15012"/>
                </a:moveTo>
                <a:lnTo>
                  <a:pt x="1935857" y="685"/>
                </a:lnTo>
                <a:lnTo>
                  <a:pt x="1949087" y="685"/>
                </a:lnTo>
                <a:lnTo>
                  <a:pt x="1949087" y="11996"/>
                </a:lnTo>
                <a:cubicBezTo>
                  <a:pt x="1949087" y="18120"/>
                  <a:pt x="1948379" y="22530"/>
                  <a:pt x="1946962" y="25226"/>
                </a:cubicBezTo>
                <a:cubicBezTo>
                  <a:pt x="1944997" y="28928"/>
                  <a:pt x="1941935" y="31716"/>
                  <a:pt x="1937776" y="33589"/>
                </a:cubicBezTo>
                <a:lnTo>
                  <a:pt x="1934760" y="28722"/>
                </a:lnTo>
                <a:cubicBezTo>
                  <a:pt x="1937228" y="27717"/>
                  <a:pt x="1939067" y="26129"/>
                  <a:pt x="1940278" y="23958"/>
                </a:cubicBezTo>
                <a:cubicBezTo>
                  <a:pt x="1941489" y="21787"/>
                  <a:pt x="1942163" y="18806"/>
                  <a:pt x="1942301" y="15012"/>
                </a:cubicBezTo>
                <a:lnTo>
                  <a:pt x="1935857" y="15012"/>
                </a:lnTo>
                <a:close/>
                <a:moveTo>
                  <a:pt x="1995027" y="91171"/>
                </a:moveTo>
                <a:lnTo>
                  <a:pt x="1996809" y="102071"/>
                </a:lnTo>
                <a:cubicBezTo>
                  <a:pt x="1993336" y="102802"/>
                  <a:pt x="1990228" y="103168"/>
                  <a:pt x="1987486" y="103168"/>
                </a:cubicBezTo>
                <a:cubicBezTo>
                  <a:pt x="1983008" y="103168"/>
                  <a:pt x="1979534" y="102459"/>
                  <a:pt x="1977067" y="101043"/>
                </a:cubicBezTo>
                <a:cubicBezTo>
                  <a:pt x="1974599" y="99626"/>
                  <a:pt x="1972862" y="97764"/>
                  <a:pt x="1971857" y="95456"/>
                </a:cubicBezTo>
                <a:cubicBezTo>
                  <a:pt x="1970851" y="93148"/>
                  <a:pt x="1970349" y="88292"/>
                  <a:pt x="1970349" y="80889"/>
                </a:cubicBezTo>
                <a:lnTo>
                  <a:pt x="1970349" y="39005"/>
                </a:lnTo>
                <a:lnTo>
                  <a:pt x="1961300" y="39005"/>
                </a:lnTo>
                <a:lnTo>
                  <a:pt x="1961300" y="29408"/>
                </a:lnTo>
                <a:lnTo>
                  <a:pt x="1970349" y="29408"/>
                </a:lnTo>
                <a:lnTo>
                  <a:pt x="1970349" y="11379"/>
                </a:lnTo>
                <a:lnTo>
                  <a:pt x="1982619" y="3976"/>
                </a:lnTo>
                <a:lnTo>
                  <a:pt x="1982619" y="29408"/>
                </a:lnTo>
                <a:lnTo>
                  <a:pt x="1995027" y="29408"/>
                </a:lnTo>
                <a:lnTo>
                  <a:pt x="1995027" y="39005"/>
                </a:lnTo>
                <a:lnTo>
                  <a:pt x="1982619" y="39005"/>
                </a:lnTo>
                <a:lnTo>
                  <a:pt x="1982619" y="81574"/>
                </a:lnTo>
                <a:cubicBezTo>
                  <a:pt x="1982619" y="85093"/>
                  <a:pt x="1982836" y="87355"/>
                  <a:pt x="1983270" y="88361"/>
                </a:cubicBezTo>
                <a:cubicBezTo>
                  <a:pt x="1983704" y="89366"/>
                  <a:pt x="1984413" y="90166"/>
                  <a:pt x="1985395" y="90760"/>
                </a:cubicBezTo>
                <a:cubicBezTo>
                  <a:pt x="1986378" y="91354"/>
                  <a:pt x="1987783" y="91651"/>
                  <a:pt x="1989611" y="91651"/>
                </a:cubicBezTo>
                <a:cubicBezTo>
                  <a:pt x="1990982" y="91651"/>
                  <a:pt x="1992787" y="91491"/>
                  <a:pt x="1995027" y="91171"/>
                </a:cubicBezTo>
                <a:close/>
                <a:moveTo>
                  <a:pt x="2092582" y="93228"/>
                </a:moveTo>
                <a:cubicBezTo>
                  <a:pt x="2088012" y="97112"/>
                  <a:pt x="2083613" y="99854"/>
                  <a:pt x="2079386" y="101454"/>
                </a:cubicBezTo>
                <a:cubicBezTo>
                  <a:pt x="2075159" y="103053"/>
                  <a:pt x="2070623" y="103853"/>
                  <a:pt x="2065779" y="103853"/>
                </a:cubicBezTo>
                <a:cubicBezTo>
                  <a:pt x="2057781" y="103853"/>
                  <a:pt x="2051635" y="101899"/>
                  <a:pt x="2047339" y="97992"/>
                </a:cubicBezTo>
                <a:cubicBezTo>
                  <a:pt x="2043043" y="94085"/>
                  <a:pt x="2040895" y="89092"/>
                  <a:pt x="2040895" y="83014"/>
                </a:cubicBezTo>
                <a:cubicBezTo>
                  <a:pt x="2040895" y="79449"/>
                  <a:pt x="2041706" y="76193"/>
                  <a:pt x="2043329" y="73246"/>
                </a:cubicBezTo>
                <a:cubicBezTo>
                  <a:pt x="2044951" y="70298"/>
                  <a:pt x="2047076" y="67933"/>
                  <a:pt x="2049704" y="66151"/>
                </a:cubicBezTo>
                <a:cubicBezTo>
                  <a:pt x="2052332" y="64368"/>
                  <a:pt x="2055291" y="63020"/>
                  <a:pt x="2058581" y="62106"/>
                </a:cubicBezTo>
                <a:cubicBezTo>
                  <a:pt x="2061003" y="61466"/>
                  <a:pt x="2064659" y="60849"/>
                  <a:pt x="2069549" y="60255"/>
                </a:cubicBezTo>
                <a:cubicBezTo>
                  <a:pt x="2079512" y="59067"/>
                  <a:pt x="2086846" y="57650"/>
                  <a:pt x="2091554" y="56005"/>
                </a:cubicBezTo>
                <a:cubicBezTo>
                  <a:pt x="2091599" y="54314"/>
                  <a:pt x="2091622" y="53240"/>
                  <a:pt x="2091622" y="52783"/>
                </a:cubicBezTo>
                <a:cubicBezTo>
                  <a:pt x="2091622" y="47756"/>
                  <a:pt x="2090457" y="44215"/>
                  <a:pt x="2088126" y="42158"/>
                </a:cubicBezTo>
                <a:cubicBezTo>
                  <a:pt x="2084973" y="39371"/>
                  <a:pt x="2080289" y="37977"/>
                  <a:pt x="2074073" y="37977"/>
                </a:cubicBezTo>
                <a:cubicBezTo>
                  <a:pt x="2068269" y="37977"/>
                  <a:pt x="2063985" y="38993"/>
                  <a:pt x="2061220" y="41027"/>
                </a:cubicBezTo>
                <a:cubicBezTo>
                  <a:pt x="2058455" y="43061"/>
                  <a:pt x="2056410" y="46660"/>
                  <a:pt x="2055085" y="51824"/>
                </a:cubicBezTo>
                <a:lnTo>
                  <a:pt x="2043020" y="50179"/>
                </a:lnTo>
                <a:cubicBezTo>
                  <a:pt x="2044117" y="45014"/>
                  <a:pt x="2045922" y="40844"/>
                  <a:pt x="2048436" y="37668"/>
                </a:cubicBezTo>
                <a:cubicBezTo>
                  <a:pt x="2050949" y="34492"/>
                  <a:pt x="2054582" y="32047"/>
                  <a:pt x="2059335" y="30333"/>
                </a:cubicBezTo>
                <a:cubicBezTo>
                  <a:pt x="2064088" y="28620"/>
                  <a:pt x="2069595" y="27763"/>
                  <a:pt x="2075856" y="27763"/>
                </a:cubicBezTo>
                <a:cubicBezTo>
                  <a:pt x="2082071" y="27763"/>
                  <a:pt x="2087121" y="28494"/>
                  <a:pt x="2091005" y="29956"/>
                </a:cubicBezTo>
                <a:cubicBezTo>
                  <a:pt x="2094890" y="31419"/>
                  <a:pt x="2097746" y="33258"/>
                  <a:pt x="2099574" y="35475"/>
                </a:cubicBezTo>
                <a:cubicBezTo>
                  <a:pt x="2101402" y="37691"/>
                  <a:pt x="2102681" y="40490"/>
                  <a:pt x="2103413" y="43872"/>
                </a:cubicBezTo>
                <a:cubicBezTo>
                  <a:pt x="2103824" y="45974"/>
                  <a:pt x="2104030" y="49767"/>
                  <a:pt x="2104030" y="55251"/>
                </a:cubicBezTo>
                <a:lnTo>
                  <a:pt x="2104030" y="71703"/>
                </a:lnTo>
                <a:cubicBezTo>
                  <a:pt x="2104030" y="83174"/>
                  <a:pt x="2104292" y="90429"/>
                  <a:pt x="2104818" y="93468"/>
                </a:cubicBezTo>
                <a:cubicBezTo>
                  <a:pt x="2105344" y="96507"/>
                  <a:pt x="2106383" y="99420"/>
                  <a:pt x="2107937" y="102208"/>
                </a:cubicBezTo>
                <a:lnTo>
                  <a:pt x="2095050" y="102208"/>
                </a:lnTo>
                <a:cubicBezTo>
                  <a:pt x="2093770" y="99649"/>
                  <a:pt x="2092947" y="96655"/>
                  <a:pt x="2092582" y="93228"/>
                </a:cubicBezTo>
                <a:moveTo>
                  <a:pt x="2091554" y="65671"/>
                </a:moveTo>
                <a:cubicBezTo>
                  <a:pt x="2087075" y="67499"/>
                  <a:pt x="2080357" y="69053"/>
                  <a:pt x="2071400" y="70332"/>
                </a:cubicBezTo>
                <a:cubicBezTo>
                  <a:pt x="2066327" y="71063"/>
                  <a:pt x="2062740" y="71886"/>
                  <a:pt x="2060638" y="72800"/>
                </a:cubicBezTo>
                <a:cubicBezTo>
                  <a:pt x="2058535" y="73714"/>
                  <a:pt x="2056913" y="75051"/>
                  <a:pt x="2055770" y="76810"/>
                </a:cubicBezTo>
                <a:cubicBezTo>
                  <a:pt x="2054628" y="78570"/>
                  <a:pt x="2054057" y="80523"/>
                  <a:pt x="2054057" y="82671"/>
                </a:cubicBezTo>
                <a:cubicBezTo>
                  <a:pt x="2054057" y="85962"/>
                  <a:pt x="2055302" y="88704"/>
                  <a:pt x="2057793" y="90897"/>
                </a:cubicBezTo>
                <a:cubicBezTo>
                  <a:pt x="2060283" y="93091"/>
                  <a:pt x="2063928" y="94188"/>
                  <a:pt x="2068726" y="94188"/>
                </a:cubicBezTo>
                <a:cubicBezTo>
                  <a:pt x="2073479" y="94188"/>
                  <a:pt x="2077706" y="93148"/>
                  <a:pt x="2081408" y="91069"/>
                </a:cubicBezTo>
                <a:cubicBezTo>
                  <a:pt x="2085110" y="88989"/>
                  <a:pt x="2087829" y="86144"/>
                  <a:pt x="2089566" y="82534"/>
                </a:cubicBezTo>
                <a:cubicBezTo>
                  <a:pt x="2090891" y="79746"/>
                  <a:pt x="2091554" y="75633"/>
                  <a:pt x="2091554" y="70195"/>
                </a:cubicBezTo>
                <a:lnTo>
                  <a:pt x="2091554" y="65671"/>
                </a:lnTo>
                <a:close/>
                <a:moveTo>
                  <a:pt x="2208881" y="75542"/>
                </a:moveTo>
                <a:lnTo>
                  <a:pt x="2221014" y="77119"/>
                </a:lnTo>
                <a:cubicBezTo>
                  <a:pt x="2219689" y="85482"/>
                  <a:pt x="2216296" y="92028"/>
                  <a:pt x="2210835" y="96758"/>
                </a:cubicBezTo>
                <a:cubicBezTo>
                  <a:pt x="2205373" y="101488"/>
                  <a:pt x="2198667" y="103853"/>
                  <a:pt x="2190715" y="103853"/>
                </a:cubicBezTo>
                <a:cubicBezTo>
                  <a:pt x="2180753" y="103853"/>
                  <a:pt x="2172744" y="100597"/>
                  <a:pt x="2166688" y="94085"/>
                </a:cubicBezTo>
                <a:cubicBezTo>
                  <a:pt x="2160633" y="87573"/>
                  <a:pt x="2157606" y="78238"/>
                  <a:pt x="2157606" y="66082"/>
                </a:cubicBezTo>
                <a:cubicBezTo>
                  <a:pt x="2157606" y="58222"/>
                  <a:pt x="2158908" y="51344"/>
                  <a:pt x="2161513" y="45449"/>
                </a:cubicBezTo>
                <a:cubicBezTo>
                  <a:pt x="2164118" y="39553"/>
                  <a:pt x="2168082" y="35132"/>
                  <a:pt x="2173406" y="32184"/>
                </a:cubicBezTo>
                <a:cubicBezTo>
                  <a:pt x="2178730" y="29237"/>
                  <a:pt x="2184523" y="27763"/>
                  <a:pt x="2190784" y="27763"/>
                </a:cubicBezTo>
                <a:cubicBezTo>
                  <a:pt x="2198690" y="27763"/>
                  <a:pt x="2205156" y="29762"/>
                  <a:pt x="2210183" y="33761"/>
                </a:cubicBezTo>
                <a:cubicBezTo>
                  <a:pt x="2215210" y="37760"/>
                  <a:pt x="2218432" y="43438"/>
                  <a:pt x="2219849" y="50795"/>
                </a:cubicBezTo>
                <a:lnTo>
                  <a:pt x="2207853" y="52646"/>
                </a:lnTo>
                <a:cubicBezTo>
                  <a:pt x="2206710" y="47756"/>
                  <a:pt x="2204688" y="44078"/>
                  <a:pt x="2201786" y="41610"/>
                </a:cubicBezTo>
                <a:cubicBezTo>
                  <a:pt x="2198884" y="39142"/>
                  <a:pt x="2195377" y="37908"/>
                  <a:pt x="2191264" y="37908"/>
                </a:cubicBezTo>
                <a:cubicBezTo>
                  <a:pt x="2185048" y="37908"/>
                  <a:pt x="2179999" y="40136"/>
                  <a:pt x="2176114" y="44592"/>
                </a:cubicBezTo>
                <a:cubicBezTo>
                  <a:pt x="2172230" y="49047"/>
                  <a:pt x="2170287" y="56097"/>
                  <a:pt x="2170287" y="65739"/>
                </a:cubicBezTo>
                <a:cubicBezTo>
                  <a:pt x="2170287" y="75519"/>
                  <a:pt x="2172161" y="82626"/>
                  <a:pt x="2175908" y="87058"/>
                </a:cubicBezTo>
                <a:cubicBezTo>
                  <a:pt x="2179656" y="91491"/>
                  <a:pt x="2184546" y="93708"/>
                  <a:pt x="2190578" y="93708"/>
                </a:cubicBezTo>
                <a:cubicBezTo>
                  <a:pt x="2195422" y="93708"/>
                  <a:pt x="2199467" y="92223"/>
                  <a:pt x="2202711" y="89252"/>
                </a:cubicBezTo>
                <a:cubicBezTo>
                  <a:pt x="2205956" y="86282"/>
                  <a:pt x="2208013" y="81712"/>
                  <a:pt x="2208881" y="75542"/>
                </a:cubicBezTo>
                <a:close/>
                <a:moveTo>
                  <a:pt x="2279029" y="102208"/>
                </a:moveTo>
                <a:lnTo>
                  <a:pt x="2279029" y="91514"/>
                </a:lnTo>
                <a:cubicBezTo>
                  <a:pt x="2273363" y="99740"/>
                  <a:pt x="2265662" y="103853"/>
                  <a:pt x="2255928" y="103853"/>
                </a:cubicBezTo>
                <a:cubicBezTo>
                  <a:pt x="2251632" y="103853"/>
                  <a:pt x="2247622" y="103031"/>
                  <a:pt x="2243897" y="101385"/>
                </a:cubicBezTo>
                <a:cubicBezTo>
                  <a:pt x="2240173" y="99740"/>
                  <a:pt x="2237408" y="97672"/>
                  <a:pt x="2235603" y="95182"/>
                </a:cubicBezTo>
                <a:cubicBezTo>
                  <a:pt x="2233798" y="92691"/>
                  <a:pt x="2232530" y="89640"/>
                  <a:pt x="2231798" y="86030"/>
                </a:cubicBezTo>
                <a:cubicBezTo>
                  <a:pt x="2231296" y="83608"/>
                  <a:pt x="2231044" y="79769"/>
                  <a:pt x="2231044" y="74514"/>
                </a:cubicBezTo>
                <a:lnTo>
                  <a:pt x="2231044" y="29408"/>
                </a:lnTo>
                <a:lnTo>
                  <a:pt x="2243383" y="29408"/>
                </a:lnTo>
                <a:lnTo>
                  <a:pt x="2243383" y="69784"/>
                </a:lnTo>
                <a:cubicBezTo>
                  <a:pt x="2243383" y="76228"/>
                  <a:pt x="2243635" y="80569"/>
                  <a:pt x="2244137" y="82808"/>
                </a:cubicBezTo>
                <a:cubicBezTo>
                  <a:pt x="2244914" y="86053"/>
                  <a:pt x="2246559" y="88601"/>
                  <a:pt x="2249073" y="90452"/>
                </a:cubicBezTo>
                <a:cubicBezTo>
                  <a:pt x="2251586" y="92302"/>
                  <a:pt x="2254694" y="93228"/>
                  <a:pt x="2258396" y="93228"/>
                </a:cubicBezTo>
                <a:cubicBezTo>
                  <a:pt x="2262097" y="93228"/>
                  <a:pt x="2265571" y="92280"/>
                  <a:pt x="2268815" y="90383"/>
                </a:cubicBezTo>
                <a:cubicBezTo>
                  <a:pt x="2272060" y="88487"/>
                  <a:pt x="2274356" y="85904"/>
                  <a:pt x="2275705" y="82637"/>
                </a:cubicBezTo>
                <a:cubicBezTo>
                  <a:pt x="2277053" y="79369"/>
                  <a:pt x="2277727" y="74628"/>
                  <a:pt x="2277727" y="68413"/>
                </a:cubicBezTo>
                <a:lnTo>
                  <a:pt x="2277727" y="29408"/>
                </a:lnTo>
                <a:lnTo>
                  <a:pt x="2290066" y="29408"/>
                </a:lnTo>
                <a:lnTo>
                  <a:pt x="2290066" y="102208"/>
                </a:lnTo>
                <a:lnTo>
                  <a:pt x="2279029" y="102208"/>
                </a:lnTo>
                <a:close/>
                <a:moveTo>
                  <a:pt x="2309123" y="130108"/>
                </a:moveTo>
                <a:lnTo>
                  <a:pt x="2309123" y="29408"/>
                </a:lnTo>
                <a:lnTo>
                  <a:pt x="2320365" y="29408"/>
                </a:lnTo>
                <a:lnTo>
                  <a:pt x="2320365" y="38868"/>
                </a:lnTo>
                <a:cubicBezTo>
                  <a:pt x="2323016" y="35166"/>
                  <a:pt x="2326009" y="32390"/>
                  <a:pt x="2329345" y="30539"/>
                </a:cubicBezTo>
                <a:cubicBezTo>
                  <a:pt x="2332681" y="28688"/>
                  <a:pt x="2336726" y="27763"/>
                  <a:pt x="2341478" y="27763"/>
                </a:cubicBezTo>
                <a:cubicBezTo>
                  <a:pt x="2347694" y="27763"/>
                  <a:pt x="2353178" y="29362"/>
                  <a:pt x="2357930" y="32561"/>
                </a:cubicBezTo>
                <a:cubicBezTo>
                  <a:pt x="2362683" y="35760"/>
                  <a:pt x="2366271" y="40273"/>
                  <a:pt x="2368693" y="46100"/>
                </a:cubicBezTo>
                <a:cubicBezTo>
                  <a:pt x="2371115" y="51927"/>
                  <a:pt x="2372326" y="58313"/>
                  <a:pt x="2372326" y="65260"/>
                </a:cubicBezTo>
                <a:cubicBezTo>
                  <a:pt x="2372326" y="72709"/>
                  <a:pt x="2370989" y="79415"/>
                  <a:pt x="2368316" y="85379"/>
                </a:cubicBezTo>
                <a:cubicBezTo>
                  <a:pt x="2365642" y="91343"/>
                  <a:pt x="2361758" y="95913"/>
                  <a:pt x="2356662" y="99089"/>
                </a:cubicBezTo>
                <a:cubicBezTo>
                  <a:pt x="2351567" y="102265"/>
                  <a:pt x="2346208" y="103853"/>
                  <a:pt x="2340587" y="103853"/>
                </a:cubicBezTo>
                <a:cubicBezTo>
                  <a:pt x="2336474" y="103853"/>
                  <a:pt x="2332784" y="102985"/>
                  <a:pt x="2329516" y="101248"/>
                </a:cubicBezTo>
                <a:cubicBezTo>
                  <a:pt x="2326249" y="99512"/>
                  <a:pt x="2323564" y="97318"/>
                  <a:pt x="2321462" y="94667"/>
                </a:cubicBezTo>
                <a:lnTo>
                  <a:pt x="2321462" y="130108"/>
                </a:lnTo>
                <a:lnTo>
                  <a:pt x="2309123" y="130108"/>
                </a:lnTo>
                <a:moveTo>
                  <a:pt x="2320296" y="66219"/>
                </a:moveTo>
                <a:cubicBezTo>
                  <a:pt x="2320296" y="75588"/>
                  <a:pt x="2322193" y="82511"/>
                  <a:pt x="2325986" y="86990"/>
                </a:cubicBezTo>
                <a:cubicBezTo>
                  <a:pt x="2329779" y="91468"/>
                  <a:pt x="2334372" y="93708"/>
                  <a:pt x="2339765" y="93708"/>
                </a:cubicBezTo>
                <a:cubicBezTo>
                  <a:pt x="2345249" y="93708"/>
                  <a:pt x="2349944" y="91388"/>
                  <a:pt x="2353852" y="86750"/>
                </a:cubicBezTo>
                <a:cubicBezTo>
                  <a:pt x="2357759" y="82111"/>
                  <a:pt x="2359713" y="74925"/>
                  <a:pt x="2359713" y="65191"/>
                </a:cubicBezTo>
                <a:cubicBezTo>
                  <a:pt x="2359713" y="55914"/>
                  <a:pt x="2357805" y="48967"/>
                  <a:pt x="2353989" y="44352"/>
                </a:cubicBezTo>
                <a:cubicBezTo>
                  <a:pt x="2350173" y="39736"/>
                  <a:pt x="2345614" y="37428"/>
                  <a:pt x="2340313" y="37428"/>
                </a:cubicBezTo>
                <a:cubicBezTo>
                  <a:pt x="2335058" y="37428"/>
                  <a:pt x="2330408" y="39885"/>
                  <a:pt x="2326363" y="44797"/>
                </a:cubicBezTo>
                <a:cubicBezTo>
                  <a:pt x="2322319" y="49710"/>
                  <a:pt x="2320296" y="56851"/>
                  <a:pt x="2320296" y="66219"/>
                </a:cubicBezTo>
                <a:close/>
                <a:moveTo>
                  <a:pt x="2434432" y="75542"/>
                </a:moveTo>
                <a:lnTo>
                  <a:pt x="2446566" y="77119"/>
                </a:lnTo>
                <a:cubicBezTo>
                  <a:pt x="2445240" y="85482"/>
                  <a:pt x="2441847" y="92028"/>
                  <a:pt x="2436386" y="96758"/>
                </a:cubicBezTo>
                <a:cubicBezTo>
                  <a:pt x="2430925" y="101488"/>
                  <a:pt x="2424218" y="103853"/>
                  <a:pt x="2416267" y="103853"/>
                </a:cubicBezTo>
                <a:cubicBezTo>
                  <a:pt x="2406304" y="103853"/>
                  <a:pt x="2398295" y="100597"/>
                  <a:pt x="2392240" y="94085"/>
                </a:cubicBezTo>
                <a:cubicBezTo>
                  <a:pt x="2386185" y="87573"/>
                  <a:pt x="2383157" y="78238"/>
                  <a:pt x="2383157" y="66082"/>
                </a:cubicBezTo>
                <a:cubicBezTo>
                  <a:pt x="2383157" y="58222"/>
                  <a:pt x="2384459" y="51344"/>
                  <a:pt x="2387064" y="45449"/>
                </a:cubicBezTo>
                <a:cubicBezTo>
                  <a:pt x="2389669" y="39553"/>
                  <a:pt x="2393634" y="35132"/>
                  <a:pt x="2398958" y="32184"/>
                </a:cubicBezTo>
                <a:cubicBezTo>
                  <a:pt x="2404282" y="29237"/>
                  <a:pt x="2410074" y="27763"/>
                  <a:pt x="2416335" y="27763"/>
                </a:cubicBezTo>
                <a:cubicBezTo>
                  <a:pt x="2424241" y="27763"/>
                  <a:pt x="2430708" y="29762"/>
                  <a:pt x="2435735" y="33761"/>
                </a:cubicBezTo>
                <a:cubicBezTo>
                  <a:pt x="2440762" y="37760"/>
                  <a:pt x="2443984" y="43438"/>
                  <a:pt x="2445400" y="50795"/>
                </a:cubicBezTo>
                <a:lnTo>
                  <a:pt x="2433404" y="52646"/>
                </a:lnTo>
                <a:cubicBezTo>
                  <a:pt x="2432261" y="47756"/>
                  <a:pt x="2430239" y="44078"/>
                  <a:pt x="2427337" y="41610"/>
                </a:cubicBezTo>
                <a:cubicBezTo>
                  <a:pt x="2424435" y="39142"/>
                  <a:pt x="2420928" y="37908"/>
                  <a:pt x="2416815" y="37908"/>
                </a:cubicBezTo>
                <a:cubicBezTo>
                  <a:pt x="2410600" y="37908"/>
                  <a:pt x="2405550" y="40136"/>
                  <a:pt x="2401665" y="44592"/>
                </a:cubicBezTo>
                <a:cubicBezTo>
                  <a:pt x="2397781" y="49047"/>
                  <a:pt x="2395839" y="56097"/>
                  <a:pt x="2395839" y="65739"/>
                </a:cubicBezTo>
                <a:cubicBezTo>
                  <a:pt x="2395839" y="75519"/>
                  <a:pt x="2397712" y="82626"/>
                  <a:pt x="2401460" y="87058"/>
                </a:cubicBezTo>
                <a:cubicBezTo>
                  <a:pt x="2405207" y="91491"/>
                  <a:pt x="2410097" y="93708"/>
                  <a:pt x="2416129" y="93708"/>
                </a:cubicBezTo>
                <a:cubicBezTo>
                  <a:pt x="2420974" y="93708"/>
                  <a:pt x="2425018" y="92223"/>
                  <a:pt x="2428263" y="89252"/>
                </a:cubicBezTo>
                <a:cubicBezTo>
                  <a:pt x="2431507" y="86282"/>
                  <a:pt x="2433564" y="81712"/>
                  <a:pt x="2434432" y="75542"/>
                </a:cubicBezTo>
                <a:close/>
                <a:moveTo>
                  <a:pt x="2504374" y="93228"/>
                </a:moveTo>
                <a:cubicBezTo>
                  <a:pt x="2499804" y="97112"/>
                  <a:pt x="2495406" y="99854"/>
                  <a:pt x="2491178" y="101454"/>
                </a:cubicBezTo>
                <a:cubicBezTo>
                  <a:pt x="2486951" y="103053"/>
                  <a:pt x="2482415" y="103853"/>
                  <a:pt x="2477571" y="103853"/>
                </a:cubicBezTo>
                <a:cubicBezTo>
                  <a:pt x="2469574" y="103853"/>
                  <a:pt x="2463427" y="101899"/>
                  <a:pt x="2459131" y="97992"/>
                </a:cubicBezTo>
                <a:cubicBezTo>
                  <a:pt x="2454835" y="94085"/>
                  <a:pt x="2452687" y="89092"/>
                  <a:pt x="2452687" y="83014"/>
                </a:cubicBezTo>
                <a:cubicBezTo>
                  <a:pt x="2452687" y="79449"/>
                  <a:pt x="2453499" y="76193"/>
                  <a:pt x="2455121" y="73246"/>
                </a:cubicBezTo>
                <a:cubicBezTo>
                  <a:pt x="2456743" y="70298"/>
                  <a:pt x="2458868" y="67933"/>
                  <a:pt x="2461496" y="66151"/>
                </a:cubicBezTo>
                <a:cubicBezTo>
                  <a:pt x="2464124" y="64368"/>
                  <a:pt x="2467083" y="63020"/>
                  <a:pt x="2470373" y="62106"/>
                </a:cubicBezTo>
                <a:cubicBezTo>
                  <a:pt x="2472795" y="61466"/>
                  <a:pt x="2476451" y="60849"/>
                  <a:pt x="2481341" y="60255"/>
                </a:cubicBezTo>
                <a:cubicBezTo>
                  <a:pt x="2491304" y="59067"/>
                  <a:pt x="2498639" y="57650"/>
                  <a:pt x="2503346" y="56005"/>
                </a:cubicBezTo>
                <a:cubicBezTo>
                  <a:pt x="2503392" y="54314"/>
                  <a:pt x="2503414" y="53240"/>
                  <a:pt x="2503414" y="52783"/>
                </a:cubicBezTo>
                <a:cubicBezTo>
                  <a:pt x="2503414" y="47756"/>
                  <a:pt x="2502249" y="44215"/>
                  <a:pt x="2499918" y="42158"/>
                </a:cubicBezTo>
                <a:cubicBezTo>
                  <a:pt x="2496765" y="39371"/>
                  <a:pt x="2492081" y="37977"/>
                  <a:pt x="2485866" y="37977"/>
                </a:cubicBezTo>
                <a:cubicBezTo>
                  <a:pt x="2480062" y="37977"/>
                  <a:pt x="2475777" y="38993"/>
                  <a:pt x="2473013" y="41027"/>
                </a:cubicBezTo>
                <a:cubicBezTo>
                  <a:pt x="2470248" y="43061"/>
                  <a:pt x="2468203" y="46660"/>
                  <a:pt x="2466877" y="51824"/>
                </a:cubicBezTo>
                <a:lnTo>
                  <a:pt x="2454813" y="50179"/>
                </a:lnTo>
                <a:cubicBezTo>
                  <a:pt x="2455909" y="45014"/>
                  <a:pt x="2457714" y="40844"/>
                  <a:pt x="2460228" y="37668"/>
                </a:cubicBezTo>
                <a:cubicBezTo>
                  <a:pt x="2462741" y="34492"/>
                  <a:pt x="2466375" y="32047"/>
                  <a:pt x="2471127" y="30333"/>
                </a:cubicBezTo>
                <a:cubicBezTo>
                  <a:pt x="2475880" y="28620"/>
                  <a:pt x="2481387" y="27763"/>
                  <a:pt x="2487648" y="27763"/>
                </a:cubicBezTo>
                <a:cubicBezTo>
                  <a:pt x="2493863" y="27763"/>
                  <a:pt x="2498913" y="28494"/>
                  <a:pt x="2502797" y="29956"/>
                </a:cubicBezTo>
                <a:cubicBezTo>
                  <a:pt x="2506682" y="31419"/>
                  <a:pt x="2509538" y="33258"/>
                  <a:pt x="2511366" y="35475"/>
                </a:cubicBezTo>
                <a:cubicBezTo>
                  <a:pt x="2513194" y="37691"/>
                  <a:pt x="2514474" y="40490"/>
                  <a:pt x="2515205" y="43872"/>
                </a:cubicBezTo>
                <a:cubicBezTo>
                  <a:pt x="2515616" y="45974"/>
                  <a:pt x="2515822" y="49767"/>
                  <a:pt x="2515822" y="55251"/>
                </a:cubicBezTo>
                <a:lnTo>
                  <a:pt x="2515822" y="71703"/>
                </a:lnTo>
                <a:cubicBezTo>
                  <a:pt x="2515822" y="83174"/>
                  <a:pt x="2516085" y="90429"/>
                  <a:pt x="2516610" y="93468"/>
                </a:cubicBezTo>
                <a:cubicBezTo>
                  <a:pt x="2517136" y="96507"/>
                  <a:pt x="2518176" y="99420"/>
                  <a:pt x="2519729" y="102208"/>
                </a:cubicBezTo>
                <a:lnTo>
                  <a:pt x="2506842" y="102208"/>
                </a:lnTo>
                <a:cubicBezTo>
                  <a:pt x="2505562" y="99649"/>
                  <a:pt x="2504740" y="96655"/>
                  <a:pt x="2504374" y="93228"/>
                </a:cubicBezTo>
                <a:moveTo>
                  <a:pt x="2503346" y="65671"/>
                </a:moveTo>
                <a:cubicBezTo>
                  <a:pt x="2498867" y="67499"/>
                  <a:pt x="2492149" y="69053"/>
                  <a:pt x="2483192" y="70332"/>
                </a:cubicBezTo>
                <a:cubicBezTo>
                  <a:pt x="2478120" y="71063"/>
                  <a:pt x="2474532" y="71886"/>
                  <a:pt x="2472430" y="72800"/>
                </a:cubicBezTo>
                <a:cubicBezTo>
                  <a:pt x="2470328" y="73714"/>
                  <a:pt x="2468705" y="75051"/>
                  <a:pt x="2467563" y="76810"/>
                </a:cubicBezTo>
                <a:cubicBezTo>
                  <a:pt x="2466420" y="78570"/>
                  <a:pt x="2465849" y="80523"/>
                  <a:pt x="2465849" y="82671"/>
                </a:cubicBezTo>
                <a:cubicBezTo>
                  <a:pt x="2465849" y="85962"/>
                  <a:pt x="2467094" y="88704"/>
                  <a:pt x="2469585" y="90897"/>
                </a:cubicBezTo>
                <a:cubicBezTo>
                  <a:pt x="2472076" y="93091"/>
                  <a:pt x="2475720" y="94188"/>
                  <a:pt x="2480519" y="94188"/>
                </a:cubicBezTo>
                <a:cubicBezTo>
                  <a:pt x="2485272" y="94188"/>
                  <a:pt x="2489499" y="93148"/>
                  <a:pt x="2493200" y="91069"/>
                </a:cubicBezTo>
                <a:cubicBezTo>
                  <a:pt x="2496902" y="88989"/>
                  <a:pt x="2499621" y="86144"/>
                  <a:pt x="2501358" y="82534"/>
                </a:cubicBezTo>
                <a:cubicBezTo>
                  <a:pt x="2502683" y="79746"/>
                  <a:pt x="2503346" y="75633"/>
                  <a:pt x="2503346" y="70195"/>
                </a:cubicBezTo>
                <a:lnTo>
                  <a:pt x="2503346" y="65671"/>
                </a:lnTo>
                <a:close/>
                <a:moveTo>
                  <a:pt x="2534742" y="102208"/>
                </a:moveTo>
                <a:lnTo>
                  <a:pt x="2534742" y="1714"/>
                </a:lnTo>
                <a:lnTo>
                  <a:pt x="2547081" y="1714"/>
                </a:lnTo>
                <a:lnTo>
                  <a:pt x="2547081" y="59021"/>
                </a:lnTo>
                <a:lnTo>
                  <a:pt x="2576284" y="29408"/>
                </a:lnTo>
                <a:lnTo>
                  <a:pt x="2592256" y="29408"/>
                </a:lnTo>
                <a:lnTo>
                  <a:pt x="2564425" y="56417"/>
                </a:lnTo>
                <a:lnTo>
                  <a:pt x="2595066" y="102208"/>
                </a:lnTo>
                <a:lnTo>
                  <a:pt x="2579848" y="102208"/>
                </a:lnTo>
                <a:lnTo>
                  <a:pt x="2555787" y="64985"/>
                </a:lnTo>
                <a:lnTo>
                  <a:pt x="2547081" y="73348"/>
                </a:lnTo>
                <a:lnTo>
                  <a:pt x="2547081" y="102208"/>
                </a:lnTo>
                <a:lnTo>
                  <a:pt x="2534742" y="102208"/>
                </a:lnTo>
                <a:close/>
                <a:moveTo>
                  <a:pt x="2654452" y="78764"/>
                </a:moveTo>
                <a:lnTo>
                  <a:pt x="2667202" y="80341"/>
                </a:lnTo>
                <a:cubicBezTo>
                  <a:pt x="2665191" y="87790"/>
                  <a:pt x="2661467" y="93571"/>
                  <a:pt x="2656029" y="97684"/>
                </a:cubicBezTo>
                <a:cubicBezTo>
                  <a:pt x="2650590" y="101797"/>
                  <a:pt x="2643644" y="103853"/>
                  <a:pt x="2635189" y="103853"/>
                </a:cubicBezTo>
                <a:cubicBezTo>
                  <a:pt x="2624541" y="103853"/>
                  <a:pt x="2616098" y="100574"/>
                  <a:pt x="2609860" y="94016"/>
                </a:cubicBezTo>
                <a:cubicBezTo>
                  <a:pt x="2603622" y="87458"/>
                  <a:pt x="2600503" y="78261"/>
                  <a:pt x="2600503" y="66425"/>
                </a:cubicBezTo>
                <a:cubicBezTo>
                  <a:pt x="2600503" y="54177"/>
                  <a:pt x="2603656" y="44672"/>
                  <a:pt x="2609963" y="37908"/>
                </a:cubicBezTo>
                <a:cubicBezTo>
                  <a:pt x="2616270" y="31145"/>
                  <a:pt x="2624450" y="27763"/>
                  <a:pt x="2634504" y="27763"/>
                </a:cubicBezTo>
                <a:cubicBezTo>
                  <a:pt x="2644238" y="27763"/>
                  <a:pt x="2652190" y="31076"/>
                  <a:pt x="2658359" y="37702"/>
                </a:cubicBezTo>
                <a:cubicBezTo>
                  <a:pt x="2664529" y="44329"/>
                  <a:pt x="2667613" y="53652"/>
                  <a:pt x="2667613" y="65671"/>
                </a:cubicBezTo>
                <a:cubicBezTo>
                  <a:pt x="2667613" y="66402"/>
                  <a:pt x="2667591" y="67499"/>
                  <a:pt x="2667545" y="68961"/>
                </a:cubicBezTo>
                <a:lnTo>
                  <a:pt x="2613253" y="68961"/>
                </a:lnTo>
                <a:cubicBezTo>
                  <a:pt x="2613710" y="76959"/>
                  <a:pt x="2615972" y="83083"/>
                  <a:pt x="2620040" y="87333"/>
                </a:cubicBezTo>
                <a:cubicBezTo>
                  <a:pt x="2624107" y="91583"/>
                  <a:pt x="2629180" y="93708"/>
                  <a:pt x="2635258" y="93708"/>
                </a:cubicBezTo>
                <a:cubicBezTo>
                  <a:pt x="2639782" y="93708"/>
                  <a:pt x="2643644" y="92520"/>
                  <a:pt x="2646843" y="90143"/>
                </a:cubicBezTo>
                <a:cubicBezTo>
                  <a:pt x="2650042" y="87767"/>
                  <a:pt x="2652578" y="83974"/>
                  <a:pt x="2654452" y="78764"/>
                </a:cubicBezTo>
                <a:moveTo>
                  <a:pt x="2613939" y="58816"/>
                </a:moveTo>
                <a:lnTo>
                  <a:pt x="2654589" y="58816"/>
                </a:lnTo>
                <a:cubicBezTo>
                  <a:pt x="2654041" y="52692"/>
                  <a:pt x="2652487" y="48099"/>
                  <a:pt x="2649928" y="45037"/>
                </a:cubicBezTo>
                <a:cubicBezTo>
                  <a:pt x="2645997" y="40285"/>
                  <a:pt x="2640902" y="37908"/>
                  <a:pt x="2634641" y="37908"/>
                </a:cubicBezTo>
                <a:cubicBezTo>
                  <a:pt x="2628974" y="37908"/>
                  <a:pt x="2624210" y="39805"/>
                  <a:pt x="2620348" y="43598"/>
                </a:cubicBezTo>
                <a:cubicBezTo>
                  <a:pt x="2616487" y="47391"/>
                  <a:pt x="2614350" y="52464"/>
                  <a:pt x="2613939" y="58816"/>
                </a:cubicBezTo>
                <a:close/>
                <a:moveTo>
                  <a:pt x="2720984" y="15904"/>
                </a:moveTo>
                <a:lnTo>
                  <a:pt x="2720984" y="1714"/>
                </a:lnTo>
                <a:lnTo>
                  <a:pt x="2733323" y="1714"/>
                </a:lnTo>
                <a:lnTo>
                  <a:pt x="2733323" y="15904"/>
                </a:lnTo>
                <a:lnTo>
                  <a:pt x="2720984" y="15904"/>
                </a:lnTo>
                <a:moveTo>
                  <a:pt x="2720984" y="102208"/>
                </a:moveTo>
                <a:lnTo>
                  <a:pt x="2720984" y="29408"/>
                </a:lnTo>
                <a:lnTo>
                  <a:pt x="2733323" y="29408"/>
                </a:lnTo>
                <a:lnTo>
                  <a:pt x="2733323" y="102208"/>
                </a:lnTo>
                <a:lnTo>
                  <a:pt x="2720984" y="102208"/>
                </a:lnTo>
                <a:close/>
                <a:moveTo>
                  <a:pt x="2752391" y="102208"/>
                </a:moveTo>
                <a:lnTo>
                  <a:pt x="2752391" y="29408"/>
                </a:lnTo>
                <a:lnTo>
                  <a:pt x="2763496" y="29408"/>
                </a:lnTo>
                <a:lnTo>
                  <a:pt x="2763496" y="39759"/>
                </a:lnTo>
                <a:cubicBezTo>
                  <a:pt x="2768843" y="31761"/>
                  <a:pt x="2776566" y="27763"/>
                  <a:pt x="2786666" y="27763"/>
                </a:cubicBezTo>
                <a:cubicBezTo>
                  <a:pt x="2791053" y="27763"/>
                  <a:pt x="2795086" y="28551"/>
                  <a:pt x="2798765" y="30128"/>
                </a:cubicBezTo>
                <a:cubicBezTo>
                  <a:pt x="2802444" y="31704"/>
                  <a:pt x="2805197" y="33772"/>
                  <a:pt x="2807025" y="36331"/>
                </a:cubicBezTo>
                <a:cubicBezTo>
                  <a:pt x="2808853" y="38891"/>
                  <a:pt x="2810133" y="41930"/>
                  <a:pt x="2810864" y="45449"/>
                </a:cubicBezTo>
                <a:cubicBezTo>
                  <a:pt x="2811321" y="47734"/>
                  <a:pt x="2811550" y="51732"/>
                  <a:pt x="2811550" y="57445"/>
                </a:cubicBezTo>
                <a:lnTo>
                  <a:pt x="2811550" y="102208"/>
                </a:lnTo>
                <a:lnTo>
                  <a:pt x="2799211" y="102208"/>
                </a:lnTo>
                <a:lnTo>
                  <a:pt x="2799211" y="57925"/>
                </a:lnTo>
                <a:cubicBezTo>
                  <a:pt x="2799211" y="52898"/>
                  <a:pt x="2798731" y="49139"/>
                  <a:pt x="2797771" y="46648"/>
                </a:cubicBezTo>
                <a:cubicBezTo>
                  <a:pt x="2796811" y="44158"/>
                  <a:pt x="2795109" y="42170"/>
                  <a:pt x="2792664" y="40684"/>
                </a:cubicBezTo>
                <a:cubicBezTo>
                  <a:pt x="2790219" y="39199"/>
                  <a:pt x="2787352" y="38457"/>
                  <a:pt x="2784061" y="38457"/>
                </a:cubicBezTo>
                <a:cubicBezTo>
                  <a:pt x="2778806" y="38457"/>
                  <a:pt x="2774270" y="40125"/>
                  <a:pt x="2770454" y="43461"/>
                </a:cubicBezTo>
                <a:cubicBezTo>
                  <a:pt x="2766638" y="46797"/>
                  <a:pt x="2764730" y="53126"/>
                  <a:pt x="2764730" y="62449"/>
                </a:cubicBezTo>
                <a:lnTo>
                  <a:pt x="2764730" y="102208"/>
                </a:lnTo>
                <a:lnTo>
                  <a:pt x="2752391" y="102208"/>
                </a:lnTo>
                <a:close/>
                <a:moveTo>
                  <a:pt x="2825260" y="80478"/>
                </a:moveTo>
                <a:lnTo>
                  <a:pt x="2837462" y="78558"/>
                </a:lnTo>
                <a:cubicBezTo>
                  <a:pt x="2838147" y="83448"/>
                  <a:pt x="2840055" y="87196"/>
                  <a:pt x="2843186" y="89800"/>
                </a:cubicBezTo>
                <a:cubicBezTo>
                  <a:pt x="2846316" y="92405"/>
                  <a:pt x="2850692" y="93708"/>
                  <a:pt x="2856313" y="93708"/>
                </a:cubicBezTo>
                <a:cubicBezTo>
                  <a:pt x="2861980" y="93708"/>
                  <a:pt x="2866184" y="92554"/>
                  <a:pt x="2868926" y="90246"/>
                </a:cubicBezTo>
                <a:cubicBezTo>
                  <a:pt x="2871668" y="87938"/>
                  <a:pt x="2873039" y="85230"/>
                  <a:pt x="2873039" y="82123"/>
                </a:cubicBezTo>
                <a:cubicBezTo>
                  <a:pt x="2873039" y="79335"/>
                  <a:pt x="2871828" y="77142"/>
                  <a:pt x="2869406" y="75542"/>
                </a:cubicBezTo>
                <a:cubicBezTo>
                  <a:pt x="2867715" y="74445"/>
                  <a:pt x="2863511" y="73051"/>
                  <a:pt x="2856793" y="71360"/>
                </a:cubicBezTo>
                <a:cubicBezTo>
                  <a:pt x="2847744" y="69075"/>
                  <a:pt x="2841472" y="67099"/>
                  <a:pt x="2837976" y="65431"/>
                </a:cubicBezTo>
                <a:cubicBezTo>
                  <a:pt x="2834480" y="63763"/>
                  <a:pt x="2831829" y="61455"/>
                  <a:pt x="2830024" y="58507"/>
                </a:cubicBezTo>
                <a:cubicBezTo>
                  <a:pt x="2828219" y="55560"/>
                  <a:pt x="2827316" y="52304"/>
                  <a:pt x="2827316" y="48739"/>
                </a:cubicBezTo>
                <a:cubicBezTo>
                  <a:pt x="2827316" y="45494"/>
                  <a:pt x="2828059" y="42490"/>
                  <a:pt x="2829544" y="39725"/>
                </a:cubicBezTo>
                <a:cubicBezTo>
                  <a:pt x="2831029" y="36960"/>
                  <a:pt x="2833052" y="34663"/>
                  <a:pt x="2835611" y="32835"/>
                </a:cubicBezTo>
                <a:cubicBezTo>
                  <a:pt x="2837530" y="31419"/>
                  <a:pt x="2840147" y="30219"/>
                  <a:pt x="2843460" y="29237"/>
                </a:cubicBezTo>
                <a:cubicBezTo>
                  <a:pt x="2846773" y="28254"/>
                  <a:pt x="2850326" y="27763"/>
                  <a:pt x="2854119" y="27763"/>
                </a:cubicBezTo>
                <a:cubicBezTo>
                  <a:pt x="2859832" y="27763"/>
                  <a:pt x="2864847" y="28585"/>
                  <a:pt x="2869166" y="30231"/>
                </a:cubicBezTo>
                <a:cubicBezTo>
                  <a:pt x="2873485" y="31876"/>
                  <a:pt x="2876672" y="34104"/>
                  <a:pt x="2878729" y="36914"/>
                </a:cubicBezTo>
                <a:cubicBezTo>
                  <a:pt x="2880785" y="39725"/>
                  <a:pt x="2882202" y="43484"/>
                  <a:pt x="2882979" y="48191"/>
                </a:cubicBezTo>
                <a:lnTo>
                  <a:pt x="2870914" y="49836"/>
                </a:lnTo>
                <a:cubicBezTo>
                  <a:pt x="2870366" y="46088"/>
                  <a:pt x="2868778" y="43164"/>
                  <a:pt x="2866150" y="41061"/>
                </a:cubicBezTo>
                <a:cubicBezTo>
                  <a:pt x="2863522" y="38959"/>
                  <a:pt x="2859809" y="37908"/>
                  <a:pt x="2855010" y="37908"/>
                </a:cubicBezTo>
                <a:cubicBezTo>
                  <a:pt x="2849344" y="37908"/>
                  <a:pt x="2845299" y="38845"/>
                  <a:pt x="2842877" y="40719"/>
                </a:cubicBezTo>
                <a:cubicBezTo>
                  <a:pt x="2840455" y="42592"/>
                  <a:pt x="2839244" y="44786"/>
                  <a:pt x="2839244" y="47299"/>
                </a:cubicBezTo>
                <a:cubicBezTo>
                  <a:pt x="2839244" y="48899"/>
                  <a:pt x="2839747" y="50338"/>
                  <a:pt x="2840752" y="51618"/>
                </a:cubicBezTo>
                <a:cubicBezTo>
                  <a:pt x="2841757" y="52943"/>
                  <a:pt x="2843334" y="54040"/>
                  <a:pt x="2845482" y="54908"/>
                </a:cubicBezTo>
                <a:cubicBezTo>
                  <a:pt x="2846716" y="55365"/>
                  <a:pt x="2850349" y="56417"/>
                  <a:pt x="2856381" y="58062"/>
                </a:cubicBezTo>
                <a:cubicBezTo>
                  <a:pt x="2865110" y="60392"/>
                  <a:pt x="2871200" y="62300"/>
                  <a:pt x="2874650" y="63786"/>
                </a:cubicBezTo>
                <a:cubicBezTo>
                  <a:pt x="2878100" y="65271"/>
                  <a:pt x="2880808" y="67430"/>
                  <a:pt x="2882773" y="70264"/>
                </a:cubicBezTo>
                <a:cubicBezTo>
                  <a:pt x="2884738" y="73097"/>
                  <a:pt x="2885721" y="76616"/>
                  <a:pt x="2885721" y="80820"/>
                </a:cubicBezTo>
                <a:cubicBezTo>
                  <a:pt x="2885721" y="84933"/>
                  <a:pt x="2884521" y="88806"/>
                  <a:pt x="2882122" y="92440"/>
                </a:cubicBezTo>
                <a:cubicBezTo>
                  <a:pt x="2879723" y="96073"/>
                  <a:pt x="2876261" y="98883"/>
                  <a:pt x="2871737" y="100871"/>
                </a:cubicBezTo>
                <a:cubicBezTo>
                  <a:pt x="2867212" y="102859"/>
                  <a:pt x="2862094" y="103853"/>
                  <a:pt x="2856381" y="103853"/>
                </a:cubicBezTo>
                <a:cubicBezTo>
                  <a:pt x="2846922" y="103853"/>
                  <a:pt x="2839712" y="101888"/>
                  <a:pt x="2834754" y="97958"/>
                </a:cubicBezTo>
                <a:cubicBezTo>
                  <a:pt x="2829796" y="94028"/>
                  <a:pt x="2826631" y="88201"/>
                  <a:pt x="2825260" y="80478"/>
                </a:cubicBezTo>
                <a:close/>
                <a:moveTo>
                  <a:pt x="2900206" y="15904"/>
                </a:moveTo>
                <a:lnTo>
                  <a:pt x="2900206" y="1714"/>
                </a:lnTo>
                <a:lnTo>
                  <a:pt x="2912545" y="1714"/>
                </a:lnTo>
                <a:lnTo>
                  <a:pt x="2912545" y="15904"/>
                </a:lnTo>
                <a:lnTo>
                  <a:pt x="2900206" y="15904"/>
                </a:lnTo>
                <a:moveTo>
                  <a:pt x="2900206" y="102208"/>
                </a:moveTo>
                <a:lnTo>
                  <a:pt x="2900206" y="29408"/>
                </a:lnTo>
                <a:lnTo>
                  <a:pt x="2912545" y="29408"/>
                </a:lnTo>
                <a:lnTo>
                  <a:pt x="2912545" y="102208"/>
                </a:lnTo>
                <a:lnTo>
                  <a:pt x="2900206" y="102208"/>
                </a:lnTo>
                <a:close/>
                <a:moveTo>
                  <a:pt x="2978844" y="102208"/>
                </a:moveTo>
                <a:lnTo>
                  <a:pt x="2978844" y="93022"/>
                </a:lnTo>
                <a:cubicBezTo>
                  <a:pt x="2974229" y="100243"/>
                  <a:pt x="2967442" y="103853"/>
                  <a:pt x="2958485" y="103853"/>
                </a:cubicBezTo>
                <a:cubicBezTo>
                  <a:pt x="2952681" y="103853"/>
                  <a:pt x="2947346" y="102254"/>
                  <a:pt x="2942479" y="99055"/>
                </a:cubicBezTo>
                <a:cubicBezTo>
                  <a:pt x="2937612" y="95856"/>
                  <a:pt x="2933841" y="91388"/>
                  <a:pt x="2931168" y="85653"/>
                </a:cubicBezTo>
                <a:cubicBezTo>
                  <a:pt x="2928494" y="79918"/>
                  <a:pt x="2927158" y="73326"/>
                  <a:pt x="2927158" y="65876"/>
                </a:cubicBezTo>
                <a:cubicBezTo>
                  <a:pt x="2927158" y="58610"/>
                  <a:pt x="2928369" y="52018"/>
                  <a:pt x="2930791" y="46100"/>
                </a:cubicBezTo>
                <a:cubicBezTo>
                  <a:pt x="2933213" y="40182"/>
                  <a:pt x="2936846" y="35646"/>
                  <a:pt x="2941690" y="32493"/>
                </a:cubicBezTo>
                <a:cubicBezTo>
                  <a:pt x="2946535" y="29339"/>
                  <a:pt x="2951950" y="27763"/>
                  <a:pt x="2957937" y="27763"/>
                </a:cubicBezTo>
                <a:cubicBezTo>
                  <a:pt x="2962324" y="27763"/>
                  <a:pt x="2966231" y="28688"/>
                  <a:pt x="2969659" y="30539"/>
                </a:cubicBezTo>
                <a:cubicBezTo>
                  <a:pt x="2973086" y="32390"/>
                  <a:pt x="2975874" y="34801"/>
                  <a:pt x="2978022" y="37771"/>
                </a:cubicBezTo>
                <a:lnTo>
                  <a:pt x="2978022" y="1714"/>
                </a:lnTo>
                <a:lnTo>
                  <a:pt x="2990292" y="1714"/>
                </a:lnTo>
                <a:lnTo>
                  <a:pt x="2990292" y="102208"/>
                </a:lnTo>
                <a:lnTo>
                  <a:pt x="2978844" y="102208"/>
                </a:lnTo>
                <a:moveTo>
                  <a:pt x="2939839" y="65876"/>
                </a:moveTo>
                <a:cubicBezTo>
                  <a:pt x="2939839" y="75199"/>
                  <a:pt x="2941805" y="82169"/>
                  <a:pt x="2945735" y="86784"/>
                </a:cubicBezTo>
                <a:cubicBezTo>
                  <a:pt x="2949665" y="91400"/>
                  <a:pt x="2954304" y="93708"/>
                  <a:pt x="2959650" y="93708"/>
                </a:cubicBezTo>
                <a:cubicBezTo>
                  <a:pt x="2965043" y="93708"/>
                  <a:pt x="2969624" y="91503"/>
                  <a:pt x="2973395" y="87093"/>
                </a:cubicBezTo>
                <a:cubicBezTo>
                  <a:pt x="2977165" y="82683"/>
                  <a:pt x="2979050" y="75953"/>
                  <a:pt x="2979050" y="66905"/>
                </a:cubicBezTo>
                <a:cubicBezTo>
                  <a:pt x="2979050" y="56942"/>
                  <a:pt x="2977131" y="49630"/>
                  <a:pt x="2973292" y="44969"/>
                </a:cubicBezTo>
                <a:cubicBezTo>
                  <a:pt x="2969453" y="40307"/>
                  <a:pt x="2964723" y="37977"/>
                  <a:pt x="2959102" y="37977"/>
                </a:cubicBezTo>
                <a:cubicBezTo>
                  <a:pt x="2953618" y="37977"/>
                  <a:pt x="2949037" y="40216"/>
                  <a:pt x="2945358" y="44695"/>
                </a:cubicBezTo>
                <a:cubicBezTo>
                  <a:pt x="2941679" y="49173"/>
                  <a:pt x="2939839" y="56234"/>
                  <a:pt x="2939839" y="65876"/>
                </a:cubicBezTo>
                <a:close/>
                <a:moveTo>
                  <a:pt x="3059254" y="78764"/>
                </a:moveTo>
                <a:lnTo>
                  <a:pt x="3072004" y="80341"/>
                </a:lnTo>
                <a:cubicBezTo>
                  <a:pt x="3069993" y="87790"/>
                  <a:pt x="3066269" y="93571"/>
                  <a:pt x="3060830" y="97684"/>
                </a:cubicBezTo>
                <a:cubicBezTo>
                  <a:pt x="3055392" y="101797"/>
                  <a:pt x="3048446" y="103853"/>
                  <a:pt x="3039991" y="103853"/>
                </a:cubicBezTo>
                <a:cubicBezTo>
                  <a:pt x="3029343" y="103853"/>
                  <a:pt x="3020900" y="100574"/>
                  <a:pt x="3014662" y="94016"/>
                </a:cubicBezTo>
                <a:cubicBezTo>
                  <a:pt x="3008424" y="87458"/>
                  <a:pt x="3005305" y="78261"/>
                  <a:pt x="3005305" y="66425"/>
                </a:cubicBezTo>
                <a:cubicBezTo>
                  <a:pt x="3005305" y="54177"/>
                  <a:pt x="3008458" y="44672"/>
                  <a:pt x="3014765" y="37908"/>
                </a:cubicBezTo>
                <a:cubicBezTo>
                  <a:pt x="3021071" y="31145"/>
                  <a:pt x="3029252" y="27763"/>
                  <a:pt x="3039306" y="27763"/>
                </a:cubicBezTo>
                <a:cubicBezTo>
                  <a:pt x="3049040" y="27763"/>
                  <a:pt x="3056991" y="31076"/>
                  <a:pt x="3063161" y="37702"/>
                </a:cubicBezTo>
                <a:cubicBezTo>
                  <a:pt x="3069330" y="44329"/>
                  <a:pt x="3072415" y="53652"/>
                  <a:pt x="3072415" y="65671"/>
                </a:cubicBezTo>
                <a:cubicBezTo>
                  <a:pt x="3072415" y="66402"/>
                  <a:pt x="3072392" y="67499"/>
                  <a:pt x="3072347" y="68961"/>
                </a:cubicBezTo>
                <a:lnTo>
                  <a:pt x="3018055" y="68961"/>
                </a:lnTo>
                <a:cubicBezTo>
                  <a:pt x="3018512" y="76959"/>
                  <a:pt x="3020774" y="83083"/>
                  <a:pt x="3024842" y="87333"/>
                </a:cubicBezTo>
                <a:cubicBezTo>
                  <a:pt x="3028909" y="91583"/>
                  <a:pt x="3033982" y="93708"/>
                  <a:pt x="3040060" y="93708"/>
                </a:cubicBezTo>
                <a:cubicBezTo>
                  <a:pt x="3044584" y="93708"/>
                  <a:pt x="3048446" y="92520"/>
                  <a:pt x="3051645" y="90143"/>
                </a:cubicBezTo>
                <a:cubicBezTo>
                  <a:pt x="3054844" y="87767"/>
                  <a:pt x="3057380" y="83974"/>
                  <a:pt x="3059254" y="78764"/>
                </a:cubicBezTo>
                <a:moveTo>
                  <a:pt x="3018741" y="58816"/>
                </a:moveTo>
                <a:lnTo>
                  <a:pt x="3059391" y="58816"/>
                </a:lnTo>
                <a:cubicBezTo>
                  <a:pt x="3058842" y="52692"/>
                  <a:pt x="3057288" y="48099"/>
                  <a:pt x="3054729" y="45037"/>
                </a:cubicBezTo>
                <a:cubicBezTo>
                  <a:pt x="3050799" y="40285"/>
                  <a:pt x="3045704" y="37908"/>
                  <a:pt x="3039443" y="37908"/>
                </a:cubicBezTo>
                <a:cubicBezTo>
                  <a:pt x="3033776" y="37908"/>
                  <a:pt x="3029012" y="39805"/>
                  <a:pt x="3025150" y="43598"/>
                </a:cubicBezTo>
                <a:cubicBezTo>
                  <a:pt x="3021288" y="47391"/>
                  <a:pt x="3019152" y="52464"/>
                  <a:pt x="3018741" y="58816"/>
                </a:cubicBezTo>
                <a:close/>
                <a:moveTo>
                  <a:pt x="3152658" y="91171"/>
                </a:moveTo>
                <a:lnTo>
                  <a:pt x="3154440" y="102071"/>
                </a:lnTo>
                <a:cubicBezTo>
                  <a:pt x="3150967" y="102802"/>
                  <a:pt x="3147859" y="103168"/>
                  <a:pt x="3145117" y="103168"/>
                </a:cubicBezTo>
                <a:cubicBezTo>
                  <a:pt x="3140639" y="103168"/>
                  <a:pt x="3137165" y="102459"/>
                  <a:pt x="3134698" y="101043"/>
                </a:cubicBezTo>
                <a:cubicBezTo>
                  <a:pt x="3132230" y="99626"/>
                  <a:pt x="3130493" y="97764"/>
                  <a:pt x="3129488" y="95456"/>
                </a:cubicBezTo>
                <a:cubicBezTo>
                  <a:pt x="3128482" y="93148"/>
                  <a:pt x="3127980" y="88292"/>
                  <a:pt x="3127980" y="80889"/>
                </a:cubicBezTo>
                <a:lnTo>
                  <a:pt x="3127980" y="39005"/>
                </a:lnTo>
                <a:lnTo>
                  <a:pt x="3118931" y="39005"/>
                </a:lnTo>
                <a:lnTo>
                  <a:pt x="3118931" y="29408"/>
                </a:lnTo>
                <a:lnTo>
                  <a:pt x="3127980" y="29408"/>
                </a:lnTo>
                <a:lnTo>
                  <a:pt x="3127980" y="11379"/>
                </a:lnTo>
                <a:lnTo>
                  <a:pt x="3140250" y="3976"/>
                </a:lnTo>
                <a:lnTo>
                  <a:pt x="3140250" y="29408"/>
                </a:lnTo>
                <a:lnTo>
                  <a:pt x="3152658" y="29408"/>
                </a:lnTo>
                <a:lnTo>
                  <a:pt x="3152658" y="39005"/>
                </a:lnTo>
                <a:lnTo>
                  <a:pt x="3140250" y="39005"/>
                </a:lnTo>
                <a:lnTo>
                  <a:pt x="3140250" y="81574"/>
                </a:lnTo>
                <a:cubicBezTo>
                  <a:pt x="3140250" y="85093"/>
                  <a:pt x="3140467" y="87355"/>
                  <a:pt x="3140901" y="88361"/>
                </a:cubicBezTo>
                <a:cubicBezTo>
                  <a:pt x="3141335" y="89366"/>
                  <a:pt x="3142044" y="90166"/>
                  <a:pt x="3143026" y="90760"/>
                </a:cubicBezTo>
                <a:cubicBezTo>
                  <a:pt x="3144009" y="91354"/>
                  <a:pt x="3145414" y="91651"/>
                  <a:pt x="3147242" y="91651"/>
                </a:cubicBezTo>
                <a:cubicBezTo>
                  <a:pt x="3148613" y="91651"/>
                  <a:pt x="3150418" y="91491"/>
                  <a:pt x="3152658" y="91171"/>
                </a:cubicBezTo>
                <a:close/>
                <a:moveTo>
                  <a:pt x="3164212" y="102208"/>
                </a:moveTo>
                <a:lnTo>
                  <a:pt x="3164212" y="1714"/>
                </a:lnTo>
                <a:lnTo>
                  <a:pt x="3176551" y="1714"/>
                </a:lnTo>
                <a:lnTo>
                  <a:pt x="3176551" y="37771"/>
                </a:lnTo>
                <a:cubicBezTo>
                  <a:pt x="3182309" y="31099"/>
                  <a:pt x="3189576" y="27763"/>
                  <a:pt x="3198350" y="27763"/>
                </a:cubicBezTo>
                <a:cubicBezTo>
                  <a:pt x="3203743" y="27763"/>
                  <a:pt x="3208427" y="28825"/>
                  <a:pt x="3212403" y="30950"/>
                </a:cubicBezTo>
                <a:cubicBezTo>
                  <a:pt x="3216379" y="33075"/>
                  <a:pt x="3219224" y="36012"/>
                  <a:pt x="3220937" y="39759"/>
                </a:cubicBezTo>
                <a:cubicBezTo>
                  <a:pt x="3222651" y="43506"/>
                  <a:pt x="3223508" y="48945"/>
                  <a:pt x="3223508" y="56074"/>
                </a:cubicBezTo>
                <a:lnTo>
                  <a:pt x="3223508" y="102208"/>
                </a:lnTo>
                <a:lnTo>
                  <a:pt x="3211169" y="102208"/>
                </a:lnTo>
                <a:lnTo>
                  <a:pt x="3211169" y="56074"/>
                </a:lnTo>
                <a:cubicBezTo>
                  <a:pt x="3211169" y="49904"/>
                  <a:pt x="3209832" y="45414"/>
                  <a:pt x="3207159" y="42604"/>
                </a:cubicBezTo>
                <a:cubicBezTo>
                  <a:pt x="3204485" y="39793"/>
                  <a:pt x="3200704" y="38388"/>
                  <a:pt x="3195814" y="38388"/>
                </a:cubicBezTo>
                <a:cubicBezTo>
                  <a:pt x="3192158" y="38388"/>
                  <a:pt x="3188719" y="39336"/>
                  <a:pt x="3185497" y="41233"/>
                </a:cubicBezTo>
                <a:cubicBezTo>
                  <a:pt x="3182275" y="43129"/>
                  <a:pt x="3179979" y="45700"/>
                  <a:pt x="3178608" y="48945"/>
                </a:cubicBezTo>
                <a:cubicBezTo>
                  <a:pt x="3177237" y="52189"/>
                  <a:pt x="3176551" y="56668"/>
                  <a:pt x="3176551" y="62380"/>
                </a:cubicBezTo>
                <a:lnTo>
                  <a:pt x="3176551" y="102208"/>
                </a:lnTo>
                <a:lnTo>
                  <a:pt x="3164212" y="102208"/>
                </a:lnTo>
                <a:close/>
                <a:moveTo>
                  <a:pt x="3291852" y="78764"/>
                </a:moveTo>
                <a:lnTo>
                  <a:pt x="3304603" y="80341"/>
                </a:lnTo>
                <a:cubicBezTo>
                  <a:pt x="3302592" y="87790"/>
                  <a:pt x="3298867" y="93571"/>
                  <a:pt x="3293429" y="97684"/>
                </a:cubicBezTo>
                <a:cubicBezTo>
                  <a:pt x="3287991" y="101797"/>
                  <a:pt x="3281044" y="103853"/>
                  <a:pt x="3272590" y="103853"/>
                </a:cubicBezTo>
                <a:cubicBezTo>
                  <a:pt x="3261942" y="103853"/>
                  <a:pt x="3253499" y="100574"/>
                  <a:pt x="3247261" y="94016"/>
                </a:cubicBezTo>
                <a:cubicBezTo>
                  <a:pt x="3241023" y="87458"/>
                  <a:pt x="3237904" y="78261"/>
                  <a:pt x="3237904" y="66425"/>
                </a:cubicBezTo>
                <a:cubicBezTo>
                  <a:pt x="3237904" y="54177"/>
                  <a:pt x="3241057" y="44672"/>
                  <a:pt x="3247363" y="37908"/>
                </a:cubicBezTo>
                <a:cubicBezTo>
                  <a:pt x="3253670" y="31145"/>
                  <a:pt x="3261850" y="27763"/>
                  <a:pt x="3271904" y="27763"/>
                </a:cubicBezTo>
                <a:cubicBezTo>
                  <a:pt x="3281638" y="27763"/>
                  <a:pt x="3289590" y="31076"/>
                  <a:pt x="3295760" y="37702"/>
                </a:cubicBezTo>
                <a:cubicBezTo>
                  <a:pt x="3301929" y="44329"/>
                  <a:pt x="3305014" y="53652"/>
                  <a:pt x="3305014" y="65671"/>
                </a:cubicBezTo>
                <a:cubicBezTo>
                  <a:pt x="3305014" y="66402"/>
                  <a:pt x="3304991" y="67499"/>
                  <a:pt x="3304945" y="68961"/>
                </a:cubicBezTo>
                <a:lnTo>
                  <a:pt x="3250654" y="68961"/>
                </a:lnTo>
                <a:cubicBezTo>
                  <a:pt x="3251111" y="76959"/>
                  <a:pt x="3253373" y="83083"/>
                  <a:pt x="3257440" y="87333"/>
                </a:cubicBezTo>
                <a:cubicBezTo>
                  <a:pt x="3261508" y="91583"/>
                  <a:pt x="3266580" y="93708"/>
                  <a:pt x="3272658" y="93708"/>
                </a:cubicBezTo>
                <a:cubicBezTo>
                  <a:pt x="3277183" y="93708"/>
                  <a:pt x="3281044" y="92520"/>
                  <a:pt x="3284243" y="90143"/>
                </a:cubicBezTo>
                <a:cubicBezTo>
                  <a:pt x="3287442" y="87767"/>
                  <a:pt x="3289979" y="83974"/>
                  <a:pt x="3291852" y="78764"/>
                </a:cubicBezTo>
                <a:moveTo>
                  <a:pt x="3251339" y="58816"/>
                </a:moveTo>
                <a:lnTo>
                  <a:pt x="3291989" y="58816"/>
                </a:lnTo>
                <a:cubicBezTo>
                  <a:pt x="3291441" y="52692"/>
                  <a:pt x="3289887" y="48099"/>
                  <a:pt x="3287328" y="45037"/>
                </a:cubicBezTo>
                <a:cubicBezTo>
                  <a:pt x="3283398" y="40285"/>
                  <a:pt x="3278302" y="37908"/>
                  <a:pt x="3272041" y="37908"/>
                </a:cubicBezTo>
                <a:cubicBezTo>
                  <a:pt x="3266375" y="37908"/>
                  <a:pt x="3261610" y="39805"/>
                  <a:pt x="3257749" y="43598"/>
                </a:cubicBezTo>
                <a:cubicBezTo>
                  <a:pt x="3253887" y="47391"/>
                  <a:pt x="3251751" y="52464"/>
                  <a:pt x="3251339" y="58816"/>
                </a:cubicBezTo>
                <a:close/>
                <a:moveTo>
                  <a:pt x="3405821" y="75542"/>
                </a:moveTo>
                <a:lnTo>
                  <a:pt x="3417954" y="77119"/>
                </a:lnTo>
                <a:cubicBezTo>
                  <a:pt x="3416629" y="85482"/>
                  <a:pt x="3413236" y="92028"/>
                  <a:pt x="3407774" y="96758"/>
                </a:cubicBezTo>
                <a:cubicBezTo>
                  <a:pt x="3402313" y="101488"/>
                  <a:pt x="3395607" y="103853"/>
                  <a:pt x="3387655" y="103853"/>
                </a:cubicBezTo>
                <a:cubicBezTo>
                  <a:pt x="3377692" y="103853"/>
                  <a:pt x="3369684" y="100597"/>
                  <a:pt x="3363628" y="94085"/>
                </a:cubicBezTo>
                <a:cubicBezTo>
                  <a:pt x="3357573" y="87573"/>
                  <a:pt x="3354545" y="78238"/>
                  <a:pt x="3354545" y="66082"/>
                </a:cubicBezTo>
                <a:cubicBezTo>
                  <a:pt x="3354545" y="58222"/>
                  <a:pt x="3355848" y="51344"/>
                  <a:pt x="3358453" y="45449"/>
                </a:cubicBezTo>
                <a:cubicBezTo>
                  <a:pt x="3361058" y="39553"/>
                  <a:pt x="3365022" y="35132"/>
                  <a:pt x="3370346" y="32184"/>
                </a:cubicBezTo>
                <a:cubicBezTo>
                  <a:pt x="3375670" y="29237"/>
                  <a:pt x="3381463" y="27763"/>
                  <a:pt x="3387724" y="27763"/>
                </a:cubicBezTo>
                <a:cubicBezTo>
                  <a:pt x="3395630" y="27763"/>
                  <a:pt x="3402096" y="29762"/>
                  <a:pt x="3407123" y="33761"/>
                </a:cubicBezTo>
                <a:cubicBezTo>
                  <a:pt x="3412150" y="37760"/>
                  <a:pt x="3415372" y="43438"/>
                  <a:pt x="3416789" y="50795"/>
                </a:cubicBezTo>
                <a:lnTo>
                  <a:pt x="3404793" y="52646"/>
                </a:lnTo>
                <a:cubicBezTo>
                  <a:pt x="3403650" y="47756"/>
                  <a:pt x="3401628" y="44078"/>
                  <a:pt x="3398726" y="41610"/>
                </a:cubicBezTo>
                <a:cubicBezTo>
                  <a:pt x="3395824" y="39142"/>
                  <a:pt x="3392316" y="37908"/>
                  <a:pt x="3388203" y="37908"/>
                </a:cubicBezTo>
                <a:cubicBezTo>
                  <a:pt x="3381988" y="37908"/>
                  <a:pt x="3376938" y="40136"/>
                  <a:pt x="3373054" y="44592"/>
                </a:cubicBezTo>
                <a:cubicBezTo>
                  <a:pt x="3369169" y="49047"/>
                  <a:pt x="3367227" y="56097"/>
                  <a:pt x="3367227" y="65739"/>
                </a:cubicBezTo>
                <a:cubicBezTo>
                  <a:pt x="3367227" y="75519"/>
                  <a:pt x="3369101" y="82626"/>
                  <a:pt x="3372848" y="87058"/>
                </a:cubicBezTo>
                <a:cubicBezTo>
                  <a:pt x="3376596" y="91491"/>
                  <a:pt x="3381486" y="93708"/>
                  <a:pt x="3387518" y="93708"/>
                </a:cubicBezTo>
                <a:cubicBezTo>
                  <a:pt x="3392362" y="93708"/>
                  <a:pt x="3396407" y="92223"/>
                  <a:pt x="3399651" y="89252"/>
                </a:cubicBezTo>
                <a:cubicBezTo>
                  <a:pt x="3402896" y="86282"/>
                  <a:pt x="3404952" y="81712"/>
                  <a:pt x="3405821" y="75542"/>
                </a:cubicBezTo>
                <a:close/>
                <a:moveTo>
                  <a:pt x="3475764" y="93228"/>
                </a:moveTo>
                <a:cubicBezTo>
                  <a:pt x="3471194" y="97112"/>
                  <a:pt x="3466795" y="99854"/>
                  <a:pt x="3462568" y="101454"/>
                </a:cubicBezTo>
                <a:cubicBezTo>
                  <a:pt x="3458341" y="103053"/>
                  <a:pt x="3453805" y="103853"/>
                  <a:pt x="3448961" y="103853"/>
                </a:cubicBezTo>
                <a:cubicBezTo>
                  <a:pt x="3440963" y="103853"/>
                  <a:pt x="3434817" y="101899"/>
                  <a:pt x="3430521" y="97992"/>
                </a:cubicBezTo>
                <a:cubicBezTo>
                  <a:pt x="3426225" y="94085"/>
                  <a:pt x="3424077" y="89092"/>
                  <a:pt x="3424077" y="83014"/>
                </a:cubicBezTo>
                <a:cubicBezTo>
                  <a:pt x="3424077" y="79449"/>
                  <a:pt x="3424888" y="76193"/>
                  <a:pt x="3426511" y="73246"/>
                </a:cubicBezTo>
                <a:cubicBezTo>
                  <a:pt x="3428133" y="70298"/>
                  <a:pt x="3430258" y="67933"/>
                  <a:pt x="3432886" y="66151"/>
                </a:cubicBezTo>
                <a:cubicBezTo>
                  <a:pt x="3435514" y="64368"/>
                  <a:pt x="3438473" y="63020"/>
                  <a:pt x="3441763" y="62106"/>
                </a:cubicBezTo>
                <a:cubicBezTo>
                  <a:pt x="3444185" y="61466"/>
                  <a:pt x="3447841" y="60849"/>
                  <a:pt x="3452731" y="60255"/>
                </a:cubicBezTo>
                <a:cubicBezTo>
                  <a:pt x="3462694" y="59067"/>
                  <a:pt x="3470028" y="57650"/>
                  <a:pt x="3474736" y="56005"/>
                </a:cubicBezTo>
                <a:cubicBezTo>
                  <a:pt x="3474781" y="54314"/>
                  <a:pt x="3474804" y="53240"/>
                  <a:pt x="3474804" y="52783"/>
                </a:cubicBezTo>
                <a:cubicBezTo>
                  <a:pt x="3474804" y="47756"/>
                  <a:pt x="3473639" y="44215"/>
                  <a:pt x="3471308" y="42158"/>
                </a:cubicBezTo>
                <a:cubicBezTo>
                  <a:pt x="3468155" y="39371"/>
                  <a:pt x="3463471" y="37977"/>
                  <a:pt x="3457255" y="37977"/>
                </a:cubicBezTo>
                <a:cubicBezTo>
                  <a:pt x="3451451" y="37977"/>
                  <a:pt x="3447167" y="38993"/>
                  <a:pt x="3444402" y="41027"/>
                </a:cubicBezTo>
                <a:cubicBezTo>
                  <a:pt x="3441637" y="43061"/>
                  <a:pt x="3439592" y="46660"/>
                  <a:pt x="3438267" y="51824"/>
                </a:cubicBezTo>
                <a:lnTo>
                  <a:pt x="3426202" y="50179"/>
                </a:lnTo>
                <a:cubicBezTo>
                  <a:pt x="3427299" y="45014"/>
                  <a:pt x="3429104" y="40844"/>
                  <a:pt x="3431618" y="37668"/>
                </a:cubicBezTo>
                <a:cubicBezTo>
                  <a:pt x="3434131" y="34492"/>
                  <a:pt x="3437764" y="32047"/>
                  <a:pt x="3442517" y="30333"/>
                </a:cubicBezTo>
                <a:cubicBezTo>
                  <a:pt x="3447270" y="28620"/>
                  <a:pt x="3452777" y="27763"/>
                  <a:pt x="3459038" y="27763"/>
                </a:cubicBezTo>
                <a:cubicBezTo>
                  <a:pt x="3465253" y="27763"/>
                  <a:pt x="3470303" y="28494"/>
                  <a:pt x="3474187" y="29956"/>
                </a:cubicBezTo>
                <a:cubicBezTo>
                  <a:pt x="3478072" y="31419"/>
                  <a:pt x="3480928" y="33258"/>
                  <a:pt x="3482756" y="35475"/>
                </a:cubicBezTo>
                <a:cubicBezTo>
                  <a:pt x="3484584" y="37691"/>
                  <a:pt x="3485864" y="40490"/>
                  <a:pt x="3486595" y="43872"/>
                </a:cubicBezTo>
                <a:cubicBezTo>
                  <a:pt x="3487006" y="45974"/>
                  <a:pt x="3487212" y="49767"/>
                  <a:pt x="3487212" y="55251"/>
                </a:cubicBezTo>
                <a:lnTo>
                  <a:pt x="3487212" y="71703"/>
                </a:lnTo>
                <a:cubicBezTo>
                  <a:pt x="3487212" y="83174"/>
                  <a:pt x="3487474" y="90429"/>
                  <a:pt x="3488000" y="93468"/>
                </a:cubicBezTo>
                <a:cubicBezTo>
                  <a:pt x="3488526" y="96507"/>
                  <a:pt x="3489565" y="99420"/>
                  <a:pt x="3491119" y="102208"/>
                </a:cubicBezTo>
                <a:lnTo>
                  <a:pt x="3478232" y="102208"/>
                </a:lnTo>
                <a:cubicBezTo>
                  <a:pt x="3476952" y="99649"/>
                  <a:pt x="3476129" y="96655"/>
                  <a:pt x="3475764" y="93228"/>
                </a:cubicBezTo>
                <a:moveTo>
                  <a:pt x="3474736" y="65671"/>
                </a:moveTo>
                <a:cubicBezTo>
                  <a:pt x="3470257" y="67499"/>
                  <a:pt x="3463539" y="69053"/>
                  <a:pt x="3454582" y="70332"/>
                </a:cubicBezTo>
                <a:cubicBezTo>
                  <a:pt x="3449509" y="71063"/>
                  <a:pt x="3445922" y="71886"/>
                  <a:pt x="3443820" y="72800"/>
                </a:cubicBezTo>
                <a:cubicBezTo>
                  <a:pt x="3441717" y="73714"/>
                  <a:pt x="3440095" y="75051"/>
                  <a:pt x="3438953" y="76810"/>
                </a:cubicBezTo>
                <a:cubicBezTo>
                  <a:pt x="3437810" y="78570"/>
                  <a:pt x="3437239" y="80523"/>
                  <a:pt x="3437239" y="82671"/>
                </a:cubicBezTo>
                <a:cubicBezTo>
                  <a:pt x="3437239" y="85962"/>
                  <a:pt x="3438484" y="88704"/>
                  <a:pt x="3440975" y="90897"/>
                </a:cubicBezTo>
                <a:cubicBezTo>
                  <a:pt x="3443465" y="93091"/>
                  <a:pt x="3447110" y="94188"/>
                  <a:pt x="3451908" y="94188"/>
                </a:cubicBezTo>
                <a:cubicBezTo>
                  <a:pt x="3456661" y="94188"/>
                  <a:pt x="3460888" y="93148"/>
                  <a:pt x="3464590" y="91069"/>
                </a:cubicBezTo>
                <a:cubicBezTo>
                  <a:pt x="3468292" y="88989"/>
                  <a:pt x="3471011" y="86144"/>
                  <a:pt x="3472748" y="82534"/>
                </a:cubicBezTo>
                <a:cubicBezTo>
                  <a:pt x="3474073" y="79746"/>
                  <a:pt x="3474736" y="75633"/>
                  <a:pt x="3474736" y="70195"/>
                </a:cubicBezTo>
                <a:lnTo>
                  <a:pt x="3474736" y="65671"/>
                </a:lnTo>
                <a:close/>
                <a:moveTo>
                  <a:pt x="3517441" y="102208"/>
                </a:moveTo>
                <a:lnTo>
                  <a:pt x="3505994" y="102208"/>
                </a:lnTo>
                <a:lnTo>
                  <a:pt x="3505994" y="1714"/>
                </a:lnTo>
                <a:lnTo>
                  <a:pt x="3518333" y="1714"/>
                </a:lnTo>
                <a:lnTo>
                  <a:pt x="3518333" y="37565"/>
                </a:lnTo>
                <a:cubicBezTo>
                  <a:pt x="3523542" y="31030"/>
                  <a:pt x="3530192" y="27763"/>
                  <a:pt x="3538281" y="27763"/>
                </a:cubicBezTo>
                <a:cubicBezTo>
                  <a:pt x="3542759" y="27763"/>
                  <a:pt x="3546998" y="28665"/>
                  <a:pt x="3550997" y="30470"/>
                </a:cubicBezTo>
                <a:cubicBezTo>
                  <a:pt x="3554995" y="32276"/>
                  <a:pt x="3558286" y="34812"/>
                  <a:pt x="3560868" y="38079"/>
                </a:cubicBezTo>
                <a:cubicBezTo>
                  <a:pt x="3563450" y="41347"/>
                  <a:pt x="3565472" y="45289"/>
                  <a:pt x="3566934" y="49904"/>
                </a:cubicBezTo>
                <a:cubicBezTo>
                  <a:pt x="3568397" y="54520"/>
                  <a:pt x="3569128" y="59456"/>
                  <a:pt x="3569128" y="64711"/>
                </a:cubicBezTo>
                <a:cubicBezTo>
                  <a:pt x="3569128" y="77187"/>
                  <a:pt x="3566043" y="86830"/>
                  <a:pt x="3559874" y="93639"/>
                </a:cubicBezTo>
                <a:cubicBezTo>
                  <a:pt x="3553704" y="100448"/>
                  <a:pt x="3546301" y="103853"/>
                  <a:pt x="3537664" y="103853"/>
                </a:cubicBezTo>
                <a:cubicBezTo>
                  <a:pt x="3529072" y="103853"/>
                  <a:pt x="3522331" y="100266"/>
                  <a:pt x="3517441" y="93091"/>
                </a:cubicBezTo>
                <a:lnTo>
                  <a:pt x="3517441" y="102208"/>
                </a:lnTo>
                <a:moveTo>
                  <a:pt x="3517304" y="65260"/>
                </a:moveTo>
                <a:cubicBezTo>
                  <a:pt x="3517304" y="73988"/>
                  <a:pt x="3518493" y="80295"/>
                  <a:pt x="3520869" y="84179"/>
                </a:cubicBezTo>
                <a:cubicBezTo>
                  <a:pt x="3524753" y="90532"/>
                  <a:pt x="3530009" y="93708"/>
                  <a:pt x="3536635" y="93708"/>
                </a:cubicBezTo>
                <a:cubicBezTo>
                  <a:pt x="3542028" y="93708"/>
                  <a:pt x="3546689" y="91366"/>
                  <a:pt x="3550620" y="86681"/>
                </a:cubicBezTo>
                <a:cubicBezTo>
                  <a:pt x="3554550" y="81997"/>
                  <a:pt x="3556515" y="75016"/>
                  <a:pt x="3556515" y="65739"/>
                </a:cubicBezTo>
                <a:cubicBezTo>
                  <a:pt x="3556515" y="56234"/>
                  <a:pt x="3554630" y="49219"/>
                  <a:pt x="3550860" y="44695"/>
                </a:cubicBezTo>
                <a:cubicBezTo>
                  <a:pt x="3547089" y="40170"/>
                  <a:pt x="3542531" y="37908"/>
                  <a:pt x="3537184" y="37908"/>
                </a:cubicBezTo>
                <a:cubicBezTo>
                  <a:pt x="3531791" y="37908"/>
                  <a:pt x="3527130" y="40250"/>
                  <a:pt x="3523200" y="44934"/>
                </a:cubicBezTo>
                <a:cubicBezTo>
                  <a:pt x="3519269" y="49619"/>
                  <a:pt x="3517304" y="56394"/>
                  <a:pt x="3517304" y="65260"/>
                </a:cubicBezTo>
                <a:close/>
                <a:moveTo>
                  <a:pt x="3583935" y="15904"/>
                </a:moveTo>
                <a:lnTo>
                  <a:pt x="3583935" y="1714"/>
                </a:lnTo>
                <a:lnTo>
                  <a:pt x="3596274" y="1714"/>
                </a:lnTo>
                <a:lnTo>
                  <a:pt x="3596274" y="15904"/>
                </a:lnTo>
                <a:lnTo>
                  <a:pt x="3583935" y="15904"/>
                </a:lnTo>
                <a:moveTo>
                  <a:pt x="3583935" y="102208"/>
                </a:moveTo>
                <a:lnTo>
                  <a:pt x="3583935" y="29408"/>
                </a:lnTo>
                <a:lnTo>
                  <a:pt x="3596274" y="29408"/>
                </a:lnTo>
                <a:lnTo>
                  <a:pt x="3596274" y="102208"/>
                </a:lnTo>
                <a:lnTo>
                  <a:pt x="3583935" y="102208"/>
                </a:lnTo>
                <a:close/>
                <a:moveTo>
                  <a:pt x="3615342" y="102208"/>
                </a:moveTo>
                <a:lnTo>
                  <a:pt x="3615342" y="29408"/>
                </a:lnTo>
                <a:lnTo>
                  <a:pt x="3626447" y="29408"/>
                </a:lnTo>
                <a:lnTo>
                  <a:pt x="3626447" y="39759"/>
                </a:lnTo>
                <a:cubicBezTo>
                  <a:pt x="3631794" y="31761"/>
                  <a:pt x="3639517" y="27763"/>
                  <a:pt x="3649617" y="27763"/>
                </a:cubicBezTo>
                <a:cubicBezTo>
                  <a:pt x="3654004" y="27763"/>
                  <a:pt x="3658037" y="28551"/>
                  <a:pt x="3661716" y="30128"/>
                </a:cubicBezTo>
                <a:cubicBezTo>
                  <a:pt x="3665395" y="31704"/>
                  <a:pt x="3668148" y="33772"/>
                  <a:pt x="3669976" y="36331"/>
                </a:cubicBezTo>
                <a:cubicBezTo>
                  <a:pt x="3671804" y="38891"/>
                  <a:pt x="3673084" y="41930"/>
                  <a:pt x="3673815" y="45449"/>
                </a:cubicBezTo>
                <a:cubicBezTo>
                  <a:pt x="3674272" y="47734"/>
                  <a:pt x="3674500" y="51732"/>
                  <a:pt x="3674500" y="57445"/>
                </a:cubicBezTo>
                <a:lnTo>
                  <a:pt x="3674500" y="102208"/>
                </a:lnTo>
                <a:lnTo>
                  <a:pt x="3662161" y="102208"/>
                </a:lnTo>
                <a:lnTo>
                  <a:pt x="3662161" y="57925"/>
                </a:lnTo>
                <a:cubicBezTo>
                  <a:pt x="3662161" y="52898"/>
                  <a:pt x="3661682" y="49139"/>
                  <a:pt x="3660722" y="46648"/>
                </a:cubicBezTo>
                <a:cubicBezTo>
                  <a:pt x="3659762" y="44158"/>
                  <a:pt x="3658060" y="42170"/>
                  <a:pt x="3655615" y="40684"/>
                </a:cubicBezTo>
                <a:cubicBezTo>
                  <a:pt x="3653170" y="39199"/>
                  <a:pt x="3650302" y="38457"/>
                  <a:pt x="3647012" y="38457"/>
                </a:cubicBezTo>
                <a:cubicBezTo>
                  <a:pt x="3641756" y="38457"/>
                  <a:pt x="3637221" y="40125"/>
                  <a:pt x="3633405" y="43461"/>
                </a:cubicBezTo>
                <a:cubicBezTo>
                  <a:pt x="3629589" y="46797"/>
                  <a:pt x="3627681" y="53126"/>
                  <a:pt x="3627681" y="62449"/>
                </a:cubicBezTo>
                <a:lnTo>
                  <a:pt x="3627681" y="102208"/>
                </a:lnTo>
                <a:lnTo>
                  <a:pt x="3615342" y="102208"/>
                </a:lnTo>
                <a:close/>
                <a:moveTo>
                  <a:pt x="3742982" y="78764"/>
                </a:moveTo>
                <a:lnTo>
                  <a:pt x="3755732" y="80341"/>
                </a:lnTo>
                <a:cubicBezTo>
                  <a:pt x="3753721" y="87790"/>
                  <a:pt x="3749997" y="93571"/>
                  <a:pt x="3744559" y="97684"/>
                </a:cubicBezTo>
                <a:cubicBezTo>
                  <a:pt x="3739120" y="101797"/>
                  <a:pt x="3732174" y="103853"/>
                  <a:pt x="3723719" y="103853"/>
                </a:cubicBezTo>
                <a:cubicBezTo>
                  <a:pt x="3713071" y="103853"/>
                  <a:pt x="3704628" y="100574"/>
                  <a:pt x="3698390" y="94016"/>
                </a:cubicBezTo>
                <a:cubicBezTo>
                  <a:pt x="3692152" y="87458"/>
                  <a:pt x="3689033" y="78261"/>
                  <a:pt x="3689033" y="66425"/>
                </a:cubicBezTo>
                <a:cubicBezTo>
                  <a:pt x="3689033" y="54177"/>
                  <a:pt x="3692186" y="44672"/>
                  <a:pt x="3698493" y="37908"/>
                </a:cubicBezTo>
                <a:cubicBezTo>
                  <a:pt x="3704800" y="31145"/>
                  <a:pt x="3712980" y="27763"/>
                  <a:pt x="3723034" y="27763"/>
                </a:cubicBezTo>
                <a:cubicBezTo>
                  <a:pt x="3732768" y="27763"/>
                  <a:pt x="3740720" y="31076"/>
                  <a:pt x="3746889" y="37702"/>
                </a:cubicBezTo>
                <a:cubicBezTo>
                  <a:pt x="3753059" y="44329"/>
                  <a:pt x="3756143" y="53652"/>
                  <a:pt x="3756143" y="65671"/>
                </a:cubicBezTo>
                <a:cubicBezTo>
                  <a:pt x="3756143" y="66402"/>
                  <a:pt x="3756121" y="67499"/>
                  <a:pt x="3756075" y="68961"/>
                </a:cubicBezTo>
                <a:lnTo>
                  <a:pt x="3701783" y="68961"/>
                </a:lnTo>
                <a:cubicBezTo>
                  <a:pt x="3702240" y="76959"/>
                  <a:pt x="3704503" y="83083"/>
                  <a:pt x="3708570" y="87333"/>
                </a:cubicBezTo>
                <a:cubicBezTo>
                  <a:pt x="3712637" y="91583"/>
                  <a:pt x="3717710" y="93708"/>
                  <a:pt x="3723788" y="93708"/>
                </a:cubicBezTo>
                <a:cubicBezTo>
                  <a:pt x="3728312" y="93708"/>
                  <a:pt x="3732174" y="92520"/>
                  <a:pt x="3735373" y="90143"/>
                </a:cubicBezTo>
                <a:cubicBezTo>
                  <a:pt x="3738572" y="87767"/>
                  <a:pt x="3741108" y="83974"/>
                  <a:pt x="3742982" y="78764"/>
                </a:cubicBezTo>
                <a:moveTo>
                  <a:pt x="3702469" y="58816"/>
                </a:moveTo>
                <a:lnTo>
                  <a:pt x="3743119" y="58816"/>
                </a:lnTo>
                <a:cubicBezTo>
                  <a:pt x="3742571" y="52692"/>
                  <a:pt x="3741017" y="48099"/>
                  <a:pt x="3738458" y="45037"/>
                </a:cubicBezTo>
                <a:cubicBezTo>
                  <a:pt x="3734527" y="40285"/>
                  <a:pt x="3729432" y="37908"/>
                  <a:pt x="3723171" y="37908"/>
                </a:cubicBezTo>
                <a:cubicBezTo>
                  <a:pt x="3717504" y="37908"/>
                  <a:pt x="3712740" y="39805"/>
                  <a:pt x="3708878" y="43598"/>
                </a:cubicBezTo>
                <a:cubicBezTo>
                  <a:pt x="3705017" y="47391"/>
                  <a:pt x="3702880" y="52464"/>
                  <a:pt x="3702469" y="58816"/>
                </a:cubicBezTo>
                <a:close/>
                <a:moveTo>
                  <a:pt x="3797891" y="91171"/>
                </a:moveTo>
                <a:lnTo>
                  <a:pt x="3799673" y="102071"/>
                </a:lnTo>
                <a:cubicBezTo>
                  <a:pt x="3796200" y="102802"/>
                  <a:pt x="3793092" y="103168"/>
                  <a:pt x="3790350" y="103168"/>
                </a:cubicBezTo>
                <a:cubicBezTo>
                  <a:pt x="3785871" y="103168"/>
                  <a:pt x="3782398" y="102459"/>
                  <a:pt x="3779930" y="101043"/>
                </a:cubicBezTo>
                <a:cubicBezTo>
                  <a:pt x="3777463" y="99626"/>
                  <a:pt x="3775726" y="97764"/>
                  <a:pt x="3774721" y="95456"/>
                </a:cubicBezTo>
                <a:cubicBezTo>
                  <a:pt x="3773715" y="93148"/>
                  <a:pt x="3773213" y="88292"/>
                  <a:pt x="3773213" y="80889"/>
                </a:cubicBezTo>
                <a:lnTo>
                  <a:pt x="3773213" y="39005"/>
                </a:lnTo>
                <a:lnTo>
                  <a:pt x="3764164" y="39005"/>
                </a:lnTo>
                <a:lnTo>
                  <a:pt x="3764164" y="29408"/>
                </a:lnTo>
                <a:lnTo>
                  <a:pt x="3773213" y="29408"/>
                </a:lnTo>
                <a:lnTo>
                  <a:pt x="3773213" y="11379"/>
                </a:lnTo>
                <a:lnTo>
                  <a:pt x="3785483" y="3976"/>
                </a:lnTo>
                <a:lnTo>
                  <a:pt x="3785483" y="29408"/>
                </a:lnTo>
                <a:lnTo>
                  <a:pt x="3797891" y="29408"/>
                </a:lnTo>
                <a:lnTo>
                  <a:pt x="3797891" y="39005"/>
                </a:lnTo>
                <a:lnTo>
                  <a:pt x="3785483" y="39005"/>
                </a:lnTo>
                <a:lnTo>
                  <a:pt x="3785483" y="81574"/>
                </a:lnTo>
                <a:cubicBezTo>
                  <a:pt x="3785483" y="85093"/>
                  <a:pt x="3785700" y="87355"/>
                  <a:pt x="3786134" y="88361"/>
                </a:cubicBezTo>
                <a:cubicBezTo>
                  <a:pt x="3786568" y="89366"/>
                  <a:pt x="3787277" y="90166"/>
                  <a:pt x="3788259" y="90760"/>
                </a:cubicBezTo>
                <a:cubicBezTo>
                  <a:pt x="3789242" y="91354"/>
                  <a:pt x="3790647" y="91651"/>
                  <a:pt x="3792475" y="91651"/>
                </a:cubicBezTo>
                <a:cubicBezTo>
                  <a:pt x="3793846" y="91651"/>
                  <a:pt x="3795651" y="91491"/>
                  <a:pt x="3797891" y="91171"/>
                </a:cubicBezTo>
                <a:close/>
                <a:moveTo>
                  <a:pt x="3812941" y="102208"/>
                </a:moveTo>
                <a:lnTo>
                  <a:pt x="3812941" y="88155"/>
                </a:lnTo>
                <a:lnTo>
                  <a:pt x="3826994" y="88155"/>
                </a:lnTo>
                <a:lnTo>
                  <a:pt x="3826994" y="102208"/>
                </a:lnTo>
                <a:lnTo>
                  <a:pt x="3812941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(">
            <a:extLst xmlns:a="http://schemas.openxmlformats.org/drawingml/2006/main">
              <a:ext uri="{FF2B5EF4-FFF2-40B4-BE49-F238E27FC236}">
                <a16:creationId xmlns:a16="http://schemas.microsoft.com/office/drawing/2014/main" id="{601FC2BD-3339-49B6-A381-D7F08538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253" y="2769461"/>
            <a:ext cx="51892" cy="131753"/>
          </a:xfrm>
          <a:custGeom xmlns:a="http://schemas.openxmlformats.org/drawingml/2006/main">
            <a:pathLst>
              <a:path w="51892" h="131753">
                <a:moveTo>
                  <a:pt x="24404" y="131753"/>
                </a:moveTo>
                <a:lnTo>
                  <a:pt x="11037" y="131753"/>
                </a:lnTo>
                <a:cubicBezTo>
                  <a:pt x="7289" y="123024"/>
                  <a:pt x="4513" y="114193"/>
                  <a:pt x="2708" y="105258"/>
                </a:cubicBezTo>
                <a:cubicBezTo>
                  <a:pt x="903" y="96324"/>
                  <a:pt x="0" y="88132"/>
                  <a:pt x="0" y="80683"/>
                </a:cubicBezTo>
                <a:cubicBezTo>
                  <a:pt x="0" y="71360"/>
                  <a:pt x="1497" y="62003"/>
                  <a:pt x="4490" y="52612"/>
                </a:cubicBezTo>
                <a:cubicBezTo>
                  <a:pt x="7483" y="43221"/>
                  <a:pt x="12065" y="33658"/>
                  <a:pt x="18234" y="23924"/>
                </a:cubicBezTo>
                <a:cubicBezTo>
                  <a:pt x="22119" y="17709"/>
                  <a:pt x="28357" y="9734"/>
                  <a:pt x="36948" y="0"/>
                </a:cubicBezTo>
                <a:lnTo>
                  <a:pt x="51892" y="0"/>
                </a:lnTo>
                <a:cubicBezTo>
                  <a:pt x="43164" y="10237"/>
                  <a:pt x="36434" y="19857"/>
                  <a:pt x="31704" y="28860"/>
                </a:cubicBezTo>
                <a:cubicBezTo>
                  <a:pt x="26974" y="37862"/>
                  <a:pt x="23444" y="47665"/>
                  <a:pt x="21113" y="58267"/>
                </a:cubicBezTo>
                <a:cubicBezTo>
                  <a:pt x="18783" y="68870"/>
                  <a:pt x="17617" y="79244"/>
                  <a:pt x="17617" y="89389"/>
                </a:cubicBezTo>
                <a:cubicBezTo>
                  <a:pt x="17617" y="96244"/>
                  <a:pt x="18131" y="102916"/>
                  <a:pt x="19160" y="109406"/>
                </a:cubicBezTo>
                <a:cubicBezTo>
                  <a:pt x="20188" y="115895"/>
                  <a:pt x="21936" y="123344"/>
                  <a:pt x="24404" y="131753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b">
            <a:extLst xmlns:a="http://schemas.openxmlformats.org/drawingml/2006/main">
              <a:ext uri="{FF2B5EF4-FFF2-40B4-BE49-F238E27FC236}">
                <a16:creationId xmlns:a16="http://schemas.microsoft.com/office/drawing/2014/main" id="{BD232B83-BA6C-4149-8128-68F47666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401" y="2771175"/>
            <a:ext cx="79381" cy="102208"/>
          </a:xfrm>
          <a:custGeom xmlns:a="http://schemas.openxmlformats.org/drawingml/2006/main">
            <a:pathLst>
              <a:path w="79381" h="102208">
                <a:moveTo>
                  <a:pt x="0" y="100494"/>
                </a:moveTo>
                <a:lnTo>
                  <a:pt x="20976" y="0"/>
                </a:lnTo>
                <a:lnTo>
                  <a:pt x="40719" y="0"/>
                </a:lnTo>
                <a:lnTo>
                  <a:pt x="33658" y="33589"/>
                </a:lnTo>
                <a:cubicBezTo>
                  <a:pt x="37268" y="30847"/>
                  <a:pt x="40639" y="28894"/>
                  <a:pt x="43769" y="27728"/>
                </a:cubicBezTo>
                <a:cubicBezTo>
                  <a:pt x="46900" y="26563"/>
                  <a:pt x="50316" y="25980"/>
                  <a:pt x="54017" y="25980"/>
                </a:cubicBezTo>
                <a:cubicBezTo>
                  <a:pt x="61695" y="25980"/>
                  <a:pt x="67842" y="28551"/>
                  <a:pt x="72457" y="33692"/>
                </a:cubicBezTo>
                <a:cubicBezTo>
                  <a:pt x="77073" y="38834"/>
                  <a:pt x="79381" y="46317"/>
                  <a:pt x="79381" y="56142"/>
                </a:cubicBezTo>
                <a:cubicBezTo>
                  <a:pt x="79381" y="62769"/>
                  <a:pt x="78295" y="69201"/>
                  <a:pt x="76125" y="75439"/>
                </a:cubicBezTo>
                <a:cubicBezTo>
                  <a:pt x="73954" y="81677"/>
                  <a:pt x="71052" y="86750"/>
                  <a:pt x="67419" y="90657"/>
                </a:cubicBezTo>
                <a:cubicBezTo>
                  <a:pt x="63786" y="94565"/>
                  <a:pt x="59970" y="97467"/>
                  <a:pt x="55971" y="99363"/>
                </a:cubicBezTo>
                <a:cubicBezTo>
                  <a:pt x="51972" y="101260"/>
                  <a:pt x="47779" y="102208"/>
                  <a:pt x="43392" y="102208"/>
                </a:cubicBezTo>
                <a:cubicBezTo>
                  <a:pt x="32973" y="102208"/>
                  <a:pt x="25318" y="97638"/>
                  <a:pt x="20428" y="88498"/>
                </a:cubicBezTo>
                <a:lnTo>
                  <a:pt x="17892" y="100494"/>
                </a:lnTo>
                <a:lnTo>
                  <a:pt x="0" y="100494"/>
                </a:lnTo>
                <a:moveTo>
                  <a:pt x="26529" y="70812"/>
                </a:moveTo>
                <a:cubicBezTo>
                  <a:pt x="26529" y="75702"/>
                  <a:pt x="27911" y="79678"/>
                  <a:pt x="30676" y="82740"/>
                </a:cubicBezTo>
                <a:cubicBezTo>
                  <a:pt x="33441" y="85802"/>
                  <a:pt x="36697" y="87333"/>
                  <a:pt x="40444" y="87333"/>
                </a:cubicBezTo>
                <a:cubicBezTo>
                  <a:pt x="43735" y="87333"/>
                  <a:pt x="46877" y="86144"/>
                  <a:pt x="49870" y="83768"/>
                </a:cubicBezTo>
                <a:cubicBezTo>
                  <a:pt x="52863" y="81392"/>
                  <a:pt x="55354" y="77599"/>
                  <a:pt x="57342" y="72389"/>
                </a:cubicBezTo>
                <a:cubicBezTo>
                  <a:pt x="59330" y="67179"/>
                  <a:pt x="60324" y="61923"/>
                  <a:pt x="60324" y="56622"/>
                </a:cubicBezTo>
                <a:cubicBezTo>
                  <a:pt x="60324" y="51458"/>
                  <a:pt x="58987" y="47402"/>
                  <a:pt x="56314" y="44455"/>
                </a:cubicBezTo>
                <a:cubicBezTo>
                  <a:pt x="53640" y="41507"/>
                  <a:pt x="50407" y="40033"/>
                  <a:pt x="46614" y="40033"/>
                </a:cubicBezTo>
                <a:cubicBezTo>
                  <a:pt x="41678" y="40033"/>
                  <a:pt x="37428" y="42318"/>
                  <a:pt x="33864" y="46888"/>
                </a:cubicBezTo>
                <a:cubicBezTo>
                  <a:pt x="28974" y="53149"/>
                  <a:pt x="26529" y="61124"/>
                  <a:pt x="26529" y="70812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)Jennif">
            <a:extLst xmlns:a="http://schemas.openxmlformats.org/drawingml/2006/main">
              <a:ext uri="{FF2B5EF4-FFF2-40B4-BE49-F238E27FC236}">
                <a16:creationId xmlns:a16="http://schemas.microsoft.com/office/drawing/2014/main" id="{1301EE11-C39E-4B83-AF01-FE93891E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998" y="2769461"/>
            <a:ext cx="499359" cy="131753"/>
          </a:xfrm>
          <a:custGeom xmlns:a="http://schemas.openxmlformats.org/drawingml/2006/main">
            <a:pathLst>
              <a:path w="499359" h="131753">
                <a:moveTo>
                  <a:pt x="27489" y="0"/>
                </a:moveTo>
                <a:lnTo>
                  <a:pt x="40856" y="0"/>
                </a:lnTo>
                <a:cubicBezTo>
                  <a:pt x="44603" y="8683"/>
                  <a:pt x="47379" y="17503"/>
                  <a:pt x="49185" y="26460"/>
                </a:cubicBezTo>
                <a:cubicBezTo>
                  <a:pt x="50990" y="35417"/>
                  <a:pt x="51892" y="43598"/>
                  <a:pt x="51892" y="51001"/>
                </a:cubicBezTo>
                <a:cubicBezTo>
                  <a:pt x="51892" y="60324"/>
                  <a:pt x="50396" y="69681"/>
                  <a:pt x="47402" y="79072"/>
                </a:cubicBezTo>
                <a:cubicBezTo>
                  <a:pt x="44409" y="88464"/>
                  <a:pt x="39828" y="98049"/>
                  <a:pt x="33658" y="107829"/>
                </a:cubicBezTo>
                <a:cubicBezTo>
                  <a:pt x="29728" y="114044"/>
                  <a:pt x="23490" y="122019"/>
                  <a:pt x="14944" y="131753"/>
                </a:cubicBezTo>
                <a:lnTo>
                  <a:pt x="0" y="131753"/>
                </a:lnTo>
                <a:cubicBezTo>
                  <a:pt x="8683" y="121516"/>
                  <a:pt x="15389" y="111919"/>
                  <a:pt x="20119" y="102962"/>
                </a:cubicBezTo>
                <a:cubicBezTo>
                  <a:pt x="24849" y="94005"/>
                  <a:pt x="28380" y="84214"/>
                  <a:pt x="30710" y="73588"/>
                </a:cubicBezTo>
                <a:cubicBezTo>
                  <a:pt x="33041" y="62963"/>
                  <a:pt x="34206" y="52555"/>
                  <a:pt x="34206" y="42364"/>
                </a:cubicBezTo>
                <a:cubicBezTo>
                  <a:pt x="34206" y="35463"/>
                  <a:pt x="33704" y="28780"/>
                  <a:pt x="32698" y="22313"/>
                </a:cubicBezTo>
                <a:cubicBezTo>
                  <a:pt x="31693" y="15846"/>
                  <a:pt x="29956" y="8409"/>
                  <a:pt x="27489" y="0"/>
                </a:cubicBezTo>
                <a:close/>
                <a:moveTo>
                  <a:pt x="131730" y="1714"/>
                </a:moveTo>
                <a:lnTo>
                  <a:pt x="152021" y="1714"/>
                </a:lnTo>
                <a:lnTo>
                  <a:pt x="139339" y="62586"/>
                </a:lnTo>
                <a:cubicBezTo>
                  <a:pt x="135957" y="78718"/>
                  <a:pt x="131525" y="89640"/>
                  <a:pt x="126041" y="95353"/>
                </a:cubicBezTo>
                <a:cubicBezTo>
                  <a:pt x="120557" y="101065"/>
                  <a:pt x="112125" y="103922"/>
                  <a:pt x="100746" y="103922"/>
                </a:cubicBezTo>
                <a:cubicBezTo>
                  <a:pt x="91103" y="103922"/>
                  <a:pt x="83882" y="101705"/>
                  <a:pt x="79084" y="97272"/>
                </a:cubicBezTo>
                <a:cubicBezTo>
                  <a:pt x="74285" y="92839"/>
                  <a:pt x="71886" y="86807"/>
                  <a:pt x="71886" y="79175"/>
                </a:cubicBezTo>
                <a:cubicBezTo>
                  <a:pt x="71886" y="77576"/>
                  <a:pt x="72000" y="75793"/>
                  <a:pt x="72229" y="73828"/>
                </a:cubicBezTo>
                <a:lnTo>
                  <a:pt x="91354" y="71772"/>
                </a:lnTo>
                <a:cubicBezTo>
                  <a:pt x="91080" y="73783"/>
                  <a:pt x="90943" y="75451"/>
                  <a:pt x="90943" y="76776"/>
                </a:cubicBezTo>
                <a:cubicBezTo>
                  <a:pt x="90943" y="79975"/>
                  <a:pt x="91857" y="82420"/>
                  <a:pt x="93685" y="84111"/>
                </a:cubicBezTo>
                <a:cubicBezTo>
                  <a:pt x="95513" y="85802"/>
                  <a:pt x="98324" y="86647"/>
                  <a:pt x="102117" y="86647"/>
                </a:cubicBezTo>
                <a:cubicBezTo>
                  <a:pt x="107418" y="86647"/>
                  <a:pt x="111142" y="85093"/>
                  <a:pt x="113290" y="81986"/>
                </a:cubicBezTo>
                <a:cubicBezTo>
                  <a:pt x="114890" y="79609"/>
                  <a:pt x="116832" y="72914"/>
                  <a:pt x="119117" y="61901"/>
                </a:cubicBezTo>
                <a:lnTo>
                  <a:pt x="131730" y="1714"/>
                </a:lnTo>
                <a:close/>
                <a:moveTo>
                  <a:pt x="222147" y="71909"/>
                </a:moveTo>
                <a:lnTo>
                  <a:pt x="172791" y="71909"/>
                </a:lnTo>
                <a:cubicBezTo>
                  <a:pt x="172746" y="72686"/>
                  <a:pt x="172723" y="73280"/>
                  <a:pt x="172723" y="73691"/>
                </a:cubicBezTo>
                <a:cubicBezTo>
                  <a:pt x="172723" y="78535"/>
                  <a:pt x="174105" y="82443"/>
                  <a:pt x="176870" y="85413"/>
                </a:cubicBezTo>
                <a:cubicBezTo>
                  <a:pt x="179635" y="88384"/>
                  <a:pt x="183005" y="89869"/>
                  <a:pt x="186981" y="89869"/>
                </a:cubicBezTo>
                <a:cubicBezTo>
                  <a:pt x="193516" y="89869"/>
                  <a:pt x="198612" y="86487"/>
                  <a:pt x="202268" y="79724"/>
                </a:cubicBezTo>
                <a:lnTo>
                  <a:pt x="219885" y="82671"/>
                </a:lnTo>
                <a:cubicBezTo>
                  <a:pt x="216458" y="89755"/>
                  <a:pt x="211876" y="95067"/>
                  <a:pt x="206141" y="98609"/>
                </a:cubicBezTo>
                <a:cubicBezTo>
                  <a:pt x="200406" y="102151"/>
                  <a:pt x="193973" y="103922"/>
                  <a:pt x="186844" y="103922"/>
                </a:cubicBezTo>
                <a:cubicBezTo>
                  <a:pt x="177064" y="103922"/>
                  <a:pt x="169113" y="100826"/>
                  <a:pt x="162989" y="94633"/>
                </a:cubicBezTo>
                <a:cubicBezTo>
                  <a:pt x="156865" y="88441"/>
                  <a:pt x="153803" y="80249"/>
                  <a:pt x="153803" y="70058"/>
                </a:cubicBezTo>
                <a:cubicBezTo>
                  <a:pt x="153803" y="60095"/>
                  <a:pt x="156568" y="51230"/>
                  <a:pt x="162098" y="43461"/>
                </a:cubicBezTo>
                <a:cubicBezTo>
                  <a:pt x="169638" y="32950"/>
                  <a:pt x="180400" y="27694"/>
                  <a:pt x="194385" y="27694"/>
                </a:cubicBezTo>
                <a:cubicBezTo>
                  <a:pt x="203296" y="27694"/>
                  <a:pt x="210380" y="30448"/>
                  <a:pt x="215635" y="35954"/>
                </a:cubicBezTo>
                <a:cubicBezTo>
                  <a:pt x="220891" y="41461"/>
                  <a:pt x="223518" y="49173"/>
                  <a:pt x="223518" y="59090"/>
                </a:cubicBezTo>
                <a:cubicBezTo>
                  <a:pt x="223518" y="63843"/>
                  <a:pt x="223061" y="68116"/>
                  <a:pt x="222147" y="71909"/>
                </a:cubicBezTo>
                <a:moveTo>
                  <a:pt x="205558" y="59913"/>
                </a:moveTo>
                <a:cubicBezTo>
                  <a:pt x="205604" y="59044"/>
                  <a:pt x="205627" y="58382"/>
                  <a:pt x="205627" y="57925"/>
                </a:cubicBezTo>
                <a:cubicBezTo>
                  <a:pt x="205627" y="52532"/>
                  <a:pt x="204416" y="48488"/>
                  <a:pt x="201994" y="45791"/>
                </a:cubicBezTo>
                <a:cubicBezTo>
                  <a:pt x="199572" y="43095"/>
                  <a:pt x="196327" y="41747"/>
                  <a:pt x="192260" y="41747"/>
                </a:cubicBezTo>
                <a:cubicBezTo>
                  <a:pt x="188192" y="41747"/>
                  <a:pt x="184548" y="43278"/>
                  <a:pt x="181326" y="46340"/>
                </a:cubicBezTo>
                <a:cubicBezTo>
                  <a:pt x="178104" y="49402"/>
                  <a:pt x="175922" y="53926"/>
                  <a:pt x="174779" y="59913"/>
                </a:cubicBezTo>
                <a:lnTo>
                  <a:pt x="205558" y="59913"/>
                </a:lnTo>
                <a:close/>
                <a:moveTo>
                  <a:pt x="244563" y="29408"/>
                </a:moveTo>
                <a:lnTo>
                  <a:pt x="263209" y="29408"/>
                </a:lnTo>
                <a:lnTo>
                  <a:pt x="261290" y="38868"/>
                </a:lnTo>
                <a:cubicBezTo>
                  <a:pt x="265951" y="34846"/>
                  <a:pt x="270304" y="31979"/>
                  <a:pt x="274348" y="30265"/>
                </a:cubicBezTo>
                <a:cubicBezTo>
                  <a:pt x="278393" y="28551"/>
                  <a:pt x="282654" y="27694"/>
                  <a:pt x="287133" y="27694"/>
                </a:cubicBezTo>
                <a:cubicBezTo>
                  <a:pt x="293120" y="27694"/>
                  <a:pt x="297838" y="29408"/>
                  <a:pt x="301288" y="32835"/>
                </a:cubicBezTo>
                <a:cubicBezTo>
                  <a:pt x="304739" y="36263"/>
                  <a:pt x="306464" y="40810"/>
                  <a:pt x="306464" y="46477"/>
                </a:cubicBezTo>
                <a:cubicBezTo>
                  <a:pt x="306464" y="49036"/>
                  <a:pt x="305710" y="53880"/>
                  <a:pt x="304202" y="61009"/>
                </a:cubicBezTo>
                <a:lnTo>
                  <a:pt x="295633" y="102208"/>
                </a:lnTo>
                <a:lnTo>
                  <a:pt x="275959" y="102208"/>
                </a:lnTo>
                <a:lnTo>
                  <a:pt x="284597" y="60872"/>
                </a:lnTo>
                <a:cubicBezTo>
                  <a:pt x="285876" y="54703"/>
                  <a:pt x="286516" y="51024"/>
                  <a:pt x="286516" y="49836"/>
                </a:cubicBezTo>
                <a:cubicBezTo>
                  <a:pt x="286516" y="47322"/>
                  <a:pt x="285773" y="45346"/>
                  <a:pt x="284288" y="43906"/>
                </a:cubicBezTo>
                <a:cubicBezTo>
                  <a:pt x="282803" y="42467"/>
                  <a:pt x="280735" y="41747"/>
                  <a:pt x="278084" y="41747"/>
                </a:cubicBezTo>
                <a:cubicBezTo>
                  <a:pt x="275205" y="41747"/>
                  <a:pt x="272006" y="42958"/>
                  <a:pt x="268487" y="45380"/>
                </a:cubicBezTo>
                <a:cubicBezTo>
                  <a:pt x="264968" y="47802"/>
                  <a:pt x="262204" y="51001"/>
                  <a:pt x="260193" y="54977"/>
                </a:cubicBezTo>
                <a:cubicBezTo>
                  <a:pt x="258730" y="57810"/>
                  <a:pt x="257085" y="63591"/>
                  <a:pt x="255257" y="72320"/>
                </a:cubicBezTo>
                <a:lnTo>
                  <a:pt x="249019" y="102208"/>
                </a:lnTo>
                <a:lnTo>
                  <a:pt x="229345" y="102208"/>
                </a:lnTo>
                <a:lnTo>
                  <a:pt x="244563" y="29408"/>
                </a:lnTo>
                <a:close/>
                <a:moveTo>
                  <a:pt x="330229" y="29408"/>
                </a:moveTo>
                <a:lnTo>
                  <a:pt x="348875" y="29408"/>
                </a:lnTo>
                <a:lnTo>
                  <a:pt x="346956" y="38868"/>
                </a:lnTo>
                <a:cubicBezTo>
                  <a:pt x="351617" y="34846"/>
                  <a:pt x="355970" y="31979"/>
                  <a:pt x="360014" y="30265"/>
                </a:cubicBezTo>
                <a:cubicBezTo>
                  <a:pt x="364059" y="28551"/>
                  <a:pt x="368320" y="27694"/>
                  <a:pt x="372799" y="27694"/>
                </a:cubicBezTo>
                <a:cubicBezTo>
                  <a:pt x="378786" y="27694"/>
                  <a:pt x="383504" y="29408"/>
                  <a:pt x="386955" y="32835"/>
                </a:cubicBezTo>
                <a:cubicBezTo>
                  <a:pt x="390405" y="36263"/>
                  <a:pt x="392130" y="40810"/>
                  <a:pt x="392130" y="46477"/>
                </a:cubicBezTo>
                <a:cubicBezTo>
                  <a:pt x="392130" y="49036"/>
                  <a:pt x="391376" y="53880"/>
                  <a:pt x="389868" y="61009"/>
                </a:cubicBezTo>
                <a:lnTo>
                  <a:pt x="381299" y="102208"/>
                </a:lnTo>
                <a:lnTo>
                  <a:pt x="361625" y="102208"/>
                </a:lnTo>
                <a:lnTo>
                  <a:pt x="370263" y="60872"/>
                </a:lnTo>
                <a:cubicBezTo>
                  <a:pt x="371542" y="54703"/>
                  <a:pt x="372182" y="51024"/>
                  <a:pt x="372182" y="49836"/>
                </a:cubicBezTo>
                <a:cubicBezTo>
                  <a:pt x="372182" y="47322"/>
                  <a:pt x="371439" y="45346"/>
                  <a:pt x="369954" y="43906"/>
                </a:cubicBezTo>
                <a:cubicBezTo>
                  <a:pt x="368469" y="42467"/>
                  <a:pt x="366401" y="41747"/>
                  <a:pt x="363750" y="41747"/>
                </a:cubicBezTo>
                <a:cubicBezTo>
                  <a:pt x="360871" y="41747"/>
                  <a:pt x="357672" y="42958"/>
                  <a:pt x="354153" y="45380"/>
                </a:cubicBezTo>
                <a:cubicBezTo>
                  <a:pt x="350635" y="47802"/>
                  <a:pt x="347870" y="51001"/>
                  <a:pt x="345859" y="54977"/>
                </a:cubicBezTo>
                <a:cubicBezTo>
                  <a:pt x="344396" y="57810"/>
                  <a:pt x="342751" y="63591"/>
                  <a:pt x="340923" y="72320"/>
                </a:cubicBezTo>
                <a:lnTo>
                  <a:pt x="334685" y="102208"/>
                </a:lnTo>
                <a:lnTo>
                  <a:pt x="315011" y="102208"/>
                </a:lnTo>
                <a:lnTo>
                  <a:pt x="330229" y="29408"/>
                </a:lnTo>
                <a:close/>
                <a:moveTo>
                  <a:pt x="421380" y="1714"/>
                </a:moveTo>
                <a:lnTo>
                  <a:pt x="441053" y="1714"/>
                </a:lnTo>
                <a:lnTo>
                  <a:pt x="437352" y="19537"/>
                </a:lnTo>
                <a:lnTo>
                  <a:pt x="417678" y="19537"/>
                </a:lnTo>
                <a:lnTo>
                  <a:pt x="421380" y="1714"/>
                </a:lnTo>
                <a:moveTo>
                  <a:pt x="415621" y="29408"/>
                </a:moveTo>
                <a:lnTo>
                  <a:pt x="435295" y="29408"/>
                </a:lnTo>
                <a:lnTo>
                  <a:pt x="420077" y="102208"/>
                </a:lnTo>
                <a:lnTo>
                  <a:pt x="400403" y="102208"/>
                </a:lnTo>
                <a:lnTo>
                  <a:pt x="415621" y="29408"/>
                </a:lnTo>
                <a:close/>
                <a:moveTo>
                  <a:pt x="489625" y="29408"/>
                </a:moveTo>
                <a:lnTo>
                  <a:pt x="486609" y="43803"/>
                </a:lnTo>
                <a:lnTo>
                  <a:pt x="472694" y="43803"/>
                </a:lnTo>
                <a:lnTo>
                  <a:pt x="460492" y="102208"/>
                </a:lnTo>
                <a:lnTo>
                  <a:pt x="440818" y="102208"/>
                </a:lnTo>
                <a:lnTo>
                  <a:pt x="453020" y="43803"/>
                </a:lnTo>
                <a:lnTo>
                  <a:pt x="442052" y="43803"/>
                </a:lnTo>
                <a:lnTo>
                  <a:pt x="445068" y="29408"/>
                </a:lnTo>
                <a:lnTo>
                  <a:pt x="456036" y="29408"/>
                </a:lnTo>
                <a:lnTo>
                  <a:pt x="457613" y="21936"/>
                </a:lnTo>
                <a:cubicBezTo>
                  <a:pt x="458892" y="15812"/>
                  <a:pt x="460103" y="11676"/>
                  <a:pt x="461246" y="9528"/>
                </a:cubicBezTo>
                <a:cubicBezTo>
                  <a:pt x="462800" y="6604"/>
                  <a:pt x="465119" y="4284"/>
                  <a:pt x="468204" y="2571"/>
                </a:cubicBezTo>
                <a:cubicBezTo>
                  <a:pt x="471288" y="857"/>
                  <a:pt x="475321" y="0"/>
                  <a:pt x="480303" y="0"/>
                </a:cubicBezTo>
                <a:cubicBezTo>
                  <a:pt x="486335" y="0"/>
                  <a:pt x="492687" y="1097"/>
                  <a:pt x="499359" y="3290"/>
                </a:cubicBezTo>
                <a:lnTo>
                  <a:pt x="495521" y="17343"/>
                </a:lnTo>
                <a:cubicBezTo>
                  <a:pt x="490814" y="15744"/>
                  <a:pt x="486998" y="14944"/>
                  <a:pt x="484073" y="14944"/>
                </a:cubicBezTo>
                <a:cubicBezTo>
                  <a:pt x="481834" y="14944"/>
                  <a:pt x="480165" y="15652"/>
                  <a:pt x="479069" y="17069"/>
                </a:cubicBezTo>
                <a:cubicBezTo>
                  <a:pt x="478337" y="17983"/>
                  <a:pt x="477583" y="20382"/>
                  <a:pt x="476807" y="24267"/>
                </a:cubicBezTo>
                <a:lnTo>
                  <a:pt x="475710" y="29408"/>
                </a:lnTo>
                <a:lnTo>
                  <a:pt x="489625" y="29408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erthinksthatthereisacupcakeinsidethe">
            <a:extLst xmlns:a="http://schemas.openxmlformats.org/drawingml/2006/main">
              <a:ext uri="{FF2B5EF4-FFF2-40B4-BE49-F238E27FC236}">
                <a16:creationId xmlns:a16="http://schemas.microsoft.com/office/drawing/2014/main" id="{F1F14A59-0B65-4D64-A88B-2AB87B08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790" y="2771175"/>
            <a:ext cx="2809937" cy="128257"/>
          </a:xfrm>
          <a:custGeom xmlns:a="http://schemas.openxmlformats.org/drawingml/2006/main">
            <a:pathLst>
              <a:path w="2809937" h="128257">
                <a:moveTo>
                  <a:pt x="68344" y="70195"/>
                </a:moveTo>
                <a:lnTo>
                  <a:pt x="18988" y="70195"/>
                </a:lnTo>
                <a:cubicBezTo>
                  <a:pt x="18943" y="70972"/>
                  <a:pt x="18920" y="71566"/>
                  <a:pt x="18920" y="71977"/>
                </a:cubicBezTo>
                <a:cubicBezTo>
                  <a:pt x="18920" y="76822"/>
                  <a:pt x="20302" y="80729"/>
                  <a:pt x="23067" y="83699"/>
                </a:cubicBezTo>
                <a:cubicBezTo>
                  <a:pt x="25832" y="86670"/>
                  <a:pt x="29202" y="88155"/>
                  <a:pt x="33178" y="88155"/>
                </a:cubicBezTo>
                <a:cubicBezTo>
                  <a:pt x="39713" y="88155"/>
                  <a:pt x="44809" y="84773"/>
                  <a:pt x="48465" y="78010"/>
                </a:cubicBezTo>
                <a:lnTo>
                  <a:pt x="66082" y="80957"/>
                </a:lnTo>
                <a:cubicBezTo>
                  <a:pt x="62655" y="88041"/>
                  <a:pt x="58073" y="93354"/>
                  <a:pt x="52338" y="96895"/>
                </a:cubicBezTo>
                <a:cubicBezTo>
                  <a:pt x="46603" y="100437"/>
                  <a:pt x="40170" y="102208"/>
                  <a:pt x="33041" y="102208"/>
                </a:cubicBezTo>
                <a:cubicBezTo>
                  <a:pt x="23261" y="102208"/>
                  <a:pt x="15309" y="99112"/>
                  <a:pt x="9186" y="92919"/>
                </a:cubicBezTo>
                <a:cubicBezTo>
                  <a:pt x="3062" y="86727"/>
                  <a:pt x="0" y="78535"/>
                  <a:pt x="0" y="68344"/>
                </a:cubicBezTo>
                <a:cubicBezTo>
                  <a:pt x="0" y="58382"/>
                  <a:pt x="2765" y="49516"/>
                  <a:pt x="8295" y="41747"/>
                </a:cubicBezTo>
                <a:cubicBezTo>
                  <a:pt x="15835" y="31236"/>
                  <a:pt x="26597" y="25980"/>
                  <a:pt x="40582" y="25980"/>
                </a:cubicBezTo>
                <a:cubicBezTo>
                  <a:pt x="49493" y="25980"/>
                  <a:pt x="56577" y="28734"/>
                  <a:pt x="61832" y="34241"/>
                </a:cubicBezTo>
                <a:cubicBezTo>
                  <a:pt x="67088" y="39748"/>
                  <a:pt x="69715" y="47459"/>
                  <a:pt x="69715" y="57376"/>
                </a:cubicBezTo>
                <a:cubicBezTo>
                  <a:pt x="69715" y="62129"/>
                  <a:pt x="69258" y="66402"/>
                  <a:pt x="68344" y="70195"/>
                </a:cubicBezTo>
                <a:moveTo>
                  <a:pt x="51755" y="58199"/>
                </a:moveTo>
                <a:cubicBezTo>
                  <a:pt x="51801" y="57331"/>
                  <a:pt x="51824" y="56668"/>
                  <a:pt x="51824" y="56211"/>
                </a:cubicBezTo>
                <a:cubicBezTo>
                  <a:pt x="51824" y="50818"/>
                  <a:pt x="50613" y="46774"/>
                  <a:pt x="48191" y="44078"/>
                </a:cubicBezTo>
                <a:cubicBezTo>
                  <a:pt x="45769" y="41381"/>
                  <a:pt x="42524" y="40033"/>
                  <a:pt x="38457" y="40033"/>
                </a:cubicBezTo>
                <a:cubicBezTo>
                  <a:pt x="34389" y="40033"/>
                  <a:pt x="30745" y="41564"/>
                  <a:pt x="27523" y="44626"/>
                </a:cubicBezTo>
                <a:cubicBezTo>
                  <a:pt x="24301" y="47688"/>
                  <a:pt x="22119" y="52212"/>
                  <a:pt x="20976" y="58199"/>
                </a:cubicBezTo>
                <a:lnTo>
                  <a:pt x="51755" y="58199"/>
                </a:lnTo>
                <a:close/>
                <a:moveTo>
                  <a:pt x="89389" y="27694"/>
                </a:moveTo>
                <a:lnTo>
                  <a:pt x="107760" y="27694"/>
                </a:lnTo>
                <a:lnTo>
                  <a:pt x="104813" y="41815"/>
                </a:lnTo>
                <a:cubicBezTo>
                  <a:pt x="111668" y="31259"/>
                  <a:pt x="119094" y="25980"/>
                  <a:pt x="127091" y="25980"/>
                </a:cubicBezTo>
                <a:cubicBezTo>
                  <a:pt x="129925" y="25980"/>
                  <a:pt x="132964" y="26689"/>
                  <a:pt x="136209" y="28105"/>
                </a:cubicBezTo>
                <a:lnTo>
                  <a:pt x="128668" y="44215"/>
                </a:lnTo>
                <a:cubicBezTo>
                  <a:pt x="126886" y="43575"/>
                  <a:pt x="124989" y="43255"/>
                  <a:pt x="122978" y="43255"/>
                </a:cubicBezTo>
                <a:cubicBezTo>
                  <a:pt x="119597" y="43255"/>
                  <a:pt x="116158" y="44535"/>
                  <a:pt x="112662" y="47094"/>
                </a:cubicBezTo>
                <a:cubicBezTo>
                  <a:pt x="109166" y="49653"/>
                  <a:pt x="106435" y="53069"/>
                  <a:pt x="104470" y="57342"/>
                </a:cubicBezTo>
                <a:cubicBezTo>
                  <a:pt x="102505" y="61615"/>
                  <a:pt x="100563" y="68390"/>
                  <a:pt x="98643" y="77667"/>
                </a:cubicBezTo>
                <a:lnTo>
                  <a:pt x="93845" y="100494"/>
                </a:lnTo>
                <a:lnTo>
                  <a:pt x="74171" y="100494"/>
                </a:lnTo>
                <a:lnTo>
                  <a:pt x="89389" y="27694"/>
                </a:lnTo>
                <a:close/>
                <a:moveTo>
                  <a:pt x="172917" y="42295"/>
                </a:moveTo>
                <a:lnTo>
                  <a:pt x="175933" y="27694"/>
                </a:lnTo>
                <a:lnTo>
                  <a:pt x="185530" y="27694"/>
                </a:lnTo>
                <a:lnTo>
                  <a:pt x="187929" y="16041"/>
                </a:lnTo>
                <a:lnTo>
                  <a:pt x="210482" y="2468"/>
                </a:lnTo>
                <a:lnTo>
                  <a:pt x="205204" y="27694"/>
                </a:lnTo>
                <a:lnTo>
                  <a:pt x="217200" y="27694"/>
                </a:lnTo>
                <a:lnTo>
                  <a:pt x="214184" y="42295"/>
                </a:lnTo>
                <a:lnTo>
                  <a:pt x="202119" y="42295"/>
                </a:lnTo>
                <a:lnTo>
                  <a:pt x="195744" y="72800"/>
                </a:lnTo>
                <a:cubicBezTo>
                  <a:pt x="194601" y="78330"/>
                  <a:pt x="194030" y="81483"/>
                  <a:pt x="194030" y="82260"/>
                </a:cubicBezTo>
                <a:cubicBezTo>
                  <a:pt x="194030" y="83768"/>
                  <a:pt x="194510" y="84945"/>
                  <a:pt x="195470" y="85790"/>
                </a:cubicBezTo>
                <a:cubicBezTo>
                  <a:pt x="196429" y="86636"/>
                  <a:pt x="198166" y="87058"/>
                  <a:pt x="200680" y="87058"/>
                </a:cubicBezTo>
                <a:cubicBezTo>
                  <a:pt x="201548" y="87058"/>
                  <a:pt x="203719" y="86898"/>
                  <a:pt x="207192" y="86579"/>
                </a:cubicBezTo>
                <a:lnTo>
                  <a:pt x="204107" y="101180"/>
                </a:lnTo>
                <a:cubicBezTo>
                  <a:pt x="200725" y="101865"/>
                  <a:pt x="197252" y="102208"/>
                  <a:pt x="193687" y="102208"/>
                </a:cubicBezTo>
                <a:cubicBezTo>
                  <a:pt x="186741" y="102208"/>
                  <a:pt x="181691" y="100871"/>
                  <a:pt x="178538" y="98198"/>
                </a:cubicBezTo>
                <a:cubicBezTo>
                  <a:pt x="175385" y="95524"/>
                  <a:pt x="173808" y="91811"/>
                  <a:pt x="173808" y="87058"/>
                </a:cubicBezTo>
                <a:cubicBezTo>
                  <a:pt x="173808" y="84819"/>
                  <a:pt x="174653" y="79655"/>
                  <a:pt x="176344" y="71566"/>
                </a:cubicBezTo>
                <a:lnTo>
                  <a:pt x="182445" y="42295"/>
                </a:lnTo>
                <a:lnTo>
                  <a:pt x="172917" y="42295"/>
                </a:lnTo>
                <a:close/>
                <a:moveTo>
                  <a:pt x="234286" y="100494"/>
                </a:moveTo>
                <a:lnTo>
                  <a:pt x="214612" y="100494"/>
                </a:lnTo>
                <a:lnTo>
                  <a:pt x="235657" y="0"/>
                </a:lnTo>
                <a:lnTo>
                  <a:pt x="255331" y="0"/>
                </a:lnTo>
                <a:lnTo>
                  <a:pt x="247790" y="35783"/>
                </a:lnTo>
                <a:cubicBezTo>
                  <a:pt x="252223" y="32310"/>
                  <a:pt x="256359" y="29808"/>
                  <a:pt x="260198" y="28277"/>
                </a:cubicBezTo>
                <a:cubicBezTo>
                  <a:pt x="264037" y="26746"/>
                  <a:pt x="268150" y="25980"/>
                  <a:pt x="272537" y="25980"/>
                </a:cubicBezTo>
                <a:cubicBezTo>
                  <a:pt x="278432" y="25980"/>
                  <a:pt x="283093" y="27671"/>
                  <a:pt x="286521" y="31053"/>
                </a:cubicBezTo>
                <a:cubicBezTo>
                  <a:pt x="289948" y="34435"/>
                  <a:pt x="291662" y="38868"/>
                  <a:pt x="291662" y="44352"/>
                </a:cubicBezTo>
                <a:cubicBezTo>
                  <a:pt x="291662" y="47277"/>
                  <a:pt x="291022" y="51801"/>
                  <a:pt x="289743" y="57925"/>
                </a:cubicBezTo>
                <a:lnTo>
                  <a:pt x="280831" y="100494"/>
                </a:lnTo>
                <a:lnTo>
                  <a:pt x="261158" y="100494"/>
                </a:lnTo>
                <a:lnTo>
                  <a:pt x="270275" y="57102"/>
                </a:lnTo>
                <a:cubicBezTo>
                  <a:pt x="271234" y="52395"/>
                  <a:pt x="271714" y="49379"/>
                  <a:pt x="271714" y="48053"/>
                </a:cubicBezTo>
                <a:cubicBezTo>
                  <a:pt x="271714" y="45631"/>
                  <a:pt x="270960" y="43689"/>
                  <a:pt x="269452" y="42227"/>
                </a:cubicBezTo>
                <a:cubicBezTo>
                  <a:pt x="267944" y="40764"/>
                  <a:pt x="265887" y="40033"/>
                  <a:pt x="263283" y="40033"/>
                </a:cubicBezTo>
                <a:cubicBezTo>
                  <a:pt x="259992" y="40033"/>
                  <a:pt x="256839" y="41176"/>
                  <a:pt x="253823" y="43461"/>
                </a:cubicBezTo>
                <a:cubicBezTo>
                  <a:pt x="249892" y="46477"/>
                  <a:pt x="246899" y="50179"/>
                  <a:pt x="244843" y="54566"/>
                </a:cubicBezTo>
                <a:cubicBezTo>
                  <a:pt x="243700" y="56988"/>
                  <a:pt x="242192" y="62677"/>
                  <a:pt x="240318" y="71635"/>
                </a:cubicBezTo>
                <a:lnTo>
                  <a:pt x="234286" y="100494"/>
                </a:lnTo>
                <a:close/>
                <a:moveTo>
                  <a:pt x="320981" y="0"/>
                </a:moveTo>
                <a:lnTo>
                  <a:pt x="340654" y="0"/>
                </a:lnTo>
                <a:lnTo>
                  <a:pt x="336953" y="17823"/>
                </a:lnTo>
                <a:lnTo>
                  <a:pt x="317279" y="17823"/>
                </a:lnTo>
                <a:lnTo>
                  <a:pt x="320981" y="0"/>
                </a:lnTo>
                <a:moveTo>
                  <a:pt x="315222" y="27694"/>
                </a:moveTo>
                <a:lnTo>
                  <a:pt x="334896" y="27694"/>
                </a:lnTo>
                <a:lnTo>
                  <a:pt x="319678" y="100494"/>
                </a:lnTo>
                <a:lnTo>
                  <a:pt x="300004" y="100494"/>
                </a:lnTo>
                <a:lnTo>
                  <a:pt x="315222" y="27694"/>
                </a:lnTo>
                <a:close/>
                <a:moveTo>
                  <a:pt x="353991" y="27694"/>
                </a:moveTo>
                <a:lnTo>
                  <a:pt x="372637" y="27694"/>
                </a:lnTo>
                <a:lnTo>
                  <a:pt x="370718" y="37154"/>
                </a:lnTo>
                <a:cubicBezTo>
                  <a:pt x="375379" y="33132"/>
                  <a:pt x="379732" y="30265"/>
                  <a:pt x="383776" y="28551"/>
                </a:cubicBezTo>
                <a:cubicBezTo>
                  <a:pt x="387821" y="26837"/>
                  <a:pt x="392082" y="25980"/>
                  <a:pt x="396561" y="25980"/>
                </a:cubicBezTo>
                <a:cubicBezTo>
                  <a:pt x="402548" y="25980"/>
                  <a:pt x="407266" y="27694"/>
                  <a:pt x="410716" y="31122"/>
                </a:cubicBezTo>
                <a:cubicBezTo>
                  <a:pt x="414167" y="34549"/>
                  <a:pt x="415892" y="39096"/>
                  <a:pt x="415892" y="44763"/>
                </a:cubicBezTo>
                <a:cubicBezTo>
                  <a:pt x="415892" y="47322"/>
                  <a:pt x="415138" y="52166"/>
                  <a:pt x="413630" y="59296"/>
                </a:cubicBezTo>
                <a:lnTo>
                  <a:pt x="405061" y="100494"/>
                </a:lnTo>
                <a:lnTo>
                  <a:pt x="385387" y="100494"/>
                </a:lnTo>
                <a:lnTo>
                  <a:pt x="394025" y="59159"/>
                </a:lnTo>
                <a:cubicBezTo>
                  <a:pt x="395304" y="52989"/>
                  <a:pt x="395944" y="49310"/>
                  <a:pt x="395944" y="48122"/>
                </a:cubicBezTo>
                <a:cubicBezTo>
                  <a:pt x="395944" y="45609"/>
                  <a:pt x="395201" y="43632"/>
                  <a:pt x="393716" y="42192"/>
                </a:cubicBezTo>
                <a:cubicBezTo>
                  <a:pt x="392231" y="40753"/>
                  <a:pt x="390163" y="40033"/>
                  <a:pt x="387512" y="40033"/>
                </a:cubicBezTo>
                <a:cubicBezTo>
                  <a:pt x="384633" y="40033"/>
                  <a:pt x="381434" y="41244"/>
                  <a:pt x="377915" y="43666"/>
                </a:cubicBezTo>
                <a:cubicBezTo>
                  <a:pt x="374396" y="46088"/>
                  <a:pt x="371632" y="49287"/>
                  <a:pt x="369621" y="53263"/>
                </a:cubicBezTo>
                <a:cubicBezTo>
                  <a:pt x="368158" y="56097"/>
                  <a:pt x="366513" y="61878"/>
                  <a:pt x="364685" y="70606"/>
                </a:cubicBezTo>
                <a:lnTo>
                  <a:pt x="358447" y="100494"/>
                </a:lnTo>
                <a:lnTo>
                  <a:pt x="338773" y="100494"/>
                </a:lnTo>
                <a:lnTo>
                  <a:pt x="353991" y="27694"/>
                </a:lnTo>
                <a:close/>
                <a:moveTo>
                  <a:pt x="423823" y="100494"/>
                </a:moveTo>
                <a:lnTo>
                  <a:pt x="444867" y="0"/>
                </a:lnTo>
                <a:lnTo>
                  <a:pt x="464541" y="0"/>
                </a:lnTo>
                <a:lnTo>
                  <a:pt x="453573" y="52304"/>
                </a:lnTo>
                <a:lnTo>
                  <a:pt x="479211" y="27694"/>
                </a:lnTo>
                <a:lnTo>
                  <a:pt x="504780" y="27694"/>
                </a:lnTo>
                <a:lnTo>
                  <a:pt x="475509" y="54154"/>
                </a:lnTo>
                <a:lnTo>
                  <a:pt x="491070" y="100494"/>
                </a:lnTo>
                <a:lnTo>
                  <a:pt x="471396" y="100494"/>
                </a:lnTo>
                <a:lnTo>
                  <a:pt x="461388" y="66836"/>
                </a:lnTo>
                <a:lnTo>
                  <a:pt x="448089" y="78627"/>
                </a:lnTo>
                <a:lnTo>
                  <a:pt x="443496" y="100494"/>
                </a:lnTo>
                <a:lnTo>
                  <a:pt x="423823" y="100494"/>
                </a:lnTo>
                <a:close/>
                <a:moveTo>
                  <a:pt x="499433" y="80135"/>
                </a:moveTo>
                <a:lnTo>
                  <a:pt x="518490" y="77119"/>
                </a:lnTo>
                <a:cubicBezTo>
                  <a:pt x="520181" y="81140"/>
                  <a:pt x="522283" y="83985"/>
                  <a:pt x="524797" y="85653"/>
                </a:cubicBezTo>
                <a:cubicBezTo>
                  <a:pt x="527310" y="87321"/>
                  <a:pt x="530738" y="88155"/>
                  <a:pt x="535079" y="88155"/>
                </a:cubicBezTo>
                <a:cubicBezTo>
                  <a:pt x="539558" y="88155"/>
                  <a:pt x="543145" y="87150"/>
                  <a:pt x="545842" y="85139"/>
                </a:cubicBezTo>
                <a:cubicBezTo>
                  <a:pt x="547715" y="83768"/>
                  <a:pt x="548652" y="82100"/>
                  <a:pt x="548652" y="80135"/>
                </a:cubicBezTo>
                <a:cubicBezTo>
                  <a:pt x="548652" y="78810"/>
                  <a:pt x="548172" y="77621"/>
                  <a:pt x="547213" y="76570"/>
                </a:cubicBezTo>
                <a:cubicBezTo>
                  <a:pt x="546207" y="75565"/>
                  <a:pt x="543488" y="74331"/>
                  <a:pt x="539055" y="72869"/>
                </a:cubicBezTo>
                <a:cubicBezTo>
                  <a:pt x="527173" y="68938"/>
                  <a:pt x="519815" y="65831"/>
                  <a:pt x="516982" y="63546"/>
                </a:cubicBezTo>
                <a:cubicBezTo>
                  <a:pt x="512549" y="59981"/>
                  <a:pt x="510333" y="55320"/>
                  <a:pt x="510333" y="49562"/>
                </a:cubicBezTo>
                <a:cubicBezTo>
                  <a:pt x="510333" y="43803"/>
                  <a:pt x="512481" y="38845"/>
                  <a:pt x="516776" y="34686"/>
                </a:cubicBezTo>
                <a:cubicBezTo>
                  <a:pt x="522763" y="28882"/>
                  <a:pt x="531652" y="25980"/>
                  <a:pt x="543442" y="25980"/>
                </a:cubicBezTo>
                <a:cubicBezTo>
                  <a:pt x="552811" y="25980"/>
                  <a:pt x="559894" y="27694"/>
                  <a:pt x="564693" y="31122"/>
                </a:cubicBezTo>
                <a:cubicBezTo>
                  <a:pt x="569491" y="34549"/>
                  <a:pt x="572530" y="39188"/>
                  <a:pt x="573810" y="45037"/>
                </a:cubicBezTo>
                <a:lnTo>
                  <a:pt x="555644" y="48191"/>
                </a:lnTo>
                <a:cubicBezTo>
                  <a:pt x="554684" y="45540"/>
                  <a:pt x="553131" y="43552"/>
                  <a:pt x="550983" y="42227"/>
                </a:cubicBezTo>
                <a:cubicBezTo>
                  <a:pt x="548058" y="40444"/>
                  <a:pt x="544539" y="39553"/>
                  <a:pt x="540426" y="39553"/>
                </a:cubicBezTo>
                <a:cubicBezTo>
                  <a:pt x="536313" y="39553"/>
                  <a:pt x="533354" y="40239"/>
                  <a:pt x="531549" y="41610"/>
                </a:cubicBezTo>
                <a:cubicBezTo>
                  <a:pt x="529744" y="42981"/>
                  <a:pt x="528841" y="44557"/>
                  <a:pt x="528841" y="46340"/>
                </a:cubicBezTo>
                <a:cubicBezTo>
                  <a:pt x="528841" y="48168"/>
                  <a:pt x="529755" y="49676"/>
                  <a:pt x="531583" y="50864"/>
                </a:cubicBezTo>
                <a:cubicBezTo>
                  <a:pt x="532726" y="51595"/>
                  <a:pt x="536404" y="52875"/>
                  <a:pt x="542620" y="54703"/>
                </a:cubicBezTo>
                <a:cubicBezTo>
                  <a:pt x="552217" y="57491"/>
                  <a:pt x="558638" y="60233"/>
                  <a:pt x="561882" y="62929"/>
                </a:cubicBezTo>
                <a:cubicBezTo>
                  <a:pt x="566452" y="66722"/>
                  <a:pt x="568737" y="71292"/>
                  <a:pt x="568737" y="76639"/>
                </a:cubicBezTo>
                <a:cubicBezTo>
                  <a:pt x="568737" y="83540"/>
                  <a:pt x="565835" y="89526"/>
                  <a:pt x="560031" y="94599"/>
                </a:cubicBezTo>
                <a:cubicBezTo>
                  <a:pt x="554227" y="99672"/>
                  <a:pt x="546047" y="102208"/>
                  <a:pt x="535490" y="102208"/>
                </a:cubicBezTo>
                <a:cubicBezTo>
                  <a:pt x="524979" y="102208"/>
                  <a:pt x="516856" y="100277"/>
                  <a:pt x="511121" y="96415"/>
                </a:cubicBezTo>
                <a:cubicBezTo>
                  <a:pt x="505386" y="92554"/>
                  <a:pt x="501490" y="87127"/>
                  <a:pt x="499433" y="80135"/>
                </a:cubicBezTo>
                <a:close/>
                <a:moveTo>
                  <a:pt x="623204" y="42295"/>
                </a:moveTo>
                <a:lnTo>
                  <a:pt x="626220" y="27694"/>
                </a:lnTo>
                <a:lnTo>
                  <a:pt x="635817" y="27694"/>
                </a:lnTo>
                <a:lnTo>
                  <a:pt x="638216" y="16041"/>
                </a:lnTo>
                <a:lnTo>
                  <a:pt x="660769" y="2468"/>
                </a:lnTo>
                <a:lnTo>
                  <a:pt x="655491" y="27694"/>
                </a:lnTo>
                <a:lnTo>
                  <a:pt x="667487" y="27694"/>
                </a:lnTo>
                <a:lnTo>
                  <a:pt x="664471" y="42295"/>
                </a:lnTo>
                <a:lnTo>
                  <a:pt x="652406" y="42295"/>
                </a:lnTo>
                <a:lnTo>
                  <a:pt x="646031" y="72800"/>
                </a:lnTo>
                <a:cubicBezTo>
                  <a:pt x="644889" y="78330"/>
                  <a:pt x="644317" y="81483"/>
                  <a:pt x="644317" y="82260"/>
                </a:cubicBezTo>
                <a:cubicBezTo>
                  <a:pt x="644317" y="83768"/>
                  <a:pt x="644797" y="84945"/>
                  <a:pt x="645757" y="85790"/>
                </a:cubicBezTo>
                <a:cubicBezTo>
                  <a:pt x="646717" y="86636"/>
                  <a:pt x="648453" y="87058"/>
                  <a:pt x="650967" y="87058"/>
                </a:cubicBezTo>
                <a:cubicBezTo>
                  <a:pt x="651835" y="87058"/>
                  <a:pt x="654006" y="86898"/>
                  <a:pt x="657479" y="86579"/>
                </a:cubicBezTo>
                <a:lnTo>
                  <a:pt x="654394" y="101180"/>
                </a:lnTo>
                <a:cubicBezTo>
                  <a:pt x="651012" y="101865"/>
                  <a:pt x="647539" y="102208"/>
                  <a:pt x="643975" y="102208"/>
                </a:cubicBezTo>
                <a:cubicBezTo>
                  <a:pt x="637028" y="102208"/>
                  <a:pt x="631978" y="100871"/>
                  <a:pt x="628825" y="98198"/>
                </a:cubicBezTo>
                <a:cubicBezTo>
                  <a:pt x="625672" y="95524"/>
                  <a:pt x="624095" y="91811"/>
                  <a:pt x="624095" y="87058"/>
                </a:cubicBezTo>
                <a:cubicBezTo>
                  <a:pt x="624095" y="84819"/>
                  <a:pt x="624941" y="79655"/>
                  <a:pt x="626631" y="71566"/>
                </a:cubicBezTo>
                <a:lnTo>
                  <a:pt x="632732" y="42295"/>
                </a:lnTo>
                <a:lnTo>
                  <a:pt x="623204" y="42295"/>
                </a:lnTo>
                <a:close/>
                <a:moveTo>
                  <a:pt x="684574" y="100494"/>
                </a:moveTo>
                <a:lnTo>
                  <a:pt x="664900" y="100494"/>
                </a:lnTo>
                <a:lnTo>
                  <a:pt x="685945" y="0"/>
                </a:lnTo>
                <a:lnTo>
                  <a:pt x="705618" y="0"/>
                </a:lnTo>
                <a:lnTo>
                  <a:pt x="698078" y="35783"/>
                </a:lnTo>
                <a:cubicBezTo>
                  <a:pt x="702511" y="32310"/>
                  <a:pt x="706647" y="29808"/>
                  <a:pt x="710486" y="28277"/>
                </a:cubicBezTo>
                <a:cubicBezTo>
                  <a:pt x="714324" y="26746"/>
                  <a:pt x="718437" y="25980"/>
                  <a:pt x="722824" y="25980"/>
                </a:cubicBezTo>
                <a:cubicBezTo>
                  <a:pt x="728720" y="25980"/>
                  <a:pt x="733381" y="27671"/>
                  <a:pt x="736809" y="31053"/>
                </a:cubicBezTo>
                <a:cubicBezTo>
                  <a:pt x="740236" y="34435"/>
                  <a:pt x="741950" y="38868"/>
                  <a:pt x="741950" y="44352"/>
                </a:cubicBezTo>
                <a:cubicBezTo>
                  <a:pt x="741950" y="47277"/>
                  <a:pt x="741310" y="51801"/>
                  <a:pt x="740031" y="57925"/>
                </a:cubicBezTo>
                <a:lnTo>
                  <a:pt x="731119" y="100494"/>
                </a:lnTo>
                <a:lnTo>
                  <a:pt x="711445" y="100494"/>
                </a:lnTo>
                <a:lnTo>
                  <a:pt x="720562" y="57102"/>
                </a:lnTo>
                <a:cubicBezTo>
                  <a:pt x="721522" y="52395"/>
                  <a:pt x="722002" y="49379"/>
                  <a:pt x="722002" y="48053"/>
                </a:cubicBezTo>
                <a:cubicBezTo>
                  <a:pt x="722002" y="45631"/>
                  <a:pt x="721248" y="43689"/>
                  <a:pt x="719740" y="42227"/>
                </a:cubicBezTo>
                <a:cubicBezTo>
                  <a:pt x="718232" y="40764"/>
                  <a:pt x="716175" y="40033"/>
                  <a:pt x="713570" y="40033"/>
                </a:cubicBezTo>
                <a:cubicBezTo>
                  <a:pt x="710280" y="40033"/>
                  <a:pt x="707127" y="41176"/>
                  <a:pt x="704110" y="43461"/>
                </a:cubicBezTo>
                <a:cubicBezTo>
                  <a:pt x="700180" y="46477"/>
                  <a:pt x="697187" y="50179"/>
                  <a:pt x="695130" y="54566"/>
                </a:cubicBezTo>
                <a:cubicBezTo>
                  <a:pt x="693988" y="56988"/>
                  <a:pt x="692480" y="62677"/>
                  <a:pt x="690606" y="71635"/>
                </a:cubicBezTo>
                <a:lnTo>
                  <a:pt x="684574" y="100494"/>
                </a:lnTo>
                <a:close/>
                <a:moveTo>
                  <a:pt x="778055" y="48328"/>
                </a:moveTo>
                <a:lnTo>
                  <a:pt x="758861" y="46682"/>
                </a:lnTo>
                <a:cubicBezTo>
                  <a:pt x="761054" y="40193"/>
                  <a:pt x="764882" y="35120"/>
                  <a:pt x="770343" y="31464"/>
                </a:cubicBezTo>
                <a:cubicBezTo>
                  <a:pt x="775804" y="27808"/>
                  <a:pt x="783036" y="25980"/>
                  <a:pt x="792039" y="25980"/>
                </a:cubicBezTo>
                <a:cubicBezTo>
                  <a:pt x="801407" y="25980"/>
                  <a:pt x="808331" y="27866"/>
                  <a:pt x="812810" y="31636"/>
                </a:cubicBezTo>
                <a:cubicBezTo>
                  <a:pt x="817288" y="35406"/>
                  <a:pt x="819527" y="40010"/>
                  <a:pt x="819527" y="45449"/>
                </a:cubicBezTo>
                <a:cubicBezTo>
                  <a:pt x="819527" y="47642"/>
                  <a:pt x="819333" y="49973"/>
                  <a:pt x="818945" y="52441"/>
                </a:cubicBezTo>
                <a:cubicBezTo>
                  <a:pt x="818556" y="54908"/>
                  <a:pt x="817197" y="61398"/>
                  <a:pt x="814866" y="71909"/>
                </a:cubicBezTo>
                <a:cubicBezTo>
                  <a:pt x="812947" y="80592"/>
                  <a:pt x="811987" y="86670"/>
                  <a:pt x="811987" y="90143"/>
                </a:cubicBezTo>
                <a:cubicBezTo>
                  <a:pt x="811987" y="93251"/>
                  <a:pt x="812535" y="96701"/>
                  <a:pt x="813632" y="100494"/>
                </a:cubicBezTo>
                <a:lnTo>
                  <a:pt x="794507" y="100494"/>
                </a:lnTo>
                <a:cubicBezTo>
                  <a:pt x="793730" y="97844"/>
                  <a:pt x="793250" y="95102"/>
                  <a:pt x="793067" y="92268"/>
                </a:cubicBezTo>
                <a:cubicBezTo>
                  <a:pt x="790188" y="95467"/>
                  <a:pt x="786875" y="97924"/>
                  <a:pt x="783127" y="99637"/>
                </a:cubicBezTo>
                <a:cubicBezTo>
                  <a:pt x="779380" y="101351"/>
                  <a:pt x="775610" y="102208"/>
                  <a:pt x="771817" y="102208"/>
                </a:cubicBezTo>
                <a:cubicBezTo>
                  <a:pt x="765784" y="102208"/>
                  <a:pt x="760803" y="100231"/>
                  <a:pt x="756873" y="96278"/>
                </a:cubicBezTo>
                <a:cubicBezTo>
                  <a:pt x="752943" y="92325"/>
                  <a:pt x="750978" y="87241"/>
                  <a:pt x="750978" y="81026"/>
                </a:cubicBezTo>
                <a:cubicBezTo>
                  <a:pt x="750978" y="74080"/>
                  <a:pt x="753137" y="68527"/>
                  <a:pt x="757455" y="64368"/>
                </a:cubicBezTo>
                <a:cubicBezTo>
                  <a:pt x="761774" y="60210"/>
                  <a:pt x="769486" y="57696"/>
                  <a:pt x="780591" y="56828"/>
                </a:cubicBezTo>
                <a:cubicBezTo>
                  <a:pt x="789960" y="56051"/>
                  <a:pt x="796220" y="55114"/>
                  <a:pt x="799374" y="54017"/>
                </a:cubicBezTo>
                <a:cubicBezTo>
                  <a:pt x="800196" y="51275"/>
                  <a:pt x="800608" y="49082"/>
                  <a:pt x="800608" y="47437"/>
                </a:cubicBezTo>
                <a:cubicBezTo>
                  <a:pt x="800608" y="45334"/>
                  <a:pt x="799762" y="43575"/>
                  <a:pt x="798071" y="42158"/>
                </a:cubicBezTo>
                <a:cubicBezTo>
                  <a:pt x="796380" y="40742"/>
                  <a:pt x="793867" y="40033"/>
                  <a:pt x="790531" y="40033"/>
                </a:cubicBezTo>
                <a:cubicBezTo>
                  <a:pt x="787012" y="40033"/>
                  <a:pt x="784236" y="40753"/>
                  <a:pt x="782202" y="42192"/>
                </a:cubicBezTo>
                <a:cubicBezTo>
                  <a:pt x="780168" y="43632"/>
                  <a:pt x="778786" y="45677"/>
                  <a:pt x="778055" y="48328"/>
                </a:cubicBezTo>
                <a:moveTo>
                  <a:pt x="796769" y="66562"/>
                </a:moveTo>
                <a:cubicBezTo>
                  <a:pt x="795581" y="66882"/>
                  <a:pt x="794004" y="67179"/>
                  <a:pt x="792039" y="67453"/>
                </a:cubicBezTo>
                <a:cubicBezTo>
                  <a:pt x="782168" y="68641"/>
                  <a:pt x="775724" y="70378"/>
                  <a:pt x="772708" y="72663"/>
                </a:cubicBezTo>
                <a:cubicBezTo>
                  <a:pt x="770560" y="74308"/>
                  <a:pt x="769486" y="76525"/>
                  <a:pt x="769486" y="79312"/>
                </a:cubicBezTo>
                <a:cubicBezTo>
                  <a:pt x="769486" y="81597"/>
                  <a:pt x="770309" y="83528"/>
                  <a:pt x="771954" y="85105"/>
                </a:cubicBezTo>
                <a:cubicBezTo>
                  <a:pt x="773599" y="86681"/>
                  <a:pt x="775770" y="87470"/>
                  <a:pt x="778466" y="87470"/>
                </a:cubicBezTo>
                <a:cubicBezTo>
                  <a:pt x="781437" y="87470"/>
                  <a:pt x="784236" y="86750"/>
                  <a:pt x="786863" y="85310"/>
                </a:cubicBezTo>
                <a:cubicBezTo>
                  <a:pt x="789491" y="83871"/>
                  <a:pt x="791456" y="82020"/>
                  <a:pt x="792759" y="79758"/>
                </a:cubicBezTo>
                <a:cubicBezTo>
                  <a:pt x="794061" y="77496"/>
                  <a:pt x="795215" y="73965"/>
                  <a:pt x="796220" y="69167"/>
                </a:cubicBezTo>
                <a:lnTo>
                  <a:pt x="796769" y="66562"/>
                </a:lnTo>
                <a:close/>
                <a:moveTo>
                  <a:pt x="833032" y="42295"/>
                </a:moveTo>
                <a:lnTo>
                  <a:pt x="836048" y="27694"/>
                </a:lnTo>
                <a:lnTo>
                  <a:pt x="845645" y="27694"/>
                </a:lnTo>
                <a:lnTo>
                  <a:pt x="848044" y="16041"/>
                </a:lnTo>
                <a:lnTo>
                  <a:pt x="870597" y="2468"/>
                </a:lnTo>
                <a:lnTo>
                  <a:pt x="865319" y="27694"/>
                </a:lnTo>
                <a:lnTo>
                  <a:pt x="877315" y="27694"/>
                </a:lnTo>
                <a:lnTo>
                  <a:pt x="874299" y="42295"/>
                </a:lnTo>
                <a:lnTo>
                  <a:pt x="862234" y="42295"/>
                </a:lnTo>
                <a:lnTo>
                  <a:pt x="855859" y="72800"/>
                </a:lnTo>
                <a:cubicBezTo>
                  <a:pt x="854717" y="78330"/>
                  <a:pt x="854145" y="81483"/>
                  <a:pt x="854145" y="82260"/>
                </a:cubicBezTo>
                <a:cubicBezTo>
                  <a:pt x="854145" y="83768"/>
                  <a:pt x="854625" y="84945"/>
                  <a:pt x="855585" y="85790"/>
                </a:cubicBezTo>
                <a:cubicBezTo>
                  <a:pt x="856545" y="86636"/>
                  <a:pt x="858281" y="87058"/>
                  <a:pt x="860795" y="87058"/>
                </a:cubicBezTo>
                <a:cubicBezTo>
                  <a:pt x="861663" y="87058"/>
                  <a:pt x="863834" y="86898"/>
                  <a:pt x="867307" y="86579"/>
                </a:cubicBezTo>
                <a:lnTo>
                  <a:pt x="864222" y="101180"/>
                </a:lnTo>
                <a:cubicBezTo>
                  <a:pt x="860840" y="101865"/>
                  <a:pt x="857367" y="102208"/>
                  <a:pt x="853803" y="102208"/>
                </a:cubicBezTo>
                <a:cubicBezTo>
                  <a:pt x="846856" y="102208"/>
                  <a:pt x="841806" y="100871"/>
                  <a:pt x="838653" y="98198"/>
                </a:cubicBezTo>
                <a:cubicBezTo>
                  <a:pt x="835500" y="95524"/>
                  <a:pt x="833923" y="91811"/>
                  <a:pt x="833923" y="87058"/>
                </a:cubicBezTo>
                <a:cubicBezTo>
                  <a:pt x="833923" y="84819"/>
                  <a:pt x="834769" y="79655"/>
                  <a:pt x="836459" y="71566"/>
                </a:cubicBezTo>
                <a:lnTo>
                  <a:pt x="842560" y="42295"/>
                </a:lnTo>
                <a:lnTo>
                  <a:pt x="833032" y="42295"/>
                </a:lnTo>
                <a:close/>
                <a:moveTo>
                  <a:pt x="917883" y="42295"/>
                </a:moveTo>
                <a:lnTo>
                  <a:pt x="920900" y="27694"/>
                </a:lnTo>
                <a:lnTo>
                  <a:pt x="930497" y="27694"/>
                </a:lnTo>
                <a:lnTo>
                  <a:pt x="932896" y="16041"/>
                </a:lnTo>
                <a:lnTo>
                  <a:pt x="955449" y="2468"/>
                </a:lnTo>
                <a:lnTo>
                  <a:pt x="950170" y="27694"/>
                </a:lnTo>
                <a:lnTo>
                  <a:pt x="962167" y="27694"/>
                </a:lnTo>
                <a:lnTo>
                  <a:pt x="959150" y="42295"/>
                </a:lnTo>
                <a:lnTo>
                  <a:pt x="947086" y="42295"/>
                </a:lnTo>
                <a:lnTo>
                  <a:pt x="940711" y="72800"/>
                </a:lnTo>
                <a:cubicBezTo>
                  <a:pt x="939568" y="78330"/>
                  <a:pt x="938997" y="81483"/>
                  <a:pt x="938997" y="82260"/>
                </a:cubicBezTo>
                <a:cubicBezTo>
                  <a:pt x="938997" y="83768"/>
                  <a:pt x="939477" y="84945"/>
                  <a:pt x="940436" y="85790"/>
                </a:cubicBezTo>
                <a:cubicBezTo>
                  <a:pt x="941396" y="86636"/>
                  <a:pt x="943133" y="87058"/>
                  <a:pt x="945646" y="87058"/>
                </a:cubicBezTo>
                <a:cubicBezTo>
                  <a:pt x="946514" y="87058"/>
                  <a:pt x="948685" y="86898"/>
                  <a:pt x="952158" y="86579"/>
                </a:cubicBezTo>
                <a:lnTo>
                  <a:pt x="949074" y="101180"/>
                </a:lnTo>
                <a:cubicBezTo>
                  <a:pt x="945692" y="101865"/>
                  <a:pt x="942219" y="102208"/>
                  <a:pt x="938654" y="102208"/>
                </a:cubicBezTo>
                <a:cubicBezTo>
                  <a:pt x="931708" y="102208"/>
                  <a:pt x="926658" y="100871"/>
                  <a:pt x="923504" y="98198"/>
                </a:cubicBezTo>
                <a:cubicBezTo>
                  <a:pt x="920351" y="95524"/>
                  <a:pt x="918775" y="91811"/>
                  <a:pt x="918775" y="87058"/>
                </a:cubicBezTo>
                <a:cubicBezTo>
                  <a:pt x="918775" y="84819"/>
                  <a:pt x="919620" y="79655"/>
                  <a:pt x="921311" y="71566"/>
                </a:cubicBezTo>
                <a:lnTo>
                  <a:pt x="927412" y="42295"/>
                </a:lnTo>
                <a:lnTo>
                  <a:pt x="917883" y="42295"/>
                </a:lnTo>
                <a:close/>
                <a:moveTo>
                  <a:pt x="979253" y="100494"/>
                </a:moveTo>
                <a:lnTo>
                  <a:pt x="959579" y="100494"/>
                </a:lnTo>
                <a:lnTo>
                  <a:pt x="980624" y="0"/>
                </a:lnTo>
                <a:lnTo>
                  <a:pt x="1000298" y="0"/>
                </a:lnTo>
                <a:lnTo>
                  <a:pt x="992757" y="35783"/>
                </a:lnTo>
                <a:cubicBezTo>
                  <a:pt x="997190" y="32310"/>
                  <a:pt x="1001326" y="29808"/>
                  <a:pt x="1005165" y="28277"/>
                </a:cubicBezTo>
                <a:cubicBezTo>
                  <a:pt x="1009004" y="26746"/>
                  <a:pt x="1013117" y="25980"/>
                  <a:pt x="1017504" y="25980"/>
                </a:cubicBezTo>
                <a:cubicBezTo>
                  <a:pt x="1023399" y="25980"/>
                  <a:pt x="1028061" y="27671"/>
                  <a:pt x="1031488" y="31053"/>
                </a:cubicBezTo>
                <a:cubicBezTo>
                  <a:pt x="1034916" y="34435"/>
                  <a:pt x="1036629" y="38868"/>
                  <a:pt x="1036629" y="44352"/>
                </a:cubicBezTo>
                <a:cubicBezTo>
                  <a:pt x="1036629" y="47277"/>
                  <a:pt x="1035990" y="51801"/>
                  <a:pt x="1034710" y="57925"/>
                </a:cubicBezTo>
                <a:lnTo>
                  <a:pt x="1025798" y="100494"/>
                </a:lnTo>
                <a:lnTo>
                  <a:pt x="1006125" y="100494"/>
                </a:lnTo>
                <a:lnTo>
                  <a:pt x="1015242" y="57102"/>
                </a:lnTo>
                <a:cubicBezTo>
                  <a:pt x="1016201" y="52395"/>
                  <a:pt x="1016681" y="49379"/>
                  <a:pt x="1016681" y="48053"/>
                </a:cubicBezTo>
                <a:cubicBezTo>
                  <a:pt x="1016681" y="45631"/>
                  <a:pt x="1015927" y="43689"/>
                  <a:pt x="1014419" y="42227"/>
                </a:cubicBezTo>
                <a:cubicBezTo>
                  <a:pt x="1012911" y="40764"/>
                  <a:pt x="1010855" y="40033"/>
                  <a:pt x="1008250" y="40033"/>
                </a:cubicBezTo>
                <a:cubicBezTo>
                  <a:pt x="1004959" y="40033"/>
                  <a:pt x="1001806" y="41176"/>
                  <a:pt x="998790" y="43461"/>
                </a:cubicBezTo>
                <a:cubicBezTo>
                  <a:pt x="994860" y="46477"/>
                  <a:pt x="991866" y="50179"/>
                  <a:pt x="989810" y="54566"/>
                </a:cubicBezTo>
                <a:cubicBezTo>
                  <a:pt x="988667" y="56988"/>
                  <a:pt x="987159" y="62677"/>
                  <a:pt x="985285" y="71635"/>
                </a:cubicBezTo>
                <a:lnTo>
                  <a:pt x="979253" y="100494"/>
                </a:lnTo>
                <a:close/>
                <a:moveTo>
                  <a:pt x="1115851" y="70195"/>
                </a:moveTo>
                <a:lnTo>
                  <a:pt x="1066496" y="70195"/>
                </a:lnTo>
                <a:cubicBezTo>
                  <a:pt x="1066450" y="70972"/>
                  <a:pt x="1066427" y="71566"/>
                  <a:pt x="1066427" y="71977"/>
                </a:cubicBezTo>
                <a:cubicBezTo>
                  <a:pt x="1066427" y="76822"/>
                  <a:pt x="1067809" y="80729"/>
                  <a:pt x="1070574" y="83699"/>
                </a:cubicBezTo>
                <a:cubicBezTo>
                  <a:pt x="1073339" y="86670"/>
                  <a:pt x="1076709" y="88155"/>
                  <a:pt x="1080685" y="88155"/>
                </a:cubicBezTo>
                <a:cubicBezTo>
                  <a:pt x="1087220" y="88155"/>
                  <a:pt x="1092316" y="84773"/>
                  <a:pt x="1095972" y="78010"/>
                </a:cubicBezTo>
                <a:lnTo>
                  <a:pt x="1113589" y="80957"/>
                </a:lnTo>
                <a:cubicBezTo>
                  <a:pt x="1110162" y="88041"/>
                  <a:pt x="1105580" y="93354"/>
                  <a:pt x="1099845" y="96895"/>
                </a:cubicBezTo>
                <a:cubicBezTo>
                  <a:pt x="1094110" y="100437"/>
                  <a:pt x="1087677" y="102208"/>
                  <a:pt x="1080548" y="102208"/>
                </a:cubicBezTo>
                <a:cubicBezTo>
                  <a:pt x="1070768" y="102208"/>
                  <a:pt x="1062817" y="99112"/>
                  <a:pt x="1056693" y="92919"/>
                </a:cubicBezTo>
                <a:cubicBezTo>
                  <a:pt x="1050569" y="86727"/>
                  <a:pt x="1047507" y="78535"/>
                  <a:pt x="1047507" y="68344"/>
                </a:cubicBezTo>
                <a:cubicBezTo>
                  <a:pt x="1047507" y="58382"/>
                  <a:pt x="1050272" y="49516"/>
                  <a:pt x="1055802" y="41747"/>
                </a:cubicBezTo>
                <a:cubicBezTo>
                  <a:pt x="1063342" y="31236"/>
                  <a:pt x="1074105" y="25980"/>
                  <a:pt x="1088089" y="25980"/>
                </a:cubicBezTo>
                <a:cubicBezTo>
                  <a:pt x="1097000" y="25980"/>
                  <a:pt x="1104084" y="28734"/>
                  <a:pt x="1109339" y="34241"/>
                </a:cubicBezTo>
                <a:cubicBezTo>
                  <a:pt x="1114595" y="39748"/>
                  <a:pt x="1117222" y="47459"/>
                  <a:pt x="1117222" y="57376"/>
                </a:cubicBezTo>
                <a:cubicBezTo>
                  <a:pt x="1117222" y="62129"/>
                  <a:pt x="1116765" y="66402"/>
                  <a:pt x="1115851" y="70195"/>
                </a:cubicBezTo>
                <a:moveTo>
                  <a:pt x="1099262" y="58199"/>
                </a:moveTo>
                <a:cubicBezTo>
                  <a:pt x="1099308" y="57331"/>
                  <a:pt x="1099331" y="56668"/>
                  <a:pt x="1099331" y="56211"/>
                </a:cubicBezTo>
                <a:cubicBezTo>
                  <a:pt x="1099331" y="50818"/>
                  <a:pt x="1098120" y="46774"/>
                  <a:pt x="1095698" y="44078"/>
                </a:cubicBezTo>
                <a:cubicBezTo>
                  <a:pt x="1093276" y="41381"/>
                  <a:pt x="1090031" y="40033"/>
                  <a:pt x="1085964" y="40033"/>
                </a:cubicBezTo>
                <a:cubicBezTo>
                  <a:pt x="1081896" y="40033"/>
                  <a:pt x="1078252" y="41564"/>
                  <a:pt x="1075030" y="44626"/>
                </a:cubicBezTo>
                <a:cubicBezTo>
                  <a:pt x="1071808" y="47688"/>
                  <a:pt x="1069626" y="52212"/>
                  <a:pt x="1068483" y="58199"/>
                </a:cubicBezTo>
                <a:lnTo>
                  <a:pt x="1099262" y="58199"/>
                </a:lnTo>
                <a:close/>
                <a:moveTo>
                  <a:pt x="1136896" y="27694"/>
                </a:moveTo>
                <a:lnTo>
                  <a:pt x="1155268" y="27694"/>
                </a:lnTo>
                <a:lnTo>
                  <a:pt x="1152320" y="41815"/>
                </a:lnTo>
                <a:cubicBezTo>
                  <a:pt x="1159175" y="31259"/>
                  <a:pt x="1166601" y="25980"/>
                  <a:pt x="1174599" y="25980"/>
                </a:cubicBezTo>
                <a:cubicBezTo>
                  <a:pt x="1177432" y="25980"/>
                  <a:pt x="1180471" y="26689"/>
                  <a:pt x="1183716" y="28105"/>
                </a:cubicBezTo>
                <a:lnTo>
                  <a:pt x="1176176" y="44215"/>
                </a:lnTo>
                <a:cubicBezTo>
                  <a:pt x="1174393" y="43575"/>
                  <a:pt x="1172497" y="43255"/>
                  <a:pt x="1170486" y="43255"/>
                </a:cubicBezTo>
                <a:cubicBezTo>
                  <a:pt x="1167104" y="43255"/>
                  <a:pt x="1163665" y="44535"/>
                  <a:pt x="1160169" y="47094"/>
                </a:cubicBezTo>
                <a:cubicBezTo>
                  <a:pt x="1156673" y="49653"/>
                  <a:pt x="1153943" y="53069"/>
                  <a:pt x="1151977" y="57342"/>
                </a:cubicBezTo>
                <a:cubicBezTo>
                  <a:pt x="1150012" y="61615"/>
                  <a:pt x="1148070" y="68390"/>
                  <a:pt x="1146151" y="77667"/>
                </a:cubicBezTo>
                <a:lnTo>
                  <a:pt x="1141352" y="100494"/>
                </a:lnTo>
                <a:lnTo>
                  <a:pt x="1121678" y="100494"/>
                </a:lnTo>
                <a:lnTo>
                  <a:pt x="1136896" y="27694"/>
                </a:lnTo>
                <a:close/>
                <a:moveTo>
                  <a:pt x="1247875" y="70195"/>
                </a:moveTo>
                <a:lnTo>
                  <a:pt x="1198519" y="70195"/>
                </a:lnTo>
                <a:cubicBezTo>
                  <a:pt x="1198473" y="70972"/>
                  <a:pt x="1198450" y="71566"/>
                  <a:pt x="1198450" y="71977"/>
                </a:cubicBezTo>
                <a:cubicBezTo>
                  <a:pt x="1198450" y="76822"/>
                  <a:pt x="1199833" y="80729"/>
                  <a:pt x="1202598" y="83699"/>
                </a:cubicBezTo>
                <a:cubicBezTo>
                  <a:pt x="1205362" y="86670"/>
                  <a:pt x="1208733" y="88155"/>
                  <a:pt x="1212709" y="88155"/>
                </a:cubicBezTo>
                <a:cubicBezTo>
                  <a:pt x="1219244" y="88155"/>
                  <a:pt x="1224339" y="84773"/>
                  <a:pt x="1227995" y="78010"/>
                </a:cubicBezTo>
                <a:lnTo>
                  <a:pt x="1245613" y="80957"/>
                </a:lnTo>
                <a:cubicBezTo>
                  <a:pt x="1242185" y="88041"/>
                  <a:pt x="1237604" y="93354"/>
                  <a:pt x="1231868" y="96895"/>
                </a:cubicBezTo>
                <a:cubicBezTo>
                  <a:pt x="1226133" y="100437"/>
                  <a:pt x="1219701" y="102208"/>
                  <a:pt x="1212572" y="102208"/>
                </a:cubicBezTo>
                <a:cubicBezTo>
                  <a:pt x="1202792" y="102208"/>
                  <a:pt x="1194840" y="99112"/>
                  <a:pt x="1188716" y="92919"/>
                </a:cubicBezTo>
                <a:cubicBezTo>
                  <a:pt x="1182592" y="86727"/>
                  <a:pt x="1179531" y="78535"/>
                  <a:pt x="1179531" y="68344"/>
                </a:cubicBezTo>
                <a:cubicBezTo>
                  <a:pt x="1179531" y="58382"/>
                  <a:pt x="1182295" y="49516"/>
                  <a:pt x="1187825" y="41747"/>
                </a:cubicBezTo>
                <a:cubicBezTo>
                  <a:pt x="1195366" y="31236"/>
                  <a:pt x="1206128" y="25980"/>
                  <a:pt x="1220112" y="25980"/>
                </a:cubicBezTo>
                <a:cubicBezTo>
                  <a:pt x="1229024" y="25980"/>
                  <a:pt x="1236107" y="28734"/>
                  <a:pt x="1241363" y="34241"/>
                </a:cubicBezTo>
                <a:cubicBezTo>
                  <a:pt x="1246618" y="39748"/>
                  <a:pt x="1249246" y="47459"/>
                  <a:pt x="1249246" y="57376"/>
                </a:cubicBezTo>
                <a:cubicBezTo>
                  <a:pt x="1249246" y="62129"/>
                  <a:pt x="1248789" y="66402"/>
                  <a:pt x="1247875" y="70195"/>
                </a:cubicBezTo>
                <a:moveTo>
                  <a:pt x="1231286" y="58199"/>
                </a:moveTo>
                <a:cubicBezTo>
                  <a:pt x="1231331" y="57331"/>
                  <a:pt x="1231354" y="56668"/>
                  <a:pt x="1231354" y="56211"/>
                </a:cubicBezTo>
                <a:cubicBezTo>
                  <a:pt x="1231354" y="50818"/>
                  <a:pt x="1230143" y="46774"/>
                  <a:pt x="1227721" y="44078"/>
                </a:cubicBezTo>
                <a:cubicBezTo>
                  <a:pt x="1225299" y="41381"/>
                  <a:pt x="1222054" y="40033"/>
                  <a:pt x="1217987" y="40033"/>
                </a:cubicBezTo>
                <a:cubicBezTo>
                  <a:pt x="1213920" y="40033"/>
                  <a:pt x="1210275" y="41564"/>
                  <a:pt x="1207053" y="44626"/>
                </a:cubicBezTo>
                <a:cubicBezTo>
                  <a:pt x="1203832" y="47688"/>
                  <a:pt x="1201649" y="52212"/>
                  <a:pt x="1200507" y="58199"/>
                </a:cubicBezTo>
                <a:lnTo>
                  <a:pt x="1231286" y="58199"/>
                </a:lnTo>
                <a:close/>
                <a:moveTo>
                  <a:pt x="1314270" y="0"/>
                </a:moveTo>
                <a:lnTo>
                  <a:pt x="1333943" y="0"/>
                </a:lnTo>
                <a:lnTo>
                  <a:pt x="1330242" y="17823"/>
                </a:lnTo>
                <a:lnTo>
                  <a:pt x="1310568" y="17823"/>
                </a:lnTo>
                <a:lnTo>
                  <a:pt x="1314270" y="0"/>
                </a:lnTo>
                <a:moveTo>
                  <a:pt x="1308511" y="27694"/>
                </a:moveTo>
                <a:lnTo>
                  <a:pt x="1328185" y="27694"/>
                </a:lnTo>
                <a:lnTo>
                  <a:pt x="1312967" y="100494"/>
                </a:lnTo>
                <a:lnTo>
                  <a:pt x="1293293" y="100494"/>
                </a:lnTo>
                <a:lnTo>
                  <a:pt x="1308511" y="27694"/>
                </a:lnTo>
                <a:close/>
                <a:moveTo>
                  <a:pt x="1329252" y="80135"/>
                </a:moveTo>
                <a:lnTo>
                  <a:pt x="1348309" y="77119"/>
                </a:lnTo>
                <a:cubicBezTo>
                  <a:pt x="1350000" y="81140"/>
                  <a:pt x="1352102" y="83985"/>
                  <a:pt x="1354615" y="85653"/>
                </a:cubicBezTo>
                <a:cubicBezTo>
                  <a:pt x="1357129" y="87321"/>
                  <a:pt x="1360556" y="88155"/>
                  <a:pt x="1364898" y="88155"/>
                </a:cubicBezTo>
                <a:cubicBezTo>
                  <a:pt x="1369376" y="88155"/>
                  <a:pt x="1372964" y="87150"/>
                  <a:pt x="1375660" y="85139"/>
                </a:cubicBezTo>
                <a:cubicBezTo>
                  <a:pt x="1377534" y="83768"/>
                  <a:pt x="1378471" y="82100"/>
                  <a:pt x="1378471" y="80135"/>
                </a:cubicBezTo>
                <a:cubicBezTo>
                  <a:pt x="1378471" y="78810"/>
                  <a:pt x="1377991" y="77621"/>
                  <a:pt x="1377031" y="76570"/>
                </a:cubicBezTo>
                <a:cubicBezTo>
                  <a:pt x="1376026" y="75565"/>
                  <a:pt x="1373307" y="74331"/>
                  <a:pt x="1368874" y="72869"/>
                </a:cubicBezTo>
                <a:cubicBezTo>
                  <a:pt x="1356992" y="68938"/>
                  <a:pt x="1349634" y="65831"/>
                  <a:pt x="1346801" y="63546"/>
                </a:cubicBezTo>
                <a:cubicBezTo>
                  <a:pt x="1342368" y="59981"/>
                  <a:pt x="1340151" y="55320"/>
                  <a:pt x="1340151" y="49562"/>
                </a:cubicBezTo>
                <a:cubicBezTo>
                  <a:pt x="1340151" y="43803"/>
                  <a:pt x="1342299" y="38845"/>
                  <a:pt x="1346595" y="34686"/>
                </a:cubicBezTo>
                <a:cubicBezTo>
                  <a:pt x="1352582" y="28882"/>
                  <a:pt x="1361470" y="25980"/>
                  <a:pt x="1373261" y="25980"/>
                </a:cubicBezTo>
                <a:cubicBezTo>
                  <a:pt x="1382629" y="25980"/>
                  <a:pt x="1389713" y="27694"/>
                  <a:pt x="1394511" y="31122"/>
                </a:cubicBezTo>
                <a:cubicBezTo>
                  <a:pt x="1399310" y="34549"/>
                  <a:pt x="1402349" y="39188"/>
                  <a:pt x="1403628" y="45037"/>
                </a:cubicBezTo>
                <a:lnTo>
                  <a:pt x="1385463" y="48191"/>
                </a:lnTo>
                <a:cubicBezTo>
                  <a:pt x="1384503" y="45540"/>
                  <a:pt x="1382949" y="43552"/>
                  <a:pt x="1380801" y="42227"/>
                </a:cubicBezTo>
                <a:cubicBezTo>
                  <a:pt x="1377877" y="40444"/>
                  <a:pt x="1374358" y="39553"/>
                  <a:pt x="1370245" y="39553"/>
                </a:cubicBezTo>
                <a:cubicBezTo>
                  <a:pt x="1366132" y="39553"/>
                  <a:pt x="1363173" y="40239"/>
                  <a:pt x="1361367" y="41610"/>
                </a:cubicBezTo>
                <a:cubicBezTo>
                  <a:pt x="1359562" y="42981"/>
                  <a:pt x="1358660" y="44557"/>
                  <a:pt x="1358660" y="46340"/>
                </a:cubicBezTo>
                <a:cubicBezTo>
                  <a:pt x="1358660" y="48168"/>
                  <a:pt x="1359574" y="49676"/>
                  <a:pt x="1361402" y="50864"/>
                </a:cubicBezTo>
                <a:cubicBezTo>
                  <a:pt x="1362544" y="51595"/>
                  <a:pt x="1366223" y="52875"/>
                  <a:pt x="1372438" y="54703"/>
                </a:cubicBezTo>
                <a:cubicBezTo>
                  <a:pt x="1382035" y="57491"/>
                  <a:pt x="1388456" y="60233"/>
                  <a:pt x="1391701" y="62929"/>
                </a:cubicBezTo>
                <a:cubicBezTo>
                  <a:pt x="1396271" y="66722"/>
                  <a:pt x="1398556" y="71292"/>
                  <a:pt x="1398556" y="76639"/>
                </a:cubicBezTo>
                <a:cubicBezTo>
                  <a:pt x="1398556" y="83540"/>
                  <a:pt x="1395654" y="89526"/>
                  <a:pt x="1389850" y="94599"/>
                </a:cubicBezTo>
                <a:cubicBezTo>
                  <a:pt x="1384046" y="99672"/>
                  <a:pt x="1375866" y="102208"/>
                  <a:pt x="1365309" y="102208"/>
                </a:cubicBezTo>
                <a:cubicBezTo>
                  <a:pt x="1354798" y="102208"/>
                  <a:pt x="1346675" y="100277"/>
                  <a:pt x="1340940" y="96415"/>
                </a:cubicBezTo>
                <a:cubicBezTo>
                  <a:pt x="1335204" y="92554"/>
                  <a:pt x="1331308" y="87127"/>
                  <a:pt x="1329252" y="80135"/>
                </a:cubicBezTo>
                <a:close/>
                <a:moveTo>
                  <a:pt x="1475851" y="48328"/>
                </a:moveTo>
                <a:lnTo>
                  <a:pt x="1456657" y="46682"/>
                </a:lnTo>
                <a:cubicBezTo>
                  <a:pt x="1458850" y="40193"/>
                  <a:pt x="1462678" y="35120"/>
                  <a:pt x="1468139" y="31464"/>
                </a:cubicBezTo>
                <a:cubicBezTo>
                  <a:pt x="1473600" y="27808"/>
                  <a:pt x="1480832" y="25980"/>
                  <a:pt x="1489835" y="25980"/>
                </a:cubicBezTo>
                <a:cubicBezTo>
                  <a:pt x="1499203" y="25980"/>
                  <a:pt x="1506127" y="27866"/>
                  <a:pt x="1510605" y="31636"/>
                </a:cubicBezTo>
                <a:cubicBezTo>
                  <a:pt x="1515084" y="35406"/>
                  <a:pt x="1517323" y="40010"/>
                  <a:pt x="1517323" y="45449"/>
                </a:cubicBezTo>
                <a:cubicBezTo>
                  <a:pt x="1517323" y="47642"/>
                  <a:pt x="1517129" y="49973"/>
                  <a:pt x="1516741" y="52441"/>
                </a:cubicBezTo>
                <a:cubicBezTo>
                  <a:pt x="1516352" y="54908"/>
                  <a:pt x="1514993" y="61398"/>
                  <a:pt x="1512662" y="71909"/>
                </a:cubicBezTo>
                <a:cubicBezTo>
                  <a:pt x="1510742" y="80592"/>
                  <a:pt x="1509783" y="86670"/>
                  <a:pt x="1509783" y="90143"/>
                </a:cubicBezTo>
                <a:cubicBezTo>
                  <a:pt x="1509783" y="93251"/>
                  <a:pt x="1510331" y="96701"/>
                  <a:pt x="1511428" y="100494"/>
                </a:cubicBezTo>
                <a:lnTo>
                  <a:pt x="1492303" y="100494"/>
                </a:lnTo>
                <a:cubicBezTo>
                  <a:pt x="1491526" y="97844"/>
                  <a:pt x="1491046" y="95102"/>
                  <a:pt x="1490863" y="92268"/>
                </a:cubicBezTo>
                <a:cubicBezTo>
                  <a:pt x="1487984" y="95467"/>
                  <a:pt x="1484671" y="97924"/>
                  <a:pt x="1480923" y="99637"/>
                </a:cubicBezTo>
                <a:cubicBezTo>
                  <a:pt x="1477176" y="101351"/>
                  <a:pt x="1473406" y="102208"/>
                  <a:pt x="1469612" y="102208"/>
                </a:cubicBezTo>
                <a:cubicBezTo>
                  <a:pt x="1463580" y="102208"/>
                  <a:pt x="1458599" y="100231"/>
                  <a:pt x="1454669" y="96278"/>
                </a:cubicBezTo>
                <a:cubicBezTo>
                  <a:pt x="1450738" y="92325"/>
                  <a:pt x="1448773" y="87241"/>
                  <a:pt x="1448773" y="81026"/>
                </a:cubicBezTo>
                <a:cubicBezTo>
                  <a:pt x="1448773" y="74080"/>
                  <a:pt x="1450933" y="68527"/>
                  <a:pt x="1455251" y="64368"/>
                </a:cubicBezTo>
                <a:cubicBezTo>
                  <a:pt x="1459570" y="60210"/>
                  <a:pt x="1467282" y="57696"/>
                  <a:pt x="1478387" y="56828"/>
                </a:cubicBezTo>
                <a:cubicBezTo>
                  <a:pt x="1487755" y="56051"/>
                  <a:pt x="1494016" y="55114"/>
                  <a:pt x="1497170" y="54017"/>
                </a:cubicBezTo>
                <a:cubicBezTo>
                  <a:pt x="1497992" y="51275"/>
                  <a:pt x="1498403" y="49082"/>
                  <a:pt x="1498403" y="47437"/>
                </a:cubicBezTo>
                <a:cubicBezTo>
                  <a:pt x="1498403" y="45334"/>
                  <a:pt x="1497558" y="43575"/>
                  <a:pt x="1495867" y="42158"/>
                </a:cubicBezTo>
                <a:cubicBezTo>
                  <a:pt x="1494176" y="40742"/>
                  <a:pt x="1491663" y="40033"/>
                  <a:pt x="1488327" y="40033"/>
                </a:cubicBezTo>
                <a:cubicBezTo>
                  <a:pt x="1484808" y="40033"/>
                  <a:pt x="1482031" y="40753"/>
                  <a:pt x="1479998" y="42192"/>
                </a:cubicBezTo>
                <a:cubicBezTo>
                  <a:pt x="1477964" y="43632"/>
                  <a:pt x="1476582" y="45677"/>
                  <a:pt x="1475851" y="48328"/>
                </a:cubicBezTo>
                <a:moveTo>
                  <a:pt x="1494565" y="66562"/>
                </a:moveTo>
                <a:cubicBezTo>
                  <a:pt x="1493376" y="66882"/>
                  <a:pt x="1491800" y="67179"/>
                  <a:pt x="1489835" y="67453"/>
                </a:cubicBezTo>
                <a:cubicBezTo>
                  <a:pt x="1479964" y="68641"/>
                  <a:pt x="1473520" y="70378"/>
                  <a:pt x="1470504" y="72663"/>
                </a:cubicBezTo>
                <a:cubicBezTo>
                  <a:pt x="1468356" y="74308"/>
                  <a:pt x="1467282" y="76525"/>
                  <a:pt x="1467282" y="79312"/>
                </a:cubicBezTo>
                <a:cubicBezTo>
                  <a:pt x="1467282" y="81597"/>
                  <a:pt x="1468104" y="83528"/>
                  <a:pt x="1469750" y="85105"/>
                </a:cubicBezTo>
                <a:cubicBezTo>
                  <a:pt x="1471395" y="86681"/>
                  <a:pt x="1473566" y="87470"/>
                  <a:pt x="1476262" y="87470"/>
                </a:cubicBezTo>
                <a:cubicBezTo>
                  <a:pt x="1479232" y="87470"/>
                  <a:pt x="1482031" y="86750"/>
                  <a:pt x="1484659" y="85310"/>
                </a:cubicBezTo>
                <a:cubicBezTo>
                  <a:pt x="1487287" y="83871"/>
                  <a:pt x="1489252" y="82020"/>
                  <a:pt x="1490554" y="79758"/>
                </a:cubicBezTo>
                <a:cubicBezTo>
                  <a:pt x="1491857" y="77496"/>
                  <a:pt x="1493011" y="73965"/>
                  <a:pt x="1494016" y="69167"/>
                </a:cubicBezTo>
                <a:lnTo>
                  <a:pt x="1494565" y="66562"/>
                </a:lnTo>
                <a:close/>
                <a:moveTo>
                  <a:pt x="1613743" y="73074"/>
                </a:moveTo>
                <a:lnTo>
                  <a:pt x="1632869" y="76159"/>
                </a:lnTo>
                <a:cubicBezTo>
                  <a:pt x="1629715" y="84659"/>
                  <a:pt x="1625054" y="91126"/>
                  <a:pt x="1618884" y="95559"/>
                </a:cubicBezTo>
                <a:cubicBezTo>
                  <a:pt x="1612715" y="99991"/>
                  <a:pt x="1605563" y="102208"/>
                  <a:pt x="1597428" y="102208"/>
                </a:cubicBezTo>
                <a:cubicBezTo>
                  <a:pt x="1588151" y="102208"/>
                  <a:pt x="1580793" y="99443"/>
                  <a:pt x="1575355" y="93913"/>
                </a:cubicBezTo>
                <a:cubicBezTo>
                  <a:pt x="1569917" y="88384"/>
                  <a:pt x="1567198" y="80775"/>
                  <a:pt x="1567198" y="71086"/>
                </a:cubicBezTo>
                <a:cubicBezTo>
                  <a:pt x="1567198" y="63180"/>
                  <a:pt x="1568843" y="55708"/>
                  <a:pt x="1572133" y="48670"/>
                </a:cubicBezTo>
                <a:cubicBezTo>
                  <a:pt x="1575424" y="41633"/>
                  <a:pt x="1580382" y="36092"/>
                  <a:pt x="1587009" y="32047"/>
                </a:cubicBezTo>
                <a:cubicBezTo>
                  <a:pt x="1593635" y="28003"/>
                  <a:pt x="1600901" y="25980"/>
                  <a:pt x="1608808" y="25980"/>
                </a:cubicBezTo>
                <a:cubicBezTo>
                  <a:pt x="1617399" y="25980"/>
                  <a:pt x="1624254" y="28220"/>
                  <a:pt x="1629373" y="32698"/>
                </a:cubicBezTo>
                <a:cubicBezTo>
                  <a:pt x="1634491" y="37177"/>
                  <a:pt x="1637370" y="43072"/>
                  <a:pt x="1638010" y="50384"/>
                </a:cubicBezTo>
                <a:lnTo>
                  <a:pt x="1619296" y="52372"/>
                </a:lnTo>
                <a:cubicBezTo>
                  <a:pt x="1618839" y="48305"/>
                  <a:pt x="1617593" y="45312"/>
                  <a:pt x="1615560" y="43392"/>
                </a:cubicBezTo>
                <a:cubicBezTo>
                  <a:pt x="1613526" y="41473"/>
                  <a:pt x="1610864" y="40513"/>
                  <a:pt x="1607574" y="40513"/>
                </a:cubicBezTo>
                <a:cubicBezTo>
                  <a:pt x="1603781" y="40513"/>
                  <a:pt x="1600239" y="41930"/>
                  <a:pt x="1596948" y="44763"/>
                </a:cubicBezTo>
                <a:cubicBezTo>
                  <a:pt x="1593658" y="47596"/>
                  <a:pt x="1591133" y="51835"/>
                  <a:pt x="1589374" y="57479"/>
                </a:cubicBezTo>
                <a:cubicBezTo>
                  <a:pt x="1587614" y="63123"/>
                  <a:pt x="1586734" y="68413"/>
                  <a:pt x="1586734" y="73348"/>
                </a:cubicBezTo>
                <a:cubicBezTo>
                  <a:pt x="1586734" y="77644"/>
                  <a:pt x="1587786" y="80957"/>
                  <a:pt x="1589888" y="83288"/>
                </a:cubicBezTo>
                <a:cubicBezTo>
                  <a:pt x="1591990" y="85619"/>
                  <a:pt x="1594618" y="86784"/>
                  <a:pt x="1597771" y="86784"/>
                </a:cubicBezTo>
                <a:cubicBezTo>
                  <a:pt x="1600924" y="86784"/>
                  <a:pt x="1603963" y="85642"/>
                  <a:pt x="1606888" y="83357"/>
                </a:cubicBezTo>
                <a:cubicBezTo>
                  <a:pt x="1609813" y="81072"/>
                  <a:pt x="1612098" y="77644"/>
                  <a:pt x="1613743" y="73074"/>
                </a:cubicBezTo>
                <a:close/>
                <a:moveTo>
                  <a:pt x="1657272" y="27694"/>
                </a:moveTo>
                <a:lnTo>
                  <a:pt x="1676946" y="27694"/>
                </a:lnTo>
                <a:lnTo>
                  <a:pt x="1667966" y="70812"/>
                </a:lnTo>
                <a:cubicBezTo>
                  <a:pt x="1666869" y="75976"/>
                  <a:pt x="1666321" y="79198"/>
                  <a:pt x="1666321" y="80478"/>
                </a:cubicBezTo>
                <a:cubicBezTo>
                  <a:pt x="1666321" y="82580"/>
                  <a:pt x="1667098" y="84385"/>
                  <a:pt x="1668652" y="85893"/>
                </a:cubicBezTo>
                <a:cubicBezTo>
                  <a:pt x="1670206" y="87401"/>
                  <a:pt x="1672194" y="88155"/>
                  <a:pt x="1674616" y="88155"/>
                </a:cubicBezTo>
                <a:cubicBezTo>
                  <a:pt x="1676352" y="88155"/>
                  <a:pt x="1678066" y="87824"/>
                  <a:pt x="1679757" y="87161"/>
                </a:cubicBezTo>
                <a:cubicBezTo>
                  <a:pt x="1681448" y="86499"/>
                  <a:pt x="1683184" y="85493"/>
                  <a:pt x="1684967" y="84145"/>
                </a:cubicBezTo>
                <a:cubicBezTo>
                  <a:pt x="1686749" y="82797"/>
                  <a:pt x="1688348" y="81255"/>
                  <a:pt x="1689765" y="79518"/>
                </a:cubicBezTo>
                <a:cubicBezTo>
                  <a:pt x="1691182" y="77781"/>
                  <a:pt x="1692507" y="75496"/>
                  <a:pt x="1693741" y="72663"/>
                </a:cubicBezTo>
                <a:cubicBezTo>
                  <a:pt x="1694609" y="70561"/>
                  <a:pt x="1695546" y="67133"/>
                  <a:pt x="1696552" y="62380"/>
                </a:cubicBezTo>
                <a:lnTo>
                  <a:pt x="1703818" y="27694"/>
                </a:lnTo>
                <a:lnTo>
                  <a:pt x="1723492" y="27694"/>
                </a:lnTo>
                <a:lnTo>
                  <a:pt x="1708274" y="100494"/>
                </a:lnTo>
                <a:lnTo>
                  <a:pt x="1689902" y="100494"/>
                </a:lnTo>
                <a:lnTo>
                  <a:pt x="1691959" y="90623"/>
                </a:lnTo>
                <a:cubicBezTo>
                  <a:pt x="1683916" y="98346"/>
                  <a:pt x="1675164" y="102208"/>
                  <a:pt x="1665704" y="102208"/>
                </a:cubicBezTo>
                <a:cubicBezTo>
                  <a:pt x="1659717" y="102208"/>
                  <a:pt x="1655010" y="100494"/>
                  <a:pt x="1651583" y="97067"/>
                </a:cubicBezTo>
                <a:cubicBezTo>
                  <a:pt x="1648155" y="93639"/>
                  <a:pt x="1646442" y="89046"/>
                  <a:pt x="1646442" y="83288"/>
                </a:cubicBezTo>
                <a:cubicBezTo>
                  <a:pt x="1646442" y="80775"/>
                  <a:pt x="1647218" y="75771"/>
                  <a:pt x="1648772" y="68276"/>
                </a:cubicBezTo>
                <a:lnTo>
                  <a:pt x="1657272" y="27694"/>
                </a:lnTo>
                <a:close/>
                <a:moveTo>
                  <a:pt x="1742459" y="27694"/>
                </a:moveTo>
                <a:lnTo>
                  <a:pt x="1761104" y="27694"/>
                </a:lnTo>
                <a:lnTo>
                  <a:pt x="1759528" y="35166"/>
                </a:lnTo>
                <a:cubicBezTo>
                  <a:pt x="1763504" y="31876"/>
                  <a:pt x="1767228" y="29522"/>
                  <a:pt x="1770701" y="28105"/>
                </a:cubicBezTo>
                <a:cubicBezTo>
                  <a:pt x="1774175" y="26689"/>
                  <a:pt x="1777899" y="25980"/>
                  <a:pt x="1781875" y="25980"/>
                </a:cubicBezTo>
                <a:cubicBezTo>
                  <a:pt x="1789507" y="25980"/>
                  <a:pt x="1795642" y="28608"/>
                  <a:pt x="1800281" y="33864"/>
                </a:cubicBezTo>
                <a:cubicBezTo>
                  <a:pt x="1804919" y="39119"/>
                  <a:pt x="1807238" y="46957"/>
                  <a:pt x="1807238" y="57376"/>
                </a:cubicBezTo>
                <a:cubicBezTo>
                  <a:pt x="1807238" y="70492"/>
                  <a:pt x="1803240" y="81574"/>
                  <a:pt x="1795242" y="90623"/>
                </a:cubicBezTo>
                <a:cubicBezTo>
                  <a:pt x="1788387" y="98346"/>
                  <a:pt x="1780275" y="102208"/>
                  <a:pt x="1770907" y="102208"/>
                </a:cubicBezTo>
                <a:cubicBezTo>
                  <a:pt x="1761264" y="102208"/>
                  <a:pt x="1753975" y="98301"/>
                  <a:pt x="1749040" y="90486"/>
                </a:cubicBezTo>
                <a:lnTo>
                  <a:pt x="1741156" y="128257"/>
                </a:lnTo>
                <a:lnTo>
                  <a:pt x="1721482" y="128257"/>
                </a:lnTo>
                <a:lnTo>
                  <a:pt x="1742459" y="27694"/>
                </a:lnTo>
                <a:moveTo>
                  <a:pt x="1754318" y="69441"/>
                </a:moveTo>
                <a:cubicBezTo>
                  <a:pt x="1754318" y="75108"/>
                  <a:pt x="1755700" y="79506"/>
                  <a:pt x="1758465" y="82637"/>
                </a:cubicBezTo>
                <a:cubicBezTo>
                  <a:pt x="1761230" y="85767"/>
                  <a:pt x="1764486" y="87333"/>
                  <a:pt x="1768234" y="87333"/>
                </a:cubicBezTo>
                <a:cubicBezTo>
                  <a:pt x="1771478" y="87333"/>
                  <a:pt x="1774609" y="86156"/>
                  <a:pt x="1777625" y="83802"/>
                </a:cubicBezTo>
                <a:cubicBezTo>
                  <a:pt x="1780641" y="81449"/>
                  <a:pt x="1783143" y="77541"/>
                  <a:pt x="1785131" y="72080"/>
                </a:cubicBezTo>
                <a:cubicBezTo>
                  <a:pt x="1787119" y="66619"/>
                  <a:pt x="1788113" y="61558"/>
                  <a:pt x="1788113" y="56896"/>
                </a:cubicBezTo>
                <a:cubicBezTo>
                  <a:pt x="1788113" y="51458"/>
                  <a:pt x="1786811" y="47288"/>
                  <a:pt x="1784206" y="44386"/>
                </a:cubicBezTo>
                <a:cubicBezTo>
                  <a:pt x="1781601" y="41484"/>
                  <a:pt x="1778288" y="40033"/>
                  <a:pt x="1774266" y="40033"/>
                </a:cubicBezTo>
                <a:cubicBezTo>
                  <a:pt x="1770519" y="40033"/>
                  <a:pt x="1767102" y="41370"/>
                  <a:pt x="1764018" y="44043"/>
                </a:cubicBezTo>
                <a:cubicBezTo>
                  <a:pt x="1760933" y="46717"/>
                  <a:pt x="1758545" y="50647"/>
                  <a:pt x="1756854" y="55834"/>
                </a:cubicBezTo>
                <a:cubicBezTo>
                  <a:pt x="1755163" y="61021"/>
                  <a:pt x="1754318" y="65557"/>
                  <a:pt x="1754318" y="69441"/>
                </a:cubicBezTo>
                <a:close/>
                <a:moveTo>
                  <a:pt x="1862880" y="73074"/>
                </a:moveTo>
                <a:lnTo>
                  <a:pt x="1882005" y="76159"/>
                </a:lnTo>
                <a:cubicBezTo>
                  <a:pt x="1878852" y="84659"/>
                  <a:pt x="1874190" y="91126"/>
                  <a:pt x="1868021" y="95559"/>
                </a:cubicBezTo>
                <a:cubicBezTo>
                  <a:pt x="1861851" y="99991"/>
                  <a:pt x="1854699" y="102208"/>
                  <a:pt x="1846565" y="102208"/>
                </a:cubicBezTo>
                <a:cubicBezTo>
                  <a:pt x="1837288" y="102208"/>
                  <a:pt x="1829930" y="99443"/>
                  <a:pt x="1824492" y="93913"/>
                </a:cubicBezTo>
                <a:cubicBezTo>
                  <a:pt x="1819053" y="88384"/>
                  <a:pt x="1816334" y="80775"/>
                  <a:pt x="1816334" y="71086"/>
                </a:cubicBezTo>
                <a:cubicBezTo>
                  <a:pt x="1816334" y="63180"/>
                  <a:pt x="1817980" y="55708"/>
                  <a:pt x="1821270" y="48670"/>
                </a:cubicBezTo>
                <a:cubicBezTo>
                  <a:pt x="1824560" y="41633"/>
                  <a:pt x="1829519" y="36092"/>
                  <a:pt x="1836145" y="32047"/>
                </a:cubicBezTo>
                <a:cubicBezTo>
                  <a:pt x="1842772" y="28003"/>
                  <a:pt x="1850038" y="25980"/>
                  <a:pt x="1857944" y="25980"/>
                </a:cubicBezTo>
                <a:cubicBezTo>
                  <a:pt x="1866536" y="25980"/>
                  <a:pt x="1873391" y="28220"/>
                  <a:pt x="1878509" y="32698"/>
                </a:cubicBezTo>
                <a:cubicBezTo>
                  <a:pt x="1883627" y="37177"/>
                  <a:pt x="1886507" y="43072"/>
                  <a:pt x="1887146" y="50384"/>
                </a:cubicBezTo>
                <a:lnTo>
                  <a:pt x="1868432" y="52372"/>
                </a:lnTo>
                <a:cubicBezTo>
                  <a:pt x="1867975" y="48305"/>
                  <a:pt x="1866730" y="45312"/>
                  <a:pt x="1864696" y="43392"/>
                </a:cubicBezTo>
                <a:cubicBezTo>
                  <a:pt x="1862663" y="41473"/>
                  <a:pt x="1860001" y="40513"/>
                  <a:pt x="1856710" y="40513"/>
                </a:cubicBezTo>
                <a:cubicBezTo>
                  <a:pt x="1852917" y="40513"/>
                  <a:pt x="1849375" y="41930"/>
                  <a:pt x="1846085" y="44763"/>
                </a:cubicBezTo>
                <a:cubicBezTo>
                  <a:pt x="1842795" y="47596"/>
                  <a:pt x="1840270" y="51835"/>
                  <a:pt x="1838510" y="57479"/>
                </a:cubicBezTo>
                <a:cubicBezTo>
                  <a:pt x="1836751" y="63123"/>
                  <a:pt x="1835871" y="68413"/>
                  <a:pt x="1835871" y="73348"/>
                </a:cubicBezTo>
                <a:cubicBezTo>
                  <a:pt x="1835871" y="77644"/>
                  <a:pt x="1836922" y="80957"/>
                  <a:pt x="1839024" y="83288"/>
                </a:cubicBezTo>
                <a:cubicBezTo>
                  <a:pt x="1841127" y="85619"/>
                  <a:pt x="1843754" y="86784"/>
                  <a:pt x="1846908" y="86784"/>
                </a:cubicBezTo>
                <a:cubicBezTo>
                  <a:pt x="1850061" y="86784"/>
                  <a:pt x="1853100" y="85642"/>
                  <a:pt x="1856025" y="83357"/>
                </a:cubicBezTo>
                <a:cubicBezTo>
                  <a:pt x="1858950" y="81072"/>
                  <a:pt x="1861235" y="77644"/>
                  <a:pt x="1862880" y="73074"/>
                </a:cubicBezTo>
                <a:close/>
                <a:moveTo>
                  <a:pt x="1919091" y="48328"/>
                </a:moveTo>
                <a:lnTo>
                  <a:pt x="1899897" y="46682"/>
                </a:lnTo>
                <a:cubicBezTo>
                  <a:pt x="1902090" y="40193"/>
                  <a:pt x="1905918" y="35120"/>
                  <a:pt x="1911379" y="31464"/>
                </a:cubicBezTo>
                <a:cubicBezTo>
                  <a:pt x="1916840" y="27808"/>
                  <a:pt x="1924072" y="25980"/>
                  <a:pt x="1933075" y="25980"/>
                </a:cubicBezTo>
                <a:cubicBezTo>
                  <a:pt x="1942443" y="25980"/>
                  <a:pt x="1949367" y="27866"/>
                  <a:pt x="1953846" y="31636"/>
                </a:cubicBezTo>
                <a:cubicBezTo>
                  <a:pt x="1958324" y="35406"/>
                  <a:pt x="1960563" y="40010"/>
                  <a:pt x="1960563" y="45449"/>
                </a:cubicBezTo>
                <a:cubicBezTo>
                  <a:pt x="1960563" y="47642"/>
                  <a:pt x="1960369" y="49973"/>
                  <a:pt x="1959981" y="52441"/>
                </a:cubicBezTo>
                <a:cubicBezTo>
                  <a:pt x="1959592" y="54908"/>
                  <a:pt x="1958233" y="61398"/>
                  <a:pt x="1955902" y="71909"/>
                </a:cubicBezTo>
                <a:cubicBezTo>
                  <a:pt x="1953983" y="80592"/>
                  <a:pt x="1953023" y="86670"/>
                  <a:pt x="1953023" y="90143"/>
                </a:cubicBezTo>
                <a:cubicBezTo>
                  <a:pt x="1953023" y="93251"/>
                  <a:pt x="1953571" y="96701"/>
                  <a:pt x="1954668" y="100494"/>
                </a:cubicBezTo>
                <a:lnTo>
                  <a:pt x="1935543" y="100494"/>
                </a:lnTo>
                <a:cubicBezTo>
                  <a:pt x="1934766" y="97844"/>
                  <a:pt x="1934286" y="95102"/>
                  <a:pt x="1934103" y="92268"/>
                </a:cubicBezTo>
                <a:cubicBezTo>
                  <a:pt x="1931224" y="95467"/>
                  <a:pt x="1927911" y="97924"/>
                  <a:pt x="1924163" y="99637"/>
                </a:cubicBezTo>
                <a:cubicBezTo>
                  <a:pt x="1920416" y="101351"/>
                  <a:pt x="1916646" y="102208"/>
                  <a:pt x="1912853" y="102208"/>
                </a:cubicBezTo>
                <a:cubicBezTo>
                  <a:pt x="1906820" y="102208"/>
                  <a:pt x="1901839" y="100231"/>
                  <a:pt x="1897909" y="96278"/>
                </a:cubicBezTo>
                <a:cubicBezTo>
                  <a:pt x="1893979" y="92325"/>
                  <a:pt x="1892014" y="87241"/>
                  <a:pt x="1892014" y="81026"/>
                </a:cubicBezTo>
                <a:cubicBezTo>
                  <a:pt x="1892014" y="74080"/>
                  <a:pt x="1894173" y="68527"/>
                  <a:pt x="1898492" y="64368"/>
                </a:cubicBezTo>
                <a:cubicBezTo>
                  <a:pt x="1902810" y="60210"/>
                  <a:pt x="1910522" y="57696"/>
                  <a:pt x="1921627" y="56828"/>
                </a:cubicBezTo>
                <a:cubicBezTo>
                  <a:pt x="1930996" y="56051"/>
                  <a:pt x="1937257" y="55114"/>
                  <a:pt x="1940410" y="54017"/>
                </a:cubicBezTo>
                <a:cubicBezTo>
                  <a:pt x="1941232" y="51275"/>
                  <a:pt x="1941644" y="49082"/>
                  <a:pt x="1941644" y="47437"/>
                </a:cubicBezTo>
                <a:cubicBezTo>
                  <a:pt x="1941644" y="45334"/>
                  <a:pt x="1940798" y="43575"/>
                  <a:pt x="1939107" y="42158"/>
                </a:cubicBezTo>
                <a:cubicBezTo>
                  <a:pt x="1937416" y="40742"/>
                  <a:pt x="1934903" y="40033"/>
                  <a:pt x="1931567" y="40033"/>
                </a:cubicBezTo>
                <a:cubicBezTo>
                  <a:pt x="1928048" y="40033"/>
                  <a:pt x="1925272" y="40753"/>
                  <a:pt x="1923238" y="42192"/>
                </a:cubicBezTo>
                <a:cubicBezTo>
                  <a:pt x="1921204" y="43632"/>
                  <a:pt x="1919822" y="45677"/>
                  <a:pt x="1919091" y="48328"/>
                </a:cubicBezTo>
                <a:moveTo>
                  <a:pt x="1937805" y="66562"/>
                </a:moveTo>
                <a:cubicBezTo>
                  <a:pt x="1936617" y="66882"/>
                  <a:pt x="1935040" y="67179"/>
                  <a:pt x="1933075" y="67453"/>
                </a:cubicBezTo>
                <a:cubicBezTo>
                  <a:pt x="1923204" y="68641"/>
                  <a:pt x="1916760" y="70378"/>
                  <a:pt x="1913744" y="72663"/>
                </a:cubicBezTo>
                <a:cubicBezTo>
                  <a:pt x="1911596" y="74308"/>
                  <a:pt x="1910522" y="76525"/>
                  <a:pt x="1910522" y="79312"/>
                </a:cubicBezTo>
                <a:cubicBezTo>
                  <a:pt x="1910522" y="81597"/>
                  <a:pt x="1911345" y="83528"/>
                  <a:pt x="1912990" y="85105"/>
                </a:cubicBezTo>
                <a:cubicBezTo>
                  <a:pt x="1914635" y="86681"/>
                  <a:pt x="1916806" y="87470"/>
                  <a:pt x="1919502" y="87470"/>
                </a:cubicBezTo>
                <a:cubicBezTo>
                  <a:pt x="1922473" y="87470"/>
                  <a:pt x="1925272" y="86750"/>
                  <a:pt x="1927899" y="85310"/>
                </a:cubicBezTo>
                <a:cubicBezTo>
                  <a:pt x="1930527" y="83871"/>
                  <a:pt x="1932492" y="82020"/>
                  <a:pt x="1933795" y="79758"/>
                </a:cubicBezTo>
                <a:cubicBezTo>
                  <a:pt x="1935097" y="77496"/>
                  <a:pt x="1936251" y="73965"/>
                  <a:pt x="1937257" y="69167"/>
                </a:cubicBezTo>
                <a:lnTo>
                  <a:pt x="1937805" y="66562"/>
                </a:lnTo>
                <a:close/>
                <a:moveTo>
                  <a:pt x="1968790" y="100494"/>
                </a:moveTo>
                <a:lnTo>
                  <a:pt x="1989834" y="0"/>
                </a:lnTo>
                <a:lnTo>
                  <a:pt x="2009508" y="0"/>
                </a:lnTo>
                <a:lnTo>
                  <a:pt x="1998540" y="52304"/>
                </a:lnTo>
                <a:lnTo>
                  <a:pt x="2024178" y="27694"/>
                </a:lnTo>
                <a:lnTo>
                  <a:pt x="2049747" y="27694"/>
                </a:lnTo>
                <a:lnTo>
                  <a:pt x="2020476" y="54154"/>
                </a:lnTo>
                <a:lnTo>
                  <a:pt x="2036037" y="100494"/>
                </a:lnTo>
                <a:lnTo>
                  <a:pt x="2016363" y="100494"/>
                </a:lnTo>
                <a:lnTo>
                  <a:pt x="2006355" y="66836"/>
                </a:lnTo>
                <a:lnTo>
                  <a:pt x="1993056" y="78627"/>
                </a:lnTo>
                <a:lnTo>
                  <a:pt x="1988463" y="100494"/>
                </a:lnTo>
                <a:lnTo>
                  <a:pt x="1968790" y="100494"/>
                </a:lnTo>
                <a:close/>
                <a:moveTo>
                  <a:pt x="2117818" y="70195"/>
                </a:moveTo>
                <a:lnTo>
                  <a:pt x="2068462" y="70195"/>
                </a:lnTo>
                <a:cubicBezTo>
                  <a:pt x="2068416" y="70972"/>
                  <a:pt x="2068393" y="71566"/>
                  <a:pt x="2068393" y="71977"/>
                </a:cubicBezTo>
                <a:cubicBezTo>
                  <a:pt x="2068393" y="76822"/>
                  <a:pt x="2069776" y="80729"/>
                  <a:pt x="2072541" y="83699"/>
                </a:cubicBezTo>
                <a:cubicBezTo>
                  <a:pt x="2075305" y="86670"/>
                  <a:pt x="2078676" y="88155"/>
                  <a:pt x="2082652" y="88155"/>
                </a:cubicBezTo>
                <a:cubicBezTo>
                  <a:pt x="2089187" y="88155"/>
                  <a:pt x="2094282" y="84773"/>
                  <a:pt x="2097938" y="78010"/>
                </a:cubicBezTo>
                <a:lnTo>
                  <a:pt x="2115556" y="80957"/>
                </a:lnTo>
                <a:cubicBezTo>
                  <a:pt x="2112128" y="88041"/>
                  <a:pt x="2107547" y="93354"/>
                  <a:pt x="2101811" y="96895"/>
                </a:cubicBezTo>
                <a:cubicBezTo>
                  <a:pt x="2096076" y="100437"/>
                  <a:pt x="2089644" y="102208"/>
                  <a:pt x="2082515" y="102208"/>
                </a:cubicBezTo>
                <a:cubicBezTo>
                  <a:pt x="2072735" y="102208"/>
                  <a:pt x="2064783" y="99112"/>
                  <a:pt x="2058659" y="92919"/>
                </a:cubicBezTo>
                <a:cubicBezTo>
                  <a:pt x="2052535" y="86727"/>
                  <a:pt x="2049474" y="78535"/>
                  <a:pt x="2049474" y="68344"/>
                </a:cubicBezTo>
                <a:cubicBezTo>
                  <a:pt x="2049474" y="58382"/>
                  <a:pt x="2052238" y="49516"/>
                  <a:pt x="2057768" y="41747"/>
                </a:cubicBezTo>
                <a:cubicBezTo>
                  <a:pt x="2065309" y="31236"/>
                  <a:pt x="2076071" y="25980"/>
                  <a:pt x="2090055" y="25980"/>
                </a:cubicBezTo>
                <a:cubicBezTo>
                  <a:pt x="2098967" y="25980"/>
                  <a:pt x="2106050" y="28734"/>
                  <a:pt x="2111306" y="34241"/>
                </a:cubicBezTo>
                <a:cubicBezTo>
                  <a:pt x="2116561" y="39748"/>
                  <a:pt x="2119189" y="47459"/>
                  <a:pt x="2119189" y="57376"/>
                </a:cubicBezTo>
                <a:cubicBezTo>
                  <a:pt x="2119189" y="62129"/>
                  <a:pt x="2118732" y="66402"/>
                  <a:pt x="2117818" y="70195"/>
                </a:cubicBezTo>
                <a:moveTo>
                  <a:pt x="2101229" y="58199"/>
                </a:moveTo>
                <a:cubicBezTo>
                  <a:pt x="2101274" y="57331"/>
                  <a:pt x="2101297" y="56668"/>
                  <a:pt x="2101297" y="56211"/>
                </a:cubicBezTo>
                <a:cubicBezTo>
                  <a:pt x="2101297" y="50818"/>
                  <a:pt x="2100086" y="46774"/>
                  <a:pt x="2097664" y="44078"/>
                </a:cubicBezTo>
                <a:cubicBezTo>
                  <a:pt x="2095242" y="41381"/>
                  <a:pt x="2091997" y="40033"/>
                  <a:pt x="2087930" y="40033"/>
                </a:cubicBezTo>
                <a:cubicBezTo>
                  <a:pt x="2083863" y="40033"/>
                  <a:pt x="2080218" y="41564"/>
                  <a:pt x="2076996" y="44626"/>
                </a:cubicBezTo>
                <a:cubicBezTo>
                  <a:pt x="2073775" y="47688"/>
                  <a:pt x="2071592" y="52212"/>
                  <a:pt x="2070450" y="58199"/>
                </a:cubicBezTo>
                <a:lnTo>
                  <a:pt x="2101229" y="58199"/>
                </a:lnTo>
                <a:close/>
                <a:moveTo>
                  <a:pt x="2184213" y="0"/>
                </a:moveTo>
                <a:lnTo>
                  <a:pt x="2203886" y="0"/>
                </a:lnTo>
                <a:lnTo>
                  <a:pt x="2200185" y="17823"/>
                </a:lnTo>
                <a:lnTo>
                  <a:pt x="2180511" y="17823"/>
                </a:lnTo>
                <a:lnTo>
                  <a:pt x="2184213" y="0"/>
                </a:lnTo>
                <a:moveTo>
                  <a:pt x="2178454" y="27694"/>
                </a:moveTo>
                <a:lnTo>
                  <a:pt x="2198128" y="27694"/>
                </a:lnTo>
                <a:lnTo>
                  <a:pt x="2182910" y="100494"/>
                </a:lnTo>
                <a:lnTo>
                  <a:pt x="2163236" y="100494"/>
                </a:lnTo>
                <a:lnTo>
                  <a:pt x="2178454" y="27694"/>
                </a:lnTo>
                <a:close/>
                <a:moveTo>
                  <a:pt x="2217224" y="27694"/>
                </a:moveTo>
                <a:lnTo>
                  <a:pt x="2235870" y="27694"/>
                </a:lnTo>
                <a:lnTo>
                  <a:pt x="2233950" y="37154"/>
                </a:lnTo>
                <a:cubicBezTo>
                  <a:pt x="2238612" y="33132"/>
                  <a:pt x="2242965" y="30265"/>
                  <a:pt x="2247009" y="28551"/>
                </a:cubicBezTo>
                <a:cubicBezTo>
                  <a:pt x="2251053" y="26837"/>
                  <a:pt x="2255315" y="25980"/>
                  <a:pt x="2259794" y="25980"/>
                </a:cubicBezTo>
                <a:cubicBezTo>
                  <a:pt x="2265780" y="25980"/>
                  <a:pt x="2270499" y="27694"/>
                  <a:pt x="2273949" y="31122"/>
                </a:cubicBezTo>
                <a:cubicBezTo>
                  <a:pt x="2277399" y="34549"/>
                  <a:pt x="2279125" y="39096"/>
                  <a:pt x="2279125" y="44763"/>
                </a:cubicBezTo>
                <a:cubicBezTo>
                  <a:pt x="2279125" y="47322"/>
                  <a:pt x="2278371" y="52166"/>
                  <a:pt x="2276862" y="59296"/>
                </a:cubicBezTo>
                <a:lnTo>
                  <a:pt x="2268294" y="100494"/>
                </a:lnTo>
                <a:lnTo>
                  <a:pt x="2248620" y="100494"/>
                </a:lnTo>
                <a:lnTo>
                  <a:pt x="2257257" y="59159"/>
                </a:lnTo>
                <a:cubicBezTo>
                  <a:pt x="2258537" y="52989"/>
                  <a:pt x="2259177" y="49310"/>
                  <a:pt x="2259177" y="48122"/>
                </a:cubicBezTo>
                <a:cubicBezTo>
                  <a:pt x="2259177" y="45609"/>
                  <a:pt x="2258434" y="43632"/>
                  <a:pt x="2256949" y="42192"/>
                </a:cubicBezTo>
                <a:cubicBezTo>
                  <a:pt x="2255463" y="40753"/>
                  <a:pt x="2253396" y="40033"/>
                  <a:pt x="2250745" y="40033"/>
                </a:cubicBezTo>
                <a:cubicBezTo>
                  <a:pt x="2247866" y="40033"/>
                  <a:pt x="2244667" y="41244"/>
                  <a:pt x="2241148" y="43666"/>
                </a:cubicBezTo>
                <a:cubicBezTo>
                  <a:pt x="2237629" y="46088"/>
                  <a:pt x="2234864" y="49287"/>
                  <a:pt x="2232853" y="53263"/>
                </a:cubicBezTo>
                <a:cubicBezTo>
                  <a:pt x="2231391" y="56097"/>
                  <a:pt x="2229746" y="61878"/>
                  <a:pt x="2227918" y="70606"/>
                </a:cubicBezTo>
                <a:lnTo>
                  <a:pt x="2221680" y="100494"/>
                </a:lnTo>
                <a:lnTo>
                  <a:pt x="2202006" y="100494"/>
                </a:lnTo>
                <a:lnTo>
                  <a:pt x="2217224" y="27694"/>
                </a:lnTo>
                <a:close/>
                <a:moveTo>
                  <a:pt x="2284862" y="80135"/>
                </a:moveTo>
                <a:lnTo>
                  <a:pt x="2303918" y="77119"/>
                </a:lnTo>
                <a:cubicBezTo>
                  <a:pt x="2305609" y="81140"/>
                  <a:pt x="2307711" y="83985"/>
                  <a:pt x="2310225" y="85653"/>
                </a:cubicBezTo>
                <a:cubicBezTo>
                  <a:pt x="2312738" y="87321"/>
                  <a:pt x="2316166" y="88155"/>
                  <a:pt x="2320507" y="88155"/>
                </a:cubicBezTo>
                <a:cubicBezTo>
                  <a:pt x="2324986" y="88155"/>
                  <a:pt x="2328574" y="87150"/>
                  <a:pt x="2331270" y="85139"/>
                </a:cubicBezTo>
                <a:cubicBezTo>
                  <a:pt x="2333144" y="83768"/>
                  <a:pt x="2334080" y="82100"/>
                  <a:pt x="2334080" y="80135"/>
                </a:cubicBezTo>
                <a:cubicBezTo>
                  <a:pt x="2334080" y="78810"/>
                  <a:pt x="2333601" y="77621"/>
                  <a:pt x="2332641" y="76570"/>
                </a:cubicBezTo>
                <a:cubicBezTo>
                  <a:pt x="2331635" y="75565"/>
                  <a:pt x="2328916" y="74331"/>
                  <a:pt x="2324483" y="72869"/>
                </a:cubicBezTo>
                <a:cubicBezTo>
                  <a:pt x="2312601" y="68938"/>
                  <a:pt x="2305244" y="65831"/>
                  <a:pt x="2302410" y="63546"/>
                </a:cubicBezTo>
                <a:cubicBezTo>
                  <a:pt x="2297977" y="59981"/>
                  <a:pt x="2295761" y="55320"/>
                  <a:pt x="2295761" y="49562"/>
                </a:cubicBezTo>
                <a:cubicBezTo>
                  <a:pt x="2295761" y="43803"/>
                  <a:pt x="2297909" y="38845"/>
                  <a:pt x="2302205" y="34686"/>
                </a:cubicBezTo>
                <a:cubicBezTo>
                  <a:pt x="2308191" y="28882"/>
                  <a:pt x="2317080" y="25980"/>
                  <a:pt x="2328871" y="25980"/>
                </a:cubicBezTo>
                <a:cubicBezTo>
                  <a:pt x="2338239" y="25980"/>
                  <a:pt x="2345323" y="27694"/>
                  <a:pt x="2350121" y="31122"/>
                </a:cubicBezTo>
                <a:cubicBezTo>
                  <a:pt x="2354920" y="34549"/>
                  <a:pt x="2357959" y="39188"/>
                  <a:pt x="2359238" y="45037"/>
                </a:cubicBezTo>
                <a:lnTo>
                  <a:pt x="2341072" y="48191"/>
                </a:lnTo>
                <a:cubicBezTo>
                  <a:pt x="2340113" y="45540"/>
                  <a:pt x="2338559" y="43552"/>
                  <a:pt x="2336411" y="42227"/>
                </a:cubicBezTo>
                <a:cubicBezTo>
                  <a:pt x="2333486" y="40444"/>
                  <a:pt x="2329967" y="39553"/>
                  <a:pt x="2325854" y="39553"/>
                </a:cubicBezTo>
                <a:cubicBezTo>
                  <a:pt x="2321741" y="39553"/>
                  <a:pt x="2318782" y="40239"/>
                  <a:pt x="2316977" y="41610"/>
                </a:cubicBezTo>
                <a:cubicBezTo>
                  <a:pt x="2315172" y="42981"/>
                  <a:pt x="2314269" y="44557"/>
                  <a:pt x="2314269" y="46340"/>
                </a:cubicBezTo>
                <a:cubicBezTo>
                  <a:pt x="2314269" y="48168"/>
                  <a:pt x="2315183" y="49676"/>
                  <a:pt x="2317011" y="50864"/>
                </a:cubicBezTo>
                <a:cubicBezTo>
                  <a:pt x="2318154" y="51595"/>
                  <a:pt x="2321833" y="52875"/>
                  <a:pt x="2328048" y="54703"/>
                </a:cubicBezTo>
                <a:cubicBezTo>
                  <a:pt x="2337645" y="57491"/>
                  <a:pt x="2344066" y="60233"/>
                  <a:pt x="2347310" y="62929"/>
                </a:cubicBezTo>
                <a:cubicBezTo>
                  <a:pt x="2351880" y="66722"/>
                  <a:pt x="2354165" y="71292"/>
                  <a:pt x="2354165" y="76639"/>
                </a:cubicBezTo>
                <a:cubicBezTo>
                  <a:pt x="2354165" y="83540"/>
                  <a:pt x="2351264" y="89526"/>
                  <a:pt x="2345460" y="94599"/>
                </a:cubicBezTo>
                <a:cubicBezTo>
                  <a:pt x="2339656" y="99672"/>
                  <a:pt x="2331475" y="102208"/>
                  <a:pt x="2320919" y="102208"/>
                </a:cubicBezTo>
                <a:cubicBezTo>
                  <a:pt x="2310408" y="102208"/>
                  <a:pt x="2302285" y="100277"/>
                  <a:pt x="2296549" y="96415"/>
                </a:cubicBezTo>
                <a:cubicBezTo>
                  <a:pt x="2290814" y="92554"/>
                  <a:pt x="2286918" y="87127"/>
                  <a:pt x="2284862" y="80135"/>
                </a:cubicBezTo>
                <a:close/>
                <a:moveTo>
                  <a:pt x="2386179" y="0"/>
                </a:moveTo>
                <a:lnTo>
                  <a:pt x="2405853" y="0"/>
                </a:lnTo>
                <a:lnTo>
                  <a:pt x="2402151" y="17823"/>
                </a:lnTo>
                <a:lnTo>
                  <a:pt x="2382477" y="17823"/>
                </a:lnTo>
                <a:lnTo>
                  <a:pt x="2386179" y="0"/>
                </a:lnTo>
                <a:moveTo>
                  <a:pt x="2380421" y="27694"/>
                </a:moveTo>
                <a:lnTo>
                  <a:pt x="2400094" y="27694"/>
                </a:lnTo>
                <a:lnTo>
                  <a:pt x="2384876" y="100494"/>
                </a:lnTo>
                <a:lnTo>
                  <a:pt x="2365202" y="100494"/>
                </a:lnTo>
                <a:lnTo>
                  <a:pt x="2380421" y="27694"/>
                </a:lnTo>
                <a:close/>
                <a:moveTo>
                  <a:pt x="2470944" y="100494"/>
                </a:moveTo>
                <a:lnTo>
                  <a:pt x="2452299" y="100494"/>
                </a:lnTo>
                <a:lnTo>
                  <a:pt x="2453944" y="92611"/>
                </a:lnTo>
                <a:cubicBezTo>
                  <a:pt x="2450379" y="96038"/>
                  <a:pt x="2446872" y="98495"/>
                  <a:pt x="2443422" y="99980"/>
                </a:cubicBezTo>
                <a:cubicBezTo>
                  <a:pt x="2439971" y="101465"/>
                  <a:pt x="2436075" y="102208"/>
                  <a:pt x="2431734" y="102208"/>
                </a:cubicBezTo>
                <a:cubicBezTo>
                  <a:pt x="2424193" y="102208"/>
                  <a:pt x="2418081" y="99637"/>
                  <a:pt x="2413397" y="94496"/>
                </a:cubicBezTo>
                <a:cubicBezTo>
                  <a:pt x="2408713" y="89355"/>
                  <a:pt x="2406370" y="81757"/>
                  <a:pt x="2406370" y="71703"/>
                </a:cubicBezTo>
                <a:cubicBezTo>
                  <a:pt x="2406370" y="60050"/>
                  <a:pt x="2409661" y="49516"/>
                  <a:pt x="2416242" y="40102"/>
                </a:cubicBezTo>
                <a:cubicBezTo>
                  <a:pt x="2422822" y="30688"/>
                  <a:pt x="2431528" y="25980"/>
                  <a:pt x="2442359" y="25980"/>
                </a:cubicBezTo>
                <a:cubicBezTo>
                  <a:pt x="2452139" y="25980"/>
                  <a:pt x="2459474" y="29865"/>
                  <a:pt x="2464364" y="37634"/>
                </a:cubicBezTo>
                <a:lnTo>
                  <a:pt x="2472247" y="0"/>
                </a:lnTo>
                <a:lnTo>
                  <a:pt x="2491921" y="0"/>
                </a:lnTo>
                <a:lnTo>
                  <a:pt x="2470944" y="100494"/>
                </a:lnTo>
                <a:moveTo>
                  <a:pt x="2425496" y="70881"/>
                </a:moveTo>
                <a:cubicBezTo>
                  <a:pt x="2425496" y="76090"/>
                  <a:pt x="2426810" y="80158"/>
                  <a:pt x="2429437" y="83083"/>
                </a:cubicBezTo>
                <a:cubicBezTo>
                  <a:pt x="2432065" y="86007"/>
                  <a:pt x="2435298" y="87470"/>
                  <a:pt x="2439137" y="87470"/>
                </a:cubicBezTo>
                <a:cubicBezTo>
                  <a:pt x="2442702" y="87470"/>
                  <a:pt x="2446027" y="86247"/>
                  <a:pt x="2449111" y="83802"/>
                </a:cubicBezTo>
                <a:cubicBezTo>
                  <a:pt x="2452196" y="81357"/>
                  <a:pt x="2454664" y="77621"/>
                  <a:pt x="2456515" y="72594"/>
                </a:cubicBezTo>
                <a:cubicBezTo>
                  <a:pt x="2458366" y="67567"/>
                  <a:pt x="2459291" y="62746"/>
                  <a:pt x="2459291" y="58130"/>
                </a:cubicBezTo>
                <a:cubicBezTo>
                  <a:pt x="2459291" y="52875"/>
                  <a:pt x="2457874" y="48625"/>
                  <a:pt x="2455041" y="45380"/>
                </a:cubicBezTo>
                <a:cubicBezTo>
                  <a:pt x="2452207" y="42135"/>
                  <a:pt x="2448940" y="40513"/>
                  <a:pt x="2445238" y="40513"/>
                </a:cubicBezTo>
                <a:cubicBezTo>
                  <a:pt x="2439480" y="40513"/>
                  <a:pt x="2434750" y="43712"/>
                  <a:pt x="2431048" y="50110"/>
                </a:cubicBezTo>
                <a:cubicBezTo>
                  <a:pt x="2427347" y="56508"/>
                  <a:pt x="2425496" y="63432"/>
                  <a:pt x="2425496" y="70881"/>
                </a:cubicBezTo>
                <a:close/>
                <a:moveTo>
                  <a:pt x="2560244" y="70195"/>
                </a:moveTo>
                <a:lnTo>
                  <a:pt x="2510888" y="70195"/>
                </a:lnTo>
                <a:cubicBezTo>
                  <a:pt x="2510842" y="70972"/>
                  <a:pt x="2510820" y="71566"/>
                  <a:pt x="2510820" y="71977"/>
                </a:cubicBezTo>
                <a:cubicBezTo>
                  <a:pt x="2510820" y="76822"/>
                  <a:pt x="2512202" y="80729"/>
                  <a:pt x="2514967" y="83699"/>
                </a:cubicBezTo>
                <a:cubicBezTo>
                  <a:pt x="2517732" y="86670"/>
                  <a:pt x="2521102" y="88155"/>
                  <a:pt x="2525078" y="88155"/>
                </a:cubicBezTo>
                <a:cubicBezTo>
                  <a:pt x="2531613" y="88155"/>
                  <a:pt x="2536709" y="84773"/>
                  <a:pt x="2540365" y="78010"/>
                </a:cubicBezTo>
                <a:lnTo>
                  <a:pt x="2557982" y="80957"/>
                </a:lnTo>
                <a:cubicBezTo>
                  <a:pt x="2554554" y="88041"/>
                  <a:pt x="2549973" y="93354"/>
                  <a:pt x="2544238" y="96895"/>
                </a:cubicBezTo>
                <a:cubicBezTo>
                  <a:pt x="2538502" y="100437"/>
                  <a:pt x="2532070" y="102208"/>
                  <a:pt x="2524941" y="102208"/>
                </a:cubicBezTo>
                <a:cubicBezTo>
                  <a:pt x="2515161" y="102208"/>
                  <a:pt x="2507209" y="99112"/>
                  <a:pt x="2501085" y="92919"/>
                </a:cubicBezTo>
                <a:cubicBezTo>
                  <a:pt x="2494962" y="86727"/>
                  <a:pt x="2491900" y="78535"/>
                  <a:pt x="2491900" y="68344"/>
                </a:cubicBezTo>
                <a:cubicBezTo>
                  <a:pt x="2491900" y="58382"/>
                  <a:pt x="2494665" y="49516"/>
                  <a:pt x="2500194" y="41747"/>
                </a:cubicBezTo>
                <a:cubicBezTo>
                  <a:pt x="2507735" y="31236"/>
                  <a:pt x="2518497" y="25980"/>
                  <a:pt x="2532481" y="25980"/>
                </a:cubicBezTo>
                <a:cubicBezTo>
                  <a:pt x="2541393" y="25980"/>
                  <a:pt x="2548476" y="28734"/>
                  <a:pt x="2553732" y="34241"/>
                </a:cubicBezTo>
                <a:cubicBezTo>
                  <a:pt x="2558987" y="39748"/>
                  <a:pt x="2561615" y="47459"/>
                  <a:pt x="2561615" y="57376"/>
                </a:cubicBezTo>
                <a:cubicBezTo>
                  <a:pt x="2561615" y="62129"/>
                  <a:pt x="2561158" y="66402"/>
                  <a:pt x="2560244" y="70195"/>
                </a:cubicBezTo>
                <a:moveTo>
                  <a:pt x="2543655" y="58199"/>
                </a:moveTo>
                <a:cubicBezTo>
                  <a:pt x="2543701" y="57331"/>
                  <a:pt x="2543723" y="56668"/>
                  <a:pt x="2543723" y="56211"/>
                </a:cubicBezTo>
                <a:cubicBezTo>
                  <a:pt x="2543723" y="50818"/>
                  <a:pt x="2542512" y="46774"/>
                  <a:pt x="2540090" y="44078"/>
                </a:cubicBezTo>
                <a:cubicBezTo>
                  <a:pt x="2537668" y="41381"/>
                  <a:pt x="2534424" y="40033"/>
                  <a:pt x="2530356" y="40033"/>
                </a:cubicBezTo>
                <a:cubicBezTo>
                  <a:pt x="2526289" y="40033"/>
                  <a:pt x="2522644" y="41564"/>
                  <a:pt x="2519423" y="44626"/>
                </a:cubicBezTo>
                <a:cubicBezTo>
                  <a:pt x="2516201" y="47688"/>
                  <a:pt x="2514019" y="52212"/>
                  <a:pt x="2512876" y="58199"/>
                </a:cubicBezTo>
                <a:lnTo>
                  <a:pt x="2543655" y="58199"/>
                </a:lnTo>
                <a:close/>
                <a:moveTo>
                  <a:pt x="2610599" y="42295"/>
                </a:moveTo>
                <a:lnTo>
                  <a:pt x="2613615" y="27694"/>
                </a:lnTo>
                <a:lnTo>
                  <a:pt x="2623212" y="27694"/>
                </a:lnTo>
                <a:lnTo>
                  <a:pt x="2625611" y="16041"/>
                </a:lnTo>
                <a:lnTo>
                  <a:pt x="2648164" y="2468"/>
                </a:lnTo>
                <a:lnTo>
                  <a:pt x="2642886" y="27694"/>
                </a:lnTo>
                <a:lnTo>
                  <a:pt x="2654882" y="27694"/>
                </a:lnTo>
                <a:lnTo>
                  <a:pt x="2651866" y="42295"/>
                </a:lnTo>
                <a:lnTo>
                  <a:pt x="2639801" y="42295"/>
                </a:lnTo>
                <a:lnTo>
                  <a:pt x="2633426" y="72800"/>
                </a:lnTo>
                <a:cubicBezTo>
                  <a:pt x="2632283" y="78330"/>
                  <a:pt x="2631712" y="81483"/>
                  <a:pt x="2631712" y="82260"/>
                </a:cubicBezTo>
                <a:cubicBezTo>
                  <a:pt x="2631712" y="83768"/>
                  <a:pt x="2632192" y="84945"/>
                  <a:pt x="2633152" y="85790"/>
                </a:cubicBezTo>
                <a:cubicBezTo>
                  <a:pt x="2634111" y="86636"/>
                  <a:pt x="2635848" y="87058"/>
                  <a:pt x="2638361" y="87058"/>
                </a:cubicBezTo>
                <a:cubicBezTo>
                  <a:pt x="2639230" y="87058"/>
                  <a:pt x="2641400" y="86898"/>
                  <a:pt x="2644874" y="86579"/>
                </a:cubicBezTo>
                <a:lnTo>
                  <a:pt x="2641789" y="101180"/>
                </a:lnTo>
                <a:cubicBezTo>
                  <a:pt x="2638407" y="101865"/>
                  <a:pt x="2634934" y="102208"/>
                  <a:pt x="2631369" y="102208"/>
                </a:cubicBezTo>
                <a:cubicBezTo>
                  <a:pt x="2624423" y="102208"/>
                  <a:pt x="2619373" y="100871"/>
                  <a:pt x="2616220" y="98198"/>
                </a:cubicBezTo>
                <a:cubicBezTo>
                  <a:pt x="2613066" y="95524"/>
                  <a:pt x="2611490" y="91811"/>
                  <a:pt x="2611490" y="87058"/>
                </a:cubicBezTo>
                <a:cubicBezTo>
                  <a:pt x="2611490" y="84819"/>
                  <a:pt x="2612335" y="79655"/>
                  <a:pt x="2614026" y="71566"/>
                </a:cubicBezTo>
                <a:lnTo>
                  <a:pt x="2620127" y="42295"/>
                </a:lnTo>
                <a:lnTo>
                  <a:pt x="2610599" y="42295"/>
                </a:lnTo>
                <a:close/>
                <a:moveTo>
                  <a:pt x="2671968" y="100494"/>
                </a:moveTo>
                <a:lnTo>
                  <a:pt x="2652294" y="100494"/>
                </a:lnTo>
                <a:lnTo>
                  <a:pt x="2673339" y="0"/>
                </a:lnTo>
                <a:lnTo>
                  <a:pt x="2693013" y="0"/>
                </a:lnTo>
                <a:lnTo>
                  <a:pt x="2685472" y="35783"/>
                </a:lnTo>
                <a:cubicBezTo>
                  <a:pt x="2689905" y="32310"/>
                  <a:pt x="2694041" y="29808"/>
                  <a:pt x="2697880" y="28277"/>
                </a:cubicBezTo>
                <a:cubicBezTo>
                  <a:pt x="2701718" y="26746"/>
                  <a:pt x="2705831" y="25980"/>
                  <a:pt x="2710219" y="25980"/>
                </a:cubicBezTo>
                <a:cubicBezTo>
                  <a:pt x="2716114" y="25980"/>
                  <a:pt x="2720775" y="27671"/>
                  <a:pt x="2724203" y="31053"/>
                </a:cubicBezTo>
                <a:cubicBezTo>
                  <a:pt x="2727630" y="34435"/>
                  <a:pt x="2729344" y="38868"/>
                  <a:pt x="2729344" y="44352"/>
                </a:cubicBezTo>
                <a:cubicBezTo>
                  <a:pt x="2729344" y="47277"/>
                  <a:pt x="2728704" y="51801"/>
                  <a:pt x="2727425" y="57925"/>
                </a:cubicBezTo>
                <a:lnTo>
                  <a:pt x="2718513" y="100494"/>
                </a:lnTo>
                <a:lnTo>
                  <a:pt x="2698839" y="100494"/>
                </a:lnTo>
                <a:lnTo>
                  <a:pt x="2707956" y="57102"/>
                </a:lnTo>
                <a:cubicBezTo>
                  <a:pt x="2708916" y="52395"/>
                  <a:pt x="2709396" y="49379"/>
                  <a:pt x="2709396" y="48053"/>
                </a:cubicBezTo>
                <a:cubicBezTo>
                  <a:pt x="2709396" y="45631"/>
                  <a:pt x="2708642" y="43689"/>
                  <a:pt x="2707134" y="42227"/>
                </a:cubicBezTo>
                <a:cubicBezTo>
                  <a:pt x="2705626" y="40764"/>
                  <a:pt x="2703569" y="40033"/>
                  <a:pt x="2700964" y="40033"/>
                </a:cubicBezTo>
                <a:cubicBezTo>
                  <a:pt x="2697674" y="40033"/>
                  <a:pt x="2694521" y="41176"/>
                  <a:pt x="2691504" y="43461"/>
                </a:cubicBezTo>
                <a:cubicBezTo>
                  <a:pt x="2687574" y="46477"/>
                  <a:pt x="2684581" y="50179"/>
                  <a:pt x="2682524" y="54566"/>
                </a:cubicBezTo>
                <a:cubicBezTo>
                  <a:pt x="2681382" y="56988"/>
                  <a:pt x="2679874" y="62677"/>
                  <a:pt x="2678000" y="71635"/>
                </a:cubicBezTo>
                <a:lnTo>
                  <a:pt x="2671968" y="100494"/>
                </a:lnTo>
                <a:close/>
                <a:moveTo>
                  <a:pt x="2808566" y="70195"/>
                </a:moveTo>
                <a:lnTo>
                  <a:pt x="2759211" y="70195"/>
                </a:lnTo>
                <a:cubicBezTo>
                  <a:pt x="2759165" y="70972"/>
                  <a:pt x="2759142" y="71566"/>
                  <a:pt x="2759142" y="71977"/>
                </a:cubicBezTo>
                <a:cubicBezTo>
                  <a:pt x="2759142" y="76822"/>
                  <a:pt x="2760524" y="80729"/>
                  <a:pt x="2763289" y="83699"/>
                </a:cubicBezTo>
                <a:cubicBezTo>
                  <a:pt x="2766054" y="86670"/>
                  <a:pt x="2769424" y="88155"/>
                  <a:pt x="2773400" y="88155"/>
                </a:cubicBezTo>
                <a:cubicBezTo>
                  <a:pt x="2779935" y="88155"/>
                  <a:pt x="2785031" y="84773"/>
                  <a:pt x="2788687" y="78010"/>
                </a:cubicBezTo>
                <a:lnTo>
                  <a:pt x="2806304" y="80957"/>
                </a:lnTo>
                <a:cubicBezTo>
                  <a:pt x="2802877" y="88041"/>
                  <a:pt x="2798295" y="93354"/>
                  <a:pt x="2792560" y="96895"/>
                </a:cubicBezTo>
                <a:cubicBezTo>
                  <a:pt x="2786825" y="100437"/>
                  <a:pt x="2780392" y="102208"/>
                  <a:pt x="2773263" y="102208"/>
                </a:cubicBezTo>
                <a:cubicBezTo>
                  <a:pt x="2763483" y="102208"/>
                  <a:pt x="2755532" y="99112"/>
                  <a:pt x="2749408" y="92919"/>
                </a:cubicBezTo>
                <a:cubicBezTo>
                  <a:pt x="2743284" y="86727"/>
                  <a:pt x="2740222" y="78535"/>
                  <a:pt x="2740222" y="68344"/>
                </a:cubicBezTo>
                <a:cubicBezTo>
                  <a:pt x="2740222" y="58382"/>
                  <a:pt x="2742987" y="49516"/>
                  <a:pt x="2748517" y="41747"/>
                </a:cubicBezTo>
                <a:cubicBezTo>
                  <a:pt x="2756057" y="31236"/>
                  <a:pt x="2766820" y="25980"/>
                  <a:pt x="2780804" y="25980"/>
                </a:cubicBezTo>
                <a:cubicBezTo>
                  <a:pt x="2789715" y="25980"/>
                  <a:pt x="2796799" y="28734"/>
                  <a:pt x="2802054" y="34241"/>
                </a:cubicBezTo>
                <a:cubicBezTo>
                  <a:pt x="2807310" y="39748"/>
                  <a:pt x="2809937" y="47459"/>
                  <a:pt x="2809937" y="57376"/>
                </a:cubicBezTo>
                <a:cubicBezTo>
                  <a:pt x="2809937" y="62129"/>
                  <a:pt x="2809480" y="66402"/>
                  <a:pt x="2808566" y="70195"/>
                </a:cubicBezTo>
                <a:moveTo>
                  <a:pt x="2791977" y="58199"/>
                </a:moveTo>
                <a:cubicBezTo>
                  <a:pt x="2792023" y="57331"/>
                  <a:pt x="2792046" y="56668"/>
                  <a:pt x="2792046" y="56211"/>
                </a:cubicBezTo>
                <a:cubicBezTo>
                  <a:pt x="2792046" y="50818"/>
                  <a:pt x="2790835" y="46774"/>
                  <a:pt x="2788413" y="44078"/>
                </a:cubicBezTo>
                <a:cubicBezTo>
                  <a:pt x="2785991" y="41381"/>
                  <a:pt x="2782746" y="40033"/>
                  <a:pt x="2778679" y="40033"/>
                </a:cubicBezTo>
                <a:cubicBezTo>
                  <a:pt x="2774611" y="40033"/>
                  <a:pt x="2770967" y="41564"/>
                  <a:pt x="2767745" y="44626"/>
                </a:cubicBezTo>
                <a:cubicBezTo>
                  <a:pt x="2764523" y="47688"/>
                  <a:pt x="2762341" y="52212"/>
                  <a:pt x="2761198" y="58199"/>
                </a:cubicBezTo>
                <a:lnTo>
                  <a:pt x="2791977" y="58199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cabinet.">
            <a:extLst xmlns:a="http://schemas.openxmlformats.org/drawingml/2006/main">
              <a:ext uri="{FF2B5EF4-FFF2-40B4-BE49-F238E27FC236}">
                <a16:creationId xmlns:a16="http://schemas.microsoft.com/office/drawing/2014/main" id="{F86BC613-76A6-4B68-BA8C-41337A92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271" y="2939033"/>
            <a:ext cx="510779" cy="102208"/>
          </a:xfrm>
          <a:custGeom xmlns:a="http://schemas.openxmlformats.org/drawingml/2006/main">
            <a:pathLst>
              <a:path w="510779" h="102208">
                <a:moveTo>
                  <a:pt x="46545" y="73074"/>
                </a:moveTo>
                <a:lnTo>
                  <a:pt x="65671" y="76159"/>
                </a:lnTo>
                <a:cubicBezTo>
                  <a:pt x="62518" y="84659"/>
                  <a:pt x="57856" y="91126"/>
                  <a:pt x="51687" y="95559"/>
                </a:cubicBezTo>
                <a:cubicBezTo>
                  <a:pt x="45517" y="99991"/>
                  <a:pt x="38365" y="102208"/>
                  <a:pt x="30231" y="102208"/>
                </a:cubicBezTo>
                <a:cubicBezTo>
                  <a:pt x="20953" y="102208"/>
                  <a:pt x="13596" y="99443"/>
                  <a:pt x="8157" y="93913"/>
                </a:cubicBezTo>
                <a:cubicBezTo>
                  <a:pt x="2719" y="88384"/>
                  <a:pt x="0" y="80775"/>
                  <a:pt x="0" y="71086"/>
                </a:cubicBezTo>
                <a:cubicBezTo>
                  <a:pt x="0" y="63180"/>
                  <a:pt x="1645" y="55708"/>
                  <a:pt x="4936" y="48670"/>
                </a:cubicBezTo>
                <a:cubicBezTo>
                  <a:pt x="8226" y="41633"/>
                  <a:pt x="13184" y="36092"/>
                  <a:pt x="19811" y="32047"/>
                </a:cubicBezTo>
                <a:cubicBezTo>
                  <a:pt x="26437" y="28003"/>
                  <a:pt x="33704" y="25980"/>
                  <a:pt x="41610" y="25980"/>
                </a:cubicBezTo>
                <a:cubicBezTo>
                  <a:pt x="50201" y="25980"/>
                  <a:pt x="57056" y="28220"/>
                  <a:pt x="62175" y="32698"/>
                </a:cubicBezTo>
                <a:cubicBezTo>
                  <a:pt x="67293" y="37177"/>
                  <a:pt x="70172" y="43072"/>
                  <a:pt x="70812" y="50384"/>
                </a:cubicBezTo>
                <a:lnTo>
                  <a:pt x="52098" y="52372"/>
                </a:lnTo>
                <a:cubicBezTo>
                  <a:pt x="51641" y="48305"/>
                  <a:pt x="50396" y="45312"/>
                  <a:pt x="48362" y="43392"/>
                </a:cubicBezTo>
                <a:cubicBezTo>
                  <a:pt x="46328" y="41473"/>
                  <a:pt x="43666" y="40513"/>
                  <a:pt x="40376" y="40513"/>
                </a:cubicBezTo>
                <a:cubicBezTo>
                  <a:pt x="36583" y="40513"/>
                  <a:pt x="33041" y="41930"/>
                  <a:pt x="29751" y="44763"/>
                </a:cubicBezTo>
                <a:cubicBezTo>
                  <a:pt x="26460" y="47596"/>
                  <a:pt x="23935" y="51835"/>
                  <a:pt x="22176" y="57479"/>
                </a:cubicBezTo>
                <a:cubicBezTo>
                  <a:pt x="20416" y="63123"/>
                  <a:pt x="19537" y="68413"/>
                  <a:pt x="19537" y="73348"/>
                </a:cubicBezTo>
                <a:cubicBezTo>
                  <a:pt x="19537" y="77644"/>
                  <a:pt x="20588" y="80957"/>
                  <a:pt x="22690" y="83288"/>
                </a:cubicBezTo>
                <a:cubicBezTo>
                  <a:pt x="24792" y="85619"/>
                  <a:pt x="27420" y="86784"/>
                  <a:pt x="30573" y="86784"/>
                </a:cubicBezTo>
                <a:cubicBezTo>
                  <a:pt x="33727" y="86784"/>
                  <a:pt x="36766" y="85642"/>
                  <a:pt x="39690" y="83357"/>
                </a:cubicBezTo>
                <a:cubicBezTo>
                  <a:pt x="42615" y="81072"/>
                  <a:pt x="44900" y="77644"/>
                  <a:pt x="46545" y="73074"/>
                </a:cubicBezTo>
                <a:close/>
                <a:moveTo>
                  <a:pt x="102756" y="48328"/>
                </a:moveTo>
                <a:lnTo>
                  <a:pt x="83562" y="46682"/>
                </a:lnTo>
                <a:cubicBezTo>
                  <a:pt x="85756" y="40193"/>
                  <a:pt x="89583" y="35120"/>
                  <a:pt x="95044" y="31464"/>
                </a:cubicBezTo>
                <a:cubicBezTo>
                  <a:pt x="100505" y="27808"/>
                  <a:pt x="107737" y="25980"/>
                  <a:pt x="116740" y="25980"/>
                </a:cubicBezTo>
                <a:cubicBezTo>
                  <a:pt x="126109" y="25980"/>
                  <a:pt x="133032" y="27866"/>
                  <a:pt x="137511" y="31636"/>
                </a:cubicBezTo>
                <a:cubicBezTo>
                  <a:pt x="141990" y="35406"/>
                  <a:pt x="144229" y="40010"/>
                  <a:pt x="144229" y="45449"/>
                </a:cubicBezTo>
                <a:cubicBezTo>
                  <a:pt x="144229" y="47642"/>
                  <a:pt x="144035" y="49973"/>
                  <a:pt x="143646" y="52441"/>
                </a:cubicBezTo>
                <a:cubicBezTo>
                  <a:pt x="143258" y="54908"/>
                  <a:pt x="141898" y="61398"/>
                  <a:pt x="139567" y="71909"/>
                </a:cubicBezTo>
                <a:cubicBezTo>
                  <a:pt x="137648" y="80592"/>
                  <a:pt x="136688" y="86670"/>
                  <a:pt x="136688" y="90143"/>
                </a:cubicBezTo>
                <a:cubicBezTo>
                  <a:pt x="136688" y="93251"/>
                  <a:pt x="137237" y="96701"/>
                  <a:pt x="138334" y="100494"/>
                </a:cubicBezTo>
                <a:lnTo>
                  <a:pt x="119208" y="100494"/>
                </a:lnTo>
                <a:cubicBezTo>
                  <a:pt x="118431" y="97844"/>
                  <a:pt x="117951" y="95102"/>
                  <a:pt x="117769" y="92268"/>
                </a:cubicBezTo>
                <a:cubicBezTo>
                  <a:pt x="114890" y="95467"/>
                  <a:pt x="111576" y="97924"/>
                  <a:pt x="107829" y="99637"/>
                </a:cubicBezTo>
                <a:cubicBezTo>
                  <a:pt x="104081" y="101351"/>
                  <a:pt x="100311" y="102208"/>
                  <a:pt x="96518" y="102208"/>
                </a:cubicBezTo>
                <a:cubicBezTo>
                  <a:pt x="90486" y="102208"/>
                  <a:pt x="85504" y="100231"/>
                  <a:pt x="81574" y="96278"/>
                </a:cubicBezTo>
                <a:cubicBezTo>
                  <a:pt x="77644" y="92325"/>
                  <a:pt x="75679" y="87241"/>
                  <a:pt x="75679" y="81026"/>
                </a:cubicBezTo>
                <a:cubicBezTo>
                  <a:pt x="75679" y="74080"/>
                  <a:pt x="77838" y="68527"/>
                  <a:pt x="82157" y="64368"/>
                </a:cubicBezTo>
                <a:cubicBezTo>
                  <a:pt x="86476" y="60210"/>
                  <a:pt x="94187" y="57696"/>
                  <a:pt x="105293" y="56828"/>
                </a:cubicBezTo>
                <a:cubicBezTo>
                  <a:pt x="114661" y="56051"/>
                  <a:pt x="120922" y="55114"/>
                  <a:pt x="124075" y="54017"/>
                </a:cubicBezTo>
                <a:cubicBezTo>
                  <a:pt x="124898" y="51275"/>
                  <a:pt x="125309" y="49082"/>
                  <a:pt x="125309" y="47437"/>
                </a:cubicBezTo>
                <a:cubicBezTo>
                  <a:pt x="125309" y="45334"/>
                  <a:pt x="124464" y="43575"/>
                  <a:pt x="122773" y="42158"/>
                </a:cubicBezTo>
                <a:cubicBezTo>
                  <a:pt x="121082" y="40742"/>
                  <a:pt x="118568" y="40033"/>
                  <a:pt x="115232" y="40033"/>
                </a:cubicBezTo>
                <a:cubicBezTo>
                  <a:pt x="111713" y="40033"/>
                  <a:pt x="108937" y="40753"/>
                  <a:pt x="106903" y="42192"/>
                </a:cubicBezTo>
                <a:cubicBezTo>
                  <a:pt x="104870" y="43632"/>
                  <a:pt x="103487" y="45677"/>
                  <a:pt x="102756" y="48328"/>
                </a:cubicBezTo>
                <a:moveTo>
                  <a:pt x="121470" y="66562"/>
                </a:moveTo>
                <a:cubicBezTo>
                  <a:pt x="120282" y="66882"/>
                  <a:pt x="118705" y="67179"/>
                  <a:pt x="116740" y="67453"/>
                </a:cubicBezTo>
                <a:cubicBezTo>
                  <a:pt x="106869" y="68641"/>
                  <a:pt x="100425" y="70378"/>
                  <a:pt x="97409" y="72663"/>
                </a:cubicBezTo>
                <a:cubicBezTo>
                  <a:pt x="95261" y="74308"/>
                  <a:pt x="94187" y="76525"/>
                  <a:pt x="94187" y="79312"/>
                </a:cubicBezTo>
                <a:cubicBezTo>
                  <a:pt x="94187" y="81597"/>
                  <a:pt x="95010" y="83528"/>
                  <a:pt x="96655" y="85105"/>
                </a:cubicBezTo>
                <a:cubicBezTo>
                  <a:pt x="98300" y="86681"/>
                  <a:pt x="100471" y="87470"/>
                  <a:pt x="103167" y="87470"/>
                </a:cubicBezTo>
                <a:cubicBezTo>
                  <a:pt x="106138" y="87470"/>
                  <a:pt x="108937" y="86750"/>
                  <a:pt x="111565" y="85310"/>
                </a:cubicBezTo>
                <a:cubicBezTo>
                  <a:pt x="114193" y="83871"/>
                  <a:pt x="116158" y="82020"/>
                  <a:pt x="117460" y="79758"/>
                </a:cubicBezTo>
                <a:cubicBezTo>
                  <a:pt x="118763" y="77496"/>
                  <a:pt x="119917" y="73965"/>
                  <a:pt x="120922" y="69167"/>
                </a:cubicBezTo>
                <a:lnTo>
                  <a:pt x="121470" y="66562"/>
                </a:lnTo>
                <a:close/>
                <a:moveTo>
                  <a:pt x="152249" y="100494"/>
                </a:moveTo>
                <a:lnTo>
                  <a:pt x="173226" y="0"/>
                </a:lnTo>
                <a:lnTo>
                  <a:pt x="192968" y="0"/>
                </a:lnTo>
                <a:lnTo>
                  <a:pt x="185907" y="33589"/>
                </a:lnTo>
                <a:cubicBezTo>
                  <a:pt x="189518" y="30847"/>
                  <a:pt x="192888" y="28894"/>
                  <a:pt x="196018" y="27728"/>
                </a:cubicBezTo>
                <a:cubicBezTo>
                  <a:pt x="199149" y="26563"/>
                  <a:pt x="202565" y="25980"/>
                  <a:pt x="206267" y="25980"/>
                </a:cubicBezTo>
                <a:cubicBezTo>
                  <a:pt x="213944" y="25980"/>
                  <a:pt x="220091" y="28551"/>
                  <a:pt x="224707" y="33692"/>
                </a:cubicBezTo>
                <a:cubicBezTo>
                  <a:pt x="229322" y="38834"/>
                  <a:pt x="231630" y="46317"/>
                  <a:pt x="231630" y="56142"/>
                </a:cubicBezTo>
                <a:cubicBezTo>
                  <a:pt x="231630" y="62769"/>
                  <a:pt x="230545" y="69201"/>
                  <a:pt x="228374" y="75439"/>
                </a:cubicBezTo>
                <a:cubicBezTo>
                  <a:pt x="226203" y="81677"/>
                  <a:pt x="223301" y="86750"/>
                  <a:pt x="219668" y="90657"/>
                </a:cubicBezTo>
                <a:cubicBezTo>
                  <a:pt x="216035" y="94565"/>
                  <a:pt x="212219" y="97467"/>
                  <a:pt x="208220" y="99363"/>
                </a:cubicBezTo>
                <a:cubicBezTo>
                  <a:pt x="204222" y="101260"/>
                  <a:pt x="200029" y="102208"/>
                  <a:pt x="195641" y="102208"/>
                </a:cubicBezTo>
                <a:cubicBezTo>
                  <a:pt x="185222" y="102208"/>
                  <a:pt x="177567" y="97638"/>
                  <a:pt x="172677" y="88498"/>
                </a:cubicBezTo>
                <a:lnTo>
                  <a:pt x="170141" y="100494"/>
                </a:lnTo>
                <a:lnTo>
                  <a:pt x="152249" y="100494"/>
                </a:lnTo>
                <a:moveTo>
                  <a:pt x="178778" y="70812"/>
                </a:moveTo>
                <a:cubicBezTo>
                  <a:pt x="178778" y="75702"/>
                  <a:pt x="180161" y="79678"/>
                  <a:pt x="182925" y="82740"/>
                </a:cubicBezTo>
                <a:cubicBezTo>
                  <a:pt x="185690" y="85802"/>
                  <a:pt x="188946" y="87333"/>
                  <a:pt x="192694" y="87333"/>
                </a:cubicBezTo>
                <a:cubicBezTo>
                  <a:pt x="195984" y="87333"/>
                  <a:pt x="199126" y="86144"/>
                  <a:pt x="202119" y="83768"/>
                </a:cubicBezTo>
                <a:cubicBezTo>
                  <a:pt x="205113" y="81392"/>
                  <a:pt x="207603" y="77599"/>
                  <a:pt x="209591" y="72389"/>
                </a:cubicBezTo>
                <a:cubicBezTo>
                  <a:pt x="211579" y="67179"/>
                  <a:pt x="212573" y="61923"/>
                  <a:pt x="212573" y="56622"/>
                </a:cubicBezTo>
                <a:cubicBezTo>
                  <a:pt x="212573" y="51458"/>
                  <a:pt x="211237" y="47402"/>
                  <a:pt x="208563" y="44455"/>
                </a:cubicBezTo>
                <a:cubicBezTo>
                  <a:pt x="205890" y="41507"/>
                  <a:pt x="202656" y="40033"/>
                  <a:pt x="198863" y="40033"/>
                </a:cubicBezTo>
                <a:cubicBezTo>
                  <a:pt x="193928" y="40033"/>
                  <a:pt x="189678" y="42318"/>
                  <a:pt x="186113" y="46888"/>
                </a:cubicBezTo>
                <a:cubicBezTo>
                  <a:pt x="181223" y="53149"/>
                  <a:pt x="178778" y="61124"/>
                  <a:pt x="178778" y="70812"/>
                </a:cubicBezTo>
                <a:close/>
                <a:moveTo>
                  <a:pt x="259440" y="0"/>
                </a:moveTo>
                <a:lnTo>
                  <a:pt x="279114" y="0"/>
                </a:lnTo>
                <a:lnTo>
                  <a:pt x="275412" y="17823"/>
                </a:lnTo>
                <a:lnTo>
                  <a:pt x="255738" y="17823"/>
                </a:lnTo>
                <a:lnTo>
                  <a:pt x="259440" y="0"/>
                </a:lnTo>
                <a:moveTo>
                  <a:pt x="253682" y="27694"/>
                </a:moveTo>
                <a:lnTo>
                  <a:pt x="273356" y="27694"/>
                </a:lnTo>
                <a:lnTo>
                  <a:pt x="258138" y="100494"/>
                </a:lnTo>
                <a:lnTo>
                  <a:pt x="238464" y="100494"/>
                </a:lnTo>
                <a:lnTo>
                  <a:pt x="253682" y="27694"/>
                </a:lnTo>
                <a:close/>
                <a:moveTo>
                  <a:pt x="292451" y="27694"/>
                </a:moveTo>
                <a:lnTo>
                  <a:pt x="311097" y="27694"/>
                </a:lnTo>
                <a:lnTo>
                  <a:pt x="309177" y="37154"/>
                </a:lnTo>
                <a:cubicBezTo>
                  <a:pt x="313839" y="33132"/>
                  <a:pt x="318191" y="30265"/>
                  <a:pt x="322236" y="28551"/>
                </a:cubicBezTo>
                <a:cubicBezTo>
                  <a:pt x="326280" y="26837"/>
                  <a:pt x="330542" y="25980"/>
                  <a:pt x="335020" y="25980"/>
                </a:cubicBezTo>
                <a:cubicBezTo>
                  <a:pt x="341007" y="25980"/>
                  <a:pt x="345726" y="27694"/>
                  <a:pt x="349176" y="31122"/>
                </a:cubicBezTo>
                <a:cubicBezTo>
                  <a:pt x="352626" y="34549"/>
                  <a:pt x="354352" y="39096"/>
                  <a:pt x="354352" y="44763"/>
                </a:cubicBezTo>
                <a:cubicBezTo>
                  <a:pt x="354352" y="47322"/>
                  <a:pt x="353598" y="52166"/>
                  <a:pt x="352089" y="59296"/>
                </a:cubicBezTo>
                <a:lnTo>
                  <a:pt x="343521" y="100494"/>
                </a:lnTo>
                <a:lnTo>
                  <a:pt x="323847" y="100494"/>
                </a:lnTo>
                <a:lnTo>
                  <a:pt x="332484" y="59159"/>
                </a:lnTo>
                <a:cubicBezTo>
                  <a:pt x="333764" y="52989"/>
                  <a:pt x="334404" y="49310"/>
                  <a:pt x="334404" y="48122"/>
                </a:cubicBezTo>
                <a:cubicBezTo>
                  <a:pt x="334404" y="45609"/>
                  <a:pt x="333661" y="43632"/>
                  <a:pt x="332176" y="42192"/>
                </a:cubicBezTo>
                <a:cubicBezTo>
                  <a:pt x="330690" y="40753"/>
                  <a:pt x="328623" y="40033"/>
                  <a:pt x="325972" y="40033"/>
                </a:cubicBezTo>
                <a:cubicBezTo>
                  <a:pt x="323093" y="40033"/>
                  <a:pt x="319894" y="41244"/>
                  <a:pt x="316375" y="43666"/>
                </a:cubicBezTo>
                <a:cubicBezTo>
                  <a:pt x="312856" y="46088"/>
                  <a:pt x="310091" y="49287"/>
                  <a:pt x="308080" y="53263"/>
                </a:cubicBezTo>
                <a:cubicBezTo>
                  <a:pt x="306618" y="56097"/>
                  <a:pt x="304973" y="61878"/>
                  <a:pt x="303145" y="70606"/>
                </a:cubicBezTo>
                <a:lnTo>
                  <a:pt x="296907" y="100494"/>
                </a:lnTo>
                <a:lnTo>
                  <a:pt x="277233" y="100494"/>
                </a:lnTo>
                <a:lnTo>
                  <a:pt x="292451" y="27694"/>
                </a:lnTo>
                <a:close/>
                <a:moveTo>
                  <a:pt x="433506" y="70195"/>
                </a:moveTo>
                <a:lnTo>
                  <a:pt x="384150" y="70195"/>
                </a:lnTo>
                <a:cubicBezTo>
                  <a:pt x="384104" y="70972"/>
                  <a:pt x="384081" y="71566"/>
                  <a:pt x="384081" y="71977"/>
                </a:cubicBezTo>
                <a:cubicBezTo>
                  <a:pt x="384081" y="76822"/>
                  <a:pt x="385464" y="80729"/>
                  <a:pt x="388229" y="83699"/>
                </a:cubicBezTo>
                <a:cubicBezTo>
                  <a:pt x="390993" y="86670"/>
                  <a:pt x="394364" y="88155"/>
                  <a:pt x="398340" y="88155"/>
                </a:cubicBezTo>
                <a:cubicBezTo>
                  <a:pt x="404875" y="88155"/>
                  <a:pt x="409970" y="84773"/>
                  <a:pt x="413626" y="78010"/>
                </a:cubicBezTo>
                <a:lnTo>
                  <a:pt x="431244" y="80957"/>
                </a:lnTo>
                <a:cubicBezTo>
                  <a:pt x="427816" y="88041"/>
                  <a:pt x="423235" y="93354"/>
                  <a:pt x="417499" y="96895"/>
                </a:cubicBezTo>
                <a:cubicBezTo>
                  <a:pt x="411764" y="100437"/>
                  <a:pt x="405332" y="102208"/>
                  <a:pt x="398203" y="102208"/>
                </a:cubicBezTo>
                <a:cubicBezTo>
                  <a:pt x="388423" y="102208"/>
                  <a:pt x="380471" y="99112"/>
                  <a:pt x="374347" y="92919"/>
                </a:cubicBezTo>
                <a:cubicBezTo>
                  <a:pt x="368223" y="86727"/>
                  <a:pt x="365161" y="78535"/>
                  <a:pt x="365161" y="68344"/>
                </a:cubicBezTo>
                <a:cubicBezTo>
                  <a:pt x="365161" y="58382"/>
                  <a:pt x="367926" y="49516"/>
                  <a:pt x="373456" y="41747"/>
                </a:cubicBezTo>
                <a:cubicBezTo>
                  <a:pt x="380997" y="31236"/>
                  <a:pt x="391759" y="25980"/>
                  <a:pt x="405743" y="25980"/>
                </a:cubicBezTo>
                <a:cubicBezTo>
                  <a:pt x="414655" y="25980"/>
                  <a:pt x="421738" y="28734"/>
                  <a:pt x="426994" y="34241"/>
                </a:cubicBezTo>
                <a:cubicBezTo>
                  <a:pt x="432249" y="39748"/>
                  <a:pt x="434877" y="47459"/>
                  <a:pt x="434877" y="57376"/>
                </a:cubicBezTo>
                <a:cubicBezTo>
                  <a:pt x="434877" y="62129"/>
                  <a:pt x="434420" y="66402"/>
                  <a:pt x="433506" y="70195"/>
                </a:cubicBezTo>
                <a:moveTo>
                  <a:pt x="416917" y="58199"/>
                </a:moveTo>
                <a:cubicBezTo>
                  <a:pt x="416962" y="57331"/>
                  <a:pt x="416985" y="56668"/>
                  <a:pt x="416985" y="56211"/>
                </a:cubicBezTo>
                <a:cubicBezTo>
                  <a:pt x="416985" y="50818"/>
                  <a:pt x="415774" y="46774"/>
                  <a:pt x="413352" y="44078"/>
                </a:cubicBezTo>
                <a:cubicBezTo>
                  <a:pt x="410930" y="41381"/>
                  <a:pt x="407685" y="40033"/>
                  <a:pt x="403618" y="40033"/>
                </a:cubicBezTo>
                <a:cubicBezTo>
                  <a:pt x="399551" y="40033"/>
                  <a:pt x="395906" y="41564"/>
                  <a:pt x="392684" y="44626"/>
                </a:cubicBezTo>
                <a:cubicBezTo>
                  <a:pt x="389462" y="47688"/>
                  <a:pt x="387280" y="52212"/>
                  <a:pt x="386138" y="58199"/>
                </a:cubicBezTo>
                <a:lnTo>
                  <a:pt x="416917" y="58199"/>
                </a:lnTo>
                <a:close/>
                <a:moveTo>
                  <a:pt x="445365" y="42295"/>
                </a:moveTo>
                <a:lnTo>
                  <a:pt x="448381" y="27694"/>
                </a:lnTo>
                <a:lnTo>
                  <a:pt x="457978" y="27694"/>
                </a:lnTo>
                <a:lnTo>
                  <a:pt x="460377" y="16041"/>
                </a:lnTo>
                <a:lnTo>
                  <a:pt x="482930" y="2468"/>
                </a:lnTo>
                <a:lnTo>
                  <a:pt x="477652" y="27694"/>
                </a:lnTo>
                <a:lnTo>
                  <a:pt x="489648" y="27694"/>
                </a:lnTo>
                <a:lnTo>
                  <a:pt x="486632" y="42295"/>
                </a:lnTo>
                <a:lnTo>
                  <a:pt x="474567" y="42295"/>
                </a:lnTo>
                <a:lnTo>
                  <a:pt x="468192" y="72800"/>
                </a:lnTo>
                <a:cubicBezTo>
                  <a:pt x="467049" y="78330"/>
                  <a:pt x="466478" y="81483"/>
                  <a:pt x="466478" y="82260"/>
                </a:cubicBezTo>
                <a:cubicBezTo>
                  <a:pt x="466478" y="83768"/>
                  <a:pt x="466958" y="84945"/>
                  <a:pt x="467918" y="85790"/>
                </a:cubicBezTo>
                <a:cubicBezTo>
                  <a:pt x="468877" y="86636"/>
                  <a:pt x="470614" y="87058"/>
                  <a:pt x="473127" y="87058"/>
                </a:cubicBezTo>
                <a:cubicBezTo>
                  <a:pt x="473996" y="87058"/>
                  <a:pt x="476166" y="86898"/>
                  <a:pt x="479640" y="86579"/>
                </a:cubicBezTo>
                <a:lnTo>
                  <a:pt x="476555" y="101180"/>
                </a:lnTo>
                <a:cubicBezTo>
                  <a:pt x="473173" y="101865"/>
                  <a:pt x="469700" y="102208"/>
                  <a:pt x="466135" y="102208"/>
                </a:cubicBezTo>
                <a:cubicBezTo>
                  <a:pt x="459189" y="102208"/>
                  <a:pt x="454139" y="100871"/>
                  <a:pt x="450986" y="98198"/>
                </a:cubicBezTo>
                <a:cubicBezTo>
                  <a:pt x="447833" y="95524"/>
                  <a:pt x="446256" y="91811"/>
                  <a:pt x="446256" y="87058"/>
                </a:cubicBezTo>
                <a:cubicBezTo>
                  <a:pt x="446256" y="84819"/>
                  <a:pt x="447101" y="79655"/>
                  <a:pt x="448792" y="71566"/>
                </a:cubicBezTo>
                <a:lnTo>
                  <a:pt x="454893" y="42295"/>
                </a:lnTo>
                <a:lnTo>
                  <a:pt x="445365" y="42295"/>
                </a:lnTo>
                <a:close/>
                <a:moveTo>
                  <a:pt x="491311" y="81506"/>
                </a:moveTo>
                <a:lnTo>
                  <a:pt x="510779" y="81506"/>
                </a:lnTo>
                <a:lnTo>
                  <a:pt x="506803" y="100494"/>
                </a:lnTo>
                <a:lnTo>
                  <a:pt x="487335" y="100494"/>
                </a:lnTo>
                <a:lnTo>
                  <a:pt x="491311" y="81506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T">
            <a:extLst xmlns:a="http://schemas.openxmlformats.org/drawingml/2006/main">
              <a:ext uri="{FF2B5EF4-FFF2-40B4-BE49-F238E27FC236}">
                <a16:creationId xmlns:a16="http://schemas.microsoft.com/office/drawing/2014/main" id="{CACACD7C-6902-4C22-90EA-D8C34B71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447" y="127468"/>
            <a:ext cx="99826" cy="125618"/>
          </a:xfrm>
          <a:custGeom xmlns:a="http://schemas.openxmlformats.org/drawingml/2006/main">
            <a:pathLst>
              <a:path w="99826" h="125618">
                <a:moveTo>
                  <a:pt x="37274" y="125618"/>
                </a:moveTo>
                <a:lnTo>
                  <a:pt x="37274" y="21250"/>
                </a:lnTo>
                <a:lnTo>
                  <a:pt x="0" y="21250"/>
                </a:lnTo>
                <a:lnTo>
                  <a:pt x="0" y="0"/>
                </a:lnTo>
                <a:lnTo>
                  <a:pt x="99826" y="0"/>
                </a:lnTo>
                <a:lnTo>
                  <a:pt x="99826" y="21250"/>
                </a:lnTo>
                <a:lnTo>
                  <a:pt x="62637" y="21250"/>
                </a:lnTo>
                <a:lnTo>
                  <a:pt x="62637" y="125618"/>
                </a:lnTo>
                <a:lnTo>
                  <a:pt x="37274" y="125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ype1.3:Belieftracking,long-term">
            <a:extLst xmlns:a="http://schemas.openxmlformats.org/drawingml/2006/main">
              <a:ext uri="{FF2B5EF4-FFF2-40B4-BE49-F238E27FC236}">
                <a16:creationId xmlns:a16="http://schemas.microsoft.com/office/drawing/2014/main" id="{474748C5-1B7C-438B-B88E-E6A95A39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568" y="125326"/>
            <a:ext cx="2798567" cy="164691"/>
          </a:xfrm>
          <a:custGeom xmlns:a="http://schemas.openxmlformats.org/drawingml/2006/main">
            <a:pathLst>
              <a:path w="2798567" h="164691">
                <a:moveTo>
                  <a:pt x="0" y="36760"/>
                </a:moveTo>
                <a:lnTo>
                  <a:pt x="25621" y="36760"/>
                </a:lnTo>
                <a:lnTo>
                  <a:pt x="47385" y="101368"/>
                </a:lnTo>
                <a:lnTo>
                  <a:pt x="68636" y="36760"/>
                </a:lnTo>
                <a:lnTo>
                  <a:pt x="93571" y="36760"/>
                </a:lnTo>
                <a:lnTo>
                  <a:pt x="61438" y="124332"/>
                </a:lnTo>
                <a:lnTo>
                  <a:pt x="55697" y="140185"/>
                </a:lnTo>
                <a:cubicBezTo>
                  <a:pt x="53583" y="145497"/>
                  <a:pt x="51570" y="149553"/>
                  <a:pt x="49656" y="152352"/>
                </a:cubicBezTo>
                <a:cubicBezTo>
                  <a:pt x="47742" y="155151"/>
                  <a:pt x="45543" y="157422"/>
                  <a:pt x="43058" y="159164"/>
                </a:cubicBezTo>
                <a:cubicBezTo>
                  <a:pt x="40573" y="160907"/>
                  <a:pt x="37517" y="162263"/>
                  <a:pt x="33889" y="163235"/>
                </a:cubicBezTo>
                <a:cubicBezTo>
                  <a:pt x="30262" y="164206"/>
                  <a:pt x="26163" y="164691"/>
                  <a:pt x="21593" y="164691"/>
                </a:cubicBezTo>
                <a:cubicBezTo>
                  <a:pt x="16966" y="164691"/>
                  <a:pt x="12425" y="164206"/>
                  <a:pt x="7969" y="163235"/>
                </a:cubicBezTo>
                <a:lnTo>
                  <a:pt x="5827" y="144383"/>
                </a:lnTo>
                <a:cubicBezTo>
                  <a:pt x="9597" y="145126"/>
                  <a:pt x="12996" y="145497"/>
                  <a:pt x="16024" y="145497"/>
                </a:cubicBezTo>
                <a:cubicBezTo>
                  <a:pt x="21622" y="145497"/>
                  <a:pt x="25763" y="143855"/>
                  <a:pt x="28448" y="140570"/>
                </a:cubicBezTo>
                <a:cubicBezTo>
                  <a:pt x="31133" y="137286"/>
                  <a:pt x="33190" y="133101"/>
                  <a:pt x="34618" y="128017"/>
                </a:cubicBezTo>
                <a:lnTo>
                  <a:pt x="0" y="36760"/>
                </a:lnTo>
                <a:close/>
                <a:moveTo>
                  <a:pt x="107739" y="36760"/>
                </a:moveTo>
                <a:lnTo>
                  <a:pt x="130189" y="36760"/>
                </a:lnTo>
                <a:lnTo>
                  <a:pt x="130189" y="50127"/>
                </a:lnTo>
                <a:cubicBezTo>
                  <a:pt x="133103" y="45557"/>
                  <a:pt x="137044" y="41844"/>
                  <a:pt x="142014" y="38988"/>
                </a:cubicBezTo>
                <a:cubicBezTo>
                  <a:pt x="146984" y="36132"/>
                  <a:pt x="152496" y="34703"/>
                  <a:pt x="158552" y="34703"/>
                </a:cubicBezTo>
                <a:cubicBezTo>
                  <a:pt x="169120" y="34703"/>
                  <a:pt x="178088" y="38845"/>
                  <a:pt x="185458" y="47128"/>
                </a:cubicBezTo>
                <a:cubicBezTo>
                  <a:pt x="192827" y="55411"/>
                  <a:pt x="196511" y="66950"/>
                  <a:pt x="196511" y="81746"/>
                </a:cubicBezTo>
                <a:cubicBezTo>
                  <a:pt x="196511" y="96941"/>
                  <a:pt x="192798" y="108752"/>
                  <a:pt x="185372" y="117178"/>
                </a:cubicBezTo>
                <a:cubicBezTo>
                  <a:pt x="177946" y="125603"/>
                  <a:pt x="168948" y="129816"/>
                  <a:pt x="158380" y="129816"/>
                </a:cubicBezTo>
                <a:cubicBezTo>
                  <a:pt x="153353" y="129816"/>
                  <a:pt x="148798" y="128817"/>
                  <a:pt x="144713" y="126817"/>
                </a:cubicBezTo>
                <a:cubicBezTo>
                  <a:pt x="140629" y="124818"/>
                  <a:pt x="136330" y="121391"/>
                  <a:pt x="131817" y="116535"/>
                </a:cubicBezTo>
                <a:lnTo>
                  <a:pt x="131817" y="162378"/>
                </a:lnTo>
                <a:lnTo>
                  <a:pt x="107739" y="162378"/>
                </a:lnTo>
                <a:lnTo>
                  <a:pt x="107739" y="36760"/>
                </a:lnTo>
                <a:moveTo>
                  <a:pt x="131560" y="80718"/>
                </a:moveTo>
                <a:cubicBezTo>
                  <a:pt x="131560" y="90943"/>
                  <a:pt x="133588" y="98498"/>
                  <a:pt x="137644" y="103382"/>
                </a:cubicBezTo>
                <a:cubicBezTo>
                  <a:pt x="141700" y="108266"/>
                  <a:pt x="146641" y="110708"/>
                  <a:pt x="152468" y="110708"/>
                </a:cubicBezTo>
                <a:cubicBezTo>
                  <a:pt x="158066" y="110708"/>
                  <a:pt x="162722" y="108466"/>
                  <a:pt x="166435" y="103982"/>
                </a:cubicBezTo>
                <a:cubicBezTo>
                  <a:pt x="170148" y="99497"/>
                  <a:pt x="172005" y="92143"/>
                  <a:pt x="172005" y="81917"/>
                </a:cubicBezTo>
                <a:cubicBezTo>
                  <a:pt x="172005" y="72377"/>
                  <a:pt x="170091" y="65294"/>
                  <a:pt x="166264" y="60667"/>
                </a:cubicBezTo>
                <a:cubicBezTo>
                  <a:pt x="162436" y="56040"/>
                  <a:pt x="157695" y="53726"/>
                  <a:pt x="152039" y="53726"/>
                </a:cubicBezTo>
                <a:cubicBezTo>
                  <a:pt x="146156" y="53726"/>
                  <a:pt x="141271" y="55997"/>
                  <a:pt x="137387" y="60538"/>
                </a:cubicBezTo>
                <a:cubicBezTo>
                  <a:pt x="133502" y="65080"/>
                  <a:pt x="131560" y="71806"/>
                  <a:pt x="131560" y="80718"/>
                </a:cubicBezTo>
                <a:close/>
                <a:moveTo>
                  <a:pt x="267802" y="98798"/>
                </a:moveTo>
                <a:lnTo>
                  <a:pt x="291794" y="102825"/>
                </a:lnTo>
                <a:cubicBezTo>
                  <a:pt x="288709" y="111622"/>
                  <a:pt x="283839" y="118320"/>
                  <a:pt x="277184" y="122919"/>
                </a:cubicBezTo>
                <a:cubicBezTo>
                  <a:pt x="270529" y="127517"/>
                  <a:pt x="262203" y="129816"/>
                  <a:pt x="252207" y="129816"/>
                </a:cubicBezTo>
                <a:cubicBezTo>
                  <a:pt x="236383" y="129816"/>
                  <a:pt x="224672" y="124647"/>
                  <a:pt x="217075" y="114307"/>
                </a:cubicBezTo>
                <a:cubicBezTo>
                  <a:pt x="211077" y="106024"/>
                  <a:pt x="208078" y="95570"/>
                  <a:pt x="208078" y="82945"/>
                </a:cubicBezTo>
                <a:cubicBezTo>
                  <a:pt x="208078" y="67864"/>
                  <a:pt x="212019" y="56054"/>
                  <a:pt x="219902" y="47514"/>
                </a:cubicBezTo>
                <a:cubicBezTo>
                  <a:pt x="227786" y="38973"/>
                  <a:pt x="237754" y="34703"/>
                  <a:pt x="249807" y="34703"/>
                </a:cubicBezTo>
                <a:cubicBezTo>
                  <a:pt x="263346" y="34703"/>
                  <a:pt x="274028" y="39173"/>
                  <a:pt x="281854" y="48113"/>
                </a:cubicBezTo>
                <a:cubicBezTo>
                  <a:pt x="289680" y="57054"/>
                  <a:pt x="293422" y="70749"/>
                  <a:pt x="293079" y="89201"/>
                </a:cubicBezTo>
                <a:lnTo>
                  <a:pt x="232755" y="89201"/>
                </a:lnTo>
                <a:cubicBezTo>
                  <a:pt x="232927" y="96341"/>
                  <a:pt x="234869" y="101897"/>
                  <a:pt x="238582" y="105867"/>
                </a:cubicBezTo>
                <a:cubicBezTo>
                  <a:pt x="242295" y="109837"/>
                  <a:pt x="246922" y="111822"/>
                  <a:pt x="252464" y="111822"/>
                </a:cubicBezTo>
                <a:cubicBezTo>
                  <a:pt x="256234" y="111822"/>
                  <a:pt x="259404" y="110794"/>
                  <a:pt x="261975" y="108737"/>
                </a:cubicBezTo>
                <a:cubicBezTo>
                  <a:pt x="264546" y="106681"/>
                  <a:pt x="266488" y="103368"/>
                  <a:pt x="267802" y="98798"/>
                </a:cubicBezTo>
                <a:moveTo>
                  <a:pt x="269173" y="74462"/>
                </a:moveTo>
                <a:cubicBezTo>
                  <a:pt x="269001" y="67493"/>
                  <a:pt x="267202" y="62195"/>
                  <a:pt x="263774" y="58567"/>
                </a:cubicBezTo>
                <a:cubicBezTo>
                  <a:pt x="260347" y="54940"/>
                  <a:pt x="256177" y="53126"/>
                  <a:pt x="251264" y="53126"/>
                </a:cubicBezTo>
                <a:cubicBezTo>
                  <a:pt x="246008" y="53126"/>
                  <a:pt x="241667" y="55040"/>
                  <a:pt x="238239" y="58867"/>
                </a:cubicBezTo>
                <a:cubicBezTo>
                  <a:pt x="234812" y="62695"/>
                  <a:pt x="233127" y="67893"/>
                  <a:pt x="233184" y="74462"/>
                </a:cubicBezTo>
                <a:lnTo>
                  <a:pt x="269173" y="74462"/>
                </a:lnTo>
                <a:close/>
                <a:moveTo>
                  <a:pt x="417542" y="127760"/>
                </a:moveTo>
                <a:lnTo>
                  <a:pt x="393464" y="127760"/>
                </a:lnTo>
                <a:lnTo>
                  <a:pt x="393464" y="37017"/>
                </a:lnTo>
                <a:cubicBezTo>
                  <a:pt x="384667" y="45243"/>
                  <a:pt x="374299" y="51327"/>
                  <a:pt x="362360" y="55268"/>
                </a:cubicBezTo>
                <a:lnTo>
                  <a:pt x="362360" y="33418"/>
                </a:lnTo>
                <a:cubicBezTo>
                  <a:pt x="368643" y="31362"/>
                  <a:pt x="375470" y="27463"/>
                  <a:pt x="382839" y="21722"/>
                </a:cubicBezTo>
                <a:cubicBezTo>
                  <a:pt x="390208" y="15981"/>
                  <a:pt x="395264" y="9283"/>
                  <a:pt x="398006" y="1628"/>
                </a:cubicBezTo>
                <a:lnTo>
                  <a:pt x="417542" y="1628"/>
                </a:lnTo>
                <a:lnTo>
                  <a:pt x="417542" y="127760"/>
                </a:lnTo>
                <a:close/>
                <a:moveTo>
                  <a:pt x="458101" y="127760"/>
                </a:moveTo>
                <a:lnTo>
                  <a:pt x="458101" y="103682"/>
                </a:lnTo>
                <a:lnTo>
                  <a:pt x="482179" y="103682"/>
                </a:lnTo>
                <a:lnTo>
                  <a:pt x="482179" y="127760"/>
                </a:lnTo>
                <a:lnTo>
                  <a:pt x="458101" y="127760"/>
                </a:lnTo>
                <a:close/>
                <a:moveTo>
                  <a:pt x="501047" y="94428"/>
                </a:moveTo>
                <a:lnTo>
                  <a:pt x="524354" y="91600"/>
                </a:lnTo>
                <a:cubicBezTo>
                  <a:pt x="525097" y="97541"/>
                  <a:pt x="527096" y="102082"/>
                  <a:pt x="530352" y="105224"/>
                </a:cubicBezTo>
                <a:cubicBezTo>
                  <a:pt x="533608" y="108366"/>
                  <a:pt x="537550" y="109937"/>
                  <a:pt x="542177" y="109937"/>
                </a:cubicBezTo>
                <a:cubicBezTo>
                  <a:pt x="547147" y="109937"/>
                  <a:pt x="551331" y="108052"/>
                  <a:pt x="554730" y="104282"/>
                </a:cubicBezTo>
                <a:cubicBezTo>
                  <a:pt x="558129" y="100511"/>
                  <a:pt x="559829" y="95427"/>
                  <a:pt x="559829" y="89029"/>
                </a:cubicBezTo>
                <a:cubicBezTo>
                  <a:pt x="559829" y="82974"/>
                  <a:pt x="558201" y="78175"/>
                  <a:pt x="554944" y="74634"/>
                </a:cubicBezTo>
                <a:cubicBezTo>
                  <a:pt x="551688" y="71092"/>
                  <a:pt x="547718" y="69321"/>
                  <a:pt x="543034" y="69321"/>
                </a:cubicBezTo>
                <a:cubicBezTo>
                  <a:pt x="539949" y="69321"/>
                  <a:pt x="536265" y="69921"/>
                  <a:pt x="531980" y="71121"/>
                </a:cubicBezTo>
                <a:lnTo>
                  <a:pt x="534637" y="51498"/>
                </a:lnTo>
                <a:cubicBezTo>
                  <a:pt x="541149" y="51670"/>
                  <a:pt x="546119" y="50256"/>
                  <a:pt x="549546" y="47257"/>
                </a:cubicBezTo>
                <a:cubicBezTo>
                  <a:pt x="552974" y="44258"/>
                  <a:pt x="554687" y="40273"/>
                  <a:pt x="554687" y="35303"/>
                </a:cubicBezTo>
                <a:cubicBezTo>
                  <a:pt x="554687" y="31076"/>
                  <a:pt x="553431" y="27706"/>
                  <a:pt x="550917" y="25192"/>
                </a:cubicBezTo>
                <a:cubicBezTo>
                  <a:pt x="548404" y="22679"/>
                  <a:pt x="545062" y="21422"/>
                  <a:pt x="540892" y="21422"/>
                </a:cubicBezTo>
                <a:cubicBezTo>
                  <a:pt x="536779" y="21422"/>
                  <a:pt x="533266" y="22850"/>
                  <a:pt x="530352" y="25706"/>
                </a:cubicBezTo>
                <a:cubicBezTo>
                  <a:pt x="527439" y="28562"/>
                  <a:pt x="525668" y="32733"/>
                  <a:pt x="525040" y="38217"/>
                </a:cubicBezTo>
                <a:lnTo>
                  <a:pt x="502847" y="34446"/>
                </a:lnTo>
                <a:cubicBezTo>
                  <a:pt x="504389" y="26849"/>
                  <a:pt x="506717" y="20779"/>
                  <a:pt x="509830" y="16238"/>
                </a:cubicBezTo>
                <a:cubicBezTo>
                  <a:pt x="512943" y="11696"/>
                  <a:pt x="517285" y="8126"/>
                  <a:pt x="522855" y="5527"/>
                </a:cubicBezTo>
                <a:cubicBezTo>
                  <a:pt x="528424" y="2928"/>
                  <a:pt x="534665" y="1628"/>
                  <a:pt x="541577" y="1628"/>
                </a:cubicBezTo>
                <a:cubicBezTo>
                  <a:pt x="553402" y="1628"/>
                  <a:pt x="562885" y="5398"/>
                  <a:pt x="570025" y="12939"/>
                </a:cubicBezTo>
                <a:cubicBezTo>
                  <a:pt x="575909" y="19108"/>
                  <a:pt x="578851" y="26078"/>
                  <a:pt x="578851" y="33847"/>
                </a:cubicBezTo>
                <a:cubicBezTo>
                  <a:pt x="578851" y="44872"/>
                  <a:pt x="572825" y="53669"/>
                  <a:pt x="560771" y="60238"/>
                </a:cubicBezTo>
                <a:cubicBezTo>
                  <a:pt x="567969" y="61781"/>
                  <a:pt x="573724" y="65237"/>
                  <a:pt x="578037" y="70606"/>
                </a:cubicBezTo>
                <a:cubicBezTo>
                  <a:pt x="582350" y="75976"/>
                  <a:pt x="584507" y="82460"/>
                  <a:pt x="584507" y="90057"/>
                </a:cubicBezTo>
                <a:cubicBezTo>
                  <a:pt x="584507" y="101083"/>
                  <a:pt x="580479" y="110480"/>
                  <a:pt x="572425" y="118249"/>
                </a:cubicBezTo>
                <a:cubicBezTo>
                  <a:pt x="564370" y="126018"/>
                  <a:pt x="554345" y="129902"/>
                  <a:pt x="542348" y="129902"/>
                </a:cubicBezTo>
                <a:cubicBezTo>
                  <a:pt x="530981" y="129902"/>
                  <a:pt x="521555" y="126632"/>
                  <a:pt x="514072" y="120091"/>
                </a:cubicBezTo>
                <a:cubicBezTo>
                  <a:pt x="506588" y="113550"/>
                  <a:pt x="502247" y="104996"/>
                  <a:pt x="501047" y="94428"/>
                </a:cubicBezTo>
                <a:close/>
                <a:moveTo>
                  <a:pt x="608699" y="60838"/>
                </a:moveTo>
                <a:lnTo>
                  <a:pt x="608699" y="36760"/>
                </a:lnTo>
                <a:lnTo>
                  <a:pt x="632777" y="36760"/>
                </a:lnTo>
                <a:lnTo>
                  <a:pt x="632777" y="60838"/>
                </a:lnTo>
                <a:lnTo>
                  <a:pt x="608699" y="60838"/>
                </a:lnTo>
                <a:moveTo>
                  <a:pt x="608699" y="127760"/>
                </a:moveTo>
                <a:lnTo>
                  <a:pt x="608699" y="103682"/>
                </a:lnTo>
                <a:lnTo>
                  <a:pt x="632777" y="103682"/>
                </a:lnTo>
                <a:lnTo>
                  <a:pt x="632777" y="127760"/>
                </a:lnTo>
                <a:lnTo>
                  <a:pt x="608699" y="127760"/>
                </a:lnTo>
                <a:close/>
                <a:moveTo>
                  <a:pt x="711868" y="2142"/>
                </a:moveTo>
                <a:lnTo>
                  <a:pt x="762081" y="2142"/>
                </a:lnTo>
                <a:cubicBezTo>
                  <a:pt x="772021" y="2142"/>
                  <a:pt x="779433" y="2556"/>
                  <a:pt x="784317" y="3385"/>
                </a:cubicBezTo>
                <a:cubicBezTo>
                  <a:pt x="789201" y="4213"/>
                  <a:pt x="793571" y="5941"/>
                  <a:pt x="797427" y="8569"/>
                </a:cubicBezTo>
                <a:cubicBezTo>
                  <a:pt x="801283" y="11196"/>
                  <a:pt x="804496" y="14695"/>
                  <a:pt x="807067" y="19065"/>
                </a:cubicBezTo>
                <a:cubicBezTo>
                  <a:pt x="809637" y="23436"/>
                  <a:pt x="810923" y="28334"/>
                  <a:pt x="810923" y="33761"/>
                </a:cubicBezTo>
                <a:cubicBezTo>
                  <a:pt x="810923" y="39645"/>
                  <a:pt x="809338" y="45043"/>
                  <a:pt x="806167" y="49956"/>
                </a:cubicBezTo>
                <a:cubicBezTo>
                  <a:pt x="802997" y="54869"/>
                  <a:pt x="798698" y="58553"/>
                  <a:pt x="793271" y="61009"/>
                </a:cubicBezTo>
                <a:cubicBezTo>
                  <a:pt x="800926" y="63237"/>
                  <a:pt x="806810" y="67036"/>
                  <a:pt x="810923" y="72406"/>
                </a:cubicBezTo>
                <a:cubicBezTo>
                  <a:pt x="815036" y="77776"/>
                  <a:pt x="817092" y="84088"/>
                  <a:pt x="817092" y="91343"/>
                </a:cubicBezTo>
                <a:cubicBezTo>
                  <a:pt x="817092" y="97055"/>
                  <a:pt x="815764" y="102611"/>
                  <a:pt x="813108" y="108009"/>
                </a:cubicBezTo>
                <a:cubicBezTo>
                  <a:pt x="810452" y="113407"/>
                  <a:pt x="806824" y="117720"/>
                  <a:pt x="802226" y="120948"/>
                </a:cubicBezTo>
                <a:cubicBezTo>
                  <a:pt x="797627" y="124175"/>
                  <a:pt x="791957" y="126160"/>
                  <a:pt x="785217" y="126903"/>
                </a:cubicBezTo>
                <a:cubicBezTo>
                  <a:pt x="780989" y="127360"/>
                  <a:pt x="770793" y="127646"/>
                  <a:pt x="754626" y="127760"/>
                </a:cubicBezTo>
                <a:lnTo>
                  <a:pt x="711868" y="127760"/>
                </a:lnTo>
                <a:lnTo>
                  <a:pt x="711868" y="2142"/>
                </a:lnTo>
                <a:moveTo>
                  <a:pt x="737232" y="23050"/>
                </a:moveTo>
                <a:lnTo>
                  <a:pt x="737232" y="52098"/>
                </a:lnTo>
                <a:lnTo>
                  <a:pt x="753855" y="52098"/>
                </a:lnTo>
                <a:cubicBezTo>
                  <a:pt x="763738" y="52098"/>
                  <a:pt x="769879" y="51955"/>
                  <a:pt x="772278" y="51670"/>
                </a:cubicBezTo>
                <a:cubicBezTo>
                  <a:pt x="776619" y="51155"/>
                  <a:pt x="780032" y="49656"/>
                  <a:pt x="782517" y="47171"/>
                </a:cubicBezTo>
                <a:cubicBezTo>
                  <a:pt x="785002" y="44686"/>
                  <a:pt x="786245" y="41416"/>
                  <a:pt x="786245" y="37360"/>
                </a:cubicBezTo>
                <a:cubicBezTo>
                  <a:pt x="786245" y="33475"/>
                  <a:pt x="785174" y="30319"/>
                  <a:pt x="783032" y="27891"/>
                </a:cubicBezTo>
                <a:cubicBezTo>
                  <a:pt x="780889" y="25463"/>
                  <a:pt x="777705" y="23992"/>
                  <a:pt x="773477" y="23478"/>
                </a:cubicBezTo>
                <a:cubicBezTo>
                  <a:pt x="770964" y="23193"/>
                  <a:pt x="763738" y="23050"/>
                  <a:pt x="751798" y="23050"/>
                </a:cubicBezTo>
                <a:lnTo>
                  <a:pt x="737232" y="23050"/>
                </a:lnTo>
                <a:moveTo>
                  <a:pt x="737232" y="73006"/>
                </a:moveTo>
                <a:lnTo>
                  <a:pt x="737232" y="106595"/>
                </a:lnTo>
                <a:lnTo>
                  <a:pt x="760710" y="106595"/>
                </a:lnTo>
                <a:cubicBezTo>
                  <a:pt x="769850" y="106595"/>
                  <a:pt x="775648" y="106338"/>
                  <a:pt x="778105" y="105824"/>
                </a:cubicBezTo>
                <a:cubicBezTo>
                  <a:pt x="781875" y="105138"/>
                  <a:pt x="784945" y="103468"/>
                  <a:pt x="787316" y="100811"/>
                </a:cubicBezTo>
                <a:cubicBezTo>
                  <a:pt x="789687" y="98155"/>
                  <a:pt x="790872" y="94599"/>
                  <a:pt x="790872" y="90143"/>
                </a:cubicBezTo>
                <a:cubicBezTo>
                  <a:pt x="790872" y="86373"/>
                  <a:pt x="789958" y="83174"/>
                  <a:pt x="788130" y="80546"/>
                </a:cubicBezTo>
                <a:cubicBezTo>
                  <a:pt x="786302" y="77918"/>
                  <a:pt x="783660" y="76005"/>
                  <a:pt x="780204" y="74805"/>
                </a:cubicBezTo>
                <a:cubicBezTo>
                  <a:pt x="776748" y="73605"/>
                  <a:pt x="769250" y="73006"/>
                  <a:pt x="757711" y="73006"/>
                </a:cubicBezTo>
                <a:lnTo>
                  <a:pt x="737232" y="73006"/>
                </a:lnTo>
                <a:close/>
                <a:moveTo>
                  <a:pt x="890291" y="98798"/>
                </a:moveTo>
                <a:lnTo>
                  <a:pt x="914284" y="102825"/>
                </a:lnTo>
                <a:cubicBezTo>
                  <a:pt x="911199" y="111622"/>
                  <a:pt x="906329" y="118320"/>
                  <a:pt x="899674" y="122919"/>
                </a:cubicBezTo>
                <a:cubicBezTo>
                  <a:pt x="893019" y="127517"/>
                  <a:pt x="884693" y="129816"/>
                  <a:pt x="874696" y="129816"/>
                </a:cubicBezTo>
                <a:cubicBezTo>
                  <a:pt x="858873" y="129816"/>
                  <a:pt x="847162" y="124647"/>
                  <a:pt x="839564" y="114307"/>
                </a:cubicBezTo>
                <a:cubicBezTo>
                  <a:pt x="833566" y="106024"/>
                  <a:pt x="830567" y="95570"/>
                  <a:pt x="830567" y="82945"/>
                </a:cubicBezTo>
                <a:cubicBezTo>
                  <a:pt x="830567" y="67864"/>
                  <a:pt x="834509" y="56054"/>
                  <a:pt x="842392" y="47514"/>
                </a:cubicBezTo>
                <a:cubicBezTo>
                  <a:pt x="850275" y="38973"/>
                  <a:pt x="860244" y="34703"/>
                  <a:pt x="872297" y="34703"/>
                </a:cubicBezTo>
                <a:cubicBezTo>
                  <a:pt x="885836" y="34703"/>
                  <a:pt x="896518" y="39173"/>
                  <a:pt x="904344" y="48113"/>
                </a:cubicBezTo>
                <a:cubicBezTo>
                  <a:pt x="912170" y="57054"/>
                  <a:pt x="915912" y="70749"/>
                  <a:pt x="915569" y="89201"/>
                </a:cubicBezTo>
                <a:lnTo>
                  <a:pt x="855245" y="89201"/>
                </a:lnTo>
                <a:cubicBezTo>
                  <a:pt x="855417" y="96341"/>
                  <a:pt x="857359" y="101897"/>
                  <a:pt x="861072" y="105867"/>
                </a:cubicBezTo>
                <a:cubicBezTo>
                  <a:pt x="864785" y="109837"/>
                  <a:pt x="869412" y="111822"/>
                  <a:pt x="874953" y="111822"/>
                </a:cubicBezTo>
                <a:cubicBezTo>
                  <a:pt x="878724" y="111822"/>
                  <a:pt x="881894" y="110794"/>
                  <a:pt x="884465" y="108737"/>
                </a:cubicBezTo>
                <a:cubicBezTo>
                  <a:pt x="887035" y="106681"/>
                  <a:pt x="888978" y="103368"/>
                  <a:pt x="890291" y="98798"/>
                </a:cubicBezTo>
                <a:moveTo>
                  <a:pt x="891662" y="74462"/>
                </a:moveTo>
                <a:cubicBezTo>
                  <a:pt x="891491" y="67493"/>
                  <a:pt x="889692" y="62195"/>
                  <a:pt x="886264" y="58567"/>
                </a:cubicBezTo>
                <a:cubicBezTo>
                  <a:pt x="882837" y="54940"/>
                  <a:pt x="878667" y="53126"/>
                  <a:pt x="873754" y="53126"/>
                </a:cubicBezTo>
                <a:cubicBezTo>
                  <a:pt x="868498" y="53126"/>
                  <a:pt x="864157" y="55040"/>
                  <a:pt x="860729" y="58867"/>
                </a:cubicBezTo>
                <a:cubicBezTo>
                  <a:pt x="857302" y="62695"/>
                  <a:pt x="855617" y="67893"/>
                  <a:pt x="855674" y="74462"/>
                </a:cubicBezTo>
                <a:lnTo>
                  <a:pt x="891662" y="74462"/>
                </a:lnTo>
                <a:close/>
                <a:moveTo>
                  <a:pt x="934621" y="127760"/>
                </a:moveTo>
                <a:lnTo>
                  <a:pt x="934621" y="2142"/>
                </a:lnTo>
                <a:lnTo>
                  <a:pt x="958699" y="2142"/>
                </a:lnTo>
                <a:lnTo>
                  <a:pt x="958699" y="127760"/>
                </a:lnTo>
                <a:lnTo>
                  <a:pt x="934621" y="127760"/>
                </a:lnTo>
                <a:close/>
                <a:moveTo>
                  <a:pt x="983565" y="24421"/>
                </a:moveTo>
                <a:lnTo>
                  <a:pt x="983565" y="2142"/>
                </a:lnTo>
                <a:lnTo>
                  <a:pt x="1007643" y="2142"/>
                </a:lnTo>
                <a:lnTo>
                  <a:pt x="1007643" y="24421"/>
                </a:lnTo>
                <a:lnTo>
                  <a:pt x="983565" y="24421"/>
                </a:lnTo>
                <a:moveTo>
                  <a:pt x="983565" y="127760"/>
                </a:moveTo>
                <a:lnTo>
                  <a:pt x="983565" y="36760"/>
                </a:lnTo>
                <a:lnTo>
                  <a:pt x="1007643" y="36760"/>
                </a:lnTo>
                <a:lnTo>
                  <a:pt x="1007643" y="127760"/>
                </a:lnTo>
                <a:lnTo>
                  <a:pt x="983565" y="127760"/>
                </a:lnTo>
                <a:close/>
                <a:moveTo>
                  <a:pt x="1085206" y="98798"/>
                </a:moveTo>
                <a:lnTo>
                  <a:pt x="1109199" y="102825"/>
                </a:lnTo>
                <a:cubicBezTo>
                  <a:pt x="1106114" y="111622"/>
                  <a:pt x="1101244" y="118320"/>
                  <a:pt x="1094589" y="122919"/>
                </a:cubicBezTo>
                <a:cubicBezTo>
                  <a:pt x="1087934" y="127517"/>
                  <a:pt x="1079608" y="129816"/>
                  <a:pt x="1069611" y="129816"/>
                </a:cubicBezTo>
                <a:cubicBezTo>
                  <a:pt x="1053788" y="129816"/>
                  <a:pt x="1042077" y="124647"/>
                  <a:pt x="1034479" y="114307"/>
                </a:cubicBezTo>
                <a:cubicBezTo>
                  <a:pt x="1028481" y="106024"/>
                  <a:pt x="1025482" y="95570"/>
                  <a:pt x="1025482" y="82945"/>
                </a:cubicBezTo>
                <a:cubicBezTo>
                  <a:pt x="1025482" y="67864"/>
                  <a:pt x="1029424" y="56054"/>
                  <a:pt x="1037307" y="47514"/>
                </a:cubicBezTo>
                <a:cubicBezTo>
                  <a:pt x="1045190" y="38973"/>
                  <a:pt x="1055159" y="34703"/>
                  <a:pt x="1067212" y="34703"/>
                </a:cubicBezTo>
                <a:cubicBezTo>
                  <a:pt x="1080751" y="34703"/>
                  <a:pt x="1091433" y="39173"/>
                  <a:pt x="1099259" y="48113"/>
                </a:cubicBezTo>
                <a:cubicBezTo>
                  <a:pt x="1107085" y="57054"/>
                  <a:pt x="1110827" y="70749"/>
                  <a:pt x="1110484" y="89201"/>
                </a:cubicBezTo>
                <a:lnTo>
                  <a:pt x="1050160" y="89201"/>
                </a:lnTo>
                <a:cubicBezTo>
                  <a:pt x="1050332" y="96341"/>
                  <a:pt x="1052274" y="101897"/>
                  <a:pt x="1055987" y="105867"/>
                </a:cubicBezTo>
                <a:cubicBezTo>
                  <a:pt x="1059700" y="109837"/>
                  <a:pt x="1064327" y="111822"/>
                  <a:pt x="1069868" y="111822"/>
                </a:cubicBezTo>
                <a:cubicBezTo>
                  <a:pt x="1073639" y="111822"/>
                  <a:pt x="1076809" y="110794"/>
                  <a:pt x="1079380" y="108737"/>
                </a:cubicBezTo>
                <a:cubicBezTo>
                  <a:pt x="1081950" y="106681"/>
                  <a:pt x="1083893" y="103368"/>
                  <a:pt x="1085206" y="98798"/>
                </a:cubicBezTo>
                <a:moveTo>
                  <a:pt x="1086577" y="74462"/>
                </a:moveTo>
                <a:cubicBezTo>
                  <a:pt x="1086406" y="67493"/>
                  <a:pt x="1084607" y="62195"/>
                  <a:pt x="1081179" y="58567"/>
                </a:cubicBezTo>
                <a:cubicBezTo>
                  <a:pt x="1077752" y="54940"/>
                  <a:pt x="1073581" y="53126"/>
                  <a:pt x="1068669" y="53126"/>
                </a:cubicBezTo>
                <a:cubicBezTo>
                  <a:pt x="1063413" y="53126"/>
                  <a:pt x="1059072" y="55040"/>
                  <a:pt x="1055644" y="58867"/>
                </a:cubicBezTo>
                <a:cubicBezTo>
                  <a:pt x="1052217" y="62695"/>
                  <a:pt x="1050532" y="67893"/>
                  <a:pt x="1050589" y="74462"/>
                </a:cubicBezTo>
                <a:lnTo>
                  <a:pt x="1086577" y="74462"/>
                </a:lnTo>
                <a:close/>
                <a:moveTo>
                  <a:pt x="1118996" y="36760"/>
                </a:moveTo>
                <a:lnTo>
                  <a:pt x="1132363" y="36760"/>
                </a:lnTo>
                <a:lnTo>
                  <a:pt x="1132363" y="29905"/>
                </a:lnTo>
                <a:cubicBezTo>
                  <a:pt x="1132363" y="22250"/>
                  <a:pt x="1133177" y="16538"/>
                  <a:pt x="1134805" y="12767"/>
                </a:cubicBezTo>
                <a:cubicBezTo>
                  <a:pt x="1136433" y="8997"/>
                  <a:pt x="1139432" y="5927"/>
                  <a:pt x="1143802" y="3556"/>
                </a:cubicBezTo>
                <a:cubicBezTo>
                  <a:pt x="1148172" y="1185"/>
                  <a:pt x="1153699" y="0"/>
                  <a:pt x="1160383" y="0"/>
                </a:cubicBezTo>
                <a:cubicBezTo>
                  <a:pt x="1167238" y="0"/>
                  <a:pt x="1173950" y="1028"/>
                  <a:pt x="1180519" y="3085"/>
                </a:cubicBezTo>
                <a:lnTo>
                  <a:pt x="1177263" y="19879"/>
                </a:lnTo>
                <a:cubicBezTo>
                  <a:pt x="1173436" y="18965"/>
                  <a:pt x="1169751" y="18508"/>
                  <a:pt x="1166210" y="18508"/>
                </a:cubicBezTo>
                <a:cubicBezTo>
                  <a:pt x="1162725" y="18508"/>
                  <a:pt x="1160226" y="19323"/>
                  <a:pt x="1158712" y="20951"/>
                </a:cubicBezTo>
                <a:cubicBezTo>
                  <a:pt x="1157198" y="22579"/>
                  <a:pt x="1156441" y="25706"/>
                  <a:pt x="1156441" y="30333"/>
                </a:cubicBezTo>
                <a:lnTo>
                  <a:pt x="1156441" y="36760"/>
                </a:lnTo>
                <a:lnTo>
                  <a:pt x="1174436" y="36760"/>
                </a:lnTo>
                <a:lnTo>
                  <a:pt x="1174436" y="55697"/>
                </a:lnTo>
                <a:lnTo>
                  <a:pt x="1156441" y="55697"/>
                </a:lnTo>
                <a:lnTo>
                  <a:pt x="1156441" y="127760"/>
                </a:lnTo>
                <a:lnTo>
                  <a:pt x="1132363" y="127760"/>
                </a:lnTo>
                <a:lnTo>
                  <a:pt x="1132363" y="55697"/>
                </a:lnTo>
                <a:lnTo>
                  <a:pt x="1118996" y="55697"/>
                </a:lnTo>
                <a:lnTo>
                  <a:pt x="1118996" y="36760"/>
                </a:lnTo>
                <a:close/>
                <a:moveTo>
                  <a:pt x="1278804" y="36760"/>
                </a:moveTo>
                <a:lnTo>
                  <a:pt x="1278804" y="55954"/>
                </a:lnTo>
                <a:lnTo>
                  <a:pt x="1262352" y="55954"/>
                </a:lnTo>
                <a:lnTo>
                  <a:pt x="1262352" y="92628"/>
                </a:lnTo>
                <a:cubicBezTo>
                  <a:pt x="1262352" y="100054"/>
                  <a:pt x="1262509" y="104382"/>
                  <a:pt x="1262823" y="105610"/>
                </a:cubicBezTo>
                <a:cubicBezTo>
                  <a:pt x="1263137" y="106838"/>
                  <a:pt x="1263852" y="107852"/>
                  <a:pt x="1264965" y="108652"/>
                </a:cubicBezTo>
                <a:cubicBezTo>
                  <a:pt x="1266079" y="109451"/>
                  <a:pt x="1267436" y="109851"/>
                  <a:pt x="1269036" y="109851"/>
                </a:cubicBezTo>
                <a:cubicBezTo>
                  <a:pt x="1271263" y="109851"/>
                  <a:pt x="1274491" y="109080"/>
                  <a:pt x="1278718" y="107538"/>
                </a:cubicBezTo>
                <a:lnTo>
                  <a:pt x="1280775" y="126218"/>
                </a:lnTo>
                <a:cubicBezTo>
                  <a:pt x="1275177" y="128617"/>
                  <a:pt x="1268836" y="129816"/>
                  <a:pt x="1261752" y="129816"/>
                </a:cubicBezTo>
                <a:cubicBezTo>
                  <a:pt x="1257411" y="129816"/>
                  <a:pt x="1253498" y="129088"/>
                  <a:pt x="1250013" y="127631"/>
                </a:cubicBezTo>
                <a:cubicBezTo>
                  <a:pt x="1246528" y="126175"/>
                  <a:pt x="1243972" y="124290"/>
                  <a:pt x="1242344" y="121976"/>
                </a:cubicBezTo>
                <a:cubicBezTo>
                  <a:pt x="1240716" y="119662"/>
                  <a:pt x="1239588" y="116535"/>
                  <a:pt x="1238959" y="112593"/>
                </a:cubicBezTo>
                <a:cubicBezTo>
                  <a:pt x="1238445" y="109794"/>
                  <a:pt x="1238188" y="104139"/>
                  <a:pt x="1238188" y="95627"/>
                </a:cubicBezTo>
                <a:lnTo>
                  <a:pt x="1238188" y="55954"/>
                </a:lnTo>
                <a:lnTo>
                  <a:pt x="1227134" y="55954"/>
                </a:lnTo>
                <a:lnTo>
                  <a:pt x="1227134" y="36760"/>
                </a:lnTo>
                <a:lnTo>
                  <a:pt x="1238188" y="36760"/>
                </a:lnTo>
                <a:lnTo>
                  <a:pt x="1238188" y="18680"/>
                </a:lnTo>
                <a:lnTo>
                  <a:pt x="1262352" y="4627"/>
                </a:lnTo>
                <a:lnTo>
                  <a:pt x="1262352" y="36760"/>
                </a:lnTo>
                <a:lnTo>
                  <a:pt x="1278804" y="36760"/>
                </a:lnTo>
                <a:close/>
                <a:moveTo>
                  <a:pt x="1318720" y="127760"/>
                </a:moveTo>
                <a:lnTo>
                  <a:pt x="1294642" y="127760"/>
                </a:lnTo>
                <a:lnTo>
                  <a:pt x="1294642" y="36760"/>
                </a:lnTo>
                <a:lnTo>
                  <a:pt x="1317006" y="36760"/>
                </a:lnTo>
                <a:lnTo>
                  <a:pt x="1317006" y="49699"/>
                </a:lnTo>
                <a:cubicBezTo>
                  <a:pt x="1320834" y="43586"/>
                  <a:pt x="1324275" y="39559"/>
                  <a:pt x="1327332" y="37617"/>
                </a:cubicBezTo>
                <a:cubicBezTo>
                  <a:pt x="1330388" y="35675"/>
                  <a:pt x="1333858" y="34703"/>
                  <a:pt x="1337743" y="34703"/>
                </a:cubicBezTo>
                <a:cubicBezTo>
                  <a:pt x="1343227" y="34703"/>
                  <a:pt x="1348511" y="36217"/>
                  <a:pt x="1353595" y="39245"/>
                </a:cubicBezTo>
                <a:lnTo>
                  <a:pt x="1346140" y="60238"/>
                </a:lnTo>
                <a:cubicBezTo>
                  <a:pt x="1342084" y="57611"/>
                  <a:pt x="1338314" y="56297"/>
                  <a:pt x="1334829" y="56297"/>
                </a:cubicBezTo>
                <a:cubicBezTo>
                  <a:pt x="1331459" y="56297"/>
                  <a:pt x="1328603" y="57225"/>
                  <a:pt x="1326260" y="59081"/>
                </a:cubicBezTo>
                <a:cubicBezTo>
                  <a:pt x="1323918" y="60938"/>
                  <a:pt x="1322076" y="64294"/>
                  <a:pt x="1320734" y="69150"/>
                </a:cubicBezTo>
                <a:cubicBezTo>
                  <a:pt x="1319391" y="74005"/>
                  <a:pt x="1318720" y="84174"/>
                  <a:pt x="1318720" y="99654"/>
                </a:cubicBezTo>
                <a:lnTo>
                  <a:pt x="1318720" y="127760"/>
                </a:lnTo>
                <a:close/>
                <a:moveTo>
                  <a:pt x="1381911" y="64523"/>
                </a:moveTo>
                <a:lnTo>
                  <a:pt x="1360061" y="60581"/>
                </a:lnTo>
                <a:cubicBezTo>
                  <a:pt x="1362517" y="51784"/>
                  <a:pt x="1366745" y="45272"/>
                  <a:pt x="1372743" y="41044"/>
                </a:cubicBezTo>
                <a:cubicBezTo>
                  <a:pt x="1378741" y="36817"/>
                  <a:pt x="1387652" y="34703"/>
                  <a:pt x="1399477" y="34703"/>
                </a:cubicBezTo>
                <a:cubicBezTo>
                  <a:pt x="1410217" y="34703"/>
                  <a:pt x="1418214" y="35974"/>
                  <a:pt x="1423470" y="38516"/>
                </a:cubicBezTo>
                <a:cubicBezTo>
                  <a:pt x="1428725" y="41059"/>
                  <a:pt x="1432424" y="44286"/>
                  <a:pt x="1434566" y="48199"/>
                </a:cubicBezTo>
                <a:cubicBezTo>
                  <a:pt x="1436708" y="52112"/>
                  <a:pt x="1437779" y="59296"/>
                  <a:pt x="1437779" y="69750"/>
                </a:cubicBezTo>
                <a:lnTo>
                  <a:pt x="1437522" y="97855"/>
                </a:lnTo>
                <a:cubicBezTo>
                  <a:pt x="1437522" y="105853"/>
                  <a:pt x="1437908" y="111751"/>
                  <a:pt x="1438679" y="115549"/>
                </a:cubicBezTo>
                <a:cubicBezTo>
                  <a:pt x="1439450" y="119348"/>
                  <a:pt x="1440893" y="123418"/>
                  <a:pt x="1443006" y="127760"/>
                </a:cubicBezTo>
                <a:lnTo>
                  <a:pt x="1419185" y="127760"/>
                </a:lnTo>
                <a:cubicBezTo>
                  <a:pt x="1418557" y="126160"/>
                  <a:pt x="1417786" y="123790"/>
                  <a:pt x="1416872" y="120648"/>
                </a:cubicBezTo>
                <a:cubicBezTo>
                  <a:pt x="1416472" y="119220"/>
                  <a:pt x="1416186" y="118277"/>
                  <a:pt x="1416015" y="117820"/>
                </a:cubicBezTo>
                <a:cubicBezTo>
                  <a:pt x="1411902" y="121819"/>
                  <a:pt x="1407503" y="124818"/>
                  <a:pt x="1402819" y="126817"/>
                </a:cubicBezTo>
                <a:cubicBezTo>
                  <a:pt x="1398135" y="128817"/>
                  <a:pt x="1393136" y="129816"/>
                  <a:pt x="1387824" y="129816"/>
                </a:cubicBezTo>
                <a:cubicBezTo>
                  <a:pt x="1378455" y="129816"/>
                  <a:pt x="1371072" y="127274"/>
                  <a:pt x="1365673" y="122190"/>
                </a:cubicBezTo>
                <a:cubicBezTo>
                  <a:pt x="1360275" y="117106"/>
                  <a:pt x="1357576" y="110680"/>
                  <a:pt x="1357576" y="102911"/>
                </a:cubicBezTo>
                <a:cubicBezTo>
                  <a:pt x="1357576" y="97769"/>
                  <a:pt x="1358804" y="93185"/>
                  <a:pt x="1361261" y="89158"/>
                </a:cubicBezTo>
                <a:cubicBezTo>
                  <a:pt x="1363717" y="85130"/>
                  <a:pt x="1367159" y="82046"/>
                  <a:pt x="1371586" y="79904"/>
                </a:cubicBezTo>
                <a:cubicBezTo>
                  <a:pt x="1376013" y="77761"/>
                  <a:pt x="1382397" y="75890"/>
                  <a:pt x="1390737" y="74291"/>
                </a:cubicBezTo>
                <a:cubicBezTo>
                  <a:pt x="1401991" y="72177"/>
                  <a:pt x="1409788" y="70207"/>
                  <a:pt x="1414130" y="68379"/>
                </a:cubicBezTo>
                <a:lnTo>
                  <a:pt x="1414130" y="65979"/>
                </a:lnTo>
                <a:cubicBezTo>
                  <a:pt x="1414130" y="61352"/>
                  <a:pt x="1412987" y="58053"/>
                  <a:pt x="1410702" y="56082"/>
                </a:cubicBezTo>
                <a:cubicBezTo>
                  <a:pt x="1408417" y="54112"/>
                  <a:pt x="1404104" y="53126"/>
                  <a:pt x="1397763" y="53126"/>
                </a:cubicBezTo>
                <a:cubicBezTo>
                  <a:pt x="1393479" y="53126"/>
                  <a:pt x="1390137" y="53969"/>
                  <a:pt x="1387738" y="55654"/>
                </a:cubicBezTo>
                <a:cubicBezTo>
                  <a:pt x="1385339" y="57339"/>
                  <a:pt x="1383397" y="60295"/>
                  <a:pt x="1381911" y="64523"/>
                </a:cubicBezTo>
                <a:moveTo>
                  <a:pt x="1414130" y="84059"/>
                </a:moveTo>
                <a:cubicBezTo>
                  <a:pt x="1411045" y="85088"/>
                  <a:pt x="1406161" y="86316"/>
                  <a:pt x="1399477" y="87744"/>
                </a:cubicBezTo>
                <a:cubicBezTo>
                  <a:pt x="1392794" y="89172"/>
                  <a:pt x="1388423" y="90572"/>
                  <a:pt x="1386367" y="91943"/>
                </a:cubicBezTo>
                <a:cubicBezTo>
                  <a:pt x="1383225" y="94170"/>
                  <a:pt x="1381654" y="96998"/>
                  <a:pt x="1381654" y="100426"/>
                </a:cubicBezTo>
                <a:cubicBezTo>
                  <a:pt x="1381654" y="103796"/>
                  <a:pt x="1382911" y="106709"/>
                  <a:pt x="1385424" y="109166"/>
                </a:cubicBezTo>
                <a:cubicBezTo>
                  <a:pt x="1387938" y="111622"/>
                  <a:pt x="1391137" y="112850"/>
                  <a:pt x="1395021" y="112850"/>
                </a:cubicBezTo>
                <a:cubicBezTo>
                  <a:pt x="1399363" y="112850"/>
                  <a:pt x="1403504" y="111422"/>
                  <a:pt x="1407446" y="108566"/>
                </a:cubicBezTo>
                <a:cubicBezTo>
                  <a:pt x="1410359" y="106395"/>
                  <a:pt x="1412273" y="103739"/>
                  <a:pt x="1413187" y="100597"/>
                </a:cubicBezTo>
                <a:cubicBezTo>
                  <a:pt x="1413816" y="98541"/>
                  <a:pt x="1414130" y="94627"/>
                  <a:pt x="1414130" y="88858"/>
                </a:cubicBezTo>
                <a:lnTo>
                  <a:pt x="1414130" y="84059"/>
                </a:lnTo>
                <a:close/>
                <a:moveTo>
                  <a:pt x="1540291" y="63666"/>
                </a:moveTo>
                <a:lnTo>
                  <a:pt x="1516556" y="67950"/>
                </a:lnTo>
                <a:cubicBezTo>
                  <a:pt x="1515756" y="63209"/>
                  <a:pt x="1513942" y="59638"/>
                  <a:pt x="1511114" y="57239"/>
                </a:cubicBezTo>
                <a:cubicBezTo>
                  <a:pt x="1508287" y="54840"/>
                  <a:pt x="1504616" y="53640"/>
                  <a:pt x="1500104" y="53640"/>
                </a:cubicBezTo>
                <a:cubicBezTo>
                  <a:pt x="1494105" y="53640"/>
                  <a:pt x="1489321" y="55711"/>
                  <a:pt x="1485751" y="59853"/>
                </a:cubicBezTo>
                <a:cubicBezTo>
                  <a:pt x="1482181" y="63994"/>
                  <a:pt x="1480395" y="70921"/>
                  <a:pt x="1480395" y="80632"/>
                </a:cubicBezTo>
                <a:cubicBezTo>
                  <a:pt x="1480395" y="91428"/>
                  <a:pt x="1482209" y="99055"/>
                  <a:pt x="1485837" y="103510"/>
                </a:cubicBezTo>
                <a:cubicBezTo>
                  <a:pt x="1489464" y="107966"/>
                  <a:pt x="1494334" y="110194"/>
                  <a:pt x="1500446" y="110194"/>
                </a:cubicBezTo>
                <a:cubicBezTo>
                  <a:pt x="1505016" y="110194"/>
                  <a:pt x="1508758" y="108894"/>
                  <a:pt x="1511671" y="106295"/>
                </a:cubicBezTo>
                <a:cubicBezTo>
                  <a:pt x="1514585" y="103696"/>
                  <a:pt x="1516641" y="99226"/>
                  <a:pt x="1517841" y="92885"/>
                </a:cubicBezTo>
                <a:lnTo>
                  <a:pt x="1541491" y="96912"/>
                </a:lnTo>
                <a:cubicBezTo>
                  <a:pt x="1539034" y="107766"/>
                  <a:pt x="1534321" y="115964"/>
                  <a:pt x="1527352" y="121505"/>
                </a:cubicBezTo>
                <a:cubicBezTo>
                  <a:pt x="1520383" y="127046"/>
                  <a:pt x="1511043" y="129816"/>
                  <a:pt x="1499332" y="129816"/>
                </a:cubicBezTo>
                <a:cubicBezTo>
                  <a:pt x="1486022" y="129816"/>
                  <a:pt x="1475411" y="125618"/>
                  <a:pt x="1467500" y="117220"/>
                </a:cubicBezTo>
                <a:cubicBezTo>
                  <a:pt x="1459588" y="108823"/>
                  <a:pt x="1455632" y="97198"/>
                  <a:pt x="1455632" y="82346"/>
                </a:cubicBezTo>
                <a:cubicBezTo>
                  <a:pt x="1455632" y="67322"/>
                  <a:pt x="1459602" y="55625"/>
                  <a:pt x="1467542" y="47257"/>
                </a:cubicBezTo>
                <a:cubicBezTo>
                  <a:pt x="1475483" y="38888"/>
                  <a:pt x="1486222" y="34703"/>
                  <a:pt x="1499761" y="34703"/>
                </a:cubicBezTo>
                <a:cubicBezTo>
                  <a:pt x="1510843" y="34703"/>
                  <a:pt x="1519655" y="37088"/>
                  <a:pt x="1526195" y="41858"/>
                </a:cubicBezTo>
                <a:cubicBezTo>
                  <a:pt x="1532736" y="46628"/>
                  <a:pt x="1537435" y="53897"/>
                  <a:pt x="1540291" y="63666"/>
                </a:cubicBezTo>
                <a:close/>
                <a:moveTo>
                  <a:pt x="1557115" y="127760"/>
                </a:moveTo>
                <a:lnTo>
                  <a:pt x="1557115" y="2142"/>
                </a:lnTo>
                <a:lnTo>
                  <a:pt x="1581193" y="2142"/>
                </a:lnTo>
                <a:lnTo>
                  <a:pt x="1581193" y="68807"/>
                </a:lnTo>
                <a:lnTo>
                  <a:pt x="1609384" y="36760"/>
                </a:lnTo>
                <a:lnTo>
                  <a:pt x="1639032" y="36760"/>
                </a:lnTo>
                <a:lnTo>
                  <a:pt x="1607927" y="70007"/>
                </a:lnTo>
                <a:lnTo>
                  <a:pt x="1641260" y="127760"/>
                </a:lnTo>
                <a:lnTo>
                  <a:pt x="1615297" y="127760"/>
                </a:lnTo>
                <a:lnTo>
                  <a:pt x="1592418" y="86887"/>
                </a:lnTo>
                <a:lnTo>
                  <a:pt x="1581193" y="98626"/>
                </a:lnTo>
                <a:lnTo>
                  <a:pt x="1581193" y="127760"/>
                </a:lnTo>
                <a:lnTo>
                  <a:pt x="1557115" y="127760"/>
                </a:lnTo>
                <a:close/>
                <a:moveTo>
                  <a:pt x="1654998" y="24421"/>
                </a:moveTo>
                <a:lnTo>
                  <a:pt x="1654998" y="2142"/>
                </a:lnTo>
                <a:lnTo>
                  <a:pt x="1679077" y="2142"/>
                </a:lnTo>
                <a:lnTo>
                  <a:pt x="1679077" y="24421"/>
                </a:lnTo>
                <a:lnTo>
                  <a:pt x="1654998" y="24421"/>
                </a:lnTo>
                <a:moveTo>
                  <a:pt x="1654998" y="127760"/>
                </a:moveTo>
                <a:lnTo>
                  <a:pt x="1654998" y="36760"/>
                </a:lnTo>
                <a:lnTo>
                  <a:pt x="1679077" y="36760"/>
                </a:lnTo>
                <a:lnTo>
                  <a:pt x="1679077" y="127760"/>
                </a:lnTo>
                <a:lnTo>
                  <a:pt x="1654998" y="127760"/>
                </a:lnTo>
                <a:close/>
                <a:moveTo>
                  <a:pt x="1786716" y="127760"/>
                </a:moveTo>
                <a:lnTo>
                  <a:pt x="1762638" y="127760"/>
                </a:lnTo>
                <a:lnTo>
                  <a:pt x="1762638" y="81317"/>
                </a:lnTo>
                <a:cubicBezTo>
                  <a:pt x="1762638" y="71492"/>
                  <a:pt x="1762124" y="65137"/>
                  <a:pt x="1761096" y="62252"/>
                </a:cubicBezTo>
                <a:cubicBezTo>
                  <a:pt x="1760068" y="59367"/>
                  <a:pt x="1758397" y="57125"/>
                  <a:pt x="1756083" y="55525"/>
                </a:cubicBezTo>
                <a:cubicBezTo>
                  <a:pt x="1753769" y="53926"/>
                  <a:pt x="1750985" y="53126"/>
                  <a:pt x="1747729" y="53126"/>
                </a:cubicBezTo>
                <a:cubicBezTo>
                  <a:pt x="1743558" y="53126"/>
                  <a:pt x="1739817" y="54269"/>
                  <a:pt x="1736503" y="56554"/>
                </a:cubicBezTo>
                <a:cubicBezTo>
                  <a:pt x="1733190" y="58839"/>
                  <a:pt x="1730920" y="61866"/>
                  <a:pt x="1729691" y="65637"/>
                </a:cubicBezTo>
                <a:cubicBezTo>
                  <a:pt x="1728463" y="69407"/>
                  <a:pt x="1727849" y="76376"/>
                  <a:pt x="1727849" y="86544"/>
                </a:cubicBezTo>
                <a:lnTo>
                  <a:pt x="1727849" y="127760"/>
                </a:lnTo>
                <a:lnTo>
                  <a:pt x="1703771" y="127760"/>
                </a:lnTo>
                <a:lnTo>
                  <a:pt x="1703771" y="36760"/>
                </a:lnTo>
                <a:lnTo>
                  <a:pt x="1726135" y="36760"/>
                </a:lnTo>
                <a:lnTo>
                  <a:pt x="1726135" y="50127"/>
                </a:lnTo>
                <a:cubicBezTo>
                  <a:pt x="1734076" y="39845"/>
                  <a:pt x="1744073" y="34703"/>
                  <a:pt x="1756126" y="34703"/>
                </a:cubicBezTo>
                <a:cubicBezTo>
                  <a:pt x="1761439" y="34703"/>
                  <a:pt x="1766294" y="35660"/>
                  <a:pt x="1770693" y="37574"/>
                </a:cubicBezTo>
                <a:cubicBezTo>
                  <a:pt x="1775091" y="39488"/>
                  <a:pt x="1778419" y="41930"/>
                  <a:pt x="1780675" y="44900"/>
                </a:cubicBezTo>
                <a:cubicBezTo>
                  <a:pt x="1782932" y="47871"/>
                  <a:pt x="1784503" y="51241"/>
                  <a:pt x="1785388" y="55011"/>
                </a:cubicBezTo>
                <a:cubicBezTo>
                  <a:pt x="1786274" y="58782"/>
                  <a:pt x="1786716" y="64180"/>
                  <a:pt x="1786716" y="71206"/>
                </a:cubicBezTo>
                <a:lnTo>
                  <a:pt x="1786716" y="127760"/>
                </a:lnTo>
                <a:close/>
                <a:moveTo>
                  <a:pt x="1808393" y="133758"/>
                </a:moveTo>
                <a:lnTo>
                  <a:pt x="1835899" y="137100"/>
                </a:lnTo>
                <a:cubicBezTo>
                  <a:pt x="1836356" y="140299"/>
                  <a:pt x="1837413" y="142498"/>
                  <a:pt x="1839069" y="143698"/>
                </a:cubicBezTo>
                <a:cubicBezTo>
                  <a:pt x="1841354" y="145412"/>
                  <a:pt x="1844953" y="146268"/>
                  <a:pt x="1849866" y="146268"/>
                </a:cubicBezTo>
                <a:cubicBezTo>
                  <a:pt x="1856150" y="146268"/>
                  <a:pt x="1860862" y="145326"/>
                  <a:pt x="1864004" y="143441"/>
                </a:cubicBezTo>
                <a:cubicBezTo>
                  <a:pt x="1866118" y="142184"/>
                  <a:pt x="1867717" y="140156"/>
                  <a:pt x="1868803" y="137357"/>
                </a:cubicBezTo>
                <a:cubicBezTo>
                  <a:pt x="1869545" y="135358"/>
                  <a:pt x="1869917" y="131673"/>
                  <a:pt x="1869917" y="126303"/>
                </a:cubicBezTo>
                <a:lnTo>
                  <a:pt x="1869917" y="113022"/>
                </a:lnTo>
                <a:cubicBezTo>
                  <a:pt x="1862719" y="122847"/>
                  <a:pt x="1853636" y="127760"/>
                  <a:pt x="1842668" y="127760"/>
                </a:cubicBezTo>
                <a:cubicBezTo>
                  <a:pt x="1830443" y="127760"/>
                  <a:pt x="1820761" y="122590"/>
                  <a:pt x="1813620" y="112251"/>
                </a:cubicBezTo>
                <a:cubicBezTo>
                  <a:pt x="1808022" y="104082"/>
                  <a:pt x="1805223" y="93913"/>
                  <a:pt x="1805223" y="81746"/>
                </a:cubicBezTo>
                <a:cubicBezTo>
                  <a:pt x="1805223" y="66493"/>
                  <a:pt x="1808893" y="54840"/>
                  <a:pt x="1816234" y="46785"/>
                </a:cubicBezTo>
                <a:cubicBezTo>
                  <a:pt x="1823574" y="38731"/>
                  <a:pt x="1832700" y="34703"/>
                  <a:pt x="1843611" y="34703"/>
                </a:cubicBezTo>
                <a:cubicBezTo>
                  <a:pt x="1854864" y="34703"/>
                  <a:pt x="1864147" y="39645"/>
                  <a:pt x="1871459" y="49527"/>
                </a:cubicBezTo>
                <a:lnTo>
                  <a:pt x="1871459" y="36760"/>
                </a:lnTo>
                <a:lnTo>
                  <a:pt x="1893995" y="36760"/>
                </a:lnTo>
                <a:lnTo>
                  <a:pt x="1893995" y="118420"/>
                </a:lnTo>
                <a:cubicBezTo>
                  <a:pt x="1893995" y="129159"/>
                  <a:pt x="1893109" y="137186"/>
                  <a:pt x="1891339" y="142498"/>
                </a:cubicBezTo>
                <a:cubicBezTo>
                  <a:pt x="1889568" y="147811"/>
                  <a:pt x="1887083" y="151981"/>
                  <a:pt x="1883884" y="155009"/>
                </a:cubicBezTo>
                <a:cubicBezTo>
                  <a:pt x="1880685" y="158036"/>
                  <a:pt x="1876415" y="160407"/>
                  <a:pt x="1871073" y="162121"/>
                </a:cubicBezTo>
                <a:cubicBezTo>
                  <a:pt x="1865732" y="163834"/>
                  <a:pt x="1858977" y="164691"/>
                  <a:pt x="1850808" y="164691"/>
                </a:cubicBezTo>
                <a:cubicBezTo>
                  <a:pt x="1835385" y="164691"/>
                  <a:pt x="1824445" y="162049"/>
                  <a:pt x="1817990" y="156765"/>
                </a:cubicBezTo>
                <a:cubicBezTo>
                  <a:pt x="1811535" y="151481"/>
                  <a:pt x="1808307" y="144783"/>
                  <a:pt x="1808307" y="136671"/>
                </a:cubicBezTo>
                <a:cubicBezTo>
                  <a:pt x="1808307" y="135872"/>
                  <a:pt x="1808336" y="134901"/>
                  <a:pt x="1808393" y="133758"/>
                </a:cubicBezTo>
                <a:moveTo>
                  <a:pt x="1829901" y="80375"/>
                </a:moveTo>
                <a:cubicBezTo>
                  <a:pt x="1829901" y="90029"/>
                  <a:pt x="1831772" y="97098"/>
                  <a:pt x="1835513" y="101582"/>
                </a:cubicBezTo>
                <a:cubicBezTo>
                  <a:pt x="1839255" y="106067"/>
                  <a:pt x="1843868" y="108309"/>
                  <a:pt x="1849352" y="108309"/>
                </a:cubicBezTo>
                <a:cubicBezTo>
                  <a:pt x="1855236" y="108309"/>
                  <a:pt x="1860205" y="106010"/>
                  <a:pt x="1864261" y="101411"/>
                </a:cubicBezTo>
                <a:cubicBezTo>
                  <a:pt x="1868317" y="96813"/>
                  <a:pt x="1870345" y="90000"/>
                  <a:pt x="1870345" y="80975"/>
                </a:cubicBezTo>
                <a:cubicBezTo>
                  <a:pt x="1870345" y="71549"/>
                  <a:pt x="1868403" y="64551"/>
                  <a:pt x="1864518" y="59981"/>
                </a:cubicBezTo>
                <a:cubicBezTo>
                  <a:pt x="1860634" y="55411"/>
                  <a:pt x="1855721" y="53126"/>
                  <a:pt x="1849780" y="53126"/>
                </a:cubicBezTo>
                <a:cubicBezTo>
                  <a:pt x="1844011" y="53126"/>
                  <a:pt x="1839255" y="55368"/>
                  <a:pt x="1835513" y="59853"/>
                </a:cubicBezTo>
                <a:cubicBezTo>
                  <a:pt x="1831772" y="64337"/>
                  <a:pt x="1829901" y="71178"/>
                  <a:pt x="1829901" y="80375"/>
                </a:cubicBezTo>
                <a:close/>
                <a:moveTo>
                  <a:pt x="1916700" y="103682"/>
                </a:moveTo>
                <a:lnTo>
                  <a:pt x="1940778" y="103682"/>
                </a:lnTo>
                <a:lnTo>
                  <a:pt x="1940778" y="120905"/>
                </a:lnTo>
                <a:cubicBezTo>
                  <a:pt x="1940778" y="127874"/>
                  <a:pt x="1940179" y="133372"/>
                  <a:pt x="1938979" y="137400"/>
                </a:cubicBezTo>
                <a:cubicBezTo>
                  <a:pt x="1937779" y="141427"/>
                  <a:pt x="1935509" y="145040"/>
                  <a:pt x="1932167" y="148239"/>
                </a:cubicBezTo>
                <a:cubicBezTo>
                  <a:pt x="1928825" y="151438"/>
                  <a:pt x="1924583" y="153952"/>
                  <a:pt x="1919442" y="155780"/>
                </a:cubicBezTo>
                <a:lnTo>
                  <a:pt x="1914729" y="145840"/>
                </a:lnTo>
                <a:cubicBezTo>
                  <a:pt x="1919585" y="144240"/>
                  <a:pt x="1923041" y="142041"/>
                  <a:pt x="1925098" y="139242"/>
                </a:cubicBezTo>
                <a:cubicBezTo>
                  <a:pt x="1927154" y="136443"/>
                  <a:pt x="1928239" y="132616"/>
                  <a:pt x="1928354" y="127760"/>
                </a:cubicBezTo>
                <a:lnTo>
                  <a:pt x="1916700" y="127760"/>
                </a:lnTo>
                <a:lnTo>
                  <a:pt x="1916700" y="103682"/>
                </a:lnTo>
                <a:close/>
                <a:moveTo>
                  <a:pt x="2015187" y="127760"/>
                </a:moveTo>
                <a:lnTo>
                  <a:pt x="2015187" y="2142"/>
                </a:lnTo>
                <a:lnTo>
                  <a:pt x="2039265" y="2142"/>
                </a:lnTo>
                <a:lnTo>
                  <a:pt x="2039265" y="127760"/>
                </a:lnTo>
                <a:lnTo>
                  <a:pt x="2015187" y="127760"/>
                </a:lnTo>
                <a:close/>
                <a:moveTo>
                  <a:pt x="2058562" y="80975"/>
                </a:moveTo>
                <a:cubicBezTo>
                  <a:pt x="2058562" y="72977"/>
                  <a:pt x="2060533" y="65237"/>
                  <a:pt x="2064474" y="57753"/>
                </a:cubicBezTo>
                <a:cubicBezTo>
                  <a:pt x="2068416" y="50270"/>
                  <a:pt x="2074000" y="44557"/>
                  <a:pt x="2081226" y="40616"/>
                </a:cubicBezTo>
                <a:cubicBezTo>
                  <a:pt x="2088453" y="36674"/>
                  <a:pt x="2096521" y="34703"/>
                  <a:pt x="2105433" y="34703"/>
                </a:cubicBezTo>
                <a:cubicBezTo>
                  <a:pt x="2119200" y="34703"/>
                  <a:pt x="2130482" y="39173"/>
                  <a:pt x="2139279" y="48113"/>
                </a:cubicBezTo>
                <a:cubicBezTo>
                  <a:pt x="2148077" y="57054"/>
                  <a:pt x="2152475" y="68350"/>
                  <a:pt x="2152475" y="82003"/>
                </a:cubicBezTo>
                <a:cubicBezTo>
                  <a:pt x="2152475" y="95770"/>
                  <a:pt x="2148034" y="107181"/>
                  <a:pt x="2139151" y="116235"/>
                </a:cubicBezTo>
                <a:cubicBezTo>
                  <a:pt x="2130268" y="125289"/>
                  <a:pt x="2119086" y="129816"/>
                  <a:pt x="2105604" y="129816"/>
                </a:cubicBezTo>
                <a:cubicBezTo>
                  <a:pt x="2097264" y="129816"/>
                  <a:pt x="2089309" y="127931"/>
                  <a:pt x="2081740" y="124161"/>
                </a:cubicBezTo>
                <a:cubicBezTo>
                  <a:pt x="2074171" y="120391"/>
                  <a:pt x="2068416" y="114864"/>
                  <a:pt x="2064474" y="107581"/>
                </a:cubicBezTo>
                <a:cubicBezTo>
                  <a:pt x="2060533" y="100297"/>
                  <a:pt x="2058562" y="91428"/>
                  <a:pt x="2058562" y="80975"/>
                </a:cubicBezTo>
                <a:moveTo>
                  <a:pt x="2083240" y="82260"/>
                </a:moveTo>
                <a:cubicBezTo>
                  <a:pt x="2083240" y="91286"/>
                  <a:pt x="2085382" y="98198"/>
                  <a:pt x="2089666" y="102996"/>
                </a:cubicBezTo>
                <a:cubicBezTo>
                  <a:pt x="2093951" y="107795"/>
                  <a:pt x="2099235" y="110194"/>
                  <a:pt x="2105519" y="110194"/>
                </a:cubicBezTo>
                <a:cubicBezTo>
                  <a:pt x="2111802" y="110194"/>
                  <a:pt x="2117072" y="107795"/>
                  <a:pt x="2121328" y="102996"/>
                </a:cubicBezTo>
                <a:cubicBezTo>
                  <a:pt x="2125584" y="98198"/>
                  <a:pt x="2127712" y="91229"/>
                  <a:pt x="2127712" y="82089"/>
                </a:cubicBezTo>
                <a:cubicBezTo>
                  <a:pt x="2127712" y="73177"/>
                  <a:pt x="2125584" y="66322"/>
                  <a:pt x="2121328" y="61524"/>
                </a:cubicBezTo>
                <a:cubicBezTo>
                  <a:pt x="2117072" y="56725"/>
                  <a:pt x="2111802" y="54326"/>
                  <a:pt x="2105519" y="54326"/>
                </a:cubicBezTo>
                <a:cubicBezTo>
                  <a:pt x="2099235" y="54326"/>
                  <a:pt x="2093951" y="56725"/>
                  <a:pt x="2089666" y="61524"/>
                </a:cubicBezTo>
                <a:cubicBezTo>
                  <a:pt x="2085382" y="66322"/>
                  <a:pt x="2083240" y="73234"/>
                  <a:pt x="2083240" y="82260"/>
                </a:cubicBezTo>
                <a:close/>
                <a:moveTo>
                  <a:pt x="2253584" y="127760"/>
                </a:moveTo>
                <a:lnTo>
                  <a:pt x="2229506" y="127760"/>
                </a:lnTo>
                <a:lnTo>
                  <a:pt x="2229506" y="81317"/>
                </a:lnTo>
                <a:cubicBezTo>
                  <a:pt x="2229506" y="71492"/>
                  <a:pt x="2228992" y="65137"/>
                  <a:pt x="2227964" y="62252"/>
                </a:cubicBezTo>
                <a:cubicBezTo>
                  <a:pt x="2226935" y="59367"/>
                  <a:pt x="2225264" y="57125"/>
                  <a:pt x="2222951" y="55525"/>
                </a:cubicBezTo>
                <a:cubicBezTo>
                  <a:pt x="2220637" y="53926"/>
                  <a:pt x="2217852" y="53126"/>
                  <a:pt x="2214596" y="53126"/>
                </a:cubicBezTo>
                <a:cubicBezTo>
                  <a:pt x="2210426" y="53126"/>
                  <a:pt x="2206684" y="54269"/>
                  <a:pt x="2203371" y="56554"/>
                </a:cubicBezTo>
                <a:cubicBezTo>
                  <a:pt x="2200058" y="58839"/>
                  <a:pt x="2197787" y="61866"/>
                  <a:pt x="2196559" y="65637"/>
                </a:cubicBezTo>
                <a:cubicBezTo>
                  <a:pt x="2195331" y="69407"/>
                  <a:pt x="2194717" y="76376"/>
                  <a:pt x="2194717" y="86544"/>
                </a:cubicBezTo>
                <a:lnTo>
                  <a:pt x="2194717" y="127760"/>
                </a:lnTo>
                <a:lnTo>
                  <a:pt x="2170639" y="127760"/>
                </a:lnTo>
                <a:lnTo>
                  <a:pt x="2170639" y="36760"/>
                </a:lnTo>
                <a:lnTo>
                  <a:pt x="2193003" y="36760"/>
                </a:lnTo>
                <a:lnTo>
                  <a:pt x="2193003" y="50127"/>
                </a:lnTo>
                <a:cubicBezTo>
                  <a:pt x="2200943" y="39845"/>
                  <a:pt x="2210940" y="34703"/>
                  <a:pt x="2222994" y="34703"/>
                </a:cubicBezTo>
                <a:cubicBezTo>
                  <a:pt x="2228306" y="34703"/>
                  <a:pt x="2233162" y="35660"/>
                  <a:pt x="2237561" y="37574"/>
                </a:cubicBezTo>
                <a:cubicBezTo>
                  <a:pt x="2241959" y="39488"/>
                  <a:pt x="2245287" y="41930"/>
                  <a:pt x="2247543" y="44900"/>
                </a:cubicBezTo>
                <a:cubicBezTo>
                  <a:pt x="2249800" y="47871"/>
                  <a:pt x="2251370" y="51241"/>
                  <a:pt x="2252256" y="55011"/>
                </a:cubicBezTo>
                <a:cubicBezTo>
                  <a:pt x="2253141" y="58782"/>
                  <a:pt x="2253584" y="64180"/>
                  <a:pt x="2253584" y="71206"/>
                </a:cubicBezTo>
                <a:lnTo>
                  <a:pt x="2253584" y="127760"/>
                </a:lnTo>
                <a:close/>
                <a:moveTo>
                  <a:pt x="2275261" y="133758"/>
                </a:moveTo>
                <a:lnTo>
                  <a:pt x="2302767" y="137100"/>
                </a:lnTo>
                <a:cubicBezTo>
                  <a:pt x="2303224" y="140299"/>
                  <a:pt x="2304281" y="142498"/>
                  <a:pt x="2305938" y="143698"/>
                </a:cubicBezTo>
                <a:cubicBezTo>
                  <a:pt x="2308223" y="145412"/>
                  <a:pt x="2311821" y="146268"/>
                  <a:pt x="2316734" y="146268"/>
                </a:cubicBezTo>
                <a:cubicBezTo>
                  <a:pt x="2323018" y="146268"/>
                  <a:pt x="2327731" y="145326"/>
                  <a:pt x="2330873" y="143441"/>
                </a:cubicBezTo>
                <a:cubicBezTo>
                  <a:pt x="2332986" y="142184"/>
                  <a:pt x="2334586" y="140156"/>
                  <a:pt x="2335671" y="137357"/>
                </a:cubicBezTo>
                <a:cubicBezTo>
                  <a:pt x="2336414" y="135358"/>
                  <a:pt x="2336785" y="131673"/>
                  <a:pt x="2336785" y="126303"/>
                </a:cubicBezTo>
                <a:lnTo>
                  <a:pt x="2336785" y="113022"/>
                </a:lnTo>
                <a:cubicBezTo>
                  <a:pt x="2329587" y="122847"/>
                  <a:pt x="2320504" y="127760"/>
                  <a:pt x="2309536" y="127760"/>
                </a:cubicBezTo>
                <a:cubicBezTo>
                  <a:pt x="2297312" y="127760"/>
                  <a:pt x="2287629" y="122590"/>
                  <a:pt x="2280488" y="112251"/>
                </a:cubicBezTo>
                <a:cubicBezTo>
                  <a:pt x="2274890" y="104082"/>
                  <a:pt x="2272091" y="93913"/>
                  <a:pt x="2272091" y="81746"/>
                </a:cubicBezTo>
                <a:cubicBezTo>
                  <a:pt x="2272091" y="66493"/>
                  <a:pt x="2275761" y="54840"/>
                  <a:pt x="2283102" y="46785"/>
                </a:cubicBezTo>
                <a:cubicBezTo>
                  <a:pt x="2290442" y="38731"/>
                  <a:pt x="2299568" y="34703"/>
                  <a:pt x="2310479" y="34703"/>
                </a:cubicBezTo>
                <a:cubicBezTo>
                  <a:pt x="2321733" y="34703"/>
                  <a:pt x="2331015" y="39645"/>
                  <a:pt x="2338327" y="49527"/>
                </a:cubicBezTo>
                <a:lnTo>
                  <a:pt x="2338327" y="36760"/>
                </a:lnTo>
                <a:lnTo>
                  <a:pt x="2360863" y="36760"/>
                </a:lnTo>
                <a:lnTo>
                  <a:pt x="2360863" y="118420"/>
                </a:lnTo>
                <a:cubicBezTo>
                  <a:pt x="2360863" y="129159"/>
                  <a:pt x="2359978" y="137186"/>
                  <a:pt x="2358207" y="142498"/>
                </a:cubicBezTo>
                <a:cubicBezTo>
                  <a:pt x="2356436" y="147811"/>
                  <a:pt x="2353951" y="151981"/>
                  <a:pt x="2350752" y="155009"/>
                </a:cubicBezTo>
                <a:cubicBezTo>
                  <a:pt x="2347553" y="158036"/>
                  <a:pt x="2343283" y="160407"/>
                  <a:pt x="2337942" y="162121"/>
                </a:cubicBezTo>
                <a:cubicBezTo>
                  <a:pt x="2332601" y="163834"/>
                  <a:pt x="2325846" y="164691"/>
                  <a:pt x="2317677" y="164691"/>
                </a:cubicBezTo>
                <a:cubicBezTo>
                  <a:pt x="2302253" y="164691"/>
                  <a:pt x="2291314" y="162049"/>
                  <a:pt x="2284858" y="156765"/>
                </a:cubicBezTo>
                <a:cubicBezTo>
                  <a:pt x="2278403" y="151481"/>
                  <a:pt x="2275176" y="144783"/>
                  <a:pt x="2275176" y="136671"/>
                </a:cubicBezTo>
                <a:cubicBezTo>
                  <a:pt x="2275176" y="135872"/>
                  <a:pt x="2275204" y="134901"/>
                  <a:pt x="2275261" y="133758"/>
                </a:cubicBezTo>
                <a:moveTo>
                  <a:pt x="2296769" y="80375"/>
                </a:moveTo>
                <a:cubicBezTo>
                  <a:pt x="2296769" y="90029"/>
                  <a:pt x="2298640" y="97098"/>
                  <a:pt x="2302382" y="101582"/>
                </a:cubicBezTo>
                <a:cubicBezTo>
                  <a:pt x="2306123" y="106067"/>
                  <a:pt x="2310736" y="108309"/>
                  <a:pt x="2316220" y="108309"/>
                </a:cubicBezTo>
                <a:cubicBezTo>
                  <a:pt x="2322104" y="108309"/>
                  <a:pt x="2327074" y="106010"/>
                  <a:pt x="2331130" y="101411"/>
                </a:cubicBezTo>
                <a:cubicBezTo>
                  <a:pt x="2335186" y="96813"/>
                  <a:pt x="2337213" y="90000"/>
                  <a:pt x="2337213" y="80975"/>
                </a:cubicBezTo>
                <a:cubicBezTo>
                  <a:pt x="2337213" y="71549"/>
                  <a:pt x="2335271" y="64551"/>
                  <a:pt x="2331387" y="59981"/>
                </a:cubicBezTo>
                <a:cubicBezTo>
                  <a:pt x="2327502" y="55411"/>
                  <a:pt x="2322590" y="53126"/>
                  <a:pt x="2316649" y="53126"/>
                </a:cubicBezTo>
                <a:cubicBezTo>
                  <a:pt x="2310879" y="53126"/>
                  <a:pt x="2306123" y="55368"/>
                  <a:pt x="2302382" y="59853"/>
                </a:cubicBezTo>
                <a:cubicBezTo>
                  <a:pt x="2298640" y="64337"/>
                  <a:pt x="2296769" y="71178"/>
                  <a:pt x="2296769" y="80375"/>
                </a:cubicBezTo>
                <a:close/>
                <a:moveTo>
                  <a:pt x="2381389" y="94256"/>
                </a:moveTo>
                <a:lnTo>
                  <a:pt x="2381389" y="70178"/>
                </a:lnTo>
                <a:lnTo>
                  <a:pt x="2428688" y="70178"/>
                </a:lnTo>
                <a:lnTo>
                  <a:pt x="2428688" y="94256"/>
                </a:lnTo>
                <a:lnTo>
                  <a:pt x="2381389" y="94256"/>
                </a:lnTo>
                <a:close/>
                <a:moveTo>
                  <a:pt x="2484436" y="36760"/>
                </a:moveTo>
                <a:lnTo>
                  <a:pt x="2484436" y="55954"/>
                </a:lnTo>
                <a:lnTo>
                  <a:pt x="2467984" y="55954"/>
                </a:lnTo>
                <a:lnTo>
                  <a:pt x="2467984" y="92628"/>
                </a:lnTo>
                <a:cubicBezTo>
                  <a:pt x="2467984" y="100054"/>
                  <a:pt x="2468141" y="104382"/>
                  <a:pt x="2468455" y="105610"/>
                </a:cubicBezTo>
                <a:cubicBezTo>
                  <a:pt x="2468769" y="106838"/>
                  <a:pt x="2469483" y="107852"/>
                  <a:pt x="2470597" y="108652"/>
                </a:cubicBezTo>
                <a:cubicBezTo>
                  <a:pt x="2471711" y="109451"/>
                  <a:pt x="2473068" y="109851"/>
                  <a:pt x="2474667" y="109851"/>
                </a:cubicBezTo>
                <a:cubicBezTo>
                  <a:pt x="2476895" y="109851"/>
                  <a:pt x="2480123" y="109080"/>
                  <a:pt x="2484350" y="107538"/>
                </a:cubicBezTo>
                <a:lnTo>
                  <a:pt x="2486407" y="126218"/>
                </a:lnTo>
                <a:cubicBezTo>
                  <a:pt x="2480808" y="128617"/>
                  <a:pt x="2474467" y="129816"/>
                  <a:pt x="2467384" y="129816"/>
                </a:cubicBezTo>
                <a:cubicBezTo>
                  <a:pt x="2463042" y="129816"/>
                  <a:pt x="2459129" y="129088"/>
                  <a:pt x="2455645" y="127631"/>
                </a:cubicBezTo>
                <a:cubicBezTo>
                  <a:pt x="2452160" y="126175"/>
                  <a:pt x="2449604" y="124290"/>
                  <a:pt x="2447976" y="121976"/>
                </a:cubicBezTo>
                <a:cubicBezTo>
                  <a:pt x="2446348" y="119662"/>
                  <a:pt x="2445220" y="116535"/>
                  <a:pt x="2444591" y="112593"/>
                </a:cubicBezTo>
                <a:cubicBezTo>
                  <a:pt x="2444077" y="109794"/>
                  <a:pt x="2443820" y="104139"/>
                  <a:pt x="2443820" y="95627"/>
                </a:cubicBezTo>
                <a:lnTo>
                  <a:pt x="2443820" y="55954"/>
                </a:lnTo>
                <a:lnTo>
                  <a:pt x="2432766" y="55954"/>
                </a:lnTo>
                <a:lnTo>
                  <a:pt x="2432766" y="36760"/>
                </a:lnTo>
                <a:lnTo>
                  <a:pt x="2443820" y="36760"/>
                </a:lnTo>
                <a:lnTo>
                  <a:pt x="2443820" y="18680"/>
                </a:lnTo>
                <a:lnTo>
                  <a:pt x="2467984" y="4627"/>
                </a:lnTo>
                <a:lnTo>
                  <a:pt x="2467984" y="36760"/>
                </a:lnTo>
                <a:lnTo>
                  <a:pt x="2484436" y="36760"/>
                </a:lnTo>
                <a:close/>
                <a:moveTo>
                  <a:pt x="2553981" y="98798"/>
                </a:moveTo>
                <a:lnTo>
                  <a:pt x="2577974" y="102825"/>
                </a:lnTo>
                <a:cubicBezTo>
                  <a:pt x="2574889" y="111622"/>
                  <a:pt x="2570019" y="118320"/>
                  <a:pt x="2563364" y="122919"/>
                </a:cubicBezTo>
                <a:cubicBezTo>
                  <a:pt x="2556709" y="127517"/>
                  <a:pt x="2548383" y="129816"/>
                  <a:pt x="2538386" y="129816"/>
                </a:cubicBezTo>
                <a:cubicBezTo>
                  <a:pt x="2522562" y="129816"/>
                  <a:pt x="2510852" y="124647"/>
                  <a:pt x="2503254" y="114307"/>
                </a:cubicBezTo>
                <a:cubicBezTo>
                  <a:pt x="2497256" y="106024"/>
                  <a:pt x="2494257" y="95570"/>
                  <a:pt x="2494257" y="82945"/>
                </a:cubicBezTo>
                <a:cubicBezTo>
                  <a:pt x="2494257" y="67864"/>
                  <a:pt x="2498199" y="56054"/>
                  <a:pt x="2506082" y="47514"/>
                </a:cubicBezTo>
                <a:cubicBezTo>
                  <a:pt x="2513965" y="38973"/>
                  <a:pt x="2523933" y="34703"/>
                  <a:pt x="2535987" y="34703"/>
                </a:cubicBezTo>
                <a:cubicBezTo>
                  <a:pt x="2549525" y="34703"/>
                  <a:pt x="2560208" y="39173"/>
                  <a:pt x="2568034" y="48113"/>
                </a:cubicBezTo>
                <a:cubicBezTo>
                  <a:pt x="2575860" y="57054"/>
                  <a:pt x="2579602" y="70749"/>
                  <a:pt x="2579259" y="89201"/>
                </a:cubicBezTo>
                <a:lnTo>
                  <a:pt x="2518935" y="89201"/>
                </a:lnTo>
                <a:cubicBezTo>
                  <a:pt x="2519106" y="96341"/>
                  <a:pt x="2521049" y="101897"/>
                  <a:pt x="2524762" y="105867"/>
                </a:cubicBezTo>
                <a:cubicBezTo>
                  <a:pt x="2528475" y="109837"/>
                  <a:pt x="2533102" y="111822"/>
                  <a:pt x="2538643" y="111822"/>
                </a:cubicBezTo>
                <a:cubicBezTo>
                  <a:pt x="2542413" y="111822"/>
                  <a:pt x="2545584" y="110794"/>
                  <a:pt x="2548154" y="108737"/>
                </a:cubicBezTo>
                <a:cubicBezTo>
                  <a:pt x="2550725" y="106681"/>
                  <a:pt x="2552667" y="103368"/>
                  <a:pt x="2553981" y="98798"/>
                </a:cubicBezTo>
                <a:moveTo>
                  <a:pt x="2555352" y="74462"/>
                </a:moveTo>
                <a:cubicBezTo>
                  <a:pt x="2555181" y="67493"/>
                  <a:pt x="2553381" y="62195"/>
                  <a:pt x="2549954" y="58567"/>
                </a:cubicBezTo>
                <a:cubicBezTo>
                  <a:pt x="2546526" y="54940"/>
                  <a:pt x="2542356" y="53126"/>
                  <a:pt x="2537443" y="53126"/>
                </a:cubicBezTo>
                <a:cubicBezTo>
                  <a:pt x="2532188" y="53126"/>
                  <a:pt x="2527846" y="55040"/>
                  <a:pt x="2524419" y="58867"/>
                </a:cubicBezTo>
                <a:cubicBezTo>
                  <a:pt x="2520991" y="62695"/>
                  <a:pt x="2519306" y="67893"/>
                  <a:pt x="2519363" y="74462"/>
                </a:cubicBezTo>
                <a:lnTo>
                  <a:pt x="2555352" y="74462"/>
                </a:lnTo>
                <a:close/>
                <a:moveTo>
                  <a:pt x="2621343" y="127760"/>
                </a:moveTo>
                <a:lnTo>
                  <a:pt x="2597265" y="127760"/>
                </a:lnTo>
                <a:lnTo>
                  <a:pt x="2597265" y="36760"/>
                </a:lnTo>
                <a:lnTo>
                  <a:pt x="2619630" y="36760"/>
                </a:lnTo>
                <a:lnTo>
                  <a:pt x="2619630" y="49699"/>
                </a:lnTo>
                <a:cubicBezTo>
                  <a:pt x="2623457" y="43586"/>
                  <a:pt x="2626899" y="39559"/>
                  <a:pt x="2629955" y="37617"/>
                </a:cubicBezTo>
                <a:cubicBezTo>
                  <a:pt x="2633011" y="35675"/>
                  <a:pt x="2636481" y="34703"/>
                  <a:pt x="2640366" y="34703"/>
                </a:cubicBezTo>
                <a:cubicBezTo>
                  <a:pt x="2645850" y="34703"/>
                  <a:pt x="2651134" y="36217"/>
                  <a:pt x="2656218" y="39245"/>
                </a:cubicBezTo>
                <a:lnTo>
                  <a:pt x="2648763" y="60238"/>
                </a:lnTo>
                <a:cubicBezTo>
                  <a:pt x="2644707" y="57611"/>
                  <a:pt x="2640937" y="56297"/>
                  <a:pt x="2637453" y="56297"/>
                </a:cubicBezTo>
                <a:cubicBezTo>
                  <a:pt x="2634082" y="56297"/>
                  <a:pt x="2631226" y="57225"/>
                  <a:pt x="2628884" y="59081"/>
                </a:cubicBezTo>
                <a:cubicBezTo>
                  <a:pt x="2626542" y="60938"/>
                  <a:pt x="2624699" y="64294"/>
                  <a:pt x="2623357" y="69150"/>
                </a:cubicBezTo>
                <a:cubicBezTo>
                  <a:pt x="2622015" y="74005"/>
                  <a:pt x="2621343" y="84174"/>
                  <a:pt x="2621343" y="99654"/>
                </a:cubicBezTo>
                <a:lnTo>
                  <a:pt x="2621343" y="127760"/>
                </a:lnTo>
                <a:close/>
                <a:moveTo>
                  <a:pt x="2664723" y="36760"/>
                </a:moveTo>
                <a:lnTo>
                  <a:pt x="2686916" y="36760"/>
                </a:lnTo>
                <a:lnTo>
                  <a:pt x="2686916" y="49185"/>
                </a:lnTo>
                <a:cubicBezTo>
                  <a:pt x="2694857" y="39530"/>
                  <a:pt x="2704311" y="34703"/>
                  <a:pt x="2715279" y="34703"/>
                </a:cubicBezTo>
                <a:cubicBezTo>
                  <a:pt x="2721105" y="34703"/>
                  <a:pt x="2726161" y="35903"/>
                  <a:pt x="2730445" y="38302"/>
                </a:cubicBezTo>
                <a:cubicBezTo>
                  <a:pt x="2734730" y="40702"/>
                  <a:pt x="2738243" y="44329"/>
                  <a:pt x="2740985" y="49185"/>
                </a:cubicBezTo>
                <a:cubicBezTo>
                  <a:pt x="2744984" y="44329"/>
                  <a:pt x="2749297" y="40702"/>
                  <a:pt x="2753924" y="38302"/>
                </a:cubicBezTo>
                <a:cubicBezTo>
                  <a:pt x="2758551" y="35903"/>
                  <a:pt x="2763492" y="34703"/>
                  <a:pt x="2768748" y="34703"/>
                </a:cubicBezTo>
                <a:cubicBezTo>
                  <a:pt x="2775431" y="34703"/>
                  <a:pt x="2781087" y="36060"/>
                  <a:pt x="2785714" y="38774"/>
                </a:cubicBezTo>
                <a:cubicBezTo>
                  <a:pt x="2790341" y="41487"/>
                  <a:pt x="2793797" y="45471"/>
                  <a:pt x="2796082" y="50727"/>
                </a:cubicBezTo>
                <a:cubicBezTo>
                  <a:pt x="2797739" y="54611"/>
                  <a:pt x="2798567" y="60895"/>
                  <a:pt x="2798567" y="69578"/>
                </a:cubicBezTo>
                <a:lnTo>
                  <a:pt x="2798567" y="127760"/>
                </a:lnTo>
                <a:lnTo>
                  <a:pt x="2774489" y="127760"/>
                </a:lnTo>
                <a:lnTo>
                  <a:pt x="2774489" y="75748"/>
                </a:lnTo>
                <a:cubicBezTo>
                  <a:pt x="2774489" y="66722"/>
                  <a:pt x="2773660" y="60895"/>
                  <a:pt x="2772004" y="58267"/>
                </a:cubicBezTo>
                <a:cubicBezTo>
                  <a:pt x="2769776" y="54840"/>
                  <a:pt x="2766348" y="53126"/>
                  <a:pt x="2761721" y="53126"/>
                </a:cubicBezTo>
                <a:cubicBezTo>
                  <a:pt x="2758351" y="53126"/>
                  <a:pt x="2755180" y="54154"/>
                  <a:pt x="2752210" y="56211"/>
                </a:cubicBezTo>
                <a:cubicBezTo>
                  <a:pt x="2749239" y="58267"/>
                  <a:pt x="2747097" y="61281"/>
                  <a:pt x="2745783" y="65251"/>
                </a:cubicBezTo>
                <a:cubicBezTo>
                  <a:pt x="2744470" y="69221"/>
                  <a:pt x="2743813" y="75491"/>
                  <a:pt x="2743813" y="84059"/>
                </a:cubicBezTo>
                <a:lnTo>
                  <a:pt x="2743813" y="127760"/>
                </a:lnTo>
                <a:lnTo>
                  <a:pt x="2719734" y="127760"/>
                </a:lnTo>
                <a:lnTo>
                  <a:pt x="2719734" y="77890"/>
                </a:lnTo>
                <a:cubicBezTo>
                  <a:pt x="2719734" y="69035"/>
                  <a:pt x="2719306" y="63323"/>
                  <a:pt x="2718449" y="60752"/>
                </a:cubicBezTo>
                <a:cubicBezTo>
                  <a:pt x="2717592" y="58182"/>
                  <a:pt x="2716264" y="56268"/>
                  <a:pt x="2714465" y="55011"/>
                </a:cubicBezTo>
                <a:cubicBezTo>
                  <a:pt x="2712665" y="53755"/>
                  <a:pt x="2710223" y="53126"/>
                  <a:pt x="2707138" y="53126"/>
                </a:cubicBezTo>
                <a:cubicBezTo>
                  <a:pt x="2703425" y="53126"/>
                  <a:pt x="2700083" y="54126"/>
                  <a:pt x="2697113" y="56125"/>
                </a:cubicBezTo>
                <a:cubicBezTo>
                  <a:pt x="2694142" y="58125"/>
                  <a:pt x="2692015" y="61009"/>
                  <a:pt x="2690729" y="64780"/>
                </a:cubicBezTo>
                <a:cubicBezTo>
                  <a:pt x="2689444" y="68550"/>
                  <a:pt x="2688801" y="74805"/>
                  <a:pt x="2688801" y="83545"/>
                </a:cubicBezTo>
                <a:lnTo>
                  <a:pt x="2688801" y="127760"/>
                </a:lnTo>
                <a:lnTo>
                  <a:pt x="2664723" y="127760"/>
                </a:lnTo>
                <a:lnTo>
                  <a:pt x="2664723" y="367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Scene:…Thekitchenisequippedwithafridge,sofa,dishwasher,eight">
            <a:extLst xmlns:a="http://schemas.openxmlformats.org/drawingml/2006/main">
              <a:ext uri="{FF2B5EF4-FFF2-40B4-BE49-F238E27FC236}">
                <a16:creationId xmlns:a16="http://schemas.microsoft.com/office/drawing/2014/main" id="{97D21708-E835-4EBC-BDCC-CF5CD3E0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9749" y="1339617"/>
            <a:ext cx="4437103" cy="131753"/>
          </a:xfrm>
          <a:custGeom xmlns:a="http://schemas.openxmlformats.org/drawingml/2006/main">
            <a:pathLst>
              <a:path w="4437103" h="131753">
                <a:moveTo>
                  <a:pt x="0" y="69510"/>
                </a:moveTo>
                <a:lnTo>
                  <a:pt x="19742" y="67590"/>
                </a:lnTo>
                <a:cubicBezTo>
                  <a:pt x="20931" y="74217"/>
                  <a:pt x="23341" y="79084"/>
                  <a:pt x="26974" y="82191"/>
                </a:cubicBezTo>
                <a:cubicBezTo>
                  <a:pt x="30608" y="85299"/>
                  <a:pt x="35509" y="86853"/>
                  <a:pt x="41678" y="86853"/>
                </a:cubicBezTo>
                <a:cubicBezTo>
                  <a:pt x="48213" y="86853"/>
                  <a:pt x="53138" y="85470"/>
                  <a:pt x="56451" y="82705"/>
                </a:cubicBezTo>
                <a:cubicBezTo>
                  <a:pt x="59764" y="79941"/>
                  <a:pt x="61421" y="76707"/>
                  <a:pt x="61421" y="73006"/>
                </a:cubicBezTo>
                <a:cubicBezTo>
                  <a:pt x="61421" y="70629"/>
                  <a:pt x="60724" y="68607"/>
                  <a:pt x="59330" y="66939"/>
                </a:cubicBezTo>
                <a:cubicBezTo>
                  <a:pt x="57936" y="65271"/>
                  <a:pt x="55503" y="63820"/>
                  <a:pt x="52029" y="62586"/>
                </a:cubicBezTo>
                <a:cubicBezTo>
                  <a:pt x="49653" y="61763"/>
                  <a:pt x="44238" y="60301"/>
                  <a:pt x="35783" y="58199"/>
                </a:cubicBezTo>
                <a:cubicBezTo>
                  <a:pt x="24906" y="55503"/>
                  <a:pt x="17275" y="52189"/>
                  <a:pt x="12887" y="48259"/>
                </a:cubicBezTo>
                <a:cubicBezTo>
                  <a:pt x="6718" y="42729"/>
                  <a:pt x="3633" y="35989"/>
                  <a:pt x="3633" y="28037"/>
                </a:cubicBezTo>
                <a:cubicBezTo>
                  <a:pt x="3633" y="22919"/>
                  <a:pt x="5084" y="18131"/>
                  <a:pt x="7986" y="13676"/>
                </a:cubicBezTo>
                <a:cubicBezTo>
                  <a:pt x="10888" y="9220"/>
                  <a:pt x="15070" y="5827"/>
                  <a:pt x="20531" y="3496"/>
                </a:cubicBezTo>
                <a:cubicBezTo>
                  <a:pt x="25992" y="1165"/>
                  <a:pt x="32584" y="0"/>
                  <a:pt x="40307" y="0"/>
                </a:cubicBezTo>
                <a:cubicBezTo>
                  <a:pt x="52921" y="0"/>
                  <a:pt x="62415" y="2765"/>
                  <a:pt x="68790" y="8295"/>
                </a:cubicBezTo>
                <a:cubicBezTo>
                  <a:pt x="75165" y="13824"/>
                  <a:pt x="78513" y="21205"/>
                  <a:pt x="78832" y="30436"/>
                </a:cubicBezTo>
                <a:lnTo>
                  <a:pt x="58542" y="31327"/>
                </a:lnTo>
                <a:cubicBezTo>
                  <a:pt x="57673" y="26163"/>
                  <a:pt x="55811" y="22450"/>
                  <a:pt x="52955" y="20188"/>
                </a:cubicBezTo>
                <a:cubicBezTo>
                  <a:pt x="50099" y="17926"/>
                  <a:pt x="45814" y="16795"/>
                  <a:pt x="40102" y="16795"/>
                </a:cubicBezTo>
                <a:cubicBezTo>
                  <a:pt x="34206" y="16795"/>
                  <a:pt x="29591" y="18006"/>
                  <a:pt x="26255" y="20428"/>
                </a:cubicBezTo>
                <a:cubicBezTo>
                  <a:pt x="24107" y="21982"/>
                  <a:pt x="23033" y="24061"/>
                  <a:pt x="23033" y="26666"/>
                </a:cubicBezTo>
                <a:cubicBezTo>
                  <a:pt x="23033" y="29042"/>
                  <a:pt x="24038" y="31076"/>
                  <a:pt x="26049" y="32767"/>
                </a:cubicBezTo>
                <a:cubicBezTo>
                  <a:pt x="28608" y="34915"/>
                  <a:pt x="34823" y="37154"/>
                  <a:pt x="44695" y="39485"/>
                </a:cubicBezTo>
                <a:cubicBezTo>
                  <a:pt x="54566" y="41815"/>
                  <a:pt x="61866" y="44226"/>
                  <a:pt x="66596" y="46717"/>
                </a:cubicBezTo>
                <a:cubicBezTo>
                  <a:pt x="71326" y="49207"/>
                  <a:pt x="75028" y="52612"/>
                  <a:pt x="77701" y="56931"/>
                </a:cubicBezTo>
                <a:cubicBezTo>
                  <a:pt x="80375" y="61249"/>
                  <a:pt x="81712" y="66585"/>
                  <a:pt x="81712" y="72937"/>
                </a:cubicBezTo>
                <a:cubicBezTo>
                  <a:pt x="81712" y="78695"/>
                  <a:pt x="80112" y="84088"/>
                  <a:pt x="76913" y="89115"/>
                </a:cubicBezTo>
                <a:cubicBezTo>
                  <a:pt x="73714" y="94142"/>
                  <a:pt x="69190" y="97878"/>
                  <a:pt x="63340" y="100323"/>
                </a:cubicBezTo>
                <a:cubicBezTo>
                  <a:pt x="57491" y="102768"/>
                  <a:pt x="50201" y="103990"/>
                  <a:pt x="41473" y="103990"/>
                </a:cubicBezTo>
                <a:cubicBezTo>
                  <a:pt x="28768" y="103990"/>
                  <a:pt x="19011" y="101054"/>
                  <a:pt x="12202" y="95182"/>
                </a:cubicBezTo>
                <a:cubicBezTo>
                  <a:pt x="5393" y="89309"/>
                  <a:pt x="1325" y="80752"/>
                  <a:pt x="0" y="69510"/>
                </a:cubicBezTo>
                <a:close/>
                <a:moveTo>
                  <a:pt x="162023" y="50933"/>
                </a:moveTo>
                <a:lnTo>
                  <a:pt x="143035" y="54360"/>
                </a:lnTo>
                <a:cubicBezTo>
                  <a:pt x="142395" y="50567"/>
                  <a:pt x="140944" y="47711"/>
                  <a:pt x="138682" y="45791"/>
                </a:cubicBezTo>
                <a:cubicBezTo>
                  <a:pt x="136420" y="43872"/>
                  <a:pt x="133484" y="42912"/>
                  <a:pt x="129873" y="42912"/>
                </a:cubicBezTo>
                <a:cubicBezTo>
                  <a:pt x="125075" y="42912"/>
                  <a:pt x="121248" y="44569"/>
                  <a:pt x="118391" y="47882"/>
                </a:cubicBezTo>
                <a:cubicBezTo>
                  <a:pt x="115535" y="51195"/>
                  <a:pt x="114107" y="56736"/>
                  <a:pt x="114107" y="64505"/>
                </a:cubicBezTo>
                <a:cubicBezTo>
                  <a:pt x="114107" y="73143"/>
                  <a:pt x="115558" y="79244"/>
                  <a:pt x="118460" y="82808"/>
                </a:cubicBezTo>
                <a:cubicBezTo>
                  <a:pt x="121362" y="86373"/>
                  <a:pt x="125258" y="88155"/>
                  <a:pt x="130148" y="88155"/>
                </a:cubicBezTo>
                <a:cubicBezTo>
                  <a:pt x="133804" y="88155"/>
                  <a:pt x="136797" y="87116"/>
                  <a:pt x="139128" y="85036"/>
                </a:cubicBezTo>
                <a:cubicBezTo>
                  <a:pt x="141458" y="82957"/>
                  <a:pt x="143104" y="79381"/>
                  <a:pt x="144063" y="74308"/>
                </a:cubicBezTo>
                <a:lnTo>
                  <a:pt x="162983" y="77530"/>
                </a:lnTo>
                <a:cubicBezTo>
                  <a:pt x="161018" y="86213"/>
                  <a:pt x="157248" y="92771"/>
                  <a:pt x="151672" y="97204"/>
                </a:cubicBezTo>
                <a:cubicBezTo>
                  <a:pt x="146097" y="101637"/>
                  <a:pt x="138625" y="103853"/>
                  <a:pt x="129256" y="103853"/>
                </a:cubicBezTo>
                <a:cubicBezTo>
                  <a:pt x="118608" y="103853"/>
                  <a:pt x="110120" y="100494"/>
                  <a:pt x="103790" y="93776"/>
                </a:cubicBezTo>
                <a:cubicBezTo>
                  <a:pt x="97461" y="87058"/>
                  <a:pt x="94296" y="77758"/>
                  <a:pt x="94296" y="65876"/>
                </a:cubicBezTo>
                <a:cubicBezTo>
                  <a:pt x="94296" y="53857"/>
                  <a:pt x="97472" y="44500"/>
                  <a:pt x="103824" y="37805"/>
                </a:cubicBezTo>
                <a:cubicBezTo>
                  <a:pt x="110177" y="31110"/>
                  <a:pt x="118768" y="27763"/>
                  <a:pt x="129599" y="27763"/>
                </a:cubicBezTo>
                <a:cubicBezTo>
                  <a:pt x="138465" y="27763"/>
                  <a:pt x="145514" y="29671"/>
                  <a:pt x="150747" y="33487"/>
                </a:cubicBezTo>
                <a:cubicBezTo>
                  <a:pt x="155980" y="37303"/>
                  <a:pt x="159738" y="43118"/>
                  <a:pt x="162023" y="50933"/>
                </a:cubicBezTo>
                <a:close/>
                <a:moveTo>
                  <a:pt x="218523" y="79038"/>
                </a:moveTo>
                <a:lnTo>
                  <a:pt x="237717" y="82260"/>
                </a:lnTo>
                <a:cubicBezTo>
                  <a:pt x="235249" y="89298"/>
                  <a:pt x="231353" y="94656"/>
                  <a:pt x="226029" y="98335"/>
                </a:cubicBezTo>
                <a:cubicBezTo>
                  <a:pt x="220705" y="102014"/>
                  <a:pt x="214044" y="103853"/>
                  <a:pt x="206047" y="103853"/>
                </a:cubicBezTo>
                <a:cubicBezTo>
                  <a:pt x="193388" y="103853"/>
                  <a:pt x="184019" y="99717"/>
                  <a:pt x="177941" y="91446"/>
                </a:cubicBezTo>
                <a:cubicBezTo>
                  <a:pt x="173143" y="84819"/>
                  <a:pt x="170743" y="76456"/>
                  <a:pt x="170743" y="66356"/>
                </a:cubicBezTo>
                <a:cubicBezTo>
                  <a:pt x="170743" y="54292"/>
                  <a:pt x="173897" y="44843"/>
                  <a:pt x="180203" y="38011"/>
                </a:cubicBezTo>
                <a:cubicBezTo>
                  <a:pt x="186510" y="31179"/>
                  <a:pt x="194484" y="27763"/>
                  <a:pt x="204127" y="27763"/>
                </a:cubicBezTo>
                <a:cubicBezTo>
                  <a:pt x="214958" y="27763"/>
                  <a:pt x="223504" y="31339"/>
                  <a:pt x="229765" y="38491"/>
                </a:cubicBezTo>
                <a:cubicBezTo>
                  <a:pt x="236026" y="45643"/>
                  <a:pt x="239019" y="56599"/>
                  <a:pt x="238745" y="71360"/>
                </a:cubicBezTo>
                <a:lnTo>
                  <a:pt x="190486" y="71360"/>
                </a:lnTo>
                <a:cubicBezTo>
                  <a:pt x="190623" y="77073"/>
                  <a:pt x="192177" y="81517"/>
                  <a:pt x="195147" y="84693"/>
                </a:cubicBezTo>
                <a:cubicBezTo>
                  <a:pt x="198118" y="87870"/>
                  <a:pt x="201819" y="89458"/>
                  <a:pt x="206252" y="89458"/>
                </a:cubicBezTo>
                <a:cubicBezTo>
                  <a:pt x="209268" y="89458"/>
                  <a:pt x="211805" y="88635"/>
                  <a:pt x="213861" y="86990"/>
                </a:cubicBezTo>
                <a:cubicBezTo>
                  <a:pt x="215918" y="85345"/>
                  <a:pt x="217472" y="82694"/>
                  <a:pt x="218523" y="79038"/>
                </a:cubicBezTo>
                <a:moveTo>
                  <a:pt x="219619" y="59570"/>
                </a:moveTo>
                <a:cubicBezTo>
                  <a:pt x="219482" y="53994"/>
                  <a:pt x="218043" y="49756"/>
                  <a:pt x="215301" y="46854"/>
                </a:cubicBezTo>
                <a:cubicBezTo>
                  <a:pt x="212559" y="43952"/>
                  <a:pt x="209223" y="42501"/>
                  <a:pt x="205292" y="42501"/>
                </a:cubicBezTo>
                <a:cubicBezTo>
                  <a:pt x="201088" y="42501"/>
                  <a:pt x="197615" y="44032"/>
                  <a:pt x="194873" y="47094"/>
                </a:cubicBezTo>
                <a:cubicBezTo>
                  <a:pt x="192131" y="50156"/>
                  <a:pt x="190783" y="54314"/>
                  <a:pt x="190828" y="59570"/>
                </a:cubicBezTo>
                <a:lnTo>
                  <a:pt x="219619" y="59570"/>
                </a:lnTo>
                <a:close/>
                <a:moveTo>
                  <a:pt x="320402" y="102208"/>
                </a:moveTo>
                <a:lnTo>
                  <a:pt x="301139" y="102208"/>
                </a:lnTo>
                <a:lnTo>
                  <a:pt x="301139" y="65054"/>
                </a:lnTo>
                <a:cubicBezTo>
                  <a:pt x="301139" y="57193"/>
                  <a:pt x="300728" y="52109"/>
                  <a:pt x="299906" y="49802"/>
                </a:cubicBezTo>
                <a:cubicBezTo>
                  <a:pt x="299083" y="47494"/>
                  <a:pt x="297746" y="45700"/>
                  <a:pt x="295895" y="44420"/>
                </a:cubicBezTo>
                <a:cubicBezTo>
                  <a:pt x="294044" y="43141"/>
                  <a:pt x="291817" y="42501"/>
                  <a:pt x="289212" y="42501"/>
                </a:cubicBezTo>
                <a:cubicBezTo>
                  <a:pt x="285876" y="42501"/>
                  <a:pt x="282882" y="43415"/>
                  <a:pt x="280232" y="45243"/>
                </a:cubicBezTo>
                <a:cubicBezTo>
                  <a:pt x="277581" y="47071"/>
                  <a:pt x="275765" y="49493"/>
                  <a:pt x="274782" y="52509"/>
                </a:cubicBezTo>
                <a:cubicBezTo>
                  <a:pt x="273799" y="55525"/>
                  <a:pt x="273308" y="61101"/>
                  <a:pt x="273308" y="69235"/>
                </a:cubicBezTo>
                <a:lnTo>
                  <a:pt x="273308" y="102208"/>
                </a:lnTo>
                <a:lnTo>
                  <a:pt x="254046" y="102208"/>
                </a:lnTo>
                <a:lnTo>
                  <a:pt x="254046" y="29408"/>
                </a:lnTo>
                <a:lnTo>
                  <a:pt x="271937" y="29408"/>
                </a:lnTo>
                <a:lnTo>
                  <a:pt x="271937" y="40102"/>
                </a:lnTo>
                <a:cubicBezTo>
                  <a:pt x="278289" y="31876"/>
                  <a:pt x="286287" y="27763"/>
                  <a:pt x="295930" y="27763"/>
                </a:cubicBezTo>
                <a:cubicBezTo>
                  <a:pt x="300180" y="27763"/>
                  <a:pt x="304064" y="28528"/>
                  <a:pt x="307583" y="30059"/>
                </a:cubicBezTo>
                <a:cubicBezTo>
                  <a:pt x="311102" y="31590"/>
                  <a:pt x="313764" y="33544"/>
                  <a:pt x="315569" y="35920"/>
                </a:cubicBezTo>
                <a:cubicBezTo>
                  <a:pt x="317374" y="38297"/>
                  <a:pt x="318631" y="40993"/>
                  <a:pt x="319339" y="44009"/>
                </a:cubicBezTo>
                <a:cubicBezTo>
                  <a:pt x="320048" y="47025"/>
                  <a:pt x="320402" y="51344"/>
                  <a:pt x="320402" y="56965"/>
                </a:cubicBezTo>
                <a:lnTo>
                  <a:pt x="320402" y="102208"/>
                </a:lnTo>
                <a:close/>
                <a:moveTo>
                  <a:pt x="382021" y="79038"/>
                </a:moveTo>
                <a:lnTo>
                  <a:pt x="401215" y="82260"/>
                </a:lnTo>
                <a:cubicBezTo>
                  <a:pt x="398748" y="89298"/>
                  <a:pt x="394852" y="94656"/>
                  <a:pt x="389528" y="98335"/>
                </a:cubicBezTo>
                <a:cubicBezTo>
                  <a:pt x="384204" y="102014"/>
                  <a:pt x="377543" y="103853"/>
                  <a:pt x="369545" y="103853"/>
                </a:cubicBezTo>
                <a:cubicBezTo>
                  <a:pt x="356886" y="103853"/>
                  <a:pt x="347518" y="99717"/>
                  <a:pt x="341440" y="91446"/>
                </a:cubicBezTo>
                <a:cubicBezTo>
                  <a:pt x="336641" y="84819"/>
                  <a:pt x="334242" y="76456"/>
                  <a:pt x="334242" y="66356"/>
                </a:cubicBezTo>
                <a:cubicBezTo>
                  <a:pt x="334242" y="54292"/>
                  <a:pt x="337395" y="44843"/>
                  <a:pt x="343702" y="38011"/>
                </a:cubicBezTo>
                <a:cubicBezTo>
                  <a:pt x="350009" y="31179"/>
                  <a:pt x="357983" y="27763"/>
                  <a:pt x="367626" y="27763"/>
                </a:cubicBezTo>
                <a:cubicBezTo>
                  <a:pt x="378457" y="27763"/>
                  <a:pt x="387003" y="31339"/>
                  <a:pt x="393264" y="38491"/>
                </a:cubicBezTo>
                <a:cubicBezTo>
                  <a:pt x="399524" y="45643"/>
                  <a:pt x="402518" y="56599"/>
                  <a:pt x="402244" y="71360"/>
                </a:cubicBezTo>
                <a:lnTo>
                  <a:pt x="353984" y="71360"/>
                </a:lnTo>
                <a:cubicBezTo>
                  <a:pt x="354122" y="77073"/>
                  <a:pt x="355675" y="81517"/>
                  <a:pt x="358646" y="84693"/>
                </a:cubicBezTo>
                <a:cubicBezTo>
                  <a:pt x="361616" y="87870"/>
                  <a:pt x="365318" y="89458"/>
                  <a:pt x="369751" y="89458"/>
                </a:cubicBezTo>
                <a:cubicBezTo>
                  <a:pt x="372767" y="89458"/>
                  <a:pt x="375303" y="88635"/>
                  <a:pt x="377360" y="86990"/>
                </a:cubicBezTo>
                <a:cubicBezTo>
                  <a:pt x="379416" y="85345"/>
                  <a:pt x="380970" y="82694"/>
                  <a:pt x="382021" y="79038"/>
                </a:cubicBezTo>
                <a:moveTo>
                  <a:pt x="383118" y="59570"/>
                </a:moveTo>
                <a:cubicBezTo>
                  <a:pt x="382981" y="53994"/>
                  <a:pt x="381541" y="49756"/>
                  <a:pt x="378799" y="46854"/>
                </a:cubicBezTo>
                <a:cubicBezTo>
                  <a:pt x="376058" y="43952"/>
                  <a:pt x="372721" y="42501"/>
                  <a:pt x="368791" y="42501"/>
                </a:cubicBezTo>
                <a:cubicBezTo>
                  <a:pt x="364587" y="42501"/>
                  <a:pt x="361114" y="44032"/>
                  <a:pt x="358372" y="47094"/>
                </a:cubicBezTo>
                <a:cubicBezTo>
                  <a:pt x="355630" y="50156"/>
                  <a:pt x="354281" y="54314"/>
                  <a:pt x="354327" y="59570"/>
                </a:cubicBezTo>
                <a:lnTo>
                  <a:pt x="383118" y="59570"/>
                </a:lnTo>
                <a:close/>
                <a:moveTo>
                  <a:pt x="421383" y="48670"/>
                </a:moveTo>
                <a:lnTo>
                  <a:pt x="421383" y="29408"/>
                </a:lnTo>
                <a:lnTo>
                  <a:pt x="440646" y="29408"/>
                </a:lnTo>
                <a:lnTo>
                  <a:pt x="440646" y="48670"/>
                </a:lnTo>
                <a:lnTo>
                  <a:pt x="421383" y="48670"/>
                </a:lnTo>
                <a:moveTo>
                  <a:pt x="421383" y="102208"/>
                </a:moveTo>
                <a:lnTo>
                  <a:pt x="421383" y="82945"/>
                </a:lnTo>
                <a:lnTo>
                  <a:pt x="440646" y="82945"/>
                </a:lnTo>
                <a:lnTo>
                  <a:pt x="440646" y="102208"/>
                </a:lnTo>
                <a:lnTo>
                  <a:pt x="421383" y="102208"/>
                </a:lnTo>
                <a:close/>
                <a:moveTo>
                  <a:pt x="508764" y="102208"/>
                </a:moveTo>
                <a:lnTo>
                  <a:pt x="508764" y="88155"/>
                </a:lnTo>
                <a:lnTo>
                  <a:pt x="522817" y="88155"/>
                </a:lnTo>
                <a:lnTo>
                  <a:pt x="522817" y="102208"/>
                </a:lnTo>
                <a:lnTo>
                  <a:pt x="508764" y="102208"/>
                </a:lnTo>
                <a:moveTo>
                  <a:pt x="555584" y="102208"/>
                </a:moveTo>
                <a:lnTo>
                  <a:pt x="555584" y="88155"/>
                </a:lnTo>
                <a:lnTo>
                  <a:pt x="569636" y="88155"/>
                </a:lnTo>
                <a:lnTo>
                  <a:pt x="569636" y="102208"/>
                </a:lnTo>
                <a:lnTo>
                  <a:pt x="555584" y="102208"/>
                </a:lnTo>
                <a:moveTo>
                  <a:pt x="602335" y="102208"/>
                </a:moveTo>
                <a:lnTo>
                  <a:pt x="602335" y="88155"/>
                </a:lnTo>
                <a:lnTo>
                  <a:pt x="616456" y="88155"/>
                </a:lnTo>
                <a:lnTo>
                  <a:pt x="616456" y="102208"/>
                </a:lnTo>
                <a:lnTo>
                  <a:pt x="602335" y="102208"/>
                </a:lnTo>
                <a:close/>
                <a:moveTo>
                  <a:pt x="704612" y="102208"/>
                </a:moveTo>
                <a:lnTo>
                  <a:pt x="704612" y="13573"/>
                </a:lnTo>
                <a:lnTo>
                  <a:pt x="671502" y="13573"/>
                </a:lnTo>
                <a:lnTo>
                  <a:pt x="671502" y="1714"/>
                </a:lnTo>
                <a:lnTo>
                  <a:pt x="751157" y="1714"/>
                </a:lnTo>
                <a:lnTo>
                  <a:pt x="751157" y="13573"/>
                </a:lnTo>
                <a:lnTo>
                  <a:pt x="717910" y="13573"/>
                </a:lnTo>
                <a:lnTo>
                  <a:pt x="717910" y="102208"/>
                </a:lnTo>
                <a:lnTo>
                  <a:pt x="704612" y="102208"/>
                </a:lnTo>
                <a:close/>
                <a:moveTo>
                  <a:pt x="763147" y="102208"/>
                </a:moveTo>
                <a:lnTo>
                  <a:pt x="763147" y="1714"/>
                </a:lnTo>
                <a:lnTo>
                  <a:pt x="775486" y="1714"/>
                </a:lnTo>
                <a:lnTo>
                  <a:pt x="775486" y="37771"/>
                </a:lnTo>
                <a:cubicBezTo>
                  <a:pt x="781244" y="31099"/>
                  <a:pt x="788510" y="27763"/>
                  <a:pt x="797285" y="27763"/>
                </a:cubicBezTo>
                <a:cubicBezTo>
                  <a:pt x="802677" y="27763"/>
                  <a:pt x="807361" y="28825"/>
                  <a:pt x="811337" y="30950"/>
                </a:cubicBezTo>
                <a:cubicBezTo>
                  <a:pt x="815313" y="33075"/>
                  <a:pt x="818158" y="36012"/>
                  <a:pt x="819872" y="39759"/>
                </a:cubicBezTo>
                <a:cubicBezTo>
                  <a:pt x="821586" y="43506"/>
                  <a:pt x="822442" y="48945"/>
                  <a:pt x="822442" y="56074"/>
                </a:cubicBezTo>
                <a:lnTo>
                  <a:pt x="822442" y="102208"/>
                </a:lnTo>
                <a:lnTo>
                  <a:pt x="810103" y="102208"/>
                </a:lnTo>
                <a:lnTo>
                  <a:pt x="810103" y="56074"/>
                </a:lnTo>
                <a:cubicBezTo>
                  <a:pt x="810103" y="49904"/>
                  <a:pt x="808767" y="45414"/>
                  <a:pt x="806093" y="42604"/>
                </a:cubicBezTo>
                <a:cubicBezTo>
                  <a:pt x="803420" y="39793"/>
                  <a:pt x="799638" y="38388"/>
                  <a:pt x="794748" y="38388"/>
                </a:cubicBezTo>
                <a:cubicBezTo>
                  <a:pt x="791092" y="38388"/>
                  <a:pt x="787653" y="39336"/>
                  <a:pt x="784431" y="41233"/>
                </a:cubicBezTo>
                <a:cubicBezTo>
                  <a:pt x="781210" y="43129"/>
                  <a:pt x="778913" y="45700"/>
                  <a:pt x="777542" y="48945"/>
                </a:cubicBezTo>
                <a:cubicBezTo>
                  <a:pt x="776171" y="52189"/>
                  <a:pt x="775486" y="56668"/>
                  <a:pt x="775486" y="62380"/>
                </a:cubicBezTo>
                <a:lnTo>
                  <a:pt x="775486" y="102208"/>
                </a:lnTo>
                <a:lnTo>
                  <a:pt x="763147" y="102208"/>
                </a:lnTo>
                <a:close/>
                <a:moveTo>
                  <a:pt x="890801" y="78764"/>
                </a:moveTo>
                <a:lnTo>
                  <a:pt x="903551" y="80341"/>
                </a:lnTo>
                <a:cubicBezTo>
                  <a:pt x="901540" y="87790"/>
                  <a:pt x="897816" y="93571"/>
                  <a:pt x="892377" y="97684"/>
                </a:cubicBezTo>
                <a:cubicBezTo>
                  <a:pt x="886939" y="101797"/>
                  <a:pt x="879993" y="103853"/>
                  <a:pt x="871538" y="103853"/>
                </a:cubicBezTo>
                <a:cubicBezTo>
                  <a:pt x="860890" y="103853"/>
                  <a:pt x="852447" y="100574"/>
                  <a:pt x="846209" y="94016"/>
                </a:cubicBezTo>
                <a:cubicBezTo>
                  <a:pt x="839971" y="87458"/>
                  <a:pt x="836852" y="78261"/>
                  <a:pt x="836852" y="66425"/>
                </a:cubicBezTo>
                <a:cubicBezTo>
                  <a:pt x="836852" y="54177"/>
                  <a:pt x="840005" y="44672"/>
                  <a:pt x="846312" y="37908"/>
                </a:cubicBezTo>
                <a:cubicBezTo>
                  <a:pt x="852618" y="31145"/>
                  <a:pt x="860799" y="27763"/>
                  <a:pt x="870853" y="27763"/>
                </a:cubicBezTo>
                <a:cubicBezTo>
                  <a:pt x="880587" y="27763"/>
                  <a:pt x="888539" y="31076"/>
                  <a:pt x="894708" y="37702"/>
                </a:cubicBezTo>
                <a:cubicBezTo>
                  <a:pt x="900878" y="44329"/>
                  <a:pt x="903962" y="53652"/>
                  <a:pt x="903962" y="65671"/>
                </a:cubicBezTo>
                <a:cubicBezTo>
                  <a:pt x="903962" y="66402"/>
                  <a:pt x="903940" y="67499"/>
                  <a:pt x="903894" y="68961"/>
                </a:cubicBezTo>
                <a:lnTo>
                  <a:pt x="849602" y="68961"/>
                </a:lnTo>
                <a:cubicBezTo>
                  <a:pt x="850059" y="76959"/>
                  <a:pt x="852321" y="83083"/>
                  <a:pt x="856389" y="87333"/>
                </a:cubicBezTo>
                <a:cubicBezTo>
                  <a:pt x="860456" y="91583"/>
                  <a:pt x="865529" y="93708"/>
                  <a:pt x="871607" y="93708"/>
                </a:cubicBezTo>
                <a:cubicBezTo>
                  <a:pt x="876131" y="93708"/>
                  <a:pt x="879993" y="92520"/>
                  <a:pt x="883192" y="90143"/>
                </a:cubicBezTo>
                <a:cubicBezTo>
                  <a:pt x="886391" y="87767"/>
                  <a:pt x="888927" y="83974"/>
                  <a:pt x="890801" y="78764"/>
                </a:cubicBezTo>
                <a:moveTo>
                  <a:pt x="850288" y="58816"/>
                </a:moveTo>
                <a:lnTo>
                  <a:pt x="890938" y="58816"/>
                </a:lnTo>
                <a:cubicBezTo>
                  <a:pt x="890389" y="52692"/>
                  <a:pt x="888836" y="48099"/>
                  <a:pt x="886276" y="45037"/>
                </a:cubicBezTo>
                <a:cubicBezTo>
                  <a:pt x="882346" y="40285"/>
                  <a:pt x="877251" y="37908"/>
                  <a:pt x="870990" y="37908"/>
                </a:cubicBezTo>
                <a:cubicBezTo>
                  <a:pt x="865323" y="37908"/>
                  <a:pt x="860559" y="39805"/>
                  <a:pt x="856697" y="43598"/>
                </a:cubicBezTo>
                <a:cubicBezTo>
                  <a:pt x="852836" y="47391"/>
                  <a:pt x="850699" y="52464"/>
                  <a:pt x="850288" y="58816"/>
                </a:cubicBezTo>
                <a:close/>
                <a:moveTo>
                  <a:pt x="957361" y="102208"/>
                </a:moveTo>
                <a:lnTo>
                  <a:pt x="957361" y="1714"/>
                </a:lnTo>
                <a:lnTo>
                  <a:pt x="969700" y="1714"/>
                </a:lnTo>
                <a:lnTo>
                  <a:pt x="969700" y="59021"/>
                </a:lnTo>
                <a:lnTo>
                  <a:pt x="998902" y="29408"/>
                </a:lnTo>
                <a:lnTo>
                  <a:pt x="1014874" y="29408"/>
                </a:lnTo>
                <a:lnTo>
                  <a:pt x="987043" y="56417"/>
                </a:lnTo>
                <a:lnTo>
                  <a:pt x="1017685" y="102208"/>
                </a:lnTo>
                <a:lnTo>
                  <a:pt x="1002467" y="102208"/>
                </a:lnTo>
                <a:lnTo>
                  <a:pt x="978406" y="64985"/>
                </a:lnTo>
                <a:lnTo>
                  <a:pt x="969700" y="73348"/>
                </a:lnTo>
                <a:lnTo>
                  <a:pt x="969700" y="102208"/>
                </a:lnTo>
                <a:lnTo>
                  <a:pt x="957361" y="102208"/>
                </a:lnTo>
                <a:close/>
                <a:moveTo>
                  <a:pt x="1027317" y="15904"/>
                </a:moveTo>
                <a:lnTo>
                  <a:pt x="1027317" y="1714"/>
                </a:lnTo>
                <a:lnTo>
                  <a:pt x="1039656" y="1714"/>
                </a:lnTo>
                <a:lnTo>
                  <a:pt x="1039656" y="15904"/>
                </a:lnTo>
                <a:lnTo>
                  <a:pt x="1027317" y="15904"/>
                </a:lnTo>
                <a:moveTo>
                  <a:pt x="1027317" y="102208"/>
                </a:moveTo>
                <a:lnTo>
                  <a:pt x="1027317" y="29408"/>
                </a:lnTo>
                <a:lnTo>
                  <a:pt x="1039656" y="29408"/>
                </a:lnTo>
                <a:lnTo>
                  <a:pt x="1039656" y="102208"/>
                </a:lnTo>
                <a:lnTo>
                  <a:pt x="1027317" y="102208"/>
                </a:lnTo>
                <a:close/>
                <a:moveTo>
                  <a:pt x="1085678" y="91171"/>
                </a:moveTo>
                <a:lnTo>
                  <a:pt x="1087460" y="102071"/>
                </a:lnTo>
                <a:cubicBezTo>
                  <a:pt x="1083987" y="102802"/>
                  <a:pt x="1080879" y="103168"/>
                  <a:pt x="1078137" y="103168"/>
                </a:cubicBezTo>
                <a:cubicBezTo>
                  <a:pt x="1073659" y="103168"/>
                  <a:pt x="1070185" y="102459"/>
                  <a:pt x="1067718" y="101043"/>
                </a:cubicBezTo>
                <a:cubicBezTo>
                  <a:pt x="1065250" y="99626"/>
                  <a:pt x="1063513" y="97764"/>
                  <a:pt x="1062508" y="95456"/>
                </a:cubicBezTo>
                <a:cubicBezTo>
                  <a:pt x="1061502" y="93148"/>
                  <a:pt x="1061000" y="88292"/>
                  <a:pt x="1061000" y="80889"/>
                </a:cubicBezTo>
                <a:lnTo>
                  <a:pt x="1061000" y="39005"/>
                </a:lnTo>
                <a:lnTo>
                  <a:pt x="1051951" y="39005"/>
                </a:lnTo>
                <a:lnTo>
                  <a:pt x="1051951" y="29408"/>
                </a:lnTo>
                <a:lnTo>
                  <a:pt x="1061000" y="29408"/>
                </a:lnTo>
                <a:lnTo>
                  <a:pt x="1061000" y="11379"/>
                </a:lnTo>
                <a:lnTo>
                  <a:pt x="1073270" y="3976"/>
                </a:lnTo>
                <a:lnTo>
                  <a:pt x="1073270" y="29408"/>
                </a:lnTo>
                <a:lnTo>
                  <a:pt x="1085678" y="29408"/>
                </a:lnTo>
                <a:lnTo>
                  <a:pt x="1085678" y="39005"/>
                </a:lnTo>
                <a:lnTo>
                  <a:pt x="1073270" y="39005"/>
                </a:lnTo>
                <a:lnTo>
                  <a:pt x="1073270" y="81574"/>
                </a:lnTo>
                <a:cubicBezTo>
                  <a:pt x="1073270" y="85093"/>
                  <a:pt x="1073487" y="87355"/>
                  <a:pt x="1073921" y="88361"/>
                </a:cubicBezTo>
                <a:cubicBezTo>
                  <a:pt x="1074356" y="89366"/>
                  <a:pt x="1075064" y="90166"/>
                  <a:pt x="1076046" y="90760"/>
                </a:cubicBezTo>
                <a:cubicBezTo>
                  <a:pt x="1077029" y="91354"/>
                  <a:pt x="1078434" y="91651"/>
                  <a:pt x="1080262" y="91651"/>
                </a:cubicBezTo>
                <a:cubicBezTo>
                  <a:pt x="1081633" y="91651"/>
                  <a:pt x="1083438" y="91491"/>
                  <a:pt x="1085678" y="91171"/>
                </a:cubicBezTo>
                <a:close/>
                <a:moveTo>
                  <a:pt x="1144752" y="75542"/>
                </a:moveTo>
                <a:lnTo>
                  <a:pt x="1156885" y="77119"/>
                </a:lnTo>
                <a:cubicBezTo>
                  <a:pt x="1155560" y="85482"/>
                  <a:pt x="1152167" y="92028"/>
                  <a:pt x="1146706" y="96758"/>
                </a:cubicBezTo>
                <a:cubicBezTo>
                  <a:pt x="1141245" y="101488"/>
                  <a:pt x="1134538" y="103853"/>
                  <a:pt x="1126586" y="103853"/>
                </a:cubicBezTo>
                <a:cubicBezTo>
                  <a:pt x="1116624" y="103853"/>
                  <a:pt x="1108615" y="100597"/>
                  <a:pt x="1102560" y="94085"/>
                </a:cubicBezTo>
                <a:cubicBezTo>
                  <a:pt x="1096504" y="87573"/>
                  <a:pt x="1093477" y="78238"/>
                  <a:pt x="1093477" y="66082"/>
                </a:cubicBezTo>
                <a:cubicBezTo>
                  <a:pt x="1093477" y="58222"/>
                  <a:pt x="1094779" y="51344"/>
                  <a:pt x="1097384" y="45449"/>
                </a:cubicBezTo>
                <a:cubicBezTo>
                  <a:pt x="1099989" y="39553"/>
                  <a:pt x="1103953" y="35132"/>
                  <a:pt x="1109278" y="32184"/>
                </a:cubicBezTo>
                <a:cubicBezTo>
                  <a:pt x="1114602" y="29237"/>
                  <a:pt x="1120394" y="27763"/>
                  <a:pt x="1126655" y="27763"/>
                </a:cubicBezTo>
                <a:cubicBezTo>
                  <a:pt x="1134561" y="27763"/>
                  <a:pt x="1141028" y="29762"/>
                  <a:pt x="1146055" y="33761"/>
                </a:cubicBezTo>
                <a:cubicBezTo>
                  <a:pt x="1151082" y="37760"/>
                  <a:pt x="1154303" y="43438"/>
                  <a:pt x="1155720" y="50795"/>
                </a:cubicBezTo>
                <a:lnTo>
                  <a:pt x="1143724" y="52646"/>
                </a:lnTo>
                <a:cubicBezTo>
                  <a:pt x="1142581" y="47756"/>
                  <a:pt x="1140559" y="44078"/>
                  <a:pt x="1137657" y="41610"/>
                </a:cubicBezTo>
                <a:cubicBezTo>
                  <a:pt x="1134755" y="39142"/>
                  <a:pt x="1131248" y="37908"/>
                  <a:pt x="1127135" y="37908"/>
                </a:cubicBezTo>
                <a:cubicBezTo>
                  <a:pt x="1120920" y="37908"/>
                  <a:pt x="1115870" y="40136"/>
                  <a:pt x="1111985" y="44592"/>
                </a:cubicBezTo>
                <a:cubicBezTo>
                  <a:pt x="1108101" y="49047"/>
                  <a:pt x="1106159" y="56097"/>
                  <a:pt x="1106159" y="65739"/>
                </a:cubicBezTo>
                <a:cubicBezTo>
                  <a:pt x="1106159" y="75519"/>
                  <a:pt x="1108032" y="82626"/>
                  <a:pt x="1111780" y="87058"/>
                </a:cubicBezTo>
                <a:cubicBezTo>
                  <a:pt x="1115527" y="91491"/>
                  <a:pt x="1120417" y="93708"/>
                  <a:pt x="1126449" y="93708"/>
                </a:cubicBezTo>
                <a:cubicBezTo>
                  <a:pt x="1131293" y="93708"/>
                  <a:pt x="1135338" y="92223"/>
                  <a:pt x="1138583" y="89252"/>
                </a:cubicBezTo>
                <a:cubicBezTo>
                  <a:pt x="1141827" y="86282"/>
                  <a:pt x="1143884" y="81712"/>
                  <a:pt x="1144752" y="75542"/>
                </a:cubicBezTo>
                <a:close/>
                <a:moveTo>
                  <a:pt x="1167204" y="102208"/>
                </a:moveTo>
                <a:lnTo>
                  <a:pt x="1167204" y="1714"/>
                </a:lnTo>
                <a:lnTo>
                  <a:pt x="1179543" y="1714"/>
                </a:lnTo>
                <a:lnTo>
                  <a:pt x="1179543" y="37771"/>
                </a:lnTo>
                <a:cubicBezTo>
                  <a:pt x="1185301" y="31099"/>
                  <a:pt x="1192567" y="27763"/>
                  <a:pt x="1201342" y="27763"/>
                </a:cubicBezTo>
                <a:cubicBezTo>
                  <a:pt x="1206734" y="27763"/>
                  <a:pt x="1211418" y="28825"/>
                  <a:pt x="1215394" y="30950"/>
                </a:cubicBezTo>
                <a:cubicBezTo>
                  <a:pt x="1219370" y="33075"/>
                  <a:pt x="1222215" y="36012"/>
                  <a:pt x="1223929" y="39759"/>
                </a:cubicBezTo>
                <a:cubicBezTo>
                  <a:pt x="1225643" y="43506"/>
                  <a:pt x="1226499" y="48945"/>
                  <a:pt x="1226499" y="56074"/>
                </a:cubicBezTo>
                <a:lnTo>
                  <a:pt x="1226499" y="102208"/>
                </a:lnTo>
                <a:lnTo>
                  <a:pt x="1214160" y="102208"/>
                </a:lnTo>
                <a:lnTo>
                  <a:pt x="1214160" y="56074"/>
                </a:lnTo>
                <a:cubicBezTo>
                  <a:pt x="1214160" y="49904"/>
                  <a:pt x="1212824" y="45414"/>
                  <a:pt x="1210150" y="42604"/>
                </a:cubicBezTo>
                <a:cubicBezTo>
                  <a:pt x="1207477" y="39793"/>
                  <a:pt x="1203695" y="38388"/>
                  <a:pt x="1198805" y="38388"/>
                </a:cubicBezTo>
                <a:cubicBezTo>
                  <a:pt x="1195149" y="38388"/>
                  <a:pt x="1191710" y="39336"/>
                  <a:pt x="1188489" y="41233"/>
                </a:cubicBezTo>
                <a:cubicBezTo>
                  <a:pt x="1185267" y="43129"/>
                  <a:pt x="1182970" y="45700"/>
                  <a:pt x="1181599" y="48945"/>
                </a:cubicBezTo>
                <a:cubicBezTo>
                  <a:pt x="1180228" y="52189"/>
                  <a:pt x="1179543" y="56668"/>
                  <a:pt x="1179543" y="62380"/>
                </a:cubicBezTo>
                <a:lnTo>
                  <a:pt x="1179543" y="102208"/>
                </a:lnTo>
                <a:lnTo>
                  <a:pt x="1167204" y="102208"/>
                </a:lnTo>
                <a:close/>
                <a:moveTo>
                  <a:pt x="1294858" y="78764"/>
                </a:moveTo>
                <a:lnTo>
                  <a:pt x="1307608" y="80341"/>
                </a:lnTo>
                <a:cubicBezTo>
                  <a:pt x="1305597" y="87790"/>
                  <a:pt x="1301873" y="93571"/>
                  <a:pt x="1296434" y="97684"/>
                </a:cubicBezTo>
                <a:cubicBezTo>
                  <a:pt x="1290996" y="101797"/>
                  <a:pt x="1284050" y="103853"/>
                  <a:pt x="1275595" y="103853"/>
                </a:cubicBezTo>
                <a:cubicBezTo>
                  <a:pt x="1264947" y="103853"/>
                  <a:pt x="1256504" y="100574"/>
                  <a:pt x="1250266" y="94016"/>
                </a:cubicBezTo>
                <a:cubicBezTo>
                  <a:pt x="1244028" y="87458"/>
                  <a:pt x="1240909" y="78261"/>
                  <a:pt x="1240909" y="66425"/>
                </a:cubicBezTo>
                <a:cubicBezTo>
                  <a:pt x="1240909" y="54177"/>
                  <a:pt x="1244062" y="44672"/>
                  <a:pt x="1250369" y="37908"/>
                </a:cubicBezTo>
                <a:cubicBezTo>
                  <a:pt x="1256675" y="31145"/>
                  <a:pt x="1264856" y="27763"/>
                  <a:pt x="1274910" y="27763"/>
                </a:cubicBezTo>
                <a:cubicBezTo>
                  <a:pt x="1284644" y="27763"/>
                  <a:pt x="1292595" y="31076"/>
                  <a:pt x="1298765" y="37702"/>
                </a:cubicBezTo>
                <a:cubicBezTo>
                  <a:pt x="1304934" y="44329"/>
                  <a:pt x="1308019" y="53652"/>
                  <a:pt x="1308019" y="65671"/>
                </a:cubicBezTo>
                <a:cubicBezTo>
                  <a:pt x="1308019" y="66402"/>
                  <a:pt x="1307996" y="67499"/>
                  <a:pt x="1307951" y="68961"/>
                </a:cubicBezTo>
                <a:lnTo>
                  <a:pt x="1253659" y="68961"/>
                </a:lnTo>
                <a:cubicBezTo>
                  <a:pt x="1254116" y="76959"/>
                  <a:pt x="1256378" y="83083"/>
                  <a:pt x="1260446" y="87333"/>
                </a:cubicBezTo>
                <a:cubicBezTo>
                  <a:pt x="1264513" y="91583"/>
                  <a:pt x="1269585" y="93708"/>
                  <a:pt x="1275664" y="93708"/>
                </a:cubicBezTo>
                <a:cubicBezTo>
                  <a:pt x="1280188" y="93708"/>
                  <a:pt x="1284050" y="92520"/>
                  <a:pt x="1287249" y="90143"/>
                </a:cubicBezTo>
                <a:cubicBezTo>
                  <a:pt x="1290448" y="87767"/>
                  <a:pt x="1292984" y="83974"/>
                  <a:pt x="1294858" y="78764"/>
                </a:cubicBezTo>
                <a:moveTo>
                  <a:pt x="1254345" y="58816"/>
                </a:moveTo>
                <a:lnTo>
                  <a:pt x="1294995" y="58816"/>
                </a:lnTo>
                <a:cubicBezTo>
                  <a:pt x="1294446" y="52692"/>
                  <a:pt x="1292892" y="48099"/>
                  <a:pt x="1290333" y="45037"/>
                </a:cubicBezTo>
                <a:cubicBezTo>
                  <a:pt x="1286403" y="40285"/>
                  <a:pt x="1281308" y="37908"/>
                  <a:pt x="1275047" y="37908"/>
                </a:cubicBezTo>
                <a:cubicBezTo>
                  <a:pt x="1269380" y="37908"/>
                  <a:pt x="1264616" y="39805"/>
                  <a:pt x="1260754" y="43598"/>
                </a:cubicBezTo>
                <a:cubicBezTo>
                  <a:pt x="1256892" y="47391"/>
                  <a:pt x="1254756" y="52464"/>
                  <a:pt x="1254345" y="58816"/>
                </a:cubicBezTo>
                <a:close/>
                <a:moveTo>
                  <a:pt x="1322840" y="102208"/>
                </a:moveTo>
                <a:lnTo>
                  <a:pt x="1322840" y="29408"/>
                </a:lnTo>
                <a:lnTo>
                  <a:pt x="1333945" y="29408"/>
                </a:lnTo>
                <a:lnTo>
                  <a:pt x="1333945" y="39759"/>
                </a:lnTo>
                <a:cubicBezTo>
                  <a:pt x="1339292" y="31761"/>
                  <a:pt x="1347015" y="27763"/>
                  <a:pt x="1357115" y="27763"/>
                </a:cubicBezTo>
                <a:cubicBezTo>
                  <a:pt x="1361502" y="27763"/>
                  <a:pt x="1365535" y="28551"/>
                  <a:pt x="1369214" y="30128"/>
                </a:cubicBezTo>
                <a:cubicBezTo>
                  <a:pt x="1372893" y="31704"/>
                  <a:pt x="1375646" y="33772"/>
                  <a:pt x="1377474" y="36331"/>
                </a:cubicBezTo>
                <a:cubicBezTo>
                  <a:pt x="1379302" y="38891"/>
                  <a:pt x="1380582" y="41930"/>
                  <a:pt x="1381313" y="45449"/>
                </a:cubicBezTo>
                <a:cubicBezTo>
                  <a:pt x="1381770" y="47734"/>
                  <a:pt x="1381999" y="51732"/>
                  <a:pt x="1381999" y="57445"/>
                </a:cubicBezTo>
                <a:lnTo>
                  <a:pt x="1381999" y="102208"/>
                </a:lnTo>
                <a:lnTo>
                  <a:pt x="1369660" y="102208"/>
                </a:lnTo>
                <a:lnTo>
                  <a:pt x="1369660" y="57925"/>
                </a:lnTo>
                <a:cubicBezTo>
                  <a:pt x="1369660" y="52898"/>
                  <a:pt x="1369180" y="49139"/>
                  <a:pt x="1368220" y="46648"/>
                </a:cubicBezTo>
                <a:cubicBezTo>
                  <a:pt x="1367260" y="44158"/>
                  <a:pt x="1365558" y="42170"/>
                  <a:pt x="1363113" y="40684"/>
                </a:cubicBezTo>
                <a:cubicBezTo>
                  <a:pt x="1360668" y="39199"/>
                  <a:pt x="1357801" y="38457"/>
                  <a:pt x="1354510" y="38457"/>
                </a:cubicBezTo>
                <a:cubicBezTo>
                  <a:pt x="1349255" y="38457"/>
                  <a:pt x="1344719" y="40125"/>
                  <a:pt x="1340903" y="43461"/>
                </a:cubicBezTo>
                <a:cubicBezTo>
                  <a:pt x="1337087" y="46797"/>
                  <a:pt x="1335179" y="53126"/>
                  <a:pt x="1335179" y="62449"/>
                </a:cubicBezTo>
                <a:lnTo>
                  <a:pt x="1335179" y="102208"/>
                </a:lnTo>
                <a:lnTo>
                  <a:pt x="1322840" y="102208"/>
                </a:lnTo>
                <a:close/>
                <a:moveTo>
                  <a:pt x="1439236" y="15904"/>
                </a:moveTo>
                <a:lnTo>
                  <a:pt x="1439236" y="1714"/>
                </a:lnTo>
                <a:lnTo>
                  <a:pt x="1451575" y="1714"/>
                </a:lnTo>
                <a:lnTo>
                  <a:pt x="1451575" y="15904"/>
                </a:lnTo>
                <a:lnTo>
                  <a:pt x="1439236" y="15904"/>
                </a:lnTo>
                <a:moveTo>
                  <a:pt x="1439236" y="102208"/>
                </a:moveTo>
                <a:lnTo>
                  <a:pt x="1439236" y="29408"/>
                </a:lnTo>
                <a:lnTo>
                  <a:pt x="1451575" y="29408"/>
                </a:lnTo>
                <a:lnTo>
                  <a:pt x="1451575" y="102208"/>
                </a:lnTo>
                <a:lnTo>
                  <a:pt x="1439236" y="102208"/>
                </a:lnTo>
                <a:close/>
                <a:moveTo>
                  <a:pt x="1465721" y="80478"/>
                </a:moveTo>
                <a:lnTo>
                  <a:pt x="1477923" y="78558"/>
                </a:lnTo>
                <a:cubicBezTo>
                  <a:pt x="1478609" y="83448"/>
                  <a:pt x="1480517" y="87196"/>
                  <a:pt x="1483647" y="89800"/>
                </a:cubicBezTo>
                <a:cubicBezTo>
                  <a:pt x="1486777" y="92405"/>
                  <a:pt x="1491153" y="93708"/>
                  <a:pt x="1496774" y="93708"/>
                </a:cubicBezTo>
                <a:cubicBezTo>
                  <a:pt x="1502441" y="93708"/>
                  <a:pt x="1506646" y="92554"/>
                  <a:pt x="1509388" y="90246"/>
                </a:cubicBezTo>
                <a:cubicBezTo>
                  <a:pt x="1512130" y="87938"/>
                  <a:pt x="1513501" y="85230"/>
                  <a:pt x="1513501" y="82123"/>
                </a:cubicBezTo>
                <a:cubicBezTo>
                  <a:pt x="1513501" y="79335"/>
                  <a:pt x="1512289" y="77142"/>
                  <a:pt x="1509867" y="75542"/>
                </a:cubicBezTo>
                <a:cubicBezTo>
                  <a:pt x="1508176" y="74445"/>
                  <a:pt x="1503972" y="73051"/>
                  <a:pt x="1497254" y="71360"/>
                </a:cubicBezTo>
                <a:cubicBezTo>
                  <a:pt x="1488206" y="69075"/>
                  <a:pt x="1481933" y="67099"/>
                  <a:pt x="1478437" y="65431"/>
                </a:cubicBezTo>
                <a:cubicBezTo>
                  <a:pt x="1474941" y="63763"/>
                  <a:pt x="1472291" y="61455"/>
                  <a:pt x="1470485" y="58507"/>
                </a:cubicBezTo>
                <a:cubicBezTo>
                  <a:pt x="1468680" y="55560"/>
                  <a:pt x="1467778" y="52304"/>
                  <a:pt x="1467778" y="48739"/>
                </a:cubicBezTo>
                <a:cubicBezTo>
                  <a:pt x="1467778" y="45494"/>
                  <a:pt x="1468520" y="42490"/>
                  <a:pt x="1470006" y="39725"/>
                </a:cubicBezTo>
                <a:cubicBezTo>
                  <a:pt x="1471491" y="36960"/>
                  <a:pt x="1473513" y="34663"/>
                  <a:pt x="1476072" y="32835"/>
                </a:cubicBezTo>
                <a:cubicBezTo>
                  <a:pt x="1477992" y="31419"/>
                  <a:pt x="1480608" y="30219"/>
                  <a:pt x="1483921" y="29237"/>
                </a:cubicBezTo>
                <a:cubicBezTo>
                  <a:pt x="1487234" y="28254"/>
                  <a:pt x="1490788" y="27763"/>
                  <a:pt x="1494581" y="27763"/>
                </a:cubicBezTo>
                <a:cubicBezTo>
                  <a:pt x="1500293" y="27763"/>
                  <a:pt x="1505309" y="28585"/>
                  <a:pt x="1509627" y="30231"/>
                </a:cubicBezTo>
                <a:cubicBezTo>
                  <a:pt x="1513946" y="31876"/>
                  <a:pt x="1517134" y="34104"/>
                  <a:pt x="1519190" y="36914"/>
                </a:cubicBezTo>
                <a:cubicBezTo>
                  <a:pt x="1521247" y="39725"/>
                  <a:pt x="1522663" y="43484"/>
                  <a:pt x="1523440" y="48191"/>
                </a:cubicBezTo>
                <a:lnTo>
                  <a:pt x="1511375" y="49836"/>
                </a:lnTo>
                <a:cubicBezTo>
                  <a:pt x="1510827" y="46088"/>
                  <a:pt x="1509239" y="43164"/>
                  <a:pt x="1506611" y="41061"/>
                </a:cubicBezTo>
                <a:cubicBezTo>
                  <a:pt x="1503984" y="38959"/>
                  <a:pt x="1500270" y="37908"/>
                  <a:pt x="1495472" y="37908"/>
                </a:cubicBezTo>
                <a:cubicBezTo>
                  <a:pt x="1489805" y="37908"/>
                  <a:pt x="1485761" y="38845"/>
                  <a:pt x="1483339" y="40719"/>
                </a:cubicBezTo>
                <a:cubicBezTo>
                  <a:pt x="1480916" y="42592"/>
                  <a:pt x="1479705" y="44786"/>
                  <a:pt x="1479705" y="47299"/>
                </a:cubicBezTo>
                <a:cubicBezTo>
                  <a:pt x="1479705" y="48899"/>
                  <a:pt x="1480208" y="50338"/>
                  <a:pt x="1481214" y="51618"/>
                </a:cubicBezTo>
                <a:cubicBezTo>
                  <a:pt x="1482219" y="52943"/>
                  <a:pt x="1483796" y="54040"/>
                  <a:pt x="1485943" y="54908"/>
                </a:cubicBezTo>
                <a:cubicBezTo>
                  <a:pt x="1487177" y="55365"/>
                  <a:pt x="1490811" y="56417"/>
                  <a:pt x="1496843" y="58062"/>
                </a:cubicBezTo>
                <a:cubicBezTo>
                  <a:pt x="1505572" y="60392"/>
                  <a:pt x="1511661" y="62300"/>
                  <a:pt x="1515111" y="63786"/>
                </a:cubicBezTo>
                <a:cubicBezTo>
                  <a:pt x="1518562" y="65271"/>
                  <a:pt x="1521270" y="67430"/>
                  <a:pt x="1523235" y="70264"/>
                </a:cubicBezTo>
                <a:cubicBezTo>
                  <a:pt x="1525200" y="73097"/>
                  <a:pt x="1526182" y="76616"/>
                  <a:pt x="1526182" y="80820"/>
                </a:cubicBezTo>
                <a:cubicBezTo>
                  <a:pt x="1526182" y="84933"/>
                  <a:pt x="1524983" y="88806"/>
                  <a:pt x="1522583" y="92440"/>
                </a:cubicBezTo>
                <a:cubicBezTo>
                  <a:pt x="1520184" y="96073"/>
                  <a:pt x="1516722" y="98883"/>
                  <a:pt x="1512198" y="100871"/>
                </a:cubicBezTo>
                <a:cubicBezTo>
                  <a:pt x="1507674" y="102859"/>
                  <a:pt x="1502555" y="103853"/>
                  <a:pt x="1496843" y="103853"/>
                </a:cubicBezTo>
                <a:cubicBezTo>
                  <a:pt x="1487383" y="103853"/>
                  <a:pt x="1480174" y="101888"/>
                  <a:pt x="1475215" y="97958"/>
                </a:cubicBezTo>
                <a:cubicBezTo>
                  <a:pt x="1470257" y="94028"/>
                  <a:pt x="1467092" y="88201"/>
                  <a:pt x="1465721" y="80478"/>
                </a:cubicBezTo>
                <a:close/>
                <a:moveTo>
                  <a:pt x="1628959" y="78764"/>
                </a:moveTo>
                <a:lnTo>
                  <a:pt x="1641709" y="80341"/>
                </a:lnTo>
                <a:cubicBezTo>
                  <a:pt x="1639698" y="87790"/>
                  <a:pt x="1635974" y="93571"/>
                  <a:pt x="1630535" y="97684"/>
                </a:cubicBezTo>
                <a:cubicBezTo>
                  <a:pt x="1625097" y="101797"/>
                  <a:pt x="1618151" y="103853"/>
                  <a:pt x="1609696" y="103853"/>
                </a:cubicBezTo>
                <a:cubicBezTo>
                  <a:pt x="1599048" y="103853"/>
                  <a:pt x="1590605" y="100574"/>
                  <a:pt x="1584367" y="94016"/>
                </a:cubicBezTo>
                <a:cubicBezTo>
                  <a:pt x="1578129" y="87458"/>
                  <a:pt x="1575010" y="78261"/>
                  <a:pt x="1575010" y="66425"/>
                </a:cubicBezTo>
                <a:cubicBezTo>
                  <a:pt x="1575010" y="54177"/>
                  <a:pt x="1578163" y="44672"/>
                  <a:pt x="1584470" y="37908"/>
                </a:cubicBezTo>
                <a:cubicBezTo>
                  <a:pt x="1590776" y="31145"/>
                  <a:pt x="1598957" y="27763"/>
                  <a:pt x="1609011" y="27763"/>
                </a:cubicBezTo>
                <a:cubicBezTo>
                  <a:pt x="1618745" y="27763"/>
                  <a:pt x="1626697" y="31076"/>
                  <a:pt x="1632866" y="37702"/>
                </a:cubicBezTo>
                <a:cubicBezTo>
                  <a:pt x="1639036" y="44329"/>
                  <a:pt x="1642120" y="53652"/>
                  <a:pt x="1642120" y="65671"/>
                </a:cubicBezTo>
                <a:cubicBezTo>
                  <a:pt x="1642120" y="66402"/>
                  <a:pt x="1642097" y="67499"/>
                  <a:pt x="1642052" y="68961"/>
                </a:cubicBezTo>
                <a:lnTo>
                  <a:pt x="1587760" y="68961"/>
                </a:lnTo>
                <a:cubicBezTo>
                  <a:pt x="1588217" y="76959"/>
                  <a:pt x="1590479" y="83083"/>
                  <a:pt x="1594547" y="87333"/>
                </a:cubicBezTo>
                <a:cubicBezTo>
                  <a:pt x="1598614" y="91583"/>
                  <a:pt x="1603687" y="93708"/>
                  <a:pt x="1609765" y="93708"/>
                </a:cubicBezTo>
                <a:cubicBezTo>
                  <a:pt x="1614289" y="93708"/>
                  <a:pt x="1618151" y="92520"/>
                  <a:pt x="1621350" y="90143"/>
                </a:cubicBezTo>
                <a:cubicBezTo>
                  <a:pt x="1624549" y="87767"/>
                  <a:pt x="1627085" y="83974"/>
                  <a:pt x="1628959" y="78764"/>
                </a:cubicBezTo>
                <a:moveTo>
                  <a:pt x="1588446" y="58816"/>
                </a:moveTo>
                <a:lnTo>
                  <a:pt x="1629096" y="58816"/>
                </a:lnTo>
                <a:cubicBezTo>
                  <a:pt x="1628547" y="52692"/>
                  <a:pt x="1626994" y="48099"/>
                  <a:pt x="1624434" y="45037"/>
                </a:cubicBezTo>
                <a:cubicBezTo>
                  <a:pt x="1620504" y="40285"/>
                  <a:pt x="1615409" y="37908"/>
                  <a:pt x="1609148" y="37908"/>
                </a:cubicBezTo>
                <a:cubicBezTo>
                  <a:pt x="1603481" y="37908"/>
                  <a:pt x="1598717" y="39805"/>
                  <a:pt x="1594855" y="43598"/>
                </a:cubicBezTo>
                <a:cubicBezTo>
                  <a:pt x="1590994" y="47391"/>
                  <a:pt x="1588857" y="52464"/>
                  <a:pt x="1588446" y="58816"/>
                </a:cubicBezTo>
                <a:close/>
                <a:moveTo>
                  <a:pt x="1703350" y="130108"/>
                </a:moveTo>
                <a:lnTo>
                  <a:pt x="1703350" y="94462"/>
                </a:lnTo>
                <a:cubicBezTo>
                  <a:pt x="1701430" y="97158"/>
                  <a:pt x="1698745" y="99397"/>
                  <a:pt x="1695295" y="101180"/>
                </a:cubicBezTo>
                <a:cubicBezTo>
                  <a:pt x="1691845" y="102962"/>
                  <a:pt x="1688177" y="103853"/>
                  <a:pt x="1684293" y="103853"/>
                </a:cubicBezTo>
                <a:cubicBezTo>
                  <a:pt x="1675655" y="103853"/>
                  <a:pt x="1668218" y="100403"/>
                  <a:pt x="1661980" y="93502"/>
                </a:cubicBezTo>
                <a:cubicBezTo>
                  <a:pt x="1655742" y="86601"/>
                  <a:pt x="1652623" y="77142"/>
                  <a:pt x="1652623" y="65122"/>
                </a:cubicBezTo>
                <a:cubicBezTo>
                  <a:pt x="1652623" y="57810"/>
                  <a:pt x="1653891" y="51252"/>
                  <a:pt x="1656427" y="45449"/>
                </a:cubicBezTo>
                <a:cubicBezTo>
                  <a:pt x="1658963" y="39645"/>
                  <a:pt x="1662642" y="35246"/>
                  <a:pt x="1667464" y="32253"/>
                </a:cubicBezTo>
                <a:cubicBezTo>
                  <a:pt x="1672285" y="29259"/>
                  <a:pt x="1677575" y="27763"/>
                  <a:pt x="1683333" y="27763"/>
                </a:cubicBezTo>
                <a:cubicBezTo>
                  <a:pt x="1692336" y="27763"/>
                  <a:pt x="1699419" y="31556"/>
                  <a:pt x="1704583" y="39142"/>
                </a:cubicBezTo>
                <a:lnTo>
                  <a:pt x="1704583" y="29408"/>
                </a:lnTo>
                <a:lnTo>
                  <a:pt x="1715689" y="29408"/>
                </a:lnTo>
                <a:lnTo>
                  <a:pt x="1715689" y="130108"/>
                </a:lnTo>
                <a:lnTo>
                  <a:pt x="1703350" y="130108"/>
                </a:lnTo>
                <a:moveTo>
                  <a:pt x="1665304" y="65602"/>
                </a:moveTo>
                <a:cubicBezTo>
                  <a:pt x="1665304" y="74971"/>
                  <a:pt x="1667269" y="81997"/>
                  <a:pt x="1671200" y="86681"/>
                </a:cubicBezTo>
                <a:cubicBezTo>
                  <a:pt x="1675130" y="91366"/>
                  <a:pt x="1679837" y="93708"/>
                  <a:pt x="1685321" y="93708"/>
                </a:cubicBezTo>
                <a:cubicBezTo>
                  <a:pt x="1690576" y="93708"/>
                  <a:pt x="1695101" y="91480"/>
                  <a:pt x="1698894" y="87024"/>
                </a:cubicBezTo>
                <a:cubicBezTo>
                  <a:pt x="1702687" y="82568"/>
                  <a:pt x="1704583" y="75793"/>
                  <a:pt x="1704583" y="66699"/>
                </a:cubicBezTo>
                <a:cubicBezTo>
                  <a:pt x="1704583" y="57011"/>
                  <a:pt x="1702584" y="49722"/>
                  <a:pt x="1698585" y="44832"/>
                </a:cubicBezTo>
                <a:cubicBezTo>
                  <a:pt x="1694587" y="39942"/>
                  <a:pt x="1689891" y="37497"/>
                  <a:pt x="1684498" y="37497"/>
                </a:cubicBezTo>
                <a:cubicBezTo>
                  <a:pt x="1679151" y="37497"/>
                  <a:pt x="1674616" y="39770"/>
                  <a:pt x="1670891" y="44318"/>
                </a:cubicBezTo>
                <a:cubicBezTo>
                  <a:pt x="1667167" y="48865"/>
                  <a:pt x="1665304" y="55960"/>
                  <a:pt x="1665304" y="65602"/>
                </a:cubicBezTo>
                <a:close/>
                <a:moveTo>
                  <a:pt x="1782470" y="102208"/>
                </a:moveTo>
                <a:lnTo>
                  <a:pt x="1782470" y="91514"/>
                </a:lnTo>
                <a:cubicBezTo>
                  <a:pt x="1776804" y="99740"/>
                  <a:pt x="1769103" y="103853"/>
                  <a:pt x="1759369" y="103853"/>
                </a:cubicBezTo>
                <a:cubicBezTo>
                  <a:pt x="1755073" y="103853"/>
                  <a:pt x="1751063" y="103031"/>
                  <a:pt x="1747338" y="101385"/>
                </a:cubicBezTo>
                <a:cubicBezTo>
                  <a:pt x="1743614" y="99740"/>
                  <a:pt x="1740849" y="97672"/>
                  <a:pt x="1739044" y="95182"/>
                </a:cubicBezTo>
                <a:cubicBezTo>
                  <a:pt x="1737239" y="92691"/>
                  <a:pt x="1735971" y="89640"/>
                  <a:pt x="1735239" y="86030"/>
                </a:cubicBezTo>
                <a:cubicBezTo>
                  <a:pt x="1734737" y="83608"/>
                  <a:pt x="1734485" y="79769"/>
                  <a:pt x="1734485" y="74514"/>
                </a:cubicBezTo>
                <a:lnTo>
                  <a:pt x="1734485" y="29408"/>
                </a:lnTo>
                <a:lnTo>
                  <a:pt x="1746824" y="29408"/>
                </a:lnTo>
                <a:lnTo>
                  <a:pt x="1746824" y="69784"/>
                </a:lnTo>
                <a:cubicBezTo>
                  <a:pt x="1746824" y="76228"/>
                  <a:pt x="1747076" y="80569"/>
                  <a:pt x="1747578" y="82808"/>
                </a:cubicBezTo>
                <a:cubicBezTo>
                  <a:pt x="1748355" y="86053"/>
                  <a:pt x="1750000" y="88601"/>
                  <a:pt x="1752514" y="90452"/>
                </a:cubicBezTo>
                <a:cubicBezTo>
                  <a:pt x="1755027" y="92302"/>
                  <a:pt x="1758135" y="93228"/>
                  <a:pt x="1761837" y="93228"/>
                </a:cubicBezTo>
                <a:cubicBezTo>
                  <a:pt x="1765538" y="93228"/>
                  <a:pt x="1769012" y="92280"/>
                  <a:pt x="1772256" y="90383"/>
                </a:cubicBezTo>
                <a:cubicBezTo>
                  <a:pt x="1775501" y="88487"/>
                  <a:pt x="1777797" y="85904"/>
                  <a:pt x="1779146" y="82637"/>
                </a:cubicBezTo>
                <a:cubicBezTo>
                  <a:pt x="1780494" y="79369"/>
                  <a:pt x="1781168" y="74628"/>
                  <a:pt x="1781168" y="68413"/>
                </a:cubicBezTo>
                <a:lnTo>
                  <a:pt x="1781168" y="29408"/>
                </a:lnTo>
                <a:lnTo>
                  <a:pt x="1793507" y="29408"/>
                </a:lnTo>
                <a:lnTo>
                  <a:pt x="1793507" y="102208"/>
                </a:lnTo>
                <a:lnTo>
                  <a:pt x="1782470" y="102208"/>
                </a:lnTo>
                <a:close/>
                <a:moveTo>
                  <a:pt x="1812646" y="15904"/>
                </a:moveTo>
                <a:lnTo>
                  <a:pt x="1812646" y="1714"/>
                </a:lnTo>
                <a:lnTo>
                  <a:pt x="1824985" y="1714"/>
                </a:lnTo>
                <a:lnTo>
                  <a:pt x="1824985" y="15904"/>
                </a:lnTo>
                <a:lnTo>
                  <a:pt x="1812646" y="15904"/>
                </a:lnTo>
                <a:moveTo>
                  <a:pt x="1812646" y="102208"/>
                </a:moveTo>
                <a:lnTo>
                  <a:pt x="1812646" y="29408"/>
                </a:lnTo>
                <a:lnTo>
                  <a:pt x="1824985" y="29408"/>
                </a:lnTo>
                <a:lnTo>
                  <a:pt x="1824985" y="102208"/>
                </a:lnTo>
                <a:lnTo>
                  <a:pt x="1812646" y="102208"/>
                </a:lnTo>
                <a:close/>
                <a:moveTo>
                  <a:pt x="1844066" y="130108"/>
                </a:moveTo>
                <a:lnTo>
                  <a:pt x="1844066" y="29408"/>
                </a:lnTo>
                <a:lnTo>
                  <a:pt x="1855309" y="29408"/>
                </a:lnTo>
                <a:lnTo>
                  <a:pt x="1855309" y="38868"/>
                </a:lnTo>
                <a:cubicBezTo>
                  <a:pt x="1857959" y="35166"/>
                  <a:pt x="1860952" y="32390"/>
                  <a:pt x="1864289" y="30539"/>
                </a:cubicBezTo>
                <a:cubicBezTo>
                  <a:pt x="1867625" y="28688"/>
                  <a:pt x="1871669" y="27763"/>
                  <a:pt x="1876422" y="27763"/>
                </a:cubicBezTo>
                <a:cubicBezTo>
                  <a:pt x="1882637" y="27763"/>
                  <a:pt x="1888121" y="29362"/>
                  <a:pt x="1892874" y="32561"/>
                </a:cubicBezTo>
                <a:cubicBezTo>
                  <a:pt x="1897627" y="35760"/>
                  <a:pt x="1901214" y="40273"/>
                  <a:pt x="1903636" y="46100"/>
                </a:cubicBezTo>
                <a:cubicBezTo>
                  <a:pt x="1906058" y="51927"/>
                  <a:pt x="1907269" y="58313"/>
                  <a:pt x="1907269" y="65260"/>
                </a:cubicBezTo>
                <a:cubicBezTo>
                  <a:pt x="1907269" y="72709"/>
                  <a:pt x="1905933" y="79415"/>
                  <a:pt x="1903259" y="85379"/>
                </a:cubicBezTo>
                <a:cubicBezTo>
                  <a:pt x="1900586" y="91343"/>
                  <a:pt x="1896701" y="95913"/>
                  <a:pt x="1891606" y="99089"/>
                </a:cubicBezTo>
                <a:cubicBezTo>
                  <a:pt x="1886510" y="102265"/>
                  <a:pt x="1881152" y="103853"/>
                  <a:pt x="1875531" y="103853"/>
                </a:cubicBezTo>
                <a:cubicBezTo>
                  <a:pt x="1871418" y="103853"/>
                  <a:pt x="1867728" y="102985"/>
                  <a:pt x="1864460" y="101248"/>
                </a:cubicBezTo>
                <a:cubicBezTo>
                  <a:pt x="1861192" y="99512"/>
                  <a:pt x="1858508" y="97318"/>
                  <a:pt x="1856405" y="94667"/>
                </a:cubicBezTo>
                <a:lnTo>
                  <a:pt x="1856405" y="130108"/>
                </a:lnTo>
                <a:lnTo>
                  <a:pt x="1844066" y="130108"/>
                </a:lnTo>
                <a:moveTo>
                  <a:pt x="1855240" y="66219"/>
                </a:moveTo>
                <a:cubicBezTo>
                  <a:pt x="1855240" y="75588"/>
                  <a:pt x="1857137" y="82511"/>
                  <a:pt x="1860930" y="86990"/>
                </a:cubicBezTo>
                <a:cubicBezTo>
                  <a:pt x="1864723" y="91468"/>
                  <a:pt x="1869316" y="93708"/>
                  <a:pt x="1874708" y="93708"/>
                </a:cubicBezTo>
                <a:cubicBezTo>
                  <a:pt x="1880192" y="93708"/>
                  <a:pt x="1884888" y="91388"/>
                  <a:pt x="1888795" y="86750"/>
                </a:cubicBezTo>
                <a:cubicBezTo>
                  <a:pt x="1892703" y="82111"/>
                  <a:pt x="1894656" y="74925"/>
                  <a:pt x="1894656" y="65191"/>
                </a:cubicBezTo>
                <a:cubicBezTo>
                  <a:pt x="1894656" y="55914"/>
                  <a:pt x="1892748" y="48967"/>
                  <a:pt x="1888932" y="44352"/>
                </a:cubicBezTo>
                <a:cubicBezTo>
                  <a:pt x="1885116" y="39736"/>
                  <a:pt x="1880558" y="37428"/>
                  <a:pt x="1875257" y="37428"/>
                </a:cubicBezTo>
                <a:cubicBezTo>
                  <a:pt x="1870001" y="37428"/>
                  <a:pt x="1865351" y="39885"/>
                  <a:pt x="1861307" y="44797"/>
                </a:cubicBezTo>
                <a:cubicBezTo>
                  <a:pt x="1857262" y="49710"/>
                  <a:pt x="1855240" y="56851"/>
                  <a:pt x="1855240" y="66219"/>
                </a:cubicBezTo>
                <a:close/>
                <a:moveTo>
                  <a:pt x="1921885" y="130108"/>
                </a:moveTo>
                <a:lnTo>
                  <a:pt x="1921885" y="29408"/>
                </a:lnTo>
                <a:lnTo>
                  <a:pt x="1933127" y="29408"/>
                </a:lnTo>
                <a:lnTo>
                  <a:pt x="1933127" y="38868"/>
                </a:lnTo>
                <a:cubicBezTo>
                  <a:pt x="1935777" y="35166"/>
                  <a:pt x="1938771" y="32390"/>
                  <a:pt x="1942107" y="30539"/>
                </a:cubicBezTo>
                <a:cubicBezTo>
                  <a:pt x="1945443" y="28688"/>
                  <a:pt x="1949487" y="27763"/>
                  <a:pt x="1954240" y="27763"/>
                </a:cubicBezTo>
                <a:cubicBezTo>
                  <a:pt x="1960455" y="27763"/>
                  <a:pt x="1965939" y="29362"/>
                  <a:pt x="1970692" y="32561"/>
                </a:cubicBezTo>
                <a:cubicBezTo>
                  <a:pt x="1975445" y="35760"/>
                  <a:pt x="1979032" y="40273"/>
                  <a:pt x="1981455" y="46100"/>
                </a:cubicBezTo>
                <a:cubicBezTo>
                  <a:pt x="1983877" y="51927"/>
                  <a:pt x="1985088" y="58313"/>
                  <a:pt x="1985088" y="65260"/>
                </a:cubicBezTo>
                <a:cubicBezTo>
                  <a:pt x="1985088" y="72709"/>
                  <a:pt x="1983751" y="79415"/>
                  <a:pt x="1981078" y="85379"/>
                </a:cubicBezTo>
                <a:cubicBezTo>
                  <a:pt x="1978404" y="91343"/>
                  <a:pt x="1974520" y="95913"/>
                  <a:pt x="1969424" y="99089"/>
                </a:cubicBezTo>
                <a:cubicBezTo>
                  <a:pt x="1964328" y="102265"/>
                  <a:pt x="1958970" y="103853"/>
                  <a:pt x="1953349" y="103853"/>
                </a:cubicBezTo>
                <a:cubicBezTo>
                  <a:pt x="1949236" y="103853"/>
                  <a:pt x="1945546" y="102985"/>
                  <a:pt x="1942278" y="101248"/>
                </a:cubicBezTo>
                <a:cubicBezTo>
                  <a:pt x="1939011" y="99512"/>
                  <a:pt x="1936326" y="97318"/>
                  <a:pt x="1934224" y="94667"/>
                </a:cubicBezTo>
                <a:lnTo>
                  <a:pt x="1934224" y="130108"/>
                </a:lnTo>
                <a:lnTo>
                  <a:pt x="1921885" y="130108"/>
                </a:lnTo>
                <a:moveTo>
                  <a:pt x="1933058" y="66219"/>
                </a:moveTo>
                <a:cubicBezTo>
                  <a:pt x="1933058" y="75588"/>
                  <a:pt x="1934955" y="82511"/>
                  <a:pt x="1938748" y="86990"/>
                </a:cubicBezTo>
                <a:cubicBezTo>
                  <a:pt x="1942541" y="91468"/>
                  <a:pt x="1947134" y="93708"/>
                  <a:pt x="1952526" y="93708"/>
                </a:cubicBezTo>
                <a:cubicBezTo>
                  <a:pt x="1958010" y="93708"/>
                  <a:pt x="1962706" y="91388"/>
                  <a:pt x="1966613" y="86750"/>
                </a:cubicBezTo>
                <a:cubicBezTo>
                  <a:pt x="1970521" y="82111"/>
                  <a:pt x="1972475" y="74925"/>
                  <a:pt x="1972475" y="65191"/>
                </a:cubicBezTo>
                <a:cubicBezTo>
                  <a:pt x="1972475" y="55914"/>
                  <a:pt x="1970567" y="48967"/>
                  <a:pt x="1966751" y="44352"/>
                </a:cubicBezTo>
                <a:cubicBezTo>
                  <a:pt x="1962935" y="39736"/>
                  <a:pt x="1958376" y="37428"/>
                  <a:pt x="1953075" y="37428"/>
                </a:cubicBezTo>
                <a:cubicBezTo>
                  <a:pt x="1947819" y="37428"/>
                  <a:pt x="1943169" y="39885"/>
                  <a:pt x="1939125" y="44797"/>
                </a:cubicBezTo>
                <a:cubicBezTo>
                  <a:pt x="1935081" y="49710"/>
                  <a:pt x="1933058" y="56851"/>
                  <a:pt x="1933058" y="66219"/>
                </a:cubicBezTo>
                <a:close/>
                <a:moveTo>
                  <a:pt x="2049539" y="78764"/>
                </a:moveTo>
                <a:lnTo>
                  <a:pt x="2062289" y="80341"/>
                </a:lnTo>
                <a:cubicBezTo>
                  <a:pt x="2060278" y="87790"/>
                  <a:pt x="2056554" y="93571"/>
                  <a:pt x="2051115" y="97684"/>
                </a:cubicBezTo>
                <a:cubicBezTo>
                  <a:pt x="2045677" y="101797"/>
                  <a:pt x="2038731" y="103853"/>
                  <a:pt x="2030276" y="103853"/>
                </a:cubicBezTo>
                <a:cubicBezTo>
                  <a:pt x="2019628" y="103853"/>
                  <a:pt x="2011185" y="100574"/>
                  <a:pt x="2004947" y="94016"/>
                </a:cubicBezTo>
                <a:cubicBezTo>
                  <a:pt x="1998709" y="87458"/>
                  <a:pt x="1995590" y="78261"/>
                  <a:pt x="1995590" y="66425"/>
                </a:cubicBezTo>
                <a:cubicBezTo>
                  <a:pt x="1995590" y="54177"/>
                  <a:pt x="1998743" y="44672"/>
                  <a:pt x="2005050" y="37908"/>
                </a:cubicBezTo>
                <a:cubicBezTo>
                  <a:pt x="2011356" y="31145"/>
                  <a:pt x="2019537" y="27763"/>
                  <a:pt x="2029591" y="27763"/>
                </a:cubicBezTo>
                <a:cubicBezTo>
                  <a:pt x="2039325" y="27763"/>
                  <a:pt x="2047277" y="31076"/>
                  <a:pt x="2053446" y="37702"/>
                </a:cubicBezTo>
                <a:cubicBezTo>
                  <a:pt x="2059616" y="44329"/>
                  <a:pt x="2062700" y="53652"/>
                  <a:pt x="2062700" y="65671"/>
                </a:cubicBezTo>
                <a:cubicBezTo>
                  <a:pt x="2062700" y="66402"/>
                  <a:pt x="2062677" y="67499"/>
                  <a:pt x="2062632" y="68961"/>
                </a:cubicBezTo>
                <a:lnTo>
                  <a:pt x="2008340" y="68961"/>
                </a:lnTo>
                <a:cubicBezTo>
                  <a:pt x="2008797" y="76959"/>
                  <a:pt x="2011059" y="83083"/>
                  <a:pt x="2015127" y="87333"/>
                </a:cubicBezTo>
                <a:cubicBezTo>
                  <a:pt x="2019194" y="91583"/>
                  <a:pt x="2024267" y="93708"/>
                  <a:pt x="2030345" y="93708"/>
                </a:cubicBezTo>
                <a:cubicBezTo>
                  <a:pt x="2034869" y="93708"/>
                  <a:pt x="2038731" y="92520"/>
                  <a:pt x="2041930" y="90143"/>
                </a:cubicBezTo>
                <a:cubicBezTo>
                  <a:pt x="2045129" y="87767"/>
                  <a:pt x="2047665" y="83974"/>
                  <a:pt x="2049539" y="78764"/>
                </a:cubicBezTo>
                <a:moveTo>
                  <a:pt x="2009026" y="58816"/>
                </a:moveTo>
                <a:lnTo>
                  <a:pt x="2049676" y="58816"/>
                </a:lnTo>
                <a:cubicBezTo>
                  <a:pt x="2049127" y="52692"/>
                  <a:pt x="2047574" y="48099"/>
                  <a:pt x="2045014" y="45037"/>
                </a:cubicBezTo>
                <a:cubicBezTo>
                  <a:pt x="2041084" y="40285"/>
                  <a:pt x="2035989" y="37908"/>
                  <a:pt x="2029728" y="37908"/>
                </a:cubicBezTo>
                <a:cubicBezTo>
                  <a:pt x="2024061" y="37908"/>
                  <a:pt x="2019297" y="39805"/>
                  <a:pt x="2015435" y="43598"/>
                </a:cubicBezTo>
                <a:cubicBezTo>
                  <a:pt x="2011574" y="47391"/>
                  <a:pt x="2009437" y="52464"/>
                  <a:pt x="2009026" y="58816"/>
                </a:cubicBezTo>
                <a:close/>
                <a:moveTo>
                  <a:pt x="2124752" y="102208"/>
                </a:moveTo>
                <a:lnTo>
                  <a:pt x="2124752" y="93022"/>
                </a:lnTo>
                <a:cubicBezTo>
                  <a:pt x="2120136" y="100243"/>
                  <a:pt x="2113350" y="103853"/>
                  <a:pt x="2104393" y="103853"/>
                </a:cubicBezTo>
                <a:cubicBezTo>
                  <a:pt x="2098589" y="103853"/>
                  <a:pt x="2093253" y="102254"/>
                  <a:pt x="2088386" y="99055"/>
                </a:cubicBezTo>
                <a:cubicBezTo>
                  <a:pt x="2083519" y="95856"/>
                  <a:pt x="2079749" y="91388"/>
                  <a:pt x="2077076" y="85653"/>
                </a:cubicBezTo>
                <a:cubicBezTo>
                  <a:pt x="2074402" y="79918"/>
                  <a:pt x="2073066" y="73326"/>
                  <a:pt x="2073066" y="65876"/>
                </a:cubicBezTo>
                <a:cubicBezTo>
                  <a:pt x="2073066" y="58610"/>
                  <a:pt x="2074277" y="52018"/>
                  <a:pt x="2076699" y="46100"/>
                </a:cubicBezTo>
                <a:cubicBezTo>
                  <a:pt x="2079121" y="40182"/>
                  <a:pt x="2082754" y="35646"/>
                  <a:pt x="2087598" y="32493"/>
                </a:cubicBezTo>
                <a:cubicBezTo>
                  <a:pt x="2092442" y="29339"/>
                  <a:pt x="2097858" y="27763"/>
                  <a:pt x="2103844" y="27763"/>
                </a:cubicBezTo>
                <a:cubicBezTo>
                  <a:pt x="2108232" y="27763"/>
                  <a:pt x="2112139" y="28688"/>
                  <a:pt x="2115566" y="30539"/>
                </a:cubicBezTo>
                <a:cubicBezTo>
                  <a:pt x="2118994" y="32390"/>
                  <a:pt x="2121782" y="34801"/>
                  <a:pt x="2123930" y="37771"/>
                </a:cubicBezTo>
                <a:lnTo>
                  <a:pt x="2123930" y="1714"/>
                </a:lnTo>
                <a:lnTo>
                  <a:pt x="2136200" y="1714"/>
                </a:lnTo>
                <a:lnTo>
                  <a:pt x="2136200" y="102208"/>
                </a:lnTo>
                <a:lnTo>
                  <a:pt x="2124752" y="102208"/>
                </a:lnTo>
                <a:moveTo>
                  <a:pt x="2085747" y="65876"/>
                </a:moveTo>
                <a:cubicBezTo>
                  <a:pt x="2085747" y="75199"/>
                  <a:pt x="2087712" y="82169"/>
                  <a:pt x="2091643" y="86784"/>
                </a:cubicBezTo>
                <a:cubicBezTo>
                  <a:pt x="2095573" y="91400"/>
                  <a:pt x="2100211" y="93708"/>
                  <a:pt x="2105558" y="93708"/>
                </a:cubicBezTo>
                <a:cubicBezTo>
                  <a:pt x="2110951" y="93708"/>
                  <a:pt x="2115532" y="91503"/>
                  <a:pt x="2119302" y="87093"/>
                </a:cubicBezTo>
                <a:cubicBezTo>
                  <a:pt x="2123073" y="82683"/>
                  <a:pt x="2124958" y="75953"/>
                  <a:pt x="2124958" y="66905"/>
                </a:cubicBezTo>
                <a:cubicBezTo>
                  <a:pt x="2124958" y="56942"/>
                  <a:pt x="2123038" y="49630"/>
                  <a:pt x="2119200" y="44969"/>
                </a:cubicBezTo>
                <a:cubicBezTo>
                  <a:pt x="2115361" y="40307"/>
                  <a:pt x="2110631" y="37977"/>
                  <a:pt x="2105010" y="37977"/>
                </a:cubicBezTo>
                <a:cubicBezTo>
                  <a:pt x="2099526" y="37977"/>
                  <a:pt x="2094944" y="40216"/>
                  <a:pt x="2091266" y="44695"/>
                </a:cubicBezTo>
                <a:cubicBezTo>
                  <a:pt x="2087587" y="49173"/>
                  <a:pt x="2085747" y="56234"/>
                  <a:pt x="2085747" y="65876"/>
                </a:cubicBezTo>
                <a:close/>
                <a:moveTo>
                  <a:pt x="2207285" y="102208"/>
                </a:moveTo>
                <a:lnTo>
                  <a:pt x="2185006" y="29408"/>
                </a:lnTo>
                <a:lnTo>
                  <a:pt x="2197757" y="29408"/>
                </a:lnTo>
                <a:lnTo>
                  <a:pt x="2209342" y="71429"/>
                </a:lnTo>
                <a:lnTo>
                  <a:pt x="2213660" y="87058"/>
                </a:lnTo>
                <a:cubicBezTo>
                  <a:pt x="2213843" y="86282"/>
                  <a:pt x="2215100" y="81277"/>
                  <a:pt x="2217430" y="72046"/>
                </a:cubicBezTo>
                <a:lnTo>
                  <a:pt x="2229015" y="29408"/>
                </a:lnTo>
                <a:lnTo>
                  <a:pt x="2241697" y="29408"/>
                </a:lnTo>
                <a:lnTo>
                  <a:pt x="2252597" y="71635"/>
                </a:lnTo>
                <a:lnTo>
                  <a:pt x="2256230" y="85550"/>
                </a:lnTo>
                <a:lnTo>
                  <a:pt x="2260411" y="71498"/>
                </a:lnTo>
                <a:lnTo>
                  <a:pt x="2272887" y="29408"/>
                </a:lnTo>
                <a:lnTo>
                  <a:pt x="2284884" y="29408"/>
                </a:lnTo>
                <a:lnTo>
                  <a:pt x="2262125" y="102208"/>
                </a:lnTo>
                <a:lnTo>
                  <a:pt x="2249306" y="102208"/>
                </a:lnTo>
                <a:lnTo>
                  <a:pt x="2237721" y="58610"/>
                </a:lnTo>
                <a:lnTo>
                  <a:pt x="2234911" y="46203"/>
                </a:lnTo>
                <a:lnTo>
                  <a:pt x="2220172" y="102208"/>
                </a:lnTo>
                <a:lnTo>
                  <a:pt x="2207285" y="102208"/>
                </a:lnTo>
                <a:close/>
                <a:moveTo>
                  <a:pt x="2295322" y="15904"/>
                </a:moveTo>
                <a:lnTo>
                  <a:pt x="2295322" y="1714"/>
                </a:lnTo>
                <a:lnTo>
                  <a:pt x="2307661" y="1714"/>
                </a:lnTo>
                <a:lnTo>
                  <a:pt x="2307661" y="15904"/>
                </a:lnTo>
                <a:lnTo>
                  <a:pt x="2295322" y="15904"/>
                </a:lnTo>
                <a:moveTo>
                  <a:pt x="2295322" y="102208"/>
                </a:moveTo>
                <a:lnTo>
                  <a:pt x="2295322" y="29408"/>
                </a:lnTo>
                <a:lnTo>
                  <a:pt x="2307661" y="29408"/>
                </a:lnTo>
                <a:lnTo>
                  <a:pt x="2307661" y="102208"/>
                </a:lnTo>
                <a:lnTo>
                  <a:pt x="2295322" y="102208"/>
                </a:lnTo>
                <a:close/>
                <a:moveTo>
                  <a:pt x="2353683" y="91171"/>
                </a:moveTo>
                <a:lnTo>
                  <a:pt x="2355465" y="102071"/>
                </a:lnTo>
                <a:cubicBezTo>
                  <a:pt x="2351992" y="102802"/>
                  <a:pt x="2348884" y="103168"/>
                  <a:pt x="2346142" y="103168"/>
                </a:cubicBezTo>
                <a:cubicBezTo>
                  <a:pt x="2341664" y="103168"/>
                  <a:pt x="2338191" y="102459"/>
                  <a:pt x="2335723" y="101043"/>
                </a:cubicBezTo>
                <a:cubicBezTo>
                  <a:pt x="2333255" y="99626"/>
                  <a:pt x="2331518" y="97764"/>
                  <a:pt x="2330513" y="95456"/>
                </a:cubicBezTo>
                <a:cubicBezTo>
                  <a:pt x="2329508" y="93148"/>
                  <a:pt x="2329005" y="88292"/>
                  <a:pt x="2329005" y="80889"/>
                </a:cubicBezTo>
                <a:lnTo>
                  <a:pt x="2329005" y="39005"/>
                </a:lnTo>
                <a:lnTo>
                  <a:pt x="2319956" y="39005"/>
                </a:lnTo>
                <a:lnTo>
                  <a:pt x="2319956" y="29408"/>
                </a:lnTo>
                <a:lnTo>
                  <a:pt x="2329005" y="29408"/>
                </a:lnTo>
                <a:lnTo>
                  <a:pt x="2329005" y="11379"/>
                </a:lnTo>
                <a:lnTo>
                  <a:pt x="2341275" y="3976"/>
                </a:lnTo>
                <a:lnTo>
                  <a:pt x="2341275" y="29408"/>
                </a:lnTo>
                <a:lnTo>
                  <a:pt x="2353683" y="29408"/>
                </a:lnTo>
                <a:lnTo>
                  <a:pt x="2353683" y="39005"/>
                </a:lnTo>
                <a:lnTo>
                  <a:pt x="2341275" y="39005"/>
                </a:lnTo>
                <a:lnTo>
                  <a:pt x="2341275" y="81574"/>
                </a:lnTo>
                <a:cubicBezTo>
                  <a:pt x="2341275" y="85093"/>
                  <a:pt x="2341492" y="87355"/>
                  <a:pt x="2341926" y="88361"/>
                </a:cubicBezTo>
                <a:cubicBezTo>
                  <a:pt x="2342361" y="89366"/>
                  <a:pt x="2343069" y="90166"/>
                  <a:pt x="2344052" y="90760"/>
                </a:cubicBezTo>
                <a:cubicBezTo>
                  <a:pt x="2345034" y="91354"/>
                  <a:pt x="2346439" y="91651"/>
                  <a:pt x="2348267" y="91651"/>
                </a:cubicBezTo>
                <a:cubicBezTo>
                  <a:pt x="2349638" y="91651"/>
                  <a:pt x="2351444" y="91491"/>
                  <a:pt x="2353683" y="91171"/>
                </a:cubicBezTo>
                <a:close/>
                <a:moveTo>
                  <a:pt x="2365251" y="102208"/>
                </a:moveTo>
                <a:lnTo>
                  <a:pt x="2365251" y="1714"/>
                </a:lnTo>
                <a:lnTo>
                  <a:pt x="2377590" y="1714"/>
                </a:lnTo>
                <a:lnTo>
                  <a:pt x="2377590" y="37771"/>
                </a:lnTo>
                <a:cubicBezTo>
                  <a:pt x="2383349" y="31099"/>
                  <a:pt x="2390615" y="27763"/>
                  <a:pt x="2399389" y="27763"/>
                </a:cubicBezTo>
                <a:cubicBezTo>
                  <a:pt x="2404782" y="27763"/>
                  <a:pt x="2409466" y="28825"/>
                  <a:pt x="2413442" y="30950"/>
                </a:cubicBezTo>
                <a:cubicBezTo>
                  <a:pt x="2417418" y="33075"/>
                  <a:pt x="2420263" y="36012"/>
                  <a:pt x="2421977" y="39759"/>
                </a:cubicBezTo>
                <a:cubicBezTo>
                  <a:pt x="2423690" y="43506"/>
                  <a:pt x="2424547" y="48945"/>
                  <a:pt x="2424547" y="56074"/>
                </a:cubicBezTo>
                <a:lnTo>
                  <a:pt x="2424547" y="102208"/>
                </a:lnTo>
                <a:lnTo>
                  <a:pt x="2412208" y="102208"/>
                </a:lnTo>
                <a:lnTo>
                  <a:pt x="2412208" y="56074"/>
                </a:lnTo>
                <a:cubicBezTo>
                  <a:pt x="2412208" y="49904"/>
                  <a:pt x="2410871" y="45414"/>
                  <a:pt x="2408198" y="42604"/>
                </a:cubicBezTo>
                <a:cubicBezTo>
                  <a:pt x="2405525" y="39793"/>
                  <a:pt x="2401743" y="38388"/>
                  <a:pt x="2396853" y="38388"/>
                </a:cubicBezTo>
                <a:cubicBezTo>
                  <a:pt x="2393197" y="38388"/>
                  <a:pt x="2389758" y="39336"/>
                  <a:pt x="2386536" y="41233"/>
                </a:cubicBezTo>
                <a:cubicBezTo>
                  <a:pt x="2383314" y="43129"/>
                  <a:pt x="2381018" y="45700"/>
                  <a:pt x="2379647" y="48945"/>
                </a:cubicBezTo>
                <a:cubicBezTo>
                  <a:pt x="2378276" y="52189"/>
                  <a:pt x="2377590" y="56668"/>
                  <a:pt x="2377590" y="62380"/>
                </a:cubicBezTo>
                <a:lnTo>
                  <a:pt x="2377590" y="102208"/>
                </a:lnTo>
                <a:lnTo>
                  <a:pt x="2365251" y="102208"/>
                </a:lnTo>
                <a:close/>
                <a:moveTo>
                  <a:pt x="2529085" y="93228"/>
                </a:moveTo>
                <a:cubicBezTo>
                  <a:pt x="2524515" y="97112"/>
                  <a:pt x="2520116" y="99854"/>
                  <a:pt x="2515889" y="101454"/>
                </a:cubicBezTo>
                <a:cubicBezTo>
                  <a:pt x="2511661" y="103053"/>
                  <a:pt x="2507126" y="103853"/>
                  <a:pt x="2502282" y="103853"/>
                </a:cubicBezTo>
                <a:cubicBezTo>
                  <a:pt x="2494284" y="103853"/>
                  <a:pt x="2488137" y="101899"/>
                  <a:pt x="2483842" y="97992"/>
                </a:cubicBezTo>
                <a:cubicBezTo>
                  <a:pt x="2479546" y="94085"/>
                  <a:pt x="2477398" y="89092"/>
                  <a:pt x="2477398" y="83014"/>
                </a:cubicBezTo>
                <a:cubicBezTo>
                  <a:pt x="2477398" y="79449"/>
                  <a:pt x="2478209" y="76193"/>
                  <a:pt x="2479831" y="73246"/>
                </a:cubicBezTo>
                <a:cubicBezTo>
                  <a:pt x="2481454" y="70298"/>
                  <a:pt x="2483579" y="67933"/>
                  <a:pt x="2486207" y="66151"/>
                </a:cubicBezTo>
                <a:cubicBezTo>
                  <a:pt x="2488834" y="64368"/>
                  <a:pt x="2491793" y="63020"/>
                  <a:pt x="2495084" y="62106"/>
                </a:cubicBezTo>
                <a:cubicBezTo>
                  <a:pt x="2497506" y="61466"/>
                  <a:pt x="2501162" y="60849"/>
                  <a:pt x="2506052" y="60255"/>
                </a:cubicBezTo>
                <a:cubicBezTo>
                  <a:pt x="2516014" y="59067"/>
                  <a:pt x="2523349" y="57650"/>
                  <a:pt x="2528056" y="56005"/>
                </a:cubicBezTo>
                <a:cubicBezTo>
                  <a:pt x="2528102" y="54314"/>
                  <a:pt x="2528125" y="53240"/>
                  <a:pt x="2528125" y="52783"/>
                </a:cubicBezTo>
                <a:cubicBezTo>
                  <a:pt x="2528125" y="47756"/>
                  <a:pt x="2526960" y="44215"/>
                  <a:pt x="2524629" y="42158"/>
                </a:cubicBezTo>
                <a:cubicBezTo>
                  <a:pt x="2521476" y="39371"/>
                  <a:pt x="2516791" y="37977"/>
                  <a:pt x="2510576" y="37977"/>
                </a:cubicBezTo>
                <a:cubicBezTo>
                  <a:pt x="2504772" y="37977"/>
                  <a:pt x="2500488" y="38993"/>
                  <a:pt x="2497723" y="41027"/>
                </a:cubicBezTo>
                <a:cubicBezTo>
                  <a:pt x="2494958" y="43061"/>
                  <a:pt x="2492913" y="46660"/>
                  <a:pt x="2491588" y="51824"/>
                </a:cubicBezTo>
                <a:lnTo>
                  <a:pt x="2479523" y="50179"/>
                </a:lnTo>
                <a:cubicBezTo>
                  <a:pt x="2480620" y="45014"/>
                  <a:pt x="2482425" y="40844"/>
                  <a:pt x="2484938" y="37668"/>
                </a:cubicBezTo>
                <a:cubicBezTo>
                  <a:pt x="2487452" y="34492"/>
                  <a:pt x="2491085" y="32047"/>
                  <a:pt x="2495838" y="30333"/>
                </a:cubicBezTo>
                <a:cubicBezTo>
                  <a:pt x="2500591" y="28620"/>
                  <a:pt x="2506097" y="27763"/>
                  <a:pt x="2512358" y="27763"/>
                </a:cubicBezTo>
                <a:cubicBezTo>
                  <a:pt x="2518574" y="27763"/>
                  <a:pt x="2523623" y="28494"/>
                  <a:pt x="2527508" y="29956"/>
                </a:cubicBezTo>
                <a:cubicBezTo>
                  <a:pt x="2531392" y="31419"/>
                  <a:pt x="2534249" y="33258"/>
                  <a:pt x="2536077" y="35475"/>
                </a:cubicBezTo>
                <a:cubicBezTo>
                  <a:pt x="2537905" y="37691"/>
                  <a:pt x="2539184" y="40490"/>
                  <a:pt x="2539915" y="43872"/>
                </a:cubicBezTo>
                <a:cubicBezTo>
                  <a:pt x="2540327" y="45974"/>
                  <a:pt x="2540532" y="49767"/>
                  <a:pt x="2540532" y="55251"/>
                </a:cubicBezTo>
                <a:lnTo>
                  <a:pt x="2540532" y="71703"/>
                </a:lnTo>
                <a:cubicBezTo>
                  <a:pt x="2540532" y="83174"/>
                  <a:pt x="2540795" y="90429"/>
                  <a:pt x="2541321" y="93468"/>
                </a:cubicBezTo>
                <a:cubicBezTo>
                  <a:pt x="2541846" y="96507"/>
                  <a:pt x="2542886" y="99420"/>
                  <a:pt x="2544440" y="102208"/>
                </a:cubicBezTo>
                <a:lnTo>
                  <a:pt x="2531552" y="102208"/>
                </a:lnTo>
                <a:cubicBezTo>
                  <a:pt x="2530273" y="99649"/>
                  <a:pt x="2529450" y="96655"/>
                  <a:pt x="2529085" y="93228"/>
                </a:cubicBezTo>
                <a:moveTo>
                  <a:pt x="2528056" y="65671"/>
                </a:moveTo>
                <a:cubicBezTo>
                  <a:pt x="2523578" y="67499"/>
                  <a:pt x="2516860" y="69053"/>
                  <a:pt x="2507903" y="70332"/>
                </a:cubicBezTo>
                <a:cubicBezTo>
                  <a:pt x="2502830" y="71063"/>
                  <a:pt x="2499242" y="71886"/>
                  <a:pt x="2497140" y="72800"/>
                </a:cubicBezTo>
                <a:cubicBezTo>
                  <a:pt x="2495038" y="73714"/>
                  <a:pt x="2493416" y="75051"/>
                  <a:pt x="2492273" y="76810"/>
                </a:cubicBezTo>
                <a:cubicBezTo>
                  <a:pt x="2491131" y="78570"/>
                  <a:pt x="2490560" y="80523"/>
                  <a:pt x="2490560" y="82671"/>
                </a:cubicBezTo>
                <a:cubicBezTo>
                  <a:pt x="2490560" y="85962"/>
                  <a:pt x="2491805" y="88704"/>
                  <a:pt x="2494295" y="90897"/>
                </a:cubicBezTo>
                <a:cubicBezTo>
                  <a:pt x="2496786" y="93091"/>
                  <a:pt x="2500431" y="94188"/>
                  <a:pt x="2505229" y="94188"/>
                </a:cubicBezTo>
                <a:cubicBezTo>
                  <a:pt x="2509982" y="94188"/>
                  <a:pt x="2514209" y="93148"/>
                  <a:pt x="2517911" y="91069"/>
                </a:cubicBezTo>
                <a:cubicBezTo>
                  <a:pt x="2521613" y="88989"/>
                  <a:pt x="2524332" y="86144"/>
                  <a:pt x="2526068" y="82534"/>
                </a:cubicBezTo>
                <a:cubicBezTo>
                  <a:pt x="2527394" y="79746"/>
                  <a:pt x="2528056" y="75633"/>
                  <a:pt x="2528056" y="70195"/>
                </a:cubicBezTo>
                <a:lnTo>
                  <a:pt x="2528056" y="65671"/>
                </a:lnTo>
                <a:close/>
                <a:moveTo>
                  <a:pt x="2600855" y="102208"/>
                </a:moveTo>
                <a:lnTo>
                  <a:pt x="2600855" y="39005"/>
                </a:lnTo>
                <a:lnTo>
                  <a:pt x="2589955" y="39005"/>
                </a:lnTo>
                <a:lnTo>
                  <a:pt x="2589955" y="29408"/>
                </a:lnTo>
                <a:lnTo>
                  <a:pt x="2600855" y="29408"/>
                </a:lnTo>
                <a:lnTo>
                  <a:pt x="2600855" y="21662"/>
                </a:lnTo>
                <a:cubicBezTo>
                  <a:pt x="2600855" y="16772"/>
                  <a:pt x="2601289" y="13139"/>
                  <a:pt x="2602157" y="10762"/>
                </a:cubicBezTo>
                <a:cubicBezTo>
                  <a:pt x="2603345" y="7563"/>
                  <a:pt x="2605436" y="4970"/>
                  <a:pt x="2608430" y="2982"/>
                </a:cubicBezTo>
                <a:cubicBezTo>
                  <a:pt x="2611423" y="994"/>
                  <a:pt x="2615616" y="0"/>
                  <a:pt x="2621008" y="0"/>
                </a:cubicBezTo>
                <a:cubicBezTo>
                  <a:pt x="2624482" y="0"/>
                  <a:pt x="2628320" y="411"/>
                  <a:pt x="2632525" y="1234"/>
                </a:cubicBezTo>
                <a:lnTo>
                  <a:pt x="2630674" y="11996"/>
                </a:lnTo>
                <a:cubicBezTo>
                  <a:pt x="2628115" y="11539"/>
                  <a:pt x="2625693" y="11311"/>
                  <a:pt x="2623408" y="11311"/>
                </a:cubicBezTo>
                <a:cubicBezTo>
                  <a:pt x="2619660" y="11311"/>
                  <a:pt x="2617010" y="12110"/>
                  <a:pt x="2615456" y="13710"/>
                </a:cubicBezTo>
                <a:cubicBezTo>
                  <a:pt x="2613902" y="15309"/>
                  <a:pt x="2613125" y="18303"/>
                  <a:pt x="2613125" y="22690"/>
                </a:cubicBezTo>
                <a:lnTo>
                  <a:pt x="2613125" y="29408"/>
                </a:lnTo>
                <a:lnTo>
                  <a:pt x="2627315" y="29408"/>
                </a:lnTo>
                <a:lnTo>
                  <a:pt x="2627315" y="39005"/>
                </a:lnTo>
                <a:lnTo>
                  <a:pt x="2613125" y="39005"/>
                </a:lnTo>
                <a:lnTo>
                  <a:pt x="2613125" y="102208"/>
                </a:lnTo>
                <a:lnTo>
                  <a:pt x="2600855" y="102208"/>
                </a:lnTo>
                <a:close/>
                <a:moveTo>
                  <a:pt x="2636278" y="102208"/>
                </a:moveTo>
                <a:lnTo>
                  <a:pt x="2636278" y="29408"/>
                </a:lnTo>
                <a:lnTo>
                  <a:pt x="2647383" y="29408"/>
                </a:lnTo>
                <a:lnTo>
                  <a:pt x="2647383" y="40444"/>
                </a:lnTo>
                <a:cubicBezTo>
                  <a:pt x="2650217" y="35280"/>
                  <a:pt x="2652833" y="31876"/>
                  <a:pt x="2655232" y="30231"/>
                </a:cubicBezTo>
                <a:cubicBezTo>
                  <a:pt x="2657632" y="28585"/>
                  <a:pt x="2660271" y="27763"/>
                  <a:pt x="2663150" y="27763"/>
                </a:cubicBezTo>
                <a:cubicBezTo>
                  <a:pt x="2667309" y="27763"/>
                  <a:pt x="2671536" y="29088"/>
                  <a:pt x="2675832" y="31739"/>
                </a:cubicBezTo>
                <a:lnTo>
                  <a:pt x="2671582" y="43186"/>
                </a:lnTo>
                <a:cubicBezTo>
                  <a:pt x="2668565" y="41404"/>
                  <a:pt x="2665549" y="40513"/>
                  <a:pt x="2662533" y="40513"/>
                </a:cubicBezTo>
                <a:cubicBezTo>
                  <a:pt x="2659837" y="40513"/>
                  <a:pt x="2657415" y="41324"/>
                  <a:pt x="2655267" y="42947"/>
                </a:cubicBezTo>
                <a:cubicBezTo>
                  <a:pt x="2653119" y="44569"/>
                  <a:pt x="2651588" y="46820"/>
                  <a:pt x="2650674" y="49699"/>
                </a:cubicBezTo>
                <a:cubicBezTo>
                  <a:pt x="2649303" y="54086"/>
                  <a:pt x="2648617" y="58884"/>
                  <a:pt x="2648617" y="64094"/>
                </a:cubicBezTo>
                <a:lnTo>
                  <a:pt x="2648617" y="102208"/>
                </a:lnTo>
                <a:lnTo>
                  <a:pt x="2636278" y="102208"/>
                </a:lnTo>
                <a:close/>
                <a:moveTo>
                  <a:pt x="2682855" y="15904"/>
                </a:moveTo>
                <a:lnTo>
                  <a:pt x="2682855" y="1714"/>
                </a:lnTo>
                <a:lnTo>
                  <a:pt x="2695194" y="1714"/>
                </a:lnTo>
                <a:lnTo>
                  <a:pt x="2695194" y="15904"/>
                </a:lnTo>
                <a:lnTo>
                  <a:pt x="2682855" y="15904"/>
                </a:lnTo>
                <a:moveTo>
                  <a:pt x="2682855" y="102208"/>
                </a:moveTo>
                <a:lnTo>
                  <a:pt x="2682855" y="29408"/>
                </a:lnTo>
                <a:lnTo>
                  <a:pt x="2695194" y="29408"/>
                </a:lnTo>
                <a:lnTo>
                  <a:pt x="2695194" y="102208"/>
                </a:lnTo>
                <a:lnTo>
                  <a:pt x="2682855" y="102208"/>
                </a:lnTo>
                <a:close/>
                <a:moveTo>
                  <a:pt x="2761507" y="102208"/>
                </a:moveTo>
                <a:lnTo>
                  <a:pt x="2761507" y="93022"/>
                </a:lnTo>
                <a:cubicBezTo>
                  <a:pt x="2756891" y="100243"/>
                  <a:pt x="2750105" y="103853"/>
                  <a:pt x="2741148" y="103853"/>
                </a:cubicBezTo>
                <a:cubicBezTo>
                  <a:pt x="2735344" y="103853"/>
                  <a:pt x="2730008" y="102254"/>
                  <a:pt x="2725141" y="99055"/>
                </a:cubicBezTo>
                <a:cubicBezTo>
                  <a:pt x="2720274" y="95856"/>
                  <a:pt x="2716504" y="91388"/>
                  <a:pt x="2713831" y="85653"/>
                </a:cubicBezTo>
                <a:cubicBezTo>
                  <a:pt x="2711157" y="79918"/>
                  <a:pt x="2709821" y="73326"/>
                  <a:pt x="2709821" y="65876"/>
                </a:cubicBezTo>
                <a:cubicBezTo>
                  <a:pt x="2709821" y="58610"/>
                  <a:pt x="2711032" y="52018"/>
                  <a:pt x="2713454" y="46100"/>
                </a:cubicBezTo>
                <a:cubicBezTo>
                  <a:pt x="2715876" y="40182"/>
                  <a:pt x="2719509" y="35646"/>
                  <a:pt x="2724353" y="32493"/>
                </a:cubicBezTo>
                <a:cubicBezTo>
                  <a:pt x="2729197" y="29339"/>
                  <a:pt x="2734613" y="27763"/>
                  <a:pt x="2740599" y="27763"/>
                </a:cubicBezTo>
                <a:cubicBezTo>
                  <a:pt x="2744987" y="27763"/>
                  <a:pt x="2748894" y="28688"/>
                  <a:pt x="2752321" y="30539"/>
                </a:cubicBezTo>
                <a:cubicBezTo>
                  <a:pt x="2755749" y="32390"/>
                  <a:pt x="2758537" y="34801"/>
                  <a:pt x="2760685" y="37771"/>
                </a:cubicBezTo>
                <a:lnTo>
                  <a:pt x="2760685" y="1714"/>
                </a:lnTo>
                <a:lnTo>
                  <a:pt x="2772955" y="1714"/>
                </a:lnTo>
                <a:lnTo>
                  <a:pt x="2772955" y="102208"/>
                </a:lnTo>
                <a:lnTo>
                  <a:pt x="2761507" y="102208"/>
                </a:lnTo>
                <a:moveTo>
                  <a:pt x="2722502" y="65876"/>
                </a:moveTo>
                <a:cubicBezTo>
                  <a:pt x="2722502" y="75199"/>
                  <a:pt x="2724467" y="82169"/>
                  <a:pt x="2728398" y="86784"/>
                </a:cubicBezTo>
                <a:cubicBezTo>
                  <a:pt x="2732328" y="91400"/>
                  <a:pt x="2736966" y="93708"/>
                  <a:pt x="2742313" y="93708"/>
                </a:cubicBezTo>
                <a:cubicBezTo>
                  <a:pt x="2747706" y="93708"/>
                  <a:pt x="2752287" y="91503"/>
                  <a:pt x="2756057" y="87093"/>
                </a:cubicBezTo>
                <a:cubicBezTo>
                  <a:pt x="2759828" y="82683"/>
                  <a:pt x="2761713" y="75953"/>
                  <a:pt x="2761713" y="66905"/>
                </a:cubicBezTo>
                <a:cubicBezTo>
                  <a:pt x="2761713" y="56942"/>
                  <a:pt x="2759793" y="49630"/>
                  <a:pt x="2755955" y="44969"/>
                </a:cubicBezTo>
                <a:cubicBezTo>
                  <a:pt x="2752116" y="40307"/>
                  <a:pt x="2747386" y="37977"/>
                  <a:pt x="2741765" y="37977"/>
                </a:cubicBezTo>
                <a:cubicBezTo>
                  <a:pt x="2736281" y="37977"/>
                  <a:pt x="2731699" y="40216"/>
                  <a:pt x="2728021" y="44695"/>
                </a:cubicBezTo>
                <a:cubicBezTo>
                  <a:pt x="2724342" y="49173"/>
                  <a:pt x="2722502" y="56234"/>
                  <a:pt x="2722502" y="65876"/>
                </a:cubicBezTo>
                <a:close/>
                <a:moveTo>
                  <a:pt x="2789832" y="108240"/>
                </a:moveTo>
                <a:lnTo>
                  <a:pt x="2801829" y="110023"/>
                </a:lnTo>
                <a:cubicBezTo>
                  <a:pt x="2802331" y="113724"/>
                  <a:pt x="2803725" y="116421"/>
                  <a:pt x="2806010" y="118112"/>
                </a:cubicBezTo>
                <a:cubicBezTo>
                  <a:pt x="2809072" y="120397"/>
                  <a:pt x="2813254" y="121539"/>
                  <a:pt x="2818555" y="121539"/>
                </a:cubicBezTo>
                <a:cubicBezTo>
                  <a:pt x="2824267" y="121539"/>
                  <a:pt x="2828677" y="120397"/>
                  <a:pt x="2831785" y="118112"/>
                </a:cubicBezTo>
                <a:cubicBezTo>
                  <a:pt x="2834893" y="115827"/>
                  <a:pt x="2836995" y="112628"/>
                  <a:pt x="2838092" y="108515"/>
                </a:cubicBezTo>
                <a:cubicBezTo>
                  <a:pt x="2838731" y="106001"/>
                  <a:pt x="2839028" y="100723"/>
                  <a:pt x="2838983" y="92680"/>
                </a:cubicBezTo>
                <a:cubicBezTo>
                  <a:pt x="2833590" y="99032"/>
                  <a:pt x="2826872" y="102208"/>
                  <a:pt x="2818829" y="102208"/>
                </a:cubicBezTo>
                <a:cubicBezTo>
                  <a:pt x="2808821" y="102208"/>
                  <a:pt x="2801075" y="98598"/>
                  <a:pt x="2795591" y="91377"/>
                </a:cubicBezTo>
                <a:cubicBezTo>
                  <a:pt x="2790107" y="84156"/>
                  <a:pt x="2787365" y="75496"/>
                  <a:pt x="2787365" y="65397"/>
                </a:cubicBezTo>
                <a:cubicBezTo>
                  <a:pt x="2787365" y="58450"/>
                  <a:pt x="2788621" y="52041"/>
                  <a:pt x="2791135" y="46168"/>
                </a:cubicBezTo>
                <a:cubicBezTo>
                  <a:pt x="2793648" y="40296"/>
                  <a:pt x="2797293" y="35760"/>
                  <a:pt x="2802069" y="32561"/>
                </a:cubicBezTo>
                <a:cubicBezTo>
                  <a:pt x="2806844" y="29362"/>
                  <a:pt x="2812454" y="27763"/>
                  <a:pt x="2818898" y="27763"/>
                </a:cubicBezTo>
                <a:cubicBezTo>
                  <a:pt x="2827489" y="27763"/>
                  <a:pt x="2834573" y="31236"/>
                  <a:pt x="2840148" y="38182"/>
                </a:cubicBezTo>
                <a:lnTo>
                  <a:pt x="2840148" y="29408"/>
                </a:lnTo>
                <a:lnTo>
                  <a:pt x="2851527" y="29408"/>
                </a:lnTo>
                <a:lnTo>
                  <a:pt x="2851527" y="92337"/>
                </a:lnTo>
                <a:cubicBezTo>
                  <a:pt x="2851527" y="103670"/>
                  <a:pt x="2850373" y="111702"/>
                  <a:pt x="2848066" y="116432"/>
                </a:cubicBezTo>
                <a:cubicBezTo>
                  <a:pt x="2845758" y="121162"/>
                  <a:pt x="2842102" y="124898"/>
                  <a:pt x="2837098" y="127640"/>
                </a:cubicBezTo>
                <a:cubicBezTo>
                  <a:pt x="2832093" y="130382"/>
                  <a:pt x="2825935" y="131753"/>
                  <a:pt x="2818623" y="131753"/>
                </a:cubicBezTo>
                <a:cubicBezTo>
                  <a:pt x="2809940" y="131753"/>
                  <a:pt x="2802925" y="129799"/>
                  <a:pt x="2797579" y="125892"/>
                </a:cubicBezTo>
                <a:cubicBezTo>
                  <a:pt x="2792232" y="121985"/>
                  <a:pt x="2789650" y="116101"/>
                  <a:pt x="2789832" y="108240"/>
                </a:cubicBezTo>
                <a:moveTo>
                  <a:pt x="2800046" y="64505"/>
                </a:moveTo>
                <a:cubicBezTo>
                  <a:pt x="2800046" y="74057"/>
                  <a:pt x="2801943" y="81026"/>
                  <a:pt x="2805736" y="85413"/>
                </a:cubicBezTo>
                <a:cubicBezTo>
                  <a:pt x="2809529" y="89800"/>
                  <a:pt x="2814282" y="91994"/>
                  <a:pt x="2819994" y="91994"/>
                </a:cubicBezTo>
                <a:cubicBezTo>
                  <a:pt x="2825661" y="91994"/>
                  <a:pt x="2830414" y="89812"/>
                  <a:pt x="2834253" y="85447"/>
                </a:cubicBezTo>
                <a:cubicBezTo>
                  <a:pt x="2838092" y="81083"/>
                  <a:pt x="2840011" y="74240"/>
                  <a:pt x="2840011" y="64917"/>
                </a:cubicBezTo>
                <a:cubicBezTo>
                  <a:pt x="2840011" y="56005"/>
                  <a:pt x="2838034" y="49287"/>
                  <a:pt x="2834081" y="44763"/>
                </a:cubicBezTo>
                <a:cubicBezTo>
                  <a:pt x="2830128" y="40239"/>
                  <a:pt x="2825364" y="37977"/>
                  <a:pt x="2819789" y="37977"/>
                </a:cubicBezTo>
                <a:cubicBezTo>
                  <a:pt x="2814305" y="37977"/>
                  <a:pt x="2809643" y="40205"/>
                  <a:pt x="2805805" y="44660"/>
                </a:cubicBezTo>
                <a:cubicBezTo>
                  <a:pt x="2801966" y="49116"/>
                  <a:pt x="2800046" y="55731"/>
                  <a:pt x="2800046" y="64505"/>
                </a:cubicBezTo>
                <a:close/>
                <a:moveTo>
                  <a:pt x="2919749" y="78764"/>
                </a:moveTo>
                <a:lnTo>
                  <a:pt x="2932499" y="80341"/>
                </a:lnTo>
                <a:cubicBezTo>
                  <a:pt x="2930488" y="87790"/>
                  <a:pt x="2926764" y="93571"/>
                  <a:pt x="2921325" y="97684"/>
                </a:cubicBezTo>
                <a:cubicBezTo>
                  <a:pt x="2915887" y="101797"/>
                  <a:pt x="2908941" y="103853"/>
                  <a:pt x="2900486" y="103853"/>
                </a:cubicBezTo>
                <a:cubicBezTo>
                  <a:pt x="2889838" y="103853"/>
                  <a:pt x="2881395" y="100574"/>
                  <a:pt x="2875157" y="94016"/>
                </a:cubicBezTo>
                <a:cubicBezTo>
                  <a:pt x="2868919" y="87458"/>
                  <a:pt x="2865800" y="78261"/>
                  <a:pt x="2865800" y="66425"/>
                </a:cubicBezTo>
                <a:cubicBezTo>
                  <a:pt x="2865800" y="54177"/>
                  <a:pt x="2868953" y="44672"/>
                  <a:pt x="2875260" y="37908"/>
                </a:cubicBezTo>
                <a:cubicBezTo>
                  <a:pt x="2881566" y="31145"/>
                  <a:pt x="2889747" y="27763"/>
                  <a:pt x="2899801" y="27763"/>
                </a:cubicBezTo>
                <a:cubicBezTo>
                  <a:pt x="2909535" y="27763"/>
                  <a:pt x="2917487" y="31076"/>
                  <a:pt x="2923656" y="37702"/>
                </a:cubicBezTo>
                <a:cubicBezTo>
                  <a:pt x="2929825" y="44329"/>
                  <a:pt x="2932910" y="53652"/>
                  <a:pt x="2932910" y="65671"/>
                </a:cubicBezTo>
                <a:cubicBezTo>
                  <a:pt x="2932910" y="66402"/>
                  <a:pt x="2932887" y="67499"/>
                  <a:pt x="2932842" y="68961"/>
                </a:cubicBezTo>
                <a:lnTo>
                  <a:pt x="2878550" y="68961"/>
                </a:lnTo>
                <a:cubicBezTo>
                  <a:pt x="2879007" y="76959"/>
                  <a:pt x="2881269" y="83083"/>
                  <a:pt x="2885337" y="87333"/>
                </a:cubicBezTo>
                <a:cubicBezTo>
                  <a:pt x="2889404" y="91583"/>
                  <a:pt x="2894477" y="93708"/>
                  <a:pt x="2900555" y="93708"/>
                </a:cubicBezTo>
                <a:cubicBezTo>
                  <a:pt x="2905079" y="93708"/>
                  <a:pt x="2908941" y="92520"/>
                  <a:pt x="2912140" y="90143"/>
                </a:cubicBezTo>
                <a:cubicBezTo>
                  <a:pt x="2915339" y="87767"/>
                  <a:pt x="2917875" y="83974"/>
                  <a:pt x="2919749" y="78764"/>
                </a:cubicBezTo>
                <a:moveTo>
                  <a:pt x="2879236" y="58816"/>
                </a:moveTo>
                <a:lnTo>
                  <a:pt x="2919886" y="58816"/>
                </a:lnTo>
                <a:cubicBezTo>
                  <a:pt x="2919337" y="52692"/>
                  <a:pt x="2917784" y="48099"/>
                  <a:pt x="2915224" y="45037"/>
                </a:cubicBezTo>
                <a:cubicBezTo>
                  <a:pt x="2911294" y="40285"/>
                  <a:pt x="2906199" y="37908"/>
                  <a:pt x="2899938" y="37908"/>
                </a:cubicBezTo>
                <a:cubicBezTo>
                  <a:pt x="2894271" y="37908"/>
                  <a:pt x="2889507" y="39805"/>
                  <a:pt x="2885645" y="43598"/>
                </a:cubicBezTo>
                <a:cubicBezTo>
                  <a:pt x="2881783" y="47391"/>
                  <a:pt x="2879647" y="52464"/>
                  <a:pt x="2879236" y="58816"/>
                </a:cubicBezTo>
                <a:close/>
                <a:moveTo>
                  <a:pt x="2950954" y="102208"/>
                </a:moveTo>
                <a:lnTo>
                  <a:pt x="2950954" y="88155"/>
                </a:lnTo>
                <a:lnTo>
                  <a:pt x="2965007" y="88155"/>
                </a:lnTo>
                <a:lnTo>
                  <a:pt x="2965007" y="102208"/>
                </a:lnTo>
                <a:cubicBezTo>
                  <a:pt x="2965007" y="107372"/>
                  <a:pt x="2964093" y="111542"/>
                  <a:pt x="2962265" y="114718"/>
                </a:cubicBezTo>
                <a:cubicBezTo>
                  <a:pt x="2960437" y="117894"/>
                  <a:pt x="2957535" y="120351"/>
                  <a:pt x="2953559" y="122087"/>
                </a:cubicBezTo>
                <a:lnTo>
                  <a:pt x="2950131" y="116809"/>
                </a:lnTo>
                <a:cubicBezTo>
                  <a:pt x="2952736" y="115667"/>
                  <a:pt x="2954656" y="113987"/>
                  <a:pt x="2955889" y="111771"/>
                </a:cubicBezTo>
                <a:cubicBezTo>
                  <a:pt x="2957123" y="109554"/>
                  <a:pt x="2957809" y="106367"/>
                  <a:pt x="2957946" y="102208"/>
                </a:cubicBezTo>
                <a:lnTo>
                  <a:pt x="2950954" y="102208"/>
                </a:lnTo>
                <a:close/>
                <a:moveTo>
                  <a:pt x="3019814" y="80478"/>
                </a:moveTo>
                <a:lnTo>
                  <a:pt x="3032016" y="78558"/>
                </a:lnTo>
                <a:cubicBezTo>
                  <a:pt x="3032701" y="83448"/>
                  <a:pt x="3034609" y="87196"/>
                  <a:pt x="3037740" y="89800"/>
                </a:cubicBezTo>
                <a:cubicBezTo>
                  <a:pt x="3040870" y="92405"/>
                  <a:pt x="3045246" y="93708"/>
                  <a:pt x="3050867" y="93708"/>
                </a:cubicBezTo>
                <a:cubicBezTo>
                  <a:pt x="3056534" y="93708"/>
                  <a:pt x="3060738" y="92554"/>
                  <a:pt x="3063480" y="90246"/>
                </a:cubicBezTo>
                <a:cubicBezTo>
                  <a:pt x="3066222" y="87938"/>
                  <a:pt x="3067593" y="85230"/>
                  <a:pt x="3067593" y="82123"/>
                </a:cubicBezTo>
                <a:cubicBezTo>
                  <a:pt x="3067593" y="79335"/>
                  <a:pt x="3066382" y="77142"/>
                  <a:pt x="3063960" y="75542"/>
                </a:cubicBezTo>
                <a:cubicBezTo>
                  <a:pt x="3062269" y="74445"/>
                  <a:pt x="3058065" y="73051"/>
                  <a:pt x="3051347" y="71360"/>
                </a:cubicBezTo>
                <a:cubicBezTo>
                  <a:pt x="3042298" y="69075"/>
                  <a:pt x="3036026" y="67099"/>
                  <a:pt x="3032530" y="65431"/>
                </a:cubicBezTo>
                <a:cubicBezTo>
                  <a:pt x="3029034" y="63763"/>
                  <a:pt x="3026383" y="61455"/>
                  <a:pt x="3024578" y="58507"/>
                </a:cubicBezTo>
                <a:cubicBezTo>
                  <a:pt x="3022773" y="55560"/>
                  <a:pt x="3021871" y="52304"/>
                  <a:pt x="3021871" y="48739"/>
                </a:cubicBezTo>
                <a:cubicBezTo>
                  <a:pt x="3021871" y="45494"/>
                  <a:pt x="3022613" y="42490"/>
                  <a:pt x="3024098" y="39725"/>
                </a:cubicBezTo>
                <a:cubicBezTo>
                  <a:pt x="3025584" y="36960"/>
                  <a:pt x="3027606" y="34663"/>
                  <a:pt x="3030165" y="32835"/>
                </a:cubicBezTo>
                <a:cubicBezTo>
                  <a:pt x="3032084" y="31419"/>
                  <a:pt x="3034701" y="30219"/>
                  <a:pt x="3038014" y="29237"/>
                </a:cubicBezTo>
                <a:cubicBezTo>
                  <a:pt x="3041327" y="28254"/>
                  <a:pt x="3044880" y="27763"/>
                  <a:pt x="3048674" y="27763"/>
                </a:cubicBezTo>
                <a:cubicBezTo>
                  <a:pt x="3054386" y="27763"/>
                  <a:pt x="3059402" y="28585"/>
                  <a:pt x="3063720" y="30231"/>
                </a:cubicBezTo>
                <a:cubicBezTo>
                  <a:pt x="3068039" y="31876"/>
                  <a:pt x="3071226" y="34104"/>
                  <a:pt x="3073283" y="36914"/>
                </a:cubicBezTo>
                <a:cubicBezTo>
                  <a:pt x="3075339" y="39725"/>
                  <a:pt x="3076756" y="43484"/>
                  <a:pt x="3077533" y="48191"/>
                </a:cubicBezTo>
                <a:lnTo>
                  <a:pt x="3065468" y="49836"/>
                </a:lnTo>
                <a:cubicBezTo>
                  <a:pt x="3064920" y="46088"/>
                  <a:pt x="3063332" y="43164"/>
                  <a:pt x="3060704" y="41061"/>
                </a:cubicBezTo>
                <a:cubicBezTo>
                  <a:pt x="3058076" y="38959"/>
                  <a:pt x="3054363" y="37908"/>
                  <a:pt x="3049565" y="37908"/>
                </a:cubicBezTo>
                <a:cubicBezTo>
                  <a:pt x="3043898" y="37908"/>
                  <a:pt x="3039853" y="38845"/>
                  <a:pt x="3037431" y="40719"/>
                </a:cubicBezTo>
                <a:cubicBezTo>
                  <a:pt x="3035009" y="42592"/>
                  <a:pt x="3033798" y="44786"/>
                  <a:pt x="3033798" y="47299"/>
                </a:cubicBezTo>
                <a:cubicBezTo>
                  <a:pt x="3033798" y="48899"/>
                  <a:pt x="3034301" y="50338"/>
                  <a:pt x="3035306" y="51618"/>
                </a:cubicBezTo>
                <a:cubicBezTo>
                  <a:pt x="3036312" y="52943"/>
                  <a:pt x="3037888" y="54040"/>
                  <a:pt x="3040036" y="54908"/>
                </a:cubicBezTo>
                <a:cubicBezTo>
                  <a:pt x="3041270" y="55365"/>
                  <a:pt x="3044903" y="56417"/>
                  <a:pt x="3050936" y="58062"/>
                </a:cubicBezTo>
                <a:cubicBezTo>
                  <a:pt x="3059664" y="60392"/>
                  <a:pt x="3065754" y="62300"/>
                  <a:pt x="3069204" y="63786"/>
                </a:cubicBezTo>
                <a:cubicBezTo>
                  <a:pt x="3072655" y="65271"/>
                  <a:pt x="3075362" y="67430"/>
                  <a:pt x="3077327" y="70264"/>
                </a:cubicBezTo>
                <a:cubicBezTo>
                  <a:pt x="3079293" y="73097"/>
                  <a:pt x="3080275" y="76616"/>
                  <a:pt x="3080275" y="80820"/>
                </a:cubicBezTo>
                <a:cubicBezTo>
                  <a:pt x="3080275" y="84933"/>
                  <a:pt x="3079075" y="88806"/>
                  <a:pt x="3076676" y="92440"/>
                </a:cubicBezTo>
                <a:cubicBezTo>
                  <a:pt x="3074277" y="96073"/>
                  <a:pt x="3070815" y="98883"/>
                  <a:pt x="3066291" y="100871"/>
                </a:cubicBezTo>
                <a:cubicBezTo>
                  <a:pt x="3061767" y="102859"/>
                  <a:pt x="3056648" y="103853"/>
                  <a:pt x="3050936" y="103853"/>
                </a:cubicBezTo>
                <a:cubicBezTo>
                  <a:pt x="3041476" y="103853"/>
                  <a:pt x="3034267" y="101888"/>
                  <a:pt x="3029308" y="97958"/>
                </a:cubicBezTo>
                <a:cubicBezTo>
                  <a:pt x="3024350" y="94028"/>
                  <a:pt x="3021185" y="88201"/>
                  <a:pt x="3019814" y="80478"/>
                </a:cubicBezTo>
                <a:close/>
                <a:moveTo>
                  <a:pt x="3090113" y="65808"/>
                </a:moveTo>
                <a:cubicBezTo>
                  <a:pt x="3090113" y="52326"/>
                  <a:pt x="3093860" y="42341"/>
                  <a:pt x="3101355" y="35852"/>
                </a:cubicBezTo>
                <a:cubicBezTo>
                  <a:pt x="3107616" y="30459"/>
                  <a:pt x="3115248" y="27763"/>
                  <a:pt x="3124251" y="27763"/>
                </a:cubicBezTo>
                <a:cubicBezTo>
                  <a:pt x="3134259" y="27763"/>
                  <a:pt x="3142439" y="31042"/>
                  <a:pt x="3148791" y="37600"/>
                </a:cubicBezTo>
                <a:cubicBezTo>
                  <a:pt x="3155144" y="44158"/>
                  <a:pt x="3158320" y="53218"/>
                  <a:pt x="3158320" y="64780"/>
                </a:cubicBezTo>
                <a:cubicBezTo>
                  <a:pt x="3158320" y="74148"/>
                  <a:pt x="3156915" y="81517"/>
                  <a:pt x="3154104" y="86887"/>
                </a:cubicBezTo>
                <a:cubicBezTo>
                  <a:pt x="3151293" y="92257"/>
                  <a:pt x="3147203" y="96427"/>
                  <a:pt x="3141834" y="99397"/>
                </a:cubicBezTo>
                <a:cubicBezTo>
                  <a:pt x="3136464" y="102368"/>
                  <a:pt x="3130603" y="103853"/>
                  <a:pt x="3124251" y="103853"/>
                </a:cubicBezTo>
                <a:cubicBezTo>
                  <a:pt x="3114059" y="103853"/>
                  <a:pt x="3105822" y="100586"/>
                  <a:pt x="3099538" y="94051"/>
                </a:cubicBezTo>
                <a:cubicBezTo>
                  <a:pt x="3093255" y="87515"/>
                  <a:pt x="3090113" y="78101"/>
                  <a:pt x="3090113" y="65808"/>
                </a:cubicBezTo>
                <a:moveTo>
                  <a:pt x="3102794" y="65808"/>
                </a:moveTo>
                <a:cubicBezTo>
                  <a:pt x="3102794" y="75131"/>
                  <a:pt x="3104828" y="82111"/>
                  <a:pt x="3108895" y="86750"/>
                </a:cubicBezTo>
                <a:cubicBezTo>
                  <a:pt x="3112963" y="91388"/>
                  <a:pt x="3118081" y="93708"/>
                  <a:pt x="3124251" y="93708"/>
                </a:cubicBezTo>
                <a:cubicBezTo>
                  <a:pt x="3130374" y="93708"/>
                  <a:pt x="3135470" y="91377"/>
                  <a:pt x="3139537" y="86716"/>
                </a:cubicBezTo>
                <a:cubicBezTo>
                  <a:pt x="3143604" y="82054"/>
                  <a:pt x="3145638" y="74948"/>
                  <a:pt x="3145638" y="65397"/>
                </a:cubicBezTo>
                <a:cubicBezTo>
                  <a:pt x="3145638" y="56394"/>
                  <a:pt x="3143593" y="49573"/>
                  <a:pt x="3139503" y="44934"/>
                </a:cubicBezTo>
                <a:cubicBezTo>
                  <a:pt x="3135413" y="40296"/>
                  <a:pt x="3130329" y="37977"/>
                  <a:pt x="3124251" y="37977"/>
                </a:cubicBezTo>
                <a:cubicBezTo>
                  <a:pt x="3118081" y="37977"/>
                  <a:pt x="3112963" y="40285"/>
                  <a:pt x="3108895" y="44900"/>
                </a:cubicBezTo>
                <a:cubicBezTo>
                  <a:pt x="3104828" y="49516"/>
                  <a:pt x="3102794" y="56485"/>
                  <a:pt x="3102794" y="65808"/>
                </a:cubicBezTo>
                <a:close/>
                <a:moveTo>
                  <a:pt x="3175472" y="102208"/>
                </a:moveTo>
                <a:lnTo>
                  <a:pt x="3175472" y="39005"/>
                </a:lnTo>
                <a:lnTo>
                  <a:pt x="3164573" y="39005"/>
                </a:lnTo>
                <a:lnTo>
                  <a:pt x="3164573" y="29408"/>
                </a:lnTo>
                <a:lnTo>
                  <a:pt x="3175472" y="29408"/>
                </a:lnTo>
                <a:lnTo>
                  <a:pt x="3175472" y="21662"/>
                </a:lnTo>
                <a:cubicBezTo>
                  <a:pt x="3175472" y="16772"/>
                  <a:pt x="3175906" y="13139"/>
                  <a:pt x="3176775" y="10762"/>
                </a:cubicBezTo>
                <a:cubicBezTo>
                  <a:pt x="3177963" y="7563"/>
                  <a:pt x="3180054" y="4970"/>
                  <a:pt x="3183047" y="2982"/>
                </a:cubicBezTo>
                <a:cubicBezTo>
                  <a:pt x="3186040" y="994"/>
                  <a:pt x="3190233" y="0"/>
                  <a:pt x="3195626" y="0"/>
                </a:cubicBezTo>
                <a:cubicBezTo>
                  <a:pt x="3199099" y="0"/>
                  <a:pt x="3202938" y="411"/>
                  <a:pt x="3207142" y="1234"/>
                </a:cubicBezTo>
                <a:lnTo>
                  <a:pt x="3205292" y="11996"/>
                </a:lnTo>
                <a:cubicBezTo>
                  <a:pt x="3202732" y="11539"/>
                  <a:pt x="3200310" y="11311"/>
                  <a:pt x="3198025" y="11311"/>
                </a:cubicBezTo>
                <a:cubicBezTo>
                  <a:pt x="3194278" y="11311"/>
                  <a:pt x="3191627" y="12110"/>
                  <a:pt x="3190073" y="13710"/>
                </a:cubicBezTo>
                <a:cubicBezTo>
                  <a:pt x="3188520" y="15309"/>
                  <a:pt x="3187743" y="18303"/>
                  <a:pt x="3187743" y="22690"/>
                </a:cubicBezTo>
                <a:lnTo>
                  <a:pt x="3187743" y="29408"/>
                </a:lnTo>
                <a:lnTo>
                  <a:pt x="3201933" y="29408"/>
                </a:lnTo>
                <a:lnTo>
                  <a:pt x="3201933" y="39005"/>
                </a:lnTo>
                <a:lnTo>
                  <a:pt x="3187743" y="39005"/>
                </a:lnTo>
                <a:lnTo>
                  <a:pt x="3187743" y="102208"/>
                </a:lnTo>
                <a:lnTo>
                  <a:pt x="3175472" y="102208"/>
                </a:lnTo>
                <a:close/>
                <a:moveTo>
                  <a:pt x="3258538" y="93228"/>
                </a:moveTo>
                <a:cubicBezTo>
                  <a:pt x="3253968" y="97112"/>
                  <a:pt x="3249569" y="99854"/>
                  <a:pt x="3245342" y="101454"/>
                </a:cubicBezTo>
                <a:cubicBezTo>
                  <a:pt x="3241115" y="103053"/>
                  <a:pt x="3236579" y="103853"/>
                  <a:pt x="3231735" y="103853"/>
                </a:cubicBezTo>
                <a:cubicBezTo>
                  <a:pt x="3223738" y="103853"/>
                  <a:pt x="3217591" y="101899"/>
                  <a:pt x="3213295" y="97992"/>
                </a:cubicBezTo>
                <a:cubicBezTo>
                  <a:pt x="3208999" y="94085"/>
                  <a:pt x="3206851" y="89092"/>
                  <a:pt x="3206851" y="83014"/>
                </a:cubicBezTo>
                <a:cubicBezTo>
                  <a:pt x="3206851" y="79449"/>
                  <a:pt x="3207663" y="76193"/>
                  <a:pt x="3209285" y="73246"/>
                </a:cubicBezTo>
                <a:cubicBezTo>
                  <a:pt x="3210907" y="70298"/>
                  <a:pt x="3213032" y="67933"/>
                  <a:pt x="3215660" y="66151"/>
                </a:cubicBezTo>
                <a:cubicBezTo>
                  <a:pt x="3218288" y="64368"/>
                  <a:pt x="3221247" y="63020"/>
                  <a:pt x="3224537" y="62106"/>
                </a:cubicBezTo>
                <a:cubicBezTo>
                  <a:pt x="3226959" y="61466"/>
                  <a:pt x="3230615" y="60849"/>
                  <a:pt x="3235505" y="60255"/>
                </a:cubicBezTo>
                <a:cubicBezTo>
                  <a:pt x="3245468" y="59067"/>
                  <a:pt x="3252803" y="57650"/>
                  <a:pt x="3257510" y="56005"/>
                </a:cubicBezTo>
                <a:cubicBezTo>
                  <a:pt x="3257555" y="54314"/>
                  <a:pt x="3257578" y="53240"/>
                  <a:pt x="3257578" y="52783"/>
                </a:cubicBezTo>
                <a:cubicBezTo>
                  <a:pt x="3257578" y="47756"/>
                  <a:pt x="3256413" y="44215"/>
                  <a:pt x="3254082" y="42158"/>
                </a:cubicBezTo>
                <a:cubicBezTo>
                  <a:pt x="3250929" y="39371"/>
                  <a:pt x="3246245" y="37977"/>
                  <a:pt x="3240030" y="37977"/>
                </a:cubicBezTo>
                <a:cubicBezTo>
                  <a:pt x="3234226" y="37977"/>
                  <a:pt x="3229941" y="38993"/>
                  <a:pt x="3227176" y="41027"/>
                </a:cubicBezTo>
                <a:cubicBezTo>
                  <a:pt x="3224412" y="43061"/>
                  <a:pt x="3222367" y="46660"/>
                  <a:pt x="3221041" y="51824"/>
                </a:cubicBezTo>
                <a:lnTo>
                  <a:pt x="3208976" y="50179"/>
                </a:lnTo>
                <a:cubicBezTo>
                  <a:pt x="3210073" y="45014"/>
                  <a:pt x="3211878" y="40844"/>
                  <a:pt x="3214392" y="37668"/>
                </a:cubicBezTo>
                <a:cubicBezTo>
                  <a:pt x="3216905" y="34492"/>
                  <a:pt x="3220539" y="32047"/>
                  <a:pt x="3225291" y="30333"/>
                </a:cubicBezTo>
                <a:cubicBezTo>
                  <a:pt x="3230044" y="28620"/>
                  <a:pt x="3235551" y="27763"/>
                  <a:pt x="3241812" y="27763"/>
                </a:cubicBezTo>
                <a:cubicBezTo>
                  <a:pt x="3248027" y="27763"/>
                  <a:pt x="3253077" y="28494"/>
                  <a:pt x="3256961" y="29956"/>
                </a:cubicBezTo>
                <a:cubicBezTo>
                  <a:pt x="3260846" y="31419"/>
                  <a:pt x="3263702" y="33258"/>
                  <a:pt x="3265530" y="35475"/>
                </a:cubicBezTo>
                <a:cubicBezTo>
                  <a:pt x="3267358" y="37691"/>
                  <a:pt x="3268638" y="40490"/>
                  <a:pt x="3269369" y="43872"/>
                </a:cubicBezTo>
                <a:cubicBezTo>
                  <a:pt x="3269780" y="45974"/>
                  <a:pt x="3269986" y="49767"/>
                  <a:pt x="3269986" y="55251"/>
                </a:cubicBezTo>
                <a:lnTo>
                  <a:pt x="3269986" y="71703"/>
                </a:lnTo>
                <a:cubicBezTo>
                  <a:pt x="3269986" y="83174"/>
                  <a:pt x="3270249" y="90429"/>
                  <a:pt x="3270774" y="93468"/>
                </a:cubicBezTo>
                <a:cubicBezTo>
                  <a:pt x="3271300" y="96507"/>
                  <a:pt x="3272339" y="99420"/>
                  <a:pt x="3273893" y="102208"/>
                </a:cubicBezTo>
                <a:lnTo>
                  <a:pt x="3261006" y="102208"/>
                </a:lnTo>
                <a:cubicBezTo>
                  <a:pt x="3259726" y="99649"/>
                  <a:pt x="3258904" y="96655"/>
                  <a:pt x="3258538" y="93228"/>
                </a:cubicBezTo>
                <a:moveTo>
                  <a:pt x="3257510" y="65671"/>
                </a:moveTo>
                <a:cubicBezTo>
                  <a:pt x="3253031" y="67499"/>
                  <a:pt x="3246313" y="69053"/>
                  <a:pt x="3237356" y="70332"/>
                </a:cubicBezTo>
                <a:cubicBezTo>
                  <a:pt x="3232283" y="71063"/>
                  <a:pt x="3228696" y="71886"/>
                  <a:pt x="3226594" y="72800"/>
                </a:cubicBezTo>
                <a:cubicBezTo>
                  <a:pt x="3224492" y="73714"/>
                  <a:pt x="3222869" y="75051"/>
                  <a:pt x="3221727" y="76810"/>
                </a:cubicBezTo>
                <a:cubicBezTo>
                  <a:pt x="3220584" y="78570"/>
                  <a:pt x="3220013" y="80523"/>
                  <a:pt x="3220013" y="82671"/>
                </a:cubicBezTo>
                <a:cubicBezTo>
                  <a:pt x="3220013" y="85962"/>
                  <a:pt x="3221258" y="88704"/>
                  <a:pt x="3223749" y="90897"/>
                </a:cubicBezTo>
                <a:cubicBezTo>
                  <a:pt x="3226240" y="93091"/>
                  <a:pt x="3229884" y="94188"/>
                  <a:pt x="3234683" y="94188"/>
                </a:cubicBezTo>
                <a:cubicBezTo>
                  <a:pt x="3239435" y="94188"/>
                  <a:pt x="3243663" y="93148"/>
                  <a:pt x="3247364" y="91069"/>
                </a:cubicBezTo>
                <a:cubicBezTo>
                  <a:pt x="3251066" y="88989"/>
                  <a:pt x="3253785" y="86144"/>
                  <a:pt x="3255522" y="82534"/>
                </a:cubicBezTo>
                <a:cubicBezTo>
                  <a:pt x="3256847" y="79746"/>
                  <a:pt x="3257510" y="75633"/>
                  <a:pt x="3257510" y="70195"/>
                </a:cubicBezTo>
                <a:lnTo>
                  <a:pt x="3257510" y="65671"/>
                </a:lnTo>
                <a:close/>
                <a:moveTo>
                  <a:pt x="3292073" y="102208"/>
                </a:moveTo>
                <a:lnTo>
                  <a:pt x="3292073" y="88155"/>
                </a:lnTo>
                <a:lnTo>
                  <a:pt x="3306126" y="88155"/>
                </a:lnTo>
                <a:lnTo>
                  <a:pt x="3306126" y="102208"/>
                </a:lnTo>
                <a:cubicBezTo>
                  <a:pt x="3306126" y="107372"/>
                  <a:pt x="3305212" y="111542"/>
                  <a:pt x="3303384" y="114718"/>
                </a:cubicBezTo>
                <a:cubicBezTo>
                  <a:pt x="3301556" y="117894"/>
                  <a:pt x="3298654" y="120351"/>
                  <a:pt x="3294678" y="122087"/>
                </a:cubicBezTo>
                <a:lnTo>
                  <a:pt x="3291250" y="116809"/>
                </a:lnTo>
                <a:cubicBezTo>
                  <a:pt x="3293855" y="115667"/>
                  <a:pt x="3295775" y="113987"/>
                  <a:pt x="3297009" y="111771"/>
                </a:cubicBezTo>
                <a:cubicBezTo>
                  <a:pt x="3298243" y="109554"/>
                  <a:pt x="3298928" y="106367"/>
                  <a:pt x="3299065" y="102208"/>
                </a:cubicBezTo>
                <a:lnTo>
                  <a:pt x="3292073" y="102208"/>
                </a:lnTo>
                <a:close/>
                <a:moveTo>
                  <a:pt x="3413101" y="102208"/>
                </a:moveTo>
                <a:lnTo>
                  <a:pt x="3413101" y="93022"/>
                </a:lnTo>
                <a:cubicBezTo>
                  <a:pt x="3408485" y="100243"/>
                  <a:pt x="3401698" y="103853"/>
                  <a:pt x="3392741" y="103853"/>
                </a:cubicBezTo>
                <a:cubicBezTo>
                  <a:pt x="3386937" y="103853"/>
                  <a:pt x="3381602" y="102254"/>
                  <a:pt x="3376735" y="99055"/>
                </a:cubicBezTo>
                <a:cubicBezTo>
                  <a:pt x="3371868" y="95856"/>
                  <a:pt x="3368098" y="91388"/>
                  <a:pt x="3365424" y="85653"/>
                </a:cubicBezTo>
                <a:cubicBezTo>
                  <a:pt x="3362751" y="79918"/>
                  <a:pt x="3361414" y="73326"/>
                  <a:pt x="3361414" y="65876"/>
                </a:cubicBezTo>
                <a:cubicBezTo>
                  <a:pt x="3361414" y="58610"/>
                  <a:pt x="3362625" y="52018"/>
                  <a:pt x="3365047" y="46100"/>
                </a:cubicBezTo>
                <a:cubicBezTo>
                  <a:pt x="3367469" y="40182"/>
                  <a:pt x="3371102" y="35646"/>
                  <a:pt x="3375947" y="32493"/>
                </a:cubicBezTo>
                <a:cubicBezTo>
                  <a:pt x="3380791" y="29339"/>
                  <a:pt x="3386206" y="27763"/>
                  <a:pt x="3392193" y="27763"/>
                </a:cubicBezTo>
                <a:cubicBezTo>
                  <a:pt x="3396580" y="27763"/>
                  <a:pt x="3400487" y="28688"/>
                  <a:pt x="3403915" y="30539"/>
                </a:cubicBezTo>
                <a:cubicBezTo>
                  <a:pt x="3407342" y="32390"/>
                  <a:pt x="3410130" y="34801"/>
                  <a:pt x="3412278" y="37771"/>
                </a:cubicBezTo>
                <a:lnTo>
                  <a:pt x="3412278" y="1714"/>
                </a:lnTo>
                <a:lnTo>
                  <a:pt x="3424548" y="1714"/>
                </a:lnTo>
                <a:lnTo>
                  <a:pt x="3424548" y="102208"/>
                </a:lnTo>
                <a:lnTo>
                  <a:pt x="3413101" y="102208"/>
                </a:lnTo>
                <a:moveTo>
                  <a:pt x="3374096" y="65876"/>
                </a:moveTo>
                <a:cubicBezTo>
                  <a:pt x="3374096" y="75199"/>
                  <a:pt x="3376061" y="82169"/>
                  <a:pt x="3379991" y="86784"/>
                </a:cubicBezTo>
                <a:cubicBezTo>
                  <a:pt x="3383921" y="91400"/>
                  <a:pt x="3388560" y="93708"/>
                  <a:pt x="3393907" y="93708"/>
                </a:cubicBezTo>
                <a:cubicBezTo>
                  <a:pt x="3399299" y="93708"/>
                  <a:pt x="3403881" y="91503"/>
                  <a:pt x="3407651" y="87093"/>
                </a:cubicBezTo>
                <a:cubicBezTo>
                  <a:pt x="3411421" y="82683"/>
                  <a:pt x="3413306" y="75953"/>
                  <a:pt x="3413306" y="66905"/>
                </a:cubicBezTo>
                <a:cubicBezTo>
                  <a:pt x="3413306" y="56942"/>
                  <a:pt x="3411387" y="49630"/>
                  <a:pt x="3407548" y="44969"/>
                </a:cubicBezTo>
                <a:cubicBezTo>
                  <a:pt x="3403709" y="40307"/>
                  <a:pt x="3398979" y="37977"/>
                  <a:pt x="3393358" y="37977"/>
                </a:cubicBezTo>
                <a:cubicBezTo>
                  <a:pt x="3387874" y="37977"/>
                  <a:pt x="3383293" y="40216"/>
                  <a:pt x="3379614" y="44695"/>
                </a:cubicBezTo>
                <a:cubicBezTo>
                  <a:pt x="3375935" y="49173"/>
                  <a:pt x="3374096" y="56234"/>
                  <a:pt x="3374096" y="65876"/>
                </a:cubicBezTo>
                <a:close/>
                <a:moveTo>
                  <a:pt x="3443757" y="15904"/>
                </a:moveTo>
                <a:lnTo>
                  <a:pt x="3443757" y="1714"/>
                </a:lnTo>
                <a:lnTo>
                  <a:pt x="3456096" y="1714"/>
                </a:lnTo>
                <a:lnTo>
                  <a:pt x="3456096" y="15904"/>
                </a:lnTo>
                <a:lnTo>
                  <a:pt x="3443757" y="15904"/>
                </a:lnTo>
                <a:moveTo>
                  <a:pt x="3443757" y="102208"/>
                </a:moveTo>
                <a:lnTo>
                  <a:pt x="3443757" y="29408"/>
                </a:lnTo>
                <a:lnTo>
                  <a:pt x="3456096" y="29408"/>
                </a:lnTo>
                <a:lnTo>
                  <a:pt x="3456096" y="102208"/>
                </a:lnTo>
                <a:lnTo>
                  <a:pt x="3443757" y="102208"/>
                </a:lnTo>
                <a:close/>
                <a:moveTo>
                  <a:pt x="3470242" y="80478"/>
                </a:moveTo>
                <a:lnTo>
                  <a:pt x="3482444" y="78558"/>
                </a:lnTo>
                <a:cubicBezTo>
                  <a:pt x="3483129" y="83448"/>
                  <a:pt x="3485037" y="87196"/>
                  <a:pt x="3488168" y="89800"/>
                </a:cubicBezTo>
                <a:cubicBezTo>
                  <a:pt x="3491298" y="92405"/>
                  <a:pt x="3495674" y="93708"/>
                  <a:pt x="3501295" y="93708"/>
                </a:cubicBezTo>
                <a:cubicBezTo>
                  <a:pt x="3506962" y="93708"/>
                  <a:pt x="3511166" y="92554"/>
                  <a:pt x="3513908" y="90246"/>
                </a:cubicBezTo>
                <a:cubicBezTo>
                  <a:pt x="3516650" y="87938"/>
                  <a:pt x="3518021" y="85230"/>
                  <a:pt x="3518021" y="82123"/>
                </a:cubicBezTo>
                <a:cubicBezTo>
                  <a:pt x="3518021" y="79335"/>
                  <a:pt x="3516810" y="77142"/>
                  <a:pt x="3514388" y="75542"/>
                </a:cubicBezTo>
                <a:cubicBezTo>
                  <a:pt x="3512697" y="74445"/>
                  <a:pt x="3508493" y="73051"/>
                  <a:pt x="3501775" y="71360"/>
                </a:cubicBezTo>
                <a:cubicBezTo>
                  <a:pt x="3492726" y="69075"/>
                  <a:pt x="3486454" y="67099"/>
                  <a:pt x="3482958" y="65431"/>
                </a:cubicBezTo>
                <a:cubicBezTo>
                  <a:pt x="3479462" y="63763"/>
                  <a:pt x="3476811" y="61455"/>
                  <a:pt x="3475006" y="58507"/>
                </a:cubicBezTo>
                <a:cubicBezTo>
                  <a:pt x="3473201" y="55560"/>
                  <a:pt x="3472298" y="52304"/>
                  <a:pt x="3472298" y="48739"/>
                </a:cubicBezTo>
                <a:cubicBezTo>
                  <a:pt x="3472298" y="45494"/>
                  <a:pt x="3473041" y="42490"/>
                  <a:pt x="3474526" y="39725"/>
                </a:cubicBezTo>
                <a:cubicBezTo>
                  <a:pt x="3476011" y="36960"/>
                  <a:pt x="3478034" y="34663"/>
                  <a:pt x="3480593" y="32835"/>
                </a:cubicBezTo>
                <a:cubicBezTo>
                  <a:pt x="3482512" y="31419"/>
                  <a:pt x="3485129" y="30219"/>
                  <a:pt x="3488442" y="29237"/>
                </a:cubicBezTo>
                <a:cubicBezTo>
                  <a:pt x="3491755" y="28254"/>
                  <a:pt x="3495308" y="27763"/>
                  <a:pt x="3499101" y="27763"/>
                </a:cubicBezTo>
                <a:cubicBezTo>
                  <a:pt x="3504814" y="27763"/>
                  <a:pt x="3509829" y="28585"/>
                  <a:pt x="3514148" y="30231"/>
                </a:cubicBezTo>
                <a:cubicBezTo>
                  <a:pt x="3518467" y="31876"/>
                  <a:pt x="3521654" y="34104"/>
                  <a:pt x="3523711" y="36914"/>
                </a:cubicBezTo>
                <a:cubicBezTo>
                  <a:pt x="3525767" y="39725"/>
                  <a:pt x="3527184" y="43484"/>
                  <a:pt x="3527961" y="48191"/>
                </a:cubicBezTo>
                <a:lnTo>
                  <a:pt x="3515896" y="49836"/>
                </a:lnTo>
                <a:cubicBezTo>
                  <a:pt x="3515348" y="46088"/>
                  <a:pt x="3513760" y="43164"/>
                  <a:pt x="3511132" y="41061"/>
                </a:cubicBezTo>
                <a:cubicBezTo>
                  <a:pt x="3508504" y="38959"/>
                  <a:pt x="3504791" y="37908"/>
                  <a:pt x="3499992" y="37908"/>
                </a:cubicBezTo>
                <a:cubicBezTo>
                  <a:pt x="3494326" y="37908"/>
                  <a:pt x="3490281" y="38845"/>
                  <a:pt x="3487859" y="40719"/>
                </a:cubicBezTo>
                <a:cubicBezTo>
                  <a:pt x="3485437" y="42592"/>
                  <a:pt x="3484226" y="44786"/>
                  <a:pt x="3484226" y="47299"/>
                </a:cubicBezTo>
                <a:cubicBezTo>
                  <a:pt x="3484226" y="48899"/>
                  <a:pt x="3484729" y="50338"/>
                  <a:pt x="3485734" y="51618"/>
                </a:cubicBezTo>
                <a:cubicBezTo>
                  <a:pt x="3486739" y="52943"/>
                  <a:pt x="3488316" y="54040"/>
                  <a:pt x="3490464" y="54908"/>
                </a:cubicBezTo>
                <a:cubicBezTo>
                  <a:pt x="3491698" y="55365"/>
                  <a:pt x="3495331" y="56417"/>
                  <a:pt x="3501363" y="58062"/>
                </a:cubicBezTo>
                <a:cubicBezTo>
                  <a:pt x="3510092" y="60392"/>
                  <a:pt x="3516182" y="62300"/>
                  <a:pt x="3519632" y="63786"/>
                </a:cubicBezTo>
                <a:cubicBezTo>
                  <a:pt x="3523082" y="65271"/>
                  <a:pt x="3525790" y="67430"/>
                  <a:pt x="3527755" y="70264"/>
                </a:cubicBezTo>
                <a:cubicBezTo>
                  <a:pt x="3529720" y="73097"/>
                  <a:pt x="3530703" y="76616"/>
                  <a:pt x="3530703" y="80820"/>
                </a:cubicBezTo>
                <a:cubicBezTo>
                  <a:pt x="3530703" y="84933"/>
                  <a:pt x="3529503" y="88806"/>
                  <a:pt x="3527104" y="92440"/>
                </a:cubicBezTo>
                <a:cubicBezTo>
                  <a:pt x="3524705" y="96073"/>
                  <a:pt x="3521243" y="98883"/>
                  <a:pt x="3516719" y="100871"/>
                </a:cubicBezTo>
                <a:cubicBezTo>
                  <a:pt x="3512194" y="102859"/>
                  <a:pt x="3507076" y="103853"/>
                  <a:pt x="3501363" y="103853"/>
                </a:cubicBezTo>
                <a:cubicBezTo>
                  <a:pt x="3491904" y="103853"/>
                  <a:pt x="3484694" y="101888"/>
                  <a:pt x="3479736" y="97958"/>
                </a:cubicBezTo>
                <a:cubicBezTo>
                  <a:pt x="3474777" y="94028"/>
                  <a:pt x="3471613" y="88201"/>
                  <a:pt x="3470242" y="80478"/>
                </a:cubicBezTo>
                <a:close/>
                <a:moveTo>
                  <a:pt x="3545134" y="102208"/>
                </a:moveTo>
                <a:lnTo>
                  <a:pt x="3545134" y="1714"/>
                </a:lnTo>
                <a:lnTo>
                  <a:pt x="3557473" y="1714"/>
                </a:lnTo>
                <a:lnTo>
                  <a:pt x="3557473" y="37771"/>
                </a:lnTo>
                <a:cubicBezTo>
                  <a:pt x="3563231" y="31099"/>
                  <a:pt x="3570498" y="27763"/>
                  <a:pt x="3579272" y="27763"/>
                </a:cubicBezTo>
                <a:cubicBezTo>
                  <a:pt x="3584665" y="27763"/>
                  <a:pt x="3589349" y="28825"/>
                  <a:pt x="3593325" y="30950"/>
                </a:cubicBezTo>
                <a:cubicBezTo>
                  <a:pt x="3597301" y="33075"/>
                  <a:pt x="3600145" y="36012"/>
                  <a:pt x="3601859" y="39759"/>
                </a:cubicBezTo>
                <a:cubicBezTo>
                  <a:pt x="3603573" y="43506"/>
                  <a:pt x="3604430" y="48945"/>
                  <a:pt x="3604430" y="56074"/>
                </a:cubicBezTo>
                <a:lnTo>
                  <a:pt x="3604430" y="102208"/>
                </a:lnTo>
                <a:lnTo>
                  <a:pt x="3592091" y="102208"/>
                </a:lnTo>
                <a:lnTo>
                  <a:pt x="3592091" y="56074"/>
                </a:lnTo>
                <a:cubicBezTo>
                  <a:pt x="3592091" y="49904"/>
                  <a:pt x="3590754" y="45414"/>
                  <a:pt x="3588081" y="42604"/>
                </a:cubicBezTo>
                <a:cubicBezTo>
                  <a:pt x="3585407" y="39793"/>
                  <a:pt x="3581626" y="38388"/>
                  <a:pt x="3576736" y="38388"/>
                </a:cubicBezTo>
                <a:cubicBezTo>
                  <a:pt x="3573080" y="38388"/>
                  <a:pt x="3569641" y="39336"/>
                  <a:pt x="3566419" y="41233"/>
                </a:cubicBezTo>
                <a:cubicBezTo>
                  <a:pt x="3563197" y="43129"/>
                  <a:pt x="3560901" y="45700"/>
                  <a:pt x="3559530" y="48945"/>
                </a:cubicBezTo>
                <a:cubicBezTo>
                  <a:pt x="3558159" y="52189"/>
                  <a:pt x="3557473" y="56668"/>
                  <a:pt x="3557473" y="62380"/>
                </a:cubicBezTo>
                <a:lnTo>
                  <a:pt x="3557473" y="102208"/>
                </a:lnTo>
                <a:lnTo>
                  <a:pt x="3545134" y="102208"/>
                </a:lnTo>
                <a:close/>
                <a:moveTo>
                  <a:pt x="3636388" y="102208"/>
                </a:moveTo>
                <a:lnTo>
                  <a:pt x="3614109" y="29408"/>
                </a:lnTo>
                <a:lnTo>
                  <a:pt x="3626860" y="29408"/>
                </a:lnTo>
                <a:lnTo>
                  <a:pt x="3638445" y="71429"/>
                </a:lnTo>
                <a:lnTo>
                  <a:pt x="3642763" y="87058"/>
                </a:lnTo>
                <a:cubicBezTo>
                  <a:pt x="3642946" y="86282"/>
                  <a:pt x="3644203" y="81277"/>
                  <a:pt x="3646534" y="72046"/>
                </a:cubicBezTo>
                <a:lnTo>
                  <a:pt x="3658119" y="29408"/>
                </a:lnTo>
                <a:lnTo>
                  <a:pt x="3670800" y="29408"/>
                </a:lnTo>
                <a:lnTo>
                  <a:pt x="3681700" y="71635"/>
                </a:lnTo>
                <a:lnTo>
                  <a:pt x="3685333" y="85550"/>
                </a:lnTo>
                <a:lnTo>
                  <a:pt x="3689514" y="71498"/>
                </a:lnTo>
                <a:lnTo>
                  <a:pt x="3701990" y="29408"/>
                </a:lnTo>
                <a:lnTo>
                  <a:pt x="3713987" y="29408"/>
                </a:lnTo>
                <a:lnTo>
                  <a:pt x="3691228" y="102208"/>
                </a:lnTo>
                <a:lnTo>
                  <a:pt x="3678409" y="102208"/>
                </a:lnTo>
                <a:lnTo>
                  <a:pt x="3666824" y="58610"/>
                </a:lnTo>
                <a:lnTo>
                  <a:pt x="3664014" y="46203"/>
                </a:lnTo>
                <a:lnTo>
                  <a:pt x="3649276" y="102208"/>
                </a:lnTo>
                <a:lnTo>
                  <a:pt x="3636388" y="102208"/>
                </a:lnTo>
                <a:close/>
                <a:moveTo>
                  <a:pt x="3771862" y="93228"/>
                </a:moveTo>
                <a:cubicBezTo>
                  <a:pt x="3767292" y="97112"/>
                  <a:pt x="3762893" y="99854"/>
                  <a:pt x="3758666" y="101454"/>
                </a:cubicBezTo>
                <a:cubicBezTo>
                  <a:pt x="3754439" y="103053"/>
                  <a:pt x="3749903" y="103853"/>
                  <a:pt x="3745059" y="103853"/>
                </a:cubicBezTo>
                <a:cubicBezTo>
                  <a:pt x="3737061" y="103853"/>
                  <a:pt x="3730914" y="101899"/>
                  <a:pt x="3726619" y="97992"/>
                </a:cubicBezTo>
                <a:cubicBezTo>
                  <a:pt x="3722323" y="94085"/>
                  <a:pt x="3720175" y="89092"/>
                  <a:pt x="3720175" y="83014"/>
                </a:cubicBezTo>
                <a:cubicBezTo>
                  <a:pt x="3720175" y="79449"/>
                  <a:pt x="3720986" y="76193"/>
                  <a:pt x="3722608" y="73246"/>
                </a:cubicBezTo>
                <a:cubicBezTo>
                  <a:pt x="3724231" y="70298"/>
                  <a:pt x="3726356" y="67933"/>
                  <a:pt x="3728984" y="66151"/>
                </a:cubicBezTo>
                <a:cubicBezTo>
                  <a:pt x="3731611" y="64368"/>
                  <a:pt x="3734570" y="63020"/>
                  <a:pt x="3737861" y="62106"/>
                </a:cubicBezTo>
                <a:cubicBezTo>
                  <a:pt x="3740283" y="61466"/>
                  <a:pt x="3743939" y="60849"/>
                  <a:pt x="3748829" y="60255"/>
                </a:cubicBezTo>
                <a:cubicBezTo>
                  <a:pt x="3758791" y="59067"/>
                  <a:pt x="3766126" y="57650"/>
                  <a:pt x="3770833" y="56005"/>
                </a:cubicBezTo>
                <a:cubicBezTo>
                  <a:pt x="3770879" y="54314"/>
                  <a:pt x="3770902" y="53240"/>
                  <a:pt x="3770902" y="52783"/>
                </a:cubicBezTo>
                <a:cubicBezTo>
                  <a:pt x="3770902" y="47756"/>
                  <a:pt x="3769737" y="44215"/>
                  <a:pt x="3767406" y="42158"/>
                </a:cubicBezTo>
                <a:cubicBezTo>
                  <a:pt x="3764253" y="39371"/>
                  <a:pt x="3759568" y="37977"/>
                  <a:pt x="3753353" y="37977"/>
                </a:cubicBezTo>
                <a:cubicBezTo>
                  <a:pt x="3747549" y="37977"/>
                  <a:pt x="3743265" y="38993"/>
                  <a:pt x="3740500" y="41027"/>
                </a:cubicBezTo>
                <a:cubicBezTo>
                  <a:pt x="3737735" y="43061"/>
                  <a:pt x="3735690" y="46660"/>
                  <a:pt x="3734365" y="51824"/>
                </a:cubicBezTo>
                <a:lnTo>
                  <a:pt x="3722300" y="50179"/>
                </a:lnTo>
                <a:cubicBezTo>
                  <a:pt x="3723397" y="45014"/>
                  <a:pt x="3725202" y="40844"/>
                  <a:pt x="3727715" y="37668"/>
                </a:cubicBezTo>
                <a:cubicBezTo>
                  <a:pt x="3730229" y="34492"/>
                  <a:pt x="3733862" y="32047"/>
                  <a:pt x="3738615" y="30333"/>
                </a:cubicBezTo>
                <a:cubicBezTo>
                  <a:pt x="3743368" y="28620"/>
                  <a:pt x="3748875" y="27763"/>
                  <a:pt x="3755135" y="27763"/>
                </a:cubicBezTo>
                <a:cubicBezTo>
                  <a:pt x="3761351" y="27763"/>
                  <a:pt x="3766400" y="28494"/>
                  <a:pt x="3770285" y="29956"/>
                </a:cubicBezTo>
                <a:cubicBezTo>
                  <a:pt x="3774169" y="31419"/>
                  <a:pt x="3777026" y="33258"/>
                  <a:pt x="3778854" y="35475"/>
                </a:cubicBezTo>
                <a:cubicBezTo>
                  <a:pt x="3780682" y="37691"/>
                  <a:pt x="3781961" y="40490"/>
                  <a:pt x="3782692" y="43872"/>
                </a:cubicBezTo>
                <a:cubicBezTo>
                  <a:pt x="3783104" y="45974"/>
                  <a:pt x="3783309" y="49767"/>
                  <a:pt x="3783309" y="55251"/>
                </a:cubicBezTo>
                <a:lnTo>
                  <a:pt x="3783309" y="71703"/>
                </a:lnTo>
                <a:cubicBezTo>
                  <a:pt x="3783309" y="83174"/>
                  <a:pt x="3783572" y="90429"/>
                  <a:pt x="3784098" y="93468"/>
                </a:cubicBezTo>
                <a:cubicBezTo>
                  <a:pt x="3784623" y="96507"/>
                  <a:pt x="3785663" y="99420"/>
                  <a:pt x="3787217" y="102208"/>
                </a:cubicBezTo>
                <a:lnTo>
                  <a:pt x="3774329" y="102208"/>
                </a:lnTo>
                <a:cubicBezTo>
                  <a:pt x="3773050" y="99649"/>
                  <a:pt x="3772227" y="96655"/>
                  <a:pt x="3771862" y="93228"/>
                </a:cubicBezTo>
                <a:moveTo>
                  <a:pt x="3770833" y="65671"/>
                </a:moveTo>
                <a:cubicBezTo>
                  <a:pt x="3766355" y="67499"/>
                  <a:pt x="3759637" y="69053"/>
                  <a:pt x="3750680" y="70332"/>
                </a:cubicBezTo>
                <a:cubicBezTo>
                  <a:pt x="3745607" y="71063"/>
                  <a:pt x="3742020" y="71886"/>
                  <a:pt x="3739917" y="72800"/>
                </a:cubicBezTo>
                <a:cubicBezTo>
                  <a:pt x="3737815" y="73714"/>
                  <a:pt x="3736193" y="75051"/>
                  <a:pt x="3735050" y="76810"/>
                </a:cubicBezTo>
                <a:cubicBezTo>
                  <a:pt x="3733908" y="78570"/>
                  <a:pt x="3733337" y="80523"/>
                  <a:pt x="3733337" y="82671"/>
                </a:cubicBezTo>
                <a:cubicBezTo>
                  <a:pt x="3733337" y="85962"/>
                  <a:pt x="3734582" y="88704"/>
                  <a:pt x="3737073" y="90897"/>
                </a:cubicBezTo>
                <a:cubicBezTo>
                  <a:pt x="3739563" y="93091"/>
                  <a:pt x="3743208" y="94188"/>
                  <a:pt x="3748006" y="94188"/>
                </a:cubicBezTo>
                <a:cubicBezTo>
                  <a:pt x="3752759" y="94188"/>
                  <a:pt x="3756986" y="93148"/>
                  <a:pt x="3760688" y="91069"/>
                </a:cubicBezTo>
                <a:cubicBezTo>
                  <a:pt x="3764390" y="88989"/>
                  <a:pt x="3767109" y="86144"/>
                  <a:pt x="3768845" y="82534"/>
                </a:cubicBezTo>
                <a:cubicBezTo>
                  <a:pt x="3770171" y="79746"/>
                  <a:pt x="3770833" y="75633"/>
                  <a:pt x="3770833" y="70195"/>
                </a:cubicBezTo>
                <a:lnTo>
                  <a:pt x="3770833" y="65671"/>
                </a:lnTo>
                <a:close/>
                <a:moveTo>
                  <a:pt x="3797238" y="80478"/>
                </a:moveTo>
                <a:lnTo>
                  <a:pt x="3809440" y="78558"/>
                </a:lnTo>
                <a:cubicBezTo>
                  <a:pt x="3810126" y="83448"/>
                  <a:pt x="3812034" y="87196"/>
                  <a:pt x="3815164" y="89800"/>
                </a:cubicBezTo>
                <a:cubicBezTo>
                  <a:pt x="3818295" y="92405"/>
                  <a:pt x="3822670" y="93708"/>
                  <a:pt x="3828291" y="93708"/>
                </a:cubicBezTo>
                <a:cubicBezTo>
                  <a:pt x="3833958" y="93708"/>
                  <a:pt x="3838163" y="92554"/>
                  <a:pt x="3840905" y="90246"/>
                </a:cubicBezTo>
                <a:cubicBezTo>
                  <a:pt x="3843647" y="87938"/>
                  <a:pt x="3845018" y="85230"/>
                  <a:pt x="3845018" y="82123"/>
                </a:cubicBezTo>
                <a:cubicBezTo>
                  <a:pt x="3845018" y="79335"/>
                  <a:pt x="3843807" y="77142"/>
                  <a:pt x="3841385" y="75542"/>
                </a:cubicBezTo>
                <a:cubicBezTo>
                  <a:pt x="3839694" y="74445"/>
                  <a:pt x="3835489" y="73051"/>
                  <a:pt x="3828771" y="71360"/>
                </a:cubicBezTo>
                <a:cubicBezTo>
                  <a:pt x="3819723" y="69075"/>
                  <a:pt x="3813450" y="67099"/>
                  <a:pt x="3809954" y="65431"/>
                </a:cubicBezTo>
                <a:cubicBezTo>
                  <a:pt x="3806458" y="63763"/>
                  <a:pt x="3803808" y="61455"/>
                  <a:pt x="3802003" y="58507"/>
                </a:cubicBezTo>
                <a:cubicBezTo>
                  <a:pt x="3800197" y="55560"/>
                  <a:pt x="3799295" y="52304"/>
                  <a:pt x="3799295" y="48739"/>
                </a:cubicBezTo>
                <a:cubicBezTo>
                  <a:pt x="3799295" y="45494"/>
                  <a:pt x="3800037" y="42490"/>
                  <a:pt x="3801523" y="39725"/>
                </a:cubicBezTo>
                <a:cubicBezTo>
                  <a:pt x="3803008" y="36960"/>
                  <a:pt x="3805030" y="34663"/>
                  <a:pt x="3807589" y="32835"/>
                </a:cubicBezTo>
                <a:cubicBezTo>
                  <a:pt x="3809509" y="31419"/>
                  <a:pt x="3812125" y="30219"/>
                  <a:pt x="3815438" y="29237"/>
                </a:cubicBezTo>
                <a:cubicBezTo>
                  <a:pt x="3818752" y="28254"/>
                  <a:pt x="3822305" y="27763"/>
                  <a:pt x="3826098" y="27763"/>
                </a:cubicBezTo>
                <a:cubicBezTo>
                  <a:pt x="3831810" y="27763"/>
                  <a:pt x="3836826" y="28585"/>
                  <a:pt x="3841145" y="30231"/>
                </a:cubicBezTo>
                <a:cubicBezTo>
                  <a:pt x="3845463" y="31876"/>
                  <a:pt x="3848651" y="34104"/>
                  <a:pt x="3850707" y="36914"/>
                </a:cubicBezTo>
                <a:cubicBezTo>
                  <a:pt x="3852764" y="39725"/>
                  <a:pt x="3854180" y="43484"/>
                  <a:pt x="3854957" y="48191"/>
                </a:cubicBezTo>
                <a:lnTo>
                  <a:pt x="3842893" y="49836"/>
                </a:lnTo>
                <a:cubicBezTo>
                  <a:pt x="3842344" y="46088"/>
                  <a:pt x="3840756" y="43164"/>
                  <a:pt x="3838128" y="41061"/>
                </a:cubicBezTo>
                <a:cubicBezTo>
                  <a:pt x="3835501" y="38959"/>
                  <a:pt x="3831788" y="37908"/>
                  <a:pt x="3826989" y="37908"/>
                </a:cubicBezTo>
                <a:cubicBezTo>
                  <a:pt x="3821322" y="37908"/>
                  <a:pt x="3817278" y="38845"/>
                  <a:pt x="3814856" y="40719"/>
                </a:cubicBezTo>
                <a:cubicBezTo>
                  <a:pt x="3812434" y="42592"/>
                  <a:pt x="3811223" y="44786"/>
                  <a:pt x="3811223" y="47299"/>
                </a:cubicBezTo>
                <a:cubicBezTo>
                  <a:pt x="3811223" y="48899"/>
                  <a:pt x="3811725" y="50338"/>
                  <a:pt x="3812731" y="51618"/>
                </a:cubicBezTo>
                <a:cubicBezTo>
                  <a:pt x="3813736" y="52943"/>
                  <a:pt x="3815313" y="54040"/>
                  <a:pt x="3817461" y="54908"/>
                </a:cubicBezTo>
                <a:cubicBezTo>
                  <a:pt x="3818694" y="55365"/>
                  <a:pt x="3822328" y="56417"/>
                  <a:pt x="3828360" y="58062"/>
                </a:cubicBezTo>
                <a:cubicBezTo>
                  <a:pt x="3837089" y="60392"/>
                  <a:pt x="3843178" y="62300"/>
                  <a:pt x="3846629" y="63786"/>
                </a:cubicBezTo>
                <a:cubicBezTo>
                  <a:pt x="3850079" y="65271"/>
                  <a:pt x="3852787" y="67430"/>
                  <a:pt x="3854752" y="70264"/>
                </a:cubicBezTo>
                <a:cubicBezTo>
                  <a:pt x="3856717" y="73097"/>
                  <a:pt x="3857699" y="76616"/>
                  <a:pt x="3857699" y="80820"/>
                </a:cubicBezTo>
                <a:cubicBezTo>
                  <a:pt x="3857699" y="84933"/>
                  <a:pt x="3856500" y="88806"/>
                  <a:pt x="3854101" y="92440"/>
                </a:cubicBezTo>
                <a:cubicBezTo>
                  <a:pt x="3851701" y="96073"/>
                  <a:pt x="3848240" y="98883"/>
                  <a:pt x="3843715" y="100871"/>
                </a:cubicBezTo>
                <a:cubicBezTo>
                  <a:pt x="3839191" y="102859"/>
                  <a:pt x="3834073" y="103853"/>
                  <a:pt x="3828360" y="103853"/>
                </a:cubicBezTo>
                <a:cubicBezTo>
                  <a:pt x="3818900" y="103853"/>
                  <a:pt x="3811691" y="101888"/>
                  <a:pt x="3806733" y="97958"/>
                </a:cubicBezTo>
                <a:cubicBezTo>
                  <a:pt x="3801774" y="94028"/>
                  <a:pt x="3798609" y="88201"/>
                  <a:pt x="3797238" y="80478"/>
                </a:cubicBezTo>
                <a:close/>
                <a:moveTo>
                  <a:pt x="3872131" y="102208"/>
                </a:moveTo>
                <a:lnTo>
                  <a:pt x="3872131" y="1714"/>
                </a:lnTo>
                <a:lnTo>
                  <a:pt x="3884470" y="1714"/>
                </a:lnTo>
                <a:lnTo>
                  <a:pt x="3884470" y="37771"/>
                </a:lnTo>
                <a:cubicBezTo>
                  <a:pt x="3890228" y="31099"/>
                  <a:pt x="3897494" y="27763"/>
                  <a:pt x="3906269" y="27763"/>
                </a:cubicBezTo>
                <a:cubicBezTo>
                  <a:pt x="3911661" y="27763"/>
                  <a:pt x="3916345" y="28825"/>
                  <a:pt x="3920321" y="30950"/>
                </a:cubicBezTo>
                <a:cubicBezTo>
                  <a:pt x="3924297" y="33075"/>
                  <a:pt x="3927142" y="36012"/>
                  <a:pt x="3928856" y="39759"/>
                </a:cubicBezTo>
                <a:cubicBezTo>
                  <a:pt x="3930570" y="43506"/>
                  <a:pt x="3931426" y="48945"/>
                  <a:pt x="3931426" y="56074"/>
                </a:cubicBezTo>
                <a:lnTo>
                  <a:pt x="3931426" y="102208"/>
                </a:lnTo>
                <a:lnTo>
                  <a:pt x="3919087" y="102208"/>
                </a:lnTo>
                <a:lnTo>
                  <a:pt x="3919087" y="56074"/>
                </a:lnTo>
                <a:cubicBezTo>
                  <a:pt x="3919087" y="49904"/>
                  <a:pt x="3917751" y="45414"/>
                  <a:pt x="3915077" y="42604"/>
                </a:cubicBezTo>
                <a:cubicBezTo>
                  <a:pt x="3912404" y="39793"/>
                  <a:pt x="3908622" y="38388"/>
                  <a:pt x="3903732" y="38388"/>
                </a:cubicBezTo>
                <a:cubicBezTo>
                  <a:pt x="3900076" y="38388"/>
                  <a:pt x="3896637" y="39336"/>
                  <a:pt x="3893415" y="41233"/>
                </a:cubicBezTo>
                <a:cubicBezTo>
                  <a:pt x="3890194" y="43129"/>
                  <a:pt x="3887897" y="45700"/>
                  <a:pt x="3886526" y="48945"/>
                </a:cubicBezTo>
                <a:cubicBezTo>
                  <a:pt x="3885155" y="52189"/>
                  <a:pt x="3884470" y="56668"/>
                  <a:pt x="3884470" y="62380"/>
                </a:cubicBezTo>
                <a:lnTo>
                  <a:pt x="3884470" y="102208"/>
                </a:lnTo>
                <a:lnTo>
                  <a:pt x="3872131" y="102208"/>
                </a:lnTo>
                <a:close/>
                <a:moveTo>
                  <a:pt x="3999785" y="78764"/>
                </a:moveTo>
                <a:lnTo>
                  <a:pt x="4012536" y="80341"/>
                </a:lnTo>
                <a:cubicBezTo>
                  <a:pt x="4010525" y="87790"/>
                  <a:pt x="4006800" y="93571"/>
                  <a:pt x="4001362" y="97684"/>
                </a:cubicBezTo>
                <a:cubicBezTo>
                  <a:pt x="3995924" y="101797"/>
                  <a:pt x="3988977" y="103853"/>
                  <a:pt x="3980523" y="103853"/>
                </a:cubicBezTo>
                <a:cubicBezTo>
                  <a:pt x="3969875" y="103853"/>
                  <a:pt x="3961432" y="100574"/>
                  <a:pt x="3955194" y="94016"/>
                </a:cubicBezTo>
                <a:cubicBezTo>
                  <a:pt x="3948956" y="87458"/>
                  <a:pt x="3945837" y="78261"/>
                  <a:pt x="3945837" y="66425"/>
                </a:cubicBezTo>
                <a:cubicBezTo>
                  <a:pt x="3945837" y="54177"/>
                  <a:pt x="3948990" y="44672"/>
                  <a:pt x="3955296" y="37908"/>
                </a:cubicBezTo>
                <a:cubicBezTo>
                  <a:pt x="3961603" y="31145"/>
                  <a:pt x="3969783" y="27763"/>
                  <a:pt x="3979837" y="27763"/>
                </a:cubicBezTo>
                <a:cubicBezTo>
                  <a:pt x="3989571" y="27763"/>
                  <a:pt x="3997523" y="31076"/>
                  <a:pt x="4003693" y="37702"/>
                </a:cubicBezTo>
                <a:cubicBezTo>
                  <a:pt x="4009862" y="44329"/>
                  <a:pt x="4012947" y="53652"/>
                  <a:pt x="4012947" y="65671"/>
                </a:cubicBezTo>
                <a:cubicBezTo>
                  <a:pt x="4012947" y="66402"/>
                  <a:pt x="4012924" y="67499"/>
                  <a:pt x="4012878" y="68961"/>
                </a:cubicBezTo>
                <a:lnTo>
                  <a:pt x="3958587" y="68961"/>
                </a:lnTo>
                <a:cubicBezTo>
                  <a:pt x="3959044" y="76959"/>
                  <a:pt x="3961306" y="83083"/>
                  <a:pt x="3965373" y="87333"/>
                </a:cubicBezTo>
                <a:cubicBezTo>
                  <a:pt x="3969441" y="91583"/>
                  <a:pt x="3974513" y="93708"/>
                  <a:pt x="3980591" y="93708"/>
                </a:cubicBezTo>
                <a:cubicBezTo>
                  <a:pt x="3985116" y="93708"/>
                  <a:pt x="3988977" y="92520"/>
                  <a:pt x="3992176" y="90143"/>
                </a:cubicBezTo>
                <a:cubicBezTo>
                  <a:pt x="3995375" y="87767"/>
                  <a:pt x="3997912" y="83974"/>
                  <a:pt x="3999785" y="78764"/>
                </a:cubicBezTo>
                <a:moveTo>
                  <a:pt x="3959272" y="58816"/>
                </a:moveTo>
                <a:lnTo>
                  <a:pt x="3999922" y="58816"/>
                </a:lnTo>
                <a:cubicBezTo>
                  <a:pt x="3999374" y="52692"/>
                  <a:pt x="3997820" y="48099"/>
                  <a:pt x="3995261" y="45037"/>
                </a:cubicBezTo>
                <a:cubicBezTo>
                  <a:pt x="3991331" y="40285"/>
                  <a:pt x="3986235" y="37908"/>
                  <a:pt x="3979974" y="37908"/>
                </a:cubicBezTo>
                <a:cubicBezTo>
                  <a:pt x="3974308" y="37908"/>
                  <a:pt x="3969543" y="39805"/>
                  <a:pt x="3965682" y="43598"/>
                </a:cubicBezTo>
                <a:cubicBezTo>
                  <a:pt x="3961820" y="47391"/>
                  <a:pt x="3959684" y="52464"/>
                  <a:pt x="3959272" y="58816"/>
                </a:cubicBezTo>
                <a:close/>
                <a:moveTo>
                  <a:pt x="4027630" y="102208"/>
                </a:moveTo>
                <a:lnTo>
                  <a:pt x="4027630" y="29408"/>
                </a:lnTo>
                <a:lnTo>
                  <a:pt x="4038735" y="29408"/>
                </a:lnTo>
                <a:lnTo>
                  <a:pt x="4038735" y="40444"/>
                </a:lnTo>
                <a:cubicBezTo>
                  <a:pt x="4041569" y="35280"/>
                  <a:pt x="4044185" y="31876"/>
                  <a:pt x="4046584" y="30231"/>
                </a:cubicBezTo>
                <a:cubicBezTo>
                  <a:pt x="4048983" y="28585"/>
                  <a:pt x="4051623" y="27763"/>
                  <a:pt x="4054502" y="27763"/>
                </a:cubicBezTo>
                <a:cubicBezTo>
                  <a:pt x="4058660" y="27763"/>
                  <a:pt x="4062888" y="29088"/>
                  <a:pt x="4067183" y="31739"/>
                </a:cubicBezTo>
                <a:lnTo>
                  <a:pt x="4062933" y="43186"/>
                </a:lnTo>
                <a:cubicBezTo>
                  <a:pt x="4059917" y="41404"/>
                  <a:pt x="4056901" y="40513"/>
                  <a:pt x="4053885" y="40513"/>
                </a:cubicBezTo>
                <a:cubicBezTo>
                  <a:pt x="4051189" y="40513"/>
                  <a:pt x="4048766" y="41324"/>
                  <a:pt x="4046619" y="42947"/>
                </a:cubicBezTo>
                <a:cubicBezTo>
                  <a:pt x="4044471" y="44569"/>
                  <a:pt x="4042940" y="46820"/>
                  <a:pt x="4042026" y="49699"/>
                </a:cubicBezTo>
                <a:cubicBezTo>
                  <a:pt x="4040655" y="54086"/>
                  <a:pt x="4039969" y="58884"/>
                  <a:pt x="4039969" y="64094"/>
                </a:cubicBezTo>
                <a:lnTo>
                  <a:pt x="4039969" y="102208"/>
                </a:lnTo>
                <a:lnTo>
                  <a:pt x="4027630" y="102208"/>
                </a:lnTo>
                <a:close/>
                <a:moveTo>
                  <a:pt x="4069639" y="102208"/>
                </a:moveTo>
                <a:lnTo>
                  <a:pt x="4069639" y="88155"/>
                </a:lnTo>
                <a:lnTo>
                  <a:pt x="4083691" y="88155"/>
                </a:lnTo>
                <a:lnTo>
                  <a:pt x="4083691" y="102208"/>
                </a:lnTo>
                <a:cubicBezTo>
                  <a:pt x="4083691" y="107372"/>
                  <a:pt x="4082777" y="111542"/>
                  <a:pt x="4080949" y="114718"/>
                </a:cubicBezTo>
                <a:cubicBezTo>
                  <a:pt x="4079121" y="117894"/>
                  <a:pt x="4076219" y="120351"/>
                  <a:pt x="4072243" y="122087"/>
                </a:cubicBezTo>
                <a:lnTo>
                  <a:pt x="4068816" y="116809"/>
                </a:lnTo>
                <a:cubicBezTo>
                  <a:pt x="4071421" y="115667"/>
                  <a:pt x="4073340" y="113987"/>
                  <a:pt x="4074574" y="111771"/>
                </a:cubicBezTo>
                <a:cubicBezTo>
                  <a:pt x="4075808" y="109554"/>
                  <a:pt x="4076494" y="106367"/>
                  <a:pt x="4076631" y="102208"/>
                </a:cubicBezTo>
                <a:lnTo>
                  <a:pt x="4069639" y="102208"/>
                </a:lnTo>
                <a:close/>
                <a:moveTo>
                  <a:pt x="4193272" y="78764"/>
                </a:moveTo>
                <a:lnTo>
                  <a:pt x="4206022" y="80341"/>
                </a:lnTo>
                <a:cubicBezTo>
                  <a:pt x="4204012" y="87790"/>
                  <a:pt x="4200287" y="93571"/>
                  <a:pt x="4194849" y="97684"/>
                </a:cubicBezTo>
                <a:cubicBezTo>
                  <a:pt x="4189410" y="101797"/>
                  <a:pt x="4182464" y="103853"/>
                  <a:pt x="4174010" y="103853"/>
                </a:cubicBezTo>
                <a:cubicBezTo>
                  <a:pt x="4163361" y="103853"/>
                  <a:pt x="4154918" y="100574"/>
                  <a:pt x="4148680" y="94016"/>
                </a:cubicBezTo>
                <a:cubicBezTo>
                  <a:pt x="4142442" y="87458"/>
                  <a:pt x="4139323" y="78261"/>
                  <a:pt x="4139323" y="66425"/>
                </a:cubicBezTo>
                <a:cubicBezTo>
                  <a:pt x="4139323" y="54177"/>
                  <a:pt x="4142477" y="44672"/>
                  <a:pt x="4148783" y="37908"/>
                </a:cubicBezTo>
                <a:cubicBezTo>
                  <a:pt x="4155090" y="31145"/>
                  <a:pt x="4163270" y="27763"/>
                  <a:pt x="4173324" y="27763"/>
                </a:cubicBezTo>
                <a:cubicBezTo>
                  <a:pt x="4183058" y="27763"/>
                  <a:pt x="4191010" y="31076"/>
                  <a:pt x="4197179" y="37702"/>
                </a:cubicBezTo>
                <a:cubicBezTo>
                  <a:pt x="4203349" y="44329"/>
                  <a:pt x="4206434" y="53652"/>
                  <a:pt x="4206434" y="65671"/>
                </a:cubicBezTo>
                <a:cubicBezTo>
                  <a:pt x="4206434" y="66402"/>
                  <a:pt x="4206411" y="67499"/>
                  <a:pt x="4206365" y="68961"/>
                </a:cubicBezTo>
                <a:lnTo>
                  <a:pt x="4152074" y="68961"/>
                </a:lnTo>
                <a:cubicBezTo>
                  <a:pt x="4152531" y="76959"/>
                  <a:pt x="4154793" y="83083"/>
                  <a:pt x="4158860" y="87333"/>
                </a:cubicBezTo>
                <a:cubicBezTo>
                  <a:pt x="4162927" y="91583"/>
                  <a:pt x="4168000" y="93708"/>
                  <a:pt x="4174078" y="93708"/>
                </a:cubicBezTo>
                <a:cubicBezTo>
                  <a:pt x="4178602" y="93708"/>
                  <a:pt x="4182464" y="92520"/>
                  <a:pt x="4185663" y="90143"/>
                </a:cubicBezTo>
                <a:cubicBezTo>
                  <a:pt x="4188862" y="87767"/>
                  <a:pt x="4191398" y="83974"/>
                  <a:pt x="4193272" y="78764"/>
                </a:cubicBezTo>
                <a:moveTo>
                  <a:pt x="4152759" y="58816"/>
                </a:moveTo>
                <a:lnTo>
                  <a:pt x="4193409" y="58816"/>
                </a:lnTo>
                <a:cubicBezTo>
                  <a:pt x="4192861" y="52692"/>
                  <a:pt x="4191307" y="48099"/>
                  <a:pt x="4188748" y="45037"/>
                </a:cubicBezTo>
                <a:cubicBezTo>
                  <a:pt x="4184818" y="40285"/>
                  <a:pt x="4179722" y="37908"/>
                  <a:pt x="4173461" y="37908"/>
                </a:cubicBezTo>
                <a:cubicBezTo>
                  <a:pt x="4167794" y="37908"/>
                  <a:pt x="4163030" y="39805"/>
                  <a:pt x="4159169" y="43598"/>
                </a:cubicBezTo>
                <a:cubicBezTo>
                  <a:pt x="4155307" y="47391"/>
                  <a:pt x="4153170" y="52464"/>
                  <a:pt x="4152759" y="58816"/>
                </a:cubicBezTo>
                <a:close/>
                <a:moveTo>
                  <a:pt x="4221323" y="15904"/>
                </a:moveTo>
                <a:lnTo>
                  <a:pt x="4221323" y="1714"/>
                </a:lnTo>
                <a:lnTo>
                  <a:pt x="4233662" y="1714"/>
                </a:lnTo>
                <a:lnTo>
                  <a:pt x="4233662" y="15904"/>
                </a:lnTo>
                <a:lnTo>
                  <a:pt x="4221323" y="15904"/>
                </a:lnTo>
                <a:moveTo>
                  <a:pt x="4221323" y="102208"/>
                </a:moveTo>
                <a:lnTo>
                  <a:pt x="4221323" y="29408"/>
                </a:lnTo>
                <a:lnTo>
                  <a:pt x="4233662" y="29408"/>
                </a:lnTo>
                <a:lnTo>
                  <a:pt x="4233662" y="102208"/>
                </a:lnTo>
                <a:lnTo>
                  <a:pt x="4221323" y="102208"/>
                </a:lnTo>
                <a:close/>
                <a:moveTo>
                  <a:pt x="4250482" y="108240"/>
                </a:moveTo>
                <a:lnTo>
                  <a:pt x="4262478" y="110023"/>
                </a:lnTo>
                <a:cubicBezTo>
                  <a:pt x="4262980" y="113724"/>
                  <a:pt x="4264374" y="116421"/>
                  <a:pt x="4266659" y="118112"/>
                </a:cubicBezTo>
                <a:cubicBezTo>
                  <a:pt x="4269721" y="120397"/>
                  <a:pt x="4273903" y="121539"/>
                  <a:pt x="4279204" y="121539"/>
                </a:cubicBezTo>
                <a:cubicBezTo>
                  <a:pt x="4284916" y="121539"/>
                  <a:pt x="4289327" y="120397"/>
                  <a:pt x="4292434" y="118112"/>
                </a:cubicBezTo>
                <a:cubicBezTo>
                  <a:pt x="4295542" y="115827"/>
                  <a:pt x="4297644" y="112628"/>
                  <a:pt x="4298741" y="108515"/>
                </a:cubicBezTo>
                <a:cubicBezTo>
                  <a:pt x="4299380" y="106001"/>
                  <a:pt x="4299678" y="100723"/>
                  <a:pt x="4299632" y="92680"/>
                </a:cubicBezTo>
                <a:cubicBezTo>
                  <a:pt x="4294239" y="99032"/>
                  <a:pt x="4287521" y="102208"/>
                  <a:pt x="4279478" y="102208"/>
                </a:cubicBezTo>
                <a:cubicBezTo>
                  <a:pt x="4269470" y="102208"/>
                  <a:pt x="4261724" y="98598"/>
                  <a:pt x="4256240" y="91377"/>
                </a:cubicBezTo>
                <a:cubicBezTo>
                  <a:pt x="4250756" y="84156"/>
                  <a:pt x="4248014" y="75496"/>
                  <a:pt x="4248014" y="65397"/>
                </a:cubicBezTo>
                <a:cubicBezTo>
                  <a:pt x="4248014" y="58450"/>
                  <a:pt x="4249270" y="52041"/>
                  <a:pt x="4251784" y="46168"/>
                </a:cubicBezTo>
                <a:cubicBezTo>
                  <a:pt x="4254297" y="40296"/>
                  <a:pt x="4257942" y="35760"/>
                  <a:pt x="4262718" y="32561"/>
                </a:cubicBezTo>
                <a:cubicBezTo>
                  <a:pt x="4267493" y="29362"/>
                  <a:pt x="4273103" y="27763"/>
                  <a:pt x="4279547" y="27763"/>
                </a:cubicBezTo>
                <a:cubicBezTo>
                  <a:pt x="4288138" y="27763"/>
                  <a:pt x="4295222" y="31236"/>
                  <a:pt x="4300797" y="38182"/>
                </a:cubicBezTo>
                <a:lnTo>
                  <a:pt x="4300797" y="29408"/>
                </a:lnTo>
                <a:lnTo>
                  <a:pt x="4312176" y="29408"/>
                </a:lnTo>
                <a:lnTo>
                  <a:pt x="4312176" y="92337"/>
                </a:lnTo>
                <a:cubicBezTo>
                  <a:pt x="4312176" y="103670"/>
                  <a:pt x="4311023" y="111702"/>
                  <a:pt x="4308715" y="116432"/>
                </a:cubicBezTo>
                <a:cubicBezTo>
                  <a:pt x="4306407" y="121162"/>
                  <a:pt x="4302751" y="124898"/>
                  <a:pt x="4297747" y="127640"/>
                </a:cubicBezTo>
                <a:cubicBezTo>
                  <a:pt x="4292743" y="130382"/>
                  <a:pt x="4286585" y="131753"/>
                  <a:pt x="4279273" y="131753"/>
                </a:cubicBezTo>
                <a:cubicBezTo>
                  <a:pt x="4270590" y="131753"/>
                  <a:pt x="4263575" y="129799"/>
                  <a:pt x="4258228" y="125892"/>
                </a:cubicBezTo>
                <a:cubicBezTo>
                  <a:pt x="4252881" y="121985"/>
                  <a:pt x="4250299" y="116101"/>
                  <a:pt x="4250482" y="108240"/>
                </a:cubicBezTo>
                <a:moveTo>
                  <a:pt x="4260695" y="64505"/>
                </a:moveTo>
                <a:cubicBezTo>
                  <a:pt x="4260695" y="74057"/>
                  <a:pt x="4262592" y="81026"/>
                  <a:pt x="4266385" y="85413"/>
                </a:cubicBezTo>
                <a:cubicBezTo>
                  <a:pt x="4270178" y="89800"/>
                  <a:pt x="4274931" y="91994"/>
                  <a:pt x="4280644" y="91994"/>
                </a:cubicBezTo>
                <a:cubicBezTo>
                  <a:pt x="4286310" y="91994"/>
                  <a:pt x="4291063" y="89812"/>
                  <a:pt x="4294902" y="85447"/>
                </a:cubicBezTo>
                <a:cubicBezTo>
                  <a:pt x="4298741" y="81083"/>
                  <a:pt x="4300660" y="74240"/>
                  <a:pt x="4300660" y="64917"/>
                </a:cubicBezTo>
                <a:cubicBezTo>
                  <a:pt x="4300660" y="56005"/>
                  <a:pt x="4298684" y="49287"/>
                  <a:pt x="4294731" y="44763"/>
                </a:cubicBezTo>
                <a:cubicBezTo>
                  <a:pt x="4290777" y="40239"/>
                  <a:pt x="4286013" y="37977"/>
                  <a:pt x="4280438" y="37977"/>
                </a:cubicBezTo>
                <a:cubicBezTo>
                  <a:pt x="4274954" y="37977"/>
                  <a:pt x="4270292" y="40205"/>
                  <a:pt x="4266454" y="44660"/>
                </a:cubicBezTo>
                <a:cubicBezTo>
                  <a:pt x="4262615" y="49116"/>
                  <a:pt x="4260695" y="55731"/>
                  <a:pt x="4260695" y="64505"/>
                </a:cubicBezTo>
                <a:close/>
                <a:moveTo>
                  <a:pt x="4330562" y="102208"/>
                </a:moveTo>
                <a:lnTo>
                  <a:pt x="4330562" y="1714"/>
                </a:lnTo>
                <a:lnTo>
                  <a:pt x="4342901" y="1714"/>
                </a:lnTo>
                <a:lnTo>
                  <a:pt x="4342901" y="37771"/>
                </a:lnTo>
                <a:cubicBezTo>
                  <a:pt x="4348659" y="31099"/>
                  <a:pt x="4355925" y="27763"/>
                  <a:pt x="4364700" y="27763"/>
                </a:cubicBezTo>
                <a:cubicBezTo>
                  <a:pt x="4370092" y="27763"/>
                  <a:pt x="4374777" y="28825"/>
                  <a:pt x="4378753" y="30950"/>
                </a:cubicBezTo>
                <a:cubicBezTo>
                  <a:pt x="4382728" y="33075"/>
                  <a:pt x="4385573" y="36012"/>
                  <a:pt x="4387287" y="39759"/>
                </a:cubicBezTo>
                <a:cubicBezTo>
                  <a:pt x="4389001" y="43506"/>
                  <a:pt x="4389858" y="48945"/>
                  <a:pt x="4389858" y="56074"/>
                </a:cubicBezTo>
                <a:lnTo>
                  <a:pt x="4389858" y="102208"/>
                </a:lnTo>
                <a:lnTo>
                  <a:pt x="4377519" y="102208"/>
                </a:lnTo>
                <a:lnTo>
                  <a:pt x="4377519" y="56074"/>
                </a:lnTo>
                <a:cubicBezTo>
                  <a:pt x="4377519" y="49904"/>
                  <a:pt x="4376182" y="45414"/>
                  <a:pt x="4373509" y="42604"/>
                </a:cubicBezTo>
                <a:cubicBezTo>
                  <a:pt x="4370835" y="39793"/>
                  <a:pt x="4367053" y="38388"/>
                  <a:pt x="4362164" y="38388"/>
                </a:cubicBezTo>
                <a:cubicBezTo>
                  <a:pt x="4358508" y="38388"/>
                  <a:pt x="4355069" y="39336"/>
                  <a:pt x="4351847" y="41233"/>
                </a:cubicBezTo>
                <a:cubicBezTo>
                  <a:pt x="4348625" y="43129"/>
                  <a:pt x="4346328" y="45700"/>
                  <a:pt x="4344957" y="48945"/>
                </a:cubicBezTo>
                <a:cubicBezTo>
                  <a:pt x="4343586" y="52189"/>
                  <a:pt x="4342901" y="56668"/>
                  <a:pt x="4342901" y="62380"/>
                </a:cubicBezTo>
                <a:lnTo>
                  <a:pt x="4342901" y="102208"/>
                </a:lnTo>
                <a:lnTo>
                  <a:pt x="4330562" y="102208"/>
                </a:lnTo>
                <a:close/>
                <a:moveTo>
                  <a:pt x="4435320" y="91171"/>
                </a:moveTo>
                <a:lnTo>
                  <a:pt x="4437103" y="102071"/>
                </a:lnTo>
                <a:cubicBezTo>
                  <a:pt x="4433630" y="102802"/>
                  <a:pt x="4430522" y="103168"/>
                  <a:pt x="4427780" y="103168"/>
                </a:cubicBezTo>
                <a:cubicBezTo>
                  <a:pt x="4423301" y="103168"/>
                  <a:pt x="4419828" y="102459"/>
                  <a:pt x="4417360" y="101043"/>
                </a:cubicBezTo>
                <a:cubicBezTo>
                  <a:pt x="4414893" y="99626"/>
                  <a:pt x="4413156" y="97764"/>
                  <a:pt x="4412151" y="95456"/>
                </a:cubicBezTo>
                <a:cubicBezTo>
                  <a:pt x="4411145" y="93148"/>
                  <a:pt x="4410642" y="88292"/>
                  <a:pt x="4410642" y="80889"/>
                </a:cubicBezTo>
                <a:lnTo>
                  <a:pt x="4410642" y="39005"/>
                </a:lnTo>
                <a:lnTo>
                  <a:pt x="4401594" y="39005"/>
                </a:lnTo>
                <a:lnTo>
                  <a:pt x="4401594" y="29408"/>
                </a:lnTo>
                <a:lnTo>
                  <a:pt x="4410642" y="29408"/>
                </a:lnTo>
                <a:lnTo>
                  <a:pt x="4410642" y="11379"/>
                </a:lnTo>
                <a:lnTo>
                  <a:pt x="4422913" y="3976"/>
                </a:lnTo>
                <a:lnTo>
                  <a:pt x="4422913" y="29408"/>
                </a:lnTo>
                <a:lnTo>
                  <a:pt x="4435320" y="29408"/>
                </a:lnTo>
                <a:lnTo>
                  <a:pt x="4435320" y="39005"/>
                </a:lnTo>
                <a:lnTo>
                  <a:pt x="4422913" y="39005"/>
                </a:lnTo>
                <a:lnTo>
                  <a:pt x="4422913" y="81574"/>
                </a:lnTo>
                <a:cubicBezTo>
                  <a:pt x="4422913" y="85093"/>
                  <a:pt x="4423130" y="87355"/>
                  <a:pt x="4423564" y="88361"/>
                </a:cubicBezTo>
                <a:cubicBezTo>
                  <a:pt x="4423998" y="89366"/>
                  <a:pt x="4424707" y="90166"/>
                  <a:pt x="4425689" y="90760"/>
                </a:cubicBezTo>
                <a:cubicBezTo>
                  <a:pt x="4426672" y="91354"/>
                  <a:pt x="4428077" y="91651"/>
                  <a:pt x="4429905" y="91651"/>
                </a:cubicBezTo>
                <a:cubicBezTo>
                  <a:pt x="4431276" y="91651"/>
                  <a:pt x="4433081" y="91491"/>
                  <a:pt x="4435320" y="911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cabinets,astove,amicrowave,andakitchentable…">
            <a:extLst xmlns:a="http://schemas.openxmlformats.org/drawingml/2006/main">
              <a:ext uri="{FF2B5EF4-FFF2-40B4-BE49-F238E27FC236}">
                <a16:creationId xmlns:a16="http://schemas.microsoft.com/office/drawing/2014/main" id="{CFBB6E1C-4FD5-42A6-9586-FBA93B16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160" y="1509188"/>
            <a:ext cx="3279367" cy="120374"/>
          </a:xfrm>
          <a:custGeom xmlns:a="http://schemas.openxmlformats.org/drawingml/2006/main">
            <a:pathLst>
              <a:path w="3279367" h="120374">
                <a:moveTo>
                  <a:pt x="51275" y="73828"/>
                </a:moveTo>
                <a:lnTo>
                  <a:pt x="63409" y="75405"/>
                </a:lnTo>
                <a:cubicBezTo>
                  <a:pt x="62083" y="83768"/>
                  <a:pt x="58690" y="90315"/>
                  <a:pt x="53229" y="95044"/>
                </a:cubicBezTo>
                <a:cubicBezTo>
                  <a:pt x="47768" y="99774"/>
                  <a:pt x="41061" y="102139"/>
                  <a:pt x="33110" y="102139"/>
                </a:cubicBezTo>
                <a:cubicBezTo>
                  <a:pt x="23147" y="102139"/>
                  <a:pt x="15138" y="98883"/>
                  <a:pt x="9083" y="92371"/>
                </a:cubicBezTo>
                <a:cubicBezTo>
                  <a:pt x="3028" y="85859"/>
                  <a:pt x="0" y="76525"/>
                  <a:pt x="0" y="64368"/>
                </a:cubicBezTo>
                <a:cubicBezTo>
                  <a:pt x="0" y="56508"/>
                  <a:pt x="1302" y="49630"/>
                  <a:pt x="3907" y="43735"/>
                </a:cubicBezTo>
                <a:cubicBezTo>
                  <a:pt x="6512" y="37840"/>
                  <a:pt x="10477" y="33418"/>
                  <a:pt x="15801" y="30470"/>
                </a:cubicBezTo>
                <a:cubicBezTo>
                  <a:pt x="21125" y="27523"/>
                  <a:pt x="26917" y="26049"/>
                  <a:pt x="33178" y="26049"/>
                </a:cubicBezTo>
                <a:cubicBezTo>
                  <a:pt x="41084" y="26049"/>
                  <a:pt x="47551" y="28048"/>
                  <a:pt x="52578" y="32047"/>
                </a:cubicBezTo>
                <a:cubicBezTo>
                  <a:pt x="57605" y="36046"/>
                  <a:pt x="60827" y="41724"/>
                  <a:pt x="62243" y="49082"/>
                </a:cubicBezTo>
                <a:lnTo>
                  <a:pt x="50247" y="50933"/>
                </a:lnTo>
                <a:cubicBezTo>
                  <a:pt x="49105" y="46043"/>
                  <a:pt x="47082" y="42364"/>
                  <a:pt x="44180" y="39896"/>
                </a:cubicBezTo>
                <a:cubicBezTo>
                  <a:pt x="41278" y="37428"/>
                  <a:pt x="37771" y="36194"/>
                  <a:pt x="33658" y="36194"/>
                </a:cubicBezTo>
                <a:cubicBezTo>
                  <a:pt x="27443" y="36194"/>
                  <a:pt x="22393" y="38422"/>
                  <a:pt x="18508" y="42878"/>
                </a:cubicBezTo>
                <a:cubicBezTo>
                  <a:pt x="14624" y="47334"/>
                  <a:pt x="12682" y="54383"/>
                  <a:pt x="12682" y="64026"/>
                </a:cubicBezTo>
                <a:cubicBezTo>
                  <a:pt x="12682" y="73805"/>
                  <a:pt x="14555" y="80912"/>
                  <a:pt x="18303" y="85345"/>
                </a:cubicBezTo>
                <a:cubicBezTo>
                  <a:pt x="22050" y="89778"/>
                  <a:pt x="26940" y="91994"/>
                  <a:pt x="32973" y="91994"/>
                </a:cubicBezTo>
                <a:cubicBezTo>
                  <a:pt x="37817" y="91994"/>
                  <a:pt x="41861" y="90509"/>
                  <a:pt x="45106" y="87538"/>
                </a:cubicBezTo>
                <a:cubicBezTo>
                  <a:pt x="48351" y="84568"/>
                  <a:pt x="50407" y="79998"/>
                  <a:pt x="51275" y="73828"/>
                </a:cubicBezTo>
                <a:close/>
                <a:moveTo>
                  <a:pt x="121218" y="91514"/>
                </a:moveTo>
                <a:cubicBezTo>
                  <a:pt x="116648" y="95399"/>
                  <a:pt x="112250" y="98141"/>
                  <a:pt x="108023" y="99740"/>
                </a:cubicBezTo>
                <a:cubicBezTo>
                  <a:pt x="103795" y="101340"/>
                  <a:pt x="99260" y="102139"/>
                  <a:pt x="94415" y="102139"/>
                </a:cubicBezTo>
                <a:cubicBezTo>
                  <a:pt x="86418" y="102139"/>
                  <a:pt x="80271" y="100186"/>
                  <a:pt x="75975" y="96278"/>
                </a:cubicBezTo>
                <a:cubicBezTo>
                  <a:pt x="71680" y="92371"/>
                  <a:pt x="69532" y="87378"/>
                  <a:pt x="69532" y="81300"/>
                </a:cubicBezTo>
                <a:cubicBezTo>
                  <a:pt x="69532" y="77736"/>
                  <a:pt x="70343" y="74479"/>
                  <a:pt x="71965" y="71532"/>
                </a:cubicBezTo>
                <a:cubicBezTo>
                  <a:pt x="73588" y="68584"/>
                  <a:pt x="75713" y="66219"/>
                  <a:pt x="78340" y="64437"/>
                </a:cubicBezTo>
                <a:cubicBezTo>
                  <a:pt x="80968" y="62655"/>
                  <a:pt x="83927" y="61306"/>
                  <a:pt x="87218" y="60392"/>
                </a:cubicBezTo>
                <a:cubicBezTo>
                  <a:pt x="89640" y="59753"/>
                  <a:pt x="93296" y="59136"/>
                  <a:pt x="98186" y="58542"/>
                </a:cubicBezTo>
                <a:cubicBezTo>
                  <a:pt x="108148" y="57353"/>
                  <a:pt x="115483" y="55937"/>
                  <a:pt x="120190" y="54292"/>
                </a:cubicBezTo>
                <a:cubicBezTo>
                  <a:pt x="120236" y="52601"/>
                  <a:pt x="120259" y="51527"/>
                  <a:pt x="120259" y="51070"/>
                </a:cubicBezTo>
                <a:cubicBezTo>
                  <a:pt x="120259" y="46043"/>
                  <a:pt x="119093" y="42501"/>
                  <a:pt x="116763" y="40444"/>
                </a:cubicBezTo>
                <a:cubicBezTo>
                  <a:pt x="113609" y="37657"/>
                  <a:pt x="108925" y="36263"/>
                  <a:pt x="102710" y="36263"/>
                </a:cubicBezTo>
                <a:cubicBezTo>
                  <a:pt x="96906" y="36263"/>
                  <a:pt x="92622" y="37280"/>
                  <a:pt x="89857" y="39313"/>
                </a:cubicBezTo>
                <a:cubicBezTo>
                  <a:pt x="87092" y="41347"/>
                  <a:pt x="85047" y="44946"/>
                  <a:pt x="83722" y="50110"/>
                </a:cubicBezTo>
                <a:lnTo>
                  <a:pt x="71657" y="48465"/>
                </a:lnTo>
                <a:cubicBezTo>
                  <a:pt x="72754" y="43301"/>
                  <a:pt x="74559" y="39131"/>
                  <a:pt x="77072" y="35954"/>
                </a:cubicBezTo>
                <a:cubicBezTo>
                  <a:pt x="79586" y="32778"/>
                  <a:pt x="83219" y="30333"/>
                  <a:pt x="87972" y="28620"/>
                </a:cubicBezTo>
                <a:cubicBezTo>
                  <a:pt x="92724" y="26906"/>
                  <a:pt x="98231" y="26049"/>
                  <a:pt x="104492" y="26049"/>
                </a:cubicBezTo>
                <a:cubicBezTo>
                  <a:pt x="110707" y="26049"/>
                  <a:pt x="115757" y="26780"/>
                  <a:pt x="119642" y="28243"/>
                </a:cubicBezTo>
                <a:cubicBezTo>
                  <a:pt x="123526" y="29705"/>
                  <a:pt x="126382" y="31544"/>
                  <a:pt x="128210" y="33761"/>
                </a:cubicBezTo>
                <a:cubicBezTo>
                  <a:pt x="130038" y="35977"/>
                  <a:pt x="131318" y="38776"/>
                  <a:pt x="132049" y="42158"/>
                </a:cubicBezTo>
                <a:cubicBezTo>
                  <a:pt x="132461" y="44260"/>
                  <a:pt x="132666" y="48053"/>
                  <a:pt x="132666" y="53537"/>
                </a:cubicBezTo>
                <a:lnTo>
                  <a:pt x="132666" y="69989"/>
                </a:lnTo>
                <a:cubicBezTo>
                  <a:pt x="132666" y="81460"/>
                  <a:pt x="132929" y="88715"/>
                  <a:pt x="133455" y="91754"/>
                </a:cubicBezTo>
                <a:cubicBezTo>
                  <a:pt x="133980" y="94793"/>
                  <a:pt x="135020" y="97706"/>
                  <a:pt x="136574" y="100494"/>
                </a:cubicBezTo>
                <a:lnTo>
                  <a:pt x="123686" y="100494"/>
                </a:lnTo>
                <a:cubicBezTo>
                  <a:pt x="122407" y="97935"/>
                  <a:pt x="121584" y="94942"/>
                  <a:pt x="121218" y="91514"/>
                </a:cubicBezTo>
                <a:moveTo>
                  <a:pt x="120190" y="63957"/>
                </a:moveTo>
                <a:cubicBezTo>
                  <a:pt x="115712" y="65785"/>
                  <a:pt x="108994" y="67339"/>
                  <a:pt x="100036" y="68618"/>
                </a:cubicBezTo>
                <a:cubicBezTo>
                  <a:pt x="94964" y="69350"/>
                  <a:pt x="91376" y="70172"/>
                  <a:pt x="89274" y="71086"/>
                </a:cubicBezTo>
                <a:cubicBezTo>
                  <a:pt x="87172" y="72000"/>
                  <a:pt x="85550" y="73337"/>
                  <a:pt x="84407" y="75096"/>
                </a:cubicBezTo>
                <a:cubicBezTo>
                  <a:pt x="83265" y="76856"/>
                  <a:pt x="82693" y="78810"/>
                  <a:pt x="82693" y="80957"/>
                </a:cubicBezTo>
                <a:cubicBezTo>
                  <a:pt x="82693" y="84248"/>
                  <a:pt x="83939" y="86990"/>
                  <a:pt x="86429" y="89183"/>
                </a:cubicBezTo>
                <a:cubicBezTo>
                  <a:pt x="88920" y="91377"/>
                  <a:pt x="92565" y="92474"/>
                  <a:pt x="97363" y="92474"/>
                </a:cubicBezTo>
                <a:cubicBezTo>
                  <a:pt x="102116" y="92474"/>
                  <a:pt x="106343" y="91434"/>
                  <a:pt x="110045" y="89355"/>
                </a:cubicBezTo>
                <a:cubicBezTo>
                  <a:pt x="113746" y="87275"/>
                  <a:pt x="116466" y="84431"/>
                  <a:pt x="118202" y="80820"/>
                </a:cubicBezTo>
                <a:cubicBezTo>
                  <a:pt x="119527" y="78033"/>
                  <a:pt x="120190" y="73920"/>
                  <a:pt x="120190" y="68481"/>
                </a:cubicBezTo>
                <a:lnTo>
                  <a:pt x="120190" y="63957"/>
                </a:lnTo>
                <a:close/>
                <a:moveTo>
                  <a:pt x="162897" y="100494"/>
                </a:moveTo>
                <a:lnTo>
                  <a:pt x="151449" y="100494"/>
                </a:lnTo>
                <a:lnTo>
                  <a:pt x="151449" y="0"/>
                </a:lnTo>
                <a:lnTo>
                  <a:pt x="163788" y="0"/>
                </a:lnTo>
                <a:lnTo>
                  <a:pt x="163788" y="35852"/>
                </a:lnTo>
                <a:cubicBezTo>
                  <a:pt x="168998" y="29317"/>
                  <a:pt x="175647" y="26049"/>
                  <a:pt x="183736" y="26049"/>
                </a:cubicBezTo>
                <a:cubicBezTo>
                  <a:pt x="188214" y="26049"/>
                  <a:pt x="192453" y="26952"/>
                  <a:pt x="196452" y="28757"/>
                </a:cubicBezTo>
                <a:cubicBezTo>
                  <a:pt x="200451" y="30562"/>
                  <a:pt x="203741" y="33098"/>
                  <a:pt x="206323" y="36366"/>
                </a:cubicBezTo>
                <a:cubicBezTo>
                  <a:pt x="208905" y="39633"/>
                  <a:pt x="210927" y="43575"/>
                  <a:pt x="212390" y="48191"/>
                </a:cubicBezTo>
                <a:cubicBezTo>
                  <a:pt x="213852" y="52806"/>
                  <a:pt x="214583" y="57742"/>
                  <a:pt x="214583" y="62997"/>
                </a:cubicBezTo>
                <a:cubicBezTo>
                  <a:pt x="214583" y="75473"/>
                  <a:pt x="211498" y="85116"/>
                  <a:pt x="205329" y="91925"/>
                </a:cubicBezTo>
                <a:cubicBezTo>
                  <a:pt x="199159" y="98735"/>
                  <a:pt x="191756" y="102139"/>
                  <a:pt x="183119" y="102139"/>
                </a:cubicBezTo>
                <a:cubicBezTo>
                  <a:pt x="174527" y="102139"/>
                  <a:pt x="167786" y="98552"/>
                  <a:pt x="162897" y="91377"/>
                </a:cubicBezTo>
                <a:lnTo>
                  <a:pt x="162897" y="100494"/>
                </a:lnTo>
                <a:moveTo>
                  <a:pt x="162759" y="63546"/>
                </a:moveTo>
                <a:cubicBezTo>
                  <a:pt x="162759" y="72274"/>
                  <a:pt x="163948" y="78581"/>
                  <a:pt x="166324" y="82466"/>
                </a:cubicBezTo>
                <a:cubicBezTo>
                  <a:pt x="170209" y="88818"/>
                  <a:pt x="175464" y="91994"/>
                  <a:pt x="182091" y="91994"/>
                </a:cubicBezTo>
                <a:cubicBezTo>
                  <a:pt x="187483" y="91994"/>
                  <a:pt x="192145" y="89652"/>
                  <a:pt x="196075" y="84968"/>
                </a:cubicBezTo>
                <a:cubicBezTo>
                  <a:pt x="200005" y="80283"/>
                  <a:pt x="201970" y="73303"/>
                  <a:pt x="201970" y="64026"/>
                </a:cubicBezTo>
                <a:cubicBezTo>
                  <a:pt x="201970" y="54520"/>
                  <a:pt x="200085" y="47505"/>
                  <a:pt x="196315" y="42981"/>
                </a:cubicBezTo>
                <a:cubicBezTo>
                  <a:pt x="192544" y="38457"/>
                  <a:pt x="187986" y="36194"/>
                  <a:pt x="182639" y="36194"/>
                </a:cubicBezTo>
                <a:cubicBezTo>
                  <a:pt x="177246" y="36194"/>
                  <a:pt x="172585" y="38536"/>
                  <a:pt x="168655" y="43221"/>
                </a:cubicBezTo>
                <a:cubicBezTo>
                  <a:pt x="164725" y="47905"/>
                  <a:pt x="162759" y="54680"/>
                  <a:pt x="162759" y="63546"/>
                </a:cubicBezTo>
                <a:close/>
                <a:moveTo>
                  <a:pt x="229390" y="14190"/>
                </a:moveTo>
                <a:lnTo>
                  <a:pt x="229390" y="0"/>
                </a:lnTo>
                <a:lnTo>
                  <a:pt x="241729" y="0"/>
                </a:lnTo>
                <a:lnTo>
                  <a:pt x="241729" y="14190"/>
                </a:lnTo>
                <a:lnTo>
                  <a:pt x="229390" y="14190"/>
                </a:lnTo>
                <a:moveTo>
                  <a:pt x="229390" y="100494"/>
                </a:moveTo>
                <a:lnTo>
                  <a:pt x="229390" y="27694"/>
                </a:lnTo>
                <a:lnTo>
                  <a:pt x="241729" y="27694"/>
                </a:lnTo>
                <a:lnTo>
                  <a:pt x="241729" y="100494"/>
                </a:lnTo>
                <a:lnTo>
                  <a:pt x="229390" y="100494"/>
                </a:lnTo>
                <a:close/>
                <a:moveTo>
                  <a:pt x="260797" y="100494"/>
                </a:moveTo>
                <a:lnTo>
                  <a:pt x="260797" y="27694"/>
                </a:lnTo>
                <a:lnTo>
                  <a:pt x="271902" y="27694"/>
                </a:lnTo>
                <a:lnTo>
                  <a:pt x="271902" y="38045"/>
                </a:lnTo>
                <a:cubicBezTo>
                  <a:pt x="277249" y="30048"/>
                  <a:pt x="284973" y="26049"/>
                  <a:pt x="295072" y="26049"/>
                </a:cubicBezTo>
                <a:cubicBezTo>
                  <a:pt x="299459" y="26049"/>
                  <a:pt x="303492" y="26837"/>
                  <a:pt x="307171" y="28414"/>
                </a:cubicBezTo>
                <a:cubicBezTo>
                  <a:pt x="310850" y="29991"/>
                  <a:pt x="313604" y="32059"/>
                  <a:pt x="315432" y="34618"/>
                </a:cubicBezTo>
                <a:cubicBezTo>
                  <a:pt x="317260" y="37177"/>
                  <a:pt x="318539" y="40216"/>
                  <a:pt x="319270" y="43735"/>
                </a:cubicBezTo>
                <a:cubicBezTo>
                  <a:pt x="319727" y="46020"/>
                  <a:pt x="319956" y="50019"/>
                  <a:pt x="319956" y="55731"/>
                </a:cubicBezTo>
                <a:lnTo>
                  <a:pt x="319956" y="100494"/>
                </a:lnTo>
                <a:lnTo>
                  <a:pt x="307617" y="100494"/>
                </a:lnTo>
                <a:lnTo>
                  <a:pt x="307617" y="56211"/>
                </a:lnTo>
                <a:cubicBezTo>
                  <a:pt x="307617" y="51184"/>
                  <a:pt x="307137" y="47425"/>
                  <a:pt x="306177" y="44934"/>
                </a:cubicBezTo>
                <a:cubicBezTo>
                  <a:pt x="305218" y="42444"/>
                  <a:pt x="303515" y="40456"/>
                  <a:pt x="301070" y="38971"/>
                </a:cubicBezTo>
                <a:cubicBezTo>
                  <a:pt x="298625" y="37485"/>
                  <a:pt x="295758" y="36743"/>
                  <a:pt x="292467" y="36743"/>
                </a:cubicBezTo>
                <a:cubicBezTo>
                  <a:pt x="287212" y="36743"/>
                  <a:pt x="282676" y="38411"/>
                  <a:pt x="278860" y="41747"/>
                </a:cubicBezTo>
                <a:cubicBezTo>
                  <a:pt x="275044" y="45083"/>
                  <a:pt x="273136" y="51412"/>
                  <a:pt x="273136" y="60735"/>
                </a:cubicBezTo>
                <a:lnTo>
                  <a:pt x="273136" y="100494"/>
                </a:lnTo>
                <a:lnTo>
                  <a:pt x="260797" y="100494"/>
                </a:lnTo>
                <a:close/>
                <a:moveTo>
                  <a:pt x="388437" y="77050"/>
                </a:moveTo>
                <a:lnTo>
                  <a:pt x="401187" y="78627"/>
                </a:lnTo>
                <a:cubicBezTo>
                  <a:pt x="399177" y="86076"/>
                  <a:pt x="395452" y="91857"/>
                  <a:pt x="390014" y="95970"/>
                </a:cubicBezTo>
                <a:cubicBezTo>
                  <a:pt x="384575" y="100083"/>
                  <a:pt x="377629" y="102139"/>
                  <a:pt x="369175" y="102139"/>
                </a:cubicBezTo>
                <a:cubicBezTo>
                  <a:pt x="358526" y="102139"/>
                  <a:pt x="350083" y="98860"/>
                  <a:pt x="343845" y="92302"/>
                </a:cubicBezTo>
                <a:cubicBezTo>
                  <a:pt x="337607" y="85745"/>
                  <a:pt x="334488" y="76547"/>
                  <a:pt x="334488" y="64711"/>
                </a:cubicBezTo>
                <a:cubicBezTo>
                  <a:pt x="334488" y="52464"/>
                  <a:pt x="337642" y="42958"/>
                  <a:pt x="343948" y="36194"/>
                </a:cubicBezTo>
                <a:cubicBezTo>
                  <a:pt x="350255" y="29431"/>
                  <a:pt x="358435" y="26049"/>
                  <a:pt x="368489" y="26049"/>
                </a:cubicBezTo>
                <a:cubicBezTo>
                  <a:pt x="378223" y="26049"/>
                  <a:pt x="386175" y="29362"/>
                  <a:pt x="392344" y="35989"/>
                </a:cubicBezTo>
                <a:cubicBezTo>
                  <a:pt x="398514" y="42615"/>
                  <a:pt x="401599" y="51938"/>
                  <a:pt x="401599" y="63957"/>
                </a:cubicBezTo>
                <a:cubicBezTo>
                  <a:pt x="401599" y="64688"/>
                  <a:pt x="401576" y="65785"/>
                  <a:pt x="401530" y="67247"/>
                </a:cubicBezTo>
                <a:lnTo>
                  <a:pt x="347239" y="67247"/>
                </a:lnTo>
                <a:cubicBezTo>
                  <a:pt x="347696" y="75245"/>
                  <a:pt x="349958" y="81369"/>
                  <a:pt x="354025" y="85619"/>
                </a:cubicBezTo>
                <a:cubicBezTo>
                  <a:pt x="358092" y="89869"/>
                  <a:pt x="363165" y="91994"/>
                  <a:pt x="369243" y="91994"/>
                </a:cubicBezTo>
                <a:cubicBezTo>
                  <a:pt x="373767" y="91994"/>
                  <a:pt x="377629" y="90806"/>
                  <a:pt x="380828" y="88429"/>
                </a:cubicBezTo>
                <a:cubicBezTo>
                  <a:pt x="384027" y="86053"/>
                  <a:pt x="386563" y="82260"/>
                  <a:pt x="388437" y="77050"/>
                </a:cubicBezTo>
                <a:moveTo>
                  <a:pt x="347924" y="57102"/>
                </a:moveTo>
                <a:lnTo>
                  <a:pt x="388574" y="57102"/>
                </a:lnTo>
                <a:cubicBezTo>
                  <a:pt x="388026" y="50978"/>
                  <a:pt x="386472" y="46385"/>
                  <a:pt x="383913" y="43324"/>
                </a:cubicBezTo>
                <a:cubicBezTo>
                  <a:pt x="379983" y="38571"/>
                  <a:pt x="374887" y="36194"/>
                  <a:pt x="368626" y="36194"/>
                </a:cubicBezTo>
                <a:cubicBezTo>
                  <a:pt x="362959" y="36194"/>
                  <a:pt x="358195" y="38091"/>
                  <a:pt x="354333" y="41884"/>
                </a:cubicBezTo>
                <a:cubicBezTo>
                  <a:pt x="350472" y="45677"/>
                  <a:pt x="348335" y="50750"/>
                  <a:pt x="347924" y="57102"/>
                </a:cubicBezTo>
                <a:close/>
                <a:moveTo>
                  <a:pt x="443345" y="89458"/>
                </a:moveTo>
                <a:lnTo>
                  <a:pt x="445128" y="100357"/>
                </a:lnTo>
                <a:cubicBezTo>
                  <a:pt x="441654" y="101088"/>
                  <a:pt x="438547" y="101454"/>
                  <a:pt x="435805" y="101454"/>
                </a:cubicBezTo>
                <a:cubicBezTo>
                  <a:pt x="431326" y="101454"/>
                  <a:pt x="427853" y="100746"/>
                  <a:pt x="425385" y="99329"/>
                </a:cubicBezTo>
                <a:cubicBezTo>
                  <a:pt x="422917" y="97912"/>
                  <a:pt x="421181" y="96050"/>
                  <a:pt x="420175" y="93742"/>
                </a:cubicBezTo>
                <a:cubicBezTo>
                  <a:pt x="419170" y="91434"/>
                  <a:pt x="418667" y="86579"/>
                  <a:pt x="418667" y="79175"/>
                </a:cubicBezTo>
                <a:lnTo>
                  <a:pt x="418667" y="37291"/>
                </a:lnTo>
                <a:lnTo>
                  <a:pt x="409619" y="37291"/>
                </a:lnTo>
                <a:lnTo>
                  <a:pt x="409619" y="27694"/>
                </a:lnTo>
                <a:lnTo>
                  <a:pt x="418667" y="27694"/>
                </a:lnTo>
                <a:lnTo>
                  <a:pt x="418667" y="9666"/>
                </a:lnTo>
                <a:lnTo>
                  <a:pt x="430938" y="2262"/>
                </a:lnTo>
                <a:lnTo>
                  <a:pt x="430938" y="27694"/>
                </a:lnTo>
                <a:lnTo>
                  <a:pt x="443345" y="27694"/>
                </a:lnTo>
                <a:lnTo>
                  <a:pt x="443345" y="37291"/>
                </a:lnTo>
                <a:lnTo>
                  <a:pt x="430938" y="37291"/>
                </a:lnTo>
                <a:lnTo>
                  <a:pt x="430938" y="79861"/>
                </a:lnTo>
                <a:cubicBezTo>
                  <a:pt x="430938" y="83380"/>
                  <a:pt x="431155" y="85642"/>
                  <a:pt x="431589" y="86647"/>
                </a:cubicBezTo>
                <a:cubicBezTo>
                  <a:pt x="432023" y="87653"/>
                  <a:pt x="432732" y="88452"/>
                  <a:pt x="433714" y="89046"/>
                </a:cubicBezTo>
                <a:cubicBezTo>
                  <a:pt x="434697" y="89640"/>
                  <a:pt x="436102" y="89938"/>
                  <a:pt x="437930" y="89938"/>
                </a:cubicBezTo>
                <a:cubicBezTo>
                  <a:pt x="439301" y="89938"/>
                  <a:pt x="441106" y="89778"/>
                  <a:pt x="443345" y="89458"/>
                </a:cubicBezTo>
                <a:close/>
                <a:moveTo>
                  <a:pt x="449964" y="78764"/>
                </a:moveTo>
                <a:lnTo>
                  <a:pt x="462166" y="76844"/>
                </a:lnTo>
                <a:cubicBezTo>
                  <a:pt x="462852" y="81734"/>
                  <a:pt x="464760" y="85482"/>
                  <a:pt x="467890" y="88087"/>
                </a:cubicBezTo>
                <a:cubicBezTo>
                  <a:pt x="471021" y="90692"/>
                  <a:pt x="475396" y="91994"/>
                  <a:pt x="481018" y="91994"/>
                </a:cubicBezTo>
                <a:cubicBezTo>
                  <a:pt x="486684" y="91994"/>
                  <a:pt x="490889" y="90840"/>
                  <a:pt x="493631" y="88532"/>
                </a:cubicBezTo>
                <a:cubicBezTo>
                  <a:pt x="496373" y="86224"/>
                  <a:pt x="497744" y="83517"/>
                  <a:pt x="497744" y="80409"/>
                </a:cubicBezTo>
                <a:cubicBezTo>
                  <a:pt x="497744" y="77621"/>
                  <a:pt x="496533" y="75428"/>
                  <a:pt x="494111" y="73828"/>
                </a:cubicBezTo>
                <a:cubicBezTo>
                  <a:pt x="492420" y="72731"/>
                  <a:pt x="488215" y="71338"/>
                  <a:pt x="481497" y="69647"/>
                </a:cubicBezTo>
                <a:cubicBezTo>
                  <a:pt x="472449" y="67362"/>
                  <a:pt x="466177" y="65385"/>
                  <a:pt x="462680" y="63717"/>
                </a:cubicBezTo>
                <a:cubicBezTo>
                  <a:pt x="459184" y="62049"/>
                  <a:pt x="456534" y="59741"/>
                  <a:pt x="454729" y="56794"/>
                </a:cubicBezTo>
                <a:cubicBezTo>
                  <a:pt x="452924" y="53846"/>
                  <a:pt x="452021" y="50590"/>
                  <a:pt x="452021" y="47025"/>
                </a:cubicBezTo>
                <a:cubicBezTo>
                  <a:pt x="452021" y="43781"/>
                  <a:pt x="452764" y="40776"/>
                  <a:pt x="454249" y="38011"/>
                </a:cubicBezTo>
                <a:cubicBezTo>
                  <a:pt x="455734" y="35246"/>
                  <a:pt x="457756" y="32950"/>
                  <a:pt x="460316" y="31122"/>
                </a:cubicBezTo>
                <a:cubicBezTo>
                  <a:pt x="462235" y="29705"/>
                  <a:pt x="464851" y="28505"/>
                  <a:pt x="468164" y="27523"/>
                </a:cubicBezTo>
                <a:cubicBezTo>
                  <a:pt x="471478" y="26540"/>
                  <a:pt x="475031" y="26049"/>
                  <a:pt x="478824" y="26049"/>
                </a:cubicBezTo>
                <a:cubicBezTo>
                  <a:pt x="484536" y="26049"/>
                  <a:pt x="489552" y="26872"/>
                  <a:pt x="493871" y="28517"/>
                </a:cubicBezTo>
                <a:cubicBezTo>
                  <a:pt x="498189" y="30162"/>
                  <a:pt x="501377" y="32390"/>
                  <a:pt x="503433" y="35200"/>
                </a:cubicBezTo>
                <a:cubicBezTo>
                  <a:pt x="505490" y="38011"/>
                  <a:pt x="506907" y="41770"/>
                  <a:pt x="507684" y="46477"/>
                </a:cubicBezTo>
                <a:lnTo>
                  <a:pt x="495619" y="48122"/>
                </a:lnTo>
                <a:cubicBezTo>
                  <a:pt x="495070" y="44375"/>
                  <a:pt x="493482" y="41450"/>
                  <a:pt x="490854" y="39348"/>
                </a:cubicBezTo>
                <a:cubicBezTo>
                  <a:pt x="488227" y="37245"/>
                  <a:pt x="484514" y="36194"/>
                  <a:pt x="479715" y="36194"/>
                </a:cubicBezTo>
                <a:cubicBezTo>
                  <a:pt x="474048" y="36194"/>
                  <a:pt x="470004" y="37131"/>
                  <a:pt x="467582" y="39005"/>
                </a:cubicBezTo>
                <a:cubicBezTo>
                  <a:pt x="465160" y="40879"/>
                  <a:pt x="463949" y="43072"/>
                  <a:pt x="463949" y="45586"/>
                </a:cubicBezTo>
                <a:cubicBezTo>
                  <a:pt x="463949" y="47185"/>
                  <a:pt x="464451" y="48625"/>
                  <a:pt x="465457" y="49904"/>
                </a:cubicBezTo>
                <a:cubicBezTo>
                  <a:pt x="466462" y="51230"/>
                  <a:pt x="468039" y="52326"/>
                  <a:pt x="470187" y="53195"/>
                </a:cubicBezTo>
                <a:cubicBezTo>
                  <a:pt x="471421" y="53652"/>
                  <a:pt x="475054" y="54703"/>
                  <a:pt x="481086" y="56348"/>
                </a:cubicBezTo>
                <a:cubicBezTo>
                  <a:pt x="489815" y="58679"/>
                  <a:pt x="495904" y="60587"/>
                  <a:pt x="499355" y="62072"/>
                </a:cubicBezTo>
                <a:cubicBezTo>
                  <a:pt x="502805" y="63557"/>
                  <a:pt x="505513" y="65717"/>
                  <a:pt x="507478" y="68550"/>
                </a:cubicBezTo>
                <a:cubicBezTo>
                  <a:pt x="509443" y="71383"/>
                  <a:pt x="510426" y="74902"/>
                  <a:pt x="510426" y="79107"/>
                </a:cubicBezTo>
                <a:cubicBezTo>
                  <a:pt x="510426" y="83220"/>
                  <a:pt x="509226" y="87093"/>
                  <a:pt x="506827" y="90726"/>
                </a:cubicBezTo>
                <a:cubicBezTo>
                  <a:pt x="504427" y="94359"/>
                  <a:pt x="500966" y="97170"/>
                  <a:pt x="496441" y="99157"/>
                </a:cubicBezTo>
                <a:cubicBezTo>
                  <a:pt x="491917" y="101145"/>
                  <a:pt x="486799" y="102139"/>
                  <a:pt x="481086" y="102139"/>
                </a:cubicBezTo>
                <a:cubicBezTo>
                  <a:pt x="471626" y="102139"/>
                  <a:pt x="464417" y="100174"/>
                  <a:pt x="459459" y="96244"/>
                </a:cubicBezTo>
                <a:cubicBezTo>
                  <a:pt x="454500" y="92314"/>
                  <a:pt x="451335" y="86487"/>
                  <a:pt x="449964" y="78764"/>
                </a:cubicBezTo>
                <a:close/>
                <a:moveTo>
                  <a:pt x="528065" y="100494"/>
                </a:moveTo>
                <a:lnTo>
                  <a:pt x="528065" y="86441"/>
                </a:lnTo>
                <a:lnTo>
                  <a:pt x="542117" y="86441"/>
                </a:lnTo>
                <a:lnTo>
                  <a:pt x="542117" y="100494"/>
                </a:lnTo>
                <a:cubicBezTo>
                  <a:pt x="542117" y="105658"/>
                  <a:pt x="541203" y="109828"/>
                  <a:pt x="539375" y="113005"/>
                </a:cubicBezTo>
                <a:cubicBezTo>
                  <a:pt x="537547" y="116181"/>
                  <a:pt x="534645" y="118637"/>
                  <a:pt x="530670" y="120374"/>
                </a:cubicBezTo>
                <a:lnTo>
                  <a:pt x="527242" y="115095"/>
                </a:lnTo>
                <a:cubicBezTo>
                  <a:pt x="529847" y="113953"/>
                  <a:pt x="531766" y="112273"/>
                  <a:pt x="533000" y="110057"/>
                </a:cubicBezTo>
                <a:cubicBezTo>
                  <a:pt x="534234" y="107840"/>
                  <a:pt x="534920" y="104653"/>
                  <a:pt x="535057" y="100494"/>
                </a:cubicBezTo>
                <a:lnTo>
                  <a:pt x="528065" y="100494"/>
                </a:lnTo>
                <a:close/>
                <a:moveTo>
                  <a:pt x="649338" y="91514"/>
                </a:moveTo>
                <a:cubicBezTo>
                  <a:pt x="644768" y="95399"/>
                  <a:pt x="640369" y="98141"/>
                  <a:pt x="636142" y="99740"/>
                </a:cubicBezTo>
                <a:cubicBezTo>
                  <a:pt x="631915" y="101340"/>
                  <a:pt x="627379" y="102139"/>
                  <a:pt x="622535" y="102139"/>
                </a:cubicBezTo>
                <a:cubicBezTo>
                  <a:pt x="614537" y="102139"/>
                  <a:pt x="608391" y="100186"/>
                  <a:pt x="604095" y="96278"/>
                </a:cubicBezTo>
                <a:cubicBezTo>
                  <a:pt x="599799" y="92371"/>
                  <a:pt x="597651" y="87378"/>
                  <a:pt x="597651" y="81300"/>
                </a:cubicBezTo>
                <a:cubicBezTo>
                  <a:pt x="597651" y="77736"/>
                  <a:pt x="598462" y="74479"/>
                  <a:pt x="600085" y="71532"/>
                </a:cubicBezTo>
                <a:cubicBezTo>
                  <a:pt x="601707" y="68584"/>
                  <a:pt x="603832" y="66219"/>
                  <a:pt x="606460" y="64437"/>
                </a:cubicBezTo>
                <a:cubicBezTo>
                  <a:pt x="609088" y="62655"/>
                  <a:pt x="612047" y="61306"/>
                  <a:pt x="615337" y="60392"/>
                </a:cubicBezTo>
                <a:cubicBezTo>
                  <a:pt x="617759" y="59753"/>
                  <a:pt x="621415" y="59136"/>
                  <a:pt x="626305" y="58542"/>
                </a:cubicBezTo>
                <a:cubicBezTo>
                  <a:pt x="636268" y="57353"/>
                  <a:pt x="643602" y="55937"/>
                  <a:pt x="648310" y="54292"/>
                </a:cubicBezTo>
                <a:cubicBezTo>
                  <a:pt x="648355" y="52601"/>
                  <a:pt x="648378" y="51527"/>
                  <a:pt x="648378" y="51070"/>
                </a:cubicBezTo>
                <a:cubicBezTo>
                  <a:pt x="648378" y="46043"/>
                  <a:pt x="647213" y="42501"/>
                  <a:pt x="644882" y="40444"/>
                </a:cubicBezTo>
                <a:cubicBezTo>
                  <a:pt x="641729" y="37657"/>
                  <a:pt x="637045" y="36263"/>
                  <a:pt x="630829" y="36263"/>
                </a:cubicBezTo>
                <a:cubicBezTo>
                  <a:pt x="625025" y="36263"/>
                  <a:pt x="620741" y="37280"/>
                  <a:pt x="617976" y="39313"/>
                </a:cubicBezTo>
                <a:cubicBezTo>
                  <a:pt x="615211" y="41347"/>
                  <a:pt x="613166" y="44946"/>
                  <a:pt x="611841" y="50110"/>
                </a:cubicBezTo>
                <a:lnTo>
                  <a:pt x="599776" y="48465"/>
                </a:lnTo>
                <a:cubicBezTo>
                  <a:pt x="600873" y="43301"/>
                  <a:pt x="602678" y="39131"/>
                  <a:pt x="605192" y="35954"/>
                </a:cubicBezTo>
                <a:cubicBezTo>
                  <a:pt x="607705" y="32778"/>
                  <a:pt x="611338" y="30333"/>
                  <a:pt x="616091" y="28620"/>
                </a:cubicBezTo>
                <a:cubicBezTo>
                  <a:pt x="620844" y="26906"/>
                  <a:pt x="626351" y="26049"/>
                  <a:pt x="632612" y="26049"/>
                </a:cubicBezTo>
                <a:cubicBezTo>
                  <a:pt x="638827" y="26049"/>
                  <a:pt x="643877" y="26780"/>
                  <a:pt x="647761" y="28243"/>
                </a:cubicBezTo>
                <a:cubicBezTo>
                  <a:pt x="651646" y="29705"/>
                  <a:pt x="654502" y="31544"/>
                  <a:pt x="656330" y="33761"/>
                </a:cubicBezTo>
                <a:cubicBezTo>
                  <a:pt x="658158" y="35977"/>
                  <a:pt x="659437" y="38776"/>
                  <a:pt x="660169" y="42158"/>
                </a:cubicBezTo>
                <a:cubicBezTo>
                  <a:pt x="660580" y="44260"/>
                  <a:pt x="660786" y="48053"/>
                  <a:pt x="660786" y="53537"/>
                </a:cubicBezTo>
                <a:lnTo>
                  <a:pt x="660786" y="69989"/>
                </a:lnTo>
                <a:cubicBezTo>
                  <a:pt x="660786" y="81460"/>
                  <a:pt x="661048" y="88715"/>
                  <a:pt x="661574" y="91754"/>
                </a:cubicBezTo>
                <a:cubicBezTo>
                  <a:pt x="662100" y="94793"/>
                  <a:pt x="663139" y="97706"/>
                  <a:pt x="664693" y="100494"/>
                </a:cubicBezTo>
                <a:lnTo>
                  <a:pt x="651806" y="100494"/>
                </a:lnTo>
                <a:cubicBezTo>
                  <a:pt x="650526" y="97935"/>
                  <a:pt x="649703" y="94942"/>
                  <a:pt x="649338" y="91514"/>
                </a:cubicBezTo>
                <a:moveTo>
                  <a:pt x="648310" y="63957"/>
                </a:moveTo>
                <a:cubicBezTo>
                  <a:pt x="643831" y="65785"/>
                  <a:pt x="637113" y="67339"/>
                  <a:pt x="628156" y="68618"/>
                </a:cubicBezTo>
                <a:cubicBezTo>
                  <a:pt x="623083" y="69350"/>
                  <a:pt x="619496" y="70172"/>
                  <a:pt x="617394" y="71086"/>
                </a:cubicBezTo>
                <a:cubicBezTo>
                  <a:pt x="615291" y="72000"/>
                  <a:pt x="613669" y="73337"/>
                  <a:pt x="612526" y="75096"/>
                </a:cubicBezTo>
                <a:cubicBezTo>
                  <a:pt x="611384" y="76856"/>
                  <a:pt x="610813" y="78810"/>
                  <a:pt x="610813" y="80957"/>
                </a:cubicBezTo>
                <a:cubicBezTo>
                  <a:pt x="610813" y="84248"/>
                  <a:pt x="612058" y="86990"/>
                  <a:pt x="614549" y="89183"/>
                </a:cubicBezTo>
                <a:cubicBezTo>
                  <a:pt x="617039" y="91377"/>
                  <a:pt x="620684" y="92474"/>
                  <a:pt x="625482" y="92474"/>
                </a:cubicBezTo>
                <a:cubicBezTo>
                  <a:pt x="630235" y="92474"/>
                  <a:pt x="634462" y="91434"/>
                  <a:pt x="638164" y="89355"/>
                </a:cubicBezTo>
                <a:cubicBezTo>
                  <a:pt x="641866" y="87275"/>
                  <a:pt x="644585" y="84431"/>
                  <a:pt x="646322" y="80820"/>
                </a:cubicBezTo>
                <a:cubicBezTo>
                  <a:pt x="647647" y="78033"/>
                  <a:pt x="648310" y="73920"/>
                  <a:pt x="648310" y="68481"/>
                </a:cubicBezTo>
                <a:lnTo>
                  <a:pt x="648310" y="63957"/>
                </a:lnTo>
                <a:close/>
                <a:moveTo>
                  <a:pt x="713196" y="78764"/>
                </a:moveTo>
                <a:lnTo>
                  <a:pt x="725398" y="76844"/>
                </a:lnTo>
                <a:cubicBezTo>
                  <a:pt x="726083" y="81734"/>
                  <a:pt x="727991" y="85482"/>
                  <a:pt x="731122" y="88087"/>
                </a:cubicBezTo>
                <a:cubicBezTo>
                  <a:pt x="734252" y="90692"/>
                  <a:pt x="738628" y="91994"/>
                  <a:pt x="744249" y="91994"/>
                </a:cubicBezTo>
                <a:cubicBezTo>
                  <a:pt x="749916" y="91994"/>
                  <a:pt x="754120" y="90840"/>
                  <a:pt x="756862" y="88532"/>
                </a:cubicBezTo>
                <a:cubicBezTo>
                  <a:pt x="759604" y="86224"/>
                  <a:pt x="760975" y="83517"/>
                  <a:pt x="760975" y="80409"/>
                </a:cubicBezTo>
                <a:cubicBezTo>
                  <a:pt x="760975" y="77621"/>
                  <a:pt x="759764" y="75428"/>
                  <a:pt x="757342" y="73828"/>
                </a:cubicBezTo>
                <a:cubicBezTo>
                  <a:pt x="755651" y="72731"/>
                  <a:pt x="751447" y="71338"/>
                  <a:pt x="744729" y="69647"/>
                </a:cubicBezTo>
                <a:cubicBezTo>
                  <a:pt x="735680" y="67362"/>
                  <a:pt x="729408" y="65385"/>
                  <a:pt x="725912" y="63717"/>
                </a:cubicBezTo>
                <a:cubicBezTo>
                  <a:pt x="722416" y="62049"/>
                  <a:pt x="719765" y="59741"/>
                  <a:pt x="717960" y="56794"/>
                </a:cubicBezTo>
                <a:cubicBezTo>
                  <a:pt x="716155" y="53846"/>
                  <a:pt x="715252" y="50590"/>
                  <a:pt x="715252" y="47025"/>
                </a:cubicBezTo>
                <a:cubicBezTo>
                  <a:pt x="715252" y="43781"/>
                  <a:pt x="715995" y="40776"/>
                  <a:pt x="717480" y="38011"/>
                </a:cubicBezTo>
                <a:cubicBezTo>
                  <a:pt x="718966" y="35246"/>
                  <a:pt x="720988" y="32950"/>
                  <a:pt x="723547" y="31122"/>
                </a:cubicBezTo>
                <a:cubicBezTo>
                  <a:pt x="725466" y="29705"/>
                  <a:pt x="728083" y="28505"/>
                  <a:pt x="731396" y="27523"/>
                </a:cubicBezTo>
                <a:cubicBezTo>
                  <a:pt x="734709" y="26540"/>
                  <a:pt x="738262" y="26049"/>
                  <a:pt x="742055" y="26049"/>
                </a:cubicBezTo>
                <a:cubicBezTo>
                  <a:pt x="747768" y="26049"/>
                  <a:pt x="752784" y="26872"/>
                  <a:pt x="757102" y="28517"/>
                </a:cubicBezTo>
                <a:cubicBezTo>
                  <a:pt x="761421" y="30162"/>
                  <a:pt x="764608" y="32390"/>
                  <a:pt x="766665" y="35200"/>
                </a:cubicBezTo>
                <a:cubicBezTo>
                  <a:pt x="768721" y="38011"/>
                  <a:pt x="770138" y="41770"/>
                  <a:pt x="770915" y="46477"/>
                </a:cubicBezTo>
                <a:lnTo>
                  <a:pt x="758850" y="48122"/>
                </a:lnTo>
                <a:cubicBezTo>
                  <a:pt x="758302" y="44375"/>
                  <a:pt x="756714" y="41450"/>
                  <a:pt x="754086" y="39348"/>
                </a:cubicBezTo>
                <a:cubicBezTo>
                  <a:pt x="751458" y="37245"/>
                  <a:pt x="747745" y="36194"/>
                  <a:pt x="742947" y="36194"/>
                </a:cubicBezTo>
                <a:cubicBezTo>
                  <a:pt x="737280" y="36194"/>
                  <a:pt x="733235" y="37131"/>
                  <a:pt x="730813" y="39005"/>
                </a:cubicBezTo>
                <a:cubicBezTo>
                  <a:pt x="728391" y="40879"/>
                  <a:pt x="727180" y="43072"/>
                  <a:pt x="727180" y="45586"/>
                </a:cubicBezTo>
                <a:cubicBezTo>
                  <a:pt x="727180" y="47185"/>
                  <a:pt x="727683" y="48625"/>
                  <a:pt x="728688" y="49904"/>
                </a:cubicBezTo>
                <a:cubicBezTo>
                  <a:pt x="729694" y="51230"/>
                  <a:pt x="731270" y="52326"/>
                  <a:pt x="733418" y="53195"/>
                </a:cubicBezTo>
                <a:cubicBezTo>
                  <a:pt x="734652" y="53652"/>
                  <a:pt x="738285" y="54703"/>
                  <a:pt x="744318" y="56348"/>
                </a:cubicBezTo>
                <a:cubicBezTo>
                  <a:pt x="753046" y="58679"/>
                  <a:pt x="759136" y="60587"/>
                  <a:pt x="762586" y="62072"/>
                </a:cubicBezTo>
                <a:cubicBezTo>
                  <a:pt x="766037" y="63557"/>
                  <a:pt x="768744" y="65717"/>
                  <a:pt x="770709" y="68550"/>
                </a:cubicBezTo>
                <a:cubicBezTo>
                  <a:pt x="772674" y="71383"/>
                  <a:pt x="773657" y="74902"/>
                  <a:pt x="773657" y="79107"/>
                </a:cubicBezTo>
                <a:cubicBezTo>
                  <a:pt x="773657" y="83220"/>
                  <a:pt x="772457" y="87093"/>
                  <a:pt x="770058" y="90726"/>
                </a:cubicBezTo>
                <a:cubicBezTo>
                  <a:pt x="767659" y="94359"/>
                  <a:pt x="764197" y="97170"/>
                  <a:pt x="759673" y="99157"/>
                </a:cubicBezTo>
                <a:cubicBezTo>
                  <a:pt x="755148" y="101145"/>
                  <a:pt x="750030" y="102139"/>
                  <a:pt x="744318" y="102139"/>
                </a:cubicBezTo>
                <a:cubicBezTo>
                  <a:pt x="734858" y="102139"/>
                  <a:pt x="727649" y="100174"/>
                  <a:pt x="722690" y="96244"/>
                </a:cubicBezTo>
                <a:cubicBezTo>
                  <a:pt x="717732" y="92314"/>
                  <a:pt x="714567" y="86487"/>
                  <a:pt x="713196" y="78764"/>
                </a:cubicBezTo>
                <a:close/>
                <a:moveTo>
                  <a:pt x="815014" y="89458"/>
                </a:moveTo>
                <a:lnTo>
                  <a:pt x="816797" y="100357"/>
                </a:lnTo>
                <a:cubicBezTo>
                  <a:pt x="813323" y="101088"/>
                  <a:pt x="810216" y="101454"/>
                  <a:pt x="807474" y="101454"/>
                </a:cubicBezTo>
                <a:cubicBezTo>
                  <a:pt x="802995" y="101454"/>
                  <a:pt x="799522" y="100746"/>
                  <a:pt x="797054" y="99329"/>
                </a:cubicBezTo>
                <a:cubicBezTo>
                  <a:pt x="794587" y="97912"/>
                  <a:pt x="792850" y="96050"/>
                  <a:pt x="791845" y="93742"/>
                </a:cubicBezTo>
                <a:cubicBezTo>
                  <a:pt x="790839" y="91434"/>
                  <a:pt x="790336" y="86579"/>
                  <a:pt x="790336" y="79175"/>
                </a:cubicBezTo>
                <a:lnTo>
                  <a:pt x="790336" y="37291"/>
                </a:lnTo>
                <a:lnTo>
                  <a:pt x="781288" y="37291"/>
                </a:lnTo>
                <a:lnTo>
                  <a:pt x="781288" y="27694"/>
                </a:lnTo>
                <a:lnTo>
                  <a:pt x="790336" y="27694"/>
                </a:lnTo>
                <a:lnTo>
                  <a:pt x="790336" y="9666"/>
                </a:lnTo>
                <a:lnTo>
                  <a:pt x="802607" y="2262"/>
                </a:lnTo>
                <a:lnTo>
                  <a:pt x="802607" y="27694"/>
                </a:lnTo>
                <a:lnTo>
                  <a:pt x="815014" y="27694"/>
                </a:lnTo>
                <a:lnTo>
                  <a:pt x="815014" y="37291"/>
                </a:lnTo>
                <a:lnTo>
                  <a:pt x="802607" y="37291"/>
                </a:lnTo>
                <a:lnTo>
                  <a:pt x="802607" y="79861"/>
                </a:lnTo>
                <a:cubicBezTo>
                  <a:pt x="802607" y="83380"/>
                  <a:pt x="802824" y="85642"/>
                  <a:pt x="803258" y="86647"/>
                </a:cubicBezTo>
                <a:cubicBezTo>
                  <a:pt x="803692" y="87653"/>
                  <a:pt x="804401" y="88452"/>
                  <a:pt x="805383" y="89046"/>
                </a:cubicBezTo>
                <a:cubicBezTo>
                  <a:pt x="806366" y="89640"/>
                  <a:pt x="807771" y="89938"/>
                  <a:pt x="809599" y="89938"/>
                </a:cubicBezTo>
                <a:cubicBezTo>
                  <a:pt x="810970" y="89938"/>
                  <a:pt x="812775" y="89778"/>
                  <a:pt x="815014" y="89458"/>
                </a:cubicBezTo>
                <a:close/>
                <a:moveTo>
                  <a:pt x="821977" y="64094"/>
                </a:moveTo>
                <a:cubicBezTo>
                  <a:pt x="821977" y="50613"/>
                  <a:pt x="825724" y="40627"/>
                  <a:pt x="833219" y="34138"/>
                </a:cubicBezTo>
                <a:cubicBezTo>
                  <a:pt x="839480" y="28745"/>
                  <a:pt x="847112" y="26049"/>
                  <a:pt x="856115" y="26049"/>
                </a:cubicBezTo>
                <a:cubicBezTo>
                  <a:pt x="866123" y="26049"/>
                  <a:pt x="874303" y="29328"/>
                  <a:pt x="880656" y="35886"/>
                </a:cubicBezTo>
                <a:cubicBezTo>
                  <a:pt x="887008" y="42444"/>
                  <a:pt x="890184" y="51504"/>
                  <a:pt x="890184" y="63066"/>
                </a:cubicBezTo>
                <a:cubicBezTo>
                  <a:pt x="890184" y="72434"/>
                  <a:pt x="888779" y="79804"/>
                  <a:pt x="885968" y="85173"/>
                </a:cubicBezTo>
                <a:cubicBezTo>
                  <a:pt x="883158" y="90543"/>
                  <a:pt x="879067" y="94713"/>
                  <a:pt x="873698" y="97684"/>
                </a:cubicBezTo>
                <a:cubicBezTo>
                  <a:pt x="868328" y="100654"/>
                  <a:pt x="862467" y="102139"/>
                  <a:pt x="856115" y="102139"/>
                </a:cubicBezTo>
                <a:cubicBezTo>
                  <a:pt x="845924" y="102139"/>
                  <a:pt x="837686" y="98872"/>
                  <a:pt x="831402" y="92337"/>
                </a:cubicBezTo>
                <a:cubicBezTo>
                  <a:pt x="825119" y="85802"/>
                  <a:pt x="821977" y="76387"/>
                  <a:pt x="821977" y="64094"/>
                </a:cubicBezTo>
                <a:moveTo>
                  <a:pt x="834659" y="64094"/>
                </a:moveTo>
                <a:cubicBezTo>
                  <a:pt x="834659" y="73417"/>
                  <a:pt x="836692" y="80398"/>
                  <a:pt x="840759" y="85036"/>
                </a:cubicBezTo>
                <a:cubicBezTo>
                  <a:pt x="844827" y="89675"/>
                  <a:pt x="849945" y="91994"/>
                  <a:pt x="856115" y="91994"/>
                </a:cubicBezTo>
                <a:cubicBezTo>
                  <a:pt x="862238" y="91994"/>
                  <a:pt x="867334" y="89663"/>
                  <a:pt x="871401" y="85002"/>
                </a:cubicBezTo>
                <a:cubicBezTo>
                  <a:pt x="875469" y="80341"/>
                  <a:pt x="877502" y="73234"/>
                  <a:pt x="877502" y="63683"/>
                </a:cubicBezTo>
                <a:cubicBezTo>
                  <a:pt x="877502" y="54680"/>
                  <a:pt x="875457" y="47859"/>
                  <a:pt x="871367" y="43221"/>
                </a:cubicBezTo>
                <a:cubicBezTo>
                  <a:pt x="867277" y="38582"/>
                  <a:pt x="862193" y="36263"/>
                  <a:pt x="856115" y="36263"/>
                </a:cubicBezTo>
                <a:cubicBezTo>
                  <a:pt x="849945" y="36263"/>
                  <a:pt x="844827" y="38571"/>
                  <a:pt x="840759" y="43186"/>
                </a:cubicBezTo>
                <a:cubicBezTo>
                  <a:pt x="836692" y="47802"/>
                  <a:pt x="834659" y="54771"/>
                  <a:pt x="834659" y="64094"/>
                </a:cubicBezTo>
                <a:close/>
                <a:moveTo>
                  <a:pt x="924596" y="100494"/>
                </a:moveTo>
                <a:lnTo>
                  <a:pt x="896902" y="27694"/>
                </a:lnTo>
                <a:lnTo>
                  <a:pt x="909926" y="27694"/>
                </a:lnTo>
                <a:lnTo>
                  <a:pt x="925556" y="71292"/>
                </a:lnTo>
                <a:cubicBezTo>
                  <a:pt x="927246" y="75999"/>
                  <a:pt x="928800" y="80889"/>
                  <a:pt x="930217" y="85962"/>
                </a:cubicBezTo>
                <a:cubicBezTo>
                  <a:pt x="931314" y="82123"/>
                  <a:pt x="932845" y="77507"/>
                  <a:pt x="934810" y="72115"/>
                </a:cubicBezTo>
                <a:lnTo>
                  <a:pt x="950988" y="27694"/>
                </a:lnTo>
                <a:lnTo>
                  <a:pt x="963669" y="27694"/>
                </a:lnTo>
                <a:lnTo>
                  <a:pt x="936112" y="100494"/>
                </a:lnTo>
                <a:lnTo>
                  <a:pt x="924596" y="100494"/>
                </a:lnTo>
                <a:close/>
                <a:moveTo>
                  <a:pt x="1024152" y="77050"/>
                </a:moveTo>
                <a:lnTo>
                  <a:pt x="1036903" y="78627"/>
                </a:lnTo>
                <a:cubicBezTo>
                  <a:pt x="1034892" y="86076"/>
                  <a:pt x="1031167" y="91857"/>
                  <a:pt x="1025729" y="95970"/>
                </a:cubicBezTo>
                <a:cubicBezTo>
                  <a:pt x="1020291" y="100083"/>
                  <a:pt x="1013344" y="102139"/>
                  <a:pt x="1004890" y="102139"/>
                </a:cubicBezTo>
                <a:cubicBezTo>
                  <a:pt x="994242" y="102139"/>
                  <a:pt x="985799" y="98860"/>
                  <a:pt x="979561" y="92302"/>
                </a:cubicBezTo>
                <a:cubicBezTo>
                  <a:pt x="973323" y="85745"/>
                  <a:pt x="970204" y="76547"/>
                  <a:pt x="970204" y="64711"/>
                </a:cubicBezTo>
                <a:cubicBezTo>
                  <a:pt x="970204" y="52464"/>
                  <a:pt x="973357" y="42958"/>
                  <a:pt x="979664" y="36194"/>
                </a:cubicBezTo>
                <a:cubicBezTo>
                  <a:pt x="985970" y="29431"/>
                  <a:pt x="994150" y="26049"/>
                  <a:pt x="1004204" y="26049"/>
                </a:cubicBezTo>
                <a:cubicBezTo>
                  <a:pt x="1013939" y="26049"/>
                  <a:pt x="1021890" y="29362"/>
                  <a:pt x="1028060" y="35989"/>
                </a:cubicBezTo>
                <a:cubicBezTo>
                  <a:pt x="1034229" y="42615"/>
                  <a:pt x="1037314" y="51938"/>
                  <a:pt x="1037314" y="63957"/>
                </a:cubicBezTo>
                <a:cubicBezTo>
                  <a:pt x="1037314" y="64688"/>
                  <a:pt x="1037291" y="65785"/>
                  <a:pt x="1037246" y="67247"/>
                </a:cubicBezTo>
                <a:lnTo>
                  <a:pt x="982954" y="67247"/>
                </a:lnTo>
                <a:cubicBezTo>
                  <a:pt x="983411" y="75245"/>
                  <a:pt x="985673" y="81369"/>
                  <a:pt x="989740" y="85619"/>
                </a:cubicBezTo>
                <a:cubicBezTo>
                  <a:pt x="993808" y="89869"/>
                  <a:pt x="998880" y="91994"/>
                  <a:pt x="1004959" y="91994"/>
                </a:cubicBezTo>
                <a:cubicBezTo>
                  <a:pt x="1009483" y="91994"/>
                  <a:pt x="1013344" y="90806"/>
                  <a:pt x="1016543" y="88429"/>
                </a:cubicBezTo>
                <a:cubicBezTo>
                  <a:pt x="1019742" y="86053"/>
                  <a:pt x="1022279" y="82260"/>
                  <a:pt x="1024152" y="77050"/>
                </a:cubicBezTo>
                <a:moveTo>
                  <a:pt x="983639" y="57102"/>
                </a:moveTo>
                <a:lnTo>
                  <a:pt x="1024290" y="57102"/>
                </a:lnTo>
                <a:cubicBezTo>
                  <a:pt x="1023741" y="50978"/>
                  <a:pt x="1022187" y="46385"/>
                  <a:pt x="1019628" y="43324"/>
                </a:cubicBezTo>
                <a:cubicBezTo>
                  <a:pt x="1015698" y="38571"/>
                  <a:pt x="1010602" y="36194"/>
                  <a:pt x="1004342" y="36194"/>
                </a:cubicBezTo>
                <a:cubicBezTo>
                  <a:pt x="998675" y="36194"/>
                  <a:pt x="993911" y="38091"/>
                  <a:pt x="990049" y="41884"/>
                </a:cubicBezTo>
                <a:cubicBezTo>
                  <a:pt x="986187" y="45677"/>
                  <a:pt x="984051" y="50750"/>
                  <a:pt x="983639" y="57102"/>
                </a:cubicBezTo>
                <a:close/>
                <a:moveTo>
                  <a:pt x="1055343" y="100494"/>
                </a:moveTo>
                <a:lnTo>
                  <a:pt x="1055343" y="86441"/>
                </a:lnTo>
                <a:lnTo>
                  <a:pt x="1069396" y="86441"/>
                </a:lnTo>
                <a:lnTo>
                  <a:pt x="1069396" y="100494"/>
                </a:lnTo>
                <a:cubicBezTo>
                  <a:pt x="1069396" y="105658"/>
                  <a:pt x="1068482" y="109828"/>
                  <a:pt x="1066654" y="113005"/>
                </a:cubicBezTo>
                <a:cubicBezTo>
                  <a:pt x="1064826" y="116181"/>
                  <a:pt x="1061924" y="118637"/>
                  <a:pt x="1057948" y="120374"/>
                </a:cubicBezTo>
                <a:lnTo>
                  <a:pt x="1054520" y="115095"/>
                </a:lnTo>
                <a:cubicBezTo>
                  <a:pt x="1057125" y="113953"/>
                  <a:pt x="1059045" y="112273"/>
                  <a:pt x="1060278" y="110057"/>
                </a:cubicBezTo>
                <a:cubicBezTo>
                  <a:pt x="1061512" y="107840"/>
                  <a:pt x="1062198" y="104653"/>
                  <a:pt x="1062335" y="100494"/>
                </a:cubicBezTo>
                <a:lnTo>
                  <a:pt x="1055343" y="100494"/>
                </a:lnTo>
                <a:close/>
                <a:moveTo>
                  <a:pt x="1176616" y="91514"/>
                </a:moveTo>
                <a:cubicBezTo>
                  <a:pt x="1172046" y="95399"/>
                  <a:pt x="1167647" y="98141"/>
                  <a:pt x="1163420" y="99740"/>
                </a:cubicBezTo>
                <a:cubicBezTo>
                  <a:pt x="1159193" y="101340"/>
                  <a:pt x="1154657" y="102139"/>
                  <a:pt x="1149813" y="102139"/>
                </a:cubicBezTo>
                <a:cubicBezTo>
                  <a:pt x="1141815" y="102139"/>
                  <a:pt x="1135669" y="100186"/>
                  <a:pt x="1131373" y="96278"/>
                </a:cubicBezTo>
                <a:cubicBezTo>
                  <a:pt x="1127077" y="92371"/>
                  <a:pt x="1124929" y="87378"/>
                  <a:pt x="1124929" y="81300"/>
                </a:cubicBezTo>
                <a:cubicBezTo>
                  <a:pt x="1124929" y="77736"/>
                  <a:pt x="1125740" y="74479"/>
                  <a:pt x="1127363" y="71532"/>
                </a:cubicBezTo>
                <a:cubicBezTo>
                  <a:pt x="1128985" y="68584"/>
                  <a:pt x="1131110" y="66219"/>
                  <a:pt x="1133738" y="64437"/>
                </a:cubicBezTo>
                <a:cubicBezTo>
                  <a:pt x="1136365" y="62655"/>
                  <a:pt x="1139325" y="61306"/>
                  <a:pt x="1142615" y="60392"/>
                </a:cubicBezTo>
                <a:cubicBezTo>
                  <a:pt x="1145037" y="59753"/>
                  <a:pt x="1148693" y="59136"/>
                  <a:pt x="1153583" y="58542"/>
                </a:cubicBezTo>
                <a:cubicBezTo>
                  <a:pt x="1163546" y="57353"/>
                  <a:pt x="1170880" y="55937"/>
                  <a:pt x="1175587" y="54292"/>
                </a:cubicBezTo>
                <a:cubicBezTo>
                  <a:pt x="1175633" y="52601"/>
                  <a:pt x="1175656" y="51527"/>
                  <a:pt x="1175656" y="51070"/>
                </a:cubicBezTo>
                <a:cubicBezTo>
                  <a:pt x="1175656" y="46043"/>
                  <a:pt x="1174491" y="42501"/>
                  <a:pt x="1172160" y="40444"/>
                </a:cubicBezTo>
                <a:cubicBezTo>
                  <a:pt x="1169007" y="37657"/>
                  <a:pt x="1164322" y="36263"/>
                  <a:pt x="1158107" y="36263"/>
                </a:cubicBezTo>
                <a:cubicBezTo>
                  <a:pt x="1152303" y="36263"/>
                  <a:pt x="1148019" y="37280"/>
                  <a:pt x="1145254" y="39313"/>
                </a:cubicBezTo>
                <a:cubicBezTo>
                  <a:pt x="1142489" y="41347"/>
                  <a:pt x="1140444" y="44946"/>
                  <a:pt x="1139119" y="50110"/>
                </a:cubicBezTo>
                <a:lnTo>
                  <a:pt x="1127054" y="48465"/>
                </a:lnTo>
                <a:cubicBezTo>
                  <a:pt x="1128151" y="43301"/>
                  <a:pt x="1129956" y="39131"/>
                  <a:pt x="1132470" y="35954"/>
                </a:cubicBezTo>
                <a:cubicBezTo>
                  <a:pt x="1134983" y="32778"/>
                  <a:pt x="1138616" y="30333"/>
                  <a:pt x="1143369" y="28620"/>
                </a:cubicBezTo>
                <a:cubicBezTo>
                  <a:pt x="1148122" y="26906"/>
                  <a:pt x="1153629" y="26049"/>
                  <a:pt x="1159890" y="26049"/>
                </a:cubicBezTo>
                <a:cubicBezTo>
                  <a:pt x="1166105" y="26049"/>
                  <a:pt x="1171155" y="26780"/>
                  <a:pt x="1175039" y="28243"/>
                </a:cubicBezTo>
                <a:cubicBezTo>
                  <a:pt x="1178924" y="29705"/>
                  <a:pt x="1181780" y="31544"/>
                  <a:pt x="1183608" y="33761"/>
                </a:cubicBezTo>
                <a:cubicBezTo>
                  <a:pt x="1185436" y="35977"/>
                  <a:pt x="1186715" y="38776"/>
                  <a:pt x="1187447" y="42158"/>
                </a:cubicBezTo>
                <a:cubicBezTo>
                  <a:pt x="1187858" y="44260"/>
                  <a:pt x="1188064" y="48053"/>
                  <a:pt x="1188064" y="53537"/>
                </a:cubicBezTo>
                <a:lnTo>
                  <a:pt x="1188064" y="69989"/>
                </a:lnTo>
                <a:cubicBezTo>
                  <a:pt x="1188064" y="81460"/>
                  <a:pt x="1188326" y="88715"/>
                  <a:pt x="1188852" y="91754"/>
                </a:cubicBezTo>
                <a:cubicBezTo>
                  <a:pt x="1189377" y="94793"/>
                  <a:pt x="1190417" y="97706"/>
                  <a:pt x="1191971" y="100494"/>
                </a:cubicBezTo>
                <a:lnTo>
                  <a:pt x="1179084" y="100494"/>
                </a:lnTo>
                <a:cubicBezTo>
                  <a:pt x="1177804" y="97935"/>
                  <a:pt x="1176981" y="94942"/>
                  <a:pt x="1176616" y="91514"/>
                </a:cubicBezTo>
                <a:moveTo>
                  <a:pt x="1175587" y="63957"/>
                </a:moveTo>
                <a:cubicBezTo>
                  <a:pt x="1171109" y="65785"/>
                  <a:pt x="1164391" y="67339"/>
                  <a:pt x="1155434" y="68618"/>
                </a:cubicBezTo>
                <a:cubicBezTo>
                  <a:pt x="1150361" y="69350"/>
                  <a:pt x="1146774" y="70172"/>
                  <a:pt x="1144671" y="71086"/>
                </a:cubicBezTo>
                <a:cubicBezTo>
                  <a:pt x="1142569" y="72000"/>
                  <a:pt x="1140947" y="73337"/>
                  <a:pt x="1139804" y="75096"/>
                </a:cubicBezTo>
                <a:cubicBezTo>
                  <a:pt x="1138662" y="76856"/>
                  <a:pt x="1138091" y="78810"/>
                  <a:pt x="1138091" y="80957"/>
                </a:cubicBezTo>
                <a:cubicBezTo>
                  <a:pt x="1138091" y="84248"/>
                  <a:pt x="1139336" y="86990"/>
                  <a:pt x="1141827" y="89183"/>
                </a:cubicBezTo>
                <a:cubicBezTo>
                  <a:pt x="1144317" y="91377"/>
                  <a:pt x="1147962" y="92474"/>
                  <a:pt x="1152760" y="92474"/>
                </a:cubicBezTo>
                <a:cubicBezTo>
                  <a:pt x="1157513" y="92474"/>
                  <a:pt x="1161740" y="91434"/>
                  <a:pt x="1165442" y="89355"/>
                </a:cubicBezTo>
                <a:cubicBezTo>
                  <a:pt x="1169144" y="87275"/>
                  <a:pt x="1171863" y="84431"/>
                  <a:pt x="1173600" y="80820"/>
                </a:cubicBezTo>
                <a:cubicBezTo>
                  <a:pt x="1174925" y="78033"/>
                  <a:pt x="1175587" y="73920"/>
                  <a:pt x="1175587" y="68481"/>
                </a:cubicBezTo>
                <a:lnTo>
                  <a:pt x="1175587" y="63957"/>
                </a:lnTo>
                <a:close/>
                <a:moveTo>
                  <a:pt x="1245409" y="100494"/>
                </a:moveTo>
                <a:lnTo>
                  <a:pt x="1245409" y="27694"/>
                </a:lnTo>
                <a:lnTo>
                  <a:pt x="1256445" y="27694"/>
                </a:lnTo>
                <a:lnTo>
                  <a:pt x="1256445" y="37908"/>
                </a:lnTo>
                <a:cubicBezTo>
                  <a:pt x="1258730" y="34344"/>
                  <a:pt x="1261769" y="31476"/>
                  <a:pt x="1265563" y="29305"/>
                </a:cubicBezTo>
                <a:cubicBezTo>
                  <a:pt x="1269356" y="27134"/>
                  <a:pt x="1273674" y="26049"/>
                  <a:pt x="1278518" y="26049"/>
                </a:cubicBezTo>
                <a:cubicBezTo>
                  <a:pt x="1283911" y="26049"/>
                  <a:pt x="1288333" y="27169"/>
                  <a:pt x="1291783" y="29408"/>
                </a:cubicBezTo>
                <a:cubicBezTo>
                  <a:pt x="1295233" y="31647"/>
                  <a:pt x="1297667" y="34778"/>
                  <a:pt x="1299083" y="38799"/>
                </a:cubicBezTo>
                <a:cubicBezTo>
                  <a:pt x="1304842" y="30299"/>
                  <a:pt x="1312336" y="26049"/>
                  <a:pt x="1321568" y="26049"/>
                </a:cubicBezTo>
                <a:cubicBezTo>
                  <a:pt x="1328788" y="26049"/>
                  <a:pt x="1334341" y="28048"/>
                  <a:pt x="1338225" y="32047"/>
                </a:cubicBezTo>
                <a:cubicBezTo>
                  <a:pt x="1342110" y="36046"/>
                  <a:pt x="1344052" y="42204"/>
                  <a:pt x="1344052" y="50521"/>
                </a:cubicBezTo>
                <a:lnTo>
                  <a:pt x="1344052" y="100494"/>
                </a:lnTo>
                <a:lnTo>
                  <a:pt x="1331782" y="100494"/>
                </a:lnTo>
                <a:lnTo>
                  <a:pt x="1331782" y="54634"/>
                </a:lnTo>
                <a:cubicBezTo>
                  <a:pt x="1331782" y="49699"/>
                  <a:pt x="1331382" y="46146"/>
                  <a:pt x="1330582" y="43975"/>
                </a:cubicBezTo>
                <a:cubicBezTo>
                  <a:pt x="1329782" y="41804"/>
                  <a:pt x="1328331" y="40056"/>
                  <a:pt x="1326229" y="38731"/>
                </a:cubicBezTo>
                <a:cubicBezTo>
                  <a:pt x="1324127" y="37405"/>
                  <a:pt x="1321659" y="36743"/>
                  <a:pt x="1318826" y="36743"/>
                </a:cubicBezTo>
                <a:cubicBezTo>
                  <a:pt x="1313707" y="36743"/>
                  <a:pt x="1309457" y="38445"/>
                  <a:pt x="1306076" y="41850"/>
                </a:cubicBezTo>
                <a:cubicBezTo>
                  <a:pt x="1302694" y="45254"/>
                  <a:pt x="1301003" y="50704"/>
                  <a:pt x="1301003" y="58199"/>
                </a:cubicBezTo>
                <a:lnTo>
                  <a:pt x="1301003" y="100494"/>
                </a:lnTo>
                <a:lnTo>
                  <a:pt x="1288664" y="100494"/>
                </a:lnTo>
                <a:lnTo>
                  <a:pt x="1288664" y="53195"/>
                </a:lnTo>
                <a:cubicBezTo>
                  <a:pt x="1288664" y="47711"/>
                  <a:pt x="1287658" y="43598"/>
                  <a:pt x="1285648" y="40856"/>
                </a:cubicBezTo>
                <a:cubicBezTo>
                  <a:pt x="1283637" y="38114"/>
                  <a:pt x="1280346" y="36743"/>
                  <a:pt x="1275776" y="36743"/>
                </a:cubicBezTo>
                <a:cubicBezTo>
                  <a:pt x="1272303" y="36743"/>
                  <a:pt x="1269093" y="37657"/>
                  <a:pt x="1266145" y="39485"/>
                </a:cubicBezTo>
                <a:cubicBezTo>
                  <a:pt x="1263198" y="41313"/>
                  <a:pt x="1261061" y="43986"/>
                  <a:pt x="1259736" y="47505"/>
                </a:cubicBezTo>
                <a:cubicBezTo>
                  <a:pt x="1258410" y="51024"/>
                  <a:pt x="1257748" y="56097"/>
                  <a:pt x="1257748" y="62723"/>
                </a:cubicBezTo>
                <a:lnTo>
                  <a:pt x="1257748" y="100494"/>
                </a:lnTo>
                <a:lnTo>
                  <a:pt x="1245409" y="100494"/>
                </a:lnTo>
                <a:close/>
                <a:moveTo>
                  <a:pt x="1361749" y="14190"/>
                </a:moveTo>
                <a:lnTo>
                  <a:pt x="1361749" y="0"/>
                </a:lnTo>
                <a:lnTo>
                  <a:pt x="1374088" y="0"/>
                </a:lnTo>
                <a:lnTo>
                  <a:pt x="1374088" y="14190"/>
                </a:lnTo>
                <a:lnTo>
                  <a:pt x="1361749" y="14190"/>
                </a:lnTo>
                <a:moveTo>
                  <a:pt x="1361749" y="100494"/>
                </a:moveTo>
                <a:lnTo>
                  <a:pt x="1361749" y="27694"/>
                </a:lnTo>
                <a:lnTo>
                  <a:pt x="1374088" y="27694"/>
                </a:lnTo>
                <a:lnTo>
                  <a:pt x="1374088" y="100494"/>
                </a:lnTo>
                <a:lnTo>
                  <a:pt x="1361749" y="100494"/>
                </a:lnTo>
                <a:close/>
                <a:moveTo>
                  <a:pt x="1440661" y="73828"/>
                </a:moveTo>
                <a:lnTo>
                  <a:pt x="1452794" y="75405"/>
                </a:lnTo>
                <a:cubicBezTo>
                  <a:pt x="1451469" y="83768"/>
                  <a:pt x="1448076" y="90315"/>
                  <a:pt x="1442615" y="95044"/>
                </a:cubicBezTo>
                <a:cubicBezTo>
                  <a:pt x="1437154" y="99774"/>
                  <a:pt x="1430447" y="102139"/>
                  <a:pt x="1422495" y="102139"/>
                </a:cubicBezTo>
                <a:cubicBezTo>
                  <a:pt x="1412533" y="102139"/>
                  <a:pt x="1404524" y="98883"/>
                  <a:pt x="1398469" y="92371"/>
                </a:cubicBezTo>
                <a:cubicBezTo>
                  <a:pt x="1392413" y="85859"/>
                  <a:pt x="1389386" y="76525"/>
                  <a:pt x="1389386" y="64368"/>
                </a:cubicBezTo>
                <a:cubicBezTo>
                  <a:pt x="1389386" y="56508"/>
                  <a:pt x="1390688" y="49630"/>
                  <a:pt x="1393293" y="43735"/>
                </a:cubicBezTo>
                <a:cubicBezTo>
                  <a:pt x="1395898" y="37840"/>
                  <a:pt x="1399862" y="33418"/>
                  <a:pt x="1405186" y="30470"/>
                </a:cubicBezTo>
                <a:cubicBezTo>
                  <a:pt x="1410510" y="27523"/>
                  <a:pt x="1416303" y="26049"/>
                  <a:pt x="1422564" y="26049"/>
                </a:cubicBezTo>
                <a:cubicBezTo>
                  <a:pt x="1430470" y="26049"/>
                  <a:pt x="1436936" y="28048"/>
                  <a:pt x="1441963" y="32047"/>
                </a:cubicBezTo>
                <a:cubicBezTo>
                  <a:pt x="1446990" y="36046"/>
                  <a:pt x="1450212" y="41724"/>
                  <a:pt x="1451629" y="49082"/>
                </a:cubicBezTo>
                <a:lnTo>
                  <a:pt x="1439633" y="50933"/>
                </a:lnTo>
                <a:cubicBezTo>
                  <a:pt x="1438490" y="46043"/>
                  <a:pt x="1436468" y="42364"/>
                  <a:pt x="1433566" y="39896"/>
                </a:cubicBezTo>
                <a:cubicBezTo>
                  <a:pt x="1430664" y="37428"/>
                  <a:pt x="1427157" y="36194"/>
                  <a:pt x="1423044" y="36194"/>
                </a:cubicBezTo>
                <a:cubicBezTo>
                  <a:pt x="1416828" y="36194"/>
                  <a:pt x="1411779" y="38422"/>
                  <a:pt x="1407894" y="42878"/>
                </a:cubicBezTo>
                <a:cubicBezTo>
                  <a:pt x="1404010" y="47334"/>
                  <a:pt x="1402067" y="54383"/>
                  <a:pt x="1402067" y="64026"/>
                </a:cubicBezTo>
                <a:cubicBezTo>
                  <a:pt x="1402067" y="73805"/>
                  <a:pt x="1403941" y="80912"/>
                  <a:pt x="1407688" y="85345"/>
                </a:cubicBezTo>
                <a:cubicBezTo>
                  <a:pt x="1411436" y="89778"/>
                  <a:pt x="1416326" y="91994"/>
                  <a:pt x="1422358" y="91994"/>
                </a:cubicBezTo>
                <a:cubicBezTo>
                  <a:pt x="1427202" y="91994"/>
                  <a:pt x="1431247" y="90509"/>
                  <a:pt x="1434492" y="87538"/>
                </a:cubicBezTo>
                <a:cubicBezTo>
                  <a:pt x="1437736" y="84568"/>
                  <a:pt x="1439793" y="79998"/>
                  <a:pt x="1440661" y="73828"/>
                </a:cubicBezTo>
                <a:close/>
                <a:moveTo>
                  <a:pt x="1462961" y="100494"/>
                </a:moveTo>
                <a:lnTo>
                  <a:pt x="1462961" y="27694"/>
                </a:lnTo>
                <a:lnTo>
                  <a:pt x="1474066" y="27694"/>
                </a:lnTo>
                <a:lnTo>
                  <a:pt x="1474066" y="38731"/>
                </a:lnTo>
                <a:cubicBezTo>
                  <a:pt x="1476900" y="33567"/>
                  <a:pt x="1479516" y="30162"/>
                  <a:pt x="1481915" y="28517"/>
                </a:cubicBezTo>
                <a:cubicBezTo>
                  <a:pt x="1484315" y="26872"/>
                  <a:pt x="1486954" y="26049"/>
                  <a:pt x="1489833" y="26049"/>
                </a:cubicBezTo>
                <a:cubicBezTo>
                  <a:pt x="1493992" y="26049"/>
                  <a:pt x="1498219" y="27374"/>
                  <a:pt x="1502515" y="30025"/>
                </a:cubicBezTo>
                <a:lnTo>
                  <a:pt x="1498264" y="41473"/>
                </a:lnTo>
                <a:cubicBezTo>
                  <a:pt x="1495248" y="39690"/>
                  <a:pt x="1492232" y="38799"/>
                  <a:pt x="1489216" y="38799"/>
                </a:cubicBezTo>
                <a:cubicBezTo>
                  <a:pt x="1486520" y="38799"/>
                  <a:pt x="1484097" y="39610"/>
                  <a:pt x="1481950" y="41233"/>
                </a:cubicBezTo>
                <a:cubicBezTo>
                  <a:pt x="1479802" y="42855"/>
                  <a:pt x="1478271" y="45106"/>
                  <a:pt x="1477357" y="47985"/>
                </a:cubicBezTo>
                <a:cubicBezTo>
                  <a:pt x="1475986" y="52372"/>
                  <a:pt x="1475300" y="57171"/>
                  <a:pt x="1475300" y="62380"/>
                </a:cubicBezTo>
                <a:lnTo>
                  <a:pt x="1475300" y="100494"/>
                </a:lnTo>
                <a:lnTo>
                  <a:pt x="1462961" y="100494"/>
                </a:lnTo>
                <a:close/>
                <a:moveTo>
                  <a:pt x="1504863" y="64094"/>
                </a:moveTo>
                <a:cubicBezTo>
                  <a:pt x="1504863" y="50613"/>
                  <a:pt x="1508611" y="40627"/>
                  <a:pt x="1516105" y="34138"/>
                </a:cubicBezTo>
                <a:cubicBezTo>
                  <a:pt x="1522366" y="28745"/>
                  <a:pt x="1529998" y="26049"/>
                  <a:pt x="1539001" y="26049"/>
                </a:cubicBezTo>
                <a:cubicBezTo>
                  <a:pt x="1549009" y="26049"/>
                  <a:pt x="1557190" y="29328"/>
                  <a:pt x="1563542" y="35886"/>
                </a:cubicBezTo>
                <a:cubicBezTo>
                  <a:pt x="1569894" y="42444"/>
                  <a:pt x="1573070" y="51504"/>
                  <a:pt x="1573070" y="63066"/>
                </a:cubicBezTo>
                <a:cubicBezTo>
                  <a:pt x="1573070" y="72434"/>
                  <a:pt x="1571665" y="79804"/>
                  <a:pt x="1568855" y="85173"/>
                </a:cubicBezTo>
                <a:cubicBezTo>
                  <a:pt x="1566044" y="90543"/>
                  <a:pt x="1561954" y="94713"/>
                  <a:pt x="1556584" y="97684"/>
                </a:cubicBezTo>
                <a:cubicBezTo>
                  <a:pt x="1551214" y="100654"/>
                  <a:pt x="1545353" y="102139"/>
                  <a:pt x="1539001" y="102139"/>
                </a:cubicBezTo>
                <a:cubicBezTo>
                  <a:pt x="1528810" y="102139"/>
                  <a:pt x="1520573" y="98872"/>
                  <a:pt x="1514289" y="92337"/>
                </a:cubicBezTo>
                <a:cubicBezTo>
                  <a:pt x="1508005" y="85802"/>
                  <a:pt x="1504863" y="76387"/>
                  <a:pt x="1504863" y="64094"/>
                </a:cubicBezTo>
                <a:moveTo>
                  <a:pt x="1517545" y="64094"/>
                </a:moveTo>
                <a:cubicBezTo>
                  <a:pt x="1517545" y="73417"/>
                  <a:pt x="1519579" y="80398"/>
                  <a:pt x="1523646" y="85036"/>
                </a:cubicBezTo>
                <a:cubicBezTo>
                  <a:pt x="1527713" y="89675"/>
                  <a:pt x="1532832" y="91994"/>
                  <a:pt x="1539001" y="91994"/>
                </a:cubicBezTo>
                <a:cubicBezTo>
                  <a:pt x="1545125" y="91994"/>
                  <a:pt x="1550221" y="89663"/>
                  <a:pt x="1554288" y="85002"/>
                </a:cubicBezTo>
                <a:cubicBezTo>
                  <a:pt x="1558355" y="80341"/>
                  <a:pt x="1560389" y="73234"/>
                  <a:pt x="1560389" y="63683"/>
                </a:cubicBezTo>
                <a:cubicBezTo>
                  <a:pt x="1560389" y="54680"/>
                  <a:pt x="1558344" y="47859"/>
                  <a:pt x="1554254" y="43221"/>
                </a:cubicBezTo>
                <a:cubicBezTo>
                  <a:pt x="1550163" y="38582"/>
                  <a:pt x="1545079" y="36263"/>
                  <a:pt x="1539001" y="36263"/>
                </a:cubicBezTo>
                <a:cubicBezTo>
                  <a:pt x="1532832" y="36263"/>
                  <a:pt x="1527713" y="38571"/>
                  <a:pt x="1523646" y="43186"/>
                </a:cubicBezTo>
                <a:cubicBezTo>
                  <a:pt x="1519579" y="47802"/>
                  <a:pt x="1517545" y="54771"/>
                  <a:pt x="1517545" y="64094"/>
                </a:cubicBezTo>
                <a:close/>
                <a:moveTo>
                  <a:pt x="1600696" y="100494"/>
                </a:moveTo>
                <a:lnTo>
                  <a:pt x="1578417" y="27694"/>
                </a:lnTo>
                <a:lnTo>
                  <a:pt x="1591168" y="27694"/>
                </a:lnTo>
                <a:lnTo>
                  <a:pt x="1602752" y="69715"/>
                </a:lnTo>
                <a:lnTo>
                  <a:pt x="1607071" y="85345"/>
                </a:lnTo>
                <a:cubicBezTo>
                  <a:pt x="1607254" y="84568"/>
                  <a:pt x="1608511" y="79564"/>
                  <a:pt x="1610841" y="70332"/>
                </a:cubicBezTo>
                <a:lnTo>
                  <a:pt x="1622426" y="27694"/>
                </a:lnTo>
                <a:lnTo>
                  <a:pt x="1635108" y="27694"/>
                </a:lnTo>
                <a:lnTo>
                  <a:pt x="1646007" y="69921"/>
                </a:lnTo>
                <a:lnTo>
                  <a:pt x="1649641" y="83837"/>
                </a:lnTo>
                <a:lnTo>
                  <a:pt x="1653822" y="69784"/>
                </a:lnTo>
                <a:lnTo>
                  <a:pt x="1666298" y="27694"/>
                </a:lnTo>
                <a:lnTo>
                  <a:pt x="1678294" y="27694"/>
                </a:lnTo>
                <a:lnTo>
                  <a:pt x="1655536" y="100494"/>
                </a:lnTo>
                <a:lnTo>
                  <a:pt x="1642717" y="100494"/>
                </a:lnTo>
                <a:lnTo>
                  <a:pt x="1631132" y="56896"/>
                </a:lnTo>
                <a:lnTo>
                  <a:pt x="1628322" y="44489"/>
                </a:lnTo>
                <a:lnTo>
                  <a:pt x="1613583" y="100494"/>
                </a:lnTo>
                <a:lnTo>
                  <a:pt x="1600696" y="100494"/>
                </a:lnTo>
                <a:close/>
                <a:moveTo>
                  <a:pt x="1736155" y="91514"/>
                </a:moveTo>
                <a:cubicBezTo>
                  <a:pt x="1731585" y="95399"/>
                  <a:pt x="1727186" y="98141"/>
                  <a:pt x="1722959" y="99740"/>
                </a:cubicBezTo>
                <a:cubicBezTo>
                  <a:pt x="1718732" y="101340"/>
                  <a:pt x="1714196" y="102139"/>
                  <a:pt x="1709352" y="102139"/>
                </a:cubicBezTo>
                <a:cubicBezTo>
                  <a:pt x="1701354" y="102139"/>
                  <a:pt x="1695208" y="100186"/>
                  <a:pt x="1690912" y="96278"/>
                </a:cubicBezTo>
                <a:cubicBezTo>
                  <a:pt x="1686616" y="92371"/>
                  <a:pt x="1684468" y="87378"/>
                  <a:pt x="1684468" y="81300"/>
                </a:cubicBezTo>
                <a:cubicBezTo>
                  <a:pt x="1684468" y="77736"/>
                  <a:pt x="1685279" y="74479"/>
                  <a:pt x="1686902" y="71532"/>
                </a:cubicBezTo>
                <a:cubicBezTo>
                  <a:pt x="1688524" y="68584"/>
                  <a:pt x="1690649" y="66219"/>
                  <a:pt x="1693277" y="64437"/>
                </a:cubicBezTo>
                <a:cubicBezTo>
                  <a:pt x="1695905" y="62655"/>
                  <a:pt x="1698864" y="61306"/>
                  <a:pt x="1702154" y="60392"/>
                </a:cubicBezTo>
                <a:cubicBezTo>
                  <a:pt x="1704576" y="59753"/>
                  <a:pt x="1708232" y="59136"/>
                  <a:pt x="1713122" y="58542"/>
                </a:cubicBezTo>
                <a:cubicBezTo>
                  <a:pt x="1723085" y="57353"/>
                  <a:pt x="1730419" y="55937"/>
                  <a:pt x="1735127" y="54292"/>
                </a:cubicBezTo>
                <a:cubicBezTo>
                  <a:pt x="1735172" y="52601"/>
                  <a:pt x="1735195" y="51527"/>
                  <a:pt x="1735195" y="51070"/>
                </a:cubicBezTo>
                <a:cubicBezTo>
                  <a:pt x="1735195" y="46043"/>
                  <a:pt x="1734030" y="42501"/>
                  <a:pt x="1731699" y="40444"/>
                </a:cubicBezTo>
                <a:cubicBezTo>
                  <a:pt x="1728546" y="37657"/>
                  <a:pt x="1723862" y="36263"/>
                  <a:pt x="1717646" y="36263"/>
                </a:cubicBezTo>
                <a:cubicBezTo>
                  <a:pt x="1711842" y="36263"/>
                  <a:pt x="1707558" y="37280"/>
                  <a:pt x="1704793" y="39313"/>
                </a:cubicBezTo>
                <a:cubicBezTo>
                  <a:pt x="1702028" y="41347"/>
                  <a:pt x="1699983" y="44946"/>
                  <a:pt x="1698658" y="50110"/>
                </a:cubicBezTo>
                <a:lnTo>
                  <a:pt x="1686593" y="48465"/>
                </a:lnTo>
                <a:cubicBezTo>
                  <a:pt x="1687690" y="43301"/>
                  <a:pt x="1689495" y="39131"/>
                  <a:pt x="1692009" y="35954"/>
                </a:cubicBezTo>
                <a:cubicBezTo>
                  <a:pt x="1694522" y="32778"/>
                  <a:pt x="1698155" y="30333"/>
                  <a:pt x="1702908" y="28620"/>
                </a:cubicBezTo>
                <a:cubicBezTo>
                  <a:pt x="1707661" y="26906"/>
                  <a:pt x="1713168" y="26049"/>
                  <a:pt x="1719429" y="26049"/>
                </a:cubicBezTo>
                <a:cubicBezTo>
                  <a:pt x="1725644" y="26049"/>
                  <a:pt x="1730694" y="26780"/>
                  <a:pt x="1734578" y="28243"/>
                </a:cubicBezTo>
                <a:cubicBezTo>
                  <a:pt x="1738463" y="29705"/>
                  <a:pt x="1741319" y="31544"/>
                  <a:pt x="1743147" y="33761"/>
                </a:cubicBezTo>
                <a:cubicBezTo>
                  <a:pt x="1744975" y="35977"/>
                  <a:pt x="1746254" y="38776"/>
                  <a:pt x="1746986" y="42158"/>
                </a:cubicBezTo>
                <a:cubicBezTo>
                  <a:pt x="1747397" y="44260"/>
                  <a:pt x="1747603" y="48053"/>
                  <a:pt x="1747603" y="53537"/>
                </a:cubicBezTo>
                <a:lnTo>
                  <a:pt x="1747603" y="69989"/>
                </a:lnTo>
                <a:cubicBezTo>
                  <a:pt x="1747603" y="81460"/>
                  <a:pt x="1747865" y="88715"/>
                  <a:pt x="1748391" y="91754"/>
                </a:cubicBezTo>
                <a:cubicBezTo>
                  <a:pt x="1748917" y="94793"/>
                  <a:pt x="1749956" y="97706"/>
                  <a:pt x="1751510" y="100494"/>
                </a:cubicBezTo>
                <a:lnTo>
                  <a:pt x="1738623" y="100494"/>
                </a:lnTo>
                <a:cubicBezTo>
                  <a:pt x="1737343" y="97935"/>
                  <a:pt x="1736520" y="94942"/>
                  <a:pt x="1736155" y="91514"/>
                </a:cubicBezTo>
                <a:moveTo>
                  <a:pt x="1735127" y="63957"/>
                </a:moveTo>
                <a:cubicBezTo>
                  <a:pt x="1730648" y="65785"/>
                  <a:pt x="1723930" y="67339"/>
                  <a:pt x="1714973" y="68618"/>
                </a:cubicBezTo>
                <a:cubicBezTo>
                  <a:pt x="1709900" y="69350"/>
                  <a:pt x="1706313" y="70172"/>
                  <a:pt x="1704211" y="71086"/>
                </a:cubicBezTo>
                <a:cubicBezTo>
                  <a:pt x="1702108" y="72000"/>
                  <a:pt x="1700486" y="73337"/>
                  <a:pt x="1699343" y="75096"/>
                </a:cubicBezTo>
                <a:cubicBezTo>
                  <a:pt x="1698201" y="76856"/>
                  <a:pt x="1697630" y="78810"/>
                  <a:pt x="1697630" y="80957"/>
                </a:cubicBezTo>
                <a:cubicBezTo>
                  <a:pt x="1697630" y="84248"/>
                  <a:pt x="1698875" y="86990"/>
                  <a:pt x="1701366" y="89183"/>
                </a:cubicBezTo>
                <a:cubicBezTo>
                  <a:pt x="1703856" y="91377"/>
                  <a:pt x="1707501" y="92474"/>
                  <a:pt x="1712299" y="92474"/>
                </a:cubicBezTo>
                <a:cubicBezTo>
                  <a:pt x="1717052" y="92474"/>
                  <a:pt x="1721279" y="91434"/>
                  <a:pt x="1724981" y="89355"/>
                </a:cubicBezTo>
                <a:cubicBezTo>
                  <a:pt x="1728683" y="87275"/>
                  <a:pt x="1731402" y="84431"/>
                  <a:pt x="1733139" y="80820"/>
                </a:cubicBezTo>
                <a:cubicBezTo>
                  <a:pt x="1734464" y="78033"/>
                  <a:pt x="1735127" y="73920"/>
                  <a:pt x="1735127" y="68481"/>
                </a:cubicBezTo>
                <a:lnTo>
                  <a:pt x="1735127" y="63957"/>
                </a:lnTo>
                <a:close/>
                <a:moveTo>
                  <a:pt x="1786676" y="100494"/>
                </a:moveTo>
                <a:lnTo>
                  <a:pt x="1758982" y="27694"/>
                </a:lnTo>
                <a:lnTo>
                  <a:pt x="1772007" y="27694"/>
                </a:lnTo>
                <a:lnTo>
                  <a:pt x="1787636" y="71292"/>
                </a:lnTo>
                <a:cubicBezTo>
                  <a:pt x="1789327" y="75999"/>
                  <a:pt x="1790881" y="80889"/>
                  <a:pt x="1792297" y="85962"/>
                </a:cubicBezTo>
                <a:cubicBezTo>
                  <a:pt x="1793394" y="82123"/>
                  <a:pt x="1794925" y="77507"/>
                  <a:pt x="1796890" y="72115"/>
                </a:cubicBezTo>
                <a:lnTo>
                  <a:pt x="1813068" y="27694"/>
                </a:lnTo>
                <a:lnTo>
                  <a:pt x="1825750" y="27694"/>
                </a:lnTo>
                <a:lnTo>
                  <a:pt x="1798193" y="100494"/>
                </a:lnTo>
                <a:lnTo>
                  <a:pt x="1786676" y="100494"/>
                </a:lnTo>
                <a:close/>
                <a:moveTo>
                  <a:pt x="1886233" y="77050"/>
                </a:moveTo>
                <a:lnTo>
                  <a:pt x="1898983" y="78627"/>
                </a:lnTo>
                <a:cubicBezTo>
                  <a:pt x="1896972" y="86076"/>
                  <a:pt x="1893247" y="91857"/>
                  <a:pt x="1887809" y="95970"/>
                </a:cubicBezTo>
                <a:cubicBezTo>
                  <a:pt x="1882371" y="100083"/>
                  <a:pt x="1875424" y="102139"/>
                  <a:pt x="1866970" y="102139"/>
                </a:cubicBezTo>
                <a:cubicBezTo>
                  <a:pt x="1856322" y="102139"/>
                  <a:pt x="1847879" y="98860"/>
                  <a:pt x="1841641" y="92302"/>
                </a:cubicBezTo>
                <a:cubicBezTo>
                  <a:pt x="1835403" y="85745"/>
                  <a:pt x="1832284" y="76547"/>
                  <a:pt x="1832284" y="64711"/>
                </a:cubicBezTo>
                <a:cubicBezTo>
                  <a:pt x="1832284" y="52464"/>
                  <a:pt x="1835437" y="42958"/>
                  <a:pt x="1841744" y="36194"/>
                </a:cubicBezTo>
                <a:cubicBezTo>
                  <a:pt x="1848050" y="29431"/>
                  <a:pt x="1856231" y="26049"/>
                  <a:pt x="1866284" y="26049"/>
                </a:cubicBezTo>
                <a:cubicBezTo>
                  <a:pt x="1876019" y="26049"/>
                  <a:pt x="1883970" y="29362"/>
                  <a:pt x="1890140" y="35989"/>
                </a:cubicBezTo>
                <a:cubicBezTo>
                  <a:pt x="1896309" y="42615"/>
                  <a:pt x="1899394" y="51938"/>
                  <a:pt x="1899394" y="63957"/>
                </a:cubicBezTo>
                <a:cubicBezTo>
                  <a:pt x="1899394" y="64688"/>
                  <a:pt x="1899371" y="65785"/>
                  <a:pt x="1899326" y="67247"/>
                </a:cubicBezTo>
                <a:lnTo>
                  <a:pt x="1845034" y="67247"/>
                </a:lnTo>
                <a:cubicBezTo>
                  <a:pt x="1845491" y="75245"/>
                  <a:pt x="1847753" y="81369"/>
                  <a:pt x="1851820" y="85619"/>
                </a:cubicBezTo>
                <a:cubicBezTo>
                  <a:pt x="1855888" y="89869"/>
                  <a:pt x="1860960" y="91994"/>
                  <a:pt x="1867039" y="91994"/>
                </a:cubicBezTo>
                <a:cubicBezTo>
                  <a:pt x="1871563" y="91994"/>
                  <a:pt x="1875424" y="90806"/>
                  <a:pt x="1878623" y="88429"/>
                </a:cubicBezTo>
                <a:cubicBezTo>
                  <a:pt x="1881822" y="86053"/>
                  <a:pt x="1884359" y="82260"/>
                  <a:pt x="1886233" y="77050"/>
                </a:cubicBezTo>
                <a:moveTo>
                  <a:pt x="1845720" y="57102"/>
                </a:moveTo>
                <a:lnTo>
                  <a:pt x="1886370" y="57102"/>
                </a:lnTo>
                <a:cubicBezTo>
                  <a:pt x="1885821" y="50978"/>
                  <a:pt x="1884267" y="46385"/>
                  <a:pt x="1881708" y="43324"/>
                </a:cubicBezTo>
                <a:cubicBezTo>
                  <a:pt x="1877778" y="38571"/>
                  <a:pt x="1872682" y="36194"/>
                  <a:pt x="1866422" y="36194"/>
                </a:cubicBezTo>
                <a:cubicBezTo>
                  <a:pt x="1860755" y="36194"/>
                  <a:pt x="1855991" y="38091"/>
                  <a:pt x="1852129" y="41884"/>
                </a:cubicBezTo>
                <a:cubicBezTo>
                  <a:pt x="1848267" y="45677"/>
                  <a:pt x="1846131" y="50750"/>
                  <a:pt x="1845720" y="57102"/>
                </a:cubicBezTo>
                <a:close/>
                <a:moveTo>
                  <a:pt x="1917423" y="100494"/>
                </a:moveTo>
                <a:lnTo>
                  <a:pt x="1917423" y="86441"/>
                </a:lnTo>
                <a:lnTo>
                  <a:pt x="1931476" y="86441"/>
                </a:lnTo>
                <a:lnTo>
                  <a:pt x="1931476" y="100494"/>
                </a:lnTo>
                <a:cubicBezTo>
                  <a:pt x="1931476" y="105658"/>
                  <a:pt x="1930562" y="109828"/>
                  <a:pt x="1928734" y="113005"/>
                </a:cubicBezTo>
                <a:cubicBezTo>
                  <a:pt x="1926906" y="116181"/>
                  <a:pt x="1924004" y="118637"/>
                  <a:pt x="1920028" y="120374"/>
                </a:cubicBezTo>
                <a:lnTo>
                  <a:pt x="1916600" y="115095"/>
                </a:lnTo>
                <a:cubicBezTo>
                  <a:pt x="1919205" y="113953"/>
                  <a:pt x="1921125" y="112273"/>
                  <a:pt x="1922358" y="110057"/>
                </a:cubicBezTo>
                <a:cubicBezTo>
                  <a:pt x="1923592" y="107840"/>
                  <a:pt x="1924278" y="104653"/>
                  <a:pt x="1924415" y="100494"/>
                </a:cubicBezTo>
                <a:lnTo>
                  <a:pt x="1917423" y="100494"/>
                </a:lnTo>
                <a:close/>
                <a:moveTo>
                  <a:pt x="2038696" y="91514"/>
                </a:moveTo>
                <a:cubicBezTo>
                  <a:pt x="2034126" y="95399"/>
                  <a:pt x="2029727" y="98141"/>
                  <a:pt x="2025500" y="99740"/>
                </a:cubicBezTo>
                <a:cubicBezTo>
                  <a:pt x="2021273" y="101340"/>
                  <a:pt x="2016737" y="102139"/>
                  <a:pt x="2011893" y="102139"/>
                </a:cubicBezTo>
                <a:cubicBezTo>
                  <a:pt x="2003895" y="102139"/>
                  <a:pt x="1997749" y="100186"/>
                  <a:pt x="1993453" y="96278"/>
                </a:cubicBezTo>
                <a:cubicBezTo>
                  <a:pt x="1989157" y="92371"/>
                  <a:pt x="1987009" y="87378"/>
                  <a:pt x="1987009" y="81300"/>
                </a:cubicBezTo>
                <a:cubicBezTo>
                  <a:pt x="1987009" y="77736"/>
                  <a:pt x="1987820" y="74479"/>
                  <a:pt x="1989443" y="71532"/>
                </a:cubicBezTo>
                <a:cubicBezTo>
                  <a:pt x="1991065" y="68584"/>
                  <a:pt x="1993190" y="66219"/>
                  <a:pt x="1995818" y="64437"/>
                </a:cubicBezTo>
                <a:cubicBezTo>
                  <a:pt x="1998446" y="62655"/>
                  <a:pt x="2001405" y="61306"/>
                  <a:pt x="2004695" y="60392"/>
                </a:cubicBezTo>
                <a:cubicBezTo>
                  <a:pt x="2007117" y="59753"/>
                  <a:pt x="2010773" y="59136"/>
                  <a:pt x="2015663" y="58542"/>
                </a:cubicBezTo>
                <a:cubicBezTo>
                  <a:pt x="2025626" y="57353"/>
                  <a:pt x="2032960" y="55937"/>
                  <a:pt x="2037667" y="54292"/>
                </a:cubicBezTo>
                <a:cubicBezTo>
                  <a:pt x="2037713" y="52601"/>
                  <a:pt x="2037736" y="51527"/>
                  <a:pt x="2037736" y="51070"/>
                </a:cubicBezTo>
                <a:cubicBezTo>
                  <a:pt x="2037736" y="46043"/>
                  <a:pt x="2036571" y="42501"/>
                  <a:pt x="2034240" y="40444"/>
                </a:cubicBezTo>
                <a:cubicBezTo>
                  <a:pt x="2031087" y="37657"/>
                  <a:pt x="2026402" y="36263"/>
                  <a:pt x="2020187" y="36263"/>
                </a:cubicBezTo>
                <a:cubicBezTo>
                  <a:pt x="2014383" y="36263"/>
                  <a:pt x="2010099" y="37280"/>
                  <a:pt x="2007334" y="39313"/>
                </a:cubicBezTo>
                <a:cubicBezTo>
                  <a:pt x="2004569" y="41347"/>
                  <a:pt x="2002524" y="44946"/>
                  <a:pt x="2001199" y="50110"/>
                </a:cubicBezTo>
                <a:lnTo>
                  <a:pt x="1989134" y="48465"/>
                </a:lnTo>
                <a:cubicBezTo>
                  <a:pt x="1990231" y="43301"/>
                  <a:pt x="1992036" y="39131"/>
                  <a:pt x="1994550" y="35954"/>
                </a:cubicBezTo>
                <a:cubicBezTo>
                  <a:pt x="1997063" y="32778"/>
                  <a:pt x="2000696" y="30333"/>
                  <a:pt x="2005449" y="28620"/>
                </a:cubicBezTo>
                <a:cubicBezTo>
                  <a:pt x="2010202" y="26906"/>
                  <a:pt x="2015709" y="26049"/>
                  <a:pt x="2021970" y="26049"/>
                </a:cubicBezTo>
                <a:cubicBezTo>
                  <a:pt x="2028185" y="26049"/>
                  <a:pt x="2033235" y="26780"/>
                  <a:pt x="2037119" y="28243"/>
                </a:cubicBezTo>
                <a:cubicBezTo>
                  <a:pt x="2041004" y="29705"/>
                  <a:pt x="2043860" y="31544"/>
                  <a:pt x="2045688" y="33761"/>
                </a:cubicBezTo>
                <a:cubicBezTo>
                  <a:pt x="2047516" y="35977"/>
                  <a:pt x="2048795" y="38776"/>
                  <a:pt x="2049527" y="42158"/>
                </a:cubicBezTo>
                <a:cubicBezTo>
                  <a:pt x="2049938" y="44260"/>
                  <a:pt x="2050144" y="48053"/>
                  <a:pt x="2050144" y="53537"/>
                </a:cubicBezTo>
                <a:lnTo>
                  <a:pt x="2050144" y="69989"/>
                </a:lnTo>
                <a:cubicBezTo>
                  <a:pt x="2050144" y="81460"/>
                  <a:pt x="2050406" y="88715"/>
                  <a:pt x="2050932" y="91754"/>
                </a:cubicBezTo>
                <a:cubicBezTo>
                  <a:pt x="2051457" y="94793"/>
                  <a:pt x="2052497" y="97706"/>
                  <a:pt x="2054051" y="100494"/>
                </a:cubicBezTo>
                <a:lnTo>
                  <a:pt x="2041164" y="100494"/>
                </a:lnTo>
                <a:cubicBezTo>
                  <a:pt x="2039884" y="97935"/>
                  <a:pt x="2039061" y="94942"/>
                  <a:pt x="2038696" y="91514"/>
                </a:cubicBezTo>
                <a:moveTo>
                  <a:pt x="2037667" y="63957"/>
                </a:moveTo>
                <a:cubicBezTo>
                  <a:pt x="2033189" y="65785"/>
                  <a:pt x="2026471" y="67339"/>
                  <a:pt x="2017514" y="68618"/>
                </a:cubicBezTo>
                <a:cubicBezTo>
                  <a:pt x="2012441" y="69350"/>
                  <a:pt x="2008854" y="70172"/>
                  <a:pt x="2006751" y="71086"/>
                </a:cubicBezTo>
                <a:cubicBezTo>
                  <a:pt x="2004649" y="72000"/>
                  <a:pt x="2003027" y="73337"/>
                  <a:pt x="2001884" y="75096"/>
                </a:cubicBezTo>
                <a:cubicBezTo>
                  <a:pt x="2000742" y="76856"/>
                  <a:pt x="2000171" y="78810"/>
                  <a:pt x="2000171" y="80957"/>
                </a:cubicBezTo>
                <a:cubicBezTo>
                  <a:pt x="2000171" y="84248"/>
                  <a:pt x="2001416" y="86990"/>
                  <a:pt x="2003907" y="89183"/>
                </a:cubicBezTo>
                <a:cubicBezTo>
                  <a:pt x="2006397" y="91377"/>
                  <a:pt x="2010042" y="92474"/>
                  <a:pt x="2014840" y="92474"/>
                </a:cubicBezTo>
                <a:cubicBezTo>
                  <a:pt x="2019593" y="92474"/>
                  <a:pt x="2023820" y="91434"/>
                  <a:pt x="2027522" y="89355"/>
                </a:cubicBezTo>
                <a:cubicBezTo>
                  <a:pt x="2031224" y="87275"/>
                  <a:pt x="2033943" y="84431"/>
                  <a:pt x="2035680" y="80820"/>
                </a:cubicBezTo>
                <a:cubicBezTo>
                  <a:pt x="2037005" y="78033"/>
                  <a:pt x="2037667" y="73920"/>
                  <a:pt x="2037667" y="68481"/>
                </a:cubicBezTo>
                <a:lnTo>
                  <a:pt x="2037667" y="63957"/>
                </a:lnTo>
                <a:close/>
                <a:moveTo>
                  <a:pt x="2068995" y="100494"/>
                </a:moveTo>
                <a:lnTo>
                  <a:pt x="2068995" y="27694"/>
                </a:lnTo>
                <a:lnTo>
                  <a:pt x="2080100" y="27694"/>
                </a:lnTo>
                <a:lnTo>
                  <a:pt x="2080100" y="38045"/>
                </a:lnTo>
                <a:cubicBezTo>
                  <a:pt x="2085447" y="30048"/>
                  <a:pt x="2093170" y="26049"/>
                  <a:pt x="2103270" y="26049"/>
                </a:cubicBezTo>
                <a:cubicBezTo>
                  <a:pt x="2107657" y="26049"/>
                  <a:pt x="2111690" y="26837"/>
                  <a:pt x="2115369" y="28414"/>
                </a:cubicBezTo>
                <a:cubicBezTo>
                  <a:pt x="2119048" y="29991"/>
                  <a:pt x="2121801" y="32059"/>
                  <a:pt x="2123629" y="34618"/>
                </a:cubicBezTo>
                <a:cubicBezTo>
                  <a:pt x="2125457" y="37177"/>
                  <a:pt x="2126737" y="40216"/>
                  <a:pt x="2127468" y="43735"/>
                </a:cubicBezTo>
                <a:cubicBezTo>
                  <a:pt x="2127925" y="46020"/>
                  <a:pt x="2128153" y="50019"/>
                  <a:pt x="2128153" y="55731"/>
                </a:cubicBezTo>
                <a:lnTo>
                  <a:pt x="2128153" y="100494"/>
                </a:lnTo>
                <a:lnTo>
                  <a:pt x="2115814" y="100494"/>
                </a:lnTo>
                <a:lnTo>
                  <a:pt x="2115814" y="56211"/>
                </a:lnTo>
                <a:cubicBezTo>
                  <a:pt x="2115814" y="51184"/>
                  <a:pt x="2115334" y="47425"/>
                  <a:pt x="2114375" y="44934"/>
                </a:cubicBezTo>
                <a:cubicBezTo>
                  <a:pt x="2113415" y="42444"/>
                  <a:pt x="2111713" y="40456"/>
                  <a:pt x="2109268" y="38971"/>
                </a:cubicBezTo>
                <a:cubicBezTo>
                  <a:pt x="2106823" y="37485"/>
                  <a:pt x="2103955" y="36743"/>
                  <a:pt x="2100665" y="36743"/>
                </a:cubicBezTo>
                <a:cubicBezTo>
                  <a:pt x="2095409" y="36743"/>
                  <a:pt x="2090874" y="38411"/>
                  <a:pt x="2087058" y="41747"/>
                </a:cubicBezTo>
                <a:cubicBezTo>
                  <a:pt x="2083242" y="45083"/>
                  <a:pt x="2081334" y="51412"/>
                  <a:pt x="2081334" y="60735"/>
                </a:cubicBezTo>
                <a:lnTo>
                  <a:pt x="2081334" y="100494"/>
                </a:lnTo>
                <a:lnTo>
                  <a:pt x="2068995" y="100494"/>
                </a:lnTo>
                <a:close/>
                <a:moveTo>
                  <a:pt x="2194031" y="100494"/>
                </a:moveTo>
                <a:lnTo>
                  <a:pt x="2194031" y="91308"/>
                </a:lnTo>
                <a:cubicBezTo>
                  <a:pt x="2189416" y="98529"/>
                  <a:pt x="2182629" y="102139"/>
                  <a:pt x="2173672" y="102139"/>
                </a:cubicBezTo>
                <a:cubicBezTo>
                  <a:pt x="2167868" y="102139"/>
                  <a:pt x="2162533" y="100540"/>
                  <a:pt x="2157666" y="97341"/>
                </a:cubicBezTo>
                <a:cubicBezTo>
                  <a:pt x="2152798" y="94142"/>
                  <a:pt x="2149028" y="89675"/>
                  <a:pt x="2146355" y="83939"/>
                </a:cubicBezTo>
                <a:cubicBezTo>
                  <a:pt x="2143681" y="78204"/>
                  <a:pt x="2142345" y="71612"/>
                  <a:pt x="2142345" y="64163"/>
                </a:cubicBezTo>
                <a:cubicBezTo>
                  <a:pt x="2142345" y="56896"/>
                  <a:pt x="2143556" y="50304"/>
                  <a:pt x="2145978" y="44386"/>
                </a:cubicBezTo>
                <a:cubicBezTo>
                  <a:pt x="2148400" y="38468"/>
                  <a:pt x="2152033" y="33932"/>
                  <a:pt x="2156877" y="30779"/>
                </a:cubicBezTo>
                <a:cubicBezTo>
                  <a:pt x="2161721" y="27626"/>
                  <a:pt x="2167137" y="26049"/>
                  <a:pt x="2173124" y="26049"/>
                </a:cubicBezTo>
                <a:cubicBezTo>
                  <a:pt x="2177511" y="26049"/>
                  <a:pt x="2181418" y="26974"/>
                  <a:pt x="2184846" y="28825"/>
                </a:cubicBezTo>
                <a:cubicBezTo>
                  <a:pt x="2188273" y="30676"/>
                  <a:pt x="2191061" y="33087"/>
                  <a:pt x="2193209" y="36057"/>
                </a:cubicBezTo>
                <a:lnTo>
                  <a:pt x="2193209" y="0"/>
                </a:lnTo>
                <a:lnTo>
                  <a:pt x="2205479" y="0"/>
                </a:lnTo>
                <a:lnTo>
                  <a:pt x="2205479" y="100494"/>
                </a:lnTo>
                <a:lnTo>
                  <a:pt x="2194031" y="100494"/>
                </a:lnTo>
                <a:moveTo>
                  <a:pt x="2155026" y="64163"/>
                </a:moveTo>
                <a:cubicBezTo>
                  <a:pt x="2155026" y="73486"/>
                  <a:pt x="2156991" y="80455"/>
                  <a:pt x="2160922" y="85070"/>
                </a:cubicBezTo>
                <a:cubicBezTo>
                  <a:pt x="2164852" y="89686"/>
                  <a:pt x="2169490" y="91994"/>
                  <a:pt x="2174837" y="91994"/>
                </a:cubicBezTo>
                <a:cubicBezTo>
                  <a:pt x="2180230" y="91994"/>
                  <a:pt x="2184811" y="89789"/>
                  <a:pt x="2188582" y="85379"/>
                </a:cubicBezTo>
                <a:cubicBezTo>
                  <a:pt x="2192352" y="80969"/>
                  <a:pt x="2194237" y="74240"/>
                  <a:pt x="2194237" y="65191"/>
                </a:cubicBezTo>
                <a:cubicBezTo>
                  <a:pt x="2194237" y="55228"/>
                  <a:pt x="2192318" y="47916"/>
                  <a:pt x="2188479" y="43255"/>
                </a:cubicBezTo>
                <a:cubicBezTo>
                  <a:pt x="2184640" y="38594"/>
                  <a:pt x="2179910" y="36263"/>
                  <a:pt x="2174289" y="36263"/>
                </a:cubicBezTo>
                <a:cubicBezTo>
                  <a:pt x="2168805" y="36263"/>
                  <a:pt x="2164223" y="38502"/>
                  <a:pt x="2160545" y="42981"/>
                </a:cubicBezTo>
                <a:cubicBezTo>
                  <a:pt x="2156866" y="47459"/>
                  <a:pt x="2155026" y="54520"/>
                  <a:pt x="2155026" y="64163"/>
                </a:cubicBezTo>
                <a:close/>
                <a:moveTo>
                  <a:pt x="2310604" y="91514"/>
                </a:moveTo>
                <a:cubicBezTo>
                  <a:pt x="2306034" y="95399"/>
                  <a:pt x="2301635" y="98141"/>
                  <a:pt x="2297408" y="99740"/>
                </a:cubicBezTo>
                <a:cubicBezTo>
                  <a:pt x="2293181" y="101340"/>
                  <a:pt x="2288645" y="102139"/>
                  <a:pt x="2283801" y="102139"/>
                </a:cubicBezTo>
                <a:cubicBezTo>
                  <a:pt x="2275804" y="102139"/>
                  <a:pt x="2269657" y="100186"/>
                  <a:pt x="2265361" y="96278"/>
                </a:cubicBezTo>
                <a:cubicBezTo>
                  <a:pt x="2261065" y="92371"/>
                  <a:pt x="2258917" y="87378"/>
                  <a:pt x="2258917" y="81300"/>
                </a:cubicBezTo>
                <a:cubicBezTo>
                  <a:pt x="2258917" y="77736"/>
                  <a:pt x="2259729" y="74479"/>
                  <a:pt x="2261351" y="71532"/>
                </a:cubicBezTo>
                <a:cubicBezTo>
                  <a:pt x="2262973" y="68584"/>
                  <a:pt x="2265098" y="66219"/>
                  <a:pt x="2267726" y="64437"/>
                </a:cubicBezTo>
                <a:cubicBezTo>
                  <a:pt x="2270354" y="62655"/>
                  <a:pt x="2273313" y="61306"/>
                  <a:pt x="2276603" y="60392"/>
                </a:cubicBezTo>
                <a:cubicBezTo>
                  <a:pt x="2279025" y="59753"/>
                  <a:pt x="2282681" y="59136"/>
                  <a:pt x="2287571" y="58542"/>
                </a:cubicBezTo>
                <a:cubicBezTo>
                  <a:pt x="2297534" y="57353"/>
                  <a:pt x="2304869" y="55937"/>
                  <a:pt x="2309576" y="54292"/>
                </a:cubicBezTo>
                <a:cubicBezTo>
                  <a:pt x="2309621" y="52601"/>
                  <a:pt x="2309644" y="51527"/>
                  <a:pt x="2309644" y="51070"/>
                </a:cubicBezTo>
                <a:cubicBezTo>
                  <a:pt x="2309644" y="46043"/>
                  <a:pt x="2308479" y="42501"/>
                  <a:pt x="2306148" y="40444"/>
                </a:cubicBezTo>
                <a:cubicBezTo>
                  <a:pt x="2302995" y="37657"/>
                  <a:pt x="2298311" y="36263"/>
                  <a:pt x="2292096" y="36263"/>
                </a:cubicBezTo>
                <a:cubicBezTo>
                  <a:pt x="2286292" y="36263"/>
                  <a:pt x="2282007" y="37280"/>
                  <a:pt x="2279242" y="39313"/>
                </a:cubicBezTo>
                <a:cubicBezTo>
                  <a:pt x="2276478" y="41347"/>
                  <a:pt x="2274433" y="44946"/>
                  <a:pt x="2273107" y="50110"/>
                </a:cubicBezTo>
                <a:lnTo>
                  <a:pt x="2261042" y="48465"/>
                </a:lnTo>
                <a:cubicBezTo>
                  <a:pt x="2262139" y="43301"/>
                  <a:pt x="2263944" y="39131"/>
                  <a:pt x="2266458" y="35954"/>
                </a:cubicBezTo>
                <a:cubicBezTo>
                  <a:pt x="2268971" y="32778"/>
                  <a:pt x="2272605" y="30333"/>
                  <a:pt x="2277357" y="28620"/>
                </a:cubicBezTo>
                <a:cubicBezTo>
                  <a:pt x="2282110" y="26906"/>
                  <a:pt x="2287617" y="26049"/>
                  <a:pt x="2293878" y="26049"/>
                </a:cubicBezTo>
                <a:cubicBezTo>
                  <a:pt x="2300093" y="26049"/>
                  <a:pt x="2305143" y="26780"/>
                  <a:pt x="2309027" y="28243"/>
                </a:cubicBezTo>
                <a:cubicBezTo>
                  <a:pt x="2312912" y="29705"/>
                  <a:pt x="2315768" y="31544"/>
                  <a:pt x="2317596" y="33761"/>
                </a:cubicBezTo>
                <a:cubicBezTo>
                  <a:pt x="2319424" y="35977"/>
                  <a:pt x="2320704" y="38776"/>
                  <a:pt x="2321435" y="42158"/>
                </a:cubicBezTo>
                <a:cubicBezTo>
                  <a:pt x="2321846" y="44260"/>
                  <a:pt x="2322052" y="48053"/>
                  <a:pt x="2322052" y="53537"/>
                </a:cubicBezTo>
                <a:lnTo>
                  <a:pt x="2322052" y="69989"/>
                </a:lnTo>
                <a:cubicBezTo>
                  <a:pt x="2322052" y="81460"/>
                  <a:pt x="2322315" y="88715"/>
                  <a:pt x="2322840" y="91754"/>
                </a:cubicBezTo>
                <a:cubicBezTo>
                  <a:pt x="2323366" y="94793"/>
                  <a:pt x="2324405" y="97706"/>
                  <a:pt x="2325959" y="100494"/>
                </a:cubicBezTo>
                <a:lnTo>
                  <a:pt x="2313072" y="100494"/>
                </a:lnTo>
                <a:cubicBezTo>
                  <a:pt x="2311792" y="97935"/>
                  <a:pt x="2310970" y="94942"/>
                  <a:pt x="2310604" y="91514"/>
                </a:cubicBezTo>
                <a:moveTo>
                  <a:pt x="2309576" y="63957"/>
                </a:moveTo>
                <a:cubicBezTo>
                  <a:pt x="2305097" y="65785"/>
                  <a:pt x="2298379" y="67339"/>
                  <a:pt x="2289422" y="68618"/>
                </a:cubicBezTo>
                <a:cubicBezTo>
                  <a:pt x="2284349" y="69350"/>
                  <a:pt x="2280762" y="70172"/>
                  <a:pt x="2278660" y="71086"/>
                </a:cubicBezTo>
                <a:cubicBezTo>
                  <a:pt x="2276558" y="72000"/>
                  <a:pt x="2274935" y="73337"/>
                  <a:pt x="2273793" y="75096"/>
                </a:cubicBezTo>
                <a:cubicBezTo>
                  <a:pt x="2272650" y="76856"/>
                  <a:pt x="2272079" y="78810"/>
                  <a:pt x="2272079" y="80957"/>
                </a:cubicBezTo>
                <a:cubicBezTo>
                  <a:pt x="2272079" y="84248"/>
                  <a:pt x="2273324" y="86990"/>
                  <a:pt x="2275815" y="89183"/>
                </a:cubicBezTo>
                <a:cubicBezTo>
                  <a:pt x="2278306" y="91377"/>
                  <a:pt x="2281950" y="92474"/>
                  <a:pt x="2286749" y="92474"/>
                </a:cubicBezTo>
                <a:cubicBezTo>
                  <a:pt x="2291501" y="92474"/>
                  <a:pt x="2295729" y="91434"/>
                  <a:pt x="2299430" y="89355"/>
                </a:cubicBezTo>
                <a:cubicBezTo>
                  <a:pt x="2303132" y="87275"/>
                  <a:pt x="2305851" y="84431"/>
                  <a:pt x="2307588" y="80820"/>
                </a:cubicBezTo>
                <a:cubicBezTo>
                  <a:pt x="2308913" y="78033"/>
                  <a:pt x="2309576" y="73920"/>
                  <a:pt x="2309576" y="68481"/>
                </a:cubicBezTo>
                <a:lnTo>
                  <a:pt x="2309576" y="63957"/>
                </a:lnTo>
                <a:close/>
                <a:moveTo>
                  <a:pt x="2379467" y="100494"/>
                </a:moveTo>
                <a:lnTo>
                  <a:pt x="2379467" y="0"/>
                </a:lnTo>
                <a:lnTo>
                  <a:pt x="2391806" y="0"/>
                </a:lnTo>
                <a:lnTo>
                  <a:pt x="2391806" y="57308"/>
                </a:lnTo>
                <a:lnTo>
                  <a:pt x="2421008" y="27694"/>
                </a:lnTo>
                <a:lnTo>
                  <a:pt x="2436981" y="27694"/>
                </a:lnTo>
                <a:lnTo>
                  <a:pt x="2409149" y="54703"/>
                </a:lnTo>
                <a:lnTo>
                  <a:pt x="2439791" y="100494"/>
                </a:lnTo>
                <a:lnTo>
                  <a:pt x="2424573" y="100494"/>
                </a:lnTo>
                <a:lnTo>
                  <a:pt x="2400512" y="63272"/>
                </a:lnTo>
                <a:lnTo>
                  <a:pt x="2391806" y="71635"/>
                </a:lnTo>
                <a:lnTo>
                  <a:pt x="2391806" y="100494"/>
                </a:lnTo>
                <a:lnTo>
                  <a:pt x="2379467" y="100494"/>
                </a:lnTo>
                <a:close/>
                <a:moveTo>
                  <a:pt x="2449410" y="14190"/>
                </a:moveTo>
                <a:lnTo>
                  <a:pt x="2449410" y="0"/>
                </a:lnTo>
                <a:lnTo>
                  <a:pt x="2461749" y="0"/>
                </a:lnTo>
                <a:lnTo>
                  <a:pt x="2461749" y="14190"/>
                </a:lnTo>
                <a:lnTo>
                  <a:pt x="2449410" y="14190"/>
                </a:lnTo>
                <a:moveTo>
                  <a:pt x="2449410" y="100494"/>
                </a:moveTo>
                <a:lnTo>
                  <a:pt x="2449410" y="27694"/>
                </a:lnTo>
                <a:lnTo>
                  <a:pt x="2461749" y="27694"/>
                </a:lnTo>
                <a:lnTo>
                  <a:pt x="2461749" y="100494"/>
                </a:lnTo>
                <a:lnTo>
                  <a:pt x="2449410" y="100494"/>
                </a:lnTo>
                <a:close/>
                <a:moveTo>
                  <a:pt x="2507757" y="89458"/>
                </a:moveTo>
                <a:lnTo>
                  <a:pt x="2509539" y="100357"/>
                </a:lnTo>
                <a:cubicBezTo>
                  <a:pt x="2506066" y="101088"/>
                  <a:pt x="2502958" y="101454"/>
                  <a:pt x="2500216" y="101454"/>
                </a:cubicBezTo>
                <a:cubicBezTo>
                  <a:pt x="2495738" y="101454"/>
                  <a:pt x="2492265" y="100746"/>
                  <a:pt x="2489797" y="99329"/>
                </a:cubicBezTo>
                <a:cubicBezTo>
                  <a:pt x="2487329" y="97912"/>
                  <a:pt x="2485592" y="96050"/>
                  <a:pt x="2484587" y="93742"/>
                </a:cubicBezTo>
                <a:cubicBezTo>
                  <a:pt x="2483582" y="91434"/>
                  <a:pt x="2483079" y="86579"/>
                  <a:pt x="2483079" y="79175"/>
                </a:cubicBezTo>
                <a:lnTo>
                  <a:pt x="2483079" y="37291"/>
                </a:lnTo>
                <a:lnTo>
                  <a:pt x="2474030" y="37291"/>
                </a:lnTo>
                <a:lnTo>
                  <a:pt x="2474030" y="27694"/>
                </a:lnTo>
                <a:lnTo>
                  <a:pt x="2483079" y="27694"/>
                </a:lnTo>
                <a:lnTo>
                  <a:pt x="2483079" y="9666"/>
                </a:lnTo>
                <a:lnTo>
                  <a:pt x="2495349" y="2262"/>
                </a:lnTo>
                <a:lnTo>
                  <a:pt x="2495349" y="27694"/>
                </a:lnTo>
                <a:lnTo>
                  <a:pt x="2507757" y="27694"/>
                </a:lnTo>
                <a:lnTo>
                  <a:pt x="2507757" y="37291"/>
                </a:lnTo>
                <a:lnTo>
                  <a:pt x="2495349" y="37291"/>
                </a:lnTo>
                <a:lnTo>
                  <a:pt x="2495349" y="79861"/>
                </a:lnTo>
                <a:cubicBezTo>
                  <a:pt x="2495349" y="83380"/>
                  <a:pt x="2495566" y="85642"/>
                  <a:pt x="2496001" y="86647"/>
                </a:cubicBezTo>
                <a:cubicBezTo>
                  <a:pt x="2496435" y="87653"/>
                  <a:pt x="2497143" y="88452"/>
                  <a:pt x="2498126" y="89046"/>
                </a:cubicBezTo>
                <a:cubicBezTo>
                  <a:pt x="2499108" y="89640"/>
                  <a:pt x="2500513" y="89938"/>
                  <a:pt x="2502341" y="89938"/>
                </a:cubicBezTo>
                <a:cubicBezTo>
                  <a:pt x="2503712" y="89938"/>
                  <a:pt x="2505518" y="89778"/>
                  <a:pt x="2507757" y="89458"/>
                </a:cubicBezTo>
                <a:close/>
                <a:moveTo>
                  <a:pt x="2566816" y="73828"/>
                </a:moveTo>
                <a:lnTo>
                  <a:pt x="2578949" y="75405"/>
                </a:lnTo>
                <a:cubicBezTo>
                  <a:pt x="2577624" y="83768"/>
                  <a:pt x="2574231" y="90315"/>
                  <a:pt x="2568770" y="95044"/>
                </a:cubicBezTo>
                <a:cubicBezTo>
                  <a:pt x="2563309" y="99774"/>
                  <a:pt x="2556602" y="102139"/>
                  <a:pt x="2548650" y="102139"/>
                </a:cubicBezTo>
                <a:cubicBezTo>
                  <a:pt x="2538688" y="102139"/>
                  <a:pt x="2530679" y="98883"/>
                  <a:pt x="2524624" y="92371"/>
                </a:cubicBezTo>
                <a:cubicBezTo>
                  <a:pt x="2518568" y="85859"/>
                  <a:pt x="2515541" y="76525"/>
                  <a:pt x="2515541" y="64368"/>
                </a:cubicBezTo>
                <a:cubicBezTo>
                  <a:pt x="2515541" y="56508"/>
                  <a:pt x="2516843" y="49630"/>
                  <a:pt x="2519448" y="43735"/>
                </a:cubicBezTo>
                <a:cubicBezTo>
                  <a:pt x="2522053" y="37840"/>
                  <a:pt x="2526017" y="33418"/>
                  <a:pt x="2531341" y="30470"/>
                </a:cubicBezTo>
                <a:cubicBezTo>
                  <a:pt x="2536665" y="27523"/>
                  <a:pt x="2542458" y="26049"/>
                  <a:pt x="2548719" y="26049"/>
                </a:cubicBezTo>
                <a:cubicBezTo>
                  <a:pt x="2556625" y="26049"/>
                  <a:pt x="2563091" y="28048"/>
                  <a:pt x="2568118" y="32047"/>
                </a:cubicBezTo>
                <a:cubicBezTo>
                  <a:pt x="2573145" y="36046"/>
                  <a:pt x="2576367" y="41724"/>
                  <a:pt x="2577784" y="49082"/>
                </a:cubicBezTo>
                <a:lnTo>
                  <a:pt x="2565788" y="50933"/>
                </a:lnTo>
                <a:cubicBezTo>
                  <a:pt x="2564645" y="46043"/>
                  <a:pt x="2562623" y="42364"/>
                  <a:pt x="2559721" y="39896"/>
                </a:cubicBezTo>
                <a:cubicBezTo>
                  <a:pt x="2556819" y="37428"/>
                  <a:pt x="2553312" y="36194"/>
                  <a:pt x="2549199" y="36194"/>
                </a:cubicBezTo>
                <a:cubicBezTo>
                  <a:pt x="2542984" y="36194"/>
                  <a:pt x="2537934" y="38422"/>
                  <a:pt x="2534049" y="42878"/>
                </a:cubicBezTo>
                <a:cubicBezTo>
                  <a:pt x="2530165" y="47334"/>
                  <a:pt x="2528222" y="54383"/>
                  <a:pt x="2528222" y="64026"/>
                </a:cubicBezTo>
                <a:cubicBezTo>
                  <a:pt x="2528222" y="73805"/>
                  <a:pt x="2530096" y="80912"/>
                  <a:pt x="2533844" y="85345"/>
                </a:cubicBezTo>
                <a:cubicBezTo>
                  <a:pt x="2537591" y="89778"/>
                  <a:pt x="2542481" y="91994"/>
                  <a:pt x="2548513" y="91994"/>
                </a:cubicBezTo>
                <a:cubicBezTo>
                  <a:pt x="2553357" y="91994"/>
                  <a:pt x="2557402" y="90509"/>
                  <a:pt x="2560647" y="87538"/>
                </a:cubicBezTo>
                <a:cubicBezTo>
                  <a:pt x="2563891" y="84568"/>
                  <a:pt x="2565948" y="79998"/>
                  <a:pt x="2566816" y="73828"/>
                </a:cubicBezTo>
                <a:close/>
                <a:moveTo>
                  <a:pt x="2589254" y="100494"/>
                </a:moveTo>
                <a:lnTo>
                  <a:pt x="2589254" y="0"/>
                </a:lnTo>
                <a:lnTo>
                  <a:pt x="2601593" y="0"/>
                </a:lnTo>
                <a:lnTo>
                  <a:pt x="2601593" y="36057"/>
                </a:lnTo>
                <a:cubicBezTo>
                  <a:pt x="2607351" y="29385"/>
                  <a:pt x="2614617" y="26049"/>
                  <a:pt x="2623392" y="26049"/>
                </a:cubicBezTo>
                <a:cubicBezTo>
                  <a:pt x="2628784" y="26049"/>
                  <a:pt x="2633469" y="27111"/>
                  <a:pt x="2637445" y="29237"/>
                </a:cubicBezTo>
                <a:cubicBezTo>
                  <a:pt x="2641420" y="31362"/>
                  <a:pt x="2644265" y="34298"/>
                  <a:pt x="2645979" y="38045"/>
                </a:cubicBezTo>
                <a:cubicBezTo>
                  <a:pt x="2647693" y="41793"/>
                  <a:pt x="2648550" y="47231"/>
                  <a:pt x="2648550" y="54360"/>
                </a:cubicBezTo>
                <a:lnTo>
                  <a:pt x="2648550" y="100494"/>
                </a:lnTo>
                <a:lnTo>
                  <a:pt x="2636211" y="100494"/>
                </a:lnTo>
                <a:lnTo>
                  <a:pt x="2636211" y="54360"/>
                </a:lnTo>
                <a:cubicBezTo>
                  <a:pt x="2636211" y="48191"/>
                  <a:pt x="2634874" y="43701"/>
                  <a:pt x="2632200" y="40890"/>
                </a:cubicBezTo>
                <a:cubicBezTo>
                  <a:pt x="2629527" y="38079"/>
                  <a:pt x="2625745" y="36674"/>
                  <a:pt x="2620855" y="36674"/>
                </a:cubicBezTo>
                <a:cubicBezTo>
                  <a:pt x="2617199" y="36674"/>
                  <a:pt x="2613761" y="37622"/>
                  <a:pt x="2610539" y="39519"/>
                </a:cubicBezTo>
                <a:cubicBezTo>
                  <a:pt x="2607317" y="41416"/>
                  <a:pt x="2605020" y="43986"/>
                  <a:pt x="2603649" y="47231"/>
                </a:cubicBezTo>
                <a:cubicBezTo>
                  <a:pt x="2602278" y="50476"/>
                  <a:pt x="2601593" y="54954"/>
                  <a:pt x="2601593" y="60667"/>
                </a:cubicBezTo>
                <a:lnTo>
                  <a:pt x="2601593" y="100494"/>
                </a:lnTo>
                <a:lnTo>
                  <a:pt x="2589254" y="100494"/>
                </a:lnTo>
                <a:close/>
                <a:moveTo>
                  <a:pt x="2716894" y="77050"/>
                </a:moveTo>
                <a:lnTo>
                  <a:pt x="2729644" y="78627"/>
                </a:lnTo>
                <a:cubicBezTo>
                  <a:pt x="2727633" y="86076"/>
                  <a:pt x="2723909" y="91857"/>
                  <a:pt x="2718470" y="95970"/>
                </a:cubicBezTo>
                <a:cubicBezTo>
                  <a:pt x="2713032" y="100083"/>
                  <a:pt x="2706086" y="102139"/>
                  <a:pt x="2697631" y="102139"/>
                </a:cubicBezTo>
                <a:cubicBezTo>
                  <a:pt x="2686983" y="102139"/>
                  <a:pt x="2678540" y="98860"/>
                  <a:pt x="2672302" y="92302"/>
                </a:cubicBezTo>
                <a:cubicBezTo>
                  <a:pt x="2666064" y="85745"/>
                  <a:pt x="2662945" y="76547"/>
                  <a:pt x="2662945" y="64711"/>
                </a:cubicBezTo>
                <a:cubicBezTo>
                  <a:pt x="2662945" y="52464"/>
                  <a:pt x="2666098" y="42958"/>
                  <a:pt x="2672405" y="36194"/>
                </a:cubicBezTo>
                <a:cubicBezTo>
                  <a:pt x="2678711" y="29431"/>
                  <a:pt x="2686892" y="26049"/>
                  <a:pt x="2696946" y="26049"/>
                </a:cubicBezTo>
                <a:cubicBezTo>
                  <a:pt x="2706680" y="26049"/>
                  <a:pt x="2714632" y="29362"/>
                  <a:pt x="2720801" y="35989"/>
                </a:cubicBezTo>
                <a:cubicBezTo>
                  <a:pt x="2726971" y="42615"/>
                  <a:pt x="2730055" y="51938"/>
                  <a:pt x="2730055" y="63957"/>
                </a:cubicBezTo>
                <a:cubicBezTo>
                  <a:pt x="2730055" y="64688"/>
                  <a:pt x="2730033" y="65785"/>
                  <a:pt x="2729987" y="67247"/>
                </a:cubicBezTo>
                <a:lnTo>
                  <a:pt x="2675695" y="67247"/>
                </a:lnTo>
                <a:cubicBezTo>
                  <a:pt x="2676152" y="75245"/>
                  <a:pt x="2678414" y="81369"/>
                  <a:pt x="2682482" y="85619"/>
                </a:cubicBezTo>
                <a:cubicBezTo>
                  <a:pt x="2686549" y="89869"/>
                  <a:pt x="2691622" y="91994"/>
                  <a:pt x="2697700" y="91994"/>
                </a:cubicBezTo>
                <a:cubicBezTo>
                  <a:pt x="2702224" y="91994"/>
                  <a:pt x="2706086" y="90806"/>
                  <a:pt x="2709285" y="88429"/>
                </a:cubicBezTo>
                <a:cubicBezTo>
                  <a:pt x="2712484" y="86053"/>
                  <a:pt x="2715020" y="82260"/>
                  <a:pt x="2716894" y="77050"/>
                </a:cubicBezTo>
                <a:moveTo>
                  <a:pt x="2676381" y="57102"/>
                </a:moveTo>
                <a:lnTo>
                  <a:pt x="2717031" y="57102"/>
                </a:lnTo>
                <a:cubicBezTo>
                  <a:pt x="2716482" y="50978"/>
                  <a:pt x="2714929" y="46385"/>
                  <a:pt x="2712369" y="43324"/>
                </a:cubicBezTo>
                <a:cubicBezTo>
                  <a:pt x="2708439" y="38571"/>
                  <a:pt x="2703344" y="36194"/>
                  <a:pt x="2697083" y="36194"/>
                </a:cubicBezTo>
                <a:cubicBezTo>
                  <a:pt x="2691416" y="36194"/>
                  <a:pt x="2686652" y="38091"/>
                  <a:pt x="2682790" y="41884"/>
                </a:cubicBezTo>
                <a:cubicBezTo>
                  <a:pt x="2678929" y="45677"/>
                  <a:pt x="2676792" y="50750"/>
                  <a:pt x="2676381" y="57102"/>
                </a:cubicBezTo>
                <a:close/>
                <a:moveTo>
                  <a:pt x="2744862" y="100494"/>
                </a:moveTo>
                <a:lnTo>
                  <a:pt x="2744862" y="27694"/>
                </a:lnTo>
                <a:lnTo>
                  <a:pt x="2755967" y="27694"/>
                </a:lnTo>
                <a:lnTo>
                  <a:pt x="2755967" y="38045"/>
                </a:lnTo>
                <a:cubicBezTo>
                  <a:pt x="2761314" y="30048"/>
                  <a:pt x="2769037" y="26049"/>
                  <a:pt x="2779137" y="26049"/>
                </a:cubicBezTo>
                <a:cubicBezTo>
                  <a:pt x="2783524" y="26049"/>
                  <a:pt x="2787557" y="26837"/>
                  <a:pt x="2791236" y="28414"/>
                </a:cubicBezTo>
                <a:cubicBezTo>
                  <a:pt x="2794915" y="29991"/>
                  <a:pt x="2797668" y="32059"/>
                  <a:pt x="2799496" y="34618"/>
                </a:cubicBezTo>
                <a:cubicBezTo>
                  <a:pt x="2801324" y="37177"/>
                  <a:pt x="2802604" y="40216"/>
                  <a:pt x="2803335" y="43735"/>
                </a:cubicBezTo>
                <a:cubicBezTo>
                  <a:pt x="2803792" y="46020"/>
                  <a:pt x="2804021" y="50019"/>
                  <a:pt x="2804021" y="55731"/>
                </a:cubicBezTo>
                <a:lnTo>
                  <a:pt x="2804021" y="100494"/>
                </a:lnTo>
                <a:lnTo>
                  <a:pt x="2791682" y="100494"/>
                </a:lnTo>
                <a:lnTo>
                  <a:pt x="2791682" y="56211"/>
                </a:lnTo>
                <a:cubicBezTo>
                  <a:pt x="2791682" y="51184"/>
                  <a:pt x="2791202" y="47425"/>
                  <a:pt x="2790242" y="44934"/>
                </a:cubicBezTo>
                <a:cubicBezTo>
                  <a:pt x="2789282" y="42444"/>
                  <a:pt x="2787580" y="40456"/>
                  <a:pt x="2785135" y="38971"/>
                </a:cubicBezTo>
                <a:cubicBezTo>
                  <a:pt x="2782690" y="37485"/>
                  <a:pt x="2779822" y="36743"/>
                  <a:pt x="2776532" y="36743"/>
                </a:cubicBezTo>
                <a:cubicBezTo>
                  <a:pt x="2771277" y="36743"/>
                  <a:pt x="2766741" y="38411"/>
                  <a:pt x="2762925" y="41747"/>
                </a:cubicBezTo>
                <a:cubicBezTo>
                  <a:pt x="2759109" y="45083"/>
                  <a:pt x="2757201" y="51412"/>
                  <a:pt x="2757201" y="60735"/>
                </a:cubicBezTo>
                <a:lnTo>
                  <a:pt x="2757201" y="100494"/>
                </a:lnTo>
                <a:lnTo>
                  <a:pt x="2744862" y="100494"/>
                </a:lnTo>
                <a:close/>
                <a:moveTo>
                  <a:pt x="2888102" y="89458"/>
                </a:moveTo>
                <a:lnTo>
                  <a:pt x="2889885" y="100357"/>
                </a:lnTo>
                <a:cubicBezTo>
                  <a:pt x="2886411" y="101088"/>
                  <a:pt x="2883304" y="101454"/>
                  <a:pt x="2880562" y="101454"/>
                </a:cubicBezTo>
                <a:cubicBezTo>
                  <a:pt x="2876083" y="101454"/>
                  <a:pt x="2872610" y="100746"/>
                  <a:pt x="2870142" y="99329"/>
                </a:cubicBezTo>
                <a:cubicBezTo>
                  <a:pt x="2867674" y="97912"/>
                  <a:pt x="2865938" y="96050"/>
                  <a:pt x="2864932" y="93742"/>
                </a:cubicBezTo>
                <a:cubicBezTo>
                  <a:pt x="2863927" y="91434"/>
                  <a:pt x="2863424" y="86579"/>
                  <a:pt x="2863424" y="79175"/>
                </a:cubicBezTo>
                <a:lnTo>
                  <a:pt x="2863424" y="37291"/>
                </a:lnTo>
                <a:lnTo>
                  <a:pt x="2854376" y="37291"/>
                </a:lnTo>
                <a:lnTo>
                  <a:pt x="2854376" y="27694"/>
                </a:lnTo>
                <a:lnTo>
                  <a:pt x="2863424" y="27694"/>
                </a:lnTo>
                <a:lnTo>
                  <a:pt x="2863424" y="9666"/>
                </a:lnTo>
                <a:lnTo>
                  <a:pt x="2875695" y="2262"/>
                </a:lnTo>
                <a:lnTo>
                  <a:pt x="2875695" y="27694"/>
                </a:lnTo>
                <a:lnTo>
                  <a:pt x="2888102" y="27694"/>
                </a:lnTo>
                <a:lnTo>
                  <a:pt x="2888102" y="37291"/>
                </a:lnTo>
                <a:lnTo>
                  <a:pt x="2875695" y="37291"/>
                </a:lnTo>
                <a:lnTo>
                  <a:pt x="2875695" y="79861"/>
                </a:lnTo>
                <a:cubicBezTo>
                  <a:pt x="2875695" y="83380"/>
                  <a:pt x="2875912" y="85642"/>
                  <a:pt x="2876346" y="86647"/>
                </a:cubicBezTo>
                <a:cubicBezTo>
                  <a:pt x="2876780" y="87653"/>
                  <a:pt x="2877489" y="88452"/>
                  <a:pt x="2878471" y="89046"/>
                </a:cubicBezTo>
                <a:cubicBezTo>
                  <a:pt x="2879454" y="89640"/>
                  <a:pt x="2880859" y="89938"/>
                  <a:pt x="2882687" y="89938"/>
                </a:cubicBezTo>
                <a:cubicBezTo>
                  <a:pt x="2884058" y="89938"/>
                  <a:pt x="2885863" y="89778"/>
                  <a:pt x="2888102" y="89458"/>
                </a:cubicBezTo>
                <a:close/>
                <a:moveTo>
                  <a:pt x="2947163" y="91514"/>
                </a:moveTo>
                <a:cubicBezTo>
                  <a:pt x="2942593" y="95399"/>
                  <a:pt x="2938194" y="98141"/>
                  <a:pt x="2933967" y="99740"/>
                </a:cubicBezTo>
                <a:cubicBezTo>
                  <a:pt x="2929740" y="101340"/>
                  <a:pt x="2925204" y="102139"/>
                  <a:pt x="2920360" y="102139"/>
                </a:cubicBezTo>
                <a:cubicBezTo>
                  <a:pt x="2912362" y="102139"/>
                  <a:pt x="2906216" y="100186"/>
                  <a:pt x="2901920" y="96278"/>
                </a:cubicBezTo>
                <a:cubicBezTo>
                  <a:pt x="2897624" y="92371"/>
                  <a:pt x="2895476" y="87378"/>
                  <a:pt x="2895476" y="81300"/>
                </a:cubicBezTo>
                <a:cubicBezTo>
                  <a:pt x="2895476" y="77736"/>
                  <a:pt x="2896287" y="74479"/>
                  <a:pt x="2897910" y="71532"/>
                </a:cubicBezTo>
                <a:cubicBezTo>
                  <a:pt x="2899532" y="68584"/>
                  <a:pt x="2901657" y="66219"/>
                  <a:pt x="2904285" y="64437"/>
                </a:cubicBezTo>
                <a:cubicBezTo>
                  <a:pt x="2906912" y="62655"/>
                  <a:pt x="2909872" y="61306"/>
                  <a:pt x="2913162" y="60392"/>
                </a:cubicBezTo>
                <a:cubicBezTo>
                  <a:pt x="2915584" y="59753"/>
                  <a:pt x="2919240" y="59136"/>
                  <a:pt x="2924130" y="58542"/>
                </a:cubicBezTo>
                <a:cubicBezTo>
                  <a:pt x="2934093" y="57353"/>
                  <a:pt x="2941427" y="55937"/>
                  <a:pt x="2946134" y="54292"/>
                </a:cubicBezTo>
                <a:cubicBezTo>
                  <a:pt x="2946180" y="52601"/>
                  <a:pt x="2946203" y="51527"/>
                  <a:pt x="2946203" y="51070"/>
                </a:cubicBezTo>
                <a:cubicBezTo>
                  <a:pt x="2946203" y="46043"/>
                  <a:pt x="2945038" y="42501"/>
                  <a:pt x="2942707" y="40444"/>
                </a:cubicBezTo>
                <a:cubicBezTo>
                  <a:pt x="2939554" y="37657"/>
                  <a:pt x="2934869" y="36263"/>
                  <a:pt x="2928654" y="36263"/>
                </a:cubicBezTo>
                <a:cubicBezTo>
                  <a:pt x="2922850" y="36263"/>
                  <a:pt x="2918566" y="37280"/>
                  <a:pt x="2915801" y="39313"/>
                </a:cubicBezTo>
                <a:cubicBezTo>
                  <a:pt x="2913036" y="41347"/>
                  <a:pt x="2910991" y="44946"/>
                  <a:pt x="2909666" y="50110"/>
                </a:cubicBezTo>
                <a:lnTo>
                  <a:pt x="2897601" y="48465"/>
                </a:lnTo>
                <a:cubicBezTo>
                  <a:pt x="2898698" y="43301"/>
                  <a:pt x="2900503" y="39131"/>
                  <a:pt x="2903017" y="35954"/>
                </a:cubicBezTo>
                <a:cubicBezTo>
                  <a:pt x="2905530" y="32778"/>
                  <a:pt x="2909163" y="30333"/>
                  <a:pt x="2913916" y="28620"/>
                </a:cubicBezTo>
                <a:cubicBezTo>
                  <a:pt x="2918669" y="26906"/>
                  <a:pt x="2924176" y="26049"/>
                  <a:pt x="2930437" y="26049"/>
                </a:cubicBezTo>
                <a:cubicBezTo>
                  <a:pt x="2936652" y="26049"/>
                  <a:pt x="2941702" y="26780"/>
                  <a:pt x="2945586" y="28243"/>
                </a:cubicBezTo>
                <a:cubicBezTo>
                  <a:pt x="2949471" y="29705"/>
                  <a:pt x="2952327" y="31544"/>
                  <a:pt x="2954155" y="33761"/>
                </a:cubicBezTo>
                <a:cubicBezTo>
                  <a:pt x="2955983" y="35977"/>
                  <a:pt x="2957262" y="38776"/>
                  <a:pt x="2957994" y="42158"/>
                </a:cubicBezTo>
                <a:cubicBezTo>
                  <a:pt x="2958405" y="44260"/>
                  <a:pt x="2958611" y="48053"/>
                  <a:pt x="2958611" y="53537"/>
                </a:cubicBezTo>
                <a:lnTo>
                  <a:pt x="2958611" y="69989"/>
                </a:lnTo>
                <a:cubicBezTo>
                  <a:pt x="2958611" y="81460"/>
                  <a:pt x="2958873" y="88715"/>
                  <a:pt x="2959399" y="91754"/>
                </a:cubicBezTo>
                <a:cubicBezTo>
                  <a:pt x="2959924" y="94793"/>
                  <a:pt x="2960964" y="97706"/>
                  <a:pt x="2962518" y="100494"/>
                </a:cubicBezTo>
                <a:lnTo>
                  <a:pt x="2949631" y="100494"/>
                </a:lnTo>
                <a:cubicBezTo>
                  <a:pt x="2948351" y="97935"/>
                  <a:pt x="2947528" y="94942"/>
                  <a:pt x="2947163" y="91514"/>
                </a:cubicBezTo>
                <a:moveTo>
                  <a:pt x="2946134" y="63957"/>
                </a:moveTo>
                <a:cubicBezTo>
                  <a:pt x="2941656" y="65785"/>
                  <a:pt x="2934938" y="67339"/>
                  <a:pt x="2925981" y="68618"/>
                </a:cubicBezTo>
                <a:cubicBezTo>
                  <a:pt x="2920908" y="69350"/>
                  <a:pt x="2917321" y="70172"/>
                  <a:pt x="2915218" y="71086"/>
                </a:cubicBezTo>
                <a:cubicBezTo>
                  <a:pt x="2913116" y="72000"/>
                  <a:pt x="2911494" y="73337"/>
                  <a:pt x="2910351" y="75096"/>
                </a:cubicBezTo>
                <a:cubicBezTo>
                  <a:pt x="2909209" y="76856"/>
                  <a:pt x="2908638" y="78810"/>
                  <a:pt x="2908638" y="80957"/>
                </a:cubicBezTo>
                <a:cubicBezTo>
                  <a:pt x="2908638" y="84248"/>
                  <a:pt x="2909883" y="86990"/>
                  <a:pt x="2912374" y="89183"/>
                </a:cubicBezTo>
                <a:cubicBezTo>
                  <a:pt x="2914864" y="91377"/>
                  <a:pt x="2918509" y="92474"/>
                  <a:pt x="2923307" y="92474"/>
                </a:cubicBezTo>
                <a:cubicBezTo>
                  <a:pt x="2928060" y="92474"/>
                  <a:pt x="2932287" y="91434"/>
                  <a:pt x="2935989" y="89355"/>
                </a:cubicBezTo>
                <a:cubicBezTo>
                  <a:pt x="2939691" y="87275"/>
                  <a:pt x="2942410" y="84431"/>
                  <a:pt x="2944147" y="80820"/>
                </a:cubicBezTo>
                <a:cubicBezTo>
                  <a:pt x="2945472" y="78033"/>
                  <a:pt x="2946134" y="73920"/>
                  <a:pt x="2946134" y="68481"/>
                </a:cubicBezTo>
                <a:lnTo>
                  <a:pt x="2946134" y="63957"/>
                </a:lnTo>
                <a:close/>
                <a:moveTo>
                  <a:pt x="2988841" y="100494"/>
                </a:moveTo>
                <a:lnTo>
                  <a:pt x="2977393" y="100494"/>
                </a:lnTo>
                <a:lnTo>
                  <a:pt x="2977393" y="0"/>
                </a:lnTo>
                <a:lnTo>
                  <a:pt x="2989732" y="0"/>
                </a:lnTo>
                <a:lnTo>
                  <a:pt x="2989732" y="35852"/>
                </a:lnTo>
                <a:cubicBezTo>
                  <a:pt x="2994942" y="29317"/>
                  <a:pt x="3001591" y="26049"/>
                  <a:pt x="3009680" y="26049"/>
                </a:cubicBezTo>
                <a:cubicBezTo>
                  <a:pt x="3014159" y="26049"/>
                  <a:pt x="3018398" y="26952"/>
                  <a:pt x="3022396" y="28757"/>
                </a:cubicBezTo>
                <a:cubicBezTo>
                  <a:pt x="3026395" y="30562"/>
                  <a:pt x="3029686" y="33098"/>
                  <a:pt x="3032268" y="36366"/>
                </a:cubicBezTo>
                <a:cubicBezTo>
                  <a:pt x="3034850" y="39633"/>
                  <a:pt x="3036872" y="43575"/>
                  <a:pt x="3038334" y="48191"/>
                </a:cubicBezTo>
                <a:cubicBezTo>
                  <a:pt x="3039797" y="52806"/>
                  <a:pt x="3040528" y="57742"/>
                  <a:pt x="3040528" y="62997"/>
                </a:cubicBezTo>
                <a:cubicBezTo>
                  <a:pt x="3040528" y="75473"/>
                  <a:pt x="3037443" y="85116"/>
                  <a:pt x="3031274" y="91925"/>
                </a:cubicBezTo>
                <a:cubicBezTo>
                  <a:pt x="3025104" y="98735"/>
                  <a:pt x="3017701" y="102139"/>
                  <a:pt x="3009063" y="102139"/>
                </a:cubicBezTo>
                <a:cubicBezTo>
                  <a:pt x="3000472" y="102139"/>
                  <a:pt x="2993731" y="98552"/>
                  <a:pt x="2988841" y="91377"/>
                </a:cubicBezTo>
                <a:lnTo>
                  <a:pt x="2988841" y="100494"/>
                </a:lnTo>
                <a:moveTo>
                  <a:pt x="2988704" y="63546"/>
                </a:moveTo>
                <a:cubicBezTo>
                  <a:pt x="2988704" y="72274"/>
                  <a:pt x="2989892" y="78581"/>
                  <a:pt x="2992269" y="82466"/>
                </a:cubicBezTo>
                <a:cubicBezTo>
                  <a:pt x="2996153" y="88818"/>
                  <a:pt x="3001409" y="91994"/>
                  <a:pt x="3008035" y="91994"/>
                </a:cubicBezTo>
                <a:cubicBezTo>
                  <a:pt x="3013428" y="91994"/>
                  <a:pt x="3018089" y="89652"/>
                  <a:pt x="3022019" y="84968"/>
                </a:cubicBezTo>
                <a:cubicBezTo>
                  <a:pt x="3025950" y="80283"/>
                  <a:pt x="3027915" y="73303"/>
                  <a:pt x="3027915" y="64026"/>
                </a:cubicBezTo>
                <a:cubicBezTo>
                  <a:pt x="3027915" y="54520"/>
                  <a:pt x="3026030" y="47505"/>
                  <a:pt x="3022259" y="42981"/>
                </a:cubicBezTo>
                <a:cubicBezTo>
                  <a:pt x="3018489" y="38457"/>
                  <a:pt x="3013930" y="36194"/>
                  <a:pt x="3008584" y="36194"/>
                </a:cubicBezTo>
                <a:cubicBezTo>
                  <a:pt x="3003191" y="36194"/>
                  <a:pt x="2998530" y="38536"/>
                  <a:pt x="2994599" y="43221"/>
                </a:cubicBezTo>
                <a:cubicBezTo>
                  <a:pt x="2990669" y="47905"/>
                  <a:pt x="2988704" y="54680"/>
                  <a:pt x="2988704" y="63546"/>
                </a:cubicBezTo>
                <a:close/>
                <a:moveTo>
                  <a:pt x="3054992" y="100494"/>
                </a:moveTo>
                <a:lnTo>
                  <a:pt x="3054992" y="0"/>
                </a:lnTo>
                <a:lnTo>
                  <a:pt x="3067331" y="0"/>
                </a:lnTo>
                <a:lnTo>
                  <a:pt x="3067331" y="100494"/>
                </a:lnTo>
                <a:lnTo>
                  <a:pt x="3054992" y="100494"/>
                </a:lnTo>
                <a:close/>
                <a:moveTo>
                  <a:pt x="3136577" y="77050"/>
                </a:moveTo>
                <a:lnTo>
                  <a:pt x="3149328" y="78627"/>
                </a:lnTo>
                <a:cubicBezTo>
                  <a:pt x="3147317" y="86076"/>
                  <a:pt x="3143592" y="91857"/>
                  <a:pt x="3138154" y="95970"/>
                </a:cubicBezTo>
                <a:cubicBezTo>
                  <a:pt x="3132716" y="100083"/>
                  <a:pt x="3125769" y="102139"/>
                  <a:pt x="3117315" y="102139"/>
                </a:cubicBezTo>
                <a:cubicBezTo>
                  <a:pt x="3106667" y="102139"/>
                  <a:pt x="3098224" y="98860"/>
                  <a:pt x="3091986" y="92302"/>
                </a:cubicBezTo>
                <a:cubicBezTo>
                  <a:pt x="3085748" y="85745"/>
                  <a:pt x="3082629" y="76547"/>
                  <a:pt x="3082629" y="64711"/>
                </a:cubicBezTo>
                <a:cubicBezTo>
                  <a:pt x="3082629" y="52464"/>
                  <a:pt x="3085782" y="42958"/>
                  <a:pt x="3092088" y="36194"/>
                </a:cubicBezTo>
                <a:cubicBezTo>
                  <a:pt x="3098395" y="29431"/>
                  <a:pt x="3106575" y="26049"/>
                  <a:pt x="3116629" y="26049"/>
                </a:cubicBezTo>
                <a:cubicBezTo>
                  <a:pt x="3126363" y="26049"/>
                  <a:pt x="3134315" y="29362"/>
                  <a:pt x="3140485" y="35989"/>
                </a:cubicBezTo>
                <a:cubicBezTo>
                  <a:pt x="3146654" y="42615"/>
                  <a:pt x="3149739" y="51938"/>
                  <a:pt x="3149739" y="63957"/>
                </a:cubicBezTo>
                <a:cubicBezTo>
                  <a:pt x="3149739" y="64688"/>
                  <a:pt x="3149716" y="65785"/>
                  <a:pt x="3149670" y="67247"/>
                </a:cubicBezTo>
                <a:lnTo>
                  <a:pt x="3095379" y="67247"/>
                </a:lnTo>
                <a:cubicBezTo>
                  <a:pt x="3095836" y="75245"/>
                  <a:pt x="3098098" y="81369"/>
                  <a:pt x="3102165" y="85619"/>
                </a:cubicBezTo>
                <a:cubicBezTo>
                  <a:pt x="3106233" y="89869"/>
                  <a:pt x="3111305" y="91994"/>
                  <a:pt x="3117383" y="91994"/>
                </a:cubicBezTo>
                <a:cubicBezTo>
                  <a:pt x="3121908" y="91994"/>
                  <a:pt x="3125769" y="90806"/>
                  <a:pt x="3128968" y="88429"/>
                </a:cubicBezTo>
                <a:cubicBezTo>
                  <a:pt x="3132167" y="86053"/>
                  <a:pt x="3134704" y="82260"/>
                  <a:pt x="3136577" y="77050"/>
                </a:cubicBezTo>
                <a:moveTo>
                  <a:pt x="3096064" y="57102"/>
                </a:moveTo>
                <a:lnTo>
                  <a:pt x="3136714" y="57102"/>
                </a:lnTo>
                <a:cubicBezTo>
                  <a:pt x="3136166" y="50978"/>
                  <a:pt x="3134612" y="46385"/>
                  <a:pt x="3132053" y="43324"/>
                </a:cubicBezTo>
                <a:cubicBezTo>
                  <a:pt x="3128123" y="38571"/>
                  <a:pt x="3123027" y="36194"/>
                  <a:pt x="3116766" y="36194"/>
                </a:cubicBezTo>
                <a:cubicBezTo>
                  <a:pt x="3111100" y="36194"/>
                  <a:pt x="3106335" y="38091"/>
                  <a:pt x="3102474" y="41884"/>
                </a:cubicBezTo>
                <a:cubicBezTo>
                  <a:pt x="3098612" y="45677"/>
                  <a:pt x="3096476" y="50750"/>
                  <a:pt x="3096064" y="57102"/>
                </a:cubicBezTo>
                <a:close/>
                <a:moveTo>
                  <a:pt x="3171675" y="100494"/>
                </a:moveTo>
                <a:lnTo>
                  <a:pt x="3171675" y="86441"/>
                </a:lnTo>
                <a:lnTo>
                  <a:pt x="3185728" y="86441"/>
                </a:lnTo>
                <a:lnTo>
                  <a:pt x="3185728" y="100494"/>
                </a:lnTo>
                <a:lnTo>
                  <a:pt x="3171675" y="100494"/>
                </a:lnTo>
                <a:moveTo>
                  <a:pt x="3218494" y="100494"/>
                </a:moveTo>
                <a:lnTo>
                  <a:pt x="3218494" y="86441"/>
                </a:lnTo>
                <a:lnTo>
                  <a:pt x="3232547" y="86441"/>
                </a:lnTo>
                <a:lnTo>
                  <a:pt x="3232547" y="100494"/>
                </a:lnTo>
                <a:lnTo>
                  <a:pt x="3218494" y="100494"/>
                </a:lnTo>
                <a:moveTo>
                  <a:pt x="3265245" y="100494"/>
                </a:moveTo>
                <a:lnTo>
                  <a:pt x="3265245" y="86441"/>
                </a:lnTo>
                <a:lnTo>
                  <a:pt x="3279367" y="86441"/>
                </a:lnTo>
                <a:lnTo>
                  <a:pt x="3279367" y="100494"/>
                </a:lnTo>
                <a:lnTo>
                  <a:pt x="3265245" y="100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Actions:…Hewalkstotheseventhkitchencabinet,opensandcloses">
            <a:extLst xmlns:a="http://schemas.openxmlformats.org/drawingml/2006/main">
              <a:ext uri="{FF2B5EF4-FFF2-40B4-BE49-F238E27FC236}">
                <a16:creationId xmlns:a16="http://schemas.microsoft.com/office/drawing/2014/main" id="{C417D992-6AEB-42C1-BDB7-A159AA01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676" y="1677046"/>
            <a:ext cx="4393333" cy="128394"/>
          </a:xfrm>
          <a:custGeom xmlns:a="http://schemas.openxmlformats.org/drawingml/2006/main">
            <a:pathLst>
              <a:path w="4393333" h="128394">
                <a:moveTo>
                  <a:pt x="100837" y="100494"/>
                </a:moveTo>
                <a:lnTo>
                  <a:pt x="78764" y="100494"/>
                </a:lnTo>
                <a:lnTo>
                  <a:pt x="69989" y="77667"/>
                </a:lnTo>
                <a:lnTo>
                  <a:pt x="29819" y="77667"/>
                </a:lnTo>
                <a:lnTo>
                  <a:pt x="21525" y="100494"/>
                </a:lnTo>
                <a:lnTo>
                  <a:pt x="0" y="100494"/>
                </a:lnTo>
                <a:lnTo>
                  <a:pt x="39142" y="0"/>
                </a:lnTo>
                <a:lnTo>
                  <a:pt x="60598" y="0"/>
                </a:lnTo>
                <a:lnTo>
                  <a:pt x="100837" y="100494"/>
                </a:lnTo>
                <a:moveTo>
                  <a:pt x="63477" y="60735"/>
                </a:moveTo>
                <a:lnTo>
                  <a:pt x="49630" y="23444"/>
                </a:lnTo>
                <a:lnTo>
                  <a:pt x="36057" y="60735"/>
                </a:lnTo>
                <a:lnTo>
                  <a:pt x="63477" y="60735"/>
                </a:lnTo>
                <a:close/>
                <a:moveTo>
                  <a:pt x="174972" y="49219"/>
                </a:moveTo>
                <a:lnTo>
                  <a:pt x="155984" y="52646"/>
                </a:lnTo>
                <a:cubicBezTo>
                  <a:pt x="155344" y="48853"/>
                  <a:pt x="153893" y="45997"/>
                  <a:pt x="151631" y="44078"/>
                </a:cubicBezTo>
                <a:cubicBezTo>
                  <a:pt x="149369" y="42158"/>
                  <a:pt x="146433" y="41199"/>
                  <a:pt x="142823" y="41199"/>
                </a:cubicBezTo>
                <a:cubicBezTo>
                  <a:pt x="138024" y="41199"/>
                  <a:pt x="134197" y="42855"/>
                  <a:pt x="131340" y="46168"/>
                </a:cubicBezTo>
                <a:cubicBezTo>
                  <a:pt x="128484" y="49482"/>
                  <a:pt x="127056" y="55023"/>
                  <a:pt x="127056" y="62792"/>
                </a:cubicBezTo>
                <a:cubicBezTo>
                  <a:pt x="127056" y="71429"/>
                  <a:pt x="128507" y="77530"/>
                  <a:pt x="131409" y="81095"/>
                </a:cubicBezTo>
                <a:cubicBezTo>
                  <a:pt x="134311" y="84659"/>
                  <a:pt x="138207" y="86441"/>
                  <a:pt x="143097" y="86441"/>
                </a:cubicBezTo>
                <a:cubicBezTo>
                  <a:pt x="146753" y="86441"/>
                  <a:pt x="149746" y="85402"/>
                  <a:pt x="152077" y="83322"/>
                </a:cubicBezTo>
                <a:cubicBezTo>
                  <a:pt x="154407" y="81243"/>
                  <a:pt x="156053" y="77667"/>
                  <a:pt x="157012" y="72594"/>
                </a:cubicBezTo>
                <a:lnTo>
                  <a:pt x="175932" y="75816"/>
                </a:lnTo>
                <a:cubicBezTo>
                  <a:pt x="173967" y="84499"/>
                  <a:pt x="170197" y="91057"/>
                  <a:pt x="164621" y="95490"/>
                </a:cubicBezTo>
                <a:cubicBezTo>
                  <a:pt x="159046" y="99923"/>
                  <a:pt x="151574" y="102139"/>
                  <a:pt x="142206" y="102139"/>
                </a:cubicBezTo>
                <a:cubicBezTo>
                  <a:pt x="131558" y="102139"/>
                  <a:pt x="123069" y="98780"/>
                  <a:pt x="116739" y="92063"/>
                </a:cubicBezTo>
                <a:cubicBezTo>
                  <a:pt x="110410" y="85345"/>
                  <a:pt x="107245" y="76045"/>
                  <a:pt x="107245" y="64163"/>
                </a:cubicBezTo>
                <a:cubicBezTo>
                  <a:pt x="107245" y="52144"/>
                  <a:pt x="110421" y="42787"/>
                  <a:pt x="116774" y="36092"/>
                </a:cubicBezTo>
                <a:cubicBezTo>
                  <a:pt x="123126" y="29396"/>
                  <a:pt x="131717" y="26049"/>
                  <a:pt x="142548" y="26049"/>
                </a:cubicBezTo>
                <a:cubicBezTo>
                  <a:pt x="151414" y="26049"/>
                  <a:pt x="158463" y="27957"/>
                  <a:pt x="163696" y="31773"/>
                </a:cubicBezTo>
                <a:cubicBezTo>
                  <a:pt x="168929" y="35589"/>
                  <a:pt x="172687" y="41404"/>
                  <a:pt x="174972" y="49219"/>
                </a:cubicBezTo>
                <a:close/>
                <a:moveTo>
                  <a:pt x="222711" y="27694"/>
                </a:moveTo>
                <a:lnTo>
                  <a:pt x="222711" y="43049"/>
                </a:lnTo>
                <a:lnTo>
                  <a:pt x="209549" y="43049"/>
                </a:lnTo>
                <a:lnTo>
                  <a:pt x="209549" y="72389"/>
                </a:lnTo>
                <a:cubicBezTo>
                  <a:pt x="209549" y="78330"/>
                  <a:pt x="209675" y="81791"/>
                  <a:pt x="209926" y="82774"/>
                </a:cubicBezTo>
                <a:cubicBezTo>
                  <a:pt x="210178" y="83757"/>
                  <a:pt x="210749" y="84568"/>
                  <a:pt x="211640" y="85208"/>
                </a:cubicBezTo>
                <a:cubicBezTo>
                  <a:pt x="212531" y="85847"/>
                  <a:pt x="213617" y="86167"/>
                  <a:pt x="214896" y="86167"/>
                </a:cubicBezTo>
                <a:cubicBezTo>
                  <a:pt x="216679" y="86167"/>
                  <a:pt x="219261" y="85550"/>
                  <a:pt x="222643" y="84316"/>
                </a:cubicBezTo>
                <a:lnTo>
                  <a:pt x="224288" y="99260"/>
                </a:lnTo>
                <a:cubicBezTo>
                  <a:pt x="219809" y="101180"/>
                  <a:pt x="214736" y="102139"/>
                  <a:pt x="209070" y="102139"/>
                </a:cubicBezTo>
                <a:cubicBezTo>
                  <a:pt x="205596" y="102139"/>
                  <a:pt x="202466" y="101557"/>
                  <a:pt x="199678" y="100391"/>
                </a:cubicBezTo>
                <a:cubicBezTo>
                  <a:pt x="196891" y="99226"/>
                  <a:pt x="194846" y="97718"/>
                  <a:pt x="193543" y="95867"/>
                </a:cubicBezTo>
                <a:cubicBezTo>
                  <a:pt x="192241" y="94016"/>
                  <a:pt x="191338" y="91514"/>
                  <a:pt x="190835" y="88361"/>
                </a:cubicBezTo>
                <a:cubicBezTo>
                  <a:pt x="190424" y="86122"/>
                  <a:pt x="190218" y="81597"/>
                  <a:pt x="190218" y="74788"/>
                </a:cubicBezTo>
                <a:lnTo>
                  <a:pt x="190218" y="43049"/>
                </a:lnTo>
                <a:lnTo>
                  <a:pt x="181375" y="43049"/>
                </a:lnTo>
                <a:lnTo>
                  <a:pt x="181375" y="27694"/>
                </a:lnTo>
                <a:lnTo>
                  <a:pt x="190218" y="27694"/>
                </a:lnTo>
                <a:lnTo>
                  <a:pt x="190218" y="13230"/>
                </a:lnTo>
                <a:lnTo>
                  <a:pt x="209549" y="1988"/>
                </a:lnTo>
                <a:lnTo>
                  <a:pt x="209549" y="27694"/>
                </a:lnTo>
                <a:lnTo>
                  <a:pt x="222711" y="27694"/>
                </a:lnTo>
                <a:close/>
                <a:moveTo>
                  <a:pt x="235711" y="17823"/>
                </a:moveTo>
                <a:lnTo>
                  <a:pt x="235711" y="0"/>
                </a:lnTo>
                <a:lnTo>
                  <a:pt x="254974" y="0"/>
                </a:lnTo>
                <a:lnTo>
                  <a:pt x="254974" y="17823"/>
                </a:lnTo>
                <a:lnTo>
                  <a:pt x="235711" y="17823"/>
                </a:lnTo>
                <a:moveTo>
                  <a:pt x="235711" y="100494"/>
                </a:moveTo>
                <a:lnTo>
                  <a:pt x="235711" y="27694"/>
                </a:lnTo>
                <a:lnTo>
                  <a:pt x="254974" y="27694"/>
                </a:lnTo>
                <a:lnTo>
                  <a:pt x="254974" y="100494"/>
                </a:lnTo>
                <a:lnTo>
                  <a:pt x="235711" y="100494"/>
                </a:lnTo>
                <a:close/>
                <a:moveTo>
                  <a:pt x="269780" y="63066"/>
                </a:moveTo>
                <a:cubicBezTo>
                  <a:pt x="269780" y="56668"/>
                  <a:pt x="271356" y="50476"/>
                  <a:pt x="274509" y="44489"/>
                </a:cubicBezTo>
                <a:cubicBezTo>
                  <a:pt x="277663" y="38502"/>
                  <a:pt x="282130" y="33932"/>
                  <a:pt x="287911" y="30779"/>
                </a:cubicBezTo>
                <a:cubicBezTo>
                  <a:pt x="293692" y="27626"/>
                  <a:pt x="300147" y="26049"/>
                  <a:pt x="307276" y="26049"/>
                </a:cubicBezTo>
                <a:cubicBezTo>
                  <a:pt x="318290" y="26049"/>
                  <a:pt x="327316" y="29625"/>
                  <a:pt x="334354" y="36777"/>
                </a:cubicBezTo>
                <a:cubicBezTo>
                  <a:pt x="341391" y="43929"/>
                  <a:pt x="344910" y="52966"/>
                  <a:pt x="344910" y="63889"/>
                </a:cubicBezTo>
                <a:cubicBezTo>
                  <a:pt x="344910" y="74902"/>
                  <a:pt x="341357" y="84031"/>
                  <a:pt x="334251" y="91274"/>
                </a:cubicBezTo>
                <a:cubicBezTo>
                  <a:pt x="327144" y="98518"/>
                  <a:pt x="318199" y="102139"/>
                  <a:pt x="307413" y="102139"/>
                </a:cubicBezTo>
                <a:cubicBezTo>
                  <a:pt x="300741" y="102139"/>
                  <a:pt x="294378" y="100631"/>
                  <a:pt x="288322" y="97615"/>
                </a:cubicBezTo>
                <a:cubicBezTo>
                  <a:pt x="282267" y="94599"/>
                  <a:pt x="277663" y="90177"/>
                  <a:pt x="274509" y="84351"/>
                </a:cubicBezTo>
                <a:cubicBezTo>
                  <a:pt x="271356" y="78524"/>
                  <a:pt x="269780" y="71429"/>
                  <a:pt x="269780" y="63066"/>
                </a:cubicBezTo>
                <a:moveTo>
                  <a:pt x="289522" y="64094"/>
                </a:moveTo>
                <a:cubicBezTo>
                  <a:pt x="289522" y="71315"/>
                  <a:pt x="291236" y="76844"/>
                  <a:pt x="294663" y="80683"/>
                </a:cubicBezTo>
                <a:cubicBezTo>
                  <a:pt x="298091" y="84522"/>
                  <a:pt x="302318" y="86441"/>
                  <a:pt x="307345" y="86441"/>
                </a:cubicBezTo>
                <a:cubicBezTo>
                  <a:pt x="312372" y="86441"/>
                  <a:pt x="316588" y="84522"/>
                  <a:pt x="319992" y="80683"/>
                </a:cubicBezTo>
                <a:cubicBezTo>
                  <a:pt x="323397" y="76844"/>
                  <a:pt x="325099" y="71269"/>
                  <a:pt x="325099" y="63957"/>
                </a:cubicBezTo>
                <a:cubicBezTo>
                  <a:pt x="325099" y="56828"/>
                  <a:pt x="323397" y="51344"/>
                  <a:pt x="319992" y="47505"/>
                </a:cubicBezTo>
                <a:cubicBezTo>
                  <a:pt x="316588" y="43666"/>
                  <a:pt x="312372" y="41747"/>
                  <a:pt x="307345" y="41747"/>
                </a:cubicBezTo>
                <a:cubicBezTo>
                  <a:pt x="302318" y="41747"/>
                  <a:pt x="298091" y="43666"/>
                  <a:pt x="294663" y="47505"/>
                </a:cubicBezTo>
                <a:cubicBezTo>
                  <a:pt x="291236" y="51344"/>
                  <a:pt x="289522" y="56874"/>
                  <a:pt x="289522" y="64094"/>
                </a:cubicBezTo>
                <a:close/>
                <a:moveTo>
                  <a:pt x="426149" y="100494"/>
                </a:moveTo>
                <a:lnTo>
                  <a:pt x="406886" y="100494"/>
                </a:lnTo>
                <a:lnTo>
                  <a:pt x="406886" y="63340"/>
                </a:lnTo>
                <a:cubicBezTo>
                  <a:pt x="406886" y="55480"/>
                  <a:pt x="406475" y="50396"/>
                  <a:pt x="405653" y="48088"/>
                </a:cubicBezTo>
                <a:cubicBezTo>
                  <a:pt x="404830" y="45780"/>
                  <a:pt x="403493" y="43986"/>
                  <a:pt x="401642" y="42707"/>
                </a:cubicBezTo>
                <a:cubicBezTo>
                  <a:pt x="399791" y="41427"/>
                  <a:pt x="397564" y="40787"/>
                  <a:pt x="394959" y="40787"/>
                </a:cubicBezTo>
                <a:cubicBezTo>
                  <a:pt x="391623" y="40787"/>
                  <a:pt x="388629" y="41701"/>
                  <a:pt x="385979" y="43529"/>
                </a:cubicBezTo>
                <a:cubicBezTo>
                  <a:pt x="383328" y="45357"/>
                  <a:pt x="381512" y="47779"/>
                  <a:pt x="380529" y="50795"/>
                </a:cubicBezTo>
                <a:cubicBezTo>
                  <a:pt x="379546" y="53812"/>
                  <a:pt x="379055" y="59387"/>
                  <a:pt x="379055" y="67522"/>
                </a:cubicBezTo>
                <a:lnTo>
                  <a:pt x="379055" y="100494"/>
                </a:lnTo>
                <a:lnTo>
                  <a:pt x="359793" y="100494"/>
                </a:lnTo>
                <a:lnTo>
                  <a:pt x="359793" y="27694"/>
                </a:lnTo>
                <a:lnTo>
                  <a:pt x="377684" y="27694"/>
                </a:lnTo>
                <a:lnTo>
                  <a:pt x="377684" y="38388"/>
                </a:lnTo>
                <a:cubicBezTo>
                  <a:pt x="384036" y="30162"/>
                  <a:pt x="392034" y="26049"/>
                  <a:pt x="401677" y="26049"/>
                </a:cubicBezTo>
                <a:cubicBezTo>
                  <a:pt x="405927" y="26049"/>
                  <a:pt x="409811" y="26814"/>
                  <a:pt x="413330" y="28345"/>
                </a:cubicBezTo>
                <a:cubicBezTo>
                  <a:pt x="416849" y="29876"/>
                  <a:pt x="419511" y="31830"/>
                  <a:pt x="421316" y="34206"/>
                </a:cubicBezTo>
                <a:cubicBezTo>
                  <a:pt x="423121" y="36583"/>
                  <a:pt x="424378" y="39279"/>
                  <a:pt x="425086" y="42295"/>
                </a:cubicBezTo>
                <a:cubicBezTo>
                  <a:pt x="425795" y="45312"/>
                  <a:pt x="426149" y="49630"/>
                  <a:pt x="426149" y="55251"/>
                </a:cubicBezTo>
                <a:lnTo>
                  <a:pt x="426149" y="100494"/>
                </a:lnTo>
                <a:close/>
                <a:moveTo>
                  <a:pt x="438837" y="79724"/>
                </a:moveTo>
                <a:lnTo>
                  <a:pt x="458168" y="76776"/>
                </a:lnTo>
                <a:cubicBezTo>
                  <a:pt x="458991" y="80523"/>
                  <a:pt x="460659" y="83368"/>
                  <a:pt x="463172" y="85310"/>
                </a:cubicBezTo>
                <a:cubicBezTo>
                  <a:pt x="465686" y="87253"/>
                  <a:pt x="469204" y="88224"/>
                  <a:pt x="473729" y="88224"/>
                </a:cubicBezTo>
                <a:cubicBezTo>
                  <a:pt x="478710" y="88224"/>
                  <a:pt x="482457" y="87310"/>
                  <a:pt x="484971" y="85482"/>
                </a:cubicBezTo>
                <a:cubicBezTo>
                  <a:pt x="486662" y="84202"/>
                  <a:pt x="487507" y="82488"/>
                  <a:pt x="487507" y="80341"/>
                </a:cubicBezTo>
                <a:cubicBezTo>
                  <a:pt x="487507" y="78878"/>
                  <a:pt x="487050" y="77667"/>
                  <a:pt x="486136" y="76707"/>
                </a:cubicBezTo>
                <a:cubicBezTo>
                  <a:pt x="485177" y="75793"/>
                  <a:pt x="483029" y="74948"/>
                  <a:pt x="479693" y="74171"/>
                </a:cubicBezTo>
                <a:cubicBezTo>
                  <a:pt x="464155" y="70744"/>
                  <a:pt x="454306" y="67613"/>
                  <a:pt x="450148" y="64780"/>
                </a:cubicBezTo>
                <a:cubicBezTo>
                  <a:pt x="444389" y="60849"/>
                  <a:pt x="441510" y="55388"/>
                  <a:pt x="441510" y="48396"/>
                </a:cubicBezTo>
                <a:cubicBezTo>
                  <a:pt x="441510" y="42090"/>
                  <a:pt x="444001" y="36788"/>
                  <a:pt x="448982" y="32493"/>
                </a:cubicBezTo>
                <a:cubicBezTo>
                  <a:pt x="453964" y="28197"/>
                  <a:pt x="461687" y="26049"/>
                  <a:pt x="472152" y="26049"/>
                </a:cubicBezTo>
                <a:cubicBezTo>
                  <a:pt x="482115" y="26049"/>
                  <a:pt x="489518" y="27671"/>
                  <a:pt x="494362" y="30916"/>
                </a:cubicBezTo>
                <a:cubicBezTo>
                  <a:pt x="499206" y="34161"/>
                  <a:pt x="502543" y="38959"/>
                  <a:pt x="504371" y="45312"/>
                </a:cubicBezTo>
                <a:lnTo>
                  <a:pt x="486205" y="48670"/>
                </a:lnTo>
                <a:cubicBezTo>
                  <a:pt x="485428" y="45837"/>
                  <a:pt x="483954" y="43666"/>
                  <a:pt x="481783" y="42158"/>
                </a:cubicBezTo>
                <a:cubicBezTo>
                  <a:pt x="479613" y="40650"/>
                  <a:pt x="476516" y="39896"/>
                  <a:pt x="472495" y="39896"/>
                </a:cubicBezTo>
                <a:cubicBezTo>
                  <a:pt x="467422" y="39896"/>
                  <a:pt x="463789" y="40604"/>
                  <a:pt x="461595" y="42021"/>
                </a:cubicBezTo>
                <a:cubicBezTo>
                  <a:pt x="460133" y="43027"/>
                  <a:pt x="459402" y="44329"/>
                  <a:pt x="459402" y="45928"/>
                </a:cubicBezTo>
                <a:cubicBezTo>
                  <a:pt x="459402" y="47299"/>
                  <a:pt x="460042" y="48465"/>
                  <a:pt x="461321" y="49424"/>
                </a:cubicBezTo>
                <a:cubicBezTo>
                  <a:pt x="463058" y="50704"/>
                  <a:pt x="469056" y="52509"/>
                  <a:pt x="479316" y="54840"/>
                </a:cubicBezTo>
                <a:cubicBezTo>
                  <a:pt x="489575" y="57171"/>
                  <a:pt x="496739" y="60027"/>
                  <a:pt x="500806" y="63409"/>
                </a:cubicBezTo>
                <a:cubicBezTo>
                  <a:pt x="504828" y="66836"/>
                  <a:pt x="506838" y="71612"/>
                  <a:pt x="506838" y="77736"/>
                </a:cubicBezTo>
                <a:cubicBezTo>
                  <a:pt x="506838" y="84408"/>
                  <a:pt x="504051" y="90143"/>
                  <a:pt x="498475" y="94942"/>
                </a:cubicBezTo>
                <a:cubicBezTo>
                  <a:pt x="492900" y="99740"/>
                  <a:pt x="484651" y="102139"/>
                  <a:pt x="473729" y="102139"/>
                </a:cubicBezTo>
                <a:cubicBezTo>
                  <a:pt x="463812" y="102139"/>
                  <a:pt x="455963" y="100129"/>
                  <a:pt x="450182" y="96107"/>
                </a:cubicBezTo>
                <a:cubicBezTo>
                  <a:pt x="444401" y="92085"/>
                  <a:pt x="440619" y="86624"/>
                  <a:pt x="438837" y="79724"/>
                </a:cubicBezTo>
                <a:close/>
                <a:moveTo>
                  <a:pt x="527158" y="46957"/>
                </a:moveTo>
                <a:lnTo>
                  <a:pt x="527158" y="27694"/>
                </a:lnTo>
                <a:lnTo>
                  <a:pt x="546420" y="27694"/>
                </a:lnTo>
                <a:lnTo>
                  <a:pt x="546420" y="46957"/>
                </a:lnTo>
                <a:lnTo>
                  <a:pt x="527158" y="46957"/>
                </a:lnTo>
                <a:moveTo>
                  <a:pt x="527158" y="100494"/>
                </a:moveTo>
                <a:lnTo>
                  <a:pt x="527158" y="81232"/>
                </a:lnTo>
                <a:lnTo>
                  <a:pt x="546420" y="81232"/>
                </a:lnTo>
                <a:lnTo>
                  <a:pt x="546420" y="100494"/>
                </a:lnTo>
                <a:lnTo>
                  <a:pt x="527158" y="100494"/>
                </a:lnTo>
                <a:close/>
                <a:moveTo>
                  <a:pt x="705636" y="100494"/>
                </a:moveTo>
                <a:lnTo>
                  <a:pt x="705636" y="81232"/>
                </a:lnTo>
                <a:lnTo>
                  <a:pt x="724967" y="81232"/>
                </a:lnTo>
                <a:lnTo>
                  <a:pt x="724967" y="100494"/>
                </a:lnTo>
                <a:lnTo>
                  <a:pt x="705636" y="100494"/>
                </a:lnTo>
                <a:moveTo>
                  <a:pt x="658885" y="100494"/>
                </a:moveTo>
                <a:lnTo>
                  <a:pt x="658885" y="81232"/>
                </a:lnTo>
                <a:lnTo>
                  <a:pt x="678147" y="81232"/>
                </a:lnTo>
                <a:lnTo>
                  <a:pt x="678147" y="100494"/>
                </a:lnTo>
                <a:lnTo>
                  <a:pt x="658885" y="100494"/>
                </a:lnTo>
                <a:moveTo>
                  <a:pt x="612065" y="100494"/>
                </a:moveTo>
                <a:lnTo>
                  <a:pt x="612065" y="81232"/>
                </a:lnTo>
                <a:lnTo>
                  <a:pt x="631328" y="81232"/>
                </a:lnTo>
                <a:lnTo>
                  <a:pt x="631328" y="100494"/>
                </a:lnTo>
                <a:lnTo>
                  <a:pt x="612065" y="100494"/>
                </a:lnTo>
                <a:close/>
                <a:moveTo>
                  <a:pt x="787585" y="100494"/>
                </a:moveTo>
                <a:lnTo>
                  <a:pt x="787585" y="0"/>
                </a:lnTo>
                <a:lnTo>
                  <a:pt x="800884" y="0"/>
                </a:lnTo>
                <a:lnTo>
                  <a:pt x="800884" y="41267"/>
                </a:lnTo>
                <a:lnTo>
                  <a:pt x="853119" y="41267"/>
                </a:lnTo>
                <a:lnTo>
                  <a:pt x="853119" y="0"/>
                </a:lnTo>
                <a:lnTo>
                  <a:pt x="866418" y="0"/>
                </a:lnTo>
                <a:lnTo>
                  <a:pt x="866418" y="100494"/>
                </a:lnTo>
                <a:lnTo>
                  <a:pt x="853119" y="100494"/>
                </a:lnTo>
                <a:lnTo>
                  <a:pt x="853119" y="53126"/>
                </a:lnTo>
                <a:lnTo>
                  <a:pt x="800884" y="53126"/>
                </a:lnTo>
                <a:lnTo>
                  <a:pt x="800884" y="100494"/>
                </a:lnTo>
                <a:lnTo>
                  <a:pt x="787585" y="100494"/>
                </a:lnTo>
                <a:close/>
                <a:moveTo>
                  <a:pt x="936851" y="77050"/>
                </a:moveTo>
                <a:lnTo>
                  <a:pt x="949602" y="78627"/>
                </a:lnTo>
                <a:cubicBezTo>
                  <a:pt x="947591" y="86076"/>
                  <a:pt x="943866" y="91857"/>
                  <a:pt x="938428" y="95970"/>
                </a:cubicBezTo>
                <a:cubicBezTo>
                  <a:pt x="932990" y="100083"/>
                  <a:pt x="926043" y="102139"/>
                  <a:pt x="917589" y="102139"/>
                </a:cubicBezTo>
                <a:cubicBezTo>
                  <a:pt x="906941" y="102139"/>
                  <a:pt x="898498" y="98860"/>
                  <a:pt x="892260" y="92302"/>
                </a:cubicBezTo>
                <a:cubicBezTo>
                  <a:pt x="886022" y="85745"/>
                  <a:pt x="882903" y="76547"/>
                  <a:pt x="882903" y="64711"/>
                </a:cubicBezTo>
                <a:cubicBezTo>
                  <a:pt x="882903" y="52464"/>
                  <a:pt x="886056" y="42958"/>
                  <a:pt x="892363" y="36194"/>
                </a:cubicBezTo>
                <a:cubicBezTo>
                  <a:pt x="898669" y="29431"/>
                  <a:pt x="906849" y="26049"/>
                  <a:pt x="916903" y="26049"/>
                </a:cubicBezTo>
                <a:cubicBezTo>
                  <a:pt x="926638" y="26049"/>
                  <a:pt x="934589" y="29362"/>
                  <a:pt x="940759" y="35989"/>
                </a:cubicBezTo>
                <a:cubicBezTo>
                  <a:pt x="946928" y="42615"/>
                  <a:pt x="950013" y="51938"/>
                  <a:pt x="950013" y="63957"/>
                </a:cubicBezTo>
                <a:cubicBezTo>
                  <a:pt x="950013" y="64688"/>
                  <a:pt x="949990" y="65785"/>
                  <a:pt x="949944" y="67247"/>
                </a:cubicBezTo>
                <a:lnTo>
                  <a:pt x="895653" y="67247"/>
                </a:lnTo>
                <a:cubicBezTo>
                  <a:pt x="896110" y="75245"/>
                  <a:pt x="898372" y="81369"/>
                  <a:pt x="902439" y="85619"/>
                </a:cubicBezTo>
                <a:cubicBezTo>
                  <a:pt x="906507" y="89869"/>
                  <a:pt x="911579" y="91994"/>
                  <a:pt x="917657" y="91994"/>
                </a:cubicBezTo>
                <a:cubicBezTo>
                  <a:pt x="922182" y="91994"/>
                  <a:pt x="926043" y="90806"/>
                  <a:pt x="929242" y="88429"/>
                </a:cubicBezTo>
                <a:cubicBezTo>
                  <a:pt x="932441" y="86053"/>
                  <a:pt x="934978" y="82260"/>
                  <a:pt x="936851" y="77050"/>
                </a:cubicBezTo>
                <a:moveTo>
                  <a:pt x="896338" y="57102"/>
                </a:moveTo>
                <a:lnTo>
                  <a:pt x="936989" y="57102"/>
                </a:lnTo>
                <a:cubicBezTo>
                  <a:pt x="936440" y="50978"/>
                  <a:pt x="934886" y="46385"/>
                  <a:pt x="932327" y="43324"/>
                </a:cubicBezTo>
                <a:cubicBezTo>
                  <a:pt x="928397" y="38571"/>
                  <a:pt x="923301" y="36194"/>
                  <a:pt x="917041" y="36194"/>
                </a:cubicBezTo>
                <a:cubicBezTo>
                  <a:pt x="911374" y="36194"/>
                  <a:pt x="906610" y="38091"/>
                  <a:pt x="902748" y="41884"/>
                </a:cubicBezTo>
                <a:cubicBezTo>
                  <a:pt x="898886" y="45677"/>
                  <a:pt x="896750" y="50750"/>
                  <a:pt x="896338" y="57102"/>
                </a:cubicBezTo>
                <a:close/>
                <a:moveTo>
                  <a:pt x="1016806" y="100494"/>
                </a:moveTo>
                <a:lnTo>
                  <a:pt x="994528" y="27694"/>
                </a:lnTo>
                <a:lnTo>
                  <a:pt x="1007278" y="27694"/>
                </a:lnTo>
                <a:lnTo>
                  <a:pt x="1018863" y="69715"/>
                </a:lnTo>
                <a:lnTo>
                  <a:pt x="1023181" y="85345"/>
                </a:lnTo>
                <a:cubicBezTo>
                  <a:pt x="1023364" y="84568"/>
                  <a:pt x="1024621" y="79564"/>
                  <a:pt x="1026952" y="70332"/>
                </a:cubicBezTo>
                <a:lnTo>
                  <a:pt x="1038537" y="27694"/>
                </a:lnTo>
                <a:lnTo>
                  <a:pt x="1051218" y="27694"/>
                </a:lnTo>
                <a:lnTo>
                  <a:pt x="1062118" y="69921"/>
                </a:lnTo>
                <a:lnTo>
                  <a:pt x="1065751" y="83837"/>
                </a:lnTo>
                <a:lnTo>
                  <a:pt x="1069932" y="69784"/>
                </a:lnTo>
                <a:lnTo>
                  <a:pt x="1082409" y="27694"/>
                </a:lnTo>
                <a:lnTo>
                  <a:pt x="1094405" y="27694"/>
                </a:lnTo>
                <a:lnTo>
                  <a:pt x="1071646" y="100494"/>
                </a:lnTo>
                <a:lnTo>
                  <a:pt x="1058827" y="100494"/>
                </a:lnTo>
                <a:lnTo>
                  <a:pt x="1047242" y="56896"/>
                </a:lnTo>
                <a:lnTo>
                  <a:pt x="1044432" y="44489"/>
                </a:lnTo>
                <a:lnTo>
                  <a:pt x="1029694" y="100494"/>
                </a:lnTo>
                <a:lnTo>
                  <a:pt x="1016806" y="100494"/>
                </a:lnTo>
                <a:close/>
                <a:moveTo>
                  <a:pt x="1152293" y="91514"/>
                </a:moveTo>
                <a:cubicBezTo>
                  <a:pt x="1147723" y="95399"/>
                  <a:pt x="1143325" y="98141"/>
                  <a:pt x="1139098" y="99740"/>
                </a:cubicBezTo>
                <a:cubicBezTo>
                  <a:pt x="1134870" y="101340"/>
                  <a:pt x="1130335" y="102139"/>
                  <a:pt x="1125490" y="102139"/>
                </a:cubicBezTo>
                <a:cubicBezTo>
                  <a:pt x="1117493" y="102139"/>
                  <a:pt x="1111346" y="100186"/>
                  <a:pt x="1107050" y="96278"/>
                </a:cubicBezTo>
                <a:cubicBezTo>
                  <a:pt x="1102755" y="92371"/>
                  <a:pt x="1100607" y="87378"/>
                  <a:pt x="1100607" y="81300"/>
                </a:cubicBezTo>
                <a:cubicBezTo>
                  <a:pt x="1100607" y="77736"/>
                  <a:pt x="1101418" y="74479"/>
                  <a:pt x="1103040" y="71532"/>
                </a:cubicBezTo>
                <a:cubicBezTo>
                  <a:pt x="1104663" y="68584"/>
                  <a:pt x="1106788" y="66219"/>
                  <a:pt x="1109415" y="64437"/>
                </a:cubicBezTo>
                <a:cubicBezTo>
                  <a:pt x="1112043" y="62655"/>
                  <a:pt x="1115002" y="61306"/>
                  <a:pt x="1118293" y="60392"/>
                </a:cubicBezTo>
                <a:cubicBezTo>
                  <a:pt x="1120715" y="59753"/>
                  <a:pt x="1124371" y="59136"/>
                  <a:pt x="1129261" y="58542"/>
                </a:cubicBezTo>
                <a:cubicBezTo>
                  <a:pt x="1139223" y="57353"/>
                  <a:pt x="1146558" y="55937"/>
                  <a:pt x="1151265" y="54292"/>
                </a:cubicBezTo>
                <a:cubicBezTo>
                  <a:pt x="1151311" y="52601"/>
                  <a:pt x="1151334" y="51527"/>
                  <a:pt x="1151334" y="51070"/>
                </a:cubicBezTo>
                <a:cubicBezTo>
                  <a:pt x="1151334" y="46043"/>
                  <a:pt x="1150168" y="42501"/>
                  <a:pt x="1147838" y="40444"/>
                </a:cubicBezTo>
                <a:cubicBezTo>
                  <a:pt x="1144684" y="37657"/>
                  <a:pt x="1140000" y="36263"/>
                  <a:pt x="1133785" y="36263"/>
                </a:cubicBezTo>
                <a:cubicBezTo>
                  <a:pt x="1127981" y="36263"/>
                  <a:pt x="1123697" y="37280"/>
                  <a:pt x="1120932" y="39313"/>
                </a:cubicBezTo>
                <a:cubicBezTo>
                  <a:pt x="1118167" y="41347"/>
                  <a:pt x="1116122" y="44946"/>
                  <a:pt x="1114797" y="50110"/>
                </a:cubicBezTo>
                <a:lnTo>
                  <a:pt x="1102732" y="48465"/>
                </a:lnTo>
                <a:cubicBezTo>
                  <a:pt x="1103829" y="43301"/>
                  <a:pt x="1105634" y="39131"/>
                  <a:pt x="1108147" y="35954"/>
                </a:cubicBezTo>
                <a:cubicBezTo>
                  <a:pt x="1110661" y="32778"/>
                  <a:pt x="1114294" y="30333"/>
                  <a:pt x="1119047" y="28620"/>
                </a:cubicBezTo>
                <a:cubicBezTo>
                  <a:pt x="1123799" y="26906"/>
                  <a:pt x="1129306" y="26049"/>
                  <a:pt x="1135567" y="26049"/>
                </a:cubicBezTo>
                <a:cubicBezTo>
                  <a:pt x="1141782" y="26049"/>
                  <a:pt x="1146832" y="26780"/>
                  <a:pt x="1150717" y="28243"/>
                </a:cubicBezTo>
                <a:cubicBezTo>
                  <a:pt x="1154601" y="29705"/>
                  <a:pt x="1157458" y="31544"/>
                  <a:pt x="1159286" y="33761"/>
                </a:cubicBezTo>
                <a:cubicBezTo>
                  <a:pt x="1161113" y="35977"/>
                  <a:pt x="1162393" y="38776"/>
                  <a:pt x="1163124" y="42158"/>
                </a:cubicBezTo>
                <a:cubicBezTo>
                  <a:pt x="1163536" y="44260"/>
                  <a:pt x="1163741" y="48053"/>
                  <a:pt x="1163741" y="53537"/>
                </a:cubicBezTo>
                <a:lnTo>
                  <a:pt x="1163741" y="69989"/>
                </a:lnTo>
                <a:cubicBezTo>
                  <a:pt x="1163741" y="81460"/>
                  <a:pt x="1164004" y="88715"/>
                  <a:pt x="1164530" y="91754"/>
                </a:cubicBezTo>
                <a:cubicBezTo>
                  <a:pt x="1165055" y="94793"/>
                  <a:pt x="1166095" y="97706"/>
                  <a:pt x="1167649" y="100494"/>
                </a:cubicBezTo>
                <a:lnTo>
                  <a:pt x="1154761" y="100494"/>
                </a:lnTo>
                <a:cubicBezTo>
                  <a:pt x="1153482" y="97935"/>
                  <a:pt x="1152659" y="94942"/>
                  <a:pt x="1152293" y="91514"/>
                </a:cubicBezTo>
                <a:moveTo>
                  <a:pt x="1151265" y="63957"/>
                </a:moveTo>
                <a:cubicBezTo>
                  <a:pt x="1146787" y="65785"/>
                  <a:pt x="1140069" y="67339"/>
                  <a:pt x="1131111" y="68618"/>
                </a:cubicBezTo>
                <a:cubicBezTo>
                  <a:pt x="1126039" y="69350"/>
                  <a:pt x="1122451" y="70172"/>
                  <a:pt x="1120349" y="71086"/>
                </a:cubicBezTo>
                <a:cubicBezTo>
                  <a:pt x="1118247" y="72000"/>
                  <a:pt x="1116625" y="73337"/>
                  <a:pt x="1115482" y="75096"/>
                </a:cubicBezTo>
                <a:cubicBezTo>
                  <a:pt x="1114340" y="76856"/>
                  <a:pt x="1113768" y="78810"/>
                  <a:pt x="1113768" y="80957"/>
                </a:cubicBezTo>
                <a:cubicBezTo>
                  <a:pt x="1113768" y="84248"/>
                  <a:pt x="1115014" y="86990"/>
                  <a:pt x="1117504" y="89183"/>
                </a:cubicBezTo>
                <a:cubicBezTo>
                  <a:pt x="1119995" y="91377"/>
                  <a:pt x="1123640" y="92474"/>
                  <a:pt x="1128438" y="92474"/>
                </a:cubicBezTo>
                <a:cubicBezTo>
                  <a:pt x="1133191" y="92474"/>
                  <a:pt x="1137418" y="91434"/>
                  <a:pt x="1141120" y="89355"/>
                </a:cubicBezTo>
                <a:cubicBezTo>
                  <a:pt x="1144821" y="87275"/>
                  <a:pt x="1147541" y="84431"/>
                  <a:pt x="1149277" y="80820"/>
                </a:cubicBezTo>
                <a:cubicBezTo>
                  <a:pt x="1150603" y="78033"/>
                  <a:pt x="1151265" y="73920"/>
                  <a:pt x="1151265" y="68481"/>
                </a:cubicBezTo>
                <a:lnTo>
                  <a:pt x="1151265" y="63957"/>
                </a:lnTo>
                <a:close/>
                <a:moveTo>
                  <a:pt x="1182347" y="100494"/>
                </a:moveTo>
                <a:lnTo>
                  <a:pt x="1182347" y="0"/>
                </a:lnTo>
                <a:lnTo>
                  <a:pt x="1194686" y="0"/>
                </a:lnTo>
                <a:lnTo>
                  <a:pt x="1194686" y="100494"/>
                </a:lnTo>
                <a:lnTo>
                  <a:pt x="1182347" y="100494"/>
                </a:lnTo>
                <a:close/>
                <a:moveTo>
                  <a:pt x="1214193" y="100494"/>
                </a:moveTo>
                <a:lnTo>
                  <a:pt x="1214193" y="0"/>
                </a:lnTo>
                <a:lnTo>
                  <a:pt x="1226532" y="0"/>
                </a:lnTo>
                <a:lnTo>
                  <a:pt x="1226532" y="57308"/>
                </a:lnTo>
                <a:lnTo>
                  <a:pt x="1255734" y="27694"/>
                </a:lnTo>
                <a:lnTo>
                  <a:pt x="1271706" y="27694"/>
                </a:lnTo>
                <a:lnTo>
                  <a:pt x="1243875" y="54703"/>
                </a:lnTo>
                <a:lnTo>
                  <a:pt x="1274517" y="100494"/>
                </a:lnTo>
                <a:lnTo>
                  <a:pt x="1259299" y="100494"/>
                </a:lnTo>
                <a:lnTo>
                  <a:pt x="1235238" y="63272"/>
                </a:lnTo>
                <a:lnTo>
                  <a:pt x="1226532" y="71635"/>
                </a:lnTo>
                <a:lnTo>
                  <a:pt x="1226532" y="100494"/>
                </a:lnTo>
                <a:lnTo>
                  <a:pt x="1214193" y="100494"/>
                </a:lnTo>
                <a:close/>
                <a:moveTo>
                  <a:pt x="1279160" y="78764"/>
                </a:moveTo>
                <a:lnTo>
                  <a:pt x="1291362" y="76844"/>
                </a:lnTo>
                <a:cubicBezTo>
                  <a:pt x="1292047" y="81734"/>
                  <a:pt x="1293955" y="85482"/>
                  <a:pt x="1297086" y="88087"/>
                </a:cubicBezTo>
                <a:cubicBezTo>
                  <a:pt x="1300216" y="90692"/>
                  <a:pt x="1304592" y="91994"/>
                  <a:pt x="1310213" y="91994"/>
                </a:cubicBezTo>
                <a:cubicBezTo>
                  <a:pt x="1315880" y="91994"/>
                  <a:pt x="1320084" y="90840"/>
                  <a:pt x="1322826" y="88532"/>
                </a:cubicBezTo>
                <a:cubicBezTo>
                  <a:pt x="1325568" y="86224"/>
                  <a:pt x="1326939" y="83517"/>
                  <a:pt x="1326939" y="80409"/>
                </a:cubicBezTo>
                <a:cubicBezTo>
                  <a:pt x="1326939" y="77621"/>
                  <a:pt x="1325728" y="75428"/>
                  <a:pt x="1323306" y="73828"/>
                </a:cubicBezTo>
                <a:cubicBezTo>
                  <a:pt x="1321615" y="72731"/>
                  <a:pt x="1317411" y="71338"/>
                  <a:pt x="1310693" y="69647"/>
                </a:cubicBezTo>
                <a:cubicBezTo>
                  <a:pt x="1301644" y="67362"/>
                  <a:pt x="1295372" y="65385"/>
                  <a:pt x="1291876" y="63717"/>
                </a:cubicBezTo>
                <a:cubicBezTo>
                  <a:pt x="1288380" y="62049"/>
                  <a:pt x="1285729" y="59741"/>
                  <a:pt x="1283924" y="56794"/>
                </a:cubicBezTo>
                <a:cubicBezTo>
                  <a:pt x="1282119" y="53846"/>
                  <a:pt x="1281216" y="50590"/>
                  <a:pt x="1281216" y="47025"/>
                </a:cubicBezTo>
                <a:cubicBezTo>
                  <a:pt x="1281216" y="43781"/>
                  <a:pt x="1281959" y="40776"/>
                  <a:pt x="1283444" y="38011"/>
                </a:cubicBezTo>
                <a:cubicBezTo>
                  <a:pt x="1284929" y="35246"/>
                  <a:pt x="1286952" y="32950"/>
                  <a:pt x="1289511" y="31122"/>
                </a:cubicBezTo>
                <a:cubicBezTo>
                  <a:pt x="1291430" y="29705"/>
                  <a:pt x="1294046" y="28505"/>
                  <a:pt x="1297360" y="27523"/>
                </a:cubicBezTo>
                <a:cubicBezTo>
                  <a:pt x="1300673" y="26540"/>
                  <a:pt x="1304226" y="26049"/>
                  <a:pt x="1308019" y="26049"/>
                </a:cubicBezTo>
                <a:cubicBezTo>
                  <a:pt x="1313732" y="26049"/>
                  <a:pt x="1318747" y="26872"/>
                  <a:pt x="1323066" y="28517"/>
                </a:cubicBezTo>
                <a:cubicBezTo>
                  <a:pt x="1327385" y="30162"/>
                  <a:pt x="1330572" y="32390"/>
                  <a:pt x="1332629" y="35200"/>
                </a:cubicBezTo>
                <a:cubicBezTo>
                  <a:pt x="1334685" y="38011"/>
                  <a:pt x="1336102" y="41770"/>
                  <a:pt x="1336879" y="46477"/>
                </a:cubicBezTo>
                <a:lnTo>
                  <a:pt x="1324814" y="48122"/>
                </a:lnTo>
                <a:cubicBezTo>
                  <a:pt x="1324266" y="44375"/>
                  <a:pt x="1322677" y="41450"/>
                  <a:pt x="1320050" y="39348"/>
                </a:cubicBezTo>
                <a:cubicBezTo>
                  <a:pt x="1317422" y="37245"/>
                  <a:pt x="1313709" y="36194"/>
                  <a:pt x="1308910" y="36194"/>
                </a:cubicBezTo>
                <a:cubicBezTo>
                  <a:pt x="1303244" y="36194"/>
                  <a:pt x="1299199" y="37131"/>
                  <a:pt x="1296777" y="39005"/>
                </a:cubicBezTo>
                <a:cubicBezTo>
                  <a:pt x="1294355" y="40879"/>
                  <a:pt x="1293144" y="43072"/>
                  <a:pt x="1293144" y="45586"/>
                </a:cubicBezTo>
                <a:cubicBezTo>
                  <a:pt x="1293144" y="47185"/>
                  <a:pt x="1293647" y="48625"/>
                  <a:pt x="1294652" y="49904"/>
                </a:cubicBezTo>
                <a:cubicBezTo>
                  <a:pt x="1295657" y="51230"/>
                  <a:pt x="1297234" y="52326"/>
                  <a:pt x="1299382" y="53195"/>
                </a:cubicBezTo>
                <a:cubicBezTo>
                  <a:pt x="1300616" y="53652"/>
                  <a:pt x="1304249" y="54703"/>
                  <a:pt x="1310281" y="56348"/>
                </a:cubicBezTo>
                <a:cubicBezTo>
                  <a:pt x="1319010" y="58679"/>
                  <a:pt x="1325100" y="60587"/>
                  <a:pt x="1328550" y="62072"/>
                </a:cubicBezTo>
                <a:cubicBezTo>
                  <a:pt x="1332000" y="63557"/>
                  <a:pt x="1334708" y="65717"/>
                  <a:pt x="1336673" y="68550"/>
                </a:cubicBezTo>
                <a:cubicBezTo>
                  <a:pt x="1338638" y="71383"/>
                  <a:pt x="1339621" y="74902"/>
                  <a:pt x="1339621" y="79107"/>
                </a:cubicBezTo>
                <a:cubicBezTo>
                  <a:pt x="1339621" y="83220"/>
                  <a:pt x="1338421" y="87093"/>
                  <a:pt x="1336022" y="90726"/>
                </a:cubicBezTo>
                <a:cubicBezTo>
                  <a:pt x="1333623" y="94359"/>
                  <a:pt x="1330161" y="97170"/>
                  <a:pt x="1325637" y="99157"/>
                </a:cubicBezTo>
                <a:cubicBezTo>
                  <a:pt x="1321112" y="101145"/>
                  <a:pt x="1315994" y="102139"/>
                  <a:pt x="1310281" y="102139"/>
                </a:cubicBezTo>
                <a:cubicBezTo>
                  <a:pt x="1300821" y="102139"/>
                  <a:pt x="1293612" y="100174"/>
                  <a:pt x="1288654" y="96244"/>
                </a:cubicBezTo>
                <a:cubicBezTo>
                  <a:pt x="1283695" y="92314"/>
                  <a:pt x="1280531" y="86487"/>
                  <a:pt x="1279160" y="78764"/>
                </a:cubicBezTo>
                <a:close/>
                <a:moveTo>
                  <a:pt x="1419529" y="89458"/>
                </a:moveTo>
                <a:lnTo>
                  <a:pt x="1421311" y="100357"/>
                </a:lnTo>
                <a:cubicBezTo>
                  <a:pt x="1417838" y="101088"/>
                  <a:pt x="1414730" y="101454"/>
                  <a:pt x="1411988" y="101454"/>
                </a:cubicBezTo>
                <a:cubicBezTo>
                  <a:pt x="1407510" y="101454"/>
                  <a:pt x="1404036" y="100746"/>
                  <a:pt x="1401569" y="99329"/>
                </a:cubicBezTo>
                <a:cubicBezTo>
                  <a:pt x="1399101" y="97912"/>
                  <a:pt x="1397364" y="96050"/>
                  <a:pt x="1396359" y="93742"/>
                </a:cubicBezTo>
                <a:cubicBezTo>
                  <a:pt x="1395353" y="91434"/>
                  <a:pt x="1394851" y="86579"/>
                  <a:pt x="1394851" y="79175"/>
                </a:cubicBezTo>
                <a:lnTo>
                  <a:pt x="1394851" y="37291"/>
                </a:lnTo>
                <a:lnTo>
                  <a:pt x="1385802" y="37291"/>
                </a:lnTo>
                <a:lnTo>
                  <a:pt x="1385802" y="27694"/>
                </a:lnTo>
                <a:lnTo>
                  <a:pt x="1394851" y="27694"/>
                </a:lnTo>
                <a:lnTo>
                  <a:pt x="1394851" y="9666"/>
                </a:lnTo>
                <a:lnTo>
                  <a:pt x="1407121" y="2262"/>
                </a:lnTo>
                <a:lnTo>
                  <a:pt x="1407121" y="27694"/>
                </a:lnTo>
                <a:lnTo>
                  <a:pt x="1419529" y="27694"/>
                </a:lnTo>
                <a:lnTo>
                  <a:pt x="1419529" y="37291"/>
                </a:lnTo>
                <a:lnTo>
                  <a:pt x="1407121" y="37291"/>
                </a:lnTo>
                <a:lnTo>
                  <a:pt x="1407121" y="79861"/>
                </a:lnTo>
                <a:cubicBezTo>
                  <a:pt x="1407121" y="83380"/>
                  <a:pt x="1407338" y="85642"/>
                  <a:pt x="1407772" y="86647"/>
                </a:cubicBezTo>
                <a:cubicBezTo>
                  <a:pt x="1408207" y="87653"/>
                  <a:pt x="1408915" y="88452"/>
                  <a:pt x="1409897" y="89046"/>
                </a:cubicBezTo>
                <a:cubicBezTo>
                  <a:pt x="1410880" y="89640"/>
                  <a:pt x="1412285" y="89938"/>
                  <a:pt x="1414113" y="89938"/>
                </a:cubicBezTo>
                <a:cubicBezTo>
                  <a:pt x="1415484" y="89938"/>
                  <a:pt x="1417289" y="89778"/>
                  <a:pt x="1419529" y="89458"/>
                </a:cubicBezTo>
                <a:close/>
                <a:moveTo>
                  <a:pt x="1426519" y="64094"/>
                </a:moveTo>
                <a:cubicBezTo>
                  <a:pt x="1426519" y="50613"/>
                  <a:pt x="1430266" y="40627"/>
                  <a:pt x="1437761" y="34138"/>
                </a:cubicBezTo>
                <a:cubicBezTo>
                  <a:pt x="1444022" y="28745"/>
                  <a:pt x="1451654" y="26049"/>
                  <a:pt x="1460657" y="26049"/>
                </a:cubicBezTo>
                <a:cubicBezTo>
                  <a:pt x="1470665" y="26049"/>
                  <a:pt x="1478845" y="29328"/>
                  <a:pt x="1485198" y="35886"/>
                </a:cubicBezTo>
                <a:cubicBezTo>
                  <a:pt x="1491550" y="42444"/>
                  <a:pt x="1494726" y="51504"/>
                  <a:pt x="1494726" y="63066"/>
                </a:cubicBezTo>
                <a:cubicBezTo>
                  <a:pt x="1494726" y="72434"/>
                  <a:pt x="1493321" y="79804"/>
                  <a:pt x="1490510" y="85173"/>
                </a:cubicBezTo>
                <a:cubicBezTo>
                  <a:pt x="1487700" y="90543"/>
                  <a:pt x="1483609" y="94713"/>
                  <a:pt x="1478240" y="97684"/>
                </a:cubicBezTo>
                <a:cubicBezTo>
                  <a:pt x="1472870" y="100654"/>
                  <a:pt x="1467009" y="102139"/>
                  <a:pt x="1460657" y="102139"/>
                </a:cubicBezTo>
                <a:cubicBezTo>
                  <a:pt x="1450466" y="102139"/>
                  <a:pt x="1442228" y="98872"/>
                  <a:pt x="1435944" y="92337"/>
                </a:cubicBezTo>
                <a:cubicBezTo>
                  <a:pt x="1429661" y="85802"/>
                  <a:pt x="1426519" y="76387"/>
                  <a:pt x="1426519" y="64094"/>
                </a:cubicBezTo>
                <a:moveTo>
                  <a:pt x="1439201" y="64094"/>
                </a:moveTo>
                <a:cubicBezTo>
                  <a:pt x="1439201" y="73417"/>
                  <a:pt x="1441234" y="80398"/>
                  <a:pt x="1445301" y="85036"/>
                </a:cubicBezTo>
                <a:cubicBezTo>
                  <a:pt x="1449369" y="89675"/>
                  <a:pt x="1454487" y="91994"/>
                  <a:pt x="1460657" y="91994"/>
                </a:cubicBezTo>
                <a:cubicBezTo>
                  <a:pt x="1466780" y="91994"/>
                  <a:pt x="1471876" y="89663"/>
                  <a:pt x="1475943" y="85002"/>
                </a:cubicBezTo>
                <a:cubicBezTo>
                  <a:pt x="1480011" y="80341"/>
                  <a:pt x="1482044" y="73234"/>
                  <a:pt x="1482044" y="63683"/>
                </a:cubicBezTo>
                <a:cubicBezTo>
                  <a:pt x="1482044" y="54680"/>
                  <a:pt x="1479999" y="47859"/>
                  <a:pt x="1475909" y="43221"/>
                </a:cubicBezTo>
                <a:cubicBezTo>
                  <a:pt x="1471819" y="38582"/>
                  <a:pt x="1466735" y="36263"/>
                  <a:pt x="1460657" y="36263"/>
                </a:cubicBezTo>
                <a:cubicBezTo>
                  <a:pt x="1454487" y="36263"/>
                  <a:pt x="1449369" y="38571"/>
                  <a:pt x="1445301" y="43186"/>
                </a:cubicBezTo>
                <a:cubicBezTo>
                  <a:pt x="1441234" y="47802"/>
                  <a:pt x="1439201" y="54771"/>
                  <a:pt x="1439201" y="64094"/>
                </a:cubicBezTo>
                <a:close/>
                <a:moveTo>
                  <a:pt x="1574407" y="89458"/>
                </a:moveTo>
                <a:lnTo>
                  <a:pt x="1576189" y="100357"/>
                </a:lnTo>
                <a:cubicBezTo>
                  <a:pt x="1572716" y="101088"/>
                  <a:pt x="1569609" y="101454"/>
                  <a:pt x="1566867" y="101454"/>
                </a:cubicBezTo>
                <a:cubicBezTo>
                  <a:pt x="1562388" y="101454"/>
                  <a:pt x="1558915" y="100746"/>
                  <a:pt x="1556447" y="99329"/>
                </a:cubicBezTo>
                <a:cubicBezTo>
                  <a:pt x="1553979" y="97912"/>
                  <a:pt x="1552243" y="96050"/>
                  <a:pt x="1551237" y="93742"/>
                </a:cubicBezTo>
                <a:cubicBezTo>
                  <a:pt x="1550232" y="91434"/>
                  <a:pt x="1549729" y="86579"/>
                  <a:pt x="1549729" y="79175"/>
                </a:cubicBezTo>
                <a:lnTo>
                  <a:pt x="1549729" y="37291"/>
                </a:lnTo>
                <a:lnTo>
                  <a:pt x="1540681" y="37291"/>
                </a:lnTo>
                <a:lnTo>
                  <a:pt x="1540681" y="27694"/>
                </a:lnTo>
                <a:lnTo>
                  <a:pt x="1549729" y="27694"/>
                </a:lnTo>
                <a:lnTo>
                  <a:pt x="1549729" y="9666"/>
                </a:lnTo>
                <a:lnTo>
                  <a:pt x="1562000" y="2262"/>
                </a:lnTo>
                <a:lnTo>
                  <a:pt x="1562000" y="27694"/>
                </a:lnTo>
                <a:lnTo>
                  <a:pt x="1574407" y="27694"/>
                </a:lnTo>
                <a:lnTo>
                  <a:pt x="1574407" y="37291"/>
                </a:lnTo>
                <a:lnTo>
                  <a:pt x="1562000" y="37291"/>
                </a:lnTo>
                <a:lnTo>
                  <a:pt x="1562000" y="79861"/>
                </a:lnTo>
                <a:cubicBezTo>
                  <a:pt x="1562000" y="83380"/>
                  <a:pt x="1562217" y="85642"/>
                  <a:pt x="1562651" y="86647"/>
                </a:cubicBezTo>
                <a:cubicBezTo>
                  <a:pt x="1563085" y="87653"/>
                  <a:pt x="1563793" y="88452"/>
                  <a:pt x="1564776" y="89046"/>
                </a:cubicBezTo>
                <a:cubicBezTo>
                  <a:pt x="1565758" y="89640"/>
                  <a:pt x="1567164" y="89938"/>
                  <a:pt x="1568992" y="89938"/>
                </a:cubicBezTo>
                <a:cubicBezTo>
                  <a:pt x="1570363" y="89938"/>
                  <a:pt x="1572168" y="89778"/>
                  <a:pt x="1574407" y="89458"/>
                </a:cubicBezTo>
                <a:close/>
                <a:moveTo>
                  <a:pt x="1585990" y="100494"/>
                </a:moveTo>
                <a:lnTo>
                  <a:pt x="1585990" y="0"/>
                </a:lnTo>
                <a:lnTo>
                  <a:pt x="1598329" y="0"/>
                </a:lnTo>
                <a:lnTo>
                  <a:pt x="1598329" y="36057"/>
                </a:lnTo>
                <a:cubicBezTo>
                  <a:pt x="1604088" y="29385"/>
                  <a:pt x="1611354" y="26049"/>
                  <a:pt x="1620128" y="26049"/>
                </a:cubicBezTo>
                <a:cubicBezTo>
                  <a:pt x="1625521" y="26049"/>
                  <a:pt x="1630205" y="27111"/>
                  <a:pt x="1634181" y="29237"/>
                </a:cubicBezTo>
                <a:cubicBezTo>
                  <a:pt x="1638157" y="31362"/>
                  <a:pt x="1641002" y="34298"/>
                  <a:pt x="1642716" y="38045"/>
                </a:cubicBezTo>
                <a:cubicBezTo>
                  <a:pt x="1644429" y="41793"/>
                  <a:pt x="1645286" y="47231"/>
                  <a:pt x="1645286" y="54360"/>
                </a:cubicBezTo>
                <a:lnTo>
                  <a:pt x="1645286" y="100494"/>
                </a:lnTo>
                <a:lnTo>
                  <a:pt x="1632947" y="100494"/>
                </a:lnTo>
                <a:lnTo>
                  <a:pt x="1632947" y="54360"/>
                </a:lnTo>
                <a:cubicBezTo>
                  <a:pt x="1632947" y="48191"/>
                  <a:pt x="1631610" y="43701"/>
                  <a:pt x="1628937" y="40890"/>
                </a:cubicBezTo>
                <a:cubicBezTo>
                  <a:pt x="1626264" y="38079"/>
                  <a:pt x="1622482" y="36674"/>
                  <a:pt x="1617592" y="36674"/>
                </a:cubicBezTo>
                <a:cubicBezTo>
                  <a:pt x="1613936" y="36674"/>
                  <a:pt x="1610497" y="37622"/>
                  <a:pt x="1607275" y="39519"/>
                </a:cubicBezTo>
                <a:cubicBezTo>
                  <a:pt x="1604053" y="41416"/>
                  <a:pt x="1601757" y="43986"/>
                  <a:pt x="1600386" y="47231"/>
                </a:cubicBezTo>
                <a:cubicBezTo>
                  <a:pt x="1599015" y="50476"/>
                  <a:pt x="1598329" y="54954"/>
                  <a:pt x="1598329" y="60667"/>
                </a:cubicBezTo>
                <a:lnTo>
                  <a:pt x="1598329" y="100494"/>
                </a:lnTo>
                <a:lnTo>
                  <a:pt x="1585990" y="100494"/>
                </a:lnTo>
                <a:close/>
                <a:moveTo>
                  <a:pt x="1713658" y="77050"/>
                </a:moveTo>
                <a:lnTo>
                  <a:pt x="1726409" y="78627"/>
                </a:lnTo>
                <a:cubicBezTo>
                  <a:pt x="1724398" y="86076"/>
                  <a:pt x="1720673" y="91857"/>
                  <a:pt x="1715235" y="95970"/>
                </a:cubicBezTo>
                <a:cubicBezTo>
                  <a:pt x="1709797" y="100083"/>
                  <a:pt x="1702850" y="102139"/>
                  <a:pt x="1694396" y="102139"/>
                </a:cubicBezTo>
                <a:cubicBezTo>
                  <a:pt x="1683748" y="102139"/>
                  <a:pt x="1675305" y="98860"/>
                  <a:pt x="1669067" y="92302"/>
                </a:cubicBezTo>
                <a:cubicBezTo>
                  <a:pt x="1662828" y="85745"/>
                  <a:pt x="1659709" y="76547"/>
                  <a:pt x="1659709" y="64711"/>
                </a:cubicBezTo>
                <a:cubicBezTo>
                  <a:pt x="1659709" y="52464"/>
                  <a:pt x="1662863" y="42958"/>
                  <a:pt x="1669169" y="36194"/>
                </a:cubicBezTo>
                <a:cubicBezTo>
                  <a:pt x="1675476" y="29431"/>
                  <a:pt x="1683656" y="26049"/>
                  <a:pt x="1693710" y="26049"/>
                </a:cubicBezTo>
                <a:cubicBezTo>
                  <a:pt x="1703444" y="26049"/>
                  <a:pt x="1711396" y="29362"/>
                  <a:pt x="1717566" y="35989"/>
                </a:cubicBezTo>
                <a:cubicBezTo>
                  <a:pt x="1723735" y="42615"/>
                  <a:pt x="1726820" y="51938"/>
                  <a:pt x="1726820" y="63957"/>
                </a:cubicBezTo>
                <a:cubicBezTo>
                  <a:pt x="1726820" y="64688"/>
                  <a:pt x="1726797" y="65785"/>
                  <a:pt x="1726751" y="67247"/>
                </a:cubicBezTo>
                <a:lnTo>
                  <a:pt x="1672460" y="67247"/>
                </a:lnTo>
                <a:cubicBezTo>
                  <a:pt x="1672917" y="75245"/>
                  <a:pt x="1675179" y="81369"/>
                  <a:pt x="1679246" y="85619"/>
                </a:cubicBezTo>
                <a:cubicBezTo>
                  <a:pt x="1683313" y="89869"/>
                  <a:pt x="1688386" y="91994"/>
                  <a:pt x="1694464" y="91994"/>
                </a:cubicBezTo>
                <a:cubicBezTo>
                  <a:pt x="1698989" y="91994"/>
                  <a:pt x="1702850" y="90806"/>
                  <a:pt x="1706049" y="88429"/>
                </a:cubicBezTo>
                <a:cubicBezTo>
                  <a:pt x="1709248" y="86053"/>
                  <a:pt x="1711785" y="82260"/>
                  <a:pt x="1713658" y="77050"/>
                </a:cubicBezTo>
                <a:moveTo>
                  <a:pt x="1673145" y="57102"/>
                </a:moveTo>
                <a:lnTo>
                  <a:pt x="1713795" y="57102"/>
                </a:lnTo>
                <a:cubicBezTo>
                  <a:pt x="1713247" y="50978"/>
                  <a:pt x="1711693" y="46385"/>
                  <a:pt x="1709134" y="43324"/>
                </a:cubicBezTo>
                <a:cubicBezTo>
                  <a:pt x="1705204" y="38571"/>
                  <a:pt x="1700108" y="36194"/>
                  <a:pt x="1693847" y="36194"/>
                </a:cubicBezTo>
                <a:cubicBezTo>
                  <a:pt x="1688181" y="36194"/>
                  <a:pt x="1683416" y="38091"/>
                  <a:pt x="1679555" y="41884"/>
                </a:cubicBezTo>
                <a:cubicBezTo>
                  <a:pt x="1675693" y="45677"/>
                  <a:pt x="1673557" y="50750"/>
                  <a:pt x="1673145" y="57102"/>
                </a:cubicBezTo>
                <a:close/>
                <a:moveTo>
                  <a:pt x="1775242" y="78764"/>
                </a:moveTo>
                <a:lnTo>
                  <a:pt x="1787444" y="76844"/>
                </a:lnTo>
                <a:cubicBezTo>
                  <a:pt x="1788130" y="81734"/>
                  <a:pt x="1790038" y="85482"/>
                  <a:pt x="1793168" y="88087"/>
                </a:cubicBezTo>
                <a:cubicBezTo>
                  <a:pt x="1796299" y="90692"/>
                  <a:pt x="1800674" y="91994"/>
                  <a:pt x="1806295" y="91994"/>
                </a:cubicBezTo>
                <a:cubicBezTo>
                  <a:pt x="1811962" y="91994"/>
                  <a:pt x="1816167" y="90840"/>
                  <a:pt x="1818909" y="88532"/>
                </a:cubicBezTo>
                <a:cubicBezTo>
                  <a:pt x="1821651" y="86224"/>
                  <a:pt x="1823022" y="83517"/>
                  <a:pt x="1823022" y="80409"/>
                </a:cubicBezTo>
                <a:cubicBezTo>
                  <a:pt x="1823022" y="77621"/>
                  <a:pt x="1821811" y="75428"/>
                  <a:pt x="1819388" y="73828"/>
                </a:cubicBezTo>
                <a:cubicBezTo>
                  <a:pt x="1817698" y="72731"/>
                  <a:pt x="1813493" y="71338"/>
                  <a:pt x="1806775" y="69647"/>
                </a:cubicBezTo>
                <a:cubicBezTo>
                  <a:pt x="1797727" y="67362"/>
                  <a:pt x="1791454" y="65385"/>
                  <a:pt x="1787958" y="63717"/>
                </a:cubicBezTo>
                <a:cubicBezTo>
                  <a:pt x="1784462" y="62049"/>
                  <a:pt x="1781812" y="59741"/>
                  <a:pt x="1780006" y="56794"/>
                </a:cubicBezTo>
                <a:cubicBezTo>
                  <a:pt x="1778201" y="53846"/>
                  <a:pt x="1777299" y="50590"/>
                  <a:pt x="1777299" y="47025"/>
                </a:cubicBezTo>
                <a:cubicBezTo>
                  <a:pt x="1777299" y="43781"/>
                  <a:pt x="1778041" y="40776"/>
                  <a:pt x="1779527" y="38011"/>
                </a:cubicBezTo>
                <a:cubicBezTo>
                  <a:pt x="1781012" y="35246"/>
                  <a:pt x="1783034" y="32950"/>
                  <a:pt x="1785593" y="31122"/>
                </a:cubicBezTo>
                <a:cubicBezTo>
                  <a:pt x="1787513" y="29705"/>
                  <a:pt x="1790129" y="28505"/>
                  <a:pt x="1793442" y="27523"/>
                </a:cubicBezTo>
                <a:cubicBezTo>
                  <a:pt x="1796756" y="26540"/>
                  <a:pt x="1800309" y="26049"/>
                  <a:pt x="1804102" y="26049"/>
                </a:cubicBezTo>
                <a:cubicBezTo>
                  <a:pt x="1809814" y="26049"/>
                  <a:pt x="1814830" y="26872"/>
                  <a:pt x="1819148" y="28517"/>
                </a:cubicBezTo>
                <a:cubicBezTo>
                  <a:pt x="1823467" y="30162"/>
                  <a:pt x="1826655" y="32390"/>
                  <a:pt x="1828711" y="35200"/>
                </a:cubicBezTo>
                <a:cubicBezTo>
                  <a:pt x="1830768" y="38011"/>
                  <a:pt x="1832184" y="41770"/>
                  <a:pt x="1832961" y="46477"/>
                </a:cubicBezTo>
                <a:lnTo>
                  <a:pt x="1820897" y="48122"/>
                </a:lnTo>
                <a:cubicBezTo>
                  <a:pt x="1820348" y="44375"/>
                  <a:pt x="1818760" y="41450"/>
                  <a:pt x="1816132" y="39348"/>
                </a:cubicBezTo>
                <a:cubicBezTo>
                  <a:pt x="1813505" y="37245"/>
                  <a:pt x="1809791" y="36194"/>
                  <a:pt x="1804993" y="36194"/>
                </a:cubicBezTo>
                <a:cubicBezTo>
                  <a:pt x="1799326" y="36194"/>
                  <a:pt x="1795282" y="37131"/>
                  <a:pt x="1792860" y="39005"/>
                </a:cubicBezTo>
                <a:cubicBezTo>
                  <a:pt x="1790438" y="40879"/>
                  <a:pt x="1789226" y="43072"/>
                  <a:pt x="1789226" y="45586"/>
                </a:cubicBezTo>
                <a:cubicBezTo>
                  <a:pt x="1789226" y="47185"/>
                  <a:pt x="1789729" y="48625"/>
                  <a:pt x="1790735" y="49904"/>
                </a:cubicBezTo>
                <a:cubicBezTo>
                  <a:pt x="1791740" y="51230"/>
                  <a:pt x="1793317" y="52326"/>
                  <a:pt x="1795464" y="53195"/>
                </a:cubicBezTo>
                <a:cubicBezTo>
                  <a:pt x="1796698" y="53652"/>
                  <a:pt x="1800332" y="54703"/>
                  <a:pt x="1806364" y="56348"/>
                </a:cubicBezTo>
                <a:cubicBezTo>
                  <a:pt x="1815093" y="58679"/>
                  <a:pt x="1821182" y="60587"/>
                  <a:pt x="1824632" y="62072"/>
                </a:cubicBezTo>
                <a:cubicBezTo>
                  <a:pt x="1828083" y="63557"/>
                  <a:pt x="1830791" y="65717"/>
                  <a:pt x="1832756" y="68550"/>
                </a:cubicBezTo>
                <a:cubicBezTo>
                  <a:pt x="1834721" y="71383"/>
                  <a:pt x="1835703" y="74902"/>
                  <a:pt x="1835703" y="79107"/>
                </a:cubicBezTo>
                <a:cubicBezTo>
                  <a:pt x="1835703" y="83220"/>
                  <a:pt x="1834504" y="87093"/>
                  <a:pt x="1832104" y="90726"/>
                </a:cubicBezTo>
                <a:cubicBezTo>
                  <a:pt x="1829705" y="94359"/>
                  <a:pt x="1826243" y="97170"/>
                  <a:pt x="1821719" y="99157"/>
                </a:cubicBezTo>
                <a:cubicBezTo>
                  <a:pt x="1817195" y="101145"/>
                  <a:pt x="1812076" y="102139"/>
                  <a:pt x="1806364" y="102139"/>
                </a:cubicBezTo>
                <a:cubicBezTo>
                  <a:pt x="1796904" y="102139"/>
                  <a:pt x="1789695" y="100174"/>
                  <a:pt x="1784736" y="96244"/>
                </a:cubicBezTo>
                <a:cubicBezTo>
                  <a:pt x="1779778" y="92314"/>
                  <a:pt x="1776613" y="86487"/>
                  <a:pt x="1775242" y="78764"/>
                </a:cubicBezTo>
                <a:close/>
                <a:moveTo>
                  <a:pt x="1899984" y="77050"/>
                </a:moveTo>
                <a:lnTo>
                  <a:pt x="1912735" y="78627"/>
                </a:lnTo>
                <a:cubicBezTo>
                  <a:pt x="1910724" y="86076"/>
                  <a:pt x="1906999" y="91857"/>
                  <a:pt x="1901561" y="95970"/>
                </a:cubicBezTo>
                <a:cubicBezTo>
                  <a:pt x="1896123" y="100083"/>
                  <a:pt x="1889176" y="102139"/>
                  <a:pt x="1880722" y="102139"/>
                </a:cubicBezTo>
                <a:cubicBezTo>
                  <a:pt x="1870074" y="102139"/>
                  <a:pt x="1861631" y="98860"/>
                  <a:pt x="1855393" y="92302"/>
                </a:cubicBezTo>
                <a:cubicBezTo>
                  <a:pt x="1849155" y="85745"/>
                  <a:pt x="1846036" y="76547"/>
                  <a:pt x="1846036" y="64711"/>
                </a:cubicBezTo>
                <a:cubicBezTo>
                  <a:pt x="1846036" y="52464"/>
                  <a:pt x="1849189" y="42958"/>
                  <a:pt x="1855496" y="36194"/>
                </a:cubicBezTo>
                <a:cubicBezTo>
                  <a:pt x="1861802" y="29431"/>
                  <a:pt x="1869982" y="26049"/>
                  <a:pt x="1880036" y="26049"/>
                </a:cubicBezTo>
                <a:cubicBezTo>
                  <a:pt x="1889770" y="26049"/>
                  <a:pt x="1897722" y="29362"/>
                  <a:pt x="1903892" y="35989"/>
                </a:cubicBezTo>
                <a:cubicBezTo>
                  <a:pt x="1910061" y="42615"/>
                  <a:pt x="1913146" y="51938"/>
                  <a:pt x="1913146" y="63957"/>
                </a:cubicBezTo>
                <a:cubicBezTo>
                  <a:pt x="1913146" y="64688"/>
                  <a:pt x="1913123" y="65785"/>
                  <a:pt x="1913077" y="67247"/>
                </a:cubicBezTo>
                <a:lnTo>
                  <a:pt x="1858786" y="67247"/>
                </a:lnTo>
                <a:cubicBezTo>
                  <a:pt x="1859243" y="75245"/>
                  <a:pt x="1861505" y="81369"/>
                  <a:pt x="1865572" y="85619"/>
                </a:cubicBezTo>
                <a:cubicBezTo>
                  <a:pt x="1869640" y="89869"/>
                  <a:pt x="1874712" y="91994"/>
                  <a:pt x="1880790" y="91994"/>
                </a:cubicBezTo>
                <a:cubicBezTo>
                  <a:pt x="1885315" y="91994"/>
                  <a:pt x="1889176" y="90806"/>
                  <a:pt x="1892375" y="88429"/>
                </a:cubicBezTo>
                <a:cubicBezTo>
                  <a:pt x="1895574" y="86053"/>
                  <a:pt x="1898111" y="82260"/>
                  <a:pt x="1899984" y="77050"/>
                </a:cubicBezTo>
                <a:moveTo>
                  <a:pt x="1859471" y="57102"/>
                </a:moveTo>
                <a:lnTo>
                  <a:pt x="1900122" y="57102"/>
                </a:lnTo>
                <a:cubicBezTo>
                  <a:pt x="1899573" y="50978"/>
                  <a:pt x="1898019" y="46385"/>
                  <a:pt x="1895460" y="43324"/>
                </a:cubicBezTo>
                <a:cubicBezTo>
                  <a:pt x="1891530" y="38571"/>
                  <a:pt x="1886434" y="36194"/>
                  <a:pt x="1880173" y="36194"/>
                </a:cubicBezTo>
                <a:cubicBezTo>
                  <a:pt x="1874507" y="36194"/>
                  <a:pt x="1869742" y="38091"/>
                  <a:pt x="1865881" y="41884"/>
                </a:cubicBezTo>
                <a:cubicBezTo>
                  <a:pt x="1862019" y="45677"/>
                  <a:pt x="1859883" y="50750"/>
                  <a:pt x="1859471" y="57102"/>
                </a:cubicBezTo>
                <a:close/>
                <a:moveTo>
                  <a:pt x="1948203" y="100494"/>
                </a:moveTo>
                <a:lnTo>
                  <a:pt x="1920508" y="27694"/>
                </a:lnTo>
                <a:lnTo>
                  <a:pt x="1933533" y="27694"/>
                </a:lnTo>
                <a:lnTo>
                  <a:pt x="1949162" y="71292"/>
                </a:lnTo>
                <a:cubicBezTo>
                  <a:pt x="1950853" y="75999"/>
                  <a:pt x="1952407" y="80889"/>
                  <a:pt x="1953824" y="85962"/>
                </a:cubicBezTo>
                <a:cubicBezTo>
                  <a:pt x="1954920" y="82123"/>
                  <a:pt x="1956451" y="77507"/>
                  <a:pt x="1958417" y="72115"/>
                </a:cubicBezTo>
                <a:lnTo>
                  <a:pt x="1974594" y="27694"/>
                </a:lnTo>
                <a:lnTo>
                  <a:pt x="1987276" y="27694"/>
                </a:lnTo>
                <a:lnTo>
                  <a:pt x="1959719" y="100494"/>
                </a:lnTo>
                <a:lnTo>
                  <a:pt x="1948203" y="100494"/>
                </a:lnTo>
                <a:close/>
                <a:moveTo>
                  <a:pt x="2047787" y="77050"/>
                </a:moveTo>
                <a:lnTo>
                  <a:pt x="2060538" y="78627"/>
                </a:lnTo>
                <a:cubicBezTo>
                  <a:pt x="2058527" y="86076"/>
                  <a:pt x="2054802" y="91857"/>
                  <a:pt x="2049364" y="95970"/>
                </a:cubicBezTo>
                <a:cubicBezTo>
                  <a:pt x="2043926" y="100083"/>
                  <a:pt x="2036979" y="102139"/>
                  <a:pt x="2028525" y="102139"/>
                </a:cubicBezTo>
                <a:cubicBezTo>
                  <a:pt x="2017877" y="102139"/>
                  <a:pt x="2009434" y="98860"/>
                  <a:pt x="2003196" y="92302"/>
                </a:cubicBezTo>
                <a:cubicBezTo>
                  <a:pt x="1996958" y="85745"/>
                  <a:pt x="1993839" y="76547"/>
                  <a:pt x="1993839" y="64711"/>
                </a:cubicBezTo>
                <a:cubicBezTo>
                  <a:pt x="1993839" y="52464"/>
                  <a:pt x="1996992" y="42958"/>
                  <a:pt x="2003299" y="36194"/>
                </a:cubicBezTo>
                <a:cubicBezTo>
                  <a:pt x="2009605" y="29431"/>
                  <a:pt x="2017785" y="26049"/>
                  <a:pt x="2027839" y="26049"/>
                </a:cubicBezTo>
                <a:cubicBezTo>
                  <a:pt x="2037574" y="26049"/>
                  <a:pt x="2045525" y="29362"/>
                  <a:pt x="2051695" y="35989"/>
                </a:cubicBezTo>
                <a:cubicBezTo>
                  <a:pt x="2057864" y="42615"/>
                  <a:pt x="2060949" y="51938"/>
                  <a:pt x="2060949" y="63957"/>
                </a:cubicBezTo>
                <a:cubicBezTo>
                  <a:pt x="2060949" y="64688"/>
                  <a:pt x="2060926" y="65785"/>
                  <a:pt x="2060880" y="67247"/>
                </a:cubicBezTo>
                <a:lnTo>
                  <a:pt x="2006589" y="67247"/>
                </a:lnTo>
                <a:cubicBezTo>
                  <a:pt x="2007046" y="75245"/>
                  <a:pt x="2009308" y="81369"/>
                  <a:pt x="2013375" y="85619"/>
                </a:cubicBezTo>
                <a:cubicBezTo>
                  <a:pt x="2017443" y="89869"/>
                  <a:pt x="2022515" y="91994"/>
                  <a:pt x="2028593" y="91994"/>
                </a:cubicBezTo>
                <a:cubicBezTo>
                  <a:pt x="2033118" y="91994"/>
                  <a:pt x="2036979" y="90806"/>
                  <a:pt x="2040178" y="88429"/>
                </a:cubicBezTo>
                <a:cubicBezTo>
                  <a:pt x="2043377" y="86053"/>
                  <a:pt x="2045914" y="82260"/>
                  <a:pt x="2047787" y="77050"/>
                </a:cubicBezTo>
                <a:moveTo>
                  <a:pt x="2007274" y="57102"/>
                </a:moveTo>
                <a:lnTo>
                  <a:pt x="2047925" y="57102"/>
                </a:lnTo>
                <a:cubicBezTo>
                  <a:pt x="2047376" y="50978"/>
                  <a:pt x="2045822" y="46385"/>
                  <a:pt x="2043263" y="43324"/>
                </a:cubicBezTo>
                <a:cubicBezTo>
                  <a:pt x="2039333" y="38571"/>
                  <a:pt x="2034237" y="36194"/>
                  <a:pt x="2027977" y="36194"/>
                </a:cubicBezTo>
                <a:cubicBezTo>
                  <a:pt x="2022310" y="36194"/>
                  <a:pt x="2017546" y="38091"/>
                  <a:pt x="2013684" y="41884"/>
                </a:cubicBezTo>
                <a:cubicBezTo>
                  <a:pt x="2009822" y="45677"/>
                  <a:pt x="2007686" y="50750"/>
                  <a:pt x="2007274" y="57102"/>
                </a:cubicBezTo>
                <a:close/>
                <a:moveTo>
                  <a:pt x="2075784" y="100494"/>
                </a:moveTo>
                <a:lnTo>
                  <a:pt x="2075784" y="27694"/>
                </a:lnTo>
                <a:lnTo>
                  <a:pt x="2086889" y="27694"/>
                </a:lnTo>
                <a:lnTo>
                  <a:pt x="2086889" y="38045"/>
                </a:lnTo>
                <a:cubicBezTo>
                  <a:pt x="2092236" y="30048"/>
                  <a:pt x="2099959" y="26049"/>
                  <a:pt x="2110059" y="26049"/>
                </a:cubicBezTo>
                <a:cubicBezTo>
                  <a:pt x="2114446" y="26049"/>
                  <a:pt x="2118479" y="26837"/>
                  <a:pt x="2122158" y="28414"/>
                </a:cubicBezTo>
                <a:cubicBezTo>
                  <a:pt x="2125837" y="29991"/>
                  <a:pt x="2128590" y="32059"/>
                  <a:pt x="2130418" y="34618"/>
                </a:cubicBezTo>
                <a:cubicBezTo>
                  <a:pt x="2132246" y="37177"/>
                  <a:pt x="2133526" y="40216"/>
                  <a:pt x="2134257" y="43735"/>
                </a:cubicBezTo>
                <a:cubicBezTo>
                  <a:pt x="2134714" y="46020"/>
                  <a:pt x="2134942" y="50019"/>
                  <a:pt x="2134942" y="55731"/>
                </a:cubicBezTo>
                <a:lnTo>
                  <a:pt x="2134942" y="100494"/>
                </a:lnTo>
                <a:lnTo>
                  <a:pt x="2122603" y="100494"/>
                </a:lnTo>
                <a:lnTo>
                  <a:pt x="2122603" y="56211"/>
                </a:lnTo>
                <a:cubicBezTo>
                  <a:pt x="2122603" y="51184"/>
                  <a:pt x="2122123" y="47425"/>
                  <a:pt x="2121164" y="44934"/>
                </a:cubicBezTo>
                <a:cubicBezTo>
                  <a:pt x="2120204" y="42444"/>
                  <a:pt x="2118502" y="40456"/>
                  <a:pt x="2116057" y="38971"/>
                </a:cubicBezTo>
                <a:cubicBezTo>
                  <a:pt x="2113612" y="37485"/>
                  <a:pt x="2110744" y="36743"/>
                  <a:pt x="2107454" y="36743"/>
                </a:cubicBezTo>
                <a:cubicBezTo>
                  <a:pt x="2102198" y="36743"/>
                  <a:pt x="2097663" y="38411"/>
                  <a:pt x="2093847" y="41747"/>
                </a:cubicBezTo>
                <a:cubicBezTo>
                  <a:pt x="2090031" y="45083"/>
                  <a:pt x="2088123" y="51412"/>
                  <a:pt x="2088123" y="60735"/>
                </a:cubicBezTo>
                <a:lnTo>
                  <a:pt x="2088123" y="100494"/>
                </a:lnTo>
                <a:lnTo>
                  <a:pt x="2075784" y="100494"/>
                </a:lnTo>
                <a:close/>
                <a:moveTo>
                  <a:pt x="2180556" y="89458"/>
                </a:moveTo>
                <a:lnTo>
                  <a:pt x="2182338" y="100357"/>
                </a:lnTo>
                <a:cubicBezTo>
                  <a:pt x="2178865" y="101088"/>
                  <a:pt x="2175758" y="101454"/>
                  <a:pt x="2173016" y="101454"/>
                </a:cubicBezTo>
                <a:cubicBezTo>
                  <a:pt x="2168537" y="101454"/>
                  <a:pt x="2165064" y="100746"/>
                  <a:pt x="2162596" y="99329"/>
                </a:cubicBezTo>
                <a:cubicBezTo>
                  <a:pt x="2160128" y="97912"/>
                  <a:pt x="2158392" y="96050"/>
                  <a:pt x="2157386" y="93742"/>
                </a:cubicBezTo>
                <a:cubicBezTo>
                  <a:pt x="2156381" y="91434"/>
                  <a:pt x="2155878" y="86579"/>
                  <a:pt x="2155878" y="79175"/>
                </a:cubicBezTo>
                <a:lnTo>
                  <a:pt x="2155878" y="37291"/>
                </a:lnTo>
                <a:lnTo>
                  <a:pt x="2146830" y="37291"/>
                </a:lnTo>
                <a:lnTo>
                  <a:pt x="2146830" y="27694"/>
                </a:lnTo>
                <a:lnTo>
                  <a:pt x="2155878" y="27694"/>
                </a:lnTo>
                <a:lnTo>
                  <a:pt x="2155878" y="9666"/>
                </a:lnTo>
                <a:lnTo>
                  <a:pt x="2168149" y="2262"/>
                </a:lnTo>
                <a:lnTo>
                  <a:pt x="2168149" y="27694"/>
                </a:lnTo>
                <a:lnTo>
                  <a:pt x="2180556" y="27694"/>
                </a:lnTo>
                <a:lnTo>
                  <a:pt x="2180556" y="37291"/>
                </a:lnTo>
                <a:lnTo>
                  <a:pt x="2168149" y="37291"/>
                </a:lnTo>
                <a:lnTo>
                  <a:pt x="2168149" y="79861"/>
                </a:lnTo>
                <a:cubicBezTo>
                  <a:pt x="2168149" y="83380"/>
                  <a:pt x="2168366" y="85642"/>
                  <a:pt x="2168800" y="86647"/>
                </a:cubicBezTo>
                <a:cubicBezTo>
                  <a:pt x="2169234" y="87653"/>
                  <a:pt x="2169942" y="88452"/>
                  <a:pt x="2170925" y="89046"/>
                </a:cubicBezTo>
                <a:cubicBezTo>
                  <a:pt x="2171907" y="89640"/>
                  <a:pt x="2173313" y="89938"/>
                  <a:pt x="2175141" y="89938"/>
                </a:cubicBezTo>
                <a:cubicBezTo>
                  <a:pt x="2176512" y="89938"/>
                  <a:pt x="2178317" y="89778"/>
                  <a:pt x="2180556" y="89458"/>
                </a:cubicBezTo>
                <a:close/>
                <a:moveTo>
                  <a:pt x="2192139" y="100494"/>
                </a:moveTo>
                <a:lnTo>
                  <a:pt x="2192139" y="0"/>
                </a:lnTo>
                <a:lnTo>
                  <a:pt x="2204478" y="0"/>
                </a:lnTo>
                <a:lnTo>
                  <a:pt x="2204478" y="36057"/>
                </a:lnTo>
                <a:cubicBezTo>
                  <a:pt x="2210236" y="29385"/>
                  <a:pt x="2217503" y="26049"/>
                  <a:pt x="2226277" y="26049"/>
                </a:cubicBezTo>
                <a:cubicBezTo>
                  <a:pt x="2231670" y="26049"/>
                  <a:pt x="2236354" y="27111"/>
                  <a:pt x="2240330" y="29237"/>
                </a:cubicBezTo>
                <a:cubicBezTo>
                  <a:pt x="2244306" y="31362"/>
                  <a:pt x="2247150" y="34298"/>
                  <a:pt x="2248864" y="38045"/>
                </a:cubicBezTo>
                <a:cubicBezTo>
                  <a:pt x="2250578" y="41793"/>
                  <a:pt x="2251435" y="47231"/>
                  <a:pt x="2251435" y="54360"/>
                </a:cubicBezTo>
                <a:lnTo>
                  <a:pt x="2251435" y="100494"/>
                </a:lnTo>
                <a:lnTo>
                  <a:pt x="2239096" y="100494"/>
                </a:lnTo>
                <a:lnTo>
                  <a:pt x="2239096" y="54360"/>
                </a:lnTo>
                <a:cubicBezTo>
                  <a:pt x="2239096" y="48191"/>
                  <a:pt x="2237759" y="43701"/>
                  <a:pt x="2235086" y="40890"/>
                </a:cubicBezTo>
                <a:cubicBezTo>
                  <a:pt x="2232412" y="38079"/>
                  <a:pt x="2228630" y="36674"/>
                  <a:pt x="2223741" y="36674"/>
                </a:cubicBezTo>
                <a:cubicBezTo>
                  <a:pt x="2220085" y="36674"/>
                  <a:pt x="2216646" y="37622"/>
                  <a:pt x="2213424" y="39519"/>
                </a:cubicBezTo>
                <a:cubicBezTo>
                  <a:pt x="2210202" y="41416"/>
                  <a:pt x="2207906" y="43986"/>
                  <a:pt x="2206535" y="47231"/>
                </a:cubicBezTo>
                <a:cubicBezTo>
                  <a:pt x="2205164" y="50476"/>
                  <a:pt x="2204478" y="54954"/>
                  <a:pt x="2204478" y="60667"/>
                </a:cubicBezTo>
                <a:lnTo>
                  <a:pt x="2204478" y="100494"/>
                </a:lnTo>
                <a:lnTo>
                  <a:pt x="2192139" y="100494"/>
                </a:lnTo>
                <a:close/>
                <a:moveTo>
                  <a:pt x="2308563" y="100494"/>
                </a:moveTo>
                <a:lnTo>
                  <a:pt x="2308563" y="0"/>
                </a:lnTo>
                <a:lnTo>
                  <a:pt x="2320902" y="0"/>
                </a:lnTo>
                <a:lnTo>
                  <a:pt x="2320902" y="57308"/>
                </a:lnTo>
                <a:lnTo>
                  <a:pt x="2350104" y="27694"/>
                </a:lnTo>
                <a:lnTo>
                  <a:pt x="2366076" y="27694"/>
                </a:lnTo>
                <a:lnTo>
                  <a:pt x="2338245" y="54703"/>
                </a:lnTo>
                <a:lnTo>
                  <a:pt x="2368887" y="100494"/>
                </a:lnTo>
                <a:lnTo>
                  <a:pt x="2353669" y="100494"/>
                </a:lnTo>
                <a:lnTo>
                  <a:pt x="2329608" y="63272"/>
                </a:lnTo>
                <a:lnTo>
                  <a:pt x="2320902" y="71635"/>
                </a:lnTo>
                <a:lnTo>
                  <a:pt x="2320902" y="100494"/>
                </a:lnTo>
                <a:lnTo>
                  <a:pt x="2308563" y="100494"/>
                </a:lnTo>
                <a:close/>
                <a:moveTo>
                  <a:pt x="2378534" y="14190"/>
                </a:moveTo>
                <a:lnTo>
                  <a:pt x="2378534" y="0"/>
                </a:lnTo>
                <a:lnTo>
                  <a:pt x="2390873" y="0"/>
                </a:lnTo>
                <a:lnTo>
                  <a:pt x="2390873" y="14190"/>
                </a:lnTo>
                <a:lnTo>
                  <a:pt x="2378534" y="14190"/>
                </a:lnTo>
                <a:moveTo>
                  <a:pt x="2378534" y="100494"/>
                </a:moveTo>
                <a:lnTo>
                  <a:pt x="2378534" y="27694"/>
                </a:lnTo>
                <a:lnTo>
                  <a:pt x="2390873" y="27694"/>
                </a:lnTo>
                <a:lnTo>
                  <a:pt x="2390873" y="100494"/>
                </a:lnTo>
                <a:lnTo>
                  <a:pt x="2378534" y="100494"/>
                </a:lnTo>
                <a:close/>
                <a:moveTo>
                  <a:pt x="2436909" y="89458"/>
                </a:moveTo>
                <a:lnTo>
                  <a:pt x="2438691" y="100357"/>
                </a:lnTo>
                <a:cubicBezTo>
                  <a:pt x="2435218" y="101088"/>
                  <a:pt x="2432110" y="101454"/>
                  <a:pt x="2429368" y="101454"/>
                </a:cubicBezTo>
                <a:cubicBezTo>
                  <a:pt x="2424890" y="101454"/>
                  <a:pt x="2421416" y="100746"/>
                  <a:pt x="2418949" y="99329"/>
                </a:cubicBezTo>
                <a:cubicBezTo>
                  <a:pt x="2416481" y="97912"/>
                  <a:pt x="2414744" y="96050"/>
                  <a:pt x="2413739" y="93742"/>
                </a:cubicBezTo>
                <a:cubicBezTo>
                  <a:pt x="2412733" y="91434"/>
                  <a:pt x="2412231" y="86579"/>
                  <a:pt x="2412231" y="79175"/>
                </a:cubicBezTo>
                <a:lnTo>
                  <a:pt x="2412231" y="37291"/>
                </a:lnTo>
                <a:lnTo>
                  <a:pt x="2403182" y="37291"/>
                </a:lnTo>
                <a:lnTo>
                  <a:pt x="2403182" y="27694"/>
                </a:lnTo>
                <a:lnTo>
                  <a:pt x="2412231" y="27694"/>
                </a:lnTo>
                <a:lnTo>
                  <a:pt x="2412231" y="9666"/>
                </a:lnTo>
                <a:lnTo>
                  <a:pt x="2424501" y="2262"/>
                </a:lnTo>
                <a:lnTo>
                  <a:pt x="2424501" y="27694"/>
                </a:lnTo>
                <a:lnTo>
                  <a:pt x="2436909" y="27694"/>
                </a:lnTo>
                <a:lnTo>
                  <a:pt x="2436909" y="37291"/>
                </a:lnTo>
                <a:lnTo>
                  <a:pt x="2424501" y="37291"/>
                </a:lnTo>
                <a:lnTo>
                  <a:pt x="2424501" y="79861"/>
                </a:lnTo>
                <a:cubicBezTo>
                  <a:pt x="2424501" y="83380"/>
                  <a:pt x="2424718" y="85642"/>
                  <a:pt x="2425152" y="86647"/>
                </a:cubicBezTo>
                <a:cubicBezTo>
                  <a:pt x="2425587" y="87653"/>
                  <a:pt x="2426295" y="88452"/>
                  <a:pt x="2427277" y="89046"/>
                </a:cubicBezTo>
                <a:cubicBezTo>
                  <a:pt x="2428260" y="89640"/>
                  <a:pt x="2429665" y="89938"/>
                  <a:pt x="2431493" y="89938"/>
                </a:cubicBezTo>
                <a:cubicBezTo>
                  <a:pt x="2432864" y="89938"/>
                  <a:pt x="2434669" y="89778"/>
                  <a:pt x="2436909" y="89458"/>
                </a:cubicBezTo>
                <a:close/>
                <a:moveTo>
                  <a:pt x="2495996" y="73828"/>
                </a:moveTo>
                <a:lnTo>
                  <a:pt x="2508130" y="75405"/>
                </a:lnTo>
                <a:cubicBezTo>
                  <a:pt x="2506804" y="83768"/>
                  <a:pt x="2503411" y="90315"/>
                  <a:pt x="2497950" y="95044"/>
                </a:cubicBezTo>
                <a:cubicBezTo>
                  <a:pt x="2492489" y="99774"/>
                  <a:pt x="2485782" y="102139"/>
                  <a:pt x="2477830" y="102139"/>
                </a:cubicBezTo>
                <a:cubicBezTo>
                  <a:pt x="2467868" y="102139"/>
                  <a:pt x="2459859" y="98883"/>
                  <a:pt x="2453804" y="92371"/>
                </a:cubicBezTo>
                <a:cubicBezTo>
                  <a:pt x="2447748" y="85859"/>
                  <a:pt x="2444721" y="76525"/>
                  <a:pt x="2444721" y="64368"/>
                </a:cubicBezTo>
                <a:cubicBezTo>
                  <a:pt x="2444721" y="56508"/>
                  <a:pt x="2446023" y="49630"/>
                  <a:pt x="2448628" y="43735"/>
                </a:cubicBezTo>
                <a:cubicBezTo>
                  <a:pt x="2451233" y="37840"/>
                  <a:pt x="2455198" y="33418"/>
                  <a:pt x="2460522" y="30470"/>
                </a:cubicBezTo>
                <a:cubicBezTo>
                  <a:pt x="2465846" y="27523"/>
                  <a:pt x="2471638" y="26049"/>
                  <a:pt x="2477899" y="26049"/>
                </a:cubicBezTo>
                <a:cubicBezTo>
                  <a:pt x="2485805" y="26049"/>
                  <a:pt x="2492272" y="28048"/>
                  <a:pt x="2497299" y="32047"/>
                </a:cubicBezTo>
                <a:cubicBezTo>
                  <a:pt x="2502326" y="36046"/>
                  <a:pt x="2505547" y="41724"/>
                  <a:pt x="2506964" y="49082"/>
                </a:cubicBezTo>
                <a:lnTo>
                  <a:pt x="2494968" y="50933"/>
                </a:lnTo>
                <a:cubicBezTo>
                  <a:pt x="2493825" y="46043"/>
                  <a:pt x="2491803" y="42364"/>
                  <a:pt x="2488901" y="39896"/>
                </a:cubicBezTo>
                <a:cubicBezTo>
                  <a:pt x="2485999" y="37428"/>
                  <a:pt x="2482492" y="36194"/>
                  <a:pt x="2478379" y="36194"/>
                </a:cubicBezTo>
                <a:cubicBezTo>
                  <a:pt x="2472164" y="36194"/>
                  <a:pt x="2467114" y="38422"/>
                  <a:pt x="2463229" y="42878"/>
                </a:cubicBezTo>
                <a:cubicBezTo>
                  <a:pt x="2459345" y="47334"/>
                  <a:pt x="2457403" y="54383"/>
                  <a:pt x="2457403" y="64026"/>
                </a:cubicBezTo>
                <a:cubicBezTo>
                  <a:pt x="2457403" y="73805"/>
                  <a:pt x="2459276" y="80912"/>
                  <a:pt x="2463024" y="85345"/>
                </a:cubicBezTo>
                <a:cubicBezTo>
                  <a:pt x="2466771" y="89778"/>
                  <a:pt x="2471661" y="91994"/>
                  <a:pt x="2477693" y="91994"/>
                </a:cubicBezTo>
                <a:cubicBezTo>
                  <a:pt x="2482538" y="91994"/>
                  <a:pt x="2486582" y="90509"/>
                  <a:pt x="2489827" y="87538"/>
                </a:cubicBezTo>
                <a:cubicBezTo>
                  <a:pt x="2493071" y="84568"/>
                  <a:pt x="2495128" y="79998"/>
                  <a:pt x="2495996" y="73828"/>
                </a:cubicBezTo>
                <a:close/>
                <a:moveTo>
                  <a:pt x="2518462" y="100494"/>
                </a:moveTo>
                <a:lnTo>
                  <a:pt x="2518462" y="0"/>
                </a:lnTo>
                <a:lnTo>
                  <a:pt x="2530801" y="0"/>
                </a:lnTo>
                <a:lnTo>
                  <a:pt x="2530801" y="36057"/>
                </a:lnTo>
                <a:cubicBezTo>
                  <a:pt x="2536559" y="29385"/>
                  <a:pt x="2543825" y="26049"/>
                  <a:pt x="2552599" y="26049"/>
                </a:cubicBezTo>
                <a:cubicBezTo>
                  <a:pt x="2557992" y="26049"/>
                  <a:pt x="2562676" y="27111"/>
                  <a:pt x="2566652" y="29237"/>
                </a:cubicBezTo>
                <a:cubicBezTo>
                  <a:pt x="2570628" y="31362"/>
                  <a:pt x="2573473" y="34298"/>
                  <a:pt x="2575187" y="38045"/>
                </a:cubicBezTo>
                <a:cubicBezTo>
                  <a:pt x="2576900" y="41793"/>
                  <a:pt x="2577757" y="47231"/>
                  <a:pt x="2577757" y="54360"/>
                </a:cubicBezTo>
                <a:lnTo>
                  <a:pt x="2577757" y="100494"/>
                </a:lnTo>
                <a:lnTo>
                  <a:pt x="2565418" y="100494"/>
                </a:lnTo>
                <a:lnTo>
                  <a:pt x="2565418" y="54360"/>
                </a:lnTo>
                <a:cubicBezTo>
                  <a:pt x="2565418" y="48191"/>
                  <a:pt x="2564082" y="43701"/>
                  <a:pt x="2561408" y="40890"/>
                </a:cubicBezTo>
                <a:cubicBezTo>
                  <a:pt x="2558735" y="38079"/>
                  <a:pt x="2554953" y="36674"/>
                  <a:pt x="2550063" y="36674"/>
                </a:cubicBezTo>
                <a:cubicBezTo>
                  <a:pt x="2546407" y="36674"/>
                  <a:pt x="2542968" y="37622"/>
                  <a:pt x="2539746" y="39519"/>
                </a:cubicBezTo>
                <a:cubicBezTo>
                  <a:pt x="2536524" y="41416"/>
                  <a:pt x="2534228" y="43986"/>
                  <a:pt x="2532857" y="47231"/>
                </a:cubicBezTo>
                <a:cubicBezTo>
                  <a:pt x="2531486" y="50476"/>
                  <a:pt x="2530801" y="54954"/>
                  <a:pt x="2530801" y="60667"/>
                </a:cubicBezTo>
                <a:lnTo>
                  <a:pt x="2530801" y="100494"/>
                </a:lnTo>
                <a:lnTo>
                  <a:pt x="2518462" y="100494"/>
                </a:lnTo>
                <a:close/>
                <a:moveTo>
                  <a:pt x="2646131" y="77050"/>
                </a:moveTo>
                <a:lnTo>
                  <a:pt x="2658881" y="78627"/>
                </a:lnTo>
                <a:cubicBezTo>
                  <a:pt x="2656870" y="86076"/>
                  <a:pt x="2653145" y="91857"/>
                  <a:pt x="2647707" y="95970"/>
                </a:cubicBezTo>
                <a:cubicBezTo>
                  <a:pt x="2642269" y="100083"/>
                  <a:pt x="2635322" y="102139"/>
                  <a:pt x="2626868" y="102139"/>
                </a:cubicBezTo>
                <a:cubicBezTo>
                  <a:pt x="2616220" y="102139"/>
                  <a:pt x="2607777" y="98860"/>
                  <a:pt x="2601539" y="92302"/>
                </a:cubicBezTo>
                <a:cubicBezTo>
                  <a:pt x="2595301" y="85745"/>
                  <a:pt x="2592182" y="76547"/>
                  <a:pt x="2592182" y="64711"/>
                </a:cubicBezTo>
                <a:cubicBezTo>
                  <a:pt x="2592182" y="52464"/>
                  <a:pt x="2595335" y="42958"/>
                  <a:pt x="2601642" y="36194"/>
                </a:cubicBezTo>
                <a:cubicBezTo>
                  <a:pt x="2607948" y="29431"/>
                  <a:pt x="2616129" y="26049"/>
                  <a:pt x="2626182" y="26049"/>
                </a:cubicBezTo>
                <a:cubicBezTo>
                  <a:pt x="2635917" y="26049"/>
                  <a:pt x="2643868" y="29362"/>
                  <a:pt x="2650038" y="35989"/>
                </a:cubicBezTo>
                <a:cubicBezTo>
                  <a:pt x="2656207" y="42615"/>
                  <a:pt x="2659292" y="51938"/>
                  <a:pt x="2659292" y="63957"/>
                </a:cubicBezTo>
                <a:cubicBezTo>
                  <a:pt x="2659292" y="64688"/>
                  <a:pt x="2659269" y="65785"/>
                  <a:pt x="2659224" y="67247"/>
                </a:cubicBezTo>
                <a:lnTo>
                  <a:pt x="2604932" y="67247"/>
                </a:lnTo>
                <a:cubicBezTo>
                  <a:pt x="2605389" y="75245"/>
                  <a:pt x="2607651" y="81369"/>
                  <a:pt x="2611718" y="85619"/>
                </a:cubicBezTo>
                <a:cubicBezTo>
                  <a:pt x="2615786" y="89869"/>
                  <a:pt x="2620858" y="91994"/>
                  <a:pt x="2626937" y="91994"/>
                </a:cubicBezTo>
                <a:cubicBezTo>
                  <a:pt x="2631461" y="91994"/>
                  <a:pt x="2635322" y="90806"/>
                  <a:pt x="2638521" y="88429"/>
                </a:cubicBezTo>
                <a:cubicBezTo>
                  <a:pt x="2641720" y="86053"/>
                  <a:pt x="2644257" y="82260"/>
                  <a:pt x="2646131" y="77050"/>
                </a:cubicBezTo>
                <a:moveTo>
                  <a:pt x="2605618" y="57102"/>
                </a:moveTo>
                <a:lnTo>
                  <a:pt x="2646268" y="57102"/>
                </a:lnTo>
                <a:cubicBezTo>
                  <a:pt x="2645719" y="50978"/>
                  <a:pt x="2644165" y="46385"/>
                  <a:pt x="2641606" y="43324"/>
                </a:cubicBezTo>
                <a:cubicBezTo>
                  <a:pt x="2637676" y="38571"/>
                  <a:pt x="2632580" y="36194"/>
                  <a:pt x="2626320" y="36194"/>
                </a:cubicBezTo>
                <a:cubicBezTo>
                  <a:pt x="2620653" y="36194"/>
                  <a:pt x="2615889" y="38091"/>
                  <a:pt x="2612027" y="41884"/>
                </a:cubicBezTo>
                <a:cubicBezTo>
                  <a:pt x="2608165" y="45677"/>
                  <a:pt x="2606029" y="50750"/>
                  <a:pt x="2605618" y="57102"/>
                </a:cubicBezTo>
                <a:close/>
                <a:moveTo>
                  <a:pt x="2674127" y="100494"/>
                </a:moveTo>
                <a:lnTo>
                  <a:pt x="2674127" y="27694"/>
                </a:lnTo>
                <a:lnTo>
                  <a:pt x="2685232" y="27694"/>
                </a:lnTo>
                <a:lnTo>
                  <a:pt x="2685232" y="38045"/>
                </a:lnTo>
                <a:cubicBezTo>
                  <a:pt x="2690579" y="30048"/>
                  <a:pt x="2698302" y="26049"/>
                  <a:pt x="2708402" y="26049"/>
                </a:cubicBezTo>
                <a:cubicBezTo>
                  <a:pt x="2712789" y="26049"/>
                  <a:pt x="2716822" y="26837"/>
                  <a:pt x="2720501" y="28414"/>
                </a:cubicBezTo>
                <a:cubicBezTo>
                  <a:pt x="2724180" y="29991"/>
                  <a:pt x="2726933" y="32059"/>
                  <a:pt x="2728761" y="34618"/>
                </a:cubicBezTo>
                <a:cubicBezTo>
                  <a:pt x="2730589" y="37177"/>
                  <a:pt x="2731869" y="40216"/>
                  <a:pt x="2732600" y="43735"/>
                </a:cubicBezTo>
                <a:cubicBezTo>
                  <a:pt x="2733057" y="46020"/>
                  <a:pt x="2733285" y="50019"/>
                  <a:pt x="2733285" y="55731"/>
                </a:cubicBezTo>
                <a:lnTo>
                  <a:pt x="2733285" y="100494"/>
                </a:lnTo>
                <a:lnTo>
                  <a:pt x="2720946" y="100494"/>
                </a:lnTo>
                <a:lnTo>
                  <a:pt x="2720946" y="56211"/>
                </a:lnTo>
                <a:cubicBezTo>
                  <a:pt x="2720946" y="51184"/>
                  <a:pt x="2720466" y="47425"/>
                  <a:pt x="2719507" y="44934"/>
                </a:cubicBezTo>
                <a:cubicBezTo>
                  <a:pt x="2718547" y="42444"/>
                  <a:pt x="2716845" y="40456"/>
                  <a:pt x="2714400" y="38971"/>
                </a:cubicBezTo>
                <a:cubicBezTo>
                  <a:pt x="2711955" y="37485"/>
                  <a:pt x="2709087" y="36743"/>
                  <a:pt x="2705797" y="36743"/>
                </a:cubicBezTo>
                <a:cubicBezTo>
                  <a:pt x="2700541" y="36743"/>
                  <a:pt x="2696006" y="38411"/>
                  <a:pt x="2692190" y="41747"/>
                </a:cubicBezTo>
                <a:cubicBezTo>
                  <a:pt x="2688374" y="45083"/>
                  <a:pt x="2686466" y="51412"/>
                  <a:pt x="2686466" y="60735"/>
                </a:cubicBezTo>
                <a:lnTo>
                  <a:pt x="2686466" y="100494"/>
                </a:lnTo>
                <a:lnTo>
                  <a:pt x="2674127" y="100494"/>
                </a:lnTo>
                <a:close/>
                <a:moveTo>
                  <a:pt x="2837987" y="73828"/>
                </a:moveTo>
                <a:lnTo>
                  <a:pt x="2850121" y="75405"/>
                </a:lnTo>
                <a:cubicBezTo>
                  <a:pt x="2848795" y="83768"/>
                  <a:pt x="2845402" y="90315"/>
                  <a:pt x="2839941" y="95044"/>
                </a:cubicBezTo>
                <a:cubicBezTo>
                  <a:pt x="2834480" y="99774"/>
                  <a:pt x="2827773" y="102139"/>
                  <a:pt x="2819822" y="102139"/>
                </a:cubicBezTo>
                <a:cubicBezTo>
                  <a:pt x="2809859" y="102139"/>
                  <a:pt x="2801850" y="98883"/>
                  <a:pt x="2795795" y="92371"/>
                </a:cubicBezTo>
                <a:cubicBezTo>
                  <a:pt x="2789740" y="85859"/>
                  <a:pt x="2786712" y="76525"/>
                  <a:pt x="2786712" y="64368"/>
                </a:cubicBezTo>
                <a:cubicBezTo>
                  <a:pt x="2786712" y="56508"/>
                  <a:pt x="2788014" y="49630"/>
                  <a:pt x="2790619" y="43735"/>
                </a:cubicBezTo>
                <a:cubicBezTo>
                  <a:pt x="2793224" y="37840"/>
                  <a:pt x="2797189" y="33418"/>
                  <a:pt x="2802513" y="30470"/>
                </a:cubicBezTo>
                <a:cubicBezTo>
                  <a:pt x="2807837" y="27523"/>
                  <a:pt x="2813629" y="26049"/>
                  <a:pt x="2819890" y="26049"/>
                </a:cubicBezTo>
                <a:cubicBezTo>
                  <a:pt x="2827796" y="26049"/>
                  <a:pt x="2834263" y="28048"/>
                  <a:pt x="2839290" y="32047"/>
                </a:cubicBezTo>
                <a:cubicBezTo>
                  <a:pt x="2844317" y="36046"/>
                  <a:pt x="2847539" y="41724"/>
                  <a:pt x="2848955" y="49082"/>
                </a:cubicBezTo>
                <a:lnTo>
                  <a:pt x="2836959" y="50933"/>
                </a:lnTo>
                <a:cubicBezTo>
                  <a:pt x="2835816" y="46043"/>
                  <a:pt x="2833794" y="42364"/>
                  <a:pt x="2830892" y="39896"/>
                </a:cubicBezTo>
                <a:cubicBezTo>
                  <a:pt x="2827990" y="37428"/>
                  <a:pt x="2824483" y="36194"/>
                  <a:pt x="2820370" y="36194"/>
                </a:cubicBezTo>
                <a:cubicBezTo>
                  <a:pt x="2814155" y="36194"/>
                  <a:pt x="2809105" y="38422"/>
                  <a:pt x="2805220" y="42878"/>
                </a:cubicBezTo>
                <a:cubicBezTo>
                  <a:pt x="2801336" y="47334"/>
                  <a:pt x="2799394" y="54383"/>
                  <a:pt x="2799394" y="64026"/>
                </a:cubicBezTo>
                <a:cubicBezTo>
                  <a:pt x="2799394" y="73805"/>
                  <a:pt x="2801267" y="80912"/>
                  <a:pt x="2805015" y="85345"/>
                </a:cubicBezTo>
                <a:cubicBezTo>
                  <a:pt x="2808762" y="89778"/>
                  <a:pt x="2813652" y="91994"/>
                  <a:pt x="2819684" y="91994"/>
                </a:cubicBezTo>
                <a:cubicBezTo>
                  <a:pt x="2824529" y="91994"/>
                  <a:pt x="2828573" y="90509"/>
                  <a:pt x="2831818" y="87538"/>
                </a:cubicBezTo>
                <a:cubicBezTo>
                  <a:pt x="2835062" y="84568"/>
                  <a:pt x="2837119" y="79998"/>
                  <a:pt x="2837987" y="73828"/>
                </a:cubicBezTo>
                <a:close/>
                <a:moveTo>
                  <a:pt x="2907958" y="91514"/>
                </a:moveTo>
                <a:cubicBezTo>
                  <a:pt x="2903388" y="95399"/>
                  <a:pt x="2898989" y="98141"/>
                  <a:pt x="2894762" y="99740"/>
                </a:cubicBezTo>
                <a:cubicBezTo>
                  <a:pt x="2890535" y="101340"/>
                  <a:pt x="2885999" y="102139"/>
                  <a:pt x="2881155" y="102139"/>
                </a:cubicBezTo>
                <a:cubicBezTo>
                  <a:pt x="2873157" y="102139"/>
                  <a:pt x="2867011" y="100186"/>
                  <a:pt x="2862715" y="96278"/>
                </a:cubicBezTo>
                <a:cubicBezTo>
                  <a:pt x="2858419" y="92371"/>
                  <a:pt x="2856271" y="87378"/>
                  <a:pt x="2856271" y="81300"/>
                </a:cubicBezTo>
                <a:cubicBezTo>
                  <a:pt x="2856271" y="77736"/>
                  <a:pt x="2857083" y="74479"/>
                  <a:pt x="2858705" y="71532"/>
                </a:cubicBezTo>
                <a:cubicBezTo>
                  <a:pt x="2860327" y="68584"/>
                  <a:pt x="2862452" y="66219"/>
                  <a:pt x="2865080" y="64437"/>
                </a:cubicBezTo>
                <a:cubicBezTo>
                  <a:pt x="2867708" y="62655"/>
                  <a:pt x="2870667" y="61306"/>
                  <a:pt x="2873957" y="60392"/>
                </a:cubicBezTo>
                <a:cubicBezTo>
                  <a:pt x="2876379" y="59753"/>
                  <a:pt x="2880035" y="59136"/>
                  <a:pt x="2884925" y="58542"/>
                </a:cubicBezTo>
                <a:cubicBezTo>
                  <a:pt x="2894888" y="57353"/>
                  <a:pt x="2902223" y="55937"/>
                  <a:pt x="2906930" y="54292"/>
                </a:cubicBezTo>
                <a:cubicBezTo>
                  <a:pt x="2906975" y="52601"/>
                  <a:pt x="2906998" y="51527"/>
                  <a:pt x="2906998" y="51070"/>
                </a:cubicBezTo>
                <a:cubicBezTo>
                  <a:pt x="2906998" y="46043"/>
                  <a:pt x="2905833" y="42501"/>
                  <a:pt x="2903502" y="40444"/>
                </a:cubicBezTo>
                <a:cubicBezTo>
                  <a:pt x="2900349" y="37657"/>
                  <a:pt x="2895665" y="36263"/>
                  <a:pt x="2889450" y="36263"/>
                </a:cubicBezTo>
                <a:cubicBezTo>
                  <a:pt x="2883646" y="36263"/>
                  <a:pt x="2879361" y="37280"/>
                  <a:pt x="2876596" y="39313"/>
                </a:cubicBezTo>
                <a:cubicBezTo>
                  <a:pt x="2873832" y="41347"/>
                  <a:pt x="2871786" y="44946"/>
                  <a:pt x="2870461" y="50110"/>
                </a:cubicBezTo>
                <a:lnTo>
                  <a:pt x="2858396" y="48465"/>
                </a:lnTo>
                <a:cubicBezTo>
                  <a:pt x="2859493" y="43301"/>
                  <a:pt x="2861298" y="39131"/>
                  <a:pt x="2863812" y="35954"/>
                </a:cubicBezTo>
                <a:cubicBezTo>
                  <a:pt x="2866325" y="32778"/>
                  <a:pt x="2869958" y="30333"/>
                  <a:pt x="2874711" y="28620"/>
                </a:cubicBezTo>
                <a:cubicBezTo>
                  <a:pt x="2879464" y="26906"/>
                  <a:pt x="2884971" y="26049"/>
                  <a:pt x="2891232" y="26049"/>
                </a:cubicBezTo>
                <a:cubicBezTo>
                  <a:pt x="2897447" y="26049"/>
                  <a:pt x="2902497" y="26780"/>
                  <a:pt x="2906381" y="28243"/>
                </a:cubicBezTo>
                <a:cubicBezTo>
                  <a:pt x="2910266" y="29705"/>
                  <a:pt x="2913122" y="31544"/>
                  <a:pt x="2914950" y="33761"/>
                </a:cubicBezTo>
                <a:cubicBezTo>
                  <a:pt x="2916778" y="35977"/>
                  <a:pt x="2918058" y="38776"/>
                  <a:pt x="2918789" y="42158"/>
                </a:cubicBezTo>
                <a:cubicBezTo>
                  <a:pt x="2919200" y="44260"/>
                  <a:pt x="2919406" y="48053"/>
                  <a:pt x="2919406" y="53537"/>
                </a:cubicBezTo>
                <a:lnTo>
                  <a:pt x="2919406" y="69989"/>
                </a:lnTo>
                <a:cubicBezTo>
                  <a:pt x="2919406" y="81460"/>
                  <a:pt x="2919669" y="88715"/>
                  <a:pt x="2920194" y="91754"/>
                </a:cubicBezTo>
                <a:cubicBezTo>
                  <a:pt x="2920720" y="94793"/>
                  <a:pt x="2921759" y="97706"/>
                  <a:pt x="2923313" y="100494"/>
                </a:cubicBezTo>
                <a:lnTo>
                  <a:pt x="2910426" y="100494"/>
                </a:lnTo>
                <a:cubicBezTo>
                  <a:pt x="2909146" y="97935"/>
                  <a:pt x="2908324" y="94942"/>
                  <a:pt x="2907958" y="91514"/>
                </a:cubicBezTo>
                <a:moveTo>
                  <a:pt x="2906930" y="63957"/>
                </a:moveTo>
                <a:cubicBezTo>
                  <a:pt x="2902451" y="65785"/>
                  <a:pt x="2895733" y="67339"/>
                  <a:pt x="2886776" y="68618"/>
                </a:cubicBezTo>
                <a:cubicBezTo>
                  <a:pt x="2881703" y="69350"/>
                  <a:pt x="2878116" y="70172"/>
                  <a:pt x="2876014" y="71086"/>
                </a:cubicBezTo>
                <a:cubicBezTo>
                  <a:pt x="2873912" y="72000"/>
                  <a:pt x="2872289" y="73337"/>
                  <a:pt x="2871147" y="75096"/>
                </a:cubicBezTo>
                <a:cubicBezTo>
                  <a:pt x="2870004" y="76856"/>
                  <a:pt x="2869433" y="78810"/>
                  <a:pt x="2869433" y="80957"/>
                </a:cubicBezTo>
                <a:cubicBezTo>
                  <a:pt x="2869433" y="84248"/>
                  <a:pt x="2870678" y="86990"/>
                  <a:pt x="2873169" y="89183"/>
                </a:cubicBezTo>
                <a:cubicBezTo>
                  <a:pt x="2875660" y="91377"/>
                  <a:pt x="2879304" y="92474"/>
                  <a:pt x="2884103" y="92474"/>
                </a:cubicBezTo>
                <a:cubicBezTo>
                  <a:pt x="2888855" y="92474"/>
                  <a:pt x="2893083" y="91434"/>
                  <a:pt x="2896784" y="89355"/>
                </a:cubicBezTo>
                <a:cubicBezTo>
                  <a:pt x="2900486" y="87275"/>
                  <a:pt x="2903205" y="84431"/>
                  <a:pt x="2904942" y="80820"/>
                </a:cubicBezTo>
                <a:cubicBezTo>
                  <a:pt x="2906267" y="78033"/>
                  <a:pt x="2906930" y="73920"/>
                  <a:pt x="2906930" y="68481"/>
                </a:cubicBezTo>
                <a:lnTo>
                  <a:pt x="2906930" y="63957"/>
                </a:lnTo>
                <a:close/>
                <a:moveTo>
                  <a:pt x="2949664" y="100494"/>
                </a:moveTo>
                <a:lnTo>
                  <a:pt x="2938217" y="100494"/>
                </a:lnTo>
                <a:lnTo>
                  <a:pt x="2938217" y="0"/>
                </a:lnTo>
                <a:lnTo>
                  <a:pt x="2950556" y="0"/>
                </a:lnTo>
                <a:lnTo>
                  <a:pt x="2950556" y="35852"/>
                </a:lnTo>
                <a:cubicBezTo>
                  <a:pt x="2955765" y="29317"/>
                  <a:pt x="2962415" y="26049"/>
                  <a:pt x="2970504" y="26049"/>
                </a:cubicBezTo>
                <a:cubicBezTo>
                  <a:pt x="2974982" y="26049"/>
                  <a:pt x="2979221" y="26952"/>
                  <a:pt x="2983220" y="28757"/>
                </a:cubicBezTo>
                <a:cubicBezTo>
                  <a:pt x="2987218" y="30562"/>
                  <a:pt x="2990509" y="33098"/>
                  <a:pt x="2993091" y="36366"/>
                </a:cubicBezTo>
                <a:cubicBezTo>
                  <a:pt x="2995673" y="39633"/>
                  <a:pt x="2997695" y="43575"/>
                  <a:pt x="2999158" y="48191"/>
                </a:cubicBezTo>
                <a:cubicBezTo>
                  <a:pt x="3000620" y="52806"/>
                  <a:pt x="3001351" y="57742"/>
                  <a:pt x="3001351" y="62997"/>
                </a:cubicBezTo>
                <a:cubicBezTo>
                  <a:pt x="3001351" y="75473"/>
                  <a:pt x="2998266" y="85116"/>
                  <a:pt x="2992097" y="91925"/>
                </a:cubicBezTo>
                <a:cubicBezTo>
                  <a:pt x="2985927" y="98735"/>
                  <a:pt x="2978524" y="102139"/>
                  <a:pt x="2969887" y="102139"/>
                </a:cubicBezTo>
                <a:cubicBezTo>
                  <a:pt x="2961295" y="102139"/>
                  <a:pt x="2954554" y="98552"/>
                  <a:pt x="2949664" y="91377"/>
                </a:cubicBezTo>
                <a:lnTo>
                  <a:pt x="2949664" y="100494"/>
                </a:lnTo>
                <a:moveTo>
                  <a:pt x="2949527" y="63546"/>
                </a:moveTo>
                <a:cubicBezTo>
                  <a:pt x="2949527" y="72274"/>
                  <a:pt x="2950716" y="78581"/>
                  <a:pt x="2953092" y="82466"/>
                </a:cubicBezTo>
                <a:cubicBezTo>
                  <a:pt x="2956976" y="88818"/>
                  <a:pt x="2962232" y="91994"/>
                  <a:pt x="2968858" y="91994"/>
                </a:cubicBezTo>
                <a:cubicBezTo>
                  <a:pt x="2974251" y="91994"/>
                  <a:pt x="2978912" y="89652"/>
                  <a:pt x="2982843" y="84968"/>
                </a:cubicBezTo>
                <a:cubicBezTo>
                  <a:pt x="2986773" y="80283"/>
                  <a:pt x="2988738" y="73303"/>
                  <a:pt x="2988738" y="64026"/>
                </a:cubicBezTo>
                <a:cubicBezTo>
                  <a:pt x="2988738" y="54520"/>
                  <a:pt x="2986853" y="47505"/>
                  <a:pt x="2983083" y="42981"/>
                </a:cubicBezTo>
                <a:cubicBezTo>
                  <a:pt x="2979312" y="38457"/>
                  <a:pt x="2974754" y="36194"/>
                  <a:pt x="2969407" y="36194"/>
                </a:cubicBezTo>
                <a:cubicBezTo>
                  <a:pt x="2964014" y="36194"/>
                  <a:pt x="2959353" y="38536"/>
                  <a:pt x="2955423" y="43221"/>
                </a:cubicBezTo>
                <a:cubicBezTo>
                  <a:pt x="2951492" y="47905"/>
                  <a:pt x="2949527" y="54680"/>
                  <a:pt x="2949527" y="63546"/>
                </a:cubicBezTo>
                <a:close/>
                <a:moveTo>
                  <a:pt x="3016187" y="14190"/>
                </a:moveTo>
                <a:lnTo>
                  <a:pt x="3016187" y="0"/>
                </a:lnTo>
                <a:lnTo>
                  <a:pt x="3028526" y="0"/>
                </a:lnTo>
                <a:lnTo>
                  <a:pt x="3028526" y="14190"/>
                </a:lnTo>
                <a:lnTo>
                  <a:pt x="3016187" y="14190"/>
                </a:lnTo>
                <a:moveTo>
                  <a:pt x="3016187" y="100494"/>
                </a:moveTo>
                <a:lnTo>
                  <a:pt x="3016187" y="27694"/>
                </a:lnTo>
                <a:lnTo>
                  <a:pt x="3028526" y="27694"/>
                </a:lnTo>
                <a:lnTo>
                  <a:pt x="3028526" y="100494"/>
                </a:lnTo>
                <a:lnTo>
                  <a:pt x="3016187" y="100494"/>
                </a:lnTo>
                <a:close/>
                <a:moveTo>
                  <a:pt x="3047621" y="100494"/>
                </a:moveTo>
                <a:lnTo>
                  <a:pt x="3047621" y="27694"/>
                </a:lnTo>
                <a:lnTo>
                  <a:pt x="3058727" y="27694"/>
                </a:lnTo>
                <a:lnTo>
                  <a:pt x="3058727" y="38045"/>
                </a:lnTo>
                <a:cubicBezTo>
                  <a:pt x="3064073" y="30048"/>
                  <a:pt x="3071797" y="26049"/>
                  <a:pt x="3081896" y="26049"/>
                </a:cubicBezTo>
                <a:cubicBezTo>
                  <a:pt x="3086284" y="26049"/>
                  <a:pt x="3090317" y="26837"/>
                  <a:pt x="3093995" y="28414"/>
                </a:cubicBezTo>
                <a:cubicBezTo>
                  <a:pt x="3097674" y="29991"/>
                  <a:pt x="3100428" y="32059"/>
                  <a:pt x="3102256" y="34618"/>
                </a:cubicBezTo>
                <a:cubicBezTo>
                  <a:pt x="3104084" y="37177"/>
                  <a:pt x="3105363" y="40216"/>
                  <a:pt x="3106095" y="43735"/>
                </a:cubicBezTo>
                <a:cubicBezTo>
                  <a:pt x="3106552" y="46020"/>
                  <a:pt x="3106780" y="50019"/>
                  <a:pt x="3106780" y="55731"/>
                </a:cubicBezTo>
                <a:lnTo>
                  <a:pt x="3106780" y="100494"/>
                </a:lnTo>
                <a:lnTo>
                  <a:pt x="3094441" y="100494"/>
                </a:lnTo>
                <a:lnTo>
                  <a:pt x="3094441" y="56211"/>
                </a:lnTo>
                <a:cubicBezTo>
                  <a:pt x="3094441" y="51184"/>
                  <a:pt x="3093961" y="47425"/>
                  <a:pt x="3093001" y="44934"/>
                </a:cubicBezTo>
                <a:cubicBezTo>
                  <a:pt x="3092042" y="42444"/>
                  <a:pt x="3090339" y="40456"/>
                  <a:pt x="3087894" y="38971"/>
                </a:cubicBezTo>
                <a:cubicBezTo>
                  <a:pt x="3085450" y="37485"/>
                  <a:pt x="3082582" y="36743"/>
                  <a:pt x="3079291" y="36743"/>
                </a:cubicBezTo>
                <a:cubicBezTo>
                  <a:pt x="3074036" y="36743"/>
                  <a:pt x="3069500" y="38411"/>
                  <a:pt x="3065684" y="41747"/>
                </a:cubicBezTo>
                <a:cubicBezTo>
                  <a:pt x="3061868" y="45083"/>
                  <a:pt x="3059960" y="51412"/>
                  <a:pt x="3059960" y="60735"/>
                </a:cubicBezTo>
                <a:lnTo>
                  <a:pt x="3059960" y="100494"/>
                </a:lnTo>
                <a:lnTo>
                  <a:pt x="3047621" y="100494"/>
                </a:lnTo>
                <a:close/>
                <a:moveTo>
                  <a:pt x="3175290" y="77050"/>
                </a:moveTo>
                <a:lnTo>
                  <a:pt x="3188040" y="78627"/>
                </a:lnTo>
                <a:cubicBezTo>
                  <a:pt x="3186029" y="86076"/>
                  <a:pt x="3182304" y="91857"/>
                  <a:pt x="3176866" y="95970"/>
                </a:cubicBezTo>
                <a:cubicBezTo>
                  <a:pt x="3171428" y="100083"/>
                  <a:pt x="3164481" y="102139"/>
                  <a:pt x="3156027" y="102139"/>
                </a:cubicBezTo>
                <a:cubicBezTo>
                  <a:pt x="3145379" y="102139"/>
                  <a:pt x="3136936" y="98860"/>
                  <a:pt x="3130698" y="92302"/>
                </a:cubicBezTo>
                <a:cubicBezTo>
                  <a:pt x="3124460" y="85745"/>
                  <a:pt x="3121341" y="76547"/>
                  <a:pt x="3121341" y="64711"/>
                </a:cubicBezTo>
                <a:cubicBezTo>
                  <a:pt x="3121341" y="52464"/>
                  <a:pt x="3124494" y="42958"/>
                  <a:pt x="3130801" y="36194"/>
                </a:cubicBezTo>
                <a:cubicBezTo>
                  <a:pt x="3137107" y="29431"/>
                  <a:pt x="3145287" y="26049"/>
                  <a:pt x="3155341" y="26049"/>
                </a:cubicBezTo>
                <a:cubicBezTo>
                  <a:pt x="3165076" y="26049"/>
                  <a:pt x="3173027" y="29362"/>
                  <a:pt x="3179197" y="35989"/>
                </a:cubicBezTo>
                <a:cubicBezTo>
                  <a:pt x="3185366" y="42615"/>
                  <a:pt x="3188451" y="51938"/>
                  <a:pt x="3188451" y="63957"/>
                </a:cubicBezTo>
                <a:cubicBezTo>
                  <a:pt x="3188451" y="64688"/>
                  <a:pt x="3188428" y="65785"/>
                  <a:pt x="3188383" y="67247"/>
                </a:cubicBezTo>
                <a:lnTo>
                  <a:pt x="3134091" y="67247"/>
                </a:lnTo>
                <a:cubicBezTo>
                  <a:pt x="3134548" y="75245"/>
                  <a:pt x="3136810" y="81369"/>
                  <a:pt x="3140877" y="85619"/>
                </a:cubicBezTo>
                <a:cubicBezTo>
                  <a:pt x="3144945" y="89869"/>
                  <a:pt x="3150017" y="91994"/>
                  <a:pt x="3156096" y="91994"/>
                </a:cubicBezTo>
                <a:cubicBezTo>
                  <a:pt x="3160620" y="91994"/>
                  <a:pt x="3164481" y="90806"/>
                  <a:pt x="3167680" y="88429"/>
                </a:cubicBezTo>
                <a:cubicBezTo>
                  <a:pt x="3170879" y="86053"/>
                  <a:pt x="3173416" y="82260"/>
                  <a:pt x="3175290" y="77050"/>
                </a:cubicBezTo>
                <a:moveTo>
                  <a:pt x="3134777" y="57102"/>
                </a:moveTo>
                <a:lnTo>
                  <a:pt x="3175427" y="57102"/>
                </a:lnTo>
                <a:cubicBezTo>
                  <a:pt x="3174878" y="50978"/>
                  <a:pt x="3173324" y="46385"/>
                  <a:pt x="3170765" y="43324"/>
                </a:cubicBezTo>
                <a:cubicBezTo>
                  <a:pt x="3166835" y="38571"/>
                  <a:pt x="3161739" y="36194"/>
                  <a:pt x="3155479" y="36194"/>
                </a:cubicBezTo>
                <a:cubicBezTo>
                  <a:pt x="3149812" y="36194"/>
                  <a:pt x="3145048" y="38091"/>
                  <a:pt x="3141186" y="41884"/>
                </a:cubicBezTo>
                <a:cubicBezTo>
                  <a:pt x="3137324" y="45677"/>
                  <a:pt x="3135188" y="50750"/>
                  <a:pt x="3134777" y="57102"/>
                </a:cubicBezTo>
                <a:close/>
                <a:moveTo>
                  <a:pt x="3230226" y="89458"/>
                </a:moveTo>
                <a:lnTo>
                  <a:pt x="3232008" y="100357"/>
                </a:lnTo>
                <a:cubicBezTo>
                  <a:pt x="3228535" y="101088"/>
                  <a:pt x="3225427" y="101454"/>
                  <a:pt x="3222685" y="101454"/>
                </a:cubicBezTo>
                <a:cubicBezTo>
                  <a:pt x="3218206" y="101454"/>
                  <a:pt x="3214733" y="100746"/>
                  <a:pt x="3212265" y="99329"/>
                </a:cubicBezTo>
                <a:cubicBezTo>
                  <a:pt x="3209798" y="97912"/>
                  <a:pt x="3208061" y="96050"/>
                  <a:pt x="3207056" y="93742"/>
                </a:cubicBezTo>
                <a:cubicBezTo>
                  <a:pt x="3206050" y="91434"/>
                  <a:pt x="3205548" y="86579"/>
                  <a:pt x="3205548" y="79175"/>
                </a:cubicBezTo>
                <a:lnTo>
                  <a:pt x="3205548" y="37291"/>
                </a:lnTo>
                <a:lnTo>
                  <a:pt x="3196499" y="37291"/>
                </a:lnTo>
                <a:lnTo>
                  <a:pt x="3196499" y="27694"/>
                </a:lnTo>
                <a:lnTo>
                  <a:pt x="3205548" y="27694"/>
                </a:lnTo>
                <a:lnTo>
                  <a:pt x="3205548" y="9666"/>
                </a:lnTo>
                <a:lnTo>
                  <a:pt x="3217818" y="2262"/>
                </a:lnTo>
                <a:lnTo>
                  <a:pt x="3217818" y="27694"/>
                </a:lnTo>
                <a:lnTo>
                  <a:pt x="3230226" y="27694"/>
                </a:lnTo>
                <a:lnTo>
                  <a:pt x="3230226" y="37291"/>
                </a:lnTo>
                <a:lnTo>
                  <a:pt x="3217818" y="37291"/>
                </a:lnTo>
                <a:lnTo>
                  <a:pt x="3217818" y="79861"/>
                </a:lnTo>
                <a:cubicBezTo>
                  <a:pt x="3217818" y="83380"/>
                  <a:pt x="3218035" y="85642"/>
                  <a:pt x="3218469" y="86647"/>
                </a:cubicBezTo>
                <a:cubicBezTo>
                  <a:pt x="3218903" y="87653"/>
                  <a:pt x="3219612" y="88452"/>
                  <a:pt x="3220594" y="89046"/>
                </a:cubicBezTo>
                <a:cubicBezTo>
                  <a:pt x="3221577" y="89640"/>
                  <a:pt x="3222982" y="89938"/>
                  <a:pt x="3224810" y="89938"/>
                </a:cubicBezTo>
                <a:cubicBezTo>
                  <a:pt x="3226181" y="89938"/>
                  <a:pt x="3227986" y="89778"/>
                  <a:pt x="3230226" y="89458"/>
                </a:cubicBezTo>
                <a:close/>
                <a:moveTo>
                  <a:pt x="3245031" y="100494"/>
                </a:moveTo>
                <a:lnTo>
                  <a:pt x="3245031" y="86441"/>
                </a:lnTo>
                <a:lnTo>
                  <a:pt x="3259084" y="86441"/>
                </a:lnTo>
                <a:lnTo>
                  <a:pt x="3259084" y="100494"/>
                </a:lnTo>
                <a:cubicBezTo>
                  <a:pt x="3259084" y="105658"/>
                  <a:pt x="3258170" y="109828"/>
                  <a:pt x="3256342" y="113005"/>
                </a:cubicBezTo>
                <a:cubicBezTo>
                  <a:pt x="3254514" y="116181"/>
                  <a:pt x="3251612" y="118637"/>
                  <a:pt x="3247636" y="120374"/>
                </a:cubicBezTo>
                <a:lnTo>
                  <a:pt x="3244208" y="115095"/>
                </a:lnTo>
                <a:cubicBezTo>
                  <a:pt x="3246813" y="113953"/>
                  <a:pt x="3248733" y="112273"/>
                  <a:pt x="3249967" y="110057"/>
                </a:cubicBezTo>
                <a:cubicBezTo>
                  <a:pt x="3251200" y="107840"/>
                  <a:pt x="3251886" y="104653"/>
                  <a:pt x="3252023" y="100494"/>
                </a:cubicBezTo>
                <a:lnTo>
                  <a:pt x="3245031" y="100494"/>
                </a:lnTo>
                <a:close/>
                <a:moveTo>
                  <a:pt x="3314263" y="64094"/>
                </a:moveTo>
                <a:cubicBezTo>
                  <a:pt x="3314263" y="50613"/>
                  <a:pt x="3318010" y="40627"/>
                  <a:pt x="3325505" y="34138"/>
                </a:cubicBezTo>
                <a:cubicBezTo>
                  <a:pt x="3331766" y="28745"/>
                  <a:pt x="3339398" y="26049"/>
                  <a:pt x="3348401" y="26049"/>
                </a:cubicBezTo>
                <a:cubicBezTo>
                  <a:pt x="3358409" y="26049"/>
                  <a:pt x="3366589" y="29328"/>
                  <a:pt x="3372941" y="35886"/>
                </a:cubicBezTo>
                <a:cubicBezTo>
                  <a:pt x="3379294" y="42444"/>
                  <a:pt x="3382470" y="51504"/>
                  <a:pt x="3382470" y="63066"/>
                </a:cubicBezTo>
                <a:cubicBezTo>
                  <a:pt x="3382470" y="72434"/>
                  <a:pt x="3381065" y="79804"/>
                  <a:pt x="3378254" y="85173"/>
                </a:cubicBezTo>
                <a:cubicBezTo>
                  <a:pt x="3375444" y="90543"/>
                  <a:pt x="3371353" y="94713"/>
                  <a:pt x="3365984" y="97684"/>
                </a:cubicBezTo>
                <a:cubicBezTo>
                  <a:pt x="3360614" y="100654"/>
                  <a:pt x="3354753" y="102139"/>
                  <a:pt x="3348401" y="102139"/>
                </a:cubicBezTo>
                <a:cubicBezTo>
                  <a:pt x="3338210" y="102139"/>
                  <a:pt x="3329972" y="98872"/>
                  <a:pt x="3323688" y="92337"/>
                </a:cubicBezTo>
                <a:cubicBezTo>
                  <a:pt x="3317405" y="85802"/>
                  <a:pt x="3314263" y="76387"/>
                  <a:pt x="3314263" y="64094"/>
                </a:cubicBezTo>
                <a:moveTo>
                  <a:pt x="3326944" y="64094"/>
                </a:moveTo>
                <a:cubicBezTo>
                  <a:pt x="3326944" y="73417"/>
                  <a:pt x="3328978" y="80398"/>
                  <a:pt x="3333045" y="85036"/>
                </a:cubicBezTo>
                <a:cubicBezTo>
                  <a:pt x="3337113" y="89675"/>
                  <a:pt x="3342231" y="91994"/>
                  <a:pt x="3348401" y="91994"/>
                </a:cubicBezTo>
                <a:cubicBezTo>
                  <a:pt x="3354524" y="91994"/>
                  <a:pt x="3359620" y="89663"/>
                  <a:pt x="3363687" y="85002"/>
                </a:cubicBezTo>
                <a:cubicBezTo>
                  <a:pt x="3367755" y="80341"/>
                  <a:pt x="3369788" y="73234"/>
                  <a:pt x="3369788" y="63683"/>
                </a:cubicBezTo>
                <a:cubicBezTo>
                  <a:pt x="3369788" y="54680"/>
                  <a:pt x="3367743" y="47859"/>
                  <a:pt x="3363653" y="43221"/>
                </a:cubicBezTo>
                <a:cubicBezTo>
                  <a:pt x="3359563" y="38582"/>
                  <a:pt x="3354479" y="36263"/>
                  <a:pt x="3348401" y="36263"/>
                </a:cubicBezTo>
                <a:cubicBezTo>
                  <a:pt x="3342231" y="36263"/>
                  <a:pt x="3337113" y="38571"/>
                  <a:pt x="3333045" y="43186"/>
                </a:cubicBezTo>
                <a:cubicBezTo>
                  <a:pt x="3328978" y="47802"/>
                  <a:pt x="3326944" y="54771"/>
                  <a:pt x="3326944" y="64094"/>
                </a:cubicBezTo>
                <a:close/>
                <a:moveTo>
                  <a:pt x="3396688" y="128394"/>
                </a:moveTo>
                <a:lnTo>
                  <a:pt x="3396688" y="27694"/>
                </a:lnTo>
                <a:lnTo>
                  <a:pt x="3407930" y="27694"/>
                </a:lnTo>
                <a:lnTo>
                  <a:pt x="3407930" y="37154"/>
                </a:lnTo>
                <a:cubicBezTo>
                  <a:pt x="3410580" y="33452"/>
                  <a:pt x="3413574" y="30676"/>
                  <a:pt x="3416910" y="28825"/>
                </a:cubicBezTo>
                <a:cubicBezTo>
                  <a:pt x="3420246" y="26974"/>
                  <a:pt x="3424290" y="26049"/>
                  <a:pt x="3429043" y="26049"/>
                </a:cubicBezTo>
                <a:cubicBezTo>
                  <a:pt x="3435258" y="26049"/>
                  <a:pt x="3440742" y="27648"/>
                  <a:pt x="3445495" y="30847"/>
                </a:cubicBezTo>
                <a:cubicBezTo>
                  <a:pt x="3450248" y="34046"/>
                  <a:pt x="3453835" y="38559"/>
                  <a:pt x="3456258" y="44386"/>
                </a:cubicBezTo>
                <a:cubicBezTo>
                  <a:pt x="3458680" y="50213"/>
                  <a:pt x="3459891" y="56599"/>
                  <a:pt x="3459891" y="63546"/>
                </a:cubicBezTo>
                <a:cubicBezTo>
                  <a:pt x="3459891" y="70995"/>
                  <a:pt x="3458554" y="77701"/>
                  <a:pt x="3455880" y="83665"/>
                </a:cubicBezTo>
                <a:cubicBezTo>
                  <a:pt x="3453207" y="89629"/>
                  <a:pt x="3449323" y="94199"/>
                  <a:pt x="3444227" y="97375"/>
                </a:cubicBezTo>
                <a:cubicBezTo>
                  <a:pt x="3439131" y="100551"/>
                  <a:pt x="3433773" y="102139"/>
                  <a:pt x="3428152" y="102139"/>
                </a:cubicBezTo>
                <a:cubicBezTo>
                  <a:pt x="3424039" y="102139"/>
                  <a:pt x="3420349" y="101271"/>
                  <a:pt x="3417081" y="99534"/>
                </a:cubicBezTo>
                <a:cubicBezTo>
                  <a:pt x="3413814" y="97798"/>
                  <a:pt x="3411129" y="95604"/>
                  <a:pt x="3409027" y="92954"/>
                </a:cubicBezTo>
                <a:lnTo>
                  <a:pt x="3409027" y="128394"/>
                </a:lnTo>
                <a:lnTo>
                  <a:pt x="3396688" y="128394"/>
                </a:lnTo>
                <a:moveTo>
                  <a:pt x="3407861" y="64505"/>
                </a:moveTo>
                <a:cubicBezTo>
                  <a:pt x="3407861" y="73874"/>
                  <a:pt x="3409758" y="80798"/>
                  <a:pt x="3413551" y="85276"/>
                </a:cubicBezTo>
                <a:cubicBezTo>
                  <a:pt x="3417344" y="89755"/>
                  <a:pt x="3421937" y="91994"/>
                  <a:pt x="3427329" y="91994"/>
                </a:cubicBezTo>
                <a:cubicBezTo>
                  <a:pt x="3432813" y="91994"/>
                  <a:pt x="3437509" y="89675"/>
                  <a:pt x="3441416" y="85036"/>
                </a:cubicBezTo>
                <a:cubicBezTo>
                  <a:pt x="3445324" y="80398"/>
                  <a:pt x="3447277" y="73211"/>
                  <a:pt x="3447277" y="63477"/>
                </a:cubicBezTo>
                <a:cubicBezTo>
                  <a:pt x="3447277" y="54200"/>
                  <a:pt x="3445369" y="47254"/>
                  <a:pt x="3441554" y="42638"/>
                </a:cubicBezTo>
                <a:cubicBezTo>
                  <a:pt x="3437738" y="38022"/>
                  <a:pt x="3433179" y="35715"/>
                  <a:pt x="3427878" y="35715"/>
                </a:cubicBezTo>
                <a:cubicBezTo>
                  <a:pt x="3422622" y="35715"/>
                  <a:pt x="3417972" y="38171"/>
                  <a:pt x="3413928" y="43084"/>
                </a:cubicBezTo>
                <a:cubicBezTo>
                  <a:pt x="3409883" y="47996"/>
                  <a:pt x="3407861" y="55137"/>
                  <a:pt x="3407861" y="64505"/>
                </a:cubicBezTo>
                <a:close/>
                <a:moveTo>
                  <a:pt x="3524355" y="77050"/>
                </a:moveTo>
                <a:lnTo>
                  <a:pt x="3537105" y="78627"/>
                </a:lnTo>
                <a:cubicBezTo>
                  <a:pt x="3535095" y="86076"/>
                  <a:pt x="3531370" y="91857"/>
                  <a:pt x="3525932" y="95970"/>
                </a:cubicBezTo>
                <a:cubicBezTo>
                  <a:pt x="3520493" y="100083"/>
                  <a:pt x="3513547" y="102139"/>
                  <a:pt x="3505093" y="102139"/>
                </a:cubicBezTo>
                <a:cubicBezTo>
                  <a:pt x="3494445" y="102139"/>
                  <a:pt x="3486001" y="98860"/>
                  <a:pt x="3479763" y="92302"/>
                </a:cubicBezTo>
                <a:cubicBezTo>
                  <a:pt x="3473525" y="85745"/>
                  <a:pt x="3470406" y="76547"/>
                  <a:pt x="3470406" y="64711"/>
                </a:cubicBezTo>
                <a:cubicBezTo>
                  <a:pt x="3470406" y="52464"/>
                  <a:pt x="3473560" y="42958"/>
                  <a:pt x="3479866" y="36194"/>
                </a:cubicBezTo>
                <a:cubicBezTo>
                  <a:pt x="3486173" y="29431"/>
                  <a:pt x="3494353" y="26049"/>
                  <a:pt x="3504407" y="26049"/>
                </a:cubicBezTo>
                <a:cubicBezTo>
                  <a:pt x="3514141" y="26049"/>
                  <a:pt x="3522093" y="29362"/>
                  <a:pt x="3528262" y="35989"/>
                </a:cubicBezTo>
                <a:cubicBezTo>
                  <a:pt x="3534432" y="42615"/>
                  <a:pt x="3537517" y="51938"/>
                  <a:pt x="3537517" y="63957"/>
                </a:cubicBezTo>
                <a:cubicBezTo>
                  <a:pt x="3537517" y="64688"/>
                  <a:pt x="3537494" y="65785"/>
                  <a:pt x="3537448" y="67247"/>
                </a:cubicBezTo>
                <a:lnTo>
                  <a:pt x="3483157" y="67247"/>
                </a:lnTo>
                <a:cubicBezTo>
                  <a:pt x="3483614" y="75245"/>
                  <a:pt x="3485876" y="81369"/>
                  <a:pt x="3489943" y="85619"/>
                </a:cubicBezTo>
                <a:cubicBezTo>
                  <a:pt x="3494010" y="89869"/>
                  <a:pt x="3499083" y="91994"/>
                  <a:pt x="3505161" y="91994"/>
                </a:cubicBezTo>
                <a:cubicBezTo>
                  <a:pt x="3509685" y="91994"/>
                  <a:pt x="3513547" y="90806"/>
                  <a:pt x="3516746" y="88429"/>
                </a:cubicBezTo>
                <a:cubicBezTo>
                  <a:pt x="3519945" y="86053"/>
                  <a:pt x="3522481" y="82260"/>
                  <a:pt x="3524355" y="77050"/>
                </a:cubicBezTo>
                <a:moveTo>
                  <a:pt x="3483842" y="57102"/>
                </a:moveTo>
                <a:lnTo>
                  <a:pt x="3524492" y="57102"/>
                </a:lnTo>
                <a:cubicBezTo>
                  <a:pt x="3523944" y="50978"/>
                  <a:pt x="3522390" y="46385"/>
                  <a:pt x="3519831" y="43324"/>
                </a:cubicBezTo>
                <a:cubicBezTo>
                  <a:pt x="3515901" y="38571"/>
                  <a:pt x="3510805" y="36194"/>
                  <a:pt x="3504544" y="36194"/>
                </a:cubicBezTo>
                <a:cubicBezTo>
                  <a:pt x="3498877" y="36194"/>
                  <a:pt x="3494113" y="38091"/>
                  <a:pt x="3490252" y="41884"/>
                </a:cubicBezTo>
                <a:cubicBezTo>
                  <a:pt x="3486390" y="45677"/>
                  <a:pt x="3484253" y="50750"/>
                  <a:pt x="3483842" y="57102"/>
                </a:cubicBezTo>
                <a:close/>
                <a:moveTo>
                  <a:pt x="3552353" y="100494"/>
                </a:moveTo>
                <a:lnTo>
                  <a:pt x="3552353" y="27694"/>
                </a:lnTo>
                <a:lnTo>
                  <a:pt x="3563458" y="27694"/>
                </a:lnTo>
                <a:lnTo>
                  <a:pt x="3563458" y="38045"/>
                </a:lnTo>
                <a:cubicBezTo>
                  <a:pt x="3568805" y="30048"/>
                  <a:pt x="3576528" y="26049"/>
                  <a:pt x="3586628" y="26049"/>
                </a:cubicBezTo>
                <a:cubicBezTo>
                  <a:pt x="3591015" y="26049"/>
                  <a:pt x="3595048" y="26837"/>
                  <a:pt x="3598727" y="28414"/>
                </a:cubicBezTo>
                <a:cubicBezTo>
                  <a:pt x="3602406" y="29991"/>
                  <a:pt x="3605159" y="32059"/>
                  <a:pt x="3606987" y="34618"/>
                </a:cubicBezTo>
                <a:cubicBezTo>
                  <a:pt x="3608815" y="37177"/>
                  <a:pt x="3610095" y="40216"/>
                  <a:pt x="3610826" y="43735"/>
                </a:cubicBezTo>
                <a:cubicBezTo>
                  <a:pt x="3611283" y="46020"/>
                  <a:pt x="3611511" y="50019"/>
                  <a:pt x="3611511" y="55731"/>
                </a:cubicBezTo>
                <a:lnTo>
                  <a:pt x="3611511" y="100494"/>
                </a:lnTo>
                <a:lnTo>
                  <a:pt x="3599172" y="100494"/>
                </a:lnTo>
                <a:lnTo>
                  <a:pt x="3599172" y="56211"/>
                </a:lnTo>
                <a:cubicBezTo>
                  <a:pt x="3599172" y="51184"/>
                  <a:pt x="3598693" y="47425"/>
                  <a:pt x="3597733" y="44934"/>
                </a:cubicBezTo>
                <a:cubicBezTo>
                  <a:pt x="3596773" y="42444"/>
                  <a:pt x="3595071" y="40456"/>
                  <a:pt x="3592626" y="38971"/>
                </a:cubicBezTo>
                <a:cubicBezTo>
                  <a:pt x="3590181" y="37485"/>
                  <a:pt x="3587313" y="36743"/>
                  <a:pt x="3584023" y="36743"/>
                </a:cubicBezTo>
                <a:cubicBezTo>
                  <a:pt x="3578767" y="36743"/>
                  <a:pt x="3574232" y="38411"/>
                  <a:pt x="3570416" y="41747"/>
                </a:cubicBezTo>
                <a:cubicBezTo>
                  <a:pt x="3566600" y="45083"/>
                  <a:pt x="3564692" y="51412"/>
                  <a:pt x="3564692" y="60735"/>
                </a:cubicBezTo>
                <a:lnTo>
                  <a:pt x="3564692" y="100494"/>
                </a:lnTo>
                <a:lnTo>
                  <a:pt x="3552353" y="100494"/>
                </a:lnTo>
                <a:close/>
                <a:moveTo>
                  <a:pt x="3625249" y="78764"/>
                </a:moveTo>
                <a:lnTo>
                  <a:pt x="3637451" y="76844"/>
                </a:lnTo>
                <a:cubicBezTo>
                  <a:pt x="3638136" y="81734"/>
                  <a:pt x="3640044" y="85482"/>
                  <a:pt x="3643175" y="88087"/>
                </a:cubicBezTo>
                <a:cubicBezTo>
                  <a:pt x="3646305" y="90692"/>
                  <a:pt x="3650681" y="91994"/>
                  <a:pt x="3656302" y="91994"/>
                </a:cubicBezTo>
                <a:cubicBezTo>
                  <a:pt x="3661969" y="91994"/>
                  <a:pt x="3666173" y="90840"/>
                  <a:pt x="3668915" y="88532"/>
                </a:cubicBezTo>
                <a:cubicBezTo>
                  <a:pt x="3671657" y="86224"/>
                  <a:pt x="3673028" y="83517"/>
                  <a:pt x="3673028" y="80409"/>
                </a:cubicBezTo>
                <a:cubicBezTo>
                  <a:pt x="3673028" y="77621"/>
                  <a:pt x="3671817" y="75428"/>
                  <a:pt x="3669395" y="73828"/>
                </a:cubicBezTo>
                <a:cubicBezTo>
                  <a:pt x="3667704" y="72731"/>
                  <a:pt x="3663500" y="71338"/>
                  <a:pt x="3656782" y="69647"/>
                </a:cubicBezTo>
                <a:cubicBezTo>
                  <a:pt x="3647733" y="67362"/>
                  <a:pt x="3641461" y="65385"/>
                  <a:pt x="3637965" y="63717"/>
                </a:cubicBezTo>
                <a:cubicBezTo>
                  <a:pt x="3634469" y="62049"/>
                  <a:pt x="3631818" y="59741"/>
                  <a:pt x="3630013" y="56794"/>
                </a:cubicBezTo>
                <a:cubicBezTo>
                  <a:pt x="3628208" y="53846"/>
                  <a:pt x="3627305" y="50590"/>
                  <a:pt x="3627305" y="47025"/>
                </a:cubicBezTo>
                <a:cubicBezTo>
                  <a:pt x="3627305" y="43781"/>
                  <a:pt x="3628048" y="40776"/>
                  <a:pt x="3629533" y="38011"/>
                </a:cubicBezTo>
                <a:cubicBezTo>
                  <a:pt x="3631019" y="35246"/>
                  <a:pt x="3633041" y="32950"/>
                  <a:pt x="3635600" y="31122"/>
                </a:cubicBezTo>
                <a:cubicBezTo>
                  <a:pt x="3637519" y="29705"/>
                  <a:pt x="3640136" y="28505"/>
                  <a:pt x="3643449" y="27523"/>
                </a:cubicBezTo>
                <a:cubicBezTo>
                  <a:pt x="3646762" y="26540"/>
                  <a:pt x="3650315" y="26049"/>
                  <a:pt x="3654108" y="26049"/>
                </a:cubicBezTo>
                <a:cubicBezTo>
                  <a:pt x="3659821" y="26049"/>
                  <a:pt x="3664837" y="26872"/>
                  <a:pt x="3669155" y="28517"/>
                </a:cubicBezTo>
                <a:cubicBezTo>
                  <a:pt x="3673474" y="30162"/>
                  <a:pt x="3676661" y="32390"/>
                  <a:pt x="3678718" y="35200"/>
                </a:cubicBezTo>
                <a:cubicBezTo>
                  <a:pt x="3680774" y="38011"/>
                  <a:pt x="3682191" y="41770"/>
                  <a:pt x="3682968" y="46477"/>
                </a:cubicBezTo>
                <a:lnTo>
                  <a:pt x="3670903" y="48122"/>
                </a:lnTo>
                <a:cubicBezTo>
                  <a:pt x="3670355" y="44375"/>
                  <a:pt x="3668767" y="41450"/>
                  <a:pt x="3666139" y="39348"/>
                </a:cubicBezTo>
                <a:cubicBezTo>
                  <a:pt x="3663511" y="37245"/>
                  <a:pt x="3659798" y="36194"/>
                  <a:pt x="3655000" y="36194"/>
                </a:cubicBezTo>
                <a:cubicBezTo>
                  <a:pt x="3649333" y="36194"/>
                  <a:pt x="3645288" y="37131"/>
                  <a:pt x="3642866" y="39005"/>
                </a:cubicBezTo>
                <a:cubicBezTo>
                  <a:pt x="3640444" y="40879"/>
                  <a:pt x="3639233" y="43072"/>
                  <a:pt x="3639233" y="45586"/>
                </a:cubicBezTo>
                <a:cubicBezTo>
                  <a:pt x="3639233" y="47185"/>
                  <a:pt x="3639736" y="48625"/>
                  <a:pt x="3640741" y="49904"/>
                </a:cubicBezTo>
                <a:cubicBezTo>
                  <a:pt x="3641747" y="51230"/>
                  <a:pt x="3643323" y="52326"/>
                  <a:pt x="3645471" y="53195"/>
                </a:cubicBezTo>
                <a:cubicBezTo>
                  <a:pt x="3646705" y="53652"/>
                  <a:pt x="3650338" y="54703"/>
                  <a:pt x="3656371" y="56348"/>
                </a:cubicBezTo>
                <a:cubicBezTo>
                  <a:pt x="3665099" y="58679"/>
                  <a:pt x="3671189" y="60587"/>
                  <a:pt x="3674639" y="62072"/>
                </a:cubicBezTo>
                <a:cubicBezTo>
                  <a:pt x="3678089" y="63557"/>
                  <a:pt x="3680797" y="65717"/>
                  <a:pt x="3682762" y="68550"/>
                </a:cubicBezTo>
                <a:cubicBezTo>
                  <a:pt x="3684727" y="71383"/>
                  <a:pt x="3685710" y="74902"/>
                  <a:pt x="3685710" y="79107"/>
                </a:cubicBezTo>
                <a:cubicBezTo>
                  <a:pt x="3685710" y="83220"/>
                  <a:pt x="3684510" y="87093"/>
                  <a:pt x="3682111" y="90726"/>
                </a:cubicBezTo>
                <a:cubicBezTo>
                  <a:pt x="3679712" y="94359"/>
                  <a:pt x="3676250" y="97170"/>
                  <a:pt x="3671726" y="99157"/>
                </a:cubicBezTo>
                <a:cubicBezTo>
                  <a:pt x="3667201" y="101145"/>
                  <a:pt x="3662083" y="102139"/>
                  <a:pt x="3656371" y="102139"/>
                </a:cubicBezTo>
                <a:cubicBezTo>
                  <a:pt x="3646911" y="102139"/>
                  <a:pt x="3639702" y="100174"/>
                  <a:pt x="3634743" y="96244"/>
                </a:cubicBezTo>
                <a:cubicBezTo>
                  <a:pt x="3629785" y="92314"/>
                  <a:pt x="3626620" y="86487"/>
                  <a:pt x="3625249" y="78764"/>
                </a:cubicBezTo>
                <a:close/>
                <a:moveTo>
                  <a:pt x="3786184" y="91514"/>
                </a:moveTo>
                <a:cubicBezTo>
                  <a:pt x="3781614" y="95399"/>
                  <a:pt x="3777215" y="98141"/>
                  <a:pt x="3772988" y="99740"/>
                </a:cubicBezTo>
                <a:cubicBezTo>
                  <a:pt x="3768761" y="101340"/>
                  <a:pt x="3764225" y="102139"/>
                  <a:pt x="3759381" y="102139"/>
                </a:cubicBezTo>
                <a:cubicBezTo>
                  <a:pt x="3751384" y="102139"/>
                  <a:pt x="3745237" y="100186"/>
                  <a:pt x="3740941" y="96278"/>
                </a:cubicBezTo>
                <a:cubicBezTo>
                  <a:pt x="3736645" y="92371"/>
                  <a:pt x="3734497" y="87378"/>
                  <a:pt x="3734497" y="81300"/>
                </a:cubicBezTo>
                <a:cubicBezTo>
                  <a:pt x="3734497" y="77736"/>
                  <a:pt x="3735309" y="74479"/>
                  <a:pt x="3736931" y="71532"/>
                </a:cubicBezTo>
                <a:cubicBezTo>
                  <a:pt x="3738553" y="68584"/>
                  <a:pt x="3740678" y="66219"/>
                  <a:pt x="3743306" y="64437"/>
                </a:cubicBezTo>
                <a:cubicBezTo>
                  <a:pt x="3745934" y="62655"/>
                  <a:pt x="3748893" y="61306"/>
                  <a:pt x="3752183" y="60392"/>
                </a:cubicBezTo>
                <a:cubicBezTo>
                  <a:pt x="3754605" y="59753"/>
                  <a:pt x="3758261" y="59136"/>
                  <a:pt x="3763151" y="58542"/>
                </a:cubicBezTo>
                <a:cubicBezTo>
                  <a:pt x="3773114" y="57353"/>
                  <a:pt x="3780449" y="55937"/>
                  <a:pt x="3785156" y="54292"/>
                </a:cubicBezTo>
                <a:cubicBezTo>
                  <a:pt x="3785201" y="52601"/>
                  <a:pt x="3785224" y="51527"/>
                  <a:pt x="3785224" y="51070"/>
                </a:cubicBezTo>
                <a:cubicBezTo>
                  <a:pt x="3785224" y="46043"/>
                  <a:pt x="3784059" y="42501"/>
                  <a:pt x="3781728" y="40444"/>
                </a:cubicBezTo>
                <a:cubicBezTo>
                  <a:pt x="3778575" y="37657"/>
                  <a:pt x="3773891" y="36263"/>
                  <a:pt x="3767676" y="36263"/>
                </a:cubicBezTo>
                <a:cubicBezTo>
                  <a:pt x="3761872" y="36263"/>
                  <a:pt x="3757587" y="37280"/>
                  <a:pt x="3754822" y="39313"/>
                </a:cubicBezTo>
                <a:cubicBezTo>
                  <a:pt x="3752058" y="41347"/>
                  <a:pt x="3750013" y="44946"/>
                  <a:pt x="3748687" y="50110"/>
                </a:cubicBezTo>
                <a:lnTo>
                  <a:pt x="3736622" y="48465"/>
                </a:lnTo>
                <a:cubicBezTo>
                  <a:pt x="3737719" y="43301"/>
                  <a:pt x="3739524" y="39131"/>
                  <a:pt x="3742038" y="35954"/>
                </a:cubicBezTo>
                <a:cubicBezTo>
                  <a:pt x="3744551" y="32778"/>
                  <a:pt x="3748185" y="30333"/>
                  <a:pt x="3752937" y="28620"/>
                </a:cubicBezTo>
                <a:cubicBezTo>
                  <a:pt x="3757690" y="26906"/>
                  <a:pt x="3763197" y="26049"/>
                  <a:pt x="3769458" y="26049"/>
                </a:cubicBezTo>
                <a:cubicBezTo>
                  <a:pt x="3775673" y="26049"/>
                  <a:pt x="3780723" y="26780"/>
                  <a:pt x="3784607" y="28243"/>
                </a:cubicBezTo>
                <a:cubicBezTo>
                  <a:pt x="3788492" y="29705"/>
                  <a:pt x="3791348" y="31544"/>
                  <a:pt x="3793176" y="33761"/>
                </a:cubicBezTo>
                <a:cubicBezTo>
                  <a:pt x="3795004" y="35977"/>
                  <a:pt x="3796284" y="38776"/>
                  <a:pt x="3797015" y="42158"/>
                </a:cubicBezTo>
                <a:cubicBezTo>
                  <a:pt x="3797426" y="44260"/>
                  <a:pt x="3797632" y="48053"/>
                  <a:pt x="3797632" y="53537"/>
                </a:cubicBezTo>
                <a:lnTo>
                  <a:pt x="3797632" y="69989"/>
                </a:lnTo>
                <a:cubicBezTo>
                  <a:pt x="3797632" y="81460"/>
                  <a:pt x="3797895" y="88715"/>
                  <a:pt x="3798420" y="91754"/>
                </a:cubicBezTo>
                <a:cubicBezTo>
                  <a:pt x="3798946" y="94793"/>
                  <a:pt x="3799985" y="97706"/>
                  <a:pt x="3801539" y="100494"/>
                </a:cubicBezTo>
                <a:lnTo>
                  <a:pt x="3788652" y="100494"/>
                </a:lnTo>
                <a:cubicBezTo>
                  <a:pt x="3787372" y="97935"/>
                  <a:pt x="3786550" y="94942"/>
                  <a:pt x="3786184" y="91514"/>
                </a:cubicBezTo>
                <a:moveTo>
                  <a:pt x="3785156" y="63957"/>
                </a:moveTo>
                <a:cubicBezTo>
                  <a:pt x="3780677" y="65785"/>
                  <a:pt x="3773959" y="67339"/>
                  <a:pt x="3765002" y="68618"/>
                </a:cubicBezTo>
                <a:cubicBezTo>
                  <a:pt x="3759929" y="69350"/>
                  <a:pt x="3756342" y="70172"/>
                  <a:pt x="3754240" y="71086"/>
                </a:cubicBezTo>
                <a:cubicBezTo>
                  <a:pt x="3752138" y="72000"/>
                  <a:pt x="3750515" y="73337"/>
                  <a:pt x="3749373" y="75096"/>
                </a:cubicBezTo>
                <a:cubicBezTo>
                  <a:pt x="3748230" y="76856"/>
                  <a:pt x="3747659" y="78810"/>
                  <a:pt x="3747659" y="80957"/>
                </a:cubicBezTo>
                <a:cubicBezTo>
                  <a:pt x="3747659" y="84248"/>
                  <a:pt x="3748904" y="86990"/>
                  <a:pt x="3751395" y="89183"/>
                </a:cubicBezTo>
                <a:cubicBezTo>
                  <a:pt x="3753886" y="91377"/>
                  <a:pt x="3757530" y="92474"/>
                  <a:pt x="3762329" y="92474"/>
                </a:cubicBezTo>
                <a:cubicBezTo>
                  <a:pt x="3767081" y="92474"/>
                  <a:pt x="3771309" y="91434"/>
                  <a:pt x="3775010" y="89355"/>
                </a:cubicBezTo>
                <a:cubicBezTo>
                  <a:pt x="3778712" y="87275"/>
                  <a:pt x="3781431" y="84431"/>
                  <a:pt x="3783168" y="80820"/>
                </a:cubicBezTo>
                <a:cubicBezTo>
                  <a:pt x="3784493" y="78033"/>
                  <a:pt x="3785156" y="73920"/>
                  <a:pt x="3785156" y="68481"/>
                </a:cubicBezTo>
                <a:lnTo>
                  <a:pt x="3785156" y="63957"/>
                </a:lnTo>
                <a:close/>
                <a:moveTo>
                  <a:pt x="3816511" y="100494"/>
                </a:moveTo>
                <a:lnTo>
                  <a:pt x="3816511" y="27694"/>
                </a:lnTo>
                <a:lnTo>
                  <a:pt x="3827616" y="27694"/>
                </a:lnTo>
                <a:lnTo>
                  <a:pt x="3827616" y="38045"/>
                </a:lnTo>
                <a:cubicBezTo>
                  <a:pt x="3832963" y="30048"/>
                  <a:pt x="3840686" y="26049"/>
                  <a:pt x="3850786" y="26049"/>
                </a:cubicBezTo>
                <a:cubicBezTo>
                  <a:pt x="3855173" y="26049"/>
                  <a:pt x="3859206" y="26837"/>
                  <a:pt x="3862885" y="28414"/>
                </a:cubicBezTo>
                <a:cubicBezTo>
                  <a:pt x="3866564" y="29991"/>
                  <a:pt x="3869317" y="32059"/>
                  <a:pt x="3871145" y="34618"/>
                </a:cubicBezTo>
                <a:cubicBezTo>
                  <a:pt x="3872973" y="37177"/>
                  <a:pt x="3874253" y="40216"/>
                  <a:pt x="3874984" y="43735"/>
                </a:cubicBezTo>
                <a:cubicBezTo>
                  <a:pt x="3875441" y="46020"/>
                  <a:pt x="3875669" y="50019"/>
                  <a:pt x="3875669" y="55731"/>
                </a:cubicBezTo>
                <a:lnTo>
                  <a:pt x="3875669" y="100494"/>
                </a:lnTo>
                <a:lnTo>
                  <a:pt x="3863330" y="100494"/>
                </a:lnTo>
                <a:lnTo>
                  <a:pt x="3863330" y="56211"/>
                </a:lnTo>
                <a:cubicBezTo>
                  <a:pt x="3863330" y="51184"/>
                  <a:pt x="3862850" y="47425"/>
                  <a:pt x="3861891" y="44934"/>
                </a:cubicBezTo>
                <a:cubicBezTo>
                  <a:pt x="3860931" y="42444"/>
                  <a:pt x="3859229" y="40456"/>
                  <a:pt x="3856784" y="38971"/>
                </a:cubicBezTo>
                <a:cubicBezTo>
                  <a:pt x="3854339" y="37485"/>
                  <a:pt x="3851471" y="36743"/>
                  <a:pt x="3848181" y="36743"/>
                </a:cubicBezTo>
                <a:cubicBezTo>
                  <a:pt x="3842925" y="36743"/>
                  <a:pt x="3838390" y="38411"/>
                  <a:pt x="3834574" y="41747"/>
                </a:cubicBezTo>
                <a:cubicBezTo>
                  <a:pt x="3830758" y="45083"/>
                  <a:pt x="3828850" y="51412"/>
                  <a:pt x="3828850" y="60735"/>
                </a:cubicBezTo>
                <a:lnTo>
                  <a:pt x="3828850" y="100494"/>
                </a:lnTo>
                <a:lnTo>
                  <a:pt x="3816511" y="100494"/>
                </a:lnTo>
                <a:close/>
                <a:moveTo>
                  <a:pt x="3941575" y="100494"/>
                </a:moveTo>
                <a:lnTo>
                  <a:pt x="3941575" y="91308"/>
                </a:lnTo>
                <a:cubicBezTo>
                  <a:pt x="3936959" y="98529"/>
                  <a:pt x="3930173" y="102139"/>
                  <a:pt x="3921216" y="102139"/>
                </a:cubicBezTo>
                <a:cubicBezTo>
                  <a:pt x="3915412" y="102139"/>
                  <a:pt x="3910076" y="100540"/>
                  <a:pt x="3905209" y="97341"/>
                </a:cubicBezTo>
                <a:cubicBezTo>
                  <a:pt x="3900342" y="94142"/>
                  <a:pt x="3896572" y="89675"/>
                  <a:pt x="3893899" y="83939"/>
                </a:cubicBezTo>
                <a:cubicBezTo>
                  <a:pt x="3891225" y="78204"/>
                  <a:pt x="3889888" y="71612"/>
                  <a:pt x="3889888" y="64163"/>
                </a:cubicBezTo>
                <a:cubicBezTo>
                  <a:pt x="3889888" y="56896"/>
                  <a:pt x="3891099" y="50304"/>
                  <a:pt x="3893522" y="44386"/>
                </a:cubicBezTo>
                <a:cubicBezTo>
                  <a:pt x="3895944" y="38468"/>
                  <a:pt x="3899577" y="33932"/>
                  <a:pt x="3904421" y="30779"/>
                </a:cubicBezTo>
                <a:cubicBezTo>
                  <a:pt x="3909265" y="27626"/>
                  <a:pt x="3914681" y="26049"/>
                  <a:pt x="3920667" y="26049"/>
                </a:cubicBezTo>
                <a:cubicBezTo>
                  <a:pt x="3925054" y="26049"/>
                  <a:pt x="3928962" y="26974"/>
                  <a:pt x="3932389" y="28825"/>
                </a:cubicBezTo>
                <a:cubicBezTo>
                  <a:pt x="3935817" y="30676"/>
                  <a:pt x="3938605" y="33087"/>
                  <a:pt x="3940752" y="36057"/>
                </a:cubicBezTo>
                <a:lnTo>
                  <a:pt x="3940752" y="0"/>
                </a:lnTo>
                <a:lnTo>
                  <a:pt x="3953023" y="0"/>
                </a:lnTo>
                <a:lnTo>
                  <a:pt x="3953023" y="100494"/>
                </a:lnTo>
                <a:lnTo>
                  <a:pt x="3941575" y="100494"/>
                </a:lnTo>
                <a:moveTo>
                  <a:pt x="3902570" y="64163"/>
                </a:moveTo>
                <a:cubicBezTo>
                  <a:pt x="3902570" y="73486"/>
                  <a:pt x="3904535" y="80455"/>
                  <a:pt x="3908465" y="85070"/>
                </a:cubicBezTo>
                <a:cubicBezTo>
                  <a:pt x="3912396" y="89686"/>
                  <a:pt x="3917034" y="91994"/>
                  <a:pt x="3922381" y="91994"/>
                </a:cubicBezTo>
                <a:cubicBezTo>
                  <a:pt x="3927774" y="91994"/>
                  <a:pt x="3932355" y="89789"/>
                  <a:pt x="3936125" y="85379"/>
                </a:cubicBezTo>
                <a:cubicBezTo>
                  <a:pt x="3939896" y="80969"/>
                  <a:pt x="3941781" y="74240"/>
                  <a:pt x="3941781" y="65191"/>
                </a:cubicBezTo>
                <a:cubicBezTo>
                  <a:pt x="3941781" y="55228"/>
                  <a:pt x="3939861" y="47916"/>
                  <a:pt x="3936022" y="43255"/>
                </a:cubicBezTo>
                <a:cubicBezTo>
                  <a:pt x="3932184" y="38594"/>
                  <a:pt x="3927454" y="36263"/>
                  <a:pt x="3921833" y="36263"/>
                </a:cubicBezTo>
                <a:cubicBezTo>
                  <a:pt x="3916349" y="36263"/>
                  <a:pt x="3911767" y="38502"/>
                  <a:pt x="3908088" y="42981"/>
                </a:cubicBezTo>
                <a:cubicBezTo>
                  <a:pt x="3904410" y="47459"/>
                  <a:pt x="3902570" y="54520"/>
                  <a:pt x="3902570" y="64163"/>
                </a:cubicBezTo>
                <a:close/>
                <a:moveTo>
                  <a:pt x="4058204" y="73828"/>
                </a:moveTo>
                <a:lnTo>
                  <a:pt x="4070337" y="75405"/>
                </a:lnTo>
                <a:cubicBezTo>
                  <a:pt x="4069012" y="83768"/>
                  <a:pt x="4065619" y="90315"/>
                  <a:pt x="4060157" y="95044"/>
                </a:cubicBezTo>
                <a:cubicBezTo>
                  <a:pt x="4054696" y="99774"/>
                  <a:pt x="4047990" y="102139"/>
                  <a:pt x="4040038" y="102139"/>
                </a:cubicBezTo>
                <a:cubicBezTo>
                  <a:pt x="4030075" y="102139"/>
                  <a:pt x="4022067" y="98883"/>
                  <a:pt x="4016011" y="92371"/>
                </a:cubicBezTo>
                <a:cubicBezTo>
                  <a:pt x="4009956" y="85859"/>
                  <a:pt x="4006928" y="76525"/>
                  <a:pt x="4006928" y="64368"/>
                </a:cubicBezTo>
                <a:cubicBezTo>
                  <a:pt x="4006928" y="56508"/>
                  <a:pt x="4008231" y="49630"/>
                  <a:pt x="4010836" y="43735"/>
                </a:cubicBezTo>
                <a:cubicBezTo>
                  <a:pt x="4013441" y="37840"/>
                  <a:pt x="4017405" y="33418"/>
                  <a:pt x="4022729" y="30470"/>
                </a:cubicBezTo>
                <a:cubicBezTo>
                  <a:pt x="4028053" y="27523"/>
                  <a:pt x="4033846" y="26049"/>
                  <a:pt x="4040107" y="26049"/>
                </a:cubicBezTo>
                <a:cubicBezTo>
                  <a:pt x="4048013" y="26049"/>
                  <a:pt x="4054479" y="28048"/>
                  <a:pt x="4059506" y="32047"/>
                </a:cubicBezTo>
                <a:cubicBezTo>
                  <a:pt x="4064533" y="36046"/>
                  <a:pt x="4067755" y="41724"/>
                  <a:pt x="4069172" y="49082"/>
                </a:cubicBezTo>
                <a:lnTo>
                  <a:pt x="4057175" y="50933"/>
                </a:lnTo>
                <a:cubicBezTo>
                  <a:pt x="4056033" y="46043"/>
                  <a:pt x="4054011" y="42364"/>
                  <a:pt x="4051109" y="39896"/>
                </a:cubicBezTo>
                <a:cubicBezTo>
                  <a:pt x="4048207" y="37428"/>
                  <a:pt x="4044699" y="36194"/>
                  <a:pt x="4040586" y="36194"/>
                </a:cubicBezTo>
                <a:cubicBezTo>
                  <a:pt x="4034371" y="36194"/>
                  <a:pt x="4029321" y="38422"/>
                  <a:pt x="4025437" y="42878"/>
                </a:cubicBezTo>
                <a:cubicBezTo>
                  <a:pt x="4021552" y="47334"/>
                  <a:pt x="4019610" y="54383"/>
                  <a:pt x="4019610" y="64026"/>
                </a:cubicBezTo>
                <a:cubicBezTo>
                  <a:pt x="4019610" y="73805"/>
                  <a:pt x="4021484" y="80912"/>
                  <a:pt x="4025231" y="85345"/>
                </a:cubicBezTo>
                <a:cubicBezTo>
                  <a:pt x="4028979" y="89778"/>
                  <a:pt x="4033869" y="91994"/>
                  <a:pt x="4039901" y="91994"/>
                </a:cubicBezTo>
                <a:cubicBezTo>
                  <a:pt x="4044745" y="91994"/>
                  <a:pt x="4048790" y="90509"/>
                  <a:pt x="4052034" y="87538"/>
                </a:cubicBezTo>
                <a:cubicBezTo>
                  <a:pt x="4055279" y="84568"/>
                  <a:pt x="4057335" y="79998"/>
                  <a:pt x="4058204" y="73828"/>
                </a:cubicBezTo>
                <a:close/>
                <a:moveTo>
                  <a:pt x="4080395" y="100494"/>
                </a:moveTo>
                <a:lnTo>
                  <a:pt x="4080395" y="0"/>
                </a:lnTo>
                <a:lnTo>
                  <a:pt x="4092734" y="0"/>
                </a:lnTo>
                <a:lnTo>
                  <a:pt x="4092734" y="100494"/>
                </a:lnTo>
                <a:lnTo>
                  <a:pt x="4080395" y="100494"/>
                </a:lnTo>
                <a:close/>
                <a:moveTo>
                  <a:pt x="4107580" y="64094"/>
                </a:moveTo>
                <a:cubicBezTo>
                  <a:pt x="4107580" y="50613"/>
                  <a:pt x="4111327" y="40627"/>
                  <a:pt x="4118822" y="34138"/>
                </a:cubicBezTo>
                <a:cubicBezTo>
                  <a:pt x="4125083" y="28745"/>
                  <a:pt x="4132715" y="26049"/>
                  <a:pt x="4141718" y="26049"/>
                </a:cubicBezTo>
                <a:cubicBezTo>
                  <a:pt x="4151726" y="26049"/>
                  <a:pt x="4159906" y="29328"/>
                  <a:pt x="4166259" y="35886"/>
                </a:cubicBezTo>
                <a:cubicBezTo>
                  <a:pt x="4172611" y="42444"/>
                  <a:pt x="4175787" y="51504"/>
                  <a:pt x="4175787" y="63066"/>
                </a:cubicBezTo>
                <a:cubicBezTo>
                  <a:pt x="4175787" y="72434"/>
                  <a:pt x="4174382" y="79804"/>
                  <a:pt x="4171571" y="85173"/>
                </a:cubicBezTo>
                <a:cubicBezTo>
                  <a:pt x="4168761" y="90543"/>
                  <a:pt x="4164671" y="94713"/>
                  <a:pt x="4159301" y="97684"/>
                </a:cubicBezTo>
                <a:cubicBezTo>
                  <a:pt x="4153931" y="100654"/>
                  <a:pt x="4148070" y="102139"/>
                  <a:pt x="4141718" y="102139"/>
                </a:cubicBezTo>
                <a:cubicBezTo>
                  <a:pt x="4131527" y="102139"/>
                  <a:pt x="4123289" y="98872"/>
                  <a:pt x="4117006" y="92337"/>
                </a:cubicBezTo>
                <a:cubicBezTo>
                  <a:pt x="4110722" y="85802"/>
                  <a:pt x="4107580" y="76387"/>
                  <a:pt x="4107580" y="64094"/>
                </a:cubicBezTo>
                <a:moveTo>
                  <a:pt x="4120262" y="64094"/>
                </a:moveTo>
                <a:cubicBezTo>
                  <a:pt x="4120262" y="73417"/>
                  <a:pt x="4122295" y="80398"/>
                  <a:pt x="4126363" y="85036"/>
                </a:cubicBezTo>
                <a:cubicBezTo>
                  <a:pt x="4130430" y="89675"/>
                  <a:pt x="4135548" y="91994"/>
                  <a:pt x="4141718" y="91994"/>
                </a:cubicBezTo>
                <a:cubicBezTo>
                  <a:pt x="4147842" y="91994"/>
                  <a:pt x="4152937" y="89663"/>
                  <a:pt x="4157004" y="85002"/>
                </a:cubicBezTo>
                <a:cubicBezTo>
                  <a:pt x="4161072" y="80341"/>
                  <a:pt x="4163105" y="73234"/>
                  <a:pt x="4163105" y="63683"/>
                </a:cubicBezTo>
                <a:cubicBezTo>
                  <a:pt x="4163105" y="54680"/>
                  <a:pt x="4161060" y="47859"/>
                  <a:pt x="4156970" y="43221"/>
                </a:cubicBezTo>
                <a:cubicBezTo>
                  <a:pt x="4152880" y="38582"/>
                  <a:pt x="4147796" y="36263"/>
                  <a:pt x="4141718" y="36263"/>
                </a:cubicBezTo>
                <a:cubicBezTo>
                  <a:pt x="4135548" y="36263"/>
                  <a:pt x="4130430" y="38571"/>
                  <a:pt x="4126363" y="43186"/>
                </a:cubicBezTo>
                <a:cubicBezTo>
                  <a:pt x="4122295" y="47802"/>
                  <a:pt x="4120262" y="54771"/>
                  <a:pt x="4120262" y="64094"/>
                </a:cubicBezTo>
                <a:close/>
                <a:moveTo>
                  <a:pt x="4185069" y="78764"/>
                </a:moveTo>
                <a:lnTo>
                  <a:pt x="4197271" y="76844"/>
                </a:lnTo>
                <a:cubicBezTo>
                  <a:pt x="4197957" y="81734"/>
                  <a:pt x="4199865" y="85482"/>
                  <a:pt x="4202995" y="88087"/>
                </a:cubicBezTo>
                <a:cubicBezTo>
                  <a:pt x="4206126" y="90692"/>
                  <a:pt x="4210501" y="91994"/>
                  <a:pt x="4216123" y="91994"/>
                </a:cubicBezTo>
                <a:cubicBezTo>
                  <a:pt x="4221789" y="91994"/>
                  <a:pt x="4225994" y="90840"/>
                  <a:pt x="4228736" y="88532"/>
                </a:cubicBezTo>
                <a:cubicBezTo>
                  <a:pt x="4231478" y="86224"/>
                  <a:pt x="4232849" y="83517"/>
                  <a:pt x="4232849" y="80409"/>
                </a:cubicBezTo>
                <a:cubicBezTo>
                  <a:pt x="4232849" y="77621"/>
                  <a:pt x="4231638" y="75428"/>
                  <a:pt x="4229216" y="73828"/>
                </a:cubicBezTo>
                <a:cubicBezTo>
                  <a:pt x="4227525" y="72731"/>
                  <a:pt x="4223320" y="71338"/>
                  <a:pt x="4216602" y="69647"/>
                </a:cubicBezTo>
                <a:cubicBezTo>
                  <a:pt x="4207554" y="67362"/>
                  <a:pt x="4201282" y="65385"/>
                  <a:pt x="4197785" y="63717"/>
                </a:cubicBezTo>
                <a:cubicBezTo>
                  <a:pt x="4194289" y="62049"/>
                  <a:pt x="4191639" y="59741"/>
                  <a:pt x="4189834" y="56794"/>
                </a:cubicBezTo>
                <a:cubicBezTo>
                  <a:pt x="4188029" y="53846"/>
                  <a:pt x="4187126" y="50590"/>
                  <a:pt x="4187126" y="47025"/>
                </a:cubicBezTo>
                <a:cubicBezTo>
                  <a:pt x="4187126" y="43781"/>
                  <a:pt x="4187869" y="40776"/>
                  <a:pt x="4189354" y="38011"/>
                </a:cubicBezTo>
                <a:cubicBezTo>
                  <a:pt x="4190839" y="35246"/>
                  <a:pt x="4192861" y="32950"/>
                  <a:pt x="4195420" y="31122"/>
                </a:cubicBezTo>
                <a:cubicBezTo>
                  <a:pt x="4197340" y="29705"/>
                  <a:pt x="4199956" y="28505"/>
                  <a:pt x="4203269" y="27523"/>
                </a:cubicBezTo>
                <a:cubicBezTo>
                  <a:pt x="4206583" y="26540"/>
                  <a:pt x="4210136" y="26049"/>
                  <a:pt x="4213929" y="26049"/>
                </a:cubicBezTo>
                <a:cubicBezTo>
                  <a:pt x="4219641" y="26049"/>
                  <a:pt x="4224657" y="26872"/>
                  <a:pt x="4228976" y="28517"/>
                </a:cubicBezTo>
                <a:cubicBezTo>
                  <a:pt x="4233294" y="30162"/>
                  <a:pt x="4236482" y="32390"/>
                  <a:pt x="4238538" y="35200"/>
                </a:cubicBezTo>
                <a:cubicBezTo>
                  <a:pt x="4240595" y="38011"/>
                  <a:pt x="4242012" y="41770"/>
                  <a:pt x="4242788" y="46477"/>
                </a:cubicBezTo>
                <a:lnTo>
                  <a:pt x="4230724" y="48122"/>
                </a:lnTo>
                <a:cubicBezTo>
                  <a:pt x="4230175" y="44375"/>
                  <a:pt x="4228587" y="41450"/>
                  <a:pt x="4225959" y="39348"/>
                </a:cubicBezTo>
                <a:cubicBezTo>
                  <a:pt x="4223332" y="37245"/>
                  <a:pt x="4219619" y="36194"/>
                  <a:pt x="4214820" y="36194"/>
                </a:cubicBezTo>
                <a:cubicBezTo>
                  <a:pt x="4209153" y="36194"/>
                  <a:pt x="4205109" y="37131"/>
                  <a:pt x="4202687" y="39005"/>
                </a:cubicBezTo>
                <a:cubicBezTo>
                  <a:pt x="4200265" y="40879"/>
                  <a:pt x="4199054" y="43072"/>
                  <a:pt x="4199054" y="45586"/>
                </a:cubicBezTo>
                <a:cubicBezTo>
                  <a:pt x="4199054" y="47185"/>
                  <a:pt x="4199556" y="48625"/>
                  <a:pt x="4200562" y="49904"/>
                </a:cubicBezTo>
                <a:cubicBezTo>
                  <a:pt x="4201567" y="51230"/>
                  <a:pt x="4203144" y="52326"/>
                  <a:pt x="4205292" y="53195"/>
                </a:cubicBezTo>
                <a:cubicBezTo>
                  <a:pt x="4206526" y="53652"/>
                  <a:pt x="4210159" y="54703"/>
                  <a:pt x="4216191" y="56348"/>
                </a:cubicBezTo>
                <a:cubicBezTo>
                  <a:pt x="4224920" y="58679"/>
                  <a:pt x="4231009" y="60587"/>
                  <a:pt x="4234460" y="62072"/>
                </a:cubicBezTo>
                <a:cubicBezTo>
                  <a:pt x="4237910" y="63557"/>
                  <a:pt x="4240618" y="65717"/>
                  <a:pt x="4242583" y="68550"/>
                </a:cubicBezTo>
                <a:cubicBezTo>
                  <a:pt x="4244548" y="71383"/>
                  <a:pt x="4245530" y="74902"/>
                  <a:pt x="4245530" y="79107"/>
                </a:cubicBezTo>
                <a:cubicBezTo>
                  <a:pt x="4245530" y="83220"/>
                  <a:pt x="4244331" y="87093"/>
                  <a:pt x="4241932" y="90726"/>
                </a:cubicBezTo>
                <a:cubicBezTo>
                  <a:pt x="4239532" y="94359"/>
                  <a:pt x="4236071" y="97170"/>
                  <a:pt x="4231546" y="99157"/>
                </a:cubicBezTo>
                <a:cubicBezTo>
                  <a:pt x="4227022" y="101145"/>
                  <a:pt x="4221904" y="102139"/>
                  <a:pt x="4216191" y="102139"/>
                </a:cubicBezTo>
                <a:cubicBezTo>
                  <a:pt x="4206731" y="102139"/>
                  <a:pt x="4199522" y="100174"/>
                  <a:pt x="4194564" y="96244"/>
                </a:cubicBezTo>
                <a:cubicBezTo>
                  <a:pt x="4189605" y="92314"/>
                  <a:pt x="4186440" y="86487"/>
                  <a:pt x="4185069" y="78764"/>
                </a:cubicBezTo>
                <a:close/>
                <a:moveTo>
                  <a:pt x="4309812" y="77050"/>
                </a:moveTo>
                <a:lnTo>
                  <a:pt x="4322562" y="78627"/>
                </a:lnTo>
                <a:cubicBezTo>
                  <a:pt x="4320551" y="86076"/>
                  <a:pt x="4316827" y="91857"/>
                  <a:pt x="4311388" y="95970"/>
                </a:cubicBezTo>
                <a:cubicBezTo>
                  <a:pt x="4305950" y="100083"/>
                  <a:pt x="4299004" y="102139"/>
                  <a:pt x="4290549" y="102139"/>
                </a:cubicBezTo>
                <a:cubicBezTo>
                  <a:pt x="4279901" y="102139"/>
                  <a:pt x="4271458" y="98860"/>
                  <a:pt x="4265220" y="92302"/>
                </a:cubicBezTo>
                <a:cubicBezTo>
                  <a:pt x="4258982" y="85745"/>
                  <a:pt x="4255863" y="76547"/>
                  <a:pt x="4255863" y="64711"/>
                </a:cubicBezTo>
                <a:cubicBezTo>
                  <a:pt x="4255863" y="52464"/>
                  <a:pt x="4259016" y="42958"/>
                  <a:pt x="4265323" y="36194"/>
                </a:cubicBezTo>
                <a:cubicBezTo>
                  <a:pt x="4271629" y="29431"/>
                  <a:pt x="4279810" y="26049"/>
                  <a:pt x="4289864" y="26049"/>
                </a:cubicBezTo>
                <a:cubicBezTo>
                  <a:pt x="4299598" y="26049"/>
                  <a:pt x="4307549" y="29362"/>
                  <a:pt x="4313719" y="35989"/>
                </a:cubicBezTo>
                <a:cubicBezTo>
                  <a:pt x="4319888" y="42615"/>
                  <a:pt x="4322973" y="51938"/>
                  <a:pt x="4322973" y="63957"/>
                </a:cubicBezTo>
                <a:cubicBezTo>
                  <a:pt x="4322973" y="64688"/>
                  <a:pt x="4322950" y="65785"/>
                  <a:pt x="4322905" y="67247"/>
                </a:cubicBezTo>
                <a:lnTo>
                  <a:pt x="4268613" y="67247"/>
                </a:lnTo>
                <a:cubicBezTo>
                  <a:pt x="4269070" y="75245"/>
                  <a:pt x="4271332" y="81369"/>
                  <a:pt x="4275400" y="85619"/>
                </a:cubicBezTo>
                <a:cubicBezTo>
                  <a:pt x="4279467" y="89869"/>
                  <a:pt x="4284540" y="91994"/>
                  <a:pt x="4290618" y="91994"/>
                </a:cubicBezTo>
                <a:cubicBezTo>
                  <a:pt x="4295142" y="91994"/>
                  <a:pt x="4299004" y="90806"/>
                  <a:pt x="4302203" y="88429"/>
                </a:cubicBezTo>
                <a:cubicBezTo>
                  <a:pt x="4305402" y="86053"/>
                  <a:pt x="4307938" y="82260"/>
                  <a:pt x="4309812" y="77050"/>
                </a:cubicBezTo>
                <a:moveTo>
                  <a:pt x="4269299" y="57102"/>
                </a:moveTo>
                <a:lnTo>
                  <a:pt x="4309949" y="57102"/>
                </a:lnTo>
                <a:cubicBezTo>
                  <a:pt x="4309400" y="50978"/>
                  <a:pt x="4307846" y="46385"/>
                  <a:pt x="4305287" y="43324"/>
                </a:cubicBezTo>
                <a:cubicBezTo>
                  <a:pt x="4301357" y="38571"/>
                  <a:pt x="4296262" y="36194"/>
                  <a:pt x="4290001" y="36194"/>
                </a:cubicBezTo>
                <a:cubicBezTo>
                  <a:pt x="4284334" y="36194"/>
                  <a:pt x="4279570" y="38091"/>
                  <a:pt x="4275708" y="41884"/>
                </a:cubicBezTo>
                <a:cubicBezTo>
                  <a:pt x="4271846" y="45677"/>
                  <a:pt x="4269710" y="50750"/>
                  <a:pt x="4269299" y="57102"/>
                </a:cubicBezTo>
                <a:close/>
                <a:moveTo>
                  <a:pt x="4332872" y="78764"/>
                </a:moveTo>
                <a:lnTo>
                  <a:pt x="4345074" y="76844"/>
                </a:lnTo>
                <a:cubicBezTo>
                  <a:pt x="4345759" y="81734"/>
                  <a:pt x="4347667" y="85482"/>
                  <a:pt x="4350797" y="88087"/>
                </a:cubicBezTo>
                <a:cubicBezTo>
                  <a:pt x="4353928" y="90692"/>
                  <a:pt x="4358304" y="91994"/>
                  <a:pt x="4363925" y="91994"/>
                </a:cubicBezTo>
                <a:cubicBezTo>
                  <a:pt x="4369592" y="91994"/>
                  <a:pt x="4373796" y="90840"/>
                  <a:pt x="4376538" y="88532"/>
                </a:cubicBezTo>
                <a:cubicBezTo>
                  <a:pt x="4379280" y="86224"/>
                  <a:pt x="4380651" y="83517"/>
                  <a:pt x="4380651" y="80409"/>
                </a:cubicBezTo>
                <a:cubicBezTo>
                  <a:pt x="4380651" y="77621"/>
                  <a:pt x="4379440" y="75428"/>
                  <a:pt x="4377018" y="73828"/>
                </a:cubicBezTo>
                <a:cubicBezTo>
                  <a:pt x="4375327" y="72731"/>
                  <a:pt x="4371123" y="71338"/>
                  <a:pt x="4364405" y="69647"/>
                </a:cubicBezTo>
                <a:cubicBezTo>
                  <a:pt x="4355356" y="67362"/>
                  <a:pt x="4349084" y="65385"/>
                  <a:pt x="4345588" y="63717"/>
                </a:cubicBezTo>
                <a:cubicBezTo>
                  <a:pt x="4342092" y="62049"/>
                  <a:pt x="4339441" y="59741"/>
                  <a:pt x="4337636" y="56794"/>
                </a:cubicBezTo>
                <a:cubicBezTo>
                  <a:pt x="4335831" y="53846"/>
                  <a:pt x="4334928" y="50590"/>
                  <a:pt x="4334928" y="47025"/>
                </a:cubicBezTo>
                <a:cubicBezTo>
                  <a:pt x="4334928" y="43781"/>
                  <a:pt x="4335671" y="40776"/>
                  <a:pt x="4337156" y="38011"/>
                </a:cubicBezTo>
                <a:cubicBezTo>
                  <a:pt x="4338641" y="35246"/>
                  <a:pt x="4340663" y="32950"/>
                  <a:pt x="4343223" y="31122"/>
                </a:cubicBezTo>
                <a:cubicBezTo>
                  <a:pt x="4345142" y="29705"/>
                  <a:pt x="4347758" y="28505"/>
                  <a:pt x="4351072" y="27523"/>
                </a:cubicBezTo>
                <a:cubicBezTo>
                  <a:pt x="4354385" y="26540"/>
                  <a:pt x="4357938" y="26049"/>
                  <a:pt x="4361731" y="26049"/>
                </a:cubicBezTo>
                <a:cubicBezTo>
                  <a:pt x="4367444" y="26049"/>
                  <a:pt x="4372459" y="26872"/>
                  <a:pt x="4376778" y="28517"/>
                </a:cubicBezTo>
                <a:cubicBezTo>
                  <a:pt x="4381097" y="30162"/>
                  <a:pt x="4384284" y="32390"/>
                  <a:pt x="4386341" y="35200"/>
                </a:cubicBezTo>
                <a:cubicBezTo>
                  <a:pt x="4388397" y="38011"/>
                  <a:pt x="4389814" y="41770"/>
                  <a:pt x="4390591" y="46477"/>
                </a:cubicBezTo>
                <a:lnTo>
                  <a:pt x="4378526" y="48122"/>
                </a:lnTo>
                <a:cubicBezTo>
                  <a:pt x="4377977" y="44375"/>
                  <a:pt x="4376389" y="41450"/>
                  <a:pt x="4373762" y="39348"/>
                </a:cubicBezTo>
                <a:cubicBezTo>
                  <a:pt x="4371134" y="37245"/>
                  <a:pt x="4367421" y="36194"/>
                  <a:pt x="4362622" y="36194"/>
                </a:cubicBezTo>
                <a:cubicBezTo>
                  <a:pt x="4356956" y="36194"/>
                  <a:pt x="4352911" y="37131"/>
                  <a:pt x="4350489" y="39005"/>
                </a:cubicBezTo>
                <a:cubicBezTo>
                  <a:pt x="4348067" y="40879"/>
                  <a:pt x="4346856" y="43072"/>
                  <a:pt x="4346856" y="45586"/>
                </a:cubicBezTo>
                <a:cubicBezTo>
                  <a:pt x="4346856" y="47185"/>
                  <a:pt x="4347359" y="48625"/>
                  <a:pt x="4348364" y="49904"/>
                </a:cubicBezTo>
                <a:cubicBezTo>
                  <a:pt x="4349369" y="51230"/>
                  <a:pt x="4350946" y="52326"/>
                  <a:pt x="4353094" y="53195"/>
                </a:cubicBezTo>
                <a:cubicBezTo>
                  <a:pt x="4354328" y="53652"/>
                  <a:pt x="4357961" y="54703"/>
                  <a:pt x="4363993" y="56348"/>
                </a:cubicBezTo>
                <a:cubicBezTo>
                  <a:pt x="4372722" y="58679"/>
                  <a:pt x="4378812" y="60587"/>
                  <a:pt x="4382262" y="62072"/>
                </a:cubicBezTo>
                <a:cubicBezTo>
                  <a:pt x="4385712" y="63557"/>
                  <a:pt x="4388420" y="65717"/>
                  <a:pt x="4390385" y="68550"/>
                </a:cubicBezTo>
                <a:cubicBezTo>
                  <a:pt x="4392350" y="71383"/>
                  <a:pt x="4393333" y="74902"/>
                  <a:pt x="4393333" y="79107"/>
                </a:cubicBezTo>
                <a:cubicBezTo>
                  <a:pt x="4393333" y="83220"/>
                  <a:pt x="4392133" y="87093"/>
                  <a:pt x="4389734" y="90726"/>
                </a:cubicBezTo>
                <a:cubicBezTo>
                  <a:pt x="4387335" y="94359"/>
                  <a:pt x="4383873" y="97170"/>
                  <a:pt x="4379348" y="99157"/>
                </a:cubicBezTo>
                <a:cubicBezTo>
                  <a:pt x="4374824" y="101145"/>
                  <a:pt x="4369706" y="102139"/>
                  <a:pt x="4363993" y="102139"/>
                </a:cubicBezTo>
                <a:cubicBezTo>
                  <a:pt x="4354533" y="102139"/>
                  <a:pt x="4347324" y="100174"/>
                  <a:pt x="4342366" y="96244"/>
                </a:cubicBezTo>
                <a:cubicBezTo>
                  <a:pt x="4337407" y="92314"/>
                  <a:pt x="4334243" y="86487"/>
                  <a:pt x="4332872" y="787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it.Herepeatsthesameactionwiththesixthkitchencabinet.">
            <a:extLst xmlns:a="http://schemas.openxmlformats.org/drawingml/2006/main">
              <a:ext uri="{FF2B5EF4-FFF2-40B4-BE49-F238E27FC236}">
                <a16:creationId xmlns:a16="http://schemas.microsoft.com/office/drawing/2014/main" id="{646F21F0-3B80-4FDA-944F-62DE9E46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999" y="1844905"/>
            <a:ext cx="3690679" cy="128394"/>
          </a:xfrm>
          <a:custGeom xmlns:a="http://schemas.openxmlformats.org/drawingml/2006/main">
            <a:pathLst>
              <a:path w="3690679" h="128394">
                <a:moveTo>
                  <a:pt x="0" y="14190"/>
                </a:moveTo>
                <a:lnTo>
                  <a:pt x="0" y="0"/>
                </a:lnTo>
                <a:lnTo>
                  <a:pt x="12339" y="0"/>
                </a:lnTo>
                <a:lnTo>
                  <a:pt x="12339" y="14190"/>
                </a:lnTo>
                <a:lnTo>
                  <a:pt x="0" y="14190"/>
                </a:lnTo>
                <a:moveTo>
                  <a:pt x="0" y="100494"/>
                </a:moveTo>
                <a:lnTo>
                  <a:pt x="0" y="27694"/>
                </a:lnTo>
                <a:lnTo>
                  <a:pt x="12339" y="27694"/>
                </a:lnTo>
                <a:lnTo>
                  <a:pt x="12339" y="100494"/>
                </a:lnTo>
                <a:lnTo>
                  <a:pt x="0" y="100494"/>
                </a:lnTo>
                <a:close/>
                <a:moveTo>
                  <a:pt x="58347" y="89458"/>
                </a:moveTo>
                <a:lnTo>
                  <a:pt x="60129" y="100357"/>
                </a:lnTo>
                <a:cubicBezTo>
                  <a:pt x="56656" y="101088"/>
                  <a:pt x="53548" y="101454"/>
                  <a:pt x="50806" y="101454"/>
                </a:cubicBezTo>
                <a:cubicBezTo>
                  <a:pt x="46328" y="101454"/>
                  <a:pt x="42855" y="100746"/>
                  <a:pt x="40387" y="99329"/>
                </a:cubicBezTo>
                <a:cubicBezTo>
                  <a:pt x="37919" y="97912"/>
                  <a:pt x="36182" y="96050"/>
                  <a:pt x="35177" y="93742"/>
                </a:cubicBezTo>
                <a:cubicBezTo>
                  <a:pt x="34172" y="91434"/>
                  <a:pt x="33669" y="86579"/>
                  <a:pt x="33669" y="79175"/>
                </a:cubicBezTo>
                <a:lnTo>
                  <a:pt x="33669" y="37291"/>
                </a:lnTo>
                <a:lnTo>
                  <a:pt x="24620" y="37291"/>
                </a:lnTo>
                <a:lnTo>
                  <a:pt x="24620" y="27694"/>
                </a:lnTo>
                <a:lnTo>
                  <a:pt x="33669" y="27694"/>
                </a:lnTo>
                <a:lnTo>
                  <a:pt x="33669" y="9666"/>
                </a:lnTo>
                <a:lnTo>
                  <a:pt x="45939" y="2262"/>
                </a:lnTo>
                <a:lnTo>
                  <a:pt x="45939" y="27694"/>
                </a:lnTo>
                <a:lnTo>
                  <a:pt x="58347" y="27694"/>
                </a:lnTo>
                <a:lnTo>
                  <a:pt x="58347" y="37291"/>
                </a:lnTo>
                <a:lnTo>
                  <a:pt x="45939" y="37291"/>
                </a:lnTo>
                <a:lnTo>
                  <a:pt x="45939" y="79861"/>
                </a:lnTo>
                <a:cubicBezTo>
                  <a:pt x="45939" y="83380"/>
                  <a:pt x="46156" y="85642"/>
                  <a:pt x="46591" y="86647"/>
                </a:cubicBezTo>
                <a:cubicBezTo>
                  <a:pt x="47025" y="87653"/>
                  <a:pt x="47733" y="88452"/>
                  <a:pt x="48716" y="89046"/>
                </a:cubicBezTo>
                <a:cubicBezTo>
                  <a:pt x="49698" y="89640"/>
                  <a:pt x="51103" y="89938"/>
                  <a:pt x="52931" y="89938"/>
                </a:cubicBezTo>
                <a:cubicBezTo>
                  <a:pt x="54302" y="89938"/>
                  <a:pt x="56108" y="89778"/>
                  <a:pt x="58347" y="89458"/>
                </a:cubicBezTo>
                <a:close/>
                <a:moveTo>
                  <a:pt x="73398" y="100494"/>
                </a:moveTo>
                <a:lnTo>
                  <a:pt x="73398" y="86441"/>
                </a:lnTo>
                <a:lnTo>
                  <a:pt x="87451" y="86441"/>
                </a:lnTo>
                <a:lnTo>
                  <a:pt x="87451" y="100494"/>
                </a:lnTo>
                <a:lnTo>
                  <a:pt x="73398" y="100494"/>
                </a:lnTo>
                <a:close/>
                <a:moveTo>
                  <a:pt x="148880" y="100494"/>
                </a:moveTo>
                <a:lnTo>
                  <a:pt x="148880" y="0"/>
                </a:lnTo>
                <a:lnTo>
                  <a:pt x="162179" y="0"/>
                </a:lnTo>
                <a:lnTo>
                  <a:pt x="162179" y="41267"/>
                </a:lnTo>
                <a:lnTo>
                  <a:pt x="214414" y="41267"/>
                </a:lnTo>
                <a:lnTo>
                  <a:pt x="214414" y="0"/>
                </a:lnTo>
                <a:lnTo>
                  <a:pt x="227712" y="0"/>
                </a:lnTo>
                <a:lnTo>
                  <a:pt x="227712" y="100494"/>
                </a:lnTo>
                <a:lnTo>
                  <a:pt x="214414" y="100494"/>
                </a:lnTo>
                <a:lnTo>
                  <a:pt x="214414" y="53126"/>
                </a:lnTo>
                <a:lnTo>
                  <a:pt x="162179" y="53126"/>
                </a:lnTo>
                <a:lnTo>
                  <a:pt x="162179" y="100494"/>
                </a:lnTo>
                <a:lnTo>
                  <a:pt x="148880" y="100494"/>
                </a:lnTo>
                <a:close/>
                <a:moveTo>
                  <a:pt x="298117" y="77050"/>
                </a:moveTo>
                <a:lnTo>
                  <a:pt x="310868" y="78627"/>
                </a:lnTo>
                <a:cubicBezTo>
                  <a:pt x="308857" y="86076"/>
                  <a:pt x="305132" y="91857"/>
                  <a:pt x="299694" y="95970"/>
                </a:cubicBezTo>
                <a:cubicBezTo>
                  <a:pt x="294256" y="100083"/>
                  <a:pt x="287309" y="102139"/>
                  <a:pt x="278855" y="102139"/>
                </a:cubicBezTo>
                <a:cubicBezTo>
                  <a:pt x="268207" y="102139"/>
                  <a:pt x="259764" y="98860"/>
                  <a:pt x="253526" y="92302"/>
                </a:cubicBezTo>
                <a:cubicBezTo>
                  <a:pt x="247288" y="85745"/>
                  <a:pt x="244169" y="76547"/>
                  <a:pt x="244169" y="64711"/>
                </a:cubicBezTo>
                <a:cubicBezTo>
                  <a:pt x="244169" y="52464"/>
                  <a:pt x="247322" y="42958"/>
                  <a:pt x="253629" y="36194"/>
                </a:cubicBezTo>
                <a:cubicBezTo>
                  <a:pt x="259935" y="29431"/>
                  <a:pt x="268115" y="26049"/>
                  <a:pt x="278169" y="26049"/>
                </a:cubicBezTo>
                <a:cubicBezTo>
                  <a:pt x="287903" y="26049"/>
                  <a:pt x="295855" y="29362"/>
                  <a:pt x="302025" y="35989"/>
                </a:cubicBezTo>
                <a:cubicBezTo>
                  <a:pt x="308194" y="42615"/>
                  <a:pt x="311279" y="51938"/>
                  <a:pt x="311279" y="63957"/>
                </a:cubicBezTo>
                <a:cubicBezTo>
                  <a:pt x="311279" y="64688"/>
                  <a:pt x="311256" y="65785"/>
                  <a:pt x="311210" y="67247"/>
                </a:cubicBezTo>
                <a:lnTo>
                  <a:pt x="256919" y="67247"/>
                </a:lnTo>
                <a:cubicBezTo>
                  <a:pt x="257376" y="75245"/>
                  <a:pt x="259638" y="81369"/>
                  <a:pt x="263705" y="85619"/>
                </a:cubicBezTo>
                <a:cubicBezTo>
                  <a:pt x="267773" y="89869"/>
                  <a:pt x="272845" y="91994"/>
                  <a:pt x="278923" y="91994"/>
                </a:cubicBezTo>
                <a:cubicBezTo>
                  <a:pt x="283448" y="91994"/>
                  <a:pt x="287309" y="90806"/>
                  <a:pt x="290508" y="88429"/>
                </a:cubicBezTo>
                <a:cubicBezTo>
                  <a:pt x="293707" y="86053"/>
                  <a:pt x="296244" y="82260"/>
                  <a:pt x="298117" y="77050"/>
                </a:cubicBezTo>
                <a:moveTo>
                  <a:pt x="257604" y="57102"/>
                </a:moveTo>
                <a:lnTo>
                  <a:pt x="298255" y="57102"/>
                </a:lnTo>
                <a:cubicBezTo>
                  <a:pt x="297706" y="50978"/>
                  <a:pt x="296152" y="46385"/>
                  <a:pt x="293593" y="43324"/>
                </a:cubicBezTo>
                <a:cubicBezTo>
                  <a:pt x="289663" y="38571"/>
                  <a:pt x="284567" y="36194"/>
                  <a:pt x="278307" y="36194"/>
                </a:cubicBezTo>
                <a:cubicBezTo>
                  <a:pt x="272640" y="36194"/>
                  <a:pt x="267875" y="38091"/>
                  <a:pt x="264014" y="41884"/>
                </a:cubicBezTo>
                <a:cubicBezTo>
                  <a:pt x="260152" y="45677"/>
                  <a:pt x="258016" y="50750"/>
                  <a:pt x="257604" y="57102"/>
                </a:cubicBezTo>
                <a:close/>
                <a:moveTo>
                  <a:pt x="364443" y="100494"/>
                </a:moveTo>
                <a:lnTo>
                  <a:pt x="364443" y="27694"/>
                </a:lnTo>
                <a:lnTo>
                  <a:pt x="375548" y="27694"/>
                </a:lnTo>
                <a:lnTo>
                  <a:pt x="375548" y="38731"/>
                </a:lnTo>
                <a:cubicBezTo>
                  <a:pt x="378382" y="33567"/>
                  <a:pt x="380998" y="30162"/>
                  <a:pt x="383397" y="28517"/>
                </a:cubicBezTo>
                <a:cubicBezTo>
                  <a:pt x="385797" y="26872"/>
                  <a:pt x="388436" y="26049"/>
                  <a:pt x="391315" y="26049"/>
                </a:cubicBezTo>
                <a:cubicBezTo>
                  <a:pt x="395474" y="26049"/>
                  <a:pt x="399701" y="27374"/>
                  <a:pt x="403997" y="30025"/>
                </a:cubicBezTo>
                <a:lnTo>
                  <a:pt x="399747" y="41473"/>
                </a:lnTo>
                <a:cubicBezTo>
                  <a:pt x="396730" y="39690"/>
                  <a:pt x="393714" y="38799"/>
                  <a:pt x="390698" y="38799"/>
                </a:cubicBezTo>
                <a:cubicBezTo>
                  <a:pt x="388002" y="38799"/>
                  <a:pt x="385580" y="39610"/>
                  <a:pt x="383432" y="41233"/>
                </a:cubicBezTo>
                <a:cubicBezTo>
                  <a:pt x="381284" y="42855"/>
                  <a:pt x="379753" y="45106"/>
                  <a:pt x="378839" y="47985"/>
                </a:cubicBezTo>
                <a:cubicBezTo>
                  <a:pt x="377468" y="52372"/>
                  <a:pt x="376782" y="57171"/>
                  <a:pt x="376782" y="62380"/>
                </a:cubicBezTo>
                <a:lnTo>
                  <a:pt x="376782" y="100494"/>
                </a:lnTo>
                <a:lnTo>
                  <a:pt x="364443" y="100494"/>
                </a:lnTo>
                <a:close/>
                <a:moveTo>
                  <a:pt x="460773" y="77050"/>
                </a:moveTo>
                <a:lnTo>
                  <a:pt x="473524" y="78627"/>
                </a:lnTo>
                <a:cubicBezTo>
                  <a:pt x="471513" y="86076"/>
                  <a:pt x="467788" y="91857"/>
                  <a:pt x="462350" y="95970"/>
                </a:cubicBezTo>
                <a:cubicBezTo>
                  <a:pt x="456912" y="100083"/>
                  <a:pt x="449965" y="102139"/>
                  <a:pt x="441511" y="102139"/>
                </a:cubicBezTo>
                <a:cubicBezTo>
                  <a:pt x="430863" y="102139"/>
                  <a:pt x="422420" y="98860"/>
                  <a:pt x="416182" y="92302"/>
                </a:cubicBezTo>
                <a:cubicBezTo>
                  <a:pt x="409944" y="85745"/>
                  <a:pt x="406825" y="76547"/>
                  <a:pt x="406825" y="64711"/>
                </a:cubicBezTo>
                <a:cubicBezTo>
                  <a:pt x="406825" y="52464"/>
                  <a:pt x="409978" y="42958"/>
                  <a:pt x="416285" y="36194"/>
                </a:cubicBezTo>
                <a:cubicBezTo>
                  <a:pt x="422591" y="29431"/>
                  <a:pt x="430771" y="26049"/>
                  <a:pt x="440825" y="26049"/>
                </a:cubicBezTo>
                <a:cubicBezTo>
                  <a:pt x="450560" y="26049"/>
                  <a:pt x="458511" y="29362"/>
                  <a:pt x="464681" y="35989"/>
                </a:cubicBezTo>
                <a:cubicBezTo>
                  <a:pt x="470850" y="42615"/>
                  <a:pt x="473935" y="51938"/>
                  <a:pt x="473935" y="63957"/>
                </a:cubicBezTo>
                <a:cubicBezTo>
                  <a:pt x="473935" y="64688"/>
                  <a:pt x="473912" y="65785"/>
                  <a:pt x="473867" y="67247"/>
                </a:cubicBezTo>
                <a:lnTo>
                  <a:pt x="419575" y="67247"/>
                </a:lnTo>
                <a:cubicBezTo>
                  <a:pt x="420032" y="75245"/>
                  <a:pt x="422294" y="81369"/>
                  <a:pt x="426361" y="85619"/>
                </a:cubicBezTo>
                <a:cubicBezTo>
                  <a:pt x="430429" y="89869"/>
                  <a:pt x="435501" y="91994"/>
                  <a:pt x="441579" y="91994"/>
                </a:cubicBezTo>
                <a:cubicBezTo>
                  <a:pt x="446104" y="91994"/>
                  <a:pt x="449965" y="90806"/>
                  <a:pt x="453164" y="88429"/>
                </a:cubicBezTo>
                <a:cubicBezTo>
                  <a:pt x="456363" y="86053"/>
                  <a:pt x="458900" y="82260"/>
                  <a:pt x="460773" y="77050"/>
                </a:cubicBezTo>
                <a:moveTo>
                  <a:pt x="420260" y="57102"/>
                </a:moveTo>
                <a:lnTo>
                  <a:pt x="460911" y="57102"/>
                </a:lnTo>
                <a:cubicBezTo>
                  <a:pt x="460362" y="50978"/>
                  <a:pt x="458808" y="46385"/>
                  <a:pt x="456249" y="43324"/>
                </a:cubicBezTo>
                <a:cubicBezTo>
                  <a:pt x="452319" y="38571"/>
                  <a:pt x="447223" y="36194"/>
                  <a:pt x="440963" y="36194"/>
                </a:cubicBezTo>
                <a:cubicBezTo>
                  <a:pt x="435296" y="36194"/>
                  <a:pt x="430532" y="38091"/>
                  <a:pt x="426670" y="41884"/>
                </a:cubicBezTo>
                <a:cubicBezTo>
                  <a:pt x="422808" y="45677"/>
                  <a:pt x="420672" y="50750"/>
                  <a:pt x="420260" y="57102"/>
                </a:cubicBezTo>
                <a:close/>
                <a:moveTo>
                  <a:pt x="488742" y="128394"/>
                </a:moveTo>
                <a:lnTo>
                  <a:pt x="488742" y="27694"/>
                </a:lnTo>
                <a:lnTo>
                  <a:pt x="499984" y="27694"/>
                </a:lnTo>
                <a:lnTo>
                  <a:pt x="499984" y="37154"/>
                </a:lnTo>
                <a:cubicBezTo>
                  <a:pt x="502634" y="33452"/>
                  <a:pt x="505628" y="30676"/>
                  <a:pt x="508964" y="28825"/>
                </a:cubicBezTo>
                <a:cubicBezTo>
                  <a:pt x="512300" y="26974"/>
                  <a:pt x="516344" y="26049"/>
                  <a:pt x="521097" y="26049"/>
                </a:cubicBezTo>
                <a:cubicBezTo>
                  <a:pt x="527312" y="26049"/>
                  <a:pt x="532796" y="27648"/>
                  <a:pt x="537549" y="30847"/>
                </a:cubicBezTo>
                <a:cubicBezTo>
                  <a:pt x="542302" y="34046"/>
                  <a:pt x="545889" y="38559"/>
                  <a:pt x="548312" y="44386"/>
                </a:cubicBezTo>
                <a:cubicBezTo>
                  <a:pt x="550734" y="50213"/>
                  <a:pt x="551945" y="56599"/>
                  <a:pt x="551945" y="63546"/>
                </a:cubicBezTo>
                <a:cubicBezTo>
                  <a:pt x="551945" y="70995"/>
                  <a:pt x="550608" y="77701"/>
                  <a:pt x="547935" y="83665"/>
                </a:cubicBezTo>
                <a:cubicBezTo>
                  <a:pt x="545261" y="89629"/>
                  <a:pt x="541377" y="94199"/>
                  <a:pt x="536281" y="97375"/>
                </a:cubicBezTo>
                <a:cubicBezTo>
                  <a:pt x="531186" y="100551"/>
                  <a:pt x="525827" y="102139"/>
                  <a:pt x="520206" y="102139"/>
                </a:cubicBezTo>
                <a:cubicBezTo>
                  <a:pt x="516093" y="102139"/>
                  <a:pt x="512403" y="101271"/>
                  <a:pt x="509135" y="99534"/>
                </a:cubicBezTo>
                <a:cubicBezTo>
                  <a:pt x="505868" y="97798"/>
                  <a:pt x="503183" y="95604"/>
                  <a:pt x="501081" y="92954"/>
                </a:cubicBezTo>
                <a:lnTo>
                  <a:pt x="501081" y="128394"/>
                </a:lnTo>
                <a:lnTo>
                  <a:pt x="488742" y="128394"/>
                </a:lnTo>
                <a:moveTo>
                  <a:pt x="499915" y="64505"/>
                </a:moveTo>
                <a:cubicBezTo>
                  <a:pt x="499915" y="73874"/>
                  <a:pt x="501812" y="80798"/>
                  <a:pt x="505605" y="85276"/>
                </a:cubicBezTo>
                <a:cubicBezTo>
                  <a:pt x="509398" y="89755"/>
                  <a:pt x="513991" y="91994"/>
                  <a:pt x="519384" y="91994"/>
                </a:cubicBezTo>
                <a:cubicBezTo>
                  <a:pt x="524867" y="91994"/>
                  <a:pt x="529563" y="89675"/>
                  <a:pt x="533471" y="85036"/>
                </a:cubicBezTo>
                <a:cubicBezTo>
                  <a:pt x="537378" y="80398"/>
                  <a:pt x="539332" y="73211"/>
                  <a:pt x="539332" y="63477"/>
                </a:cubicBezTo>
                <a:cubicBezTo>
                  <a:pt x="539332" y="54200"/>
                  <a:pt x="537424" y="47254"/>
                  <a:pt x="533608" y="42638"/>
                </a:cubicBezTo>
                <a:cubicBezTo>
                  <a:pt x="529792" y="38022"/>
                  <a:pt x="525233" y="35715"/>
                  <a:pt x="519932" y="35715"/>
                </a:cubicBezTo>
                <a:cubicBezTo>
                  <a:pt x="514676" y="35715"/>
                  <a:pt x="510026" y="38171"/>
                  <a:pt x="505982" y="43084"/>
                </a:cubicBezTo>
                <a:cubicBezTo>
                  <a:pt x="501938" y="47996"/>
                  <a:pt x="499915" y="55137"/>
                  <a:pt x="499915" y="64505"/>
                </a:cubicBezTo>
                <a:close/>
                <a:moveTo>
                  <a:pt x="616381" y="77050"/>
                </a:moveTo>
                <a:lnTo>
                  <a:pt x="629132" y="78627"/>
                </a:lnTo>
                <a:cubicBezTo>
                  <a:pt x="627121" y="86076"/>
                  <a:pt x="623396" y="91857"/>
                  <a:pt x="617958" y="95970"/>
                </a:cubicBezTo>
                <a:cubicBezTo>
                  <a:pt x="612520" y="100083"/>
                  <a:pt x="605573" y="102139"/>
                  <a:pt x="597119" y="102139"/>
                </a:cubicBezTo>
                <a:cubicBezTo>
                  <a:pt x="586471" y="102139"/>
                  <a:pt x="578028" y="98860"/>
                  <a:pt x="571790" y="92302"/>
                </a:cubicBezTo>
                <a:cubicBezTo>
                  <a:pt x="565552" y="85745"/>
                  <a:pt x="562433" y="76547"/>
                  <a:pt x="562433" y="64711"/>
                </a:cubicBezTo>
                <a:cubicBezTo>
                  <a:pt x="562433" y="52464"/>
                  <a:pt x="565586" y="42958"/>
                  <a:pt x="571893" y="36194"/>
                </a:cubicBezTo>
                <a:cubicBezTo>
                  <a:pt x="578199" y="29431"/>
                  <a:pt x="586379" y="26049"/>
                  <a:pt x="596433" y="26049"/>
                </a:cubicBezTo>
                <a:cubicBezTo>
                  <a:pt x="606168" y="26049"/>
                  <a:pt x="614119" y="29362"/>
                  <a:pt x="620289" y="35989"/>
                </a:cubicBezTo>
                <a:cubicBezTo>
                  <a:pt x="626458" y="42615"/>
                  <a:pt x="629543" y="51938"/>
                  <a:pt x="629543" y="63957"/>
                </a:cubicBezTo>
                <a:cubicBezTo>
                  <a:pt x="629543" y="64688"/>
                  <a:pt x="629520" y="65785"/>
                  <a:pt x="629475" y="67247"/>
                </a:cubicBezTo>
                <a:lnTo>
                  <a:pt x="575183" y="67247"/>
                </a:lnTo>
                <a:cubicBezTo>
                  <a:pt x="575640" y="75245"/>
                  <a:pt x="577902" y="81369"/>
                  <a:pt x="581969" y="85619"/>
                </a:cubicBezTo>
                <a:cubicBezTo>
                  <a:pt x="586037" y="89869"/>
                  <a:pt x="591109" y="91994"/>
                  <a:pt x="597188" y="91994"/>
                </a:cubicBezTo>
                <a:cubicBezTo>
                  <a:pt x="601712" y="91994"/>
                  <a:pt x="605573" y="90806"/>
                  <a:pt x="608772" y="88429"/>
                </a:cubicBezTo>
                <a:cubicBezTo>
                  <a:pt x="611971" y="86053"/>
                  <a:pt x="614508" y="82260"/>
                  <a:pt x="616381" y="77050"/>
                </a:cubicBezTo>
                <a:moveTo>
                  <a:pt x="575868" y="57102"/>
                </a:moveTo>
                <a:lnTo>
                  <a:pt x="616519" y="57102"/>
                </a:lnTo>
                <a:cubicBezTo>
                  <a:pt x="615970" y="50978"/>
                  <a:pt x="614416" y="46385"/>
                  <a:pt x="611857" y="43324"/>
                </a:cubicBezTo>
                <a:cubicBezTo>
                  <a:pt x="607927" y="38571"/>
                  <a:pt x="602831" y="36194"/>
                  <a:pt x="596571" y="36194"/>
                </a:cubicBezTo>
                <a:cubicBezTo>
                  <a:pt x="590904" y="36194"/>
                  <a:pt x="586140" y="38091"/>
                  <a:pt x="582278" y="41884"/>
                </a:cubicBezTo>
                <a:cubicBezTo>
                  <a:pt x="578416" y="45677"/>
                  <a:pt x="576280" y="50750"/>
                  <a:pt x="575868" y="57102"/>
                </a:cubicBezTo>
                <a:close/>
                <a:moveTo>
                  <a:pt x="691856" y="91514"/>
                </a:moveTo>
                <a:cubicBezTo>
                  <a:pt x="687286" y="95399"/>
                  <a:pt x="682887" y="98141"/>
                  <a:pt x="678660" y="99740"/>
                </a:cubicBezTo>
                <a:cubicBezTo>
                  <a:pt x="674433" y="101340"/>
                  <a:pt x="669897" y="102139"/>
                  <a:pt x="665053" y="102139"/>
                </a:cubicBezTo>
                <a:cubicBezTo>
                  <a:pt x="657055" y="102139"/>
                  <a:pt x="650909" y="100186"/>
                  <a:pt x="646613" y="96278"/>
                </a:cubicBezTo>
                <a:cubicBezTo>
                  <a:pt x="642317" y="92371"/>
                  <a:pt x="640169" y="87378"/>
                  <a:pt x="640169" y="81300"/>
                </a:cubicBezTo>
                <a:cubicBezTo>
                  <a:pt x="640169" y="77736"/>
                  <a:pt x="640980" y="74479"/>
                  <a:pt x="642603" y="71532"/>
                </a:cubicBezTo>
                <a:cubicBezTo>
                  <a:pt x="644225" y="68584"/>
                  <a:pt x="646350" y="66219"/>
                  <a:pt x="648978" y="64437"/>
                </a:cubicBezTo>
                <a:cubicBezTo>
                  <a:pt x="651605" y="62655"/>
                  <a:pt x="654565" y="61306"/>
                  <a:pt x="657855" y="60392"/>
                </a:cubicBezTo>
                <a:cubicBezTo>
                  <a:pt x="660277" y="59753"/>
                  <a:pt x="663933" y="59136"/>
                  <a:pt x="668823" y="58542"/>
                </a:cubicBezTo>
                <a:cubicBezTo>
                  <a:pt x="678785" y="57353"/>
                  <a:pt x="686120" y="55937"/>
                  <a:pt x="690827" y="54292"/>
                </a:cubicBezTo>
                <a:cubicBezTo>
                  <a:pt x="690873" y="52601"/>
                  <a:pt x="690896" y="51527"/>
                  <a:pt x="690896" y="51070"/>
                </a:cubicBezTo>
                <a:cubicBezTo>
                  <a:pt x="690896" y="46043"/>
                  <a:pt x="689731" y="42501"/>
                  <a:pt x="687400" y="40444"/>
                </a:cubicBezTo>
                <a:cubicBezTo>
                  <a:pt x="684247" y="37657"/>
                  <a:pt x="679562" y="36263"/>
                  <a:pt x="673347" y="36263"/>
                </a:cubicBezTo>
                <a:cubicBezTo>
                  <a:pt x="667543" y="36263"/>
                  <a:pt x="663259" y="37280"/>
                  <a:pt x="660494" y="39313"/>
                </a:cubicBezTo>
                <a:cubicBezTo>
                  <a:pt x="657729" y="41347"/>
                  <a:pt x="655684" y="44946"/>
                  <a:pt x="654359" y="50110"/>
                </a:cubicBezTo>
                <a:lnTo>
                  <a:pt x="642294" y="48465"/>
                </a:lnTo>
                <a:cubicBezTo>
                  <a:pt x="643391" y="43301"/>
                  <a:pt x="645196" y="39131"/>
                  <a:pt x="647710" y="35954"/>
                </a:cubicBezTo>
                <a:cubicBezTo>
                  <a:pt x="650223" y="32778"/>
                  <a:pt x="653856" y="30333"/>
                  <a:pt x="658609" y="28620"/>
                </a:cubicBezTo>
                <a:cubicBezTo>
                  <a:pt x="663362" y="26906"/>
                  <a:pt x="668869" y="26049"/>
                  <a:pt x="675129" y="26049"/>
                </a:cubicBezTo>
                <a:cubicBezTo>
                  <a:pt x="681345" y="26049"/>
                  <a:pt x="686395" y="26780"/>
                  <a:pt x="690279" y="28243"/>
                </a:cubicBezTo>
                <a:cubicBezTo>
                  <a:pt x="694164" y="29705"/>
                  <a:pt x="697020" y="31544"/>
                  <a:pt x="698848" y="33761"/>
                </a:cubicBezTo>
                <a:cubicBezTo>
                  <a:pt x="700676" y="35977"/>
                  <a:pt x="701955" y="38776"/>
                  <a:pt x="702687" y="42158"/>
                </a:cubicBezTo>
                <a:cubicBezTo>
                  <a:pt x="703098" y="44260"/>
                  <a:pt x="703304" y="48053"/>
                  <a:pt x="703304" y="53537"/>
                </a:cubicBezTo>
                <a:lnTo>
                  <a:pt x="703304" y="69989"/>
                </a:lnTo>
                <a:cubicBezTo>
                  <a:pt x="703304" y="81460"/>
                  <a:pt x="703566" y="88715"/>
                  <a:pt x="704092" y="91754"/>
                </a:cubicBezTo>
                <a:cubicBezTo>
                  <a:pt x="704617" y="94793"/>
                  <a:pt x="705657" y="97706"/>
                  <a:pt x="707211" y="100494"/>
                </a:cubicBezTo>
                <a:lnTo>
                  <a:pt x="694323" y="100494"/>
                </a:lnTo>
                <a:cubicBezTo>
                  <a:pt x="693044" y="97935"/>
                  <a:pt x="692221" y="94942"/>
                  <a:pt x="691856" y="91514"/>
                </a:cubicBezTo>
                <a:moveTo>
                  <a:pt x="690827" y="63957"/>
                </a:moveTo>
                <a:cubicBezTo>
                  <a:pt x="686349" y="65785"/>
                  <a:pt x="679631" y="67339"/>
                  <a:pt x="670674" y="68618"/>
                </a:cubicBezTo>
                <a:cubicBezTo>
                  <a:pt x="665601" y="69350"/>
                  <a:pt x="662014" y="70172"/>
                  <a:pt x="659911" y="71086"/>
                </a:cubicBezTo>
                <a:cubicBezTo>
                  <a:pt x="657809" y="72000"/>
                  <a:pt x="656187" y="73337"/>
                  <a:pt x="655044" y="75096"/>
                </a:cubicBezTo>
                <a:cubicBezTo>
                  <a:pt x="653902" y="76856"/>
                  <a:pt x="653331" y="78810"/>
                  <a:pt x="653331" y="80957"/>
                </a:cubicBezTo>
                <a:cubicBezTo>
                  <a:pt x="653331" y="84248"/>
                  <a:pt x="654576" y="86990"/>
                  <a:pt x="657067" y="89183"/>
                </a:cubicBezTo>
                <a:cubicBezTo>
                  <a:pt x="659557" y="91377"/>
                  <a:pt x="663202" y="92474"/>
                  <a:pt x="668000" y="92474"/>
                </a:cubicBezTo>
                <a:cubicBezTo>
                  <a:pt x="672753" y="92474"/>
                  <a:pt x="676980" y="91434"/>
                  <a:pt x="680682" y="89355"/>
                </a:cubicBezTo>
                <a:cubicBezTo>
                  <a:pt x="684384" y="87275"/>
                  <a:pt x="687103" y="84431"/>
                  <a:pt x="688839" y="80820"/>
                </a:cubicBezTo>
                <a:cubicBezTo>
                  <a:pt x="690165" y="78033"/>
                  <a:pt x="690827" y="73920"/>
                  <a:pt x="690827" y="68481"/>
                </a:cubicBezTo>
                <a:lnTo>
                  <a:pt x="690827" y="63957"/>
                </a:lnTo>
                <a:close/>
                <a:moveTo>
                  <a:pt x="749095" y="89458"/>
                </a:moveTo>
                <a:lnTo>
                  <a:pt x="750877" y="100357"/>
                </a:lnTo>
                <a:cubicBezTo>
                  <a:pt x="747404" y="101088"/>
                  <a:pt x="744296" y="101454"/>
                  <a:pt x="741554" y="101454"/>
                </a:cubicBezTo>
                <a:cubicBezTo>
                  <a:pt x="737076" y="101454"/>
                  <a:pt x="733603" y="100746"/>
                  <a:pt x="731135" y="99329"/>
                </a:cubicBezTo>
                <a:cubicBezTo>
                  <a:pt x="728667" y="97912"/>
                  <a:pt x="726931" y="96050"/>
                  <a:pt x="725925" y="93742"/>
                </a:cubicBezTo>
                <a:cubicBezTo>
                  <a:pt x="724920" y="91434"/>
                  <a:pt x="724417" y="86579"/>
                  <a:pt x="724417" y="79175"/>
                </a:cubicBezTo>
                <a:lnTo>
                  <a:pt x="724417" y="37291"/>
                </a:lnTo>
                <a:lnTo>
                  <a:pt x="715368" y="37291"/>
                </a:lnTo>
                <a:lnTo>
                  <a:pt x="715368" y="27694"/>
                </a:lnTo>
                <a:lnTo>
                  <a:pt x="724417" y="27694"/>
                </a:lnTo>
                <a:lnTo>
                  <a:pt x="724417" y="9666"/>
                </a:lnTo>
                <a:lnTo>
                  <a:pt x="736687" y="2262"/>
                </a:lnTo>
                <a:lnTo>
                  <a:pt x="736687" y="27694"/>
                </a:lnTo>
                <a:lnTo>
                  <a:pt x="749095" y="27694"/>
                </a:lnTo>
                <a:lnTo>
                  <a:pt x="749095" y="37291"/>
                </a:lnTo>
                <a:lnTo>
                  <a:pt x="736687" y="37291"/>
                </a:lnTo>
                <a:lnTo>
                  <a:pt x="736687" y="79861"/>
                </a:lnTo>
                <a:cubicBezTo>
                  <a:pt x="736687" y="83380"/>
                  <a:pt x="736905" y="85642"/>
                  <a:pt x="737339" y="86647"/>
                </a:cubicBezTo>
                <a:cubicBezTo>
                  <a:pt x="737773" y="87653"/>
                  <a:pt x="738481" y="88452"/>
                  <a:pt x="739464" y="89046"/>
                </a:cubicBezTo>
                <a:cubicBezTo>
                  <a:pt x="740446" y="89640"/>
                  <a:pt x="741852" y="89938"/>
                  <a:pt x="743680" y="89938"/>
                </a:cubicBezTo>
                <a:cubicBezTo>
                  <a:pt x="745051" y="89938"/>
                  <a:pt x="746856" y="89778"/>
                  <a:pt x="749095" y="89458"/>
                </a:cubicBezTo>
                <a:close/>
                <a:moveTo>
                  <a:pt x="755714" y="78764"/>
                </a:moveTo>
                <a:lnTo>
                  <a:pt x="767916" y="76844"/>
                </a:lnTo>
                <a:cubicBezTo>
                  <a:pt x="768602" y="81734"/>
                  <a:pt x="770510" y="85482"/>
                  <a:pt x="773640" y="88087"/>
                </a:cubicBezTo>
                <a:cubicBezTo>
                  <a:pt x="776771" y="90692"/>
                  <a:pt x="781146" y="91994"/>
                  <a:pt x="786767" y="91994"/>
                </a:cubicBezTo>
                <a:cubicBezTo>
                  <a:pt x="792434" y="91994"/>
                  <a:pt x="796639" y="90840"/>
                  <a:pt x="799381" y="88532"/>
                </a:cubicBezTo>
                <a:cubicBezTo>
                  <a:pt x="802123" y="86224"/>
                  <a:pt x="803494" y="83517"/>
                  <a:pt x="803494" y="80409"/>
                </a:cubicBezTo>
                <a:cubicBezTo>
                  <a:pt x="803494" y="77621"/>
                  <a:pt x="802283" y="75428"/>
                  <a:pt x="799861" y="73828"/>
                </a:cubicBezTo>
                <a:cubicBezTo>
                  <a:pt x="798170" y="72731"/>
                  <a:pt x="793965" y="71338"/>
                  <a:pt x="787247" y="69647"/>
                </a:cubicBezTo>
                <a:cubicBezTo>
                  <a:pt x="778199" y="67362"/>
                  <a:pt x="771926" y="65385"/>
                  <a:pt x="768430" y="63717"/>
                </a:cubicBezTo>
                <a:cubicBezTo>
                  <a:pt x="764934" y="62049"/>
                  <a:pt x="762284" y="59741"/>
                  <a:pt x="760479" y="56794"/>
                </a:cubicBezTo>
                <a:cubicBezTo>
                  <a:pt x="758673" y="53846"/>
                  <a:pt x="757771" y="50590"/>
                  <a:pt x="757771" y="47025"/>
                </a:cubicBezTo>
                <a:cubicBezTo>
                  <a:pt x="757771" y="43781"/>
                  <a:pt x="758513" y="40776"/>
                  <a:pt x="759999" y="38011"/>
                </a:cubicBezTo>
                <a:cubicBezTo>
                  <a:pt x="761484" y="35246"/>
                  <a:pt x="763506" y="32950"/>
                  <a:pt x="766065" y="31122"/>
                </a:cubicBezTo>
                <a:cubicBezTo>
                  <a:pt x="767985" y="29705"/>
                  <a:pt x="770601" y="28505"/>
                  <a:pt x="773914" y="27523"/>
                </a:cubicBezTo>
                <a:cubicBezTo>
                  <a:pt x="777228" y="26540"/>
                  <a:pt x="780781" y="26049"/>
                  <a:pt x="784574" y="26049"/>
                </a:cubicBezTo>
                <a:cubicBezTo>
                  <a:pt x="790286" y="26049"/>
                  <a:pt x="795302" y="26872"/>
                  <a:pt x="799621" y="28517"/>
                </a:cubicBezTo>
                <a:cubicBezTo>
                  <a:pt x="803939" y="30162"/>
                  <a:pt x="807127" y="32390"/>
                  <a:pt x="809183" y="35200"/>
                </a:cubicBezTo>
                <a:cubicBezTo>
                  <a:pt x="811240" y="38011"/>
                  <a:pt x="812657" y="41770"/>
                  <a:pt x="813433" y="46477"/>
                </a:cubicBezTo>
                <a:lnTo>
                  <a:pt x="801369" y="48122"/>
                </a:lnTo>
                <a:cubicBezTo>
                  <a:pt x="800820" y="44375"/>
                  <a:pt x="799232" y="41450"/>
                  <a:pt x="796604" y="39348"/>
                </a:cubicBezTo>
                <a:cubicBezTo>
                  <a:pt x="793977" y="37245"/>
                  <a:pt x="790264" y="36194"/>
                  <a:pt x="785465" y="36194"/>
                </a:cubicBezTo>
                <a:cubicBezTo>
                  <a:pt x="779798" y="36194"/>
                  <a:pt x="775754" y="37131"/>
                  <a:pt x="773332" y="39005"/>
                </a:cubicBezTo>
                <a:cubicBezTo>
                  <a:pt x="770910" y="40879"/>
                  <a:pt x="769699" y="43072"/>
                  <a:pt x="769699" y="45586"/>
                </a:cubicBezTo>
                <a:cubicBezTo>
                  <a:pt x="769699" y="47185"/>
                  <a:pt x="770201" y="48625"/>
                  <a:pt x="771207" y="49904"/>
                </a:cubicBezTo>
                <a:cubicBezTo>
                  <a:pt x="772212" y="51230"/>
                  <a:pt x="773789" y="52326"/>
                  <a:pt x="775937" y="53195"/>
                </a:cubicBezTo>
                <a:cubicBezTo>
                  <a:pt x="777170" y="53652"/>
                  <a:pt x="780804" y="54703"/>
                  <a:pt x="786836" y="56348"/>
                </a:cubicBezTo>
                <a:cubicBezTo>
                  <a:pt x="795565" y="58679"/>
                  <a:pt x="801654" y="60587"/>
                  <a:pt x="805105" y="62072"/>
                </a:cubicBezTo>
                <a:cubicBezTo>
                  <a:pt x="808555" y="63557"/>
                  <a:pt x="811263" y="65717"/>
                  <a:pt x="813228" y="68550"/>
                </a:cubicBezTo>
                <a:cubicBezTo>
                  <a:pt x="815193" y="71383"/>
                  <a:pt x="816175" y="74902"/>
                  <a:pt x="816175" y="79107"/>
                </a:cubicBezTo>
                <a:cubicBezTo>
                  <a:pt x="816175" y="83220"/>
                  <a:pt x="814976" y="87093"/>
                  <a:pt x="812577" y="90726"/>
                </a:cubicBezTo>
                <a:cubicBezTo>
                  <a:pt x="810177" y="94359"/>
                  <a:pt x="806716" y="97170"/>
                  <a:pt x="802191" y="99157"/>
                </a:cubicBezTo>
                <a:cubicBezTo>
                  <a:pt x="797667" y="101145"/>
                  <a:pt x="792549" y="102139"/>
                  <a:pt x="786836" y="102139"/>
                </a:cubicBezTo>
                <a:cubicBezTo>
                  <a:pt x="777376" y="102139"/>
                  <a:pt x="770167" y="100174"/>
                  <a:pt x="765209" y="96244"/>
                </a:cubicBezTo>
                <a:cubicBezTo>
                  <a:pt x="760250" y="92314"/>
                  <a:pt x="757085" y="86487"/>
                  <a:pt x="755714" y="78764"/>
                </a:cubicBezTo>
                <a:close/>
                <a:moveTo>
                  <a:pt x="896028" y="89458"/>
                </a:moveTo>
                <a:lnTo>
                  <a:pt x="897810" y="100357"/>
                </a:lnTo>
                <a:cubicBezTo>
                  <a:pt x="894337" y="101088"/>
                  <a:pt x="891229" y="101454"/>
                  <a:pt x="888487" y="101454"/>
                </a:cubicBezTo>
                <a:cubicBezTo>
                  <a:pt x="884009" y="101454"/>
                  <a:pt x="880535" y="100746"/>
                  <a:pt x="878068" y="99329"/>
                </a:cubicBezTo>
                <a:cubicBezTo>
                  <a:pt x="875600" y="97912"/>
                  <a:pt x="873863" y="96050"/>
                  <a:pt x="872858" y="93742"/>
                </a:cubicBezTo>
                <a:cubicBezTo>
                  <a:pt x="871852" y="91434"/>
                  <a:pt x="871350" y="86579"/>
                  <a:pt x="871350" y="79175"/>
                </a:cubicBezTo>
                <a:lnTo>
                  <a:pt x="871350" y="37291"/>
                </a:lnTo>
                <a:lnTo>
                  <a:pt x="862301" y="37291"/>
                </a:lnTo>
                <a:lnTo>
                  <a:pt x="862301" y="27694"/>
                </a:lnTo>
                <a:lnTo>
                  <a:pt x="871350" y="27694"/>
                </a:lnTo>
                <a:lnTo>
                  <a:pt x="871350" y="9666"/>
                </a:lnTo>
                <a:lnTo>
                  <a:pt x="883620" y="2262"/>
                </a:lnTo>
                <a:lnTo>
                  <a:pt x="883620" y="27694"/>
                </a:lnTo>
                <a:lnTo>
                  <a:pt x="896028" y="27694"/>
                </a:lnTo>
                <a:lnTo>
                  <a:pt x="896028" y="37291"/>
                </a:lnTo>
                <a:lnTo>
                  <a:pt x="883620" y="37291"/>
                </a:lnTo>
                <a:lnTo>
                  <a:pt x="883620" y="79861"/>
                </a:lnTo>
                <a:cubicBezTo>
                  <a:pt x="883620" y="83380"/>
                  <a:pt x="883837" y="85642"/>
                  <a:pt x="884271" y="86647"/>
                </a:cubicBezTo>
                <a:cubicBezTo>
                  <a:pt x="884705" y="87653"/>
                  <a:pt x="885414" y="88452"/>
                  <a:pt x="886396" y="89046"/>
                </a:cubicBezTo>
                <a:cubicBezTo>
                  <a:pt x="887379" y="89640"/>
                  <a:pt x="888784" y="89938"/>
                  <a:pt x="890612" y="89938"/>
                </a:cubicBezTo>
                <a:cubicBezTo>
                  <a:pt x="891983" y="89938"/>
                  <a:pt x="893788" y="89778"/>
                  <a:pt x="896028" y="89458"/>
                </a:cubicBezTo>
                <a:close/>
                <a:moveTo>
                  <a:pt x="907583" y="100494"/>
                </a:moveTo>
                <a:lnTo>
                  <a:pt x="907583" y="0"/>
                </a:lnTo>
                <a:lnTo>
                  <a:pt x="919922" y="0"/>
                </a:lnTo>
                <a:lnTo>
                  <a:pt x="919922" y="36057"/>
                </a:lnTo>
                <a:cubicBezTo>
                  <a:pt x="925680" y="29385"/>
                  <a:pt x="932946" y="26049"/>
                  <a:pt x="941720" y="26049"/>
                </a:cubicBezTo>
                <a:cubicBezTo>
                  <a:pt x="947113" y="26049"/>
                  <a:pt x="951797" y="27111"/>
                  <a:pt x="955773" y="29237"/>
                </a:cubicBezTo>
                <a:cubicBezTo>
                  <a:pt x="959749" y="31362"/>
                  <a:pt x="962594" y="34298"/>
                  <a:pt x="964308" y="38045"/>
                </a:cubicBezTo>
                <a:cubicBezTo>
                  <a:pt x="966021" y="41793"/>
                  <a:pt x="966878" y="47231"/>
                  <a:pt x="966878" y="54360"/>
                </a:cubicBezTo>
                <a:lnTo>
                  <a:pt x="966878" y="100494"/>
                </a:lnTo>
                <a:lnTo>
                  <a:pt x="954539" y="100494"/>
                </a:lnTo>
                <a:lnTo>
                  <a:pt x="954539" y="54360"/>
                </a:lnTo>
                <a:cubicBezTo>
                  <a:pt x="954539" y="48191"/>
                  <a:pt x="953203" y="43701"/>
                  <a:pt x="950529" y="40890"/>
                </a:cubicBezTo>
                <a:cubicBezTo>
                  <a:pt x="947856" y="38079"/>
                  <a:pt x="944074" y="36674"/>
                  <a:pt x="939184" y="36674"/>
                </a:cubicBezTo>
                <a:cubicBezTo>
                  <a:pt x="935528" y="36674"/>
                  <a:pt x="932089" y="37622"/>
                  <a:pt x="928867" y="39519"/>
                </a:cubicBezTo>
                <a:cubicBezTo>
                  <a:pt x="925646" y="41416"/>
                  <a:pt x="923349" y="43986"/>
                  <a:pt x="921978" y="47231"/>
                </a:cubicBezTo>
                <a:cubicBezTo>
                  <a:pt x="920607" y="50476"/>
                  <a:pt x="919922" y="54954"/>
                  <a:pt x="919922" y="60667"/>
                </a:cubicBezTo>
                <a:lnTo>
                  <a:pt x="919922" y="100494"/>
                </a:lnTo>
                <a:lnTo>
                  <a:pt x="907583" y="100494"/>
                </a:lnTo>
                <a:close/>
                <a:moveTo>
                  <a:pt x="1035222" y="77050"/>
                </a:moveTo>
                <a:lnTo>
                  <a:pt x="1047973" y="78627"/>
                </a:lnTo>
                <a:cubicBezTo>
                  <a:pt x="1045962" y="86076"/>
                  <a:pt x="1042237" y="91857"/>
                  <a:pt x="1036799" y="95970"/>
                </a:cubicBezTo>
                <a:cubicBezTo>
                  <a:pt x="1031361" y="100083"/>
                  <a:pt x="1024414" y="102139"/>
                  <a:pt x="1015960" y="102139"/>
                </a:cubicBezTo>
                <a:cubicBezTo>
                  <a:pt x="1005312" y="102139"/>
                  <a:pt x="996869" y="98860"/>
                  <a:pt x="990631" y="92302"/>
                </a:cubicBezTo>
                <a:cubicBezTo>
                  <a:pt x="984393" y="85745"/>
                  <a:pt x="981274" y="76547"/>
                  <a:pt x="981274" y="64711"/>
                </a:cubicBezTo>
                <a:cubicBezTo>
                  <a:pt x="981274" y="52464"/>
                  <a:pt x="984427" y="42958"/>
                  <a:pt x="990734" y="36194"/>
                </a:cubicBezTo>
                <a:cubicBezTo>
                  <a:pt x="997040" y="29431"/>
                  <a:pt x="1005220" y="26049"/>
                  <a:pt x="1015274" y="26049"/>
                </a:cubicBezTo>
                <a:cubicBezTo>
                  <a:pt x="1025008" y="26049"/>
                  <a:pt x="1032960" y="29362"/>
                  <a:pt x="1039130" y="35989"/>
                </a:cubicBezTo>
                <a:cubicBezTo>
                  <a:pt x="1045299" y="42615"/>
                  <a:pt x="1048384" y="51938"/>
                  <a:pt x="1048384" y="63957"/>
                </a:cubicBezTo>
                <a:cubicBezTo>
                  <a:pt x="1048384" y="64688"/>
                  <a:pt x="1048361" y="65785"/>
                  <a:pt x="1048315" y="67247"/>
                </a:cubicBezTo>
                <a:lnTo>
                  <a:pt x="994024" y="67247"/>
                </a:lnTo>
                <a:cubicBezTo>
                  <a:pt x="994481" y="75245"/>
                  <a:pt x="996743" y="81369"/>
                  <a:pt x="1000810" y="85619"/>
                </a:cubicBezTo>
                <a:cubicBezTo>
                  <a:pt x="1004878" y="89869"/>
                  <a:pt x="1009950" y="91994"/>
                  <a:pt x="1016028" y="91994"/>
                </a:cubicBezTo>
                <a:cubicBezTo>
                  <a:pt x="1020553" y="91994"/>
                  <a:pt x="1024414" y="90806"/>
                  <a:pt x="1027613" y="88429"/>
                </a:cubicBezTo>
                <a:cubicBezTo>
                  <a:pt x="1030812" y="86053"/>
                  <a:pt x="1033349" y="82260"/>
                  <a:pt x="1035222" y="77050"/>
                </a:cubicBezTo>
                <a:moveTo>
                  <a:pt x="994709" y="57102"/>
                </a:moveTo>
                <a:lnTo>
                  <a:pt x="1035360" y="57102"/>
                </a:lnTo>
                <a:cubicBezTo>
                  <a:pt x="1034811" y="50978"/>
                  <a:pt x="1033257" y="46385"/>
                  <a:pt x="1030698" y="43324"/>
                </a:cubicBezTo>
                <a:cubicBezTo>
                  <a:pt x="1026768" y="38571"/>
                  <a:pt x="1021672" y="36194"/>
                  <a:pt x="1015411" y="36194"/>
                </a:cubicBezTo>
                <a:cubicBezTo>
                  <a:pt x="1009745" y="36194"/>
                  <a:pt x="1004980" y="38091"/>
                  <a:pt x="1001119" y="41884"/>
                </a:cubicBezTo>
                <a:cubicBezTo>
                  <a:pt x="997257" y="45677"/>
                  <a:pt x="995121" y="50750"/>
                  <a:pt x="994709" y="57102"/>
                </a:cubicBezTo>
                <a:close/>
                <a:moveTo>
                  <a:pt x="1096750" y="78764"/>
                </a:moveTo>
                <a:lnTo>
                  <a:pt x="1108952" y="76844"/>
                </a:lnTo>
                <a:cubicBezTo>
                  <a:pt x="1109638" y="81734"/>
                  <a:pt x="1111545" y="85482"/>
                  <a:pt x="1114676" y="88087"/>
                </a:cubicBezTo>
                <a:cubicBezTo>
                  <a:pt x="1117806" y="90692"/>
                  <a:pt x="1122182" y="91994"/>
                  <a:pt x="1127803" y="91994"/>
                </a:cubicBezTo>
                <a:cubicBezTo>
                  <a:pt x="1133470" y="91994"/>
                  <a:pt x="1137674" y="90840"/>
                  <a:pt x="1140416" y="88532"/>
                </a:cubicBezTo>
                <a:cubicBezTo>
                  <a:pt x="1143158" y="86224"/>
                  <a:pt x="1144529" y="83517"/>
                  <a:pt x="1144529" y="80409"/>
                </a:cubicBezTo>
                <a:cubicBezTo>
                  <a:pt x="1144529" y="77621"/>
                  <a:pt x="1143318" y="75428"/>
                  <a:pt x="1140896" y="73828"/>
                </a:cubicBezTo>
                <a:cubicBezTo>
                  <a:pt x="1139205" y="72731"/>
                  <a:pt x="1135001" y="71338"/>
                  <a:pt x="1128283" y="69647"/>
                </a:cubicBezTo>
                <a:cubicBezTo>
                  <a:pt x="1119235" y="67362"/>
                  <a:pt x="1112962" y="65385"/>
                  <a:pt x="1109466" y="63717"/>
                </a:cubicBezTo>
                <a:cubicBezTo>
                  <a:pt x="1105970" y="62049"/>
                  <a:pt x="1103319" y="59741"/>
                  <a:pt x="1101514" y="56794"/>
                </a:cubicBezTo>
                <a:cubicBezTo>
                  <a:pt x="1099709" y="53846"/>
                  <a:pt x="1098807" y="50590"/>
                  <a:pt x="1098807" y="47025"/>
                </a:cubicBezTo>
                <a:cubicBezTo>
                  <a:pt x="1098807" y="43781"/>
                  <a:pt x="1099549" y="40776"/>
                  <a:pt x="1101034" y="38011"/>
                </a:cubicBezTo>
                <a:cubicBezTo>
                  <a:pt x="1102520" y="35246"/>
                  <a:pt x="1104542" y="32950"/>
                  <a:pt x="1107101" y="31122"/>
                </a:cubicBezTo>
                <a:cubicBezTo>
                  <a:pt x="1109021" y="29705"/>
                  <a:pt x="1111637" y="28505"/>
                  <a:pt x="1114950" y="27523"/>
                </a:cubicBezTo>
                <a:cubicBezTo>
                  <a:pt x="1118263" y="26540"/>
                  <a:pt x="1121817" y="26049"/>
                  <a:pt x="1125610" y="26049"/>
                </a:cubicBezTo>
                <a:cubicBezTo>
                  <a:pt x="1131322" y="26049"/>
                  <a:pt x="1136338" y="26872"/>
                  <a:pt x="1140656" y="28517"/>
                </a:cubicBezTo>
                <a:cubicBezTo>
                  <a:pt x="1144975" y="30162"/>
                  <a:pt x="1148163" y="32390"/>
                  <a:pt x="1150219" y="35200"/>
                </a:cubicBezTo>
                <a:cubicBezTo>
                  <a:pt x="1152276" y="38011"/>
                  <a:pt x="1153692" y="41770"/>
                  <a:pt x="1154469" y="46477"/>
                </a:cubicBezTo>
                <a:lnTo>
                  <a:pt x="1142404" y="48122"/>
                </a:lnTo>
                <a:cubicBezTo>
                  <a:pt x="1141856" y="44375"/>
                  <a:pt x="1140268" y="41450"/>
                  <a:pt x="1137640" y="39348"/>
                </a:cubicBezTo>
                <a:cubicBezTo>
                  <a:pt x="1135012" y="37245"/>
                  <a:pt x="1131299" y="36194"/>
                  <a:pt x="1126501" y="36194"/>
                </a:cubicBezTo>
                <a:cubicBezTo>
                  <a:pt x="1120834" y="36194"/>
                  <a:pt x="1116790" y="37131"/>
                  <a:pt x="1114367" y="39005"/>
                </a:cubicBezTo>
                <a:cubicBezTo>
                  <a:pt x="1111945" y="40879"/>
                  <a:pt x="1110734" y="43072"/>
                  <a:pt x="1110734" y="45586"/>
                </a:cubicBezTo>
                <a:cubicBezTo>
                  <a:pt x="1110734" y="47185"/>
                  <a:pt x="1111237" y="48625"/>
                  <a:pt x="1112242" y="49904"/>
                </a:cubicBezTo>
                <a:cubicBezTo>
                  <a:pt x="1113248" y="51230"/>
                  <a:pt x="1114824" y="52326"/>
                  <a:pt x="1116972" y="53195"/>
                </a:cubicBezTo>
                <a:cubicBezTo>
                  <a:pt x="1118206" y="53652"/>
                  <a:pt x="1121839" y="54703"/>
                  <a:pt x="1127872" y="56348"/>
                </a:cubicBezTo>
                <a:cubicBezTo>
                  <a:pt x="1136600" y="58679"/>
                  <a:pt x="1142690" y="60587"/>
                  <a:pt x="1146140" y="62072"/>
                </a:cubicBezTo>
                <a:cubicBezTo>
                  <a:pt x="1149591" y="63557"/>
                  <a:pt x="1152298" y="65717"/>
                  <a:pt x="1154264" y="68550"/>
                </a:cubicBezTo>
                <a:cubicBezTo>
                  <a:pt x="1156229" y="71383"/>
                  <a:pt x="1157211" y="74902"/>
                  <a:pt x="1157211" y="79107"/>
                </a:cubicBezTo>
                <a:cubicBezTo>
                  <a:pt x="1157211" y="83220"/>
                  <a:pt x="1156012" y="87093"/>
                  <a:pt x="1153612" y="90726"/>
                </a:cubicBezTo>
                <a:cubicBezTo>
                  <a:pt x="1151213" y="94359"/>
                  <a:pt x="1147751" y="97170"/>
                  <a:pt x="1143227" y="99157"/>
                </a:cubicBezTo>
                <a:cubicBezTo>
                  <a:pt x="1138703" y="101145"/>
                  <a:pt x="1133584" y="102139"/>
                  <a:pt x="1127872" y="102139"/>
                </a:cubicBezTo>
                <a:cubicBezTo>
                  <a:pt x="1118412" y="102139"/>
                  <a:pt x="1111203" y="100174"/>
                  <a:pt x="1106244" y="96244"/>
                </a:cubicBezTo>
                <a:cubicBezTo>
                  <a:pt x="1101286" y="92314"/>
                  <a:pt x="1098121" y="86487"/>
                  <a:pt x="1096750" y="78764"/>
                </a:cubicBezTo>
                <a:close/>
                <a:moveTo>
                  <a:pt x="1219134" y="91514"/>
                </a:moveTo>
                <a:cubicBezTo>
                  <a:pt x="1214564" y="95399"/>
                  <a:pt x="1210165" y="98141"/>
                  <a:pt x="1205938" y="99740"/>
                </a:cubicBezTo>
                <a:cubicBezTo>
                  <a:pt x="1201711" y="101340"/>
                  <a:pt x="1197175" y="102139"/>
                  <a:pt x="1192331" y="102139"/>
                </a:cubicBezTo>
                <a:cubicBezTo>
                  <a:pt x="1184333" y="102139"/>
                  <a:pt x="1178187" y="100186"/>
                  <a:pt x="1173891" y="96278"/>
                </a:cubicBezTo>
                <a:cubicBezTo>
                  <a:pt x="1169595" y="92371"/>
                  <a:pt x="1167447" y="87378"/>
                  <a:pt x="1167447" y="81300"/>
                </a:cubicBezTo>
                <a:cubicBezTo>
                  <a:pt x="1167447" y="77736"/>
                  <a:pt x="1168258" y="74479"/>
                  <a:pt x="1169881" y="71532"/>
                </a:cubicBezTo>
                <a:cubicBezTo>
                  <a:pt x="1171503" y="68584"/>
                  <a:pt x="1173628" y="66219"/>
                  <a:pt x="1176256" y="64437"/>
                </a:cubicBezTo>
                <a:cubicBezTo>
                  <a:pt x="1178884" y="62655"/>
                  <a:pt x="1181843" y="61306"/>
                  <a:pt x="1185133" y="60392"/>
                </a:cubicBezTo>
                <a:cubicBezTo>
                  <a:pt x="1187555" y="59753"/>
                  <a:pt x="1191211" y="59136"/>
                  <a:pt x="1196101" y="58542"/>
                </a:cubicBezTo>
                <a:cubicBezTo>
                  <a:pt x="1206064" y="57353"/>
                  <a:pt x="1213399" y="55937"/>
                  <a:pt x="1218106" y="54292"/>
                </a:cubicBezTo>
                <a:cubicBezTo>
                  <a:pt x="1218151" y="52601"/>
                  <a:pt x="1218174" y="51527"/>
                  <a:pt x="1218174" y="51070"/>
                </a:cubicBezTo>
                <a:cubicBezTo>
                  <a:pt x="1218174" y="46043"/>
                  <a:pt x="1217009" y="42501"/>
                  <a:pt x="1214678" y="40444"/>
                </a:cubicBezTo>
                <a:cubicBezTo>
                  <a:pt x="1211525" y="37657"/>
                  <a:pt x="1206841" y="36263"/>
                  <a:pt x="1200625" y="36263"/>
                </a:cubicBezTo>
                <a:cubicBezTo>
                  <a:pt x="1194821" y="36263"/>
                  <a:pt x="1190537" y="37280"/>
                  <a:pt x="1187772" y="39313"/>
                </a:cubicBezTo>
                <a:cubicBezTo>
                  <a:pt x="1185007" y="41347"/>
                  <a:pt x="1182962" y="44946"/>
                  <a:pt x="1181637" y="50110"/>
                </a:cubicBezTo>
                <a:lnTo>
                  <a:pt x="1169572" y="48465"/>
                </a:lnTo>
                <a:cubicBezTo>
                  <a:pt x="1170669" y="43301"/>
                  <a:pt x="1172474" y="39131"/>
                  <a:pt x="1174988" y="35954"/>
                </a:cubicBezTo>
                <a:cubicBezTo>
                  <a:pt x="1177501" y="32778"/>
                  <a:pt x="1181134" y="30333"/>
                  <a:pt x="1185887" y="28620"/>
                </a:cubicBezTo>
                <a:cubicBezTo>
                  <a:pt x="1190640" y="26906"/>
                  <a:pt x="1196147" y="26049"/>
                  <a:pt x="1202408" y="26049"/>
                </a:cubicBezTo>
                <a:cubicBezTo>
                  <a:pt x="1208623" y="26049"/>
                  <a:pt x="1213673" y="26780"/>
                  <a:pt x="1217557" y="28243"/>
                </a:cubicBezTo>
                <a:cubicBezTo>
                  <a:pt x="1221442" y="29705"/>
                  <a:pt x="1224298" y="31544"/>
                  <a:pt x="1226126" y="33761"/>
                </a:cubicBezTo>
                <a:cubicBezTo>
                  <a:pt x="1227954" y="35977"/>
                  <a:pt x="1229234" y="38776"/>
                  <a:pt x="1229965" y="42158"/>
                </a:cubicBezTo>
                <a:cubicBezTo>
                  <a:pt x="1230376" y="44260"/>
                  <a:pt x="1230582" y="48053"/>
                  <a:pt x="1230582" y="53537"/>
                </a:cubicBezTo>
                <a:lnTo>
                  <a:pt x="1230582" y="69989"/>
                </a:lnTo>
                <a:cubicBezTo>
                  <a:pt x="1230582" y="81460"/>
                  <a:pt x="1230844" y="88715"/>
                  <a:pt x="1231370" y="91754"/>
                </a:cubicBezTo>
                <a:cubicBezTo>
                  <a:pt x="1231896" y="94793"/>
                  <a:pt x="1232935" y="97706"/>
                  <a:pt x="1234489" y="100494"/>
                </a:cubicBezTo>
                <a:lnTo>
                  <a:pt x="1221602" y="100494"/>
                </a:lnTo>
                <a:cubicBezTo>
                  <a:pt x="1220322" y="97935"/>
                  <a:pt x="1219499" y="94942"/>
                  <a:pt x="1219134" y="91514"/>
                </a:cubicBezTo>
                <a:moveTo>
                  <a:pt x="1218106" y="63957"/>
                </a:moveTo>
                <a:cubicBezTo>
                  <a:pt x="1213627" y="65785"/>
                  <a:pt x="1206909" y="67339"/>
                  <a:pt x="1197952" y="68618"/>
                </a:cubicBezTo>
                <a:cubicBezTo>
                  <a:pt x="1192879" y="69350"/>
                  <a:pt x="1189292" y="70172"/>
                  <a:pt x="1187190" y="71086"/>
                </a:cubicBezTo>
                <a:cubicBezTo>
                  <a:pt x="1185087" y="72000"/>
                  <a:pt x="1183465" y="73337"/>
                  <a:pt x="1182323" y="75096"/>
                </a:cubicBezTo>
                <a:cubicBezTo>
                  <a:pt x="1181180" y="76856"/>
                  <a:pt x="1180609" y="78810"/>
                  <a:pt x="1180609" y="80957"/>
                </a:cubicBezTo>
                <a:cubicBezTo>
                  <a:pt x="1180609" y="84248"/>
                  <a:pt x="1181854" y="86990"/>
                  <a:pt x="1184345" y="89183"/>
                </a:cubicBezTo>
                <a:cubicBezTo>
                  <a:pt x="1186835" y="91377"/>
                  <a:pt x="1190480" y="92474"/>
                  <a:pt x="1195278" y="92474"/>
                </a:cubicBezTo>
                <a:cubicBezTo>
                  <a:pt x="1200031" y="92474"/>
                  <a:pt x="1204259" y="91434"/>
                  <a:pt x="1207960" y="89355"/>
                </a:cubicBezTo>
                <a:cubicBezTo>
                  <a:pt x="1211662" y="87275"/>
                  <a:pt x="1214381" y="84431"/>
                  <a:pt x="1216118" y="80820"/>
                </a:cubicBezTo>
                <a:cubicBezTo>
                  <a:pt x="1217443" y="78033"/>
                  <a:pt x="1218106" y="73920"/>
                  <a:pt x="1218106" y="68481"/>
                </a:cubicBezTo>
                <a:lnTo>
                  <a:pt x="1218106" y="63957"/>
                </a:lnTo>
                <a:close/>
                <a:moveTo>
                  <a:pt x="1249433" y="100494"/>
                </a:moveTo>
                <a:lnTo>
                  <a:pt x="1249433" y="27694"/>
                </a:lnTo>
                <a:lnTo>
                  <a:pt x="1260469" y="27694"/>
                </a:lnTo>
                <a:lnTo>
                  <a:pt x="1260469" y="37908"/>
                </a:lnTo>
                <a:cubicBezTo>
                  <a:pt x="1262754" y="34344"/>
                  <a:pt x="1265793" y="31476"/>
                  <a:pt x="1269586" y="29305"/>
                </a:cubicBezTo>
                <a:cubicBezTo>
                  <a:pt x="1273380" y="27134"/>
                  <a:pt x="1277698" y="26049"/>
                  <a:pt x="1282542" y="26049"/>
                </a:cubicBezTo>
                <a:cubicBezTo>
                  <a:pt x="1287935" y="26049"/>
                  <a:pt x="1292356" y="27169"/>
                  <a:pt x="1295807" y="29408"/>
                </a:cubicBezTo>
                <a:cubicBezTo>
                  <a:pt x="1299257" y="31647"/>
                  <a:pt x="1301691" y="34778"/>
                  <a:pt x="1303107" y="38799"/>
                </a:cubicBezTo>
                <a:cubicBezTo>
                  <a:pt x="1308866" y="30299"/>
                  <a:pt x="1316360" y="26049"/>
                  <a:pt x="1325592" y="26049"/>
                </a:cubicBezTo>
                <a:cubicBezTo>
                  <a:pt x="1332812" y="26049"/>
                  <a:pt x="1338365" y="28048"/>
                  <a:pt x="1342249" y="32047"/>
                </a:cubicBezTo>
                <a:cubicBezTo>
                  <a:pt x="1346134" y="36046"/>
                  <a:pt x="1348076" y="42204"/>
                  <a:pt x="1348076" y="50521"/>
                </a:cubicBezTo>
                <a:lnTo>
                  <a:pt x="1348076" y="100494"/>
                </a:lnTo>
                <a:lnTo>
                  <a:pt x="1335806" y="100494"/>
                </a:lnTo>
                <a:lnTo>
                  <a:pt x="1335806" y="54634"/>
                </a:lnTo>
                <a:cubicBezTo>
                  <a:pt x="1335806" y="49699"/>
                  <a:pt x="1335406" y="46146"/>
                  <a:pt x="1334606" y="43975"/>
                </a:cubicBezTo>
                <a:cubicBezTo>
                  <a:pt x="1333806" y="41804"/>
                  <a:pt x="1332355" y="40056"/>
                  <a:pt x="1330253" y="38731"/>
                </a:cubicBezTo>
                <a:cubicBezTo>
                  <a:pt x="1328151" y="37405"/>
                  <a:pt x="1325683" y="36743"/>
                  <a:pt x="1322850" y="36743"/>
                </a:cubicBezTo>
                <a:cubicBezTo>
                  <a:pt x="1317731" y="36743"/>
                  <a:pt x="1313481" y="38445"/>
                  <a:pt x="1310099" y="41850"/>
                </a:cubicBezTo>
                <a:cubicBezTo>
                  <a:pt x="1306718" y="45254"/>
                  <a:pt x="1305027" y="50704"/>
                  <a:pt x="1305027" y="58199"/>
                </a:cubicBezTo>
                <a:lnTo>
                  <a:pt x="1305027" y="100494"/>
                </a:lnTo>
                <a:lnTo>
                  <a:pt x="1292688" y="100494"/>
                </a:lnTo>
                <a:lnTo>
                  <a:pt x="1292688" y="53195"/>
                </a:lnTo>
                <a:cubicBezTo>
                  <a:pt x="1292688" y="47711"/>
                  <a:pt x="1291682" y="43598"/>
                  <a:pt x="1289672" y="40856"/>
                </a:cubicBezTo>
                <a:cubicBezTo>
                  <a:pt x="1287661" y="38114"/>
                  <a:pt x="1284370" y="36743"/>
                  <a:pt x="1279800" y="36743"/>
                </a:cubicBezTo>
                <a:cubicBezTo>
                  <a:pt x="1276327" y="36743"/>
                  <a:pt x="1273117" y="37657"/>
                  <a:pt x="1270169" y="39485"/>
                </a:cubicBezTo>
                <a:cubicBezTo>
                  <a:pt x="1267221" y="41313"/>
                  <a:pt x="1265085" y="43986"/>
                  <a:pt x="1263760" y="47505"/>
                </a:cubicBezTo>
                <a:cubicBezTo>
                  <a:pt x="1262434" y="51024"/>
                  <a:pt x="1261772" y="56097"/>
                  <a:pt x="1261772" y="62723"/>
                </a:cubicBezTo>
                <a:lnTo>
                  <a:pt x="1261772" y="100494"/>
                </a:lnTo>
                <a:lnTo>
                  <a:pt x="1249433" y="100494"/>
                </a:lnTo>
                <a:close/>
                <a:moveTo>
                  <a:pt x="1415539" y="77050"/>
                </a:moveTo>
                <a:lnTo>
                  <a:pt x="1428290" y="78627"/>
                </a:lnTo>
                <a:cubicBezTo>
                  <a:pt x="1426279" y="86076"/>
                  <a:pt x="1422554" y="91857"/>
                  <a:pt x="1417116" y="95970"/>
                </a:cubicBezTo>
                <a:cubicBezTo>
                  <a:pt x="1411678" y="100083"/>
                  <a:pt x="1404731" y="102139"/>
                  <a:pt x="1396277" y="102139"/>
                </a:cubicBezTo>
                <a:cubicBezTo>
                  <a:pt x="1385629" y="102139"/>
                  <a:pt x="1377186" y="98860"/>
                  <a:pt x="1370948" y="92302"/>
                </a:cubicBezTo>
                <a:cubicBezTo>
                  <a:pt x="1364710" y="85745"/>
                  <a:pt x="1361591" y="76547"/>
                  <a:pt x="1361591" y="64711"/>
                </a:cubicBezTo>
                <a:cubicBezTo>
                  <a:pt x="1361591" y="52464"/>
                  <a:pt x="1364744" y="42958"/>
                  <a:pt x="1371050" y="36194"/>
                </a:cubicBezTo>
                <a:cubicBezTo>
                  <a:pt x="1377357" y="29431"/>
                  <a:pt x="1385537" y="26049"/>
                  <a:pt x="1395591" y="26049"/>
                </a:cubicBezTo>
                <a:cubicBezTo>
                  <a:pt x="1405325" y="26049"/>
                  <a:pt x="1413277" y="29362"/>
                  <a:pt x="1419447" y="35989"/>
                </a:cubicBezTo>
                <a:cubicBezTo>
                  <a:pt x="1425616" y="42615"/>
                  <a:pt x="1428701" y="51938"/>
                  <a:pt x="1428701" y="63957"/>
                </a:cubicBezTo>
                <a:cubicBezTo>
                  <a:pt x="1428701" y="64688"/>
                  <a:pt x="1428678" y="65785"/>
                  <a:pt x="1428632" y="67247"/>
                </a:cubicBezTo>
                <a:lnTo>
                  <a:pt x="1374341" y="67247"/>
                </a:lnTo>
                <a:cubicBezTo>
                  <a:pt x="1374798" y="75245"/>
                  <a:pt x="1377060" y="81369"/>
                  <a:pt x="1381127" y="85619"/>
                </a:cubicBezTo>
                <a:cubicBezTo>
                  <a:pt x="1385195" y="89869"/>
                  <a:pt x="1390267" y="91994"/>
                  <a:pt x="1396345" y="91994"/>
                </a:cubicBezTo>
                <a:cubicBezTo>
                  <a:pt x="1400870" y="91994"/>
                  <a:pt x="1404731" y="90806"/>
                  <a:pt x="1407930" y="88429"/>
                </a:cubicBezTo>
                <a:cubicBezTo>
                  <a:pt x="1411129" y="86053"/>
                  <a:pt x="1413666" y="82260"/>
                  <a:pt x="1415539" y="77050"/>
                </a:cubicBezTo>
                <a:moveTo>
                  <a:pt x="1375026" y="57102"/>
                </a:moveTo>
                <a:lnTo>
                  <a:pt x="1415676" y="57102"/>
                </a:lnTo>
                <a:cubicBezTo>
                  <a:pt x="1415128" y="50978"/>
                  <a:pt x="1413574" y="46385"/>
                  <a:pt x="1411015" y="43324"/>
                </a:cubicBezTo>
                <a:cubicBezTo>
                  <a:pt x="1407085" y="38571"/>
                  <a:pt x="1401989" y="36194"/>
                  <a:pt x="1395728" y="36194"/>
                </a:cubicBezTo>
                <a:cubicBezTo>
                  <a:pt x="1390062" y="36194"/>
                  <a:pt x="1385297" y="38091"/>
                  <a:pt x="1381436" y="41884"/>
                </a:cubicBezTo>
                <a:cubicBezTo>
                  <a:pt x="1377574" y="45677"/>
                  <a:pt x="1375438" y="50750"/>
                  <a:pt x="1375026" y="57102"/>
                </a:cubicBezTo>
                <a:close/>
                <a:moveTo>
                  <a:pt x="1529508" y="91514"/>
                </a:moveTo>
                <a:cubicBezTo>
                  <a:pt x="1524938" y="95399"/>
                  <a:pt x="1520539" y="98141"/>
                  <a:pt x="1516312" y="99740"/>
                </a:cubicBezTo>
                <a:cubicBezTo>
                  <a:pt x="1512085" y="101340"/>
                  <a:pt x="1507549" y="102139"/>
                  <a:pt x="1502705" y="102139"/>
                </a:cubicBezTo>
                <a:cubicBezTo>
                  <a:pt x="1494708" y="102139"/>
                  <a:pt x="1488561" y="100186"/>
                  <a:pt x="1484265" y="96278"/>
                </a:cubicBezTo>
                <a:cubicBezTo>
                  <a:pt x="1479969" y="92371"/>
                  <a:pt x="1477821" y="87378"/>
                  <a:pt x="1477821" y="81300"/>
                </a:cubicBezTo>
                <a:cubicBezTo>
                  <a:pt x="1477821" y="77736"/>
                  <a:pt x="1478633" y="74479"/>
                  <a:pt x="1480255" y="71532"/>
                </a:cubicBezTo>
                <a:cubicBezTo>
                  <a:pt x="1481877" y="68584"/>
                  <a:pt x="1484002" y="66219"/>
                  <a:pt x="1486630" y="64437"/>
                </a:cubicBezTo>
                <a:cubicBezTo>
                  <a:pt x="1489258" y="62655"/>
                  <a:pt x="1492217" y="61306"/>
                  <a:pt x="1495507" y="60392"/>
                </a:cubicBezTo>
                <a:cubicBezTo>
                  <a:pt x="1497929" y="59753"/>
                  <a:pt x="1501585" y="59136"/>
                  <a:pt x="1506475" y="58542"/>
                </a:cubicBezTo>
                <a:cubicBezTo>
                  <a:pt x="1516438" y="57353"/>
                  <a:pt x="1523773" y="55937"/>
                  <a:pt x="1528480" y="54292"/>
                </a:cubicBezTo>
                <a:cubicBezTo>
                  <a:pt x="1528526" y="52601"/>
                  <a:pt x="1528548" y="51527"/>
                  <a:pt x="1528548" y="51070"/>
                </a:cubicBezTo>
                <a:cubicBezTo>
                  <a:pt x="1528548" y="46043"/>
                  <a:pt x="1527383" y="42501"/>
                  <a:pt x="1525052" y="40444"/>
                </a:cubicBezTo>
                <a:cubicBezTo>
                  <a:pt x="1521899" y="37657"/>
                  <a:pt x="1517215" y="36263"/>
                  <a:pt x="1511000" y="36263"/>
                </a:cubicBezTo>
                <a:cubicBezTo>
                  <a:pt x="1505196" y="36263"/>
                  <a:pt x="1500911" y="37280"/>
                  <a:pt x="1498146" y="39313"/>
                </a:cubicBezTo>
                <a:cubicBezTo>
                  <a:pt x="1495382" y="41347"/>
                  <a:pt x="1493337" y="44946"/>
                  <a:pt x="1492011" y="50110"/>
                </a:cubicBezTo>
                <a:lnTo>
                  <a:pt x="1479946" y="48465"/>
                </a:lnTo>
                <a:cubicBezTo>
                  <a:pt x="1481043" y="43301"/>
                  <a:pt x="1482848" y="39131"/>
                  <a:pt x="1485362" y="35954"/>
                </a:cubicBezTo>
                <a:cubicBezTo>
                  <a:pt x="1487875" y="32778"/>
                  <a:pt x="1491509" y="30333"/>
                  <a:pt x="1496261" y="28620"/>
                </a:cubicBezTo>
                <a:cubicBezTo>
                  <a:pt x="1501014" y="26906"/>
                  <a:pt x="1506521" y="26049"/>
                  <a:pt x="1512782" y="26049"/>
                </a:cubicBezTo>
                <a:cubicBezTo>
                  <a:pt x="1518997" y="26049"/>
                  <a:pt x="1524047" y="26780"/>
                  <a:pt x="1527931" y="28243"/>
                </a:cubicBezTo>
                <a:cubicBezTo>
                  <a:pt x="1531816" y="29705"/>
                  <a:pt x="1534672" y="31544"/>
                  <a:pt x="1536500" y="33761"/>
                </a:cubicBezTo>
                <a:cubicBezTo>
                  <a:pt x="1538328" y="35977"/>
                  <a:pt x="1539608" y="38776"/>
                  <a:pt x="1540339" y="42158"/>
                </a:cubicBezTo>
                <a:cubicBezTo>
                  <a:pt x="1540750" y="44260"/>
                  <a:pt x="1540956" y="48053"/>
                  <a:pt x="1540956" y="53537"/>
                </a:cubicBezTo>
                <a:lnTo>
                  <a:pt x="1540956" y="69989"/>
                </a:lnTo>
                <a:cubicBezTo>
                  <a:pt x="1540956" y="81460"/>
                  <a:pt x="1541219" y="88715"/>
                  <a:pt x="1541744" y="91754"/>
                </a:cubicBezTo>
                <a:cubicBezTo>
                  <a:pt x="1542270" y="94793"/>
                  <a:pt x="1543309" y="97706"/>
                  <a:pt x="1544863" y="100494"/>
                </a:cubicBezTo>
                <a:lnTo>
                  <a:pt x="1531976" y="100494"/>
                </a:lnTo>
                <a:cubicBezTo>
                  <a:pt x="1530696" y="97935"/>
                  <a:pt x="1529874" y="94942"/>
                  <a:pt x="1529508" y="91514"/>
                </a:cubicBezTo>
                <a:moveTo>
                  <a:pt x="1528480" y="63957"/>
                </a:moveTo>
                <a:cubicBezTo>
                  <a:pt x="1524001" y="65785"/>
                  <a:pt x="1517283" y="67339"/>
                  <a:pt x="1508326" y="68618"/>
                </a:cubicBezTo>
                <a:cubicBezTo>
                  <a:pt x="1503253" y="69350"/>
                  <a:pt x="1499666" y="70172"/>
                  <a:pt x="1497564" y="71086"/>
                </a:cubicBezTo>
                <a:cubicBezTo>
                  <a:pt x="1495462" y="72000"/>
                  <a:pt x="1493839" y="73337"/>
                  <a:pt x="1492697" y="75096"/>
                </a:cubicBezTo>
                <a:cubicBezTo>
                  <a:pt x="1491554" y="76856"/>
                  <a:pt x="1490983" y="78810"/>
                  <a:pt x="1490983" y="80957"/>
                </a:cubicBezTo>
                <a:cubicBezTo>
                  <a:pt x="1490983" y="84248"/>
                  <a:pt x="1492228" y="86990"/>
                  <a:pt x="1494719" y="89183"/>
                </a:cubicBezTo>
                <a:cubicBezTo>
                  <a:pt x="1497210" y="91377"/>
                  <a:pt x="1500854" y="92474"/>
                  <a:pt x="1505653" y="92474"/>
                </a:cubicBezTo>
                <a:cubicBezTo>
                  <a:pt x="1510405" y="92474"/>
                  <a:pt x="1514633" y="91434"/>
                  <a:pt x="1518334" y="89355"/>
                </a:cubicBezTo>
                <a:cubicBezTo>
                  <a:pt x="1522036" y="87275"/>
                  <a:pt x="1524755" y="84431"/>
                  <a:pt x="1526492" y="80820"/>
                </a:cubicBezTo>
                <a:cubicBezTo>
                  <a:pt x="1527817" y="78033"/>
                  <a:pt x="1528480" y="73920"/>
                  <a:pt x="1528480" y="68481"/>
                </a:cubicBezTo>
                <a:lnTo>
                  <a:pt x="1528480" y="63957"/>
                </a:lnTo>
                <a:close/>
                <a:moveTo>
                  <a:pt x="1607312" y="73828"/>
                </a:moveTo>
                <a:lnTo>
                  <a:pt x="1619445" y="75405"/>
                </a:lnTo>
                <a:cubicBezTo>
                  <a:pt x="1618120" y="83768"/>
                  <a:pt x="1614727" y="90315"/>
                  <a:pt x="1609266" y="95044"/>
                </a:cubicBezTo>
                <a:cubicBezTo>
                  <a:pt x="1603805" y="99774"/>
                  <a:pt x="1597098" y="102139"/>
                  <a:pt x="1589146" y="102139"/>
                </a:cubicBezTo>
                <a:cubicBezTo>
                  <a:pt x="1579184" y="102139"/>
                  <a:pt x="1571175" y="98883"/>
                  <a:pt x="1565120" y="92371"/>
                </a:cubicBezTo>
                <a:cubicBezTo>
                  <a:pt x="1559064" y="85859"/>
                  <a:pt x="1556037" y="76525"/>
                  <a:pt x="1556037" y="64368"/>
                </a:cubicBezTo>
                <a:cubicBezTo>
                  <a:pt x="1556037" y="56508"/>
                  <a:pt x="1557339" y="49630"/>
                  <a:pt x="1559944" y="43735"/>
                </a:cubicBezTo>
                <a:cubicBezTo>
                  <a:pt x="1562549" y="37840"/>
                  <a:pt x="1566513" y="33418"/>
                  <a:pt x="1571837" y="30470"/>
                </a:cubicBezTo>
                <a:cubicBezTo>
                  <a:pt x="1577162" y="27523"/>
                  <a:pt x="1582954" y="26049"/>
                  <a:pt x="1589215" y="26049"/>
                </a:cubicBezTo>
                <a:cubicBezTo>
                  <a:pt x="1597121" y="26049"/>
                  <a:pt x="1603588" y="28048"/>
                  <a:pt x="1608615" y="32047"/>
                </a:cubicBezTo>
                <a:cubicBezTo>
                  <a:pt x="1613642" y="36046"/>
                  <a:pt x="1616863" y="41724"/>
                  <a:pt x="1618280" y="49082"/>
                </a:cubicBezTo>
                <a:lnTo>
                  <a:pt x="1606284" y="50933"/>
                </a:lnTo>
                <a:cubicBezTo>
                  <a:pt x="1605141" y="46043"/>
                  <a:pt x="1603119" y="42364"/>
                  <a:pt x="1600217" y="39896"/>
                </a:cubicBezTo>
                <a:cubicBezTo>
                  <a:pt x="1597315" y="37428"/>
                  <a:pt x="1593808" y="36194"/>
                  <a:pt x="1589695" y="36194"/>
                </a:cubicBezTo>
                <a:cubicBezTo>
                  <a:pt x="1583480" y="36194"/>
                  <a:pt x="1578430" y="38422"/>
                  <a:pt x="1574545" y="42878"/>
                </a:cubicBezTo>
                <a:cubicBezTo>
                  <a:pt x="1570661" y="47334"/>
                  <a:pt x="1568718" y="54383"/>
                  <a:pt x="1568718" y="64026"/>
                </a:cubicBezTo>
                <a:cubicBezTo>
                  <a:pt x="1568718" y="73805"/>
                  <a:pt x="1570592" y="80912"/>
                  <a:pt x="1574340" y="85345"/>
                </a:cubicBezTo>
                <a:cubicBezTo>
                  <a:pt x="1578087" y="89778"/>
                  <a:pt x="1582977" y="91994"/>
                  <a:pt x="1589009" y="91994"/>
                </a:cubicBezTo>
                <a:cubicBezTo>
                  <a:pt x="1593853" y="91994"/>
                  <a:pt x="1597898" y="90509"/>
                  <a:pt x="1601143" y="87538"/>
                </a:cubicBezTo>
                <a:cubicBezTo>
                  <a:pt x="1604387" y="84568"/>
                  <a:pt x="1606444" y="79998"/>
                  <a:pt x="1607312" y="73828"/>
                </a:cubicBezTo>
                <a:close/>
                <a:moveTo>
                  <a:pt x="1656690" y="89458"/>
                </a:moveTo>
                <a:lnTo>
                  <a:pt x="1658472" y="100357"/>
                </a:lnTo>
                <a:cubicBezTo>
                  <a:pt x="1654999" y="101088"/>
                  <a:pt x="1651892" y="101454"/>
                  <a:pt x="1649150" y="101454"/>
                </a:cubicBezTo>
                <a:cubicBezTo>
                  <a:pt x="1644671" y="101454"/>
                  <a:pt x="1641198" y="100746"/>
                  <a:pt x="1638730" y="99329"/>
                </a:cubicBezTo>
                <a:cubicBezTo>
                  <a:pt x="1636262" y="97912"/>
                  <a:pt x="1634526" y="96050"/>
                  <a:pt x="1633520" y="93742"/>
                </a:cubicBezTo>
                <a:cubicBezTo>
                  <a:pt x="1632515" y="91434"/>
                  <a:pt x="1632012" y="86579"/>
                  <a:pt x="1632012" y="79175"/>
                </a:cubicBezTo>
                <a:lnTo>
                  <a:pt x="1632012" y="37291"/>
                </a:lnTo>
                <a:lnTo>
                  <a:pt x="1622964" y="37291"/>
                </a:lnTo>
                <a:lnTo>
                  <a:pt x="1622964" y="27694"/>
                </a:lnTo>
                <a:lnTo>
                  <a:pt x="1632012" y="27694"/>
                </a:lnTo>
                <a:lnTo>
                  <a:pt x="1632012" y="9666"/>
                </a:lnTo>
                <a:lnTo>
                  <a:pt x="1644283" y="2262"/>
                </a:lnTo>
                <a:lnTo>
                  <a:pt x="1644283" y="27694"/>
                </a:lnTo>
                <a:lnTo>
                  <a:pt x="1656690" y="27694"/>
                </a:lnTo>
                <a:lnTo>
                  <a:pt x="1656690" y="37291"/>
                </a:lnTo>
                <a:lnTo>
                  <a:pt x="1644283" y="37291"/>
                </a:lnTo>
                <a:lnTo>
                  <a:pt x="1644283" y="79861"/>
                </a:lnTo>
                <a:cubicBezTo>
                  <a:pt x="1644283" y="83380"/>
                  <a:pt x="1644500" y="85642"/>
                  <a:pt x="1644934" y="86647"/>
                </a:cubicBezTo>
                <a:cubicBezTo>
                  <a:pt x="1645368" y="87653"/>
                  <a:pt x="1646076" y="88452"/>
                  <a:pt x="1647059" y="89046"/>
                </a:cubicBezTo>
                <a:cubicBezTo>
                  <a:pt x="1648041" y="89640"/>
                  <a:pt x="1649447" y="89938"/>
                  <a:pt x="1651275" y="89938"/>
                </a:cubicBezTo>
                <a:cubicBezTo>
                  <a:pt x="1652646" y="89938"/>
                  <a:pt x="1654451" y="89778"/>
                  <a:pt x="1656690" y="89458"/>
                </a:cubicBezTo>
                <a:close/>
                <a:moveTo>
                  <a:pt x="1668313" y="14190"/>
                </a:moveTo>
                <a:lnTo>
                  <a:pt x="1668313" y="0"/>
                </a:lnTo>
                <a:lnTo>
                  <a:pt x="1680652" y="0"/>
                </a:lnTo>
                <a:lnTo>
                  <a:pt x="1680652" y="14190"/>
                </a:lnTo>
                <a:lnTo>
                  <a:pt x="1668313" y="14190"/>
                </a:lnTo>
                <a:moveTo>
                  <a:pt x="1668313" y="100494"/>
                </a:moveTo>
                <a:lnTo>
                  <a:pt x="1668313" y="27694"/>
                </a:lnTo>
                <a:lnTo>
                  <a:pt x="1680652" y="27694"/>
                </a:lnTo>
                <a:lnTo>
                  <a:pt x="1680652" y="100494"/>
                </a:lnTo>
                <a:lnTo>
                  <a:pt x="1668313" y="100494"/>
                </a:lnTo>
                <a:close/>
                <a:moveTo>
                  <a:pt x="1695127" y="64094"/>
                </a:moveTo>
                <a:cubicBezTo>
                  <a:pt x="1695127" y="50613"/>
                  <a:pt x="1698875" y="40627"/>
                  <a:pt x="1706370" y="34138"/>
                </a:cubicBezTo>
                <a:cubicBezTo>
                  <a:pt x="1712630" y="28745"/>
                  <a:pt x="1720262" y="26049"/>
                  <a:pt x="1729265" y="26049"/>
                </a:cubicBezTo>
                <a:cubicBezTo>
                  <a:pt x="1739273" y="26049"/>
                  <a:pt x="1747454" y="29328"/>
                  <a:pt x="1753806" y="35886"/>
                </a:cubicBezTo>
                <a:cubicBezTo>
                  <a:pt x="1760158" y="42444"/>
                  <a:pt x="1763335" y="51504"/>
                  <a:pt x="1763335" y="63066"/>
                </a:cubicBezTo>
                <a:cubicBezTo>
                  <a:pt x="1763335" y="72434"/>
                  <a:pt x="1761929" y="79804"/>
                  <a:pt x="1759119" y="85173"/>
                </a:cubicBezTo>
                <a:cubicBezTo>
                  <a:pt x="1756308" y="90543"/>
                  <a:pt x="1752218" y="94713"/>
                  <a:pt x="1746848" y="97684"/>
                </a:cubicBezTo>
                <a:cubicBezTo>
                  <a:pt x="1741479" y="100654"/>
                  <a:pt x="1735617" y="102139"/>
                  <a:pt x="1729265" y="102139"/>
                </a:cubicBezTo>
                <a:cubicBezTo>
                  <a:pt x="1719074" y="102139"/>
                  <a:pt x="1710837" y="98872"/>
                  <a:pt x="1704553" y="92337"/>
                </a:cubicBezTo>
                <a:cubicBezTo>
                  <a:pt x="1698269" y="85802"/>
                  <a:pt x="1695127" y="76387"/>
                  <a:pt x="1695127" y="64094"/>
                </a:cubicBezTo>
                <a:moveTo>
                  <a:pt x="1707809" y="64094"/>
                </a:moveTo>
                <a:cubicBezTo>
                  <a:pt x="1707809" y="73417"/>
                  <a:pt x="1709843" y="80398"/>
                  <a:pt x="1713910" y="85036"/>
                </a:cubicBezTo>
                <a:cubicBezTo>
                  <a:pt x="1717977" y="89675"/>
                  <a:pt x="1723096" y="91994"/>
                  <a:pt x="1729265" y="91994"/>
                </a:cubicBezTo>
                <a:cubicBezTo>
                  <a:pt x="1735389" y="91994"/>
                  <a:pt x="1740485" y="89663"/>
                  <a:pt x="1744552" y="85002"/>
                </a:cubicBezTo>
                <a:cubicBezTo>
                  <a:pt x="1748619" y="80341"/>
                  <a:pt x="1750653" y="73234"/>
                  <a:pt x="1750653" y="63683"/>
                </a:cubicBezTo>
                <a:cubicBezTo>
                  <a:pt x="1750653" y="54680"/>
                  <a:pt x="1748608" y="47859"/>
                  <a:pt x="1744518" y="43221"/>
                </a:cubicBezTo>
                <a:cubicBezTo>
                  <a:pt x="1740427" y="38582"/>
                  <a:pt x="1735343" y="36263"/>
                  <a:pt x="1729265" y="36263"/>
                </a:cubicBezTo>
                <a:cubicBezTo>
                  <a:pt x="1723096" y="36263"/>
                  <a:pt x="1717977" y="38571"/>
                  <a:pt x="1713910" y="43186"/>
                </a:cubicBezTo>
                <a:cubicBezTo>
                  <a:pt x="1709843" y="47802"/>
                  <a:pt x="1707809" y="54771"/>
                  <a:pt x="1707809" y="64094"/>
                </a:cubicBezTo>
                <a:close/>
                <a:moveTo>
                  <a:pt x="1777524" y="100494"/>
                </a:moveTo>
                <a:lnTo>
                  <a:pt x="1777524" y="27694"/>
                </a:lnTo>
                <a:lnTo>
                  <a:pt x="1788630" y="27694"/>
                </a:lnTo>
                <a:lnTo>
                  <a:pt x="1788630" y="38045"/>
                </a:lnTo>
                <a:cubicBezTo>
                  <a:pt x="1793976" y="30048"/>
                  <a:pt x="1801700" y="26049"/>
                  <a:pt x="1811799" y="26049"/>
                </a:cubicBezTo>
                <a:cubicBezTo>
                  <a:pt x="1816187" y="26049"/>
                  <a:pt x="1820220" y="26837"/>
                  <a:pt x="1823899" y="28414"/>
                </a:cubicBezTo>
                <a:cubicBezTo>
                  <a:pt x="1827577" y="29991"/>
                  <a:pt x="1830331" y="32059"/>
                  <a:pt x="1832159" y="34618"/>
                </a:cubicBezTo>
                <a:cubicBezTo>
                  <a:pt x="1833987" y="37177"/>
                  <a:pt x="1835266" y="40216"/>
                  <a:pt x="1835998" y="43735"/>
                </a:cubicBezTo>
                <a:cubicBezTo>
                  <a:pt x="1836455" y="46020"/>
                  <a:pt x="1836683" y="50019"/>
                  <a:pt x="1836683" y="55731"/>
                </a:cubicBezTo>
                <a:lnTo>
                  <a:pt x="1836683" y="100494"/>
                </a:lnTo>
                <a:lnTo>
                  <a:pt x="1824344" y="100494"/>
                </a:lnTo>
                <a:lnTo>
                  <a:pt x="1824344" y="56211"/>
                </a:lnTo>
                <a:cubicBezTo>
                  <a:pt x="1824344" y="51184"/>
                  <a:pt x="1823864" y="47425"/>
                  <a:pt x="1822905" y="44934"/>
                </a:cubicBezTo>
                <a:cubicBezTo>
                  <a:pt x="1821945" y="42444"/>
                  <a:pt x="1820243" y="40456"/>
                  <a:pt x="1817798" y="38971"/>
                </a:cubicBezTo>
                <a:cubicBezTo>
                  <a:pt x="1815353" y="37485"/>
                  <a:pt x="1812485" y="36743"/>
                  <a:pt x="1809195" y="36743"/>
                </a:cubicBezTo>
                <a:cubicBezTo>
                  <a:pt x="1803939" y="36743"/>
                  <a:pt x="1799403" y="38411"/>
                  <a:pt x="1795587" y="41747"/>
                </a:cubicBezTo>
                <a:cubicBezTo>
                  <a:pt x="1791771" y="45083"/>
                  <a:pt x="1789863" y="51412"/>
                  <a:pt x="1789863" y="60735"/>
                </a:cubicBezTo>
                <a:lnTo>
                  <a:pt x="1789863" y="100494"/>
                </a:lnTo>
                <a:lnTo>
                  <a:pt x="1777524" y="100494"/>
                </a:lnTo>
                <a:close/>
                <a:moveTo>
                  <a:pt x="1907260" y="100494"/>
                </a:moveTo>
                <a:lnTo>
                  <a:pt x="1884981" y="27694"/>
                </a:lnTo>
                <a:lnTo>
                  <a:pt x="1897732" y="27694"/>
                </a:lnTo>
                <a:lnTo>
                  <a:pt x="1909316" y="69715"/>
                </a:lnTo>
                <a:lnTo>
                  <a:pt x="1913635" y="85345"/>
                </a:lnTo>
                <a:cubicBezTo>
                  <a:pt x="1913818" y="84568"/>
                  <a:pt x="1915075" y="79564"/>
                  <a:pt x="1917405" y="70332"/>
                </a:cubicBezTo>
                <a:lnTo>
                  <a:pt x="1928990" y="27694"/>
                </a:lnTo>
                <a:lnTo>
                  <a:pt x="1941672" y="27694"/>
                </a:lnTo>
                <a:lnTo>
                  <a:pt x="1952571" y="69921"/>
                </a:lnTo>
                <a:lnTo>
                  <a:pt x="1956205" y="83837"/>
                </a:lnTo>
                <a:lnTo>
                  <a:pt x="1960386" y="69784"/>
                </a:lnTo>
                <a:lnTo>
                  <a:pt x="1972862" y="27694"/>
                </a:lnTo>
                <a:lnTo>
                  <a:pt x="1984858" y="27694"/>
                </a:lnTo>
                <a:lnTo>
                  <a:pt x="1962100" y="100494"/>
                </a:lnTo>
                <a:lnTo>
                  <a:pt x="1949281" y="100494"/>
                </a:lnTo>
                <a:lnTo>
                  <a:pt x="1937696" y="56896"/>
                </a:lnTo>
                <a:lnTo>
                  <a:pt x="1934886" y="44489"/>
                </a:lnTo>
                <a:lnTo>
                  <a:pt x="1920147" y="100494"/>
                </a:lnTo>
                <a:lnTo>
                  <a:pt x="1907260" y="100494"/>
                </a:lnTo>
                <a:close/>
                <a:moveTo>
                  <a:pt x="1995281" y="14190"/>
                </a:moveTo>
                <a:lnTo>
                  <a:pt x="1995281" y="0"/>
                </a:lnTo>
                <a:lnTo>
                  <a:pt x="2007620" y="0"/>
                </a:lnTo>
                <a:lnTo>
                  <a:pt x="2007620" y="14190"/>
                </a:lnTo>
                <a:lnTo>
                  <a:pt x="1995281" y="14190"/>
                </a:lnTo>
                <a:moveTo>
                  <a:pt x="1995281" y="100494"/>
                </a:moveTo>
                <a:lnTo>
                  <a:pt x="1995281" y="27694"/>
                </a:lnTo>
                <a:lnTo>
                  <a:pt x="2007620" y="27694"/>
                </a:lnTo>
                <a:lnTo>
                  <a:pt x="2007620" y="100494"/>
                </a:lnTo>
                <a:lnTo>
                  <a:pt x="1995281" y="100494"/>
                </a:lnTo>
                <a:close/>
                <a:moveTo>
                  <a:pt x="2053629" y="89458"/>
                </a:moveTo>
                <a:lnTo>
                  <a:pt x="2055411" y="100357"/>
                </a:lnTo>
                <a:cubicBezTo>
                  <a:pt x="2051938" y="101088"/>
                  <a:pt x="2048831" y="101454"/>
                  <a:pt x="2046089" y="101454"/>
                </a:cubicBezTo>
                <a:cubicBezTo>
                  <a:pt x="2041610" y="101454"/>
                  <a:pt x="2038137" y="100746"/>
                  <a:pt x="2035669" y="99329"/>
                </a:cubicBezTo>
                <a:cubicBezTo>
                  <a:pt x="2033201" y="97912"/>
                  <a:pt x="2031465" y="96050"/>
                  <a:pt x="2030459" y="93742"/>
                </a:cubicBezTo>
                <a:cubicBezTo>
                  <a:pt x="2029454" y="91434"/>
                  <a:pt x="2028951" y="86579"/>
                  <a:pt x="2028951" y="79175"/>
                </a:cubicBezTo>
                <a:lnTo>
                  <a:pt x="2028951" y="37291"/>
                </a:lnTo>
                <a:lnTo>
                  <a:pt x="2019903" y="37291"/>
                </a:lnTo>
                <a:lnTo>
                  <a:pt x="2019903" y="27694"/>
                </a:lnTo>
                <a:lnTo>
                  <a:pt x="2028951" y="27694"/>
                </a:lnTo>
                <a:lnTo>
                  <a:pt x="2028951" y="9666"/>
                </a:lnTo>
                <a:lnTo>
                  <a:pt x="2041222" y="2262"/>
                </a:lnTo>
                <a:lnTo>
                  <a:pt x="2041222" y="27694"/>
                </a:lnTo>
                <a:lnTo>
                  <a:pt x="2053629" y="27694"/>
                </a:lnTo>
                <a:lnTo>
                  <a:pt x="2053629" y="37291"/>
                </a:lnTo>
                <a:lnTo>
                  <a:pt x="2041222" y="37291"/>
                </a:lnTo>
                <a:lnTo>
                  <a:pt x="2041222" y="79861"/>
                </a:lnTo>
                <a:cubicBezTo>
                  <a:pt x="2041222" y="83380"/>
                  <a:pt x="2041439" y="85642"/>
                  <a:pt x="2041873" y="86647"/>
                </a:cubicBezTo>
                <a:cubicBezTo>
                  <a:pt x="2042307" y="87653"/>
                  <a:pt x="2043015" y="88452"/>
                  <a:pt x="2043998" y="89046"/>
                </a:cubicBezTo>
                <a:cubicBezTo>
                  <a:pt x="2044980" y="89640"/>
                  <a:pt x="2046386" y="89938"/>
                  <a:pt x="2048214" y="89938"/>
                </a:cubicBezTo>
                <a:cubicBezTo>
                  <a:pt x="2049585" y="89938"/>
                  <a:pt x="2051390" y="89778"/>
                  <a:pt x="2053629" y="89458"/>
                </a:cubicBezTo>
                <a:close/>
                <a:moveTo>
                  <a:pt x="2065184" y="100494"/>
                </a:moveTo>
                <a:lnTo>
                  <a:pt x="2065184" y="0"/>
                </a:lnTo>
                <a:lnTo>
                  <a:pt x="2077523" y="0"/>
                </a:lnTo>
                <a:lnTo>
                  <a:pt x="2077523" y="36057"/>
                </a:lnTo>
                <a:cubicBezTo>
                  <a:pt x="2083281" y="29385"/>
                  <a:pt x="2090548" y="26049"/>
                  <a:pt x="2099322" y="26049"/>
                </a:cubicBezTo>
                <a:cubicBezTo>
                  <a:pt x="2104715" y="26049"/>
                  <a:pt x="2109399" y="27111"/>
                  <a:pt x="2113375" y="29237"/>
                </a:cubicBezTo>
                <a:cubicBezTo>
                  <a:pt x="2117351" y="31362"/>
                  <a:pt x="2120195" y="34298"/>
                  <a:pt x="2121909" y="38045"/>
                </a:cubicBezTo>
                <a:cubicBezTo>
                  <a:pt x="2123623" y="41793"/>
                  <a:pt x="2124480" y="47231"/>
                  <a:pt x="2124480" y="54360"/>
                </a:cubicBezTo>
                <a:lnTo>
                  <a:pt x="2124480" y="100494"/>
                </a:lnTo>
                <a:lnTo>
                  <a:pt x="2112141" y="100494"/>
                </a:lnTo>
                <a:lnTo>
                  <a:pt x="2112141" y="54360"/>
                </a:lnTo>
                <a:cubicBezTo>
                  <a:pt x="2112141" y="48191"/>
                  <a:pt x="2110804" y="43701"/>
                  <a:pt x="2108131" y="40890"/>
                </a:cubicBezTo>
                <a:cubicBezTo>
                  <a:pt x="2105457" y="38079"/>
                  <a:pt x="2101676" y="36674"/>
                  <a:pt x="2096786" y="36674"/>
                </a:cubicBezTo>
                <a:cubicBezTo>
                  <a:pt x="2093130" y="36674"/>
                  <a:pt x="2089691" y="37622"/>
                  <a:pt x="2086469" y="39519"/>
                </a:cubicBezTo>
                <a:cubicBezTo>
                  <a:pt x="2083247" y="41416"/>
                  <a:pt x="2080951" y="43986"/>
                  <a:pt x="2079580" y="47231"/>
                </a:cubicBezTo>
                <a:cubicBezTo>
                  <a:pt x="2078209" y="50476"/>
                  <a:pt x="2077523" y="54954"/>
                  <a:pt x="2077523" y="60667"/>
                </a:cubicBezTo>
                <a:lnTo>
                  <a:pt x="2077523" y="100494"/>
                </a:lnTo>
                <a:lnTo>
                  <a:pt x="2065184" y="100494"/>
                </a:lnTo>
                <a:close/>
                <a:moveTo>
                  <a:pt x="2208424" y="89458"/>
                </a:moveTo>
                <a:lnTo>
                  <a:pt x="2210206" y="100357"/>
                </a:lnTo>
                <a:cubicBezTo>
                  <a:pt x="2206733" y="101088"/>
                  <a:pt x="2203625" y="101454"/>
                  <a:pt x="2200883" y="101454"/>
                </a:cubicBezTo>
                <a:cubicBezTo>
                  <a:pt x="2196405" y="101454"/>
                  <a:pt x="2192932" y="100746"/>
                  <a:pt x="2190464" y="99329"/>
                </a:cubicBezTo>
                <a:cubicBezTo>
                  <a:pt x="2187996" y="97912"/>
                  <a:pt x="2186259" y="96050"/>
                  <a:pt x="2185254" y="93742"/>
                </a:cubicBezTo>
                <a:cubicBezTo>
                  <a:pt x="2184249" y="91434"/>
                  <a:pt x="2183746" y="86579"/>
                  <a:pt x="2183746" y="79175"/>
                </a:cubicBezTo>
                <a:lnTo>
                  <a:pt x="2183746" y="37291"/>
                </a:lnTo>
                <a:lnTo>
                  <a:pt x="2174697" y="37291"/>
                </a:lnTo>
                <a:lnTo>
                  <a:pt x="2174697" y="27694"/>
                </a:lnTo>
                <a:lnTo>
                  <a:pt x="2183746" y="27694"/>
                </a:lnTo>
                <a:lnTo>
                  <a:pt x="2183746" y="9666"/>
                </a:lnTo>
                <a:lnTo>
                  <a:pt x="2196016" y="2262"/>
                </a:lnTo>
                <a:lnTo>
                  <a:pt x="2196016" y="27694"/>
                </a:lnTo>
                <a:lnTo>
                  <a:pt x="2208424" y="27694"/>
                </a:lnTo>
                <a:lnTo>
                  <a:pt x="2208424" y="37291"/>
                </a:lnTo>
                <a:lnTo>
                  <a:pt x="2196016" y="37291"/>
                </a:lnTo>
                <a:lnTo>
                  <a:pt x="2196016" y="79861"/>
                </a:lnTo>
                <a:cubicBezTo>
                  <a:pt x="2196016" y="83380"/>
                  <a:pt x="2196233" y="85642"/>
                  <a:pt x="2196668" y="86647"/>
                </a:cubicBezTo>
                <a:cubicBezTo>
                  <a:pt x="2197102" y="87653"/>
                  <a:pt x="2197810" y="88452"/>
                  <a:pt x="2198793" y="89046"/>
                </a:cubicBezTo>
                <a:cubicBezTo>
                  <a:pt x="2199775" y="89640"/>
                  <a:pt x="2201181" y="89938"/>
                  <a:pt x="2203009" y="89938"/>
                </a:cubicBezTo>
                <a:cubicBezTo>
                  <a:pt x="2204379" y="89938"/>
                  <a:pt x="2206185" y="89778"/>
                  <a:pt x="2208424" y="89458"/>
                </a:cubicBezTo>
                <a:close/>
                <a:moveTo>
                  <a:pt x="2219978" y="100494"/>
                </a:moveTo>
                <a:lnTo>
                  <a:pt x="2219978" y="0"/>
                </a:lnTo>
                <a:lnTo>
                  <a:pt x="2232317" y="0"/>
                </a:lnTo>
                <a:lnTo>
                  <a:pt x="2232317" y="36057"/>
                </a:lnTo>
                <a:cubicBezTo>
                  <a:pt x="2238075" y="29385"/>
                  <a:pt x="2245342" y="26049"/>
                  <a:pt x="2254116" y="26049"/>
                </a:cubicBezTo>
                <a:cubicBezTo>
                  <a:pt x="2259509" y="26049"/>
                  <a:pt x="2264193" y="27111"/>
                  <a:pt x="2268169" y="29237"/>
                </a:cubicBezTo>
                <a:cubicBezTo>
                  <a:pt x="2272145" y="31362"/>
                  <a:pt x="2274989" y="34298"/>
                  <a:pt x="2276703" y="38045"/>
                </a:cubicBezTo>
                <a:cubicBezTo>
                  <a:pt x="2278417" y="41793"/>
                  <a:pt x="2279274" y="47231"/>
                  <a:pt x="2279274" y="54360"/>
                </a:cubicBezTo>
                <a:lnTo>
                  <a:pt x="2279274" y="100494"/>
                </a:lnTo>
                <a:lnTo>
                  <a:pt x="2266935" y="100494"/>
                </a:lnTo>
                <a:lnTo>
                  <a:pt x="2266935" y="54360"/>
                </a:lnTo>
                <a:cubicBezTo>
                  <a:pt x="2266935" y="48191"/>
                  <a:pt x="2265598" y="43701"/>
                  <a:pt x="2262925" y="40890"/>
                </a:cubicBezTo>
                <a:cubicBezTo>
                  <a:pt x="2260251" y="38079"/>
                  <a:pt x="2256469" y="36674"/>
                  <a:pt x="2251580" y="36674"/>
                </a:cubicBezTo>
                <a:cubicBezTo>
                  <a:pt x="2247924" y="36674"/>
                  <a:pt x="2244485" y="37622"/>
                  <a:pt x="2241263" y="39519"/>
                </a:cubicBezTo>
                <a:cubicBezTo>
                  <a:pt x="2238041" y="41416"/>
                  <a:pt x="2235745" y="43986"/>
                  <a:pt x="2234374" y="47231"/>
                </a:cubicBezTo>
                <a:cubicBezTo>
                  <a:pt x="2233003" y="50476"/>
                  <a:pt x="2232317" y="54954"/>
                  <a:pt x="2232317" y="60667"/>
                </a:cubicBezTo>
                <a:lnTo>
                  <a:pt x="2232317" y="100494"/>
                </a:lnTo>
                <a:lnTo>
                  <a:pt x="2219978" y="100494"/>
                </a:lnTo>
                <a:close/>
                <a:moveTo>
                  <a:pt x="2347618" y="77050"/>
                </a:moveTo>
                <a:lnTo>
                  <a:pt x="2360368" y="78627"/>
                </a:lnTo>
                <a:cubicBezTo>
                  <a:pt x="2358357" y="86076"/>
                  <a:pt x="2354633" y="91857"/>
                  <a:pt x="2349195" y="95970"/>
                </a:cubicBezTo>
                <a:cubicBezTo>
                  <a:pt x="2343756" y="100083"/>
                  <a:pt x="2336810" y="102139"/>
                  <a:pt x="2328355" y="102139"/>
                </a:cubicBezTo>
                <a:cubicBezTo>
                  <a:pt x="2317707" y="102139"/>
                  <a:pt x="2309264" y="98860"/>
                  <a:pt x="2303026" y="92302"/>
                </a:cubicBezTo>
                <a:cubicBezTo>
                  <a:pt x="2296788" y="85745"/>
                  <a:pt x="2293669" y="76547"/>
                  <a:pt x="2293669" y="64711"/>
                </a:cubicBezTo>
                <a:cubicBezTo>
                  <a:pt x="2293669" y="52464"/>
                  <a:pt x="2296822" y="42958"/>
                  <a:pt x="2303129" y="36194"/>
                </a:cubicBezTo>
                <a:cubicBezTo>
                  <a:pt x="2309436" y="29431"/>
                  <a:pt x="2317616" y="26049"/>
                  <a:pt x="2327670" y="26049"/>
                </a:cubicBezTo>
                <a:cubicBezTo>
                  <a:pt x="2337404" y="26049"/>
                  <a:pt x="2345356" y="29362"/>
                  <a:pt x="2351525" y="35989"/>
                </a:cubicBezTo>
                <a:cubicBezTo>
                  <a:pt x="2357695" y="42615"/>
                  <a:pt x="2360779" y="51938"/>
                  <a:pt x="2360779" y="63957"/>
                </a:cubicBezTo>
                <a:cubicBezTo>
                  <a:pt x="2360779" y="64688"/>
                  <a:pt x="2360757" y="65785"/>
                  <a:pt x="2360711" y="67247"/>
                </a:cubicBezTo>
                <a:lnTo>
                  <a:pt x="2306419" y="67247"/>
                </a:lnTo>
                <a:cubicBezTo>
                  <a:pt x="2306876" y="75245"/>
                  <a:pt x="2309139" y="81369"/>
                  <a:pt x="2313206" y="85619"/>
                </a:cubicBezTo>
                <a:cubicBezTo>
                  <a:pt x="2317273" y="89869"/>
                  <a:pt x="2322346" y="91994"/>
                  <a:pt x="2328424" y="91994"/>
                </a:cubicBezTo>
                <a:cubicBezTo>
                  <a:pt x="2332948" y="91994"/>
                  <a:pt x="2336810" y="90806"/>
                  <a:pt x="2340009" y="88429"/>
                </a:cubicBezTo>
                <a:cubicBezTo>
                  <a:pt x="2343208" y="86053"/>
                  <a:pt x="2345744" y="82260"/>
                  <a:pt x="2347618" y="77050"/>
                </a:cubicBezTo>
                <a:moveTo>
                  <a:pt x="2307105" y="57102"/>
                </a:moveTo>
                <a:lnTo>
                  <a:pt x="2347755" y="57102"/>
                </a:lnTo>
                <a:cubicBezTo>
                  <a:pt x="2347207" y="50978"/>
                  <a:pt x="2345653" y="46385"/>
                  <a:pt x="2343094" y="43324"/>
                </a:cubicBezTo>
                <a:cubicBezTo>
                  <a:pt x="2339163" y="38571"/>
                  <a:pt x="2334068" y="36194"/>
                  <a:pt x="2327807" y="36194"/>
                </a:cubicBezTo>
                <a:cubicBezTo>
                  <a:pt x="2322140" y="36194"/>
                  <a:pt x="2317376" y="38091"/>
                  <a:pt x="2313514" y="41884"/>
                </a:cubicBezTo>
                <a:cubicBezTo>
                  <a:pt x="2309653" y="45677"/>
                  <a:pt x="2307516" y="50750"/>
                  <a:pt x="2307105" y="57102"/>
                </a:cubicBezTo>
                <a:close/>
                <a:moveTo>
                  <a:pt x="2409146" y="78764"/>
                </a:moveTo>
                <a:lnTo>
                  <a:pt x="2421348" y="76844"/>
                </a:lnTo>
                <a:cubicBezTo>
                  <a:pt x="2422034" y="81734"/>
                  <a:pt x="2423942" y="85482"/>
                  <a:pt x="2427072" y="88087"/>
                </a:cubicBezTo>
                <a:cubicBezTo>
                  <a:pt x="2430203" y="90692"/>
                  <a:pt x="2434578" y="91994"/>
                  <a:pt x="2440200" y="91994"/>
                </a:cubicBezTo>
                <a:cubicBezTo>
                  <a:pt x="2445866" y="91994"/>
                  <a:pt x="2450071" y="90840"/>
                  <a:pt x="2452813" y="88532"/>
                </a:cubicBezTo>
                <a:cubicBezTo>
                  <a:pt x="2455555" y="86224"/>
                  <a:pt x="2456926" y="83517"/>
                  <a:pt x="2456926" y="80409"/>
                </a:cubicBezTo>
                <a:cubicBezTo>
                  <a:pt x="2456926" y="77621"/>
                  <a:pt x="2455715" y="75428"/>
                  <a:pt x="2453293" y="73828"/>
                </a:cubicBezTo>
                <a:cubicBezTo>
                  <a:pt x="2451602" y="72731"/>
                  <a:pt x="2447397" y="71338"/>
                  <a:pt x="2440679" y="69647"/>
                </a:cubicBezTo>
                <a:cubicBezTo>
                  <a:pt x="2431631" y="67362"/>
                  <a:pt x="2425359" y="65385"/>
                  <a:pt x="2421862" y="63717"/>
                </a:cubicBezTo>
                <a:cubicBezTo>
                  <a:pt x="2418366" y="62049"/>
                  <a:pt x="2415716" y="59741"/>
                  <a:pt x="2413911" y="56794"/>
                </a:cubicBezTo>
                <a:cubicBezTo>
                  <a:pt x="2412106" y="53846"/>
                  <a:pt x="2411203" y="50590"/>
                  <a:pt x="2411203" y="47025"/>
                </a:cubicBezTo>
                <a:cubicBezTo>
                  <a:pt x="2411203" y="43781"/>
                  <a:pt x="2411946" y="40776"/>
                  <a:pt x="2413431" y="38011"/>
                </a:cubicBezTo>
                <a:cubicBezTo>
                  <a:pt x="2414916" y="35246"/>
                  <a:pt x="2416938" y="32950"/>
                  <a:pt x="2419497" y="31122"/>
                </a:cubicBezTo>
                <a:cubicBezTo>
                  <a:pt x="2421417" y="29705"/>
                  <a:pt x="2424033" y="28505"/>
                  <a:pt x="2427346" y="27523"/>
                </a:cubicBezTo>
                <a:cubicBezTo>
                  <a:pt x="2430660" y="26540"/>
                  <a:pt x="2434213" y="26049"/>
                  <a:pt x="2438006" y="26049"/>
                </a:cubicBezTo>
                <a:cubicBezTo>
                  <a:pt x="2443718" y="26049"/>
                  <a:pt x="2448734" y="26872"/>
                  <a:pt x="2453053" y="28517"/>
                </a:cubicBezTo>
                <a:cubicBezTo>
                  <a:pt x="2457371" y="30162"/>
                  <a:pt x="2460559" y="32390"/>
                  <a:pt x="2462615" y="35200"/>
                </a:cubicBezTo>
                <a:cubicBezTo>
                  <a:pt x="2464672" y="38011"/>
                  <a:pt x="2466089" y="41770"/>
                  <a:pt x="2466865" y="46477"/>
                </a:cubicBezTo>
                <a:lnTo>
                  <a:pt x="2454801" y="48122"/>
                </a:lnTo>
                <a:cubicBezTo>
                  <a:pt x="2454252" y="44375"/>
                  <a:pt x="2452664" y="41450"/>
                  <a:pt x="2450036" y="39348"/>
                </a:cubicBezTo>
                <a:cubicBezTo>
                  <a:pt x="2447409" y="37245"/>
                  <a:pt x="2443696" y="36194"/>
                  <a:pt x="2438897" y="36194"/>
                </a:cubicBezTo>
                <a:cubicBezTo>
                  <a:pt x="2433230" y="36194"/>
                  <a:pt x="2429186" y="37131"/>
                  <a:pt x="2426764" y="39005"/>
                </a:cubicBezTo>
                <a:cubicBezTo>
                  <a:pt x="2424342" y="40879"/>
                  <a:pt x="2423131" y="43072"/>
                  <a:pt x="2423131" y="45586"/>
                </a:cubicBezTo>
                <a:cubicBezTo>
                  <a:pt x="2423131" y="47185"/>
                  <a:pt x="2423633" y="48625"/>
                  <a:pt x="2424639" y="49904"/>
                </a:cubicBezTo>
                <a:cubicBezTo>
                  <a:pt x="2425644" y="51230"/>
                  <a:pt x="2427221" y="52326"/>
                  <a:pt x="2429369" y="53195"/>
                </a:cubicBezTo>
                <a:cubicBezTo>
                  <a:pt x="2430603" y="53652"/>
                  <a:pt x="2434236" y="54703"/>
                  <a:pt x="2440268" y="56348"/>
                </a:cubicBezTo>
                <a:cubicBezTo>
                  <a:pt x="2448997" y="58679"/>
                  <a:pt x="2455086" y="60587"/>
                  <a:pt x="2458537" y="62072"/>
                </a:cubicBezTo>
                <a:cubicBezTo>
                  <a:pt x="2461987" y="63557"/>
                  <a:pt x="2464695" y="65717"/>
                  <a:pt x="2466660" y="68550"/>
                </a:cubicBezTo>
                <a:cubicBezTo>
                  <a:pt x="2468625" y="71383"/>
                  <a:pt x="2469607" y="74902"/>
                  <a:pt x="2469607" y="79107"/>
                </a:cubicBezTo>
                <a:cubicBezTo>
                  <a:pt x="2469607" y="83220"/>
                  <a:pt x="2468408" y="87093"/>
                  <a:pt x="2466009" y="90726"/>
                </a:cubicBezTo>
                <a:cubicBezTo>
                  <a:pt x="2463609" y="94359"/>
                  <a:pt x="2460148" y="97170"/>
                  <a:pt x="2455623" y="99157"/>
                </a:cubicBezTo>
                <a:cubicBezTo>
                  <a:pt x="2451099" y="101145"/>
                  <a:pt x="2445981" y="102139"/>
                  <a:pt x="2440268" y="102139"/>
                </a:cubicBezTo>
                <a:cubicBezTo>
                  <a:pt x="2430808" y="102139"/>
                  <a:pt x="2423599" y="100174"/>
                  <a:pt x="2418641" y="96244"/>
                </a:cubicBezTo>
                <a:cubicBezTo>
                  <a:pt x="2413682" y="92314"/>
                  <a:pt x="2410517" y="86487"/>
                  <a:pt x="2409146" y="78764"/>
                </a:cubicBezTo>
                <a:close/>
                <a:moveTo>
                  <a:pt x="2484093" y="14190"/>
                </a:moveTo>
                <a:lnTo>
                  <a:pt x="2484093" y="0"/>
                </a:lnTo>
                <a:lnTo>
                  <a:pt x="2496432" y="0"/>
                </a:lnTo>
                <a:lnTo>
                  <a:pt x="2496432" y="14190"/>
                </a:lnTo>
                <a:lnTo>
                  <a:pt x="2484093" y="14190"/>
                </a:lnTo>
                <a:moveTo>
                  <a:pt x="2484093" y="100494"/>
                </a:moveTo>
                <a:lnTo>
                  <a:pt x="2484093" y="27694"/>
                </a:lnTo>
                <a:lnTo>
                  <a:pt x="2496432" y="27694"/>
                </a:lnTo>
                <a:lnTo>
                  <a:pt x="2496432" y="100494"/>
                </a:lnTo>
                <a:lnTo>
                  <a:pt x="2484093" y="100494"/>
                </a:lnTo>
                <a:close/>
                <a:moveTo>
                  <a:pt x="2507274" y="100494"/>
                </a:moveTo>
                <a:lnTo>
                  <a:pt x="2533871" y="62655"/>
                </a:lnTo>
                <a:lnTo>
                  <a:pt x="2509262" y="27694"/>
                </a:lnTo>
                <a:lnTo>
                  <a:pt x="2524685" y="27694"/>
                </a:lnTo>
                <a:lnTo>
                  <a:pt x="2535859" y="44763"/>
                </a:lnTo>
                <a:cubicBezTo>
                  <a:pt x="2537961" y="48008"/>
                  <a:pt x="2539652" y="50727"/>
                  <a:pt x="2540932" y="52921"/>
                </a:cubicBezTo>
                <a:cubicBezTo>
                  <a:pt x="2542942" y="49904"/>
                  <a:pt x="2544793" y="47231"/>
                  <a:pt x="2546484" y="44900"/>
                </a:cubicBezTo>
                <a:lnTo>
                  <a:pt x="2558755" y="27694"/>
                </a:lnTo>
                <a:lnTo>
                  <a:pt x="2573493" y="27694"/>
                </a:lnTo>
                <a:lnTo>
                  <a:pt x="2548335" y="61969"/>
                </a:lnTo>
                <a:lnTo>
                  <a:pt x="2575412" y="100494"/>
                </a:lnTo>
                <a:lnTo>
                  <a:pt x="2560263" y="100494"/>
                </a:lnTo>
                <a:lnTo>
                  <a:pt x="2545319" y="77873"/>
                </a:lnTo>
                <a:lnTo>
                  <a:pt x="2541343" y="71772"/>
                </a:lnTo>
                <a:lnTo>
                  <a:pt x="2522217" y="100494"/>
                </a:lnTo>
                <a:lnTo>
                  <a:pt x="2507274" y="100494"/>
                </a:lnTo>
                <a:close/>
                <a:moveTo>
                  <a:pt x="2612382" y="89458"/>
                </a:moveTo>
                <a:lnTo>
                  <a:pt x="2614165" y="100357"/>
                </a:lnTo>
                <a:cubicBezTo>
                  <a:pt x="2610692" y="101088"/>
                  <a:pt x="2607584" y="101454"/>
                  <a:pt x="2604842" y="101454"/>
                </a:cubicBezTo>
                <a:cubicBezTo>
                  <a:pt x="2600363" y="101454"/>
                  <a:pt x="2596890" y="100746"/>
                  <a:pt x="2594422" y="99329"/>
                </a:cubicBezTo>
                <a:cubicBezTo>
                  <a:pt x="2591955" y="97912"/>
                  <a:pt x="2590218" y="96050"/>
                  <a:pt x="2589213" y="93742"/>
                </a:cubicBezTo>
                <a:cubicBezTo>
                  <a:pt x="2588207" y="91434"/>
                  <a:pt x="2587704" y="86579"/>
                  <a:pt x="2587704" y="79175"/>
                </a:cubicBezTo>
                <a:lnTo>
                  <a:pt x="2587704" y="37291"/>
                </a:lnTo>
                <a:lnTo>
                  <a:pt x="2578656" y="37291"/>
                </a:lnTo>
                <a:lnTo>
                  <a:pt x="2578656" y="27694"/>
                </a:lnTo>
                <a:lnTo>
                  <a:pt x="2587704" y="27694"/>
                </a:lnTo>
                <a:lnTo>
                  <a:pt x="2587704" y="9666"/>
                </a:lnTo>
                <a:lnTo>
                  <a:pt x="2599975" y="2262"/>
                </a:lnTo>
                <a:lnTo>
                  <a:pt x="2599975" y="27694"/>
                </a:lnTo>
                <a:lnTo>
                  <a:pt x="2612382" y="27694"/>
                </a:lnTo>
                <a:lnTo>
                  <a:pt x="2612382" y="37291"/>
                </a:lnTo>
                <a:lnTo>
                  <a:pt x="2599975" y="37291"/>
                </a:lnTo>
                <a:lnTo>
                  <a:pt x="2599975" y="79861"/>
                </a:lnTo>
                <a:cubicBezTo>
                  <a:pt x="2599975" y="83380"/>
                  <a:pt x="2600192" y="85642"/>
                  <a:pt x="2600626" y="86647"/>
                </a:cubicBezTo>
                <a:cubicBezTo>
                  <a:pt x="2601060" y="87653"/>
                  <a:pt x="2601769" y="88452"/>
                  <a:pt x="2602751" y="89046"/>
                </a:cubicBezTo>
                <a:cubicBezTo>
                  <a:pt x="2603734" y="89640"/>
                  <a:pt x="2605139" y="89938"/>
                  <a:pt x="2606967" y="89938"/>
                </a:cubicBezTo>
                <a:cubicBezTo>
                  <a:pt x="2608338" y="89938"/>
                  <a:pt x="2610143" y="89778"/>
                  <a:pt x="2612382" y="89458"/>
                </a:cubicBezTo>
                <a:close/>
                <a:moveTo>
                  <a:pt x="2623937" y="100494"/>
                </a:moveTo>
                <a:lnTo>
                  <a:pt x="2623937" y="0"/>
                </a:lnTo>
                <a:lnTo>
                  <a:pt x="2636276" y="0"/>
                </a:lnTo>
                <a:lnTo>
                  <a:pt x="2636276" y="36057"/>
                </a:lnTo>
                <a:cubicBezTo>
                  <a:pt x="2642034" y="29385"/>
                  <a:pt x="2649300" y="26049"/>
                  <a:pt x="2658075" y="26049"/>
                </a:cubicBezTo>
                <a:cubicBezTo>
                  <a:pt x="2663467" y="26049"/>
                  <a:pt x="2668152" y="27111"/>
                  <a:pt x="2672127" y="29237"/>
                </a:cubicBezTo>
                <a:cubicBezTo>
                  <a:pt x="2676103" y="31362"/>
                  <a:pt x="2678948" y="34298"/>
                  <a:pt x="2680662" y="38045"/>
                </a:cubicBezTo>
                <a:cubicBezTo>
                  <a:pt x="2682376" y="41793"/>
                  <a:pt x="2683233" y="47231"/>
                  <a:pt x="2683233" y="54360"/>
                </a:cubicBezTo>
                <a:lnTo>
                  <a:pt x="2683233" y="100494"/>
                </a:lnTo>
                <a:lnTo>
                  <a:pt x="2670894" y="100494"/>
                </a:lnTo>
                <a:lnTo>
                  <a:pt x="2670894" y="54360"/>
                </a:lnTo>
                <a:cubicBezTo>
                  <a:pt x="2670894" y="48191"/>
                  <a:pt x="2669557" y="43701"/>
                  <a:pt x="2666883" y="40890"/>
                </a:cubicBezTo>
                <a:cubicBezTo>
                  <a:pt x="2664210" y="38079"/>
                  <a:pt x="2660428" y="36674"/>
                  <a:pt x="2655538" y="36674"/>
                </a:cubicBezTo>
                <a:cubicBezTo>
                  <a:pt x="2651882" y="36674"/>
                  <a:pt x="2648443" y="37622"/>
                  <a:pt x="2645222" y="39519"/>
                </a:cubicBezTo>
                <a:cubicBezTo>
                  <a:pt x="2642000" y="41416"/>
                  <a:pt x="2639703" y="43986"/>
                  <a:pt x="2638332" y="47231"/>
                </a:cubicBezTo>
                <a:cubicBezTo>
                  <a:pt x="2636961" y="50476"/>
                  <a:pt x="2636276" y="54954"/>
                  <a:pt x="2636276" y="60667"/>
                </a:cubicBezTo>
                <a:lnTo>
                  <a:pt x="2636276" y="100494"/>
                </a:lnTo>
                <a:lnTo>
                  <a:pt x="2623937" y="100494"/>
                </a:lnTo>
                <a:close/>
                <a:moveTo>
                  <a:pt x="2740305" y="100494"/>
                </a:moveTo>
                <a:lnTo>
                  <a:pt x="2740305" y="0"/>
                </a:lnTo>
                <a:lnTo>
                  <a:pt x="2752644" y="0"/>
                </a:lnTo>
                <a:lnTo>
                  <a:pt x="2752644" y="57308"/>
                </a:lnTo>
                <a:lnTo>
                  <a:pt x="2781846" y="27694"/>
                </a:lnTo>
                <a:lnTo>
                  <a:pt x="2797818" y="27694"/>
                </a:lnTo>
                <a:lnTo>
                  <a:pt x="2769987" y="54703"/>
                </a:lnTo>
                <a:lnTo>
                  <a:pt x="2800629" y="100494"/>
                </a:lnTo>
                <a:lnTo>
                  <a:pt x="2785411" y="100494"/>
                </a:lnTo>
                <a:lnTo>
                  <a:pt x="2761350" y="63272"/>
                </a:lnTo>
                <a:lnTo>
                  <a:pt x="2752644" y="71635"/>
                </a:lnTo>
                <a:lnTo>
                  <a:pt x="2752644" y="100494"/>
                </a:lnTo>
                <a:lnTo>
                  <a:pt x="2740305" y="100494"/>
                </a:lnTo>
                <a:close/>
                <a:moveTo>
                  <a:pt x="2810247" y="14190"/>
                </a:moveTo>
                <a:lnTo>
                  <a:pt x="2810247" y="0"/>
                </a:lnTo>
                <a:lnTo>
                  <a:pt x="2822586" y="0"/>
                </a:lnTo>
                <a:lnTo>
                  <a:pt x="2822586" y="14190"/>
                </a:lnTo>
                <a:lnTo>
                  <a:pt x="2810247" y="14190"/>
                </a:lnTo>
                <a:moveTo>
                  <a:pt x="2810247" y="100494"/>
                </a:moveTo>
                <a:lnTo>
                  <a:pt x="2810247" y="27694"/>
                </a:lnTo>
                <a:lnTo>
                  <a:pt x="2822586" y="27694"/>
                </a:lnTo>
                <a:lnTo>
                  <a:pt x="2822586" y="100494"/>
                </a:lnTo>
                <a:lnTo>
                  <a:pt x="2810247" y="100494"/>
                </a:lnTo>
                <a:close/>
                <a:moveTo>
                  <a:pt x="2868594" y="89458"/>
                </a:moveTo>
                <a:lnTo>
                  <a:pt x="2870376" y="100357"/>
                </a:lnTo>
                <a:cubicBezTo>
                  <a:pt x="2866903" y="101088"/>
                  <a:pt x="2863795" y="101454"/>
                  <a:pt x="2861053" y="101454"/>
                </a:cubicBezTo>
                <a:cubicBezTo>
                  <a:pt x="2856575" y="101454"/>
                  <a:pt x="2853102" y="100746"/>
                  <a:pt x="2850634" y="99329"/>
                </a:cubicBezTo>
                <a:cubicBezTo>
                  <a:pt x="2848166" y="97912"/>
                  <a:pt x="2846429" y="96050"/>
                  <a:pt x="2845424" y="93742"/>
                </a:cubicBezTo>
                <a:cubicBezTo>
                  <a:pt x="2844419" y="91434"/>
                  <a:pt x="2843916" y="86579"/>
                  <a:pt x="2843916" y="79175"/>
                </a:cubicBezTo>
                <a:lnTo>
                  <a:pt x="2843916" y="37291"/>
                </a:lnTo>
                <a:lnTo>
                  <a:pt x="2834867" y="37291"/>
                </a:lnTo>
                <a:lnTo>
                  <a:pt x="2834867" y="27694"/>
                </a:lnTo>
                <a:lnTo>
                  <a:pt x="2843916" y="27694"/>
                </a:lnTo>
                <a:lnTo>
                  <a:pt x="2843916" y="9666"/>
                </a:lnTo>
                <a:lnTo>
                  <a:pt x="2856186" y="2262"/>
                </a:lnTo>
                <a:lnTo>
                  <a:pt x="2856186" y="27694"/>
                </a:lnTo>
                <a:lnTo>
                  <a:pt x="2868594" y="27694"/>
                </a:lnTo>
                <a:lnTo>
                  <a:pt x="2868594" y="37291"/>
                </a:lnTo>
                <a:lnTo>
                  <a:pt x="2856186" y="37291"/>
                </a:lnTo>
                <a:lnTo>
                  <a:pt x="2856186" y="79861"/>
                </a:lnTo>
                <a:cubicBezTo>
                  <a:pt x="2856186" y="83380"/>
                  <a:pt x="2856403" y="85642"/>
                  <a:pt x="2856838" y="86647"/>
                </a:cubicBezTo>
                <a:cubicBezTo>
                  <a:pt x="2857272" y="87653"/>
                  <a:pt x="2857980" y="88452"/>
                  <a:pt x="2858963" y="89046"/>
                </a:cubicBezTo>
                <a:cubicBezTo>
                  <a:pt x="2859945" y="89640"/>
                  <a:pt x="2861350" y="89938"/>
                  <a:pt x="2863178" y="89938"/>
                </a:cubicBezTo>
                <a:cubicBezTo>
                  <a:pt x="2864549" y="89938"/>
                  <a:pt x="2866355" y="89778"/>
                  <a:pt x="2868594" y="89458"/>
                </a:cubicBezTo>
                <a:close/>
                <a:moveTo>
                  <a:pt x="2927654" y="73828"/>
                </a:moveTo>
                <a:lnTo>
                  <a:pt x="2939788" y="75405"/>
                </a:lnTo>
                <a:cubicBezTo>
                  <a:pt x="2938462" y="83768"/>
                  <a:pt x="2935069" y="90315"/>
                  <a:pt x="2929608" y="95044"/>
                </a:cubicBezTo>
                <a:cubicBezTo>
                  <a:pt x="2924147" y="99774"/>
                  <a:pt x="2917440" y="102139"/>
                  <a:pt x="2909489" y="102139"/>
                </a:cubicBezTo>
                <a:cubicBezTo>
                  <a:pt x="2899526" y="102139"/>
                  <a:pt x="2891517" y="98883"/>
                  <a:pt x="2885462" y="92371"/>
                </a:cubicBezTo>
                <a:cubicBezTo>
                  <a:pt x="2879407" y="85859"/>
                  <a:pt x="2876379" y="76525"/>
                  <a:pt x="2876379" y="64368"/>
                </a:cubicBezTo>
                <a:cubicBezTo>
                  <a:pt x="2876379" y="56508"/>
                  <a:pt x="2877681" y="49630"/>
                  <a:pt x="2880286" y="43735"/>
                </a:cubicBezTo>
                <a:cubicBezTo>
                  <a:pt x="2882891" y="37840"/>
                  <a:pt x="2886856" y="33418"/>
                  <a:pt x="2892180" y="30470"/>
                </a:cubicBezTo>
                <a:cubicBezTo>
                  <a:pt x="2897504" y="27523"/>
                  <a:pt x="2903296" y="26049"/>
                  <a:pt x="2909557" y="26049"/>
                </a:cubicBezTo>
                <a:cubicBezTo>
                  <a:pt x="2917463" y="26049"/>
                  <a:pt x="2923930" y="28048"/>
                  <a:pt x="2928957" y="32047"/>
                </a:cubicBezTo>
                <a:cubicBezTo>
                  <a:pt x="2933984" y="36046"/>
                  <a:pt x="2937206" y="41724"/>
                  <a:pt x="2938622" y="49082"/>
                </a:cubicBezTo>
                <a:lnTo>
                  <a:pt x="2926626" y="50933"/>
                </a:lnTo>
                <a:cubicBezTo>
                  <a:pt x="2925483" y="46043"/>
                  <a:pt x="2923461" y="42364"/>
                  <a:pt x="2920559" y="39896"/>
                </a:cubicBezTo>
                <a:cubicBezTo>
                  <a:pt x="2917657" y="37428"/>
                  <a:pt x="2914150" y="36194"/>
                  <a:pt x="2910037" y="36194"/>
                </a:cubicBezTo>
                <a:cubicBezTo>
                  <a:pt x="2903822" y="36194"/>
                  <a:pt x="2898772" y="38422"/>
                  <a:pt x="2894887" y="42878"/>
                </a:cubicBezTo>
                <a:cubicBezTo>
                  <a:pt x="2891003" y="47334"/>
                  <a:pt x="2889061" y="54383"/>
                  <a:pt x="2889061" y="64026"/>
                </a:cubicBezTo>
                <a:cubicBezTo>
                  <a:pt x="2889061" y="73805"/>
                  <a:pt x="2890934" y="80912"/>
                  <a:pt x="2894682" y="85345"/>
                </a:cubicBezTo>
                <a:cubicBezTo>
                  <a:pt x="2898429" y="89778"/>
                  <a:pt x="2903319" y="91994"/>
                  <a:pt x="2909351" y="91994"/>
                </a:cubicBezTo>
                <a:cubicBezTo>
                  <a:pt x="2914196" y="91994"/>
                  <a:pt x="2918240" y="90509"/>
                  <a:pt x="2921485" y="87538"/>
                </a:cubicBezTo>
                <a:cubicBezTo>
                  <a:pt x="2924729" y="84568"/>
                  <a:pt x="2926786" y="79998"/>
                  <a:pt x="2927654" y="73828"/>
                </a:cubicBezTo>
                <a:close/>
                <a:moveTo>
                  <a:pt x="2950092" y="100494"/>
                </a:moveTo>
                <a:lnTo>
                  <a:pt x="2950092" y="0"/>
                </a:lnTo>
                <a:lnTo>
                  <a:pt x="2962431" y="0"/>
                </a:lnTo>
                <a:lnTo>
                  <a:pt x="2962431" y="36057"/>
                </a:lnTo>
                <a:cubicBezTo>
                  <a:pt x="2968189" y="29385"/>
                  <a:pt x="2975455" y="26049"/>
                  <a:pt x="2984230" y="26049"/>
                </a:cubicBezTo>
                <a:cubicBezTo>
                  <a:pt x="2989622" y="26049"/>
                  <a:pt x="2994307" y="27111"/>
                  <a:pt x="2998282" y="29237"/>
                </a:cubicBezTo>
                <a:cubicBezTo>
                  <a:pt x="3002258" y="31362"/>
                  <a:pt x="3005103" y="34298"/>
                  <a:pt x="3006817" y="38045"/>
                </a:cubicBezTo>
                <a:cubicBezTo>
                  <a:pt x="3008531" y="41793"/>
                  <a:pt x="3009388" y="47231"/>
                  <a:pt x="3009388" y="54360"/>
                </a:cubicBezTo>
                <a:lnTo>
                  <a:pt x="3009388" y="100494"/>
                </a:lnTo>
                <a:lnTo>
                  <a:pt x="2997049" y="100494"/>
                </a:lnTo>
                <a:lnTo>
                  <a:pt x="2997049" y="54360"/>
                </a:lnTo>
                <a:cubicBezTo>
                  <a:pt x="2997049" y="48191"/>
                  <a:pt x="2995712" y="43701"/>
                  <a:pt x="2993038" y="40890"/>
                </a:cubicBezTo>
                <a:cubicBezTo>
                  <a:pt x="2990365" y="38079"/>
                  <a:pt x="2986583" y="36674"/>
                  <a:pt x="2981693" y="36674"/>
                </a:cubicBezTo>
                <a:cubicBezTo>
                  <a:pt x="2978037" y="36674"/>
                  <a:pt x="2974598" y="37622"/>
                  <a:pt x="2971377" y="39519"/>
                </a:cubicBezTo>
                <a:cubicBezTo>
                  <a:pt x="2968155" y="41416"/>
                  <a:pt x="2965858" y="43986"/>
                  <a:pt x="2964487" y="47231"/>
                </a:cubicBezTo>
                <a:cubicBezTo>
                  <a:pt x="2963116" y="50476"/>
                  <a:pt x="2962431" y="54954"/>
                  <a:pt x="2962431" y="60667"/>
                </a:cubicBezTo>
                <a:lnTo>
                  <a:pt x="2962431" y="100494"/>
                </a:lnTo>
                <a:lnTo>
                  <a:pt x="2950092" y="100494"/>
                </a:lnTo>
                <a:close/>
                <a:moveTo>
                  <a:pt x="3077732" y="77050"/>
                </a:moveTo>
                <a:lnTo>
                  <a:pt x="3090482" y="78627"/>
                </a:lnTo>
                <a:cubicBezTo>
                  <a:pt x="3088471" y="86076"/>
                  <a:pt x="3084747" y="91857"/>
                  <a:pt x="3079309" y="95970"/>
                </a:cubicBezTo>
                <a:cubicBezTo>
                  <a:pt x="3073870" y="100083"/>
                  <a:pt x="3066924" y="102139"/>
                  <a:pt x="3058469" y="102139"/>
                </a:cubicBezTo>
                <a:cubicBezTo>
                  <a:pt x="3047821" y="102139"/>
                  <a:pt x="3039378" y="98860"/>
                  <a:pt x="3033140" y="92302"/>
                </a:cubicBezTo>
                <a:cubicBezTo>
                  <a:pt x="3026902" y="85745"/>
                  <a:pt x="3023783" y="76547"/>
                  <a:pt x="3023783" y="64711"/>
                </a:cubicBezTo>
                <a:cubicBezTo>
                  <a:pt x="3023783" y="52464"/>
                  <a:pt x="3026936" y="42958"/>
                  <a:pt x="3033243" y="36194"/>
                </a:cubicBezTo>
                <a:cubicBezTo>
                  <a:pt x="3039550" y="29431"/>
                  <a:pt x="3047730" y="26049"/>
                  <a:pt x="3057784" y="26049"/>
                </a:cubicBezTo>
                <a:cubicBezTo>
                  <a:pt x="3067518" y="26049"/>
                  <a:pt x="3075470" y="29362"/>
                  <a:pt x="3081639" y="35989"/>
                </a:cubicBezTo>
                <a:cubicBezTo>
                  <a:pt x="3087809" y="42615"/>
                  <a:pt x="3090894" y="51938"/>
                  <a:pt x="3090894" y="63957"/>
                </a:cubicBezTo>
                <a:cubicBezTo>
                  <a:pt x="3090894" y="64688"/>
                  <a:pt x="3090871" y="65785"/>
                  <a:pt x="3090825" y="67247"/>
                </a:cubicBezTo>
                <a:lnTo>
                  <a:pt x="3036533" y="67247"/>
                </a:lnTo>
                <a:cubicBezTo>
                  <a:pt x="3036990" y="75245"/>
                  <a:pt x="3039253" y="81369"/>
                  <a:pt x="3043320" y="85619"/>
                </a:cubicBezTo>
                <a:cubicBezTo>
                  <a:pt x="3047387" y="89869"/>
                  <a:pt x="3052460" y="91994"/>
                  <a:pt x="3058538" y="91994"/>
                </a:cubicBezTo>
                <a:cubicBezTo>
                  <a:pt x="3063062" y="91994"/>
                  <a:pt x="3066924" y="90806"/>
                  <a:pt x="3070123" y="88429"/>
                </a:cubicBezTo>
                <a:cubicBezTo>
                  <a:pt x="3073322" y="86053"/>
                  <a:pt x="3075858" y="82260"/>
                  <a:pt x="3077732" y="77050"/>
                </a:cubicBezTo>
                <a:moveTo>
                  <a:pt x="3037219" y="57102"/>
                </a:moveTo>
                <a:lnTo>
                  <a:pt x="3077869" y="57102"/>
                </a:lnTo>
                <a:cubicBezTo>
                  <a:pt x="3077321" y="50978"/>
                  <a:pt x="3075767" y="46385"/>
                  <a:pt x="3073208" y="43324"/>
                </a:cubicBezTo>
                <a:cubicBezTo>
                  <a:pt x="3069277" y="38571"/>
                  <a:pt x="3064182" y="36194"/>
                  <a:pt x="3057921" y="36194"/>
                </a:cubicBezTo>
                <a:cubicBezTo>
                  <a:pt x="3052254" y="36194"/>
                  <a:pt x="3047490" y="38091"/>
                  <a:pt x="3043628" y="41884"/>
                </a:cubicBezTo>
                <a:cubicBezTo>
                  <a:pt x="3039767" y="45677"/>
                  <a:pt x="3037630" y="50750"/>
                  <a:pt x="3037219" y="57102"/>
                </a:cubicBezTo>
                <a:close/>
                <a:moveTo>
                  <a:pt x="3105700" y="100494"/>
                </a:moveTo>
                <a:lnTo>
                  <a:pt x="3105700" y="27694"/>
                </a:lnTo>
                <a:lnTo>
                  <a:pt x="3116805" y="27694"/>
                </a:lnTo>
                <a:lnTo>
                  <a:pt x="3116805" y="38045"/>
                </a:lnTo>
                <a:cubicBezTo>
                  <a:pt x="3122152" y="30048"/>
                  <a:pt x="3129875" y="26049"/>
                  <a:pt x="3139975" y="26049"/>
                </a:cubicBezTo>
                <a:cubicBezTo>
                  <a:pt x="3144362" y="26049"/>
                  <a:pt x="3148395" y="26837"/>
                  <a:pt x="3152074" y="28414"/>
                </a:cubicBezTo>
                <a:cubicBezTo>
                  <a:pt x="3155753" y="29991"/>
                  <a:pt x="3158506" y="32059"/>
                  <a:pt x="3160334" y="34618"/>
                </a:cubicBezTo>
                <a:cubicBezTo>
                  <a:pt x="3162162" y="37177"/>
                  <a:pt x="3163442" y="40216"/>
                  <a:pt x="3164173" y="43735"/>
                </a:cubicBezTo>
                <a:cubicBezTo>
                  <a:pt x="3164630" y="46020"/>
                  <a:pt x="3164859" y="50019"/>
                  <a:pt x="3164859" y="55731"/>
                </a:cubicBezTo>
                <a:lnTo>
                  <a:pt x="3164859" y="100494"/>
                </a:lnTo>
                <a:lnTo>
                  <a:pt x="3152520" y="100494"/>
                </a:lnTo>
                <a:lnTo>
                  <a:pt x="3152520" y="56211"/>
                </a:lnTo>
                <a:cubicBezTo>
                  <a:pt x="3152520" y="51184"/>
                  <a:pt x="3152040" y="47425"/>
                  <a:pt x="3151080" y="44934"/>
                </a:cubicBezTo>
                <a:cubicBezTo>
                  <a:pt x="3150121" y="42444"/>
                  <a:pt x="3148418" y="40456"/>
                  <a:pt x="3145973" y="38971"/>
                </a:cubicBezTo>
                <a:cubicBezTo>
                  <a:pt x="3143528" y="37485"/>
                  <a:pt x="3140661" y="36743"/>
                  <a:pt x="3137370" y="36743"/>
                </a:cubicBezTo>
                <a:cubicBezTo>
                  <a:pt x="3132115" y="36743"/>
                  <a:pt x="3127579" y="38411"/>
                  <a:pt x="3123763" y="41747"/>
                </a:cubicBezTo>
                <a:cubicBezTo>
                  <a:pt x="3119947" y="45083"/>
                  <a:pt x="3118039" y="51412"/>
                  <a:pt x="3118039" y="60735"/>
                </a:cubicBezTo>
                <a:lnTo>
                  <a:pt x="3118039" y="100494"/>
                </a:lnTo>
                <a:lnTo>
                  <a:pt x="3105700" y="100494"/>
                </a:lnTo>
                <a:close/>
                <a:moveTo>
                  <a:pt x="3269504" y="73828"/>
                </a:moveTo>
                <a:lnTo>
                  <a:pt x="3281637" y="75405"/>
                </a:lnTo>
                <a:cubicBezTo>
                  <a:pt x="3280312" y="83768"/>
                  <a:pt x="3276919" y="90315"/>
                  <a:pt x="3271458" y="95044"/>
                </a:cubicBezTo>
                <a:cubicBezTo>
                  <a:pt x="3265997" y="99774"/>
                  <a:pt x="3259290" y="102139"/>
                  <a:pt x="3251338" y="102139"/>
                </a:cubicBezTo>
                <a:cubicBezTo>
                  <a:pt x="3241376" y="102139"/>
                  <a:pt x="3233367" y="98883"/>
                  <a:pt x="3227312" y="92371"/>
                </a:cubicBezTo>
                <a:cubicBezTo>
                  <a:pt x="3221256" y="85859"/>
                  <a:pt x="3218229" y="76525"/>
                  <a:pt x="3218229" y="64368"/>
                </a:cubicBezTo>
                <a:cubicBezTo>
                  <a:pt x="3218229" y="56508"/>
                  <a:pt x="3219531" y="49630"/>
                  <a:pt x="3222136" y="43735"/>
                </a:cubicBezTo>
                <a:cubicBezTo>
                  <a:pt x="3224741" y="37840"/>
                  <a:pt x="3228705" y="33418"/>
                  <a:pt x="3234030" y="30470"/>
                </a:cubicBezTo>
                <a:cubicBezTo>
                  <a:pt x="3239354" y="27523"/>
                  <a:pt x="3245146" y="26049"/>
                  <a:pt x="3251407" y="26049"/>
                </a:cubicBezTo>
                <a:cubicBezTo>
                  <a:pt x="3259313" y="26049"/>
                  <a:pt x="3265780" y="28048"/>
                  <a:pt x="3270807" y="32047"/>
                </a:cubicBezTo>
                <a:cubicBezTo>
                  <a:pt x="3275834" y="36046"/>
                  <a:pt x="3279055" y="41724"/>
                  <a:pt x="3280472" y="49082"/>
                </a:cubicBezTo>
                <a:lnTo>
                  <a:pt x="3268476" y="50933"/>
                </a:lnTo>
                <a:cubicBezTo>
                  <a:pt x="3267333" y="46043"/>
                  <a:pt x="3265311" y="42364"/>
                  <a:pt x="3262409" y="39896"/>
                </a:cubicBezTo>
                <a:cubicBezTo>
                  <a:pt x="3259507" y="37428"/>
                  <a:pt x="3256000" y="36194"/>
                  <a:pt x="3251887" y="36194"/>
                </a:cubicBezTo>
                <a:cubicBezTo>
                  <a:pt x="3245672" y="36194"/>
                  <a:pt x="3240622" y="38422"/>
                  <a:pt x="3236737" y="42878"/>
                </a:cubicBezTo>
                <a:cubicBezTo>
                  <a:pt x="3232853" y="47334"/>
                  <a:pt x="3230911" y="54383"/>
                  <a:pt x="3230911" y="64026"/>
                </a:cubicBezTo>
                <a:cubicBezTo>
                  <a:pt x="3230911" y="73805"/>
                  <a:pt x="3232784" y="80912"/>
                  <a:pt x="3236532" y="85345"/>
                </a:cubicBezTo>
                <a:cubicBezTo>
                  <a:pt x="3240279" y="89778"/>
                  <a:pt x="3245169" y="91994"/>
                  <a:pt x="3251201" y="91994"/>
                </a:cubicBezTo>
                <a:cubicBezTo>
                  <a:pt x="3256045" y="91994"/>
                  <a:pt x="3260090" y="90509"/>
                  <a:pt x="3263335" y="87538"/>
                </a:cubicBezTo>
                <a:cubicBezTo>
                  <a:pt x="3266579" y="84568"/>
                  <a:pt x="3268636" y="79998"/>
                  <a:pt x="3269504" y="73828"/>
                </a:cubicBezTo>
                <a:close/>
                <a:moveTo>
                  <a:pt x="3339447" y="91514"/>
                </a:moveTo>
                <a:cubicBezTo>
                  <a:pt x="3334877" y="95399"/>
                  <a:pt x="3330479" y="98141"/>
                  <a:pt x="3326251" y="99740"/>
                </a:cubicBezTo>
                <a:cubicBezTo>
                  <a:pt x="3322024" y="101340"/>
                  <a:pt x="3317488" y="102139"/>
                  <a:pt x="3312644" y="102139"/>
                </a:cubicBezTo>
                <a:cubicBezTo>
                  <a:pt x="3304647" y="102139"/>
                  <a:pt x="3298500" y="100186"/>
                  <a:pt x="3294204" y="96278"/>
                </a:cubicBezTo>
                <a:cubicBezTo>
                  <a:pt x="3289908" y="92371"/>
                  <a:pt x="3287760" y="87378"/>
                  <a:pt x="3287760" y="81300"/>
                </a:cubicBezTo>
                <a:cubicBezTo>
                  <a:pt x="3287760" y="77736"/>
                  <a:pt x="3288572" y="74479"/>
                  <a:pt x="3290194" y="71532"/>
                </a:cubicBezTo>
                <a:cubicBezTo>
                  <a:pt x="3291816" y="68584"/>
                  <a:pt x="3293941" y="66219"/>
                  <a:pt x="3296569" y="64437"/>
                </a:cubicBezTo>
                <a:cubicBezTo>
                  <a:pt x="3299197" y="62655"/>
                  <a:pt x="3302156" y="61306"/>
                  <a:pt x="3305446" y="60392"/>
                </a:cubicBezTo>
                <a:cubicBezTo>
                  <a:pt x="3307868" y="59753"/>
                  <a:pt x="3311524" y="59136"/>
                  <a:pt x="3316414" y="58542"/>
                </a:cubicBezTo>
                <a:cubicBezTo>
                  <a:pt x="3326377" y="57353"/>
                  <a:pt x="3333712" y="55937"/>
                  <a:pt x="3338419" y="54292"/>
                </a:cubicBezTo>
                <a:cubicBezTo>
                  <a:pt x="3338465" y="52601"/>
                  <a:pt x="3338487" y="51527"/>
                  <a:pt x="3338487" y="51070"/>
                </a:cubicBezTo>
                <a:cubicBezTo>
                  <a:pt x="3338487" y="46043"/>
                  <a:pt x="3337322" y="42501"/>
                  <a:pt x="3334991" y="40444"/>
                </a:cubicBezTo>
                <a:cubicBezTo>
                  <a:pt x="3331838" y="37657"/>
                  <a:pt x="3327154" y="36263"/>
                  <a:pt x="3320939" y="36263"/>
                </a:cubicBezTo>
                <a:cubicBezTo>
                  <a:pt x="3315135" y="36263"/>
                  <a:pt x="3310850" y="37280"/>
                  <a:pt x="3308086" y="39313"/>
                </a:cubicBezTo>
                <a:cubicBezTo>
                  <a:pt x="3305321" y="41347"/>
                  <a:pt x="3303276" y="44946"/>
                  <a:pt x="3301950" y="50110"/>
                </a:cubicBezTo>
                <a:lnTo>
                  <a:pt x="3289886" y="48465"/>
                </a:lnTo>
                <a:cubicBezTo>
                  <a:pt x="3290982" y="43301"/>
                  <a:pt x="3292787" y="39131"/>
                  <a:pt x="3295301" y="35954"/>
                </a:cubicBezTo>
                <a:cubicBezTo>
                  <a:pt x="3297814" y="32778"/>
                  <a:pt x="3301448" y="30333"/>
                  <a:pt x="3306200" y="28620"/>
                </a:cubicBezTo>
                <a:cubicBezTo>
                  <a:pt x="3310953" y="26906"/>
                  <a:pt x="3316460" y="26049"/>
                  <a:pt x="3322721" y="26049"/>
                </a:cubicBezTo>
                <a:cubicBezTo>
                  <a:pt x="3328936" y="26049"/>
                  <a:pt x="3333986" y="26780"/>
                  <a:pt x="3337870" y="28243"/>
                </a:cubicBezTo>
                <a:cubicBezTo>
                  <a:pt x="3341755" y="29705"/>
                  <a:pt x="3344611" y="31544"/>
                  <a:pt x="3346439" y="33761"/>
                </a:cubicBezTo>
                <a:cubicBezTo>
                  <a:pt x="3348267" y="35977"/>
                  <a:pt x="3349547" y="38776"/>
                  <a:pt x="3350278" y="42158"/>
                </a:cubicBezTo>
                <a:cubicBezTo>
                  <a:pt x="3350689" y="44260"/>
                  <a:pt x="3350895" y="48053"/>
                  <a:pt x="3350895" y="53537"/>
                </a:cubicBezTo>
                <a:lnTo>
                  <a:pt x="3350895" y="69989"/>
                </a:lnTo>
                <a:cubicBezTo>
                  <a:pt x="3350895" y="81460"/>
                  <a:pt x="3351158" y="88715"/>
                  <a:pt x="3351683" y="91754"/>
                </a:cubicBezTo>
                <a:cubicBezTo>
                  <a:pt x="3352209" y="94793"/>
                  <a:pt x="3353249" y="97706"/>
                  <a:pt x="3354802" y="100494"/>
                </a:cubicBezTo>
                <a:lnTo>
                  <a:pt x="3341915" y="100494"/>
                </a:lnTo>
                <a:cubicBezTo>
                  <a:pt x="3340635" y="97935"/>
                  <a:pt x="3339813" y="94942"/>
                  <a:pt x="3339447" y="91514"/>
                </a:cubicBezTo>
                <a:moveTo>
                  <a:pt x="3338419" y="63957"/>
                </a:moveTo>
                <a:cubicBezTo>
                  <a:pt x="3333940" y="65785"/>
                  <a:pt x="3327222" y="67339"/>
                  <a:pt x="3318265" y="68618"/>
                </a:cubicBezTo>
                <a:cubicBezTo>
                  <a:pt x="3313193" y="69350"/>
                  <a:pt x="3309605" y="70172"/>
                  <a:pt x="3307503" y="71086"/>
                </a:cubicBezTo>
                <a:cubicBezTo>
                  <a:pt x="3305401" y="72000"/>
                  <a:pt x="3303778" y="73337"/>
                  <a:pt x="3302636" y="75096"/>
                </a:cubicBezTo>
                <a:cubicBezTo>
                  <a:pt x="3301493" y="76856"/>
                  <a:pt x="3300922" y="78810"/>
                  <a:pt x="3300922" y="80957"/>
                </a:cubicBezTo>
                <a:cubicBezTo>
                  <a:pt x="3300922" y="84248"/>
                  <a:pt x="3302167" y="86990"/>
                  <a:pt x="3304658" y="89183"/>
                </a:cubicBezTo>
                <a:cubicBezTo>
                  <a:pt x="3307149" y="91377"/>
                  <a:pt x="3310793" y="92474"/>
                  <a:pt x="3315592" y="92474"/>
                </a:cubicBezTo>
                <a:cubicBezTo>
                  <a:pt x="3320345" y="92474"/>
                  <a:pt x="3324572" y="91434"/>
                  <a:pt x="3328274" y="89355"/>
                </a:cubicBezTo>
                <a:cubicBezTo>
                  <a:pt x="3331975" y="87275"/>
                  <a:pt x="3334694" y="84431"/>
                  <a:pt x="3336431" y="80820"/>
                </a:cubicBezTo>
                <a:cubicBezTo>
                  <a:pt x="3337756" y="78033"/>
                  <a:pt x="3338419" y="73920"/>
                  <a:pt x="3338419" y="68481"/>
                </a:cubicBezTo>
                <a:lnTo>
                  <a:pt x="3338419" y="63957"/>
                </a:lnTo>
                <a:close/>
                <a:moveTo>
                  <a:pt x="3381126" y="100494"/>
                </a:moveTo>
                <a:lnTo>
                  <a:pt x="3369678" y="100494"/>
                </a:lnTo>
                <a:lnTo>
                  <a:pt x="3369678" y="0"/>
                </a:lnTo>
                <a:lnTo>
                  <a:pt x="3382017" y="0"/>
                </a:lnTo>
                <a:lnTo>
                  <a:pt x="3382017" y="35852"/>
                </a:lnTo>
                <a:cubicBezTo>
                  <a:pt x="3387227" y="29317"/>
                  <a:pt x="3393876" y="26049"/>
                  <a:pt x="3401965" y="26049"/>
                </a:cubicBezTo>
                <a:cubicBezTo>
                  <a:pt x="3406443" y="26049"/>
                  <a:pt x="3410682" y="26952"/>
                  <a:pt x="3414681" y="28757"/>
                </a:cubicBezTo>
                <a:cubicBezTo>
                  <a:pt x="3418680" y="30562"/>
                  <a:pt x="3421970" y="33098"/>
                  <a:pt x="3424552" y="36366"/>
                </a:cubicBezTo>
                <a:cubicBezTo>
                  <a:pt x="3427134" y="39633"/>
                  <a:pt x="3429156" y="43575"/>
                  <a:pt x="3430619" y="48191"/>
                </a:cubicBezTo>
                <a:cubicBezTo>
                  <a:pt x="3432081" y="52806"/>
                  <a:pt x="3432812" y="57742"/>
                  <a:pt x="3432812" y="62997"/>
                </a:cubicBezTo>
                <a:cubicBezTo>
                  <a:pt x="3432812" y="75473"/>
                  <a:pt x="3429728" y="85116"/>
                  <a:pt x="3423558" y="91925"/>
                </a:cubicBezTo>
                <a:cubicBezTo>
                  <a:pt x="3417389" y="98735"/>
                  <a:pt x="3409985" y="102139"/>
                  <a:pt x="3401348" y="102139"/>
                </a:cubicBezTo>
                <a:cubicBezTo>
                  <a:pt x="3392756" y="102139"/>
                  <a:pt x="3386016" y="98552"/>
                  <a:pt x="3381126" y="91377"/>
                </a:cubicBezTo>
                <a:lnTo>
                  <a:pt x="3381126" y="100494"/>
                </a:lnTo>
                <a:moveTo>
                  <a:pt x="3380989" y="63546"/>
                </a:moveTo>
                <a:cubicBezTo>
                  <a:pt x="3380989" y="72274"/>
                  <a:pt x="3382177" y="78581"/>
                  <a:pt x="3384553" y="82466"/>
                </a:cubicBezTo>
                <a:cubicBezTo>
                  <a:pt x="3388438" y="88818"/>
                  <a:pt x="3393693" y="91994"/>
                  <a:pt x="3400320" y="91994"/>
                </a:cubicBezTo>
                <a:cubicBezTo>
                  <a:pt x="3405712" y="91994"/>
                  <a:pt x="3410374" y="89652"/>
                  <a:pt x="3414304" y="84968"/>
                </a:cubicBezTo>
                <a:cubicBezTo>
                  <a:pt x="3418234" y="80283"/>
                  <a:pt x="3420199" y="73303"/>
                  <a:pt x="3420199" y="64026"/>
                </a:cubicBezTo>
                <a:cubicBezTo>
                  <a:pt x="3420199" y="54520"/>
                  <a:pt x="3418314" y="47505"/>
                  <a:pt x="3414544" y="42981"/>
                </a:cubicBezTo>
                <a:cubicBezTo>
                  <a:pt x="3410773" y="38457"/>
                  <a:pt x="3406215" y="36194"/>
                  <a:pt x="3400868" y="36194"/>
                </a:cubicBezTo>
                <a:cubicBezTo>
                  <a:pt x="3395475" y="36194"/>
                  <a:pt x="3390814" y="38536"/>
                  <a:pt x="3386884" y="43221"/>
                </a:cubicBezTo>
                <a:cubicBezTo>
                  <a:pt x="3382954" y="47905"/>
                  <a:pt x="3380989" y="54680"/>
                  <a:pt x="3380989" y="63546"/>
                </a:cubicBezTo>
                <a:close/>
                <a:moveTo>
                  <a:pt x="3447619" y="14190"/>
                </a:moveTo>
                <a:lnTo>
                  <a:pt x="3447619" y="0"/>
                </a:lnTo>
                <a:lnTo>
                  <a:pt x="3459958" y="0"/>
                </a:lnTo>
                <a:lnTo>
                  <a:pt x="3459958" y="14190"/>
                </a:lnTo>
                <a:lnTo>
                  <a:pt x="3447619" y="14190"/>
                </a:lnTo>
                <a:moveTo>
                  <a:pt x="3447619" y="100494"/>
                </a:moveTo>
                <a:lnTo>
                  <a:pt x="3447619" y="27694"/>
                </a:lnTo>
                <a:lnTo>
                  <a:pt x="3459958" y="27694"/>
                </a:lnTo>
                <a:lnTo>
                  <a:pt x="3459958" y="100494"/>
                </a:lnTo>
                <a:lnTo>
                  <a:pt x="3447619" y="100494"/>
                </a:lnTo>
                <a:close/>
                <a:moveTo>
                  <a:pt x="3479027" y="100494"/>
                </a:moveTo>
                <a:lnTo>
                  <a:pt x="3479027" y="27694"/>
                </a:lnTo>
                <a:lnTo>
                  <a:pt x="3490132" y="27694"/>
                </a:lnTo>
                <a:lnTo>
                  <a:pt x="3490132" y="38045"/>
                </a:lnTo>
                <a:cubicBezTo>
                  <a:pt x="3495479" y="30048"/>
                  <a:pt x="3503202" y="26049"/>
                  <a:pt x="3513302" y="26049"/>
                </a:cubicBezTo>
                <a:cubicBezTo>
                  <a:pt x="3517689" y="26049"/>
                  <a:pt x="3521722" y="26837"/>
                  <a:pt x="3525401" y="28414"/>
                </a:cubicBezTo>
                <a:cubicBezTo>
                  <a:pt x="3529080" y="29991"/>
                  <a:pt x="3531833" y="32059"/>
                  <a:pt x="3533661" y="34618"/>
                </a:cubicBezTo>
                <a:cubicBezTo>
                  <a:pt x="3535489" y="37177"/>
                  <a:pt x="3536769" y="40216"/>
                  <a:pt x="3537500" y="43735"/>
                </a:cubicBezTo>
                <a:cubicBezTo>
                  <a:pt x="3537957" y="46020"/>
                  <a:pt x="3538185" y="50019"/>
                  <a:pt x="3538185" y="55731"/>
                </a:cubicBezTo>
                <a:lnTo>
                  <a:pt x="3538185" y="100494"/>
                </a:lnTo>
                <a:lnTo>
                  <a:pt x="3525846" y="100494"/>
                </a:lnTo>
                <a:lnTo>
                  <a:pt x="3525846" y="56211"/>
                </a:lnTo>
                <a:cubicBezTo>
                  <a:pt x="3525846" y="51184"/>
                  <a:pt x="3525367" y="47425"/>
                  <a:pt x="3524407" y="44934"/>
                </a:cubicBezTo>
                <a:cubicBezTo>
                  <a:pt x="3523447" y="42444"/>
                  <a:pt x="3521745" y="40456"/>
                  <a:pt x="3519300" y="38971"/>
                </a:cubicBezTo>
                <a:cubicBezTo>
                  <a:pt x="3516855" y="37485"/>
                  <a:pt x="3513987" y="36743"/>
                  <a:pt x="3510697" y="36743"/>
                </a:cubicBezTo>
                <a:cubicBezTo>
                  <a:pt x="3505441" y="36743"/>
                  <a:pt x="3500906" y="38411"/>
                  <a:pt x="3497090" y="41747"/>
                </a:cubicBezTo>
                <a:cubicBezTo>
                  <a:pt x="3493274" y="45083"/>
                  <a:pt x="3491366" y="51412"/>
                  <a:pt x="3491366" y="60735"/>
                </a:cubicBezTo>
                <a:lnTo>
                  <a:pt x="3491366" y="100494"/>
                </a:lnTo>
                <a:lnTo>
                  <a:pt x="3479027" y="100494"/>
                </a:lnTo>
                <a:close/>
                <a:moveTo>
                  <a:pt x="3606667" y="77050"/>
                </a:moveTo>
                <a:lnTo>
                  <a:pt x="3619417" y="78627"/>
                </a:lnTo>
                <a:cubicBezTo>
                  <a:pt x="3617406" y="86076"/>
                  <a:pt x="3613682" y="91857"/>
                  <a:pt x="3608243" y="95970"/>
                </a:cubicBezTo>
                <a:cubicBezTo>
                  <a:pt x="3602805" y="100083"/>
                  <a:pt x="3595859" y="102139"/>
                  <a:pt x="3587404" y="102139"/>
                </a:cubicBezTo>
                <a:cubicBezTo>
                  <a:pt x="3576756" y="102139"/>
                  <a:pt x="3568313" y="98860"/>
                  <a:pt x="3562075" y="92302"/>
                </a:cubicBezTo>
                <a:cubicBezTo>
                  <a:pt x="3555837" y="85745"/>
                  <a:pt x="3552718" y="76547"/>
                  <a:pt x="3552718" y="64711"/>
                </a:cubicBezTo>
                <a:cubicBezTo>
                  <a:pt x="3552718" y="52464"/>
                  <a:pt x="3555871" y="42958"/>
                  <a:pt x="3562178" y="36194"/>
                </a:cubicBezTo>
                <a:cubicBezTo>
                  <a:pt x="3568484" y="29431"/>
                  <a:pt x="3576665" y="26049"/>
                  <a:pt x="3586719" y="26049"/>
                </a:cubicBezTo>
                <a:cubicBezTo>
                  <a:pt x="3596453" y="26049"/>
                  <a:pt x="3604405" y="29362"/>
                  <a:pt x="3610574" y="35989"/>
                </a:cubicBezTo>
                <a:cubicBezTo>
                  <a:pt x="3616744" y="42615"/>
                  <a:pt x="3619828" y="51938"/>
                  <a:pt x="3619828" y="63957"/>
                </a:cubicBezTo>
                <a:cubicBezTo>
                  <a:pt x="3619828" y="64688"/>
                  <a:pt x="3619805" y="65785"/>
                  <a:pt x="3619760" y="67247"/>
                </a:cubicBezTo>
                <a:lnTo>
                  <a:pt x="3565468" y="67247"/>
                </a:lnTo>
                <a:cubicBezTo>
                  <a:pt x="3565925" y="75245"/>
                  <a:pt x="3568187" y="81369"/>
                  <a:pt x="3572255" y="85619"/>
                </a:cubicBezTo>
                <a:cubicBezTo>
                  <a:pt x="3576322" y="89869"/>
                  <a:pt x="3581395" y="91994"/>
                  <a:pt x="3587473" y="91994"/>
                </a:cubicBezTo>
                <a:cubicBezTo>
                  <a:pt x="3591997" y="91994"/>
                  <a:pt x="3595859" y="90806"/>
                  <a:pt x="3599058" y="88429"/>
                </a:cubicBezTo>
                <a:cubicBezTo>
                  <a:pt x="3602257" y="86053"/>
                  <a:pt x="3604793" y="82260"/>
                  <a:pt x="3606667" y="77050"/>
                </a:cubicBezTo>
                <a:moveTo>
                  <a:pt x="3566154" y="57102"/>
                </a:moveTo>
                <a:lnTo>
                  <a:pt x="3606804" y="57102"/>
                </a:lnTo>
                <a:cubicBezTo>
                  <a:pt x="3606255" y="50978"/>
                  <a:pt x="3604702" y="46385"/>
                  <a:pt x="3602142" y="43324"/>
                </a:cubicBezTo>
                <a:cubicBezTo>
                  <a:pt x="3598212" y="38571"/>
                  <a:pt x="3593117" y="36194"/>
                  <a:pt x="3586856" y="36194"/>
                </a:cubicBezTo>
                <a:cubicBezTo>
                  <a:pt x="3581189" y="36194"/>
                  <a:pt x="3576425" y="38091"/>
                  <a:pt x="3572563" y="41884"/>
                </a:cubicBezTo>
                <a:cubicBezTo>
                  <a:pt x="3568701" y="45677"/>
                  <a:pt x="3566565" y="50750"/>
                  <a:pt x="3566154" y="57102"/>
                </a:cubicBezTo>
                <a:close/>
                <a:moveTo>
                  <a:pt x="3661575" y="89458"/>
                </a:moveTo>
                <a:lnTo>
                  <a:pt x="3663357" y="100357"/>
                </a:lnTo>
                <a:cubicBezTo>
                  <a:pt x="3659884" y="101088"/>
                  <a:pt x="3656776" y="101454"/>
                  <a:pt x="3654035" y="101454"/>
                </a:cubicBezTo>
                <a:cubicBezTo>
                  <a:pt x="3649556" y="101454"/>
                  <a:pt x="3646083" y="100746"/>
                  <a:pt x="3643615" y="99329"/>
                </a:cubicBezTo>
                <a:cubicBezTo>
                  <a:pt x="3641147" y="97912"/>
                  <a:pt x="3639411" y="96050"/>
                  <a:pt x="3638405" y="93742"/>
                </a:cubicBezTo>
                <a:cubicBezTo>
                  <a:pt x="3637400" y="91434"/>
                  <a:pt x="3636897" y="86579"/>
                  <a:pt x="3636897" y="79175"/>
                </a:cubicBezTo>
                <a:lnTo>
                  <a:pt x="3636897" y="37291"/>
                </a:lnTo>
                <a:lnTo>
                  <a:pt x="3627848" y="37291"/>
                </a:lnTo>
                <a:lnTo>
                  <a:pt x="3627848" y="27694"/>
                </a:lnTo>
                <a:lnTo>
                  <a:pt x="3636897" y="27694"/>
                </a:lnTo>
                <a:lnTo>
                  <a:pt x="3636897" y="9666"/>
                </a:lnTo>
                <a:lnTo>
                  <a:pt x="3649167" y="2262"/>
                </a:lnTo>
                <a:lnTo>
                  <a:pt x="3649167" y="27694"/>
                </a:lnTo>
                <a:lnTo>
                  <a:pt x="3661575" y="27694"/>
                </a:lnTo>
                <a:lnTo>
                  <a:pt x="3661575" y="37291"/>
                </a:lnTo>
                <a:lnTo>
                  <a:pt x="3649167" y="37291"/>
                </a:lnTo>
                <a:lnTo>
                  <a:pt x="3649167" y="79861"/>
                </a:lnTo>
                <a:cubicBezTo>
                  <a:pt x="3649167" y="83380"/>
                  <a:pt x="3649385" y="85642"/>
                  <a:pt x="3649819" y="86647"/>
                </a:cubicBezTo>
                <a:cubicBezTo>
                  <a:pt x="3650253" y="87653"/>
                  <a:pt x="3650961" y="88452"/>
                  <a:pt x="3651944" y="89046"/>
                </a:cubicBezTo>
                <a:cubicBezTo>
                  <a:pt x="3652926" y="89640"/>
                  <a:pt x="3654332" y="89938"/>
                  <a:pt x="3656160" y="89938"/>
                </a:cubicBezTo>
                <a:cubicBezTo>
                  <a:pt x="3657531" y="89938"/>
                  <a:pt x="3659336" y="89778"/>
                  <a:pt x="3661575" y="89458"/>
                </a:cubicBezTo>
                <a:close/>
                <a:moveTo>
                  <a:pt x="3676627" y="100494"/>
                </a:moveTo>
                <a:lnTo>
                  <a:pt x="3676627" y="86441"/>
                </a:lnTo>
                <a:lnTo>
                  <a:pt x="3690679" y="86441"/>
                </a:lnTo>
                <a:lnTo>
                  <a:pt x="3690679" y="100494"/>
                </a:lnTo>
                <a:lnTo>
                  <a:pt x="3676627" y="100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Subsequently,hemovestowardsthedishwasher.">
            <a:extLst xmlns:a="http://schemas.openxmlformats.org/drawingml/2006/main">
              <a:ext uri="{FF2B5EF4-FFF2-40B4-BE49-F238E27FC236}">
                <a16:creationId xmlns:a16="http://schemas.microsoft.com/office/drawing/2014/main" id="{B2239238-B0E3-4965-B150-F94CCFBD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983" y="2011049"/>
            <a:ext cx="3041203" cy="131753"/>
          </a:xfrm>
          <a:custGeom xmlns:a="http://schemas.openxmlformats.org/drawingml/2006/main">
            <a:pathLst>
              <a:path w="3041203" h="131753">
                <a:moveTo>
                  <a:pt x="0" y="69921"/>
                </a:moveTo>
                <a:lnTo>
                  <a:pt x="12545" y="68824"/>
                </a:lnTo>
                <a:cubicBezTo>
                  <a:pt x="13139" y="73851"/>
                  <a:pt x="14521" y="77976"/>
                  <a:pt x="16692" y="81197"/>
                </a:cubicBezTo>
                <a:cubicBezTo>
                  <a:pt x="18863" y="84419"/>
                  <a:pt x="22233" y="87024"/>
                  <a:pt x="26803" y="89012"/>
                </a:cubicBezTo>
                <a:cubicBezTo>
                  <a:pt x="31373" y="91000"/>
                  <a:pt x="36514" y="91994"/>
                  <a:pt x="42227" y="91994"/>
                </a:cubicBezTo>
                <a:cubicBezTo>
                  <a:pt x="47299" y="91994"/>
                  <a:pt x="51778" y="91240"/>
                  <a:pt x="55663" y="89732"/>
                </a:cubicBezTo>
                <a:cubicBezTo>
                  <a:pt x="59547" y="88224"/>
                  <a:pt x="62438" y="86156"/>
                  <a:pt x="64334" y="83528"/>
                </a:cubicBezTo>
                <a:cubicBezTo>
                  <a:pt x="66231" y="80900"/>
                  <a:pt x="67179" y="78033"/>
                  <a:pt x="67179" y="74925"/>
                </a:cubicBezTo>
                <a:cubicBezTo>
                  <a:pt x="67179" y="71772"/>
                  <a:pt x="66265" y="69018"/>
                  <a:pt x="64437" y="66665"/>
                </a:cubicBezTo>
                <a:cubicBezTo>
                  <a:pt x="62609" y="64311"/>
                  <a:pt x="59593" y="62335"/>
                  <a:pt x="55388" y="60735"/>
                </a:cubicBezTo>
                <a:cubicBezTo>
                  <a:pt x="52692" y="59684"/>
                  <a:pt x="46728" y="58050"/>
                  <a:pt x="37497" y="55834"/>
                </a:cubicBezTo>
                <a:cubicBezTo>
                  <a:pt x="28265" y="53617"/>
                  <a:pt x="21799" y="51527"/>
                  <a:pt x="18097" y="49562"/>
                </a:cubicBezTo>
                <a:cubicBezTo>
                  <a:pt x="13299" y="47048"/>
                  <a:pt x="9723" y="43929"/>
                  <a:pt x="7369" y="40205"/>
                </a:cubicBezTo>
                <a:cubicBezTo>
                  <a:pt x="5016" y="36480"/>
                  <a:pt x="3839" y="32310"/>
                  <a:pt x="3839" y="27694"/>
                </a:cubicBezTo>
                <a:cubicBezTo>
                  <a:pt x="3839" y="22621"/>
                  <a:pt x="5278" y="17880"/>
                  <a:pt x="8157" y="13470"/>
                </a:cubicBezTo>
                <a:cubicBezTo>
                  <a:pt x="11037" y="9060"/>
                  <a:pt x="15241" y="5713"/>
                  <a:pt x="20771" y="3427"/>
                </a:cubicBezTo>
                <a:cubicBezTo>
                  <a:pt x="26300" y="1142"/>
                  <a:pt x="32447" y="0"/>
                  <a:pt x="39211" y="0"/>
                </a:cubicBezTo>
                <a:cubicBezTo>
                  <a:pt x="46660" y="0"/>
                  <a:pt x="53229" y="1200"/>
                  <a:pt x="58919" y="3599"/>
                </a:cubicBezTo>
                <a:cubicBezTo>
                  <a:pt x="64608" y="5998"/>
                  <a:pt x="68984" y="9528"/>
                  <a:pt x="72046" y="14190"/>
                </a:cubicBezTo>
                <a:cubicBezTo>
                  <a:pt x="75108" y="18851"/>
                  <a:pt x="76753" y="24130"/>
                  <a:pt x="76982" y="30025"/>
                </a:cubicBezTo>
                <a:lnTo>
                  <a:pt x="64231" y="30985"/>
                </a:lnTo>
                <a:cubicBezTo>
                  <a:pt x="63546" y="24632"/>
                  <a:pt x="61227" y="19834"/>
                  <a:pt x="57273" y="16589"/>
                </a:cubicBezTo>
                <a:cubicBezTo>
                  <a:pt x="53320" y="13344"/>
                  <a:pt x="47482" y="11722"/>
                  <a:pt x="39759" y="11722"/>
                </a:cubicBezTo>
                <a:cubicBezTo>
                  <a:pt x="31716" y="11722"/>
                  <a:pt x="25855" y="13196"/>
                  <a:pt x="22176" y="16144"/>
                </a:cubicBezTo>
                <a:cubicBezTo>
                  <a:pt x="18497" y="19091"/>
                  <a:pt x="16658" y="22644"/>
                  <a:pt x="16658" y="26803"/>
                </a:cubicBezTo>
                <a:cubicBezTo>
                  <a:pt x="16658" y="30413"/>
                  <a:pt x="17960" y="33384"/>
                  <a:pt x="20565" y="35715"/>
                </a:cubicBezTo>
                <a:cubicBezTo>
                  <a:pt x="23124" y="38045"/>
                  <a:pt x="29808" y="40433"/>
                  <a:pt x="40616" y="42878"/>
                </a:cubicBezTo>
                <a:cubicBezTo>
                  <a:pt x="51424" y="45323"/>
                  <a:pt x="58839" y="47459"/>
                  <a:pt x="62860" y="49287"/>
                </a:cubicBezTo>
                <a:cubicBezTo>
                  <a:pt x="68710" y="51984"/>
                  <a:pt x="73029" y="55400"/>
                  <a:pt x="75816" y="59536"/>
                </a:cubicBezTo>
                <a:cubicBezTo>
                  <a:pt x="78604" y="63671"/>
                  <a:pt x="79998" y="68436"/>
                  <a:pt x="79998" y="73828"/>
                </a:cubicBezTo>
                <a:cubicBezTo>
                  <a:pt x="79998" y="79175"/>
                  <a:pt x="78467" y="84214"/>
                  <a:pt x="75405" y="88944"/>
                </a:cubicBezTo>
                <a:cubicBezTo>
                  <a:pt x="72343" y="93673"/>
                  <a:pt x="67944" y="97352"/>
                  <a:pt x="62209" y="99980"/>
                </a:cubicBezTo>
                <a:cubicBezTo>
                  <a:pt x="56474" y="102608"/>
                  <a:pt x="50019" y="103922"/>
                  <a:pt x="42844" y="103922"/>
                </a:cubicBezTo>
                <a:cubicBezTo>
                  <a:pt x="33749" y="103922"/>
                  <a:pt x="26129" y="102596"/>
                  <a:pt x="19982" y="99946"/>
                </a:cubicBezTo>
                <a:cubicBezTo>
                  <a:pt x="13836" y="97295"/>
                  <a:pt x="9014" y="93308"/>
                  <a:pt x="5518" y="87984"/>
                </a:cubicBezTo>
                <a:cubicBezTo>
                  <a:pt x="2022" y="82660"/>
                  <a:pt x="183" y="76639"/>
                  <a:pt x="0" y="69921"/>
                </a:cubicBezTo>
                <a:close/>
                <a:moveTo>
                  <a:pt x="144200" y="102208"/>
                </a:moveTo>
                <a:lnTo>
                  <a:pt x="144200" y="91514"/>
                </a:lnTo>
                <a:cubicBezTo>
                  <a:pt x="138534" y="99740"/>
                  <a:pt x="130833" y="103853"/>
                  <a:pt x="121099" y="103853"/>
                </a:cubicBezTo>
                <a:cubicBezTo>
                  <a:pt x="116803" y="103853"/>
                  <a:pt x="112793" y="103031"/>
                  <a:pt x="109069" y="101385"/>
                </a:cubicBezTo>
                <a:cubicBezTo>
                  <a:pt x="105344" y="99740"/>
                  <a:pt x="102579" y="97672"/>
                  <a:pt x="100774" y="95182"/>
                </a:cubicBezTo>
                <a:cubicBezTo>
                  <a:pt x="98969" y="92691"/>
                  <a:pt x="97701" y="89640"/>
                  <a:pt x="96969" y="86030"/>
                </a:cubicBezTo>
                <a:cubicBezTo>
                  <a:pt x="96467" y="83608"/>
                  <a:pt x="96215" y="79769"/>
                  <a:pt x="96215" y="74514"/>
                </a:cubicBezTo>
                <a:lnTo>
                  <a:pt x="96215" y="29408"/>
                </a:lnTo>
                <a:lnTo>
                  <a:pt x="108554" y="29408"/>
                </a:lnTo>
                <a:lnTo>
                  <a:pt x="108554" y="69784"/>
                </a:lnTo>
                <a:cubicBezTo>
                  <a:pt x="108554" y="76228"/>
                  <a:pt x="108806" y="80569"/>
                  <a:pt x="109308" y="82808"/>
                </a:cubicBezTo>
                <a:cubicBezTo>
                  <a:pt x="110085" y="86053"/>
                  <a:pt x="111731" y="88601"/>
                  <a:pt x="114244" y="90452"/>
                </a:cubicBezTo>
                <a:cubicBezTo>
                  <a:pt x="116758" y="92302"/>
                  <a:pt x="119865" y="93228"/>
                  <a:pt x="123567" y="93228"/>
                </a:cubicBezTo>
                <a:cubicBezTo>
                  <a:pt x="127269" y="93228"/>
                  <a:pt x="130742" y="92280"/>
                  <a:pt x="133986" y="90383"/>
                </a:cubicBezTo>
                <a:cubicBezTo>
                  <a:pt x="137231" y="88487"/>
                  <a:pt x="139528" y="85904"/>
                  <a:pt x="140876" y="82637"/>
                </a:cubicBezTo>
                <a:cubicBezTo>
                  <a:pt x="142224" y="79369"/>
                  <a:pt x="142898" y="74628"/>
                  <a:pt x="142898" y="68413"/>
                </a:cubicBezTo>
                <a:lnTo>
                  <a:pt x="142898" y="29408"/>
                </a:lnTo>
                <a:lnTo>
                  <a:pt x="155237" y="29408"/>
                </a:lnTo>
                <a:lnTo>
                  <a:pt x="155237" y="102208"/>
                </a:lnTo>
                <a:lnTo>
                  <a:pt x="144200" y="102208"/>
                </a:lnTo>
                <a:close/>
                <a:moveTo>
                  <a:pt x="185687" y="102208"/>
                </a:moveTo>
                <a:lnTo>
                  <a:pt x="174239" y="102208"/>
                </a:lnTo>
                <a:lnTo>
                  <a:pt x="174239" y="1714"/>
                </a:lnTo>
                <a:lnTo>
                  <a:pt x="186578" y="1714"/>
                </a:lnTo>
                <a:lnTo>
                  <a:pt x="186578" y="37565"/>
                </a:lnTo>
                <a:cubicBezTo>
                  <a:pt x="191788" y="31030"/>
                  <a:pt x="198437" y="27763"/>
                  <a:pt x="206526" y="27763"/>
                </a:cubicBezTo>
                <a:cubicBezTo>
                  <a:pt x="211005" y="27763"/>
                  <a:pt x="215244" y="28665"/>
                  <a:pt x="219242" y="30470"/>
                </a:cubicBezTo>
                <a:cubicBezTo>
                  <a:pt x="223241" y="32276"/>
                  <a:pt x="226532" y="34812"/>
                  <a:pt x="229114" y="38079"/>
                </a:cubicBezTo>
                <a:cubicBezTo>
                  <a:pt x="231696" y="41347"/>
                  <a:pt x="233718" y="45289"/>
                  <a:pt x="235180" y="49904"/>
                </a:cubicBezTo>
                <a:cubicBezTo>
                  <a:pt x="236643" y="54520"/>
                  <a:pt x="237374" y="59456"/>
                  <a:pt x="237374" y="64711"/>
                </a:cubicBezTo>
                <a:cubicBezTo>
                  <a:pt x="237374" y="77187"/>
                  <a:pt x="234289" y="86830"/>
                  <a:pt x="228120" y="93639"/>
                </a:cubicBezTo>
                <a:cubicBezTo>
                  <a:pt x="221950" y="100448"/>
                  <a:pt x="214547" y="103853"/>
                  <a:pt x="205909" y="103853"/>
                </a:cubicBezTo>
                <a:cubicBezTo>
                  <a:pt x="197318" y="103853"/>
                  <a:pt x="190577" y="100266"/>
                  <a:pt x="185687" y="93091"/>
                </a:cubicBezTo>
                <a:lnTo>
                  <a:pt x="185687" y="102208"/>
                </a:lnTo>
                <a:moveTo>
                  <a:pt x="185550" y="65260"/>
                </a:moveTo>
                <a:cubicBezTo>
                  <a:pt x="185550" y="73988"/>
                  <a:pt x="186738" y="80295"/>
                  <a:pt x="189115" y="84179"/>
                </a:cubicBezTo>
                <a:cubicBezTo>
                  <a:pt x="192999" y="90532"/>
                  <a:pt x="198255" y="93708"/>
                  <a:pt x="204881" y="93708"/>
                </a:cubicBezTo>
                <a:cubicBezTo>
                  <a:pt x="210274" y="93708"/>
                  <a:pt x="214935" y="91366"/>
                  <a:pt x="218865" y="86681"/>
                </a:cubicBezTo>
                <a:cubicBezTo>
                  <a:pt x="222796" y="81997"/>
                  <a:pt x="224761" y="75016"/>
                  <a:pt x="224761" y="65739"/>
                </a:cubicBezTo>
                <a:cubicBezTo>
                  <a:pt x="224761" y="56234"/>
                  <a:pt x="222876" y="49219"/>
                  <a:pt x="219105" y="44695"/>
                </a:cubicBezTo>
                <a:cubicBezTo>
                  <a:pt x="215335" y="40170"/>
                  <a:pt x="210776" y="37908"/>
                  <a:pt x="205430" y="37908"/>
                </a:cubicBezTo>
                <a:cubicBezTo>
                  <a:pt x="200037" y="37908"/>
                  <a:pt x="195376" y="40250"/>
                  <a:pt x="191445" y="44934"/>
                </a:cubicBezTo>
                <a:cubicBezTo>
                  <a:pt x="187515" y="49619"/>
                  <a:pt x="185550" y="56394"/>
                  <a:pt x="185550" y="65260"/>
                </a:cubicBezTo>
                <a:close/>
                <a:moveTo>
                  <a:pt x="247191" y="80478"/>
                </a:moveTo>
                <a:lnTo>
                  <a:pt x="259393" y="78558"/>
                </a:lnTo>
                <a:cubicBezTo>
                  <a:pt x="260078" y="83448"/>
                  <a:pt x="261986" y="87196"/>
                  <a:pt x="265116" y="89800"/>
                </a:cubicBezTo>
                <a:cubicBezTo>
                  <a:pt x="268247" y="92405"/>
                  <a:pt x="272623" y="93708"/>
                  <a:pt x="278244" y="93708"/>
                </a:cubicBezTo>
                <a:cubicBezTo>
                  <a:pt x="283911" y="93708"/>
                  <a:pt x="288115" y="92554"/>
                  <a:pt x="290857" y="90246"/>
                </a:cubicBezTo>
                <a:cubicBezTo>
                  <a:pt x="293599" y="87938"/>
                  <a:pt x="294970" y="85230"/>
                  <a:pt x="294970" y="82123"/>
                </a:cubicBezTo>
                <a:cubicBezTo>
                  <a:pt x="294970" y="79335"/>
                  <a:pt x="293759" y="77142"/>
                  <a:pt x="291337" y="75542"/>
                </a:cubicBezTo>
                <a:cubicBezTo>
                  <a:pt x="289646" y="74445"/>
                  <a:pt x="285441" y="73051"/>
                  <a:pt x="278724" y="71360"/>
                </a:cubicBezTo>
                <a:cubicBezTo>
                  <a:pt x="269675" y="69075"/>
                  <a:pt x="263403" y="67099"/>
                  <a:pt x="259907" y="65431"/>
                </a:cubicBezTo>
                <a:cubicBezTo>
                  <a:pt x="256411" y="63763"/>
                  <a:pt x="253760" y="61455"/>
                  <a:pt x="251955" y="58507"/>
                </a:cubicBezTo>
                <a:cubicBezTo>
                  <a:pt x="250150" y="55560"/>
                  <a:pt x="249247" y="52304"/>
                  <a:pt x="249247" y="48739"/>
                </a:cubicBezTo>
                <a:cubicBezTo>
                  <a:pt x="249247" y="45494"/>
                  <a:pt x="249990" y="42490"/>
                  <a:pt x="251475" y="39725"/>
                </a:cubicBezTo>
                <a:cubicBezTo>
                  <a:pt x="252960" y="36960"/>
                  <a:pt x="254982" y="34663"/>
                  <a:pt x="257542" y="32835"/>
                </a:cubicBezTo>
                <a:cubicBezTo>
                  <a:pt x="259461" y="31419"/>
                  <a:pt x="262077" y="30219"/>
                  <a:pt x="265391" y="29237"/>
                </a:cubicBezTo>
                <a:cubicBezTo>
                  <a:pt x="268704" y="28254"/>
                  <a:pt x="272257" y="27763"/>
                  <a:pt x="276050" y="27763"/>
                </a:cubicBezTo>
                <a:cubicBezTo>
                  <a:pt x="281763" y="27763"/>
                  <a:pt x="286778" y="28585"/>
                  <a:pt x="291097" y="30231"/>
                </a:cubicBezTo>
                <a:cubicBezTo>
                  <a:pt x="295415" y="31876"/>
                  <a:pt x="298603" y="34104"/>
                  <a:pt x="300660" y="36914"/>
                </a:cubicBezTo>
                <a:cubicBezTo>
                  <a:pt x="302716" y="39725"/>
                  <a:pt x="304133" y="43484"/>
                  <a:pt x="304910" y="48191"/>
                </a:cubicBezTo>
                <a:lnTo>
                  <a:pt x="292845" y="49836"/>
                </a:lnTo>
                <a:cubicBezTo>
                  <a:pt x="292296" y="46088"/>
                  <a:pt x="290708" y="43164"/>
                  <a:pt x="288081" y="41061"/>
                </a:cubicBezTo>
                <a:cubicBezTo>
                  <a:pt x="285453" y="38959"/>
                  <a:pt x="281740" y="37908"/>
                  <a:pt x="276941" y="37908"/>
                </a:cubicBezTo>
                <a:cubicBezTo>
                  <a:pt x="271274" y="37908"/>
                  <a:pt x="267230" y="38845"/>
                  <a:pt x="264808" y="40719"/>
                </a:cubicBezTo>
                <a:cubicBezTo>
                  <a:pt x="262386" y="42592"/>
                  <a:pt x="261175" y="44786"/>
                  <a:pt x="261175" y="47299"/>
                </a:cubicBezTo>
                <a:cubicBezTo>
                  <a:pt x="261175" y="48899"/>
                  <a:pt x="261678" y="50338"/>
                  <a:pt x="262683" y="51618"/>
                </a:cubicBezTo>
                <a:cubicBezTo>
                  <a:pt x="263688" y="52943"/>
                  <a:pt x="265265" y="54040"/>
                  <a:pt x="267413" y="54908"/>
                </a:cubicBezTo>
                <a:cubicBezTo>
                  <a:pt x="268647" y="55365"/>
                  <a:pt x="272280" y="56417"/>
                  <a:pt x="278312" y="58062"/>
                </a:cubicBezTo>
                <a:cubicBezTo>
                  <a:pt x="287041" y="60392"/>
                  <a:pt x="293131" y="62300"/>
                  <a:pt x="296581" y="63786"/>
                </a:cubicBezTo>
                <a:cubicBezTo>
                  <a:pt x="300031" y="65271"/>
                  <a:pt x="302739" y="67430"/>
                  <a:pt x="304704" y="70264"/>
                </a:cubicBezTo>
                <a:cubicBezTo>
                  <a:pt x="306669" y="73097"/>
                  <a:pt x="307652" y="76616"/>
                  <a:pt x="307652" y="80820"/>
                </a:cubicBezTo>
                <a:cubicBezTo>
                  <a:pt x="307652" y="84933"/>
                  <a:pt x="306452" y="88806"/>
                  <a:pt x="304053" y="92440"/>
                </a:cubicBezTo>
                <a:cubicBezTo>
                  <a:pt x="301654" y="96073"/>
                  <a:pt x="298192" y="98883"/>
                  <a:pt x="293667" y="100871"/>
                </a:cubicBezTo>
                <a:cubicBezTo>
                  <a:pt x="289143" y="102859"/>
                  <a:pt x="284025" y="103853"/>
                  <a:pt x="278312" y="103853"/>
                </a:cubicBezTo>
                <a:cubicBezTo>
                  <a:pt x="268852" y="103853"/>
                  <a:pt x="261643" y="101888"/>
                  <a:pt x="256685" y="97958"/>
                </a:cubicBezTo>
                <a:cubicBezTo>
                  <a:pt x="251726" y="94028"/>
                  <a:pt x="248562" y="88201"/>
                  <a:pt x="247191" y="80478"/>
                </a:cubicBezTo>
                <a:close/>
                <a:moveTo>
                  <a:pt x="371918" y="78764"/>
                </a:moveTo>
                <a:lnTo>
                  <a:pt x="384668" y="80341"/>
                </a:lnTo>
                <a:cubicBezTo>
                  <a:pt x="382658" y="87790"/>
                  <a:pt x="378933" y="93571"/>
                  <a:pt x="373495" y="97684"/>
                </a:cubicBezTo>
                <a:cubicBezTo>
                  <a:pt x="368057" y="101797"/>
                  <a:pt x="361110" y="103853"/>
                  <a:pt x="352656" y="103853"/>
                </a:cubicBezTo>
                <a:cubicBezTo>
                  <a:pt x="342008" y="103853"/>
                  <a:pt x="333565" y="100574"/>
                  <a:pt x="327326" y="94016"/>
                </a:cubicBezTo>
                <a:cubicBezTo>
                  <a:pt x="321088" y="87458"/>
                  <a:pt x="317969" y="78261"/>
                  <a:pt x="317969" y="66425"/>
                </a:cubicBezTo>
                <a:cubicBezTo>
                  <a:pt x="317969" y="54177"/>
                  <a:pt x="321123" y="44672"/>
                  <a:pt x="327429" y="37908"/>
                </a:cubicBezTo>
                <a:cubicBezTo>
                  <a:pt x="333736" y="31145"/>
                  <a:pt x="341916" y="27763"/>
                  <a:pt x="351970" y="27763"/>
                </a:cubicBezTo>
                <a:cubicBezTo>
                  <a:pt x="361704" y="27763"/>
                  <a:pt x="369656" y="31076"/>
                  <a:pt x="375826" y="37702"/>
                </a:cubicBezTo>
                <a:cubicBezTo>
                  <a:pt x="381995" y="44329"/>
                  <a:pt x="385080" y="53652"/>
                  <a:pt x="385080" y="65671"/>
                </a:cubicBezTo>
                <a:cubicBezTo>
                  <a:pt x="385080" y="66402"/>
                  <a:pt x="385057" y="67499"/>
                  <a:pt x="385011" y="68961"/>
                </a:cubicBezTo>
                <a:lnTo>
                  <a:pt x="330720" y="68961"/>
                </a:lnTo>
                <a:cubicBezTo>
                  <a:pt x="331177" y="76959"/>
                  <a:pt x="333439" y="83083"/>
                  <a:pt x="337506" y="87333"/>
                </a:cubicBezTo>
                <a:cubicBezTo>
                  <a:pt x="341573" y="91583"/>
                  <a:pt x="346646" y="93708"/>
                  <a:pt x="352724" y="93708"/>
                </a:cubicBezTo>
                <a:cubicBezTo>
                  <a:pt x="357249" y="93708"/>
                  <a:pt x="361110" y="92520"/>
                  <a:pt x="364309" y="90143"/>
                </a:cubicBezTo>
                <a:cubicBezTo>
                  <a:pt x="367508" y="87767"/>
                  <a:pt x="370044" y="83974"/>
                  <a:pt x="371918" y="78764"/>
                </a:cubicBezTo>
                <a:moveTo>
                  <a:pt x="331405" y="58816"/>
                </a:moveTo>
                <a:lnTo>
                  <a:pt x="372055" y="58816"/>
                </a:lnTo>
                <a:cubicBezTo>
                  <a:pt x="371507" y="52692"/>
                  <a:pt x="369953" y="48099"/>
                  <a:pt x="367394" y="45037"/>
                </a:cubicBezTo>
                <a:cubicBezTo>
                  <a:pt x="363464" y="40285"/>
                  <a:pt x="358368" y="37908"/>
                  <a:pt x="352107" y="37908"/>
                </a:cubicBezTo>
                <a:cubicBezTo>
                  <a:pt x="346440" y="37908"/>
                  <a:pt x="341676" y="39805"/>
                  <a:pt x="337815" y="43598"/>
                </a:cubicBezTo>
                <a:cubicBezTo>
                  <a:pt x="333953" y="47391"/>
                  <a:pt x="331816" y="52464"/>
                  <a:pt x="331405" y="58816"/>
                </a:cubicBezTo>
                <a:close/>
                <a:moveTo>
                  <a:pt x="446309" y="130108"/>
                </a:moveTo>
                <a:lnTo>
                  <a:pt x="446309" y="94462"/>
                </a:lnTo>
                <a:cubicBezTo>
                  <a:pt x="444390" y="97158"/>
                  <a:pt x="441705" y="99397"/>
                  <a:pt x="438254" y="101180"/>
                </a:cubicBezTo>
                <a:cubicBezTo>
                  <a:pt x="434804" y="102962"/>
                  <a:pt x="431137" y="103853"/>
                  <a:pt x="427252" y="103853"/>
                </a:cubicBezTo>
                <a:cubicBezTo>
                  <a:pt x="418615" y="103853"/>
                  <a:pt x="411177" y="100403"/>
                  <a:pt x="404939" y="93502"/>
                </a:cubicBezTo>
                <a:cubicBezTo>
                  <a:pt x="398701" y="86601"/>
                  <a:pt x="395582" y="77142"/>
                  <a:pt x="395582" y="65122"/>
                </a:cubicBezTo>
                <a:cubicBezTo>
                  <a:pt x="395582" y="57810"/>
                  <a:pt x="396850" y="51252"/>
                  <a:pt x="399387" y="45449"/>
                </a:cubicBezTo>
                <a:cubicBezTo>
                  <a:pt x="401923" y="39645"/>
                  <a:pt x="405602" y="35246"/>
                  <a:pt x="410423" y="32253"/>
                </a:cubicBezTo>
                <a:cubicBezTo>
                  <a:pt x="415244" y="29259"/>
                  <a:pt x="420534" y="27763"/>
                  <a:pt x="426292" y="27763"/>
                </a:cubicBezTo>
                <a:cubicBezTo>
                  <a:pt x="435295" y="27763"/>
                  <a:pt x="442379" y="31556"/>
                  <a:pt x="447543" y="39142"/>
                </a:cubicBezTo>
                <a:lnTo>
                  <a:pt x="447543" y="29408"/>
                </a:lnTo>
                <a:lnTo>
                  <a:pt x="458648" y="29408"/>
                </a:lnTo>
                <a:lnTo>
                  <a:pt x="458648" y="130108"/>
                </a:lnTo>
                <a:lnTo>
                  <a:pt x="446309" y="130108"/>
                </a:lnTo>
                <a:moveTo>
                  <a:pt x="408264" y="65602"/>
                </a:moveTo>
                <a:cubicBezTo>
                  <a:pt x="408264" y="74971"/>
                  <a:pt x="410229" y="81997"/>
                  <a:pt x="414159" y="86681"/>
                </a:cubicBezTo>
                <a:cubicBezTo>
                  <a:pt x="418089" y="91366"/>
                  <a:pt x="422796" y="93708"/>
                  <a:pt x="428280" y="93708"/>
                </a:cubicBezTo>
                <a:cubicBezTo>
                  <a:pt x="433536" y="93708"/>
                  <a:pt x="438060" y="91480"/>
                  <a:pt x="441853" y="87024"/>
                </a:cubicBezTo>
                <a:cubicBezTo>
                  <a:pt x="445646" y="82568"/>
                  <a:pt x="447543" y="75793"/>
                  <a:pt x="447543" y="66699"/>
                </a:cubicBezTo>
                <a:cubicBezTo>
                  <a:pt x="447543" y="57011"/>
                  <a:pt x="445544" y="49722"/>
                  <a:pt x="441545" y="44832"/>
                </a:cubicBezTo>
                <a:cubicBezTo>
                  <a:pt x="437546" y="39942"/>
                  <a:pt x="432850" y="37497"/>
                  <a:pt x="427458" y="37497"/>
                </a:cubicBezTo>
                <a:cubicBezTo>
                  <a:pt x="422111" y="37497"/>
                  <a:pt x="417575" y="39770"/>
                  <a:pt x="413851" y="44318"/>
                </a:cubicBezTo>
                <a:cubicBezTo>
                  <a:pt x="410126" y="48865"/>
                  <a:pt x="408264" y="55960"/>
                  <a:pt x="408264" y="65602"/>
                </a:cubicBezTo>
                <a:close/>
                <a:moveTo>
                  <a:pt x="525430" y="102208"/>
                </a:moveTo>
                <a:lnTo>
                  <a:pt x="525430" y="91514"/>
                </a:lnTo>
                <a:cubicBezTo>
                  <a:pt x="519763" y="99740"/>
                  <a:pt x="512062" y="103853"/>
                  <a:pt x="502328" y="103853"/>
                </a:cubicBezTo>
                <a:cubicBezTo>
                  <a:pt x="498033" y="103853"/>
                  <a:pt x="494022" y="103031"/>
                  <a:pt x="490298" y="101385"/>
                </a:cubicBezTo>
                <a:cubicBezTo>
                  <a:pt x="486573" y="99740"/>
                  <a:pt x="483809" y="97672"/>
                  <a:pt x="482003" y="95182"/>
                </a:cubicBezTo>
                <a:cubicBezTo>
                  <a:pt x="480198" y="92691"/>
                  <a:pt x="478930" y="89640"/>
                  <a:pt x="478199" y="86030"/>
                </a:cubicBezTo>
                <a:cubicBezTo>
                  <a:pt x="477696" y="83608"/>
                  <a:pt x="477445" y="79769"/>
                  <a:pt x="477445" y="74514"/>
                </a:cubicBezTo>
                <a:lnTo>
                  <a:pt x="477445" y="29408"/>
                </a:lnTo>
                <a:lnTo>
                  <a:pt x="489784" y="29408"/>
                </a:lnTo>
                <a:lnTo>
                  <a:pt x="489784" y="69784"/>
                </a:lnTo>
                <a:cubicBezTo>
                  <a:pt x="489784" y="76228"/>
                  <a:pt x="490035" y="80569"/>
                  <a:pt x="490538" y="82808"/>
                </a:cubicBezTo>
                <a:cubicBezTo>
                  <a:pt x="491315" y="86053"/>
                  <a:pt x="492960" y="88601"/>
                  <a:pt x="495473" y="90452"/>
                </a:cubicBezTo>
                <a:cubicBezTo>
                  <a:pt x="497987" y="92302"/>
                  <a:pt x="501095" y="93228"/>
                  <a:pt x="504796" y="93228"/>
                </a:cubicBezTo>
                <a:cubicBezTo>
                  <a:pt x="508498" y="93228"/>
                  <a:pt x="511971" y="92280"/>
                  <a:pt x="515216" y="90383"/>
                </a:cubicBezTo>
                <a:cubicBezTo>
                  <a:pt x="518460" y="88487"/>
                  <a:pt x="520757" y="85904"/>
                  <a:pt x="522105" y="82637"/>
                </a:cubicBezTo>
                <a:cubicBezTo>
                  <a:pt x="523453" y="79369"/>
                  <a:pt x="524127" y="74628"/>
                  <a:pt x="524127" y="68413"/>
                </a:cubicBezTo>
                <a:lnTo>
                  <a:pt x="524127" y="29408"/>
                </a:lnTo>
                <a:lnTo>
                  <a:pt x="536466" y="29408"/>
                </a:lnTo>
                <a:lnTo>
                  <a:pt x="536466" y="102208"/>
                </a:lnTo>
                <a:lnTo>
                  <a:pt x="525430" y="102208"/>
                </a:lnTo>
                <a:close/>
                <a:moveTo>
                  <a:pt x="605373" y="78764"/>
                </a:moveTo>
                <a:lnTo>
                  <a:pt x="618123" y="80341"/>
                </a:lnTo>
                <a:cubicBezTo>
                  <a:pt x="616113" y="87790"/>
                  <a:pt x="612388" y="93571"/>
                  <a:pt x="606950" y="97684"/>
                </a:cubicBezTo>
                <a:cubicBezTo>
                  <a:pt x="601511" y="101797"/>
                  <a:pt x="594565" y="103853"/>
                  <a:pt x="586111" y="103853"/>
                </a:cubicBezTo>
                <a:cubicBezTo>
                  <a:pt x="575462" y="103853"/>
                  <a:pt x="567019" y="100574"/>
                  <a:pt x="560781" y="94016"/>
                </a:cubicBezTo>
                <a:cubicBezTo>
                  <a:pt x="554543" y="87458"/>
                  <a:pt x="551424" y="78261"/>
                  <a:pt x="551424" y="66425"/>
                </a:cubicBezTo>
                <a:cubicBezTo>
                  <a:pt x="551424" y="54177"/>
                  <a:pt x="554578" y="44672"/>
                  <a:pt x="560884" y="37908"/>
                </a:cubicBezTo>
                <a:cubicBezTo>
                  <a:pt x="567191" y="31145"/>
                  <a:pt x="575371" y="27763"/>
                  <a:pt x="585425" y="27763"/>
                </a:cubicBezTo>
                <a:cubicBezTo>
                  <a:pt x="595159" y="27763"/>
                  <a:pt x="603111" y="31076"/>
                  <a:pt x="609280" y="37702"/>
                </a:cubicBezTo>
                <a:cubicBezTo>
                  <a:pt x="615450" y="44329"/>
                  <a:pt x="618535" y="53652"/>
                  <a:pt x="618535" y="65671"/>
                </a:cubicBezTo>
                <a:cubicBezTo>
                  <a:pt x="618535" y="66402"/>
                  <a:pt x="618512" y="67499"/>
                  <a:pt x="618466" y="68961"/>
                </a:cubicBezTo>
                <a:lnTo>
                  <a:pt x="564175" y="68961"/>
                </a:lnTo>
                <a:cubicBezTo>
                  <a:pt x="564632" y="76959"/>
                  <a:pt x="566894" y="83083"/>
                  <a:pt x="570961" y="87333"/>
                </a:cubicBezTo>
                <a:cubicBezTo>
                  <a:pt x="575028" y="91583"/>
                  <a:pt x="580101" y="93708"/>
                  <a:pt x="586179" y="93708"/>
                </a:cubicBezTo>
                <a:cubicBezTo>
                  <a:pt x="590703" y="93708"/>
                  <a:pt x="594565" y="92520"/>
                  <a:pt x="597764" y="90143"/>
                </a:cubicBezTo>
                <a:cubicBezTo>
                  <a:pt x="600963" y="87767"/>
                  <a:pt x="603499" y="83974"/>
                  <a:pt x="605373" y="78764"/>
                </a:cubicBezTo>
                <a:moveTo>
                  <a:pt x="564860" y="58816"/>
                </a:moveTo>
                <a:lnTo>
                  <a:pt x="605510" y="58816"/>
                </a:lnTo>
                <a:cubicBezTo>
                  <a:pt x="604962" y="52692"/>
                  <a:pt x="603408" y="48099"/>
                  <a:pt x="600849" y="45037"/>
                </a:cubicBezTo>
                <a:cubicBezTo>
                  <a:pt x="596919" y="40285"/>
                  <a:pt x="591823" y="37908"/>
                  <a:pt x="585562" y="37908"/>
                </a:cubicBezTo>
                <a:cubicBezTo>
                  <a:pt x="579895" y="37908"/>
                  <a:pt x="575131" y="39805"/>
                  <a:pt x="571269" y="43598"/>
                </a:cubicBezTo>
                <a:cubicBezTo>
                  <a:pt x="567408" y="47391"/>
                  <a:pt x="565271" y="52464"/>
                  <a:pt x="564860" y="58816"/>
                </a:cubicBezTo>
                <a:close/>
                <a:moveTo>
                  <a:pt x="633356" y="102208"/>
                </a:moveTo>
                <a:lnTo>
                  <a:pt x="633356" y="29408"/>
                </a:lnTo>
                <a:lnTo>
                  <a:pt x="644461" y="29408"/>
                </a:lnTo>
                <a:lnTo>
                  <a:pt x="644461" y="39759"/>
                </a:lnTo>
                <a:cubicBezTo>
                  <a:pt x="649808" y="31761"/>
                  <a:pt x="657531" y="27763"/>
                  <a:pt x="667631" y="27763"/>
                </a:cubicBezTo>
                <a:cubicBezTo>
                  <a:pt x="672018" y="27763"/>
                  <a:pt x="676051" y="28551"/>
                  <a:pt x="679730" y="30128"/>
                </a:cubicBezTo>
                <a:cubicBezTo>
                  <a:pt x="683408" y="31704"/>
                  <a:pt x="686162" y="33772"/>
                  <a:pt x="687990" y="36331"/>
                </a:cubicBezTo>
                <a:cubicBezTo>
                  <a:pt x="689818" y="38891"/>
                  <a:pt x="691097" y="41930"/>
                  <a:pt x="691829" y="45449"/>
                </a:cubicBezTo>
                <a:cubicBezTo>
                  <a:pt x="692286" y="47734"/>
                  <a:pt x="692514" y="51732"/>
                  <a:pt x="692514" y="57445"/>
                </a:cubicBezTo>
                <a:lnTo>
                  <a:pt x="692514" y="102208"/>
                </a:lnTo>
                <a:lnTo>
                  <a:pt x="680175" y="102208"/>
                </a:lnTo>
                <a:lnTo>
                  <a:pt x="680175" y="57925"/>
                </a:lnTo>
                <a:cubicBezTo>
                  <a:pt x="680175" y="52898"/>
                  <a:pt x="679695" y="49139"/>
                  <a:pt x="678736" y="46648"/>
                </a:cubicBezTo>
                <a:cubicBezTo>
                  <a:pt x="677776" y="44158"/>
                  <a:pt x="676074" y="42170"/>
                  <a:pt x="673629" y="40684"/>
                </a:cubicBezTo>
                <a:cubicBezTo>
                  <a:pt x="671184" y="39199"/>
                  <a:pt x="668316" y="38457"/>
                  <a:pt x="665026" y="38457"/>
                </a:cubicBezTo>
                <a:cubicBezTo>
                  <a:pt x="659770" y="38457"/>
                  <a:pt x="655234" y="40125"/>
                  <a:pt x="651418" y="43461"/>
                </a:cubicBezTo>
                <a:cubicBezTo>
                  <a:pt x="647603" y="46797"/>
                  <a:pt x="645695" y="53126"/>
                  <a:pt x="645695" y="62449"/>
                </a:cubicBezTo>
                <a:lnTo>
                  <a:pt x="645695" y="102208"/>
                </a:lnTo>
                <a:lnTo>
                  <a:pt x="633356" y="102208"/>
                </a:lnTo>
                <a:close/>
                <a:moveTo>
                  <a:pt x="738115" y="91171"/>
                </a:moveTo>
                <a:lnTo>
                  <a:pt x="739897" y="102071"/>
                </a:lnTo>
                <a:cubicBezTo>
                  <a:pt x="736424" y="102802"/>
                  <a:pt x="733316" y="103168"/>
                  <a:pt x="730574" y="103168"/>
                </a:cubicBezTo>
                <a:cubicBezTo>
                  <a:pt x="726096" y="103168"/>
                  <a:pt x="722623" y="102459"/>
                  <a:pt x="720155" y="101043"/>
                </a:cubicBezTo>
                <a:cubicBezTo>
                  <a:pt x="717687" y="99626"/>
                  <a:pt x="715950" y="97764"/>
                  <a:pt x="714945" y="95456"/>
                </a:cubicBezTo>
                <a:cubicBezTo>
                  <a:pt x="713940" y="93148"/>
                  <a:pt x="713437" y="88292"/>
                  <a:pt x="713437" y="80889"/>
                </a:cubicBezTo>
                <a:lnTo>
                  <a:pt x="713437" y="39005"/>
                </a:lnTo>
                <a:lnTo>
                  <a:pt x="704388" y="39005"/>
                </a:lnTo>
                <a:lnTo>
                  <a:pt x="704388" y="29408"/>
                </a:lnTo>
                <a:lnTo>
                  <a:pt x="713437" y="29408"/>
                </a:lnTo>
                <a:lnTo>
                  <a:pt x="713437" y="11379"/>
                </a:lnTo>
                <a:lnTo>
                  <a:pt x="725707" y="3976"/>
                </a:lnTo>
                <a:lnTo>
                  <a:pt x="725707" y="29408"/>
                </a:lnTo>
                <a:lnTo>
                  <a:pt x="738115" y="29408"/>
                </a:lnTo>
                <a:lnTo>
                  <a:pt x="738115" y="39005"/>
                </a:lnTo>
                <a:lnTo>
                  <a:pt x="725707" y="39005"/>
                </a:lnTo>
                <a:lnTo>
                  <a:pt x="725707" y="81574"/>
                </a:lnTo>
                <a:cubicBezTo>
                  <a:pt x="725707" y="85093"/>
                  <a:pt x="725924" y="87355"/>
                  <a:pt x="726359" y="88361"/>
                </a:cubicBezTo>
                <a:cubicBezTo>
                  <a:pt x="726793" y="89366"/>
                  <a:pt x="727501" y="90166"/>
                  <a:pt x="728484" y="90760"/>
                </a:cubicBezTo>
                <a:cubicBezTo>
                  <a:pt x="729466" y="91354"/>
                  <a:pt x="730871" y="91651"/>
                  <a:pt x="732699" y="91651"/>
                </a:cubicBezTo>
                <a:cubicBezTo>
                  <a:pt x="734070" y="91651"/>
                  <a:pt x="735876" y="91491"/>
                  <a:pt x="738115" y="91171"/>
                </a:cubicBezTo>
                <a:close/>
                <a:moveTo>
                  <a:pt x="749409" y="102208"/>
                </a:moveTo>
                <a:lnTo>
                  <a:pt x="749409" y="1714"/>
                </a:lnTo>
                <a:lnTo>
                  <a:pt x="761748" y="1714"/>
                </a:lnTo>
                <a:lnTo>
                  <a:pt x="761748" y="102208"/>
                </a:lnTo>
                <a:lnTo>
                  <a:pt x="749409" y="102208"/>
                </a:lnTo>
                <a:close/>
                <a:moveTo>
                  <a:pt x="780624" y="130245"/>
                </a:moveTo>
                <a:lnTo>
                  <a:pt x="779253" y="118660"/>
                </a:lnTo>
                <a:cubicBezTo>
                  <a:pt x="781950" y="119391"/>
                  <a:pt x="784303" y="119757"/>
                  <a:pt x="786314" y="119757"/>
                </a:cubicBezTo>
                <a:cubicBezTo>
                  <a:pt x="789056" y="119757"/>
                  <a:pt x="791249" y="119300"/>
                  <a:pt x="792895" y="118386"/>
                </a:cubicBezTo>
                <a:cubicBezTo>
                  <a:pt x="794540" y="117472"/>
                  <a:pt x="795888" y="116192"/>
                  <a:pt x="796939" y="114547"/>
                </a:cubicBezTo>
                <a:cubicBezTo>
                  <a:pt x="797716" y="113313"/>
                  <a:pt x="798973" y="110251"/>
                  <a:pt x="800709" y="105361"/>
                </a:cubicBezTo>
                <a:cubicBezTo>
                  <a:pt x="800938" y="104676"/>
                  <a:pt x="801303" y="103670"/>
                  <a:pt x="801806" y="102345"/>
                </a:cubicBezTo>
                <a:lnTo>
                  <a:pt x="774181" y="29408"/>
                </a:lnTo>
                <a:lnTo>
                  <a:pt x="787479" y="29408"/>
                </a:lnTo>
                <a:lnTo>
                  <a:pt x="802629" y="71566"/>
                </a:lnTo>
                <a:cubicBezTo>
                  <a:pt x="804594" y="76913"/>
                  <a:pt x="806353" y="82534"/>
                  <a:pt x="807907" y="88429"/>
                </a:cubicBezTo>
                <a:cubicBezTo>
                  <a:pt x="809324" y="82763"/>
                  <a:pt x="811015" y="77233"/>
                  <a:pt x="812980" y="71840"/>
                </a:cubicBezTo>
                <a:lnTo>
                  <a:pt x="828541" y="29408"/>
                </a:lnTo>
                <a:lnTo>
                  <a:pt x="840880" y="29408"/>
                </a:lnTo>
                <a:lnTo>
                  <a:pt x="813185" y="103442"/>
                </a:lnTo>
                <a:cubicBezTo>
                  <a:pt x="810215" y="111439"/>
                  <a:pt x="807907" y="116946"/>
                  <a:pt x="806262" y="119962"/>
                </a:cubicBezTo>
                <a:cubicBezTo>
                  <a:pt x="804068" y="124030"/>
                  <a:pt x="801555" y="127012"/>
                  <a:pt x="798721" y="128908"/>
                </a:cubicBezTo>
                <a:cubicBezTo>
                  <a:pt x="795888" y="130805"/>
                  <a:pt x="792506" y="131753"/>
                  <a:pt x="788576" y="131753"/>
                </a:cubicBezTo>
                <a:cubicBezTo>
                  <a:pt x="786200" y="131753"/>
                  <a:pt x="783549" y="131250"/>
                  <a:pt x="780624" y="130245"/>
                </a:cubicBezTo>
                <a:close/>
                <a:moveTo>
                  <a:pt x="843962" y="102208"/>
                </a:moveTo>
                <a:lnTo>
                  <a:pt x="843962" y="88155"/>
                </a:lnTo>
                <a:lnTo>
                  <a:pt x="858015" y="88155"/>
                </a:lnTo>
                <a:lnTo>
                  <a:pt x="858015" y="102208"/>
                </a:lnTo>
                <a:cubicBezTo>
                  <a:pt x="858015" y="107372"/>
                  <a:pt x="857101" y="111542"/>
                  <a:pt x="855273" y="114718"/>
                </a:cubicBezTo>
                <a:cubicBezTo>
                  <a:pt x="853445" y="117894"/>
                  <a:pt x="850543" y="120351"/>
                  <a:pt x="846567" y="122087"/>
                </a:cubicBezTo>
                <a:lnTo>
                  <a:pt x="843140" y="116809"/>
                </a:lnTo>
                <a:cubicBezTo>
                  <a:pt x="845745" y="115667"/>
                  <a:pt x="847664" y="113987"/>
                  <a:pt x="848898" y="111771"/>
                </a:cubicBezTo>
                <a:cubicBezTo>
                  <a:pt x="850132" y="109554"/>
                  <a:pt x="850817" y="106367"/>
                  <a:pt x="850955" y="102208"/>
                </a:cubicBezTo>
                <a:lnTo>
                  <a:pt x="843962" y="102208"/>
                </a:lnTo>
                <a:close/>
                <a:moveTo>
                  <a:pt x="917759" y="102208"/>
                </a:moveTo>
                <a:lnTo>
                  <a:pt x="917759" y="1714"/>
                </a:lnTo>
                <a:lnTo>
                  <a:pt x="930098" y="1714"/>
                </a:lnTo>
                <a:lnTo>
                  <a:pt x="930098" y="37771"/>
                </a:lnTo>
                <a:cubicBezTo>
                  <a:pt x="935856" y="31099"/>
                  <a:pt x="943122" y="27763"/>
                  <a:pt x="951896" y="27763"/>
                </a:cubicBezTo>
                <a:cubicBezTo>
                  <a:pt x="957289" y="27763"/>
                  <a:pt x="961973" y="28825"/>
                  <a:pt x="965949" y="30950"/>
                </a:cubicBezTo>
                <a:cubicBezTo>
                  <a:pt x="969925" y="33075"/>
                  <a:pt x="972770" y="36012"/>
                  <a:pt x="974484" y="39759"/>
                </a:cubicBezTo>
                <a:cubicBezTo>
                  <a:pt x="976197" y="43506"/>
                  <a:pt x="977054" y="48945"/>
                  <a:pt x="977054" y="56074"/>
                </a:cubicBezTo>
                <a:lnTo>
                  <a:pt x="977054" y="102208"/>
                </a:lnTo>
                <a:lnTo>
                  <a:pt x="964715" y="102208"/>
                </a:lnTo>
                <a:lnTo>
                  <a:pt x="964715" y="56074"/>
                </a:lnTo>
                <a:cubicBezTo>
                  <a:pt x="964715" y="49904"/>
                  <a:pt x="963379" y="45414"/>
                  <a:pt x="960705" y="42604"/>
                </a:cubicBezTo>
                <a:cubicBezTo>
                  <a:pt x="958032" y="39793"/>
                  <a:pt x="954250" y="38388"/>
                  <a:pt x="949360" y="38388"/>
                </a:cubicBezTo>
                <a:cubicBezTo>
                  <a:pt x="945704" y="38388"/>
                  <a:pt x="942265" y="39336"/>
                  <a:pt x="939043" y="41233"/>
                </a:cubicBezTo>
                <a:cubicBezTo>
                  <a:pt x="935821" y="43129"/>
                  <a:pt x="933525" y="45700"/>
                  <a:pt x="932154" y="48945"/>
                </a:cubicBezTo>
                <a:cubicBezTo>
                  <a:pt x="930783" y="52189"/>
                  <a:pt x="930098" y="56668"/>
                  <a:pt x="930098" y="62380"/>
                </a:cubicBezTo>
                <a:lnTo>
                  <a:pt x="930098" y="102208"/>
                </a:lnTo>
                <a:lnTo>
                  <a:pt x="917759" y="102208"/>
                </a:lnTo>
                <a:close/>
                <a:moveTo>
                  <a:pt x="1045412" y="78764"/>
                </a:moveTo>
                <a:lnTo>
                  <a:pt x="1058163" y="80341"/>
                </a:lnTo>
                <a:cubicBezTo>
                  <a:pt x="1056152" y="87790"/>
                  <a:pt x="1052427" y="93571"/>
                  <a:pt x="1046989" y="97684"/>
                </a:cubicBezTo>
                <a:cubicBezTo>
                  <a:pt x="1041551" y="101797"/>
                  <a:pt x="1034604" y="103853"/>
                  <a:pt x="1026150" y="103853"/>
                </a:cubicBezTo>
                <a:cubicBezTo>
                  <a:pt x="1015502" y="103853"/>
                  <a:pt x="1007059" y="100574"/>
                  <a:pt x="1000821" y="94016"/>
                </a:cubicBezTo>
                <a:cubicBezTo>
                  <a:pt x="994583" y="87458"/>
                  <a:pt x="991464" y="78261"/>
                  <a:pt x="991464" y="66425"/>
                </a:cubicBezTo>
                <a:cubicBezTo>
                  <a:pt x="991464" y="54177"/>
                  <a:pt x="994617" y="44672"/>
                  <a:pt x="1000923" y="37908"/>
                </a:cubicBezTo>
                <a:cubicBezTo>
                  <a:pt x="1007230" y="31145"/>
                  <a:pt x="1015410" y="27763"/>
                  <a:pt x="1025464" y="27763"/>
                </a:cubicBezTo>
                <a:cubicBezTo>
                  <a:pt x="1035198" y="27763"/>
                  <a:pt x="1043150" y="31076"/>
                  <a:pt x="1049320" y="37702"/>
                </a:cubicBezTo>
                <a:cubicBezTo>
                  <a:pt x="1055489" y="44329"/>
                  <a:pt x="1058574" y="53652"/>
                  <a:pt x="1058574" y="65671"/>
                </a:cubicBezTo>
                <a:cubicBezTo>
                  <a:pt x="1058574" y="66402"/>
                  <a:pt x="1058551" y="67499"/>
                  <a:pt x="1058505" y="68961"/>
                </a:cubicBezTo>
                <a:lnTo>
                  <a:pt x="1004214" y="68961"/>
                </a:lnTo>
                <a:cubicBezTo>
                  <a:pt x="1004671" y="76959"/>
                  <a:pt x="1006933" y="83083"/>
                  <a:pt x="1011000" y="87333"/>
                </a:cubicBezTo>
                <a:cubicBezTo>
                  <a:pt x="1015068" y="91583"/>
                  <a:pt x="1020140" y="93708"/>
                  <a:pt x="1026218" y="93708"/>
                </a:cubicBezTo>
                <a:cubicBezTo>
                  <a:pt x="1030743" y="93708"/>
                  <a:pt x="1034604" y="92520"/>
                  <a:pt x="1037803" y="90143"/>
                </a:cubicBezTo>
                <a:cubicBezTo>
                  <a:pt x="1041002" y="87767"/>
                  <a:pt x="1043539" y="83974"/>
                  <a:pt x="1045412" y="78764"/>
                </a:cubicBezTo>
                <a:moveTo>
                  <a:pt x="1004899" y="58816"/>
                </a:moveTo>
                <a:lnTo>
                  <a:pt x="1045549" y="58816"/>
                </a:lnTo>
                <a:cubicBezTo>
                  <a:pt x="1045001" y="52692"/>
                  <a:pt x="1043447" y="48099"/>
                  <a:pt x="1040888" y="45037"/>
                </a:cubicBezTo>
                <a:cubicBezTo>
                  <a:pt x="1036958" y="40285"/>
                  <a:pt x="1031862" y="37908"/>
                  <a:pt x="1025601" y="37908"/>
                </a:cubicBezTo>
                <a:cubicBezTo>
                  <a:pt x="1019935" y="37908"/>
                  <a:pt x="1015170" y="39805"/>
                  <a:pt x="1011309" y="43598"/>
                </a:cubicBezTo>
                <a:cubicBezTo>
                  <a:pt x="1007447" y="47391"/>
                  <a:pt x="1005311" y="52464"/>
                  <a:pt x="1004899" y="58816"/>
                </a:cubicBezTo>
                <a:close/>
                <a:moveTo>
                  <a:pt x="1111904" y="102208"/>
                </a:moveTo>
                <a:lnTo>
                  <a:pt x="1111904" y="29408"/>
                </a:lnTo>
                <a:lnTo>
                  <a:pt x="1122941" y="29408"/>
                </a:lnTo>
                <a:lnTo>
                  <a:pt x="1122941" y="39622"/>
                </a:lnTo>
                <a:cubicBezTo>
                  <a:pt x="1125226" y="36057"/>
                  <a:pt x="1128265" y="33190"/>
                  <a:pt x="1132058" y="31019"/>
                </a:cubicBezTo>
                <a:cubicBezTo>
                  <a:pt x="1135851" y="28848"/>
                  <a:pt x="1140169" y="27763"/>
                  <a:pt x="1145014" y="27763"/>
                </a:cubicBezTo>
                <a:cubicBezTo>
                  <a:pt x="1150406" y="27763"/>
                  <a:pt x="1154828" y="28882"/>
                  <a:pt x="1158278" y="31122"/>
                </a:cubicBezTo>
                <a:cubicBezTo>
                  <a:pt x="1161728" y="33361"/>
                  <a:pt x="1164162" y="36491"/>
                  <a:pt x="1165579" y="40513"/>
                </a:cubicBezTo>
                <a:cubicBezTo>
                  <a:pt x="1171337" y="32013"/>
                  <a:pt x="1178832" y="27763"/>
                  <a:pt x="1188063" y="27763"/>
                </a:cubicBezTo>
                <a:cubicBezTo>
                  <a:pt x="1195284" y="27763"/>
                  <a:pt x="1200836" y="29762"/>
                  <a:pt x="1204721" y="33761"/>
                </a:cubicBezTo>
                <a:cubicBezTo>
                  <a:pt x="1208605" y="37760"/>
                  <a:pt x="1210547" y="43918"/>
                  <a:pt x="1210547" y="52235"/>
                </a:cubicBezTo>
                <a:lnTo>
                  <a:pt x="1210547" y="102208"/>
                </a:lnTo>
                <a:lnTo>
                  <a:pt x="1198277" y="102208"/>
                </a:lnTo>
                <a:lnTo>
                  <a:pt x="1198277" y="56348"/>
                </a:lnTo>
                <a:cubicBezTo>
                  <a:pt x="1198277" y="51412"/>
                  <a:pt x="1197877" y="47859"/>
                  <a:pt x="1197077" y="45689"/>
                </a:cubicBezTo>
                <a:cubicBezTo>
                  <a:pt x="1196277" y="43518"/>
                  <a:pt x="1194827" y="41770"/>
                  <a:pt x="1192724" y="40444"/>
                </a:cubicBezTo>
                <a:cubicBezTo>
                  <a:pt x="1190622" y="39119"/>
                  <a:pt x="1188154" y="38457"/>
                  <a:pt x="1185321" y="38457"/>
                </a:cubicBezTo>
                <a:cubicBezTo>
                  <a:pt x="1180203" y="38457"/>
                  <a:pt x="1175952" y="40159"/>
                  <a:pt x="1172571" y="43563"/>
                </a:cubicBezTo>
                <a:cubicBezTo>
                  <a:pt x="1169189" y="46968"/>
                  <a:pt x="1167498" y="52418"/>
                  <a:pt x="1167498" y="59913"/>
                </a:cubicBezTo>
                <a:lnTo>
                  <a:pt x="1167498" y="102208"/>
                </a:lnTo>
                <a:lnTo>
                  <a:pt x="1155159" y="102208"/>
                </a:lnTo>
                <a:lnTo>
                  <a:pt x="1155159" y="54908"/>
                </a:lnTo>
                <a:cubicBezTo>
                  <a:pt x="1155159" y="49424"/>
                  <a:pt x="1154154" y="45312"/>
                  <a:pt x="1152143" y="42570"/>
                </a:cubicBezTo>
                <a:cubicBezTo>
                  <a:pt x="1150132" y="39828"/>
                  <a:pt x="1146842" y="38457"/>
                  <a:pt x="1142272" y="38457"/>
                </a:cubicBezTo>
                <a:cubicBezTo>
                  <a:pt x="1138798" y="38457"/>
                  <a:pt x="1135588" y="39371"/>
                  <a:pt x="1132640" y="41199"/>
                </a:cubicBezTo>
                <a:cubicBezTo>
                  <a:pt x="1129693" y="43027"/>
                  <a:pt x="1127556" y="45700"/>
                  <a:pt x="1126231" y="49219"/>
                </a:cubicBezTo>
                <a:cubicBezTo>
                  <a:pt x="1124906" y="52738"/>
                  <a:pt x="1124243" y="57810"/>
                  <a:pt x="1124243" y="64437"/>
                </a:cubicBezTo>
                <a:lnTo>
                  <a:pt x="1124243" y="102208"/>
                </a:lnTo>
                <a:lnTo>
                  <a:pt x="1111904" y="102208"/>
                </a:lnTo>
                <a:close/>
                <a:moveTo>
                  <a:pt x="1223597" y="65808"/>
                </a:moveTo>
                <a:cubicBezTo>
                  <a:pt x="1223597" y="52326"/>
                  <a:pt x="1227344" y="42341"/>
                  <a:pt x="1234839" y="35852"/>
                </a:cubicBezTo>
                <a:cubicBezTo>
                  <a:pt x="1241100" y="30459"/>
                  <a:pt x="1248732" y="27763"/>
                  <a:pt x="1257735" y="27763"/>
                </a:cubicBezTo>
                <a:cubicBezTo>
                  <a:pt x="1267743" y="27763"/>
                  <a:pt x="1275924" y="31042"/>
                  <a:pt x="1282276" y="37600"/>
                </a:cubicBezTo>
                <a:cubicBezTo>
                  <a:pt x="1288628" y="44158"/>
                  <a:pt x="1291804" y="53218"/>
                  <a:pt x="1291804" y="64780"/>
                </a:cubicBezTo>
                <a:cubicBezTo>
                  <a:pt x="1291804" y="74148"/>
                  <a:pt x="1290399" y="81517"/>
                  <a:pt x="1287588" y="86887"/>
                </a:cubicBezTo>
                <a:cubicBezTo>
                  <a:pt x="1284778" y="92257"/>
                  <a:pt x="1280688" y="96427"/>
                  <a:pt x="1275318" y="99397"/>
                </a:cubicBezTo>
                <a:cubicBezTo>
                  <a:pt x="1269948" y="102368"/>
                  <a:pt x="1264087" y="103853"/>
                  <a:pt x="1257735" y="103853"/>
                </a:cubicBezTo>
                <a:cubicBezTo>
                  <a:pt x="1247544" y="103853"/>
                  <a:pt x="1239306" y="100586"/>
                  <a:pt x="1233023" y="94051"/>
                </a:cubicBezTo>
                <a:cubicBezTo>
                  <a:pt x="1226739" y="87515"/>
                  <a:pt x="1223597" y="78101"/>
                  <a:pt x="1223597" y="65808"/>
                </a:cubicBezTo>
                <a:moveTo>
                  <a:pt x="1236279" y="65808"/>
                </a:moveTo>
                <a:cubicBezTo>
                  <a:pt x="1236279" y="75131"/>
                  <a:pt x="1238312" y="82111"/>
                  <a:pt x="1242380" y="86750"/>
                </a:cubicBezTo>
                <a:cubicBezTo>
                  <a:pt x="1246447" y="91388"/>
                  <a:pt x="1251565" y="93708"/>
                  <a:pt x="1257735" y="93708"/>
                </a:cubicBezTo>
                <a:cubicBezTo>
                  <a:pt x="1263859" y="93708"/>
                  <a:pt x="1268954" y="91377"/>
                  <a:pt x="1273022" y="86716"/>
                </a:cubicBezTo>
                <a:cubicBezTo>
                  <a:pt x="1277089" y="82054"/>
                  <a:pt x="1279123" y="74948"/>
                  <a:pt x="1279123" y="65397"/>
                </a:cubicBezTo>
                <a:cubicBezTo>
                  <a:pt x="1279123" y="56394"/>
                  <a:pt x="1277077" y="49573"/>
                  <a:pt x="1272987" y="44934"/>
                </a:cubicBezTo>
                <a:cubicBezTo>
                  <a:pt x="1268897" y="40296"/>
                  <a:pt x="1263813" y="37977"/>
                  <a:pt x="1257735" y="37977"/>
                </a:cubicBezTo>
                <a:cubicBezTo>
                  <a:pt x="1251565" y="37977"/>
                  <a:pt x="1246447" y="40285"/>
                  <a:pt x="1242380" y="44900"/>
                </a:cubicBezTo>
                <a:cubicBezTo>
                  <a:pt x="1238312" y="49516"/>
                  <a:pt x="1236279" y="56485"/>
                  <a:pt x="1236279" y="65808"/>
                </a:cubicBezTo>
                <a:close/>
                <a:moveTo>
                  <a:pt x="1326230" y="102208"/>
                </a:moveTo>
                <a:lnTo>
                  <a:pt x="1298536" y="29408"/>
                </a:lnTo>
                <a:lnTo>
                  <a:pt x="1311560" y="29408"/>
                </a:lnTo>
                <a:lnTo>
                  <a:pt x="1327190" y="73006"/>
                </a:lnTo>
                <a:cubicBezTo>
                  <a:pt x="1328881" y="77713"/>
                  <a:pt x="1330435" y="82603"/>
                  <a:pt x="1331851" y="87675"/>
                </a:cubicBezTo>
                <a:cubicBezTo>
                  <a:pt x="1332948" y="83837"/>
                  <a:pt x="1334479" y="79221"/>
                  <a:pt x="1336444" y="73828"/>
                </a:cubicBezTo>
                <a:lnTo>
                  <a:pt x="1352622" y="29408"/>
                </a:lnTo>
                <a:lnTo>
                  <a:pt x="1365304" y="29408"/>
                </a:lnTo>
                <a:lnTo>
                  <a:pt x="1337747" y="102208"/>
                </a:lnTo>
                <a:lnTo>
                  <a:pt x="1326230" y="102208"/>
                </a:lnTo>
                <a:close/>
                <a:moveTo>
                  <a:pt x="1425800" y="78764"/>
                </a:moveTo>
                <a:lnTo>
                  <a:pt x="1438551" y="80341"/>
                </a:lnTo>
                <a:cubicBezTo>
                  <a:pt x="1436540" y="87790"/>
                  <a:pt x="1432815" y="93571"/>
                  <a:pt x="1427377" y="97684"/>
                </a:cubicBezTo>
                <a:cubicBezTo>
                  <a:pt x="1421939" y="101797"/>
                  <a:pt x="1414992" y="103853"/>
                  <a:pt x="1406538" y="103853"/>
                </a:cubicBezTo>
                <a:cubicBezTo>
                  <a:pt x="1395890" y="103853"/>
                  <a:pt x="1387447" y="100574"/>
                  <a:pt x="1381209" y="94016"/>
                </a:cubicBezTo>
                <a:cubicBezTo>
                  <a:pt x="1374971" y="87458"/>
                  <a:pt x="1371852" y="78261"/>
                  <a:pt x="1371852" y="66425"/>
                </a:cubicBezTo>
                <a:cubicBezTo>
                  <a:pt x="1371852" y="54177"/>
                  <a:pt x="1375005" y="44672"/>
                  <a:pt x="1381312" y="37908"/>
                </a:cubicBezTo>
                <a:cubicBezTo>
                  <a:pt x="1387618" y="31145"/>
                  <a:pt x="1395798" y="27763"/>
                  <a:pt x="1405852" y="27763"/>
                </a:cubicBezTo>
                <a:cubicBezTo>
                  <a:pt x="1415587" y="27763"/>
                  <a:pt x="1423538" y="31076"/>
                  <a:pt x="1429708" y="37702"/>
                </a:cubicBezTo>
                <a:cubicBezTo>
                  <a:pt x="1435877" y="44329"/>
                  <a:pt x="1438962" y="53652"/>
                  <a:pt x="1438962" y="65671"/>
                </a:cubicBezTo>
                <a:cubicBezTo>
                  <a:pt x="1438962" y="66402"/>
                  <a:pt x="1438939" y="67499"/>
                  <a:pt x="1438894" y="68961"/>
                </a:cubicBezTo>
                <a:lnTo>
                  <a:pt x="1384602" y="68961"/>
                </a:lnTo>
                <a:cubicBezTo>
                  <a:pt x="1385059" y="76959"/>
                  <a:pt x="1387321" y="83083"/>
                  <a:pt x="1391388" y="87333"/>
                </a:cubicBezTo>
                <a:cubicBezTo>
                  <a:pt x="1395456" y="91583"/>
                  <a:pt x="1400528" y="93708"/>
                  <a:pt x="1406606" y="93708"/>
                </a:cubicBezTo>
                <a:cubicBezTo>
                  <a:pt x="1411131" y="93708"/>
                  <a:pt x="1414992" y="92520"/>
                  <a:pt x="1418191" y="90143"/>
                </a:cubicBezTo>
                <a:cubicBezTo>
                  <a:pt x="1421390" y="87767"/>
                  <a:pt x="1423927" y="83974"/>
                  <a:pt x="1425800" y="78764"/>
                </a:cubicBezTo>
                <a:moveTo>
                  <a:pt x="1385287" y="58816"/>
                </a:moveTo>
                <a:lnTo>
                  <a:pt x="1425938" y="58816"/>
                </a:lnTo>
                <a:cubicBezTo>
                  <a:pt x="1425389" y="52692"/>
                  <a:pt x="1423835" y="48099"/>
                  <a:pt x="1421276" y="45037"/>
                </a:cubicBezTo>
                <a:cubicBezTo>
                  <a:pt x="1417346" y="40285"/>
                  <a:pt x="1412250" y="37908"/>
                  <a:pt x="1405990" y="37908"/>
                </a:cubicBezTo>
                <a:cubicBezTo>
                  <a:pt x="1400323" y="37908"/>
                  <a:pt x="1395559" y="39805"/>
                  <a:pt x="1391697" y="43598"/>
                </a:cubicBezTo>
                <a:cubicBezTo>
                  <a:pt x="1387835" y="47391"/>
                  <a:pt x="1385699" y="52464"/>
                  <a:pt x="1385287" y="58816"/>
                </a:cubicBezTo>
                <a:close/>
                <a:moveTo>
                  <a:pt x="1448847" y="80478"/>
                </a:moveTo>
                <a:lnTo>
                  <a:pt x="1461049" y="78558"/>
                </a:lnTo>
                <a:cubicBezTo>
                  <a:pt x="1461735" y="83448"/>
                  <a:pt x="1463643" y="87196"/>
                  <a:pt x="1466773" y="89800"/>
                </a:cubicBezTo>
                <a:cubicBezTo>
                  <a:pt x="1469904" y="92405"/>
                  <a:pt x="1474279" y="93708"/>
                  <a:pt x="1479901" y="93708"/>
                </a:cubicBezTo>
                <a:cubicBezTo>
                  <a:pt x="1485567" y="93708"/>
                  <a:pt x="1489772" y="92554"/>
                  <a:pt x="1492514" y="90246"/>
                </a:cubicBezTo>
                <a:cubicBezTo>
                  <a:pt x="1495256" y="87938"/>
                  <a:pt x="1496627" y="85230"/>
                  <a:pt x="1496627" y="82123"/>
                </a:cubicBezTo>
                <a:cubicBezTo>
                  <a:pt x="1496627" y="79335"/>
                  <a:pt x="1495416" y="77142"/>
                  <a:pt x="1492994" y="75542"/>
                </a:cubicBezTo>
                <a:cubicBezTo>
                  <a:pt x="1491303" y="74445"/>
                  <a:pt x="1487098" y="73051"/>
                  <a:pt x="1480380" y="71360"/>
                </a:cubicBezTo>
                <a:cubicBezTo>
                  <a:pt x="1471332" y="69075"/>
                  <a:pt x="1465059" y="67099"/>
                  <a:pt x="1461563" y="65431"/>
                </a:cubicBezTo>
                <a:cubicBezTo>
                  <a:pt x="1458067" y="63763"/>
                  <a:pt x="1455417" y="61455"/>
                  <a:pt x="1453612" y="58507"/>
                </a:cubicBezTo>
                <a:cubicBezTo>
                  <a:pt x="1451806" y="55560"/>
                  <a:pt x="1450904" y="52304"/>
                  <a:pt x="1450904" y="48739"/>
                </a:cubicBezTo>
                <a:cubicBezTo>
                  <a:pt x="1450904" y="45494"/>
                  <a:pt x="1451647" y="42490"/>
                  <a:pt x="1453132" y="39725"/>
                </a:cubicBezTo>
                <a:cubicBezTo>
                  <a:pt x="1454617" y="36960"/>
                  <a:pt x="1456639" y="34663"/>
                  <a:pt x="1459198" y="32835"/>
                </a:cubicBezTo>
                <a:cubicBezTo>
                  <a:pt x="1461118" y="31419"/>
                  <a:pt x="1463734" y="30219"/>
                  <a:pt x="1467047" y="29237"/>
                </a:cubicBezTo>
                <a:cubicBezTo>
                  <a:pt x="1470361" y="28254"/>
                  <a:pt x="1473914" y="27763"/>
                  <a:pt x="1477707" y="27763"/>
                </a:cubicBezTo>
                <a:cubicBezTo>
                  <a:pt x="1483419" y="27763"/>
                  <a:pt x="1488435" y="28585"/>
                  <a:pt x="1492754" y="30231"/>
                </a:cubicBezTo>
                <a:cubicBezTo>
                  <a:pt x="1497072" y="31876"/>
                  <a:pt x="1500260" y="34104"/>
                  <a:pt x="1502316" y="36914"/>
                </a:cubicBezTo>
                <a:cubicBezTo>
                  <a:pt x="1504373" y="39725"/>
                  <a:pt x="1505790" y="43484"/>
                  <a:pt x="1506566" y="48191"/>
                </a:cubicBezTo>
                <a:lnTo>
                  <a:pt x="1494502" y="49836"/>
                </a:lnTo>
                <a:cubicBezTo>
                  <a:pt x="1493953" y="46088"/>
                  <a:pt x="1492365" y="43164"/>
                  <a:pt x="1489737" y="41061"/>
                </a:cubicBezTo>
                <a:cubicBezTo>
                  <a:pt x="1487110" y="38959"/>
                  <a:pt x="1483397" y="37908"/>
                  <a:pt x="1478598" y="37908"/>
                </a:cubicBezTo>
                <a:cubicBezTo>
                  <a:pt x="1472931" y="37908"/>
                  <a:pt x="1468887" y="38845"/>
                  <a:pt x="1466465" y="40719"/>
                </a:cubicBezTo>
                <a:cubicBezTo>
                  <a:pt x="1464043" y="42592"/>
                  <a:pt x="1462832" y="44786"/>
                  <a:pt x="1462832" y="47299"/>
                </a:cubicBezTo>
                <a:cubicBezTo>
                  <a:pt x="1462832" y="48899"/>
                  <a:pt x="1463334" y="50338"/>
                  <a:pt x="1464340" y="51618"/>
                </a:cubicBezTo>
                <a:cubicBezTo>
                  <a:pt x="1465345" y="52943"/>
                  <a:pt x="1466922" y="54040"/>
                  <a:pt x="1469070" y="54908"/>
                </a:cubicBezTo>
                <a:cubicBezTo>
                  <a:pt x="1470304" y="55365"/>
                  <a:pt x="1473937" y="56417"/>
                  <a:pt x="1479969" y="58062"/>
                </a:cubicBezTo>
                <a:cubicBezTo>
                  <a:pt x="1488698" y="60392"/>
                  <a:pt x="1494787" y="62300"/>
                  <a:pt x="1498238" y="63786"/>
                </a:cubicBezTo>
                <a:cubicBezTo>
                  <a:pt x="1501688" y="65271"/>
                  <a:pt x="1504396" y="67430"/>
                  <a:pt x="1506361" y="70264"/>
                </a:cubicBezTo>
                <a:cubicBezTo>
                  <a:pt x="1508326" y="73097"/>
                  <a:pt x="1509308" y="76616"/>
                  <a:pt x="1509308" y="80820"/>
                </a:cubicBezTo>
                <a:cubicBezTo>
                  <a:pt x="1509308" y="84933"/>
                  <a:pt x="1508109" y="88806"/>
                  <a:pt x="1505710" y="92440"/>
                </a:cubicBezTo>
                <a:cubicBezTo>
                  <a:pt x="1503310" y="96073"/>
                  <a:pt x="1499849" y="98883"/>
                  <a:pt x="1495324" y="100871"/>
                </a:cubicBezTo>
                <a:cubicBezTo>
                  <a:pt x="1490800" y="102859"/>
                  <a:pt x="1485682" y="103853"/>
                  <a:pt x="1479969" y="103853"/>
                </a:cubicBezTo>
                <a:cubicBezTo>
                  <a:pt x="1470509" y="103853"/>
                  <a:pt x="1463300" y="101888"/>
                  <a:pt x="1458342" y="97958"/>
                </a:cubicBezTo>
                <a:cubicBezTo>
                  <a:pt x="1453383" y="94028"/>
                  <a:pt x="1450218" y="88201"/>
                  <a:pt x="1448847" y="80478"/>
                </a:cubicBezTo>
                <a:close/>
                <a:moveTo>
                  <a:pt x="1589188" y="91171"/>
                </a:moveTo>
                <a:lnTo>
                  <a:pt x="1590971" y="102071"/>
                </a:lnTo>
                <a:cubicBezTo>
                  <a:pt x="1587497" y="102802"/>
                  <a:pt x="1584390" y="103168"/>
                  <a:pt x="1581648" y="103168"/>
                </a:cubicBezTo>
                <a:cubicBezTo>
                  <a:pt x="1577169" y="103168"/>
                  <a:pt x="1573696" y="102459"/>
                  <a:pt x="1571228" y="101043"/>
                </a:cubicBezTo>
                <a:cubicBezTo>
                  <a:pt x="1568760" y="99626"/>
                  <a:pt x="1567024" y="97764"/>
                  <a:pt x="1566018" y="95456"/>
                </a:cubicBezTo>
                <a:cubicBezTo>
                  <a:pt x="1565013" y="93148"/>
                  <a:pt x="1564510" y="88292"/>
                  <a:pt x="1564510" y="80889"/>
                </a:cubicBezTo>
                <a:lnTo>
                  <a:pt x="1564510" y="39005"/>
                </a:lnTo>
                <a:lnTo>
                  <a:pt x="1555462" y="39005"/>
                </a:lnTo>
                <a:lnTo>
                  <a:pt x="1555462" y="29408"/>
                </a:lnTo>
                <a:lnTo>
                  <a:pt x="1564510" y="29408"/>
                </a:lnTo>
                <a:lnTo>
                  <a:pt x="1564510" y="11379"/>
                </a:lnTo>
                <a:lnTo>
                  <a:pt x="1576781" y="3976"/>
                </a:lnTo>
                <a:lnTo>
                  <a:pt x="1576781" y="29408"/>
                </a:lnTo>
                <a:lnTo>
                  <a:pt x="1589188" y="29408"/>
                </a:lnTo>
                <a:lnTo>
                  <a:pt x="1589188" y="39005"/>
                </a:lnTo>
                <a:lnTo>
                  <a:pt x="1576781" y="39005"/>
                </a:lnTo>
                <a:lnTo>
                  <a:pt x="1576781" y="81574"/>
                </a:lnTo>
                <a:cubicBezTo>
                  <a:pt x="1576781" y="85093"/>
                  <a:pt x="1576998" y="87355"/>
                  <a:pt x="1577432" y="88361"/>
                </a:cubicBezTo>
                <a:cubicBezTo>
                  <a:pt x="1577866" y="89366"/>
                  <a:pt x="1578575" y="90166"/>
                  <a:pt x="1579557" y="90760"/>
                </a:cubicBezTo>
                <a:cubicBezTo>
                  <a:pt x="1580540" y="91354"/>
                  <a:pt x="1581945" y="91651"/>
                  <a:pt x="1583773" y="91651"/>
                </a:cubicBezTo>
                <a:cubicBezTo>
                  <a:pt x="1585144" y="91651"/>
                  <a:pt x="1586949" y="91491"/>
                  <a:pt x="1589188" y="91171"/>
                </a:cubicBezTo>
                <a:close/>
                <a:moveTo>
                  <a:pt x="1596165" y="65808"/>
                </a:moveTo>
                <a:cubicBezTo>
                  <a:pt x="1596165" y="52326"/>
                  <a:pt x="1599912" y="42341"/>
                  <a:pt x="1607407" y="35852"/>
                </a:cubicBezTo>
                <a:cubicBezTo>
                  <a:pt x="1613668" y="30459"/>
                  <a:pt x="1621299" y="27763"/>
                  <a:pt x="1630302" y="27763"/>
                </a:cubicBezTo>
                <a:cubicBezTo>
                  <a:pt x="1640311" y="27763"/>
                  <a:pt x="1648491" y="31042"/>
                  <a:pt x="1654843" y="37600"/>
                </a:cubicBezTo>
                <a:cubicBezTo>
                  <a:pt x="1661196" y="44158"/>
                  <a:pt x="1664372" y="53218"/>
                  <a:pt x="1664372" y="64780"/>
                </a:cubicBezTo>
                <a:cubicBezTo>
                  <a:pt x="1664372" y="74148"/>
                  <a:pt x="1662966" y="81517"/>
                  <a:pt x="1660156" y="86887"/>
                </a:cubicBezTo>
                <a:cubicBezTo>
                  <a:pt x="1657345" y="92257"/>
                  <a:pt x="1653255" y="96427"/>
                  <a:pt x="1647885" y="99397"/>
                </a:cubicBezTo>
                <a:cubicBezTo>
                  <a:pt x="1642516" y="102368"/>
                  <a:pt x="1636655" y="103853"/>
                  <a:pt x="1630302" y="103853"/>
                </a:cubicBezTo>
                <a:cubicBezTo>
                  <a:pt x="1620111" y="103853"/>
                  <a:pt x="1611874" y="100586"/>
                  <a:pt x="1605590" y="94051"/>
                </a:cubicBezTo>
                <a:cubicBezTo>
                  <a:pt x="1599306" y="87515"/>
                  <a:pt x="1596165" y="78101"/>
                  <a:pt x="1596165" y="65808"/>
                </a:cubicBezTo>
                <a:moveTo>
                  <a:pt x="1608846" y="65808"/>
                </a:moveTo>
                <a:cubicBezTo>
                  <a:pt x="1608846" y="75131"/>
                  <a:pt x="1610880" y="82111"/>
                  <a:pt x="1614947" y="86750"/>
                </a:cubicBezTo>
                <a:cubicBezTo>
                  <a:pt x="1619014" y="91388"/>
                  <a:pt x="1624133" y="93708"/>
                  <a:pt x="1630302" y="93708"/>
                </a:cubicBezTo>
                <a:cubicBezTo>
                  <a:pt x="1636426" y="93708"/>
                  <a:pt x="1641522" y="91377"/>
                  <a:pt x="1645589" y="86716"/>
                </a:cubicBezTo>
                <a:cubicBezTo>
                  <a:pt x="1649656" y="82054"/>
                  <a:pt x="1651690" y="74948"/>
                  <a:pt x="1651690" y="65397"/>
                </a:cubicBezTo>
                <a:cubicBezTo>
                  <a:pt x="1651690" y="56394"/>
                  <a:pt x="1649645" y="49573"/>
                  <a:pt x="1645555" y="44934"/>
                </a:cubicBezTo>
                <a:cubicBezTo>
                  <a:pt x="1641465" y="40296"/>
                  <a:pt x="1636380" y="37977"/>
                  <a:pt x="1630302" y="37977"/>
                </a:cubicBezTo>
                <a:cubicBezTo>
                  <a:pt x="1624133" y="37977"/>
                  <a:pt x="1619014" y="40285"/>
                  <a:pt x="1614947" y="44900"/>
                </a:cubicBezTo>
                <a:cubicBezTo>
                  <a:pt x="1610880" y="49516"/>
                  <a:pt x="1608846" y="56485"/>
                  <a:pt x="1608846" y="65808"/>
                </a:cubicBezTo>
                <a:close/>
                <a:moveTo>
                  <a:pt x="1692011" y="102208"/>
                </a:moveTo>
                <a:lnTo>
                  <a:pt x="1669733" y="29408"/>
                </a:lnTo>
                <a:lnTo>
                  <a:pt x="1682483" y="29408"/>
                </a:lnTo>
                <a:lnTo>
                  <a:pt x="1694068" y="71429"/>
                </a:lnTo>
                <a:lnTo>
                  <a:pt x="1698387" y="87058"/>
                </a:lnTo>
                <a:cubicBezTo>
                  <a:pt x="1698569" y="86282"/>
                  <a:pt x="1699826" y="81277"/>
                  <a:pt x="1702157" y="72046"/>
                </a:cubicBezTo>
                <a:lnTo>
                  <a:pt x="1713742" y="29408"/>
                </a:lnTo>
                <a:lnTo>
                  <a:pt x="1726423" y="29408"/>
                </a:lnTo>
                <a:lnTo>
                  <a:pt x="1737323" y="71635"/>
                </a:lnTo>
                <a:lnTo>
                  <a:pt x="1740956" y="85550"/>
                </a:lnTo>
                <a:lnTo>
                  <a:pt x="1745138" y="71498"/>
                </a:lnTo>
                <a:lnTo>
                  <a:pt x="1757614" y="29408"/>
                </a:lnTo>
                <a:lnTo>
                  <a:pt x="1769610" y="29408"/>
                </a:lnTo>
                <a:lnTo>
                  <a:pt x="1746851" y="102208"/>
                </a:lnTo>
                <a:lnTo>
                  <a:pt x="1734033" y="102208"/>
                </a:lnTo>
                <a:lnTo>
                  <a:pt x="1722448" y="58610"/>
                </a:lnTo>
                <a:lnTo>
                  <a:pt x="1719637" y="46203"/>
                </a:lnTo>
                <a:lnTo>
                  <a:pt x="1704899" y="102208"/>
                </a:lnTo>
                <a:lnTo>
                  <a:pt x="1692011" y="102208"/>
                </a:lnTo>
                <a:close/>
                <a:moveTo>
                  <a:pt x="1827485" y="93228"/>
                </a:moveTo>
                <a:cubicBezTo>
                  <a:pt x="1822915" y="97112"/>
                  <a:pt x="1818517" y="99854"/>
                  <a:pt x="1814289" y="101454"/>
                </a:cubicBezTo>
                <a:cubicBezTo>
                  <a:pt x="1810062" y="103053"/>
                  <a:pt x="1805526" y="103853"/>
                  <a:pt x="1800682" y="103853"/>
                </a:cubicBezTo>
                <a:cubicBezTo>
                  <a:pt x="1792685" y="103853"/>
                  <a:pt x="1786538" y="101899"/>
                  <a:pt x="1782242" y="97992"/>
                </a:cubicBezTo>
                <a:cubicBezTo>
                  <a:pt x="1777946" y="94085"/>
                  <a:pt x="1775798" y="89092"/>
                  <a:pt x="1775798" y="83014"/>
                </a:cubicBezTo>
                <a:cubicBezTo>
                  <a:pt x="1775798" y="79449"/>
                  <a:pt x="1776610" y="76193"/>
                  <a:pt x="1778232" y="73246"/>
                </a:cubicBezTo>
                <a:cubicBezTo>
                  <a:pt x="1779854" y="70298"/>
                  <a:pt x="1781979" y="67933"/>
                  <a:pt x="1784607" y="66151"/>
                </a:cubicBezTo>
                <a:cubicBezTo>
                  <a:pt x="1787235" y="64368"/>
                  <a:pt x="1790194" y="63020"/>
                  <a:pt x="1793484" y="62106"/>
                </a:cubicBezTo>
                <a:cubicBezTo>
                  <a:pt x="1795906" y="61466"/>
                  <a:pt x="1799562" y="60849"/>
                  <a:pt x="1804452" y="60255"/>
                </a:cubicBezTo>
                <a:cubicBezTo>
                  <a:pt x="1814415" y="59067"/>
                  <a:pt x="1821750" y="57650"/>
                  <a:pt x="1826457" y="56005"/>
                </a:cubicBezTo>
                <a:cubicBezTo>
                  <a:pt x="1826503" y="54314"/>
                  <a:pt x="1826525" y="53240"/>
                  <a:pt x="1826525" y="52783"/>
                </a:cubicBezTo>
                <a:cubicBezTo>
                  <a:pt x="1826525" y="47756"/>
                  <a:pt x="1825360" y="44215"/>
                  <a:pt x="1823029" y="42158"/>
                </a:cubicBezTo>
                <a:cubicBezTo>
                  <a:pt x="1819876" y="39371"/>
                  <a:pt x="1815192" y="37977"/>
                  <a:pt x="1808977" y="37977"/>
                </a:cubicBezTo>
                <a:cubicBezTo>
                  <a:pt x="1803173" y="37977"/>
                  <a:pt x="1798888" y="38993"/>
                  <a:pt x="1796124" y="41027"/>
                </a:cubicBezTo>
                <a:cubicBezTo>
                  <a:pt x="1793359" y="43061"/>
                  <a:pt x="1791314" y="46660"/>
                  <a:pt x="1789988" y="51824"/>
                </a:cubicBezTo>
                <a:lnTo>
                  <a:pt x="1777924" y="50179"/>
                </a:lnTo>
                <a:cubicBezTo>
                  <a:pt x="1779020" y="45014"/>
                  <a:pt x="1780825" y="40844"/>
                  <a:pt x="1783339" y="37668"/>
                </a:cubicBezTo>
                <a:cubicBezTo>
                  <a:pt x="1785852" y="34492"/>
                  <a:pt x="1789486" y="32047"/>
                  <a:pt x="1794238" y="30333"/>
                </a:cubicBezTo>
                <a:cubicBezTo>
                  <a:pt x="1798991" y="28620"/>
                  <a:pt x="1804498" y="27763"/>
                  <a:pt x="1810759" y="27763"/>
                </a:cubicBezTo>
                <a:cubicBezTo>
                  <a:pt x="1816974" y="27763"/>
                  <a:pt x="1822024" y="28494"/>
                  <a:pt x="1825908" y="29956"/>
                </a:cubicBezTo>
                <a:cubicBezTo>
                  <a:pt x="1829793" y="31419"/>
                  <a:pt x="1832649" y="33258"/>
                  <a:pt x="1834477" y="35475"/>
                </a:cubicBezTo>
                <a:cubicBezTo>
                  <a:pt x="1836305" y="37691"/>
                  <a:pt x="1837585" y="40490"/>
                  <a:pt x="1838316" y="43872"/>
                </a:cubicBezTo>
                <a:cubicBezTo>
                  <a:pt x="1838727" y="45974"/>
                  <a:pt x="1838933" y="49767"/>
                  <a:pt x="1838933" y="55251"/>
                </a:cubicBezTo>
                <a:lnTo>
                  <a:pt x="1838933" y="71703"/>
                </a:lnTo>
                <a:cubicBezTo>
                  <a:pt x="1838933" y="83174"/>
                  <a:pt x="1839196" y="90429"/>
                  <a:pt x="1839721" y="93468"/>
                </a:cubicBezTo>
                <a:cubicBezTo>
                  <a:pt x="1840247" y="96507"/>
                  <a:pt x="1841287" y="99420"/>
                  <a:pt x="1842840" y="102208"/>
                </a:cubicBezTo>
                <a:lnTo>
                  <a:pt x="1829953" y="102208"/>
                </a:lnTo>
                <a:cubicBezTo>
                  <a:pt x="1828673" y="99649"/>
                  <a:pt x="1827851" y="96655"/>
                  <a:pt x="1827485" y="93228"/>
                </a:cubicBezTo>
                <a:moveTo>
                  <a:pt x="1826457" y="65671"/>
                </a:moveTo>
                <a:cubicBezTo>
                  <a:pt x="1821978" y="67499"/>
                  <a:pt x="1815260" y="69053"/>
                  <a:pt x="1806303" y="70332"/>
                </a:cubicBezTo>
                <a:cubicBezTo>
                  <a:pt x="1801231" y="71063"/>
                  <a:pt x="1797643" y="71886"/>
                  <a:pt x="1795541" y="72800"/>
                </a:cubicBezTo>
                <a:cubicBezTo>
                  <a:pt x="1793439" y="73714"/>
                  <a:pt x="1791816" y="75051"/>
                  <a:pt x="1790674" y="76810"/>
                </a:cubicBezTo>
                <a:cubicBezTo>
                  <a:pt x="1789531" y="78570"/>
                  <a:pt x="1788960" y="80523"/>
                  <a:pt x="1788960" y="82671"/>
                </a:cubicBezTo>
                <a:cubicBezTo>
                  <a:pt x="1788960" y="85962"/>
                  <a:pt x="1790205" y="88704"/>
                  <a:pt x="1792696" y="90897"/>
                </a:cubicBezTo>
                <a:cubicBezTo>
                  <a:pt x="1795187" y="93091"/>
                  <a:pt x="1798831" y="94188"/>
                  <a:pt x="1803630" y="94188"/>
                </a:cubicBezTo>
                <a:cubicBezTo>
                  <a:pt x="1808383" y="94188"/>
                  <a:pt x="1812610" y="93148"/>
                  <a:pt x="1816311" y="91069"/>
                </a:cubicBezTo>
                <a:cubicBezTo>
                  <a:pt x="1820013" y="88989"/>
                  <a:pt x="1822732" y="86144"/>
                  <a:pt x="1824469" y="82534"/>
                </a:cubicBezTo>
                <a:cubicBezTo>
                  <a:pt x="1825794" y="79746"/>
                  <a:pt x="1826457" y="75633"/>
                  <a:pt x="1826457" y="70195"/>
                </a:cubicBezTo>
                <a:lnTo>
                  <a:pt x="1826457" y="65671"/>
                </a:lnTo>
                <a:close/>
                <a:moveTo>
                  <a:pt x="1857661" y="102208"/>
                </a:moveTo>
                <a:lnTo>
                  <a:pt x="1857661" y="29408"/>
                </a:lnTo>
                <a:lnTo>
                  <a:pt x="1868766" y="29408"/>
                </a:lnTo>
                <a:lnTo>
                  <a:pt x="1868766" y="40444"/>
                </a:lnTo>
                <a:cubicBezTo>
                  <a:pt x="1871599" y="35280"/>
                  <a:pt x="1874216" y="31876"/>
                  <a:pt x="1876615" y="30231"/>
                </a:cubicBezTo>
                <a:cubicBezTo>
                  <a:pt x="1879014" y="28585"/>
                  <a:pt x="1881653" y="27763"/>
                  <a:pt x="1884533" y="27763"/>
                </a:cubicBezTo>
                <a:cubicBezTo>
                  <a:pt x="1888691" y="27763"/>
                  <a:pt x="1892918" y="29088"/>
                  <a:pt x="1897214" y="31739"/>
                </a:cubicBezTo>
                <a:lnTo>
                  <a:pt x="1892964" y="43186"/>
                </a:lnTo>
                <a:cubicBezTo>
                  <a:pt x="1889948" y="41404"/>
                  <a:pt x="1886932" y="40513"/>
                  <a:pt x="1883916" y="40513"/>
                </a:cubicBezTo>
                <a:cubicBezTo>
                  <a:pt x="1881219" y="40513"/>
                  <a:pt x="1878797" y="41324"/>
                  <a:pt x="1876649" y="42947"/>
                </a:cubicBezTo>
                <a:cubicBezTo>
                  <a:pt x="1874501" y="44569"/>
                  <a:pt x="1872970" y="46820"/>
                  <a:pt x="1872056" y="49699"/>
                </a:cubicBezTo>
                <a:cubicBezTo>
                  <a:pt x="1870685" y="54086"/>
                  <a:pt x="1870000" y="58884"/>
                  <a:pt x="1870000" y="64094"/>
                </a:cubicBezTo>
                <a:lnTo>
                  <a:pt x="1870000" y="102208"/>
                </a:lnTo>
                <a:lnTo>
                  <a:pt x="1857661" y="102208"/>
                </a:lnTo>
                <a:close/>
                <a:moveTo>
                  <a:pt x="1951400" y="102208"/>
                </a:moveTo>
                <a:lnTo>
                  <a:pt x="1951400" y="93022"/>
                </a:lnTo>
                <a:cubicBezTo>
                  <a:pt x="1946784" y="100243"/>
                  <a:pt x="1939997" y="103853"/>
                  <a:pt x="1931040" y="103853"/>
                </a:cubicBezTo>
                <a:cubicBezTo>
                  <a:pt x="1925236" y="103853"/>
                  <a:pt x="1919901" y="102254"/>
                  <a:pt x="1915034" y="99055"/>
                </a:cubicBezTo>
                <a:cubicBezTo>
                  <a:pt x="1910167" y="95856"/>
                  <a:pt x="1906397" y="91388"/>
                  <a:pt x="1903723" y="85653"/>
                </a:cubicBezTo>
                <a:cubicBezTo>
                  <a:pt x="1901050" y="79918"/>
                  <a:pt x="1899713" y="73326"/>
                  <a:pt x="1899713" y="65876"/>
                </a:cubicBezTo>
                <a:cubicBezTo>
                  <a:pt x="1899713" y="58610"/>
                  <a:pt x="1900924" y="52018"/>
                  <a:pt x="1903346" y="46100"/>
                </a:cubicBezTo>
                <a:cubicBezTo>
                  <a:pt x="1905768" y="40182"/>
                  <a:pt x="1909401" y="35646"/>
                  <a:pt x="1914246" y="32493"/>
                </a:cubicBezTo>
                <a:cubicBezTo>
                  <a:pt x="1919090" y="29339"/>
                  <a:pt x="1924505" y="27763"/>
                  <a:pt x="1930492" y="27763"/>
                </a:cubicBezTo>
                <a:cubicBezTo>
                  <a:pt x="1934879" y="27763"/>
                  <a:pt x="1938786" y="28688"/>
                  <a:pt x="1942214" y="30539"/>
                </a:cubicBezTo>
                <a:cubicBezTo>
                  <a:pt x="1945641" y="32390"/>
                  <a:pt x="1948429" y="34801"/>
                  <a:pt x="1950577" y="37771"/>
                </a:cubicBezTo>
                <a:lnTo>
                  <a:pt x="1950577" y="1714"/>
                </a:lnTo>
                <a:lnTo>
                  <a:pt x="1962847" y="1714"/>
                </a:lnTo>
                <a:lnTo>
                  <a:pt x="1962847" y="102208"/>
                </a:lnTo>
                <a:lnTo>
                  <a:pt x="1951400" y="102208"/>
                </a:lnTo>
                <a:moveTo>
                  <a:pt x="1912395" y="65876"/>
                </a:moveTo>
                <a:cubicBezTo>
                  <a:pt x="1912395" y="75199"/>
                  <a:pt x="1914360" y="82169"/>
                  <a:pt x="1918290" y="86784"/>
                </a:cubicBezTo>
                <a:cubicBezTo>
                  <a:pt x="1922220" y="91400"/>
                  <a:pt x="1926859" y="93708"/>
                  <a:pt x="1932206" y="93708"/>
                </a:cubicBezTo>
                <a:cubicBezTo>
                  <a:pt x="1937598" y="93708"/>
                  <a:pt x="1942180" y="91503"/>
                  <a:pt x="1945950" y="87093"/>
                </a:cubicBezTo>
                <a:cubicBezTo>
                  <a:pt x="1949720" y="82683"/>
                  <a:pt x="1951605" y="75953"/>
                  <a:pt x="1951605" y="66905"/>
                </a:cubicBezTo>
                <a:cubicBezTo>
                  <a:pt x="1951605" y="56942"/>
                  <a:pt x="1949686" y="49630"/>
                  <a:pt x="1945847" y="44969"/>
                </a:cubicBezTo>
                <a:cubicBezTo>
                  <a:pt x="1942008" y="40307"/>
                  <a:pt x="1937278" y="37977"/>
                  <a:pt x="1931657" y="37977"/>
                </a:cubicBezTo>
                <a:cubicBezTo>
                  <a:pt x="1926173" y="37977"/>
                  <a:pt x="1921592" y="40216"/>
                  <a:pt x="1917913" y="44695"/>
                </a:cubicBezTo>
                <a:cubicBezTo>
                  <a:pt x="1914234" y="49173"/>
                  <a:pt x="1912395" y="56234"/>
                  <a:pt x="1912395" y="65876"/>
                </a:cubicBezTo>
                <a:close/>
                <a:moveTo>
                  <a:pt x="1977051" y="80478"/>
                </a:moveTo>
                <a:lnTo>
                  <a:pt x="1989253" y="78558"/>
                </a:lnTo>
                <a:cubicBezTo>
                  <a:pt x="1989939" y="83448"/>
                  <a:pt x="1991847" y="87196"/>
                  <a:pt x="1994977" y="89800"/>
                </a:cubicBezTo>
                <a:cubicBezTo>
                  <a:pt x="1998108" y="92405"/>
                  <a:pt x="2002483" y="93708"/>
                  <a:pt x="2008105" y="93708"/>
                </a:cubicBezTo>
                <a:cubicBezTo>
                  <a:pt x="2013771" y="93708"/>
                  <a:pt x="2017976" y="92554"/>
                  <a:pt x="2020718" y="90246"/>
                </a:cubicBezTo>
                <a:cubicBezTo>
                  <a:pt x="2023460" y="87938"/>
                  <a:pt x="2024831" y="85230"/>
                  <a:pt x="2024831" y="82123"/>
                </a:cubicBezTo>
                <a:cubicBezTo>
                  <a:pt x="2024831" y="79335"/>
                  <a:pt x="2023620" y="77142"/>
                  <a:pt x="2021198" y="75542"/>
                </a:cubicBezTo>
                <a:cubicBezTo>
                  <a:pt x="2019507" y="74445"/>
                  <a:pt x="2015302" y="73051"/>
                  <a:pt x="2008584" y="71360"/>
                </a:cubicBezTo>
                <a:cubicBezTo>
                  <a:pt x="1999536" y="69075"/>
                  <a:pt x="1993263" y="67099"/>
                  <a:pt x="1989767" y="65431"/>
                </a:cubicBezTo>
                <a:cubicBezTo>
                  <a:pt x="1986271" y="63763"/>
                  <a:pt x="1983621" y="61455"/>
                  <a:pt x="1981816" y="58507"/>
                </a:cubicBezTo>
                <a:cubicBezTo>
                  <a:pt x="1980010" y="55560"/>
                  <a:pt x="1979108" y="52304"/>
                  <a:pt x="1979108" y="48739"/>
                </a:cubicBezTo>
                <a:cubicBezTo>
                  <a:pt x="1979108" y="45494"/>
                  <a:pt x="1979851" y="42490"/>
                  <a:pt x="1981336" y="39725"/>
                </a:cubicBezTo>
                <a:cubicBezTo>
                  <a:pt x="1982821" y="36960"/>
                  <a:pt x="1984843" y="34663"/>
                  <a:pt x="1987402" y="32835"/>
                </a:cubicBezTo>
                <a:cubicBezTo>
                  <a:pt x="1989322" y="31419"/>
                  <a:pt x="1991938" y="30219"/>
                  <a:pt x="1995251" y="29237"/>
                </a:cubicBezTo>
                <a:cubicBezTo>
                  <a:pt x="1998565" y="28254"/>
                  <a:pt x="2002118" y="27763"/>
                  <a:pt x="2005911" y="27763"/>
                </a:cubicBezTo>
                <a:cubicBezTo>
                  <a:pt x="2011623" y="27763"/>
                  <a:pt x="2016639" y="28585"/>
                  <a:pt x="2020958" y="30231"/>
                </a:cubicBezTo>
                <a:cubicBezTo>
                  <a:pt x="2025276" y="31876"/>
                  <a:pt x="2028464" y="34104"/>
                  <a:pt x="2030520" y="36914"/>
                </a:cubicBezTo>
                <a:cubicBezTo>
                  <a:pt x="2032577" y="39725"/>
                  <a:pt x="2033994" y="43484"/>
                  <a:pt x="2034770" y="48191"/>
                </a:cubicBezTo>
                <a:lnTo>
                  <a:pt x="2022706" y="49836"/>
                </a:lnTo>
                <a:cubicBezTo>
                  <a:pt x="2022157" y="46088"/>
                  <a:pt x="2020569" y="43164"/>
                  <a:pt x="2017941" y="41061"/>
                </a:cubicBezTo>
                <a:cubicBezTo>
                  <a:pt x="2015314" y="38959"/>
                  <a:pt x="2011601" y="37908"/>
                  <a:pt x="2006802" y="37908"/>
                </a:cubicBezTo>
                <a:cubicBezTo>
                  <a:pt x="2001135" y="37908"/>
                  <a:pt x="1997091" y="38845"/>
                  <a:pt x="1994669" y="40719"/>
                </a:cubicBezTo>
                <a:cubicBezTo>
                  <a:pt x="1992247" y="42592"/>
                  <a:pt x="1991036" y="44786"/>
                  <a:pt x="1991036" y="47299"/>
                </a:cubicBezTo>
                <a:cubicBezTo>
                  <a:pt x="1991036" y="48899"/>
                  <a:pt x="1991538" y="50338"/>
                  <a:pt x="1992544" y="51618"/>
                </a:cubicBezTo>
                <a:cubicBezTo>
                  <a:pt x="1993549" y="52943"/>
                  <a:pt x="1995126" y="54040"/>
                  <a:pt x="1997274" y="54908"/>
                </a:cubicBezTo>
                <a:cubicBezTo>
                  <a:pt x="1998508" y="55365"/>
                  <a:pt x="2002141" y="56417"/>
                  <a:pt x="2008173" y="58062"/>
                </a:cubicBezTo>
                <a:cubicBezTo>
                  <a:pt x="2016902" y="60392"/>
                  <a:pt x="2022991" y="62300"/>
                  <a:pt x="2026442" y="63786"/>
                </a:cubicBezTo>
                <a:cubicBezTo>
                  <a:pt x="2029892" y="65271"/>
                  <a:pt x="2032600" y="67430"/>
                  <a:pt x="2034565" y="70264"/>
                </a:cubicBezTo>
                <a:cubicBezTo>
                  <a:pt x="2036530" y="73097"/>
                  <a:pt x="2037512" y="76616"/>
                  <a:pt x="2037512" y="80820"/>
                </a:cubicBezTo>
                <a:cubicBezTo>
                  <a:pt x="2037512" y="84933"/>
                  <a:pt x="2036313" y="88806"/>
                  <a:pt x="2033914" y="92440"/>
                </a:cubicBezTo>
                <a:cubicBezTo>
                  <a:pt x="2031514" y="96073"/>
                  <a:pt x="2028053" y="98883"/>
                  <a:pt x="2023528" y="100871"/>
                </a:cubicBezTo>
                <a:cubicBezTo>
                  <a:pt x="2019004" y="102859"/>
                  <a:pt x="2013886" y="103853"/>
                  <a:pt x="2008173" y="103853"/>
                </a:cubicBezTo>
                <a:cubicBezTo>
                  <a:pt x="1998713" y="103853"/>
                  <a:pt x="1991504" y="101888"/>
                  <a:pt x="1986546" y="97958"/>
                </a:cubicBezTo>
                <a:cubicBezTo>
                  <a:pt x="1981587" y="94028"/>
                  <a:pt x="1978422" y="88201"/>
                  <a:pt x="1977051" y="80478"/>
                </a:cubicBezTo>
                <a:close/>
                <a:moveTo>
                  <a:pt x="2117393" y="91171"/>
                </a:moveTo>
                <a:lnTo>
                  <a:pt x="2119176" y="102071"/>
                </a:lnTo>
                <a:cubicBezTo>
                  <a:pt x="2115702" y="102802"/>
                  <a:pt x="2112595" y="103168"/>
                  <a:pt x="2109853" y="103168"/>
                </a:cubicBezTo>
                <a:cubicBezTo>
                  <a:pt x="2105374" y="103168"/>
                  <a:pt x="2101901" y="102459"/>
                  <a:pt x="2099433" y="101043"/>
                </a:cubicBezTo>
                <a:cubicBezTo>
                  <a:pt x="2096965" y="99626"/>
                  <a:pt x="2095229" y="97764"/>
                  <a:pt x="2094223" y="95456"/>
                </a:cubicBezTo>
                <a:cubicBezTo>
                  <a:pt x="2093218" y="93148"/>
                  <a:pt x="2092715" y="88292"/>
                  <a:pt x="2092715" y="80889"/>
                </a:cubicBezTo>
                <a:lnTo>
                  <a:pt x="2092715" y="39005"/>
                </a:lnTo>
                <a:lnTo>
                  <a:pt x="2083667" y="39005"/>
                </a:lnTo>
                <a:lnTo>
                  <a:pt x="2083667" y="29408"/>
                </a:lnTo>
                <a:lnTo>
                  <a:pt x="2092715" y="29408"/>
                </a:lnTo>
                <a:lnTo>
                  <a:pt x="2092715" y="11379"/>
                </a:lnTo>
                <a:lnTo>
                  <a:pt x="2104986" y="3976"/>
                </a:lnTo>
                <a:lnTo>
                  <a:pt x="2104986" y="29408"/>
                </a:lnTo>
                <a:lnTo>
                  <a:pt x="2117393" y="29408"/>
                </a:lnTo>
                <a:lnTo>
                  <a:pt x="2117393" y="39005"/>
                </a:lnTo>
                <a:lnTo>
                  <a:pt x="2104986" y="39005"/>
                </a:lnTo>
                <a:lnTo>
                  <a:pt x="2104986" y="81574"/>
                </a:lnTo>
                <a:cubicBezTo>
                  <a:pt x="2104986" y="85093"/>
                  <a:pt x="2105203" y="87355"/>
                  <a:pt x="2105637" y="88361"/>
                </a:cubicBezTo>
                <a:cubicBezTo>
                  <a:pt x="2106071" y="89366"/>
                  <a:pt x="2106779" y="90166"/>
                  <a:pt x="2107762" y="90760"/>
                </a:cubicBezTo>
                <a:cubicBezTo>
                  <a:pt x="2108745" y="91354"/>
                  <a:pt x="2110150" y="91651"/>
                  <a:pt x="2111978" y="91651"/>
                </a:cubicBezTo>
                <a:cubicBezTo>
                  <a:pt x="2113349" y="91651"/>
                  <a:pt x="2115154" y="91491"/>
                  <a:pt x="2117393" y="91171"/>
                </a:cubicBezTo>
                <a:close/>
                <a:moveTo>
                  <a:pt x="2128962" y="102208"/>
                </a:moveTo>
                <a:lnTo>
                  <a:pt x="2128962" y="1714"/>
                </a:lnTo>
                <a:lnTo>
                  <a:pt x="2141301" y="1714"/>
                </a:lnTo>
                <a:lnTo>
                  <a:pt x="2141301" y="37771"/>
                </a:lnTo>
                <a:cubicBezTo>
                  <a:pt x="2147059" y="31099"/>
                  <a:pt x="2154325" y="27763"/>
                  <a:pt x="2163100" y="27763"/>
                </a:cubicBezTo>
                <a:cubicBezTo>
                  <a:pt x="2168492" y="27763"/>
                  <a:pt x="2173176" y="28825"/>
                  <a:pt x="2177152" y="30950"/>
                </a:cubicBezTo>
                <a:cubicBezTo>
                  <a:pt x="2181128" y="33075"/>
                  <a:pt x="2183973" y="36012"/>
                  <a:pt x="2185687" y="39759"/>
                </a:cubicBezTo>
                <a:cubicBezTo>
                  <a:pt x="2187400" y="43506"/>
                  <a:pt x="2188257" y="48945"/>
                  <a:pt x="2188257" y="56074"/>
                </a:cubicBezTo>
                <a:lnTo>
                  <a:pt x="2188257" y="102208"/>
                </a:lnTo>
                <a:lnTo>
                  <a:pt x="2175918" y="102208"/>
                </a:lnTo>
                <a:lnTo>
                  <a:pt x="2175918" y="56074"/>
                </a:lnTo>
                <a:cubicBezTo>
                  <a:pt x="2175918" y="49904"/>
                  <a:pt x="2174582" y="45414"/>
                  <a:pt x="2171908" y="42604"/>
                </a:cubicBezTo>
                <a:cubicBezTo>
                  <a:pt x="2169235" y="39793"/>
                  <a:pt x="2165453" y="38388"/>
                  <a:pt x="2160563" y="38388"/>
                </a:cubicBezTo>
                <a:cubicBezTo>
                  <a:pt x="2156907" y="38388"/>
                  <a:pt x="2153468" y="39336"/>
                  <a:pt x="2150246" y="41233"/>
                </a:cubicBezTo>
                <a:cubicBezTo>
                  <a:pt x="2147025" y="43129"/>
                  <a:pt x="2144728" y="45700"/>
                  <a:pt x="2143357" y="48945"/>
                </a:cubicBezTo>
                <a:cubicBezTo>
                  <a:pt x="2141986" y="52189"/>
                  <a:pt x="2141301" y="56668"/>
                  <a:pt x="2141301" y="62380"/>
                </a:cubicBezTo>
                <a:lnTo>
                  <a:pt x="2141301" y="102208"/>
                </a:lnTo>
                <a:lnTo>
                  <a:pt x="2128962" y="102208"/>
                </a:lnTo>
                <a:close/>
                <a:moveTo>
                  <a:pt x="2256615" y="78764"/>
                </a:moveTo>
                <a:lnTo>
                  <a:pt x="2269366" y="80341"/>
                </a:lnTo>
                <a:cubicBezTo>
                  <a:pt x="2267355" y="87790"/>
                  <a:pt x="2263630" y="93571"/>
                  <a:pt x="2258192" y="97684"/>
                </a:cubicBezTo>
                <a:cubicBezTo>
                  <a:pt x="2252754" y="101797"/>
                  <a:pt x="2245807" y="103853"/>
                  <a:pt x="2237353" y="103853"/>
                </a:cubicBezTo>
                <a:cubicBezTo>
                  <a:pt x="2226705" y="103853"/>
                  <a:pt x="2218262" y="100574"/>
                  <a:pt x="2212024" y="94016"/>
                </a:cubicBezTo>
                <a:cubicBezTo>
                  <a:pt x="2205786" y="87458"/>
                  <a:pt x="2202667" y="78261"/>
                  <a:pt x="2202667" y="66425"/>
                </a:cubicBezTo>
                <a:cubicBezTo>
                  <a:pt x="2202667" y="54177"/>
                  <a:pt x="2205820" y="44672"/>
                  <a:pt x="2212127" y="37908"/>
                </a:cubicBezTo>
                <a:cubicBezTo>
                  <a:pt x="2218433" y="31145"/>
                  <a:pt x="2226613" y="27763"/>
                  <a:pt x="2236667" y="27763"/>
                </a:cubicBezTo>
                <a:cubicBezTo>
                  <a:pt x="2246402" y="27763"/>
                  <a:pt x="2254353" y="31076"/>
                  <a:pt x="2260523" y="37702"/>
                </a:cubicBezTo>
                <a:cubicBezTo>
                  <a:pt x="2266692" y="44329"/>
                  <a:pt x="2269777" y="53652"/>
                  <a:pt x="2269777" y="65671"/>
                </a:cubicBezTo>
                <a:cubicBezTo>
                  <a:pt x="2269777" y="66402"/>
                  <a:pt x="2269754" y="67499"/>
                  <a:pt x="2269708" y="68961"/>
                </a:cubicBezTo>
                <a:lnTo>
                  <a:pt x="2215417" y="68961"/>
                </a:lnTo>
                <a:cubicBezTo>
                  <a:pt x="2215874" y="76959"/>
                  <a:pt x="2218136" y="83083"/>
                  <a:pt x="2222203" y="87333"/>
                </a:cubicBezTo>
                <a:cubicBezTo>
                  <a:pt x="2226271" y="91583"/>
                  <a:pt x="2231343" y="93708"/>
                  <a:pt x="2237421" y="93708"/>
                </a:cubicBezTo>
                <a:cubicBezTo>
                  <a:pt x="2241946" y="93708"/>
                  <a:pt x="2245807" y="92520"/>
                  <a:pt x="2249006" y="90143"/>
                </a:cubicBezTo>
                <a:cubicBezTo>
                  <a:pt x="2252205" y="87767"/>
                  <a:pt x="2254742" y="83974"/>
                  <a:pt x="2256615" y="78764"/>
                </a:cubicBezTo>
                <a:moveTo>
                  <a:pt x="2216102" y="58816"/>
                </a:moveTo>
                <a:lnTo>
                  <a:pt x="2256753" y="58816"/>
                </a:lnTo>
                <a:cubicBezTo>
                  <a:pt x="2256204" y="52692"/>
                  <a:pt x="2254650" y="48099"/>
                  <a:pt x="2252091" y="45037"/>
                </a:cubicBezTo>
                <a:cubicBezTo>
                  <a:pt x="2248161" y="40285"/>
                  <a:pt x="2243065" y="37908"/>
                  <a:pt x="2236805" y="37908"/>
                </a:cubicBezTo>
                <a:cubicBezTo>
                  <a:pt x="2231138" y="37908"/>
                  <a:pt x="2226374" y="39805"/>
                  <a:pt x="2222512" y="43598"/>
                </a:cubicBezTo>
                <a:cubicBezTo>
                  <a:pt x="2218650" y="47391"/>
                  <a:pt x="2216514" y="52464"/>
                  <a:pt x="2216102" y="58816"/>
                </a:cubicBezTo>
                <a:close/>
                <a:moveTo>
                  <a:pt x="2370338" y="102208"/>
                </a:moveTo>
                <a:lnTo>
                  <a:pt x="2370338" y="93022"/>
                </a:lnTo>
                <a:cubicBezTo>
                  <a:pt x="2365722" y="100243"/>
                  <a:pt x="2358936" y="103853"/>
                  <a:pt x="2349978" y="103853"/>
                </a:cubicBezTo>
                <a:cubicBezTo>
                  <a:pt x="2344174" y="103853"/>
                  <a:pt x="2338839" y="102254"/>
                  <a:pt x="2333972" y="99055"/>
                </a:cubicBezTo>
                <a:cubicBezTo>
                  <a:pt x="2329105" y="95856"/>
                  <a:pt x="2325335" y="91388"/>
                  <a:pt x="2322661" y="85653"/>
                </a:cubicBezTo>
                <a:cubicBezTo>
                  <a:pt x="2319988" y="79918"/>
                  <a:pt x="2318651" y="73326"/>
                  <a:pt x="2318651" y="65876"/>
                </a:cubicBezTo>
                <a:cubicBezTo>
                  <a:pt x="2318651" y="58610"/>
                  <a:pt x="2319862" y="52018"/>
                  <a:pt x="2322284" y="46100"/>
                </a:cubicBezTo>
                <a:cubicBezTo>
                  <a:pt x="2324706" y="40182"/>
                  <a:pt x="2328339" y="35646"/>
                  <a:pt x="2333184" y="32493"/>
                </a:cubicBezTo>
                <a:cubicBezTo>
                  <a:pt x="2338028" y="29339"/>
                  <a:pt x="2343443" y="27763"/>
                  <a:pt x="2349430" y="27763"/>
                </a:cubicBezTo>
                <a:cubicBezTo>
                  <a:pt x="2353817" y="27763"/>
                  <a:pt x="2357724" y="28688"/>
                  <a:pt x="2361152" y="30539"/>
                </a:cubicBezTo>
                <a:cubicBezTo>
                  <a:pt x="2364579" y="32390"/>
                  <a:pt x="2367367" y="34801"/>
                  <a:pt x="2369515" y="37771"/>
                </a:cubicBezTo>
                <a:lnTo>
                  <a:pt x="2369515" y="1714"/>
                </a:lnTo>
                <a:lnTo>
                  <a:pt x="2381786" y="1714"/>
                </a:lnTo>
                <a:lnTo>
                  <a:pt x="2381786" y="102208"/>
                </a:lnTo>
                <a:lnTo>
                  <a:pt x="2370338" y="102208"/>
                </a:lnTo>
                <a:moveTo>
                  <a:pt x="2331333" y="65876"/>
                </a:moveTo>
                <a:cubicBezTo>
                  <a:pt x="2331333" y="75199"/>
                  <a:pt x="2333298" y="82169"/>
                  <a:pt x="2337228" y="86784"/>
                </a:cubicBezTo>
                <a:cubicBezTo>
                  <a:pt x="2341158" y="91400"/>
                  <a:pt x="2345797" y="93708"/>
                  <a:pt x="2351144" y="93708"/>
                </a:cubicBezTo>
                <a:cubicBezTo>
                  <a:pt x="2356536" y="93708"/>
                  <a:pt x="2361118" y="91503"/>
                  <a:pt x="2364888" y="87093"/>
                </a:cubicBezTo>
                <a:cubicBezTo>
                  <a:pt x="2368658" y="82683"/>
                  <a:pt x="2370543" y="75953"/>
                  <a:pt x="2370543" y="66905"/>
                </a:cubicBezTo>
                <a:cubicBezTo>
                  <a:pt x="2370543" y="56942"/>
                  <a:pt x="2368624" y="49630"/>
                  <a:pt x="2364785" y="44969"/>
                </a:cubicBezTo>
                <a:cubicBezTo>
                  <a:pt x="2360946" y="40307"/>
                  <a:pt x="2356216" y="37977"/>
                  <a:pt x="2350595" y="37977"/>
                </a:cubicBezTo>
                <a:cubicBezTo>
                  <a:pt x="2345111" y="37977"/>
                  <a:pt x="2340530" y="40216"/>
                  <a:pt x="2336851" y="44695"/>
                </a:cubicBezTo>
                <a:cubicBezTo>
                  <a:pt x="2333172" y="49173"/>
                  <a:pt x="2331333" y="56234"/>
                  <a:pt x="2331333" y="65876"/>
                </a:cubicBezTo>
                <a:close/>
                <a:moveTo>
                  <a:pt x="2400994" y="15904"/>
                </a:moveTo>
                <a:lnTo>
                  <a:pt x="2400994" y="1714"/>
                </a:lnTo>
                <a:lnTo>
                  <a:pt x="2413333" y="1714"/>
                </a:lnTo>
                <a:lnTo>
                  <a:pt x="2413333" y="15904"/>
                </a:lnTo>
                <a:lnTo>
                  <a:pt x="2400994" y="15904"/>
                </a:lnTo>
                <a:moveTo>
                  <a:pt x="2400994" y="102208"/>
                </a:moveTo>
                <a:lnTo>
                  <a:pt x="2400994" y="29408"/>
                </a:lnTo>
                <a:lnTo>
                  <a:pt x="2413333" y="29408"/>
                </a:lnTo>
                <a:lnTo>
                  <a:pt x="2413333" y="102208"/>
                </a:lnTo>
                <a:lnTo>
                  <a:pt x="2400994" y="102208"/>
                </a:lnTo>
                <a:close/>
                <a:moveTo>
                  <a:pt x="2427480" y="80478"/>
                </a:moveTo>
                <a:lnTo>
                  <a:pt x="2439682" y="78558"/>
                </a:lnTo>
                <a:cubicBezTo>
                  <a:pt x="2440368" y="83448"/>
                  <a:pt x="2442276" y="87196"/>
                  <a:pt x="2445406" y="89800"/>
                </a:cubicBezTo>
                <a:cubicBezTo>
                  <a:pt x="2448537" y="92405"/>
                  <a:pt x="2452912" y="93708"/>
                  <a:pt x="2458533" y="93708"/>
                </a:cubicBezTo>
                <a:cubicBezTo>
                  <a:pt x="2464200" y="93708"/>
                  <a:pt x="2468405" y="92554"/>
                  <a:pt x="2471147" y="90246"/>
                </a:cubicBezTo>
                <a:cubicBezTo>
                  <a:pt x="2473889" y="87938"/>
                  <a:pt x="2475260" y="85230"/>
                  <a:pt x="2475260" y="82123"/>
                </a:cubicBezTo>
                <a:cubicBezTo>
                  <a:pt x="2475260" y="79335"/>
                  <a:pt x="2474049" y="77142"/>
                  <a:pt x="2471626" y="75542"/>
                </a:cubicBezTo>
                <a:cubicBezTo>
                  <a:pt x="2469936" y="74445"/>
                  <a:pt x="2465731" y="73051"/>
                  <a:pt x="2459013" y="71360"/>
                </a:cubicBezTo>
                <a:cubicBezTo>
                  <a:pt x="2449965" y="69075"/>
                  <a:pt x="2443692" y="67099"/>
                  <a:pt x="2440196" y="65431"/>
                </a:cubicBezTo>
                <a:cubicBezTo>
                  <a:pt x="2436700" y="63763"/>
                  <a:pt x="2434050" y="61455"/>
                  <a:pt x="2432244" y="58507"/>
                </a:cubicBezTo>
                <a:cubicBezTo>
                  <a:pt x="2430439" y="55560"/>
                  <a:pt x="2429537" y="52304"/>
                  <a:pt x="2429537" y="48739"/>
                </a:cubicBezTo>
                <a:cubicBezTo>
                  <a:pt x="2429537" y="45494"/>
                  <a:pt x="2430279" y="42490"/>
                  <a:pt x="2431765" y="39725"/>
                </a:cubicBezTo>
                <a:cubicBezTo>
                  <a:pt x="2433250" y="36960"/>
                  <a:pt x="2435272" y="34663"/>
                  <a:pt x="2437831" y="32835"/>
                </a:cubicBezTo>
                <a:cubicBezTo>
                  <a:pt x="2439751" y="31419"/>
                  <a:pt x="2442367" y="30219"/>
                  <a:pt x="2445680" y="29237"/>
                </a:cubicBezTo>
                <a:cubicBezTo>
                  <a:pt x="2448994" y="28254"/>
                  <a:pt x="2452547" y="27763"/>
                  <a:pt x="2456340" y="27763"/>
                </a:cubicBezTo>
                <a:cubicBezTo>
                  <a:pt x="2462052" y="27763"/>
                  <a:pt x="2467068" y="28585"/>
                  <a:pt x="2471386" y="30231"/>
                </a:cubicBezTo>
                <a:cubicBezTo>
                  <a:pt x="2475705" y="31876"/>
                  <a:pt x="2478893" y="34104"/>
                  <a:pt x="2480949" y="36914"/>
                </a:cubicBezTo>
                <a:cubicBezTo>
                  <a:pt x="2483006" y="39725"/>
                  <a:pt x="2484422" y="43484"/>
                  <a:pt x="2485199" y="48191"/>
                </a:cubicBezTo>
                <a:lnTo>
                  <a:pt x="2473135" y="49836"/>
                </a:lnTo>
                <a:cubicBezTo>
                  <a:pt x="2472586" y="46088"/>
                  <a:pt x="2470998" y="43164"/>
                  <a:pt x="2468370" y="41061"/>
                </a:cubicBezTo>
                <a:cubicBezTo>
                  <a:pt x="2465743" y="38959"/>
                  <a:pt x="2462029" y="37908"/>
                  <a:pt x="2457231" y="37908"/>
                </a:cubicBezTo>
                <a:cubicBezTo>
                  <a:pt x="2451564" y="37908"/>
                  <a:pt x="2447520" y="38845"/>
                  <a:pt x="2445098" y="40719"/>
                </a:cubicBezTo>
                <a:cubicBezTo>
                  <a:pt x="2442676" y="42592"/>
                  <a:pt x="2441464" y="44786"/>
                  <a:pt x="2441464" y="47299"/>
                </a:cubicBezTo>
                <a:cubicBezTo>
                  <a:pt x="2441464" y="48899"/>
                  <a:pt x="2441967" y="50338"/>
                  <a:pt x="2442973" y="51618"/>
                </a:cubicBezTo>
                <a:cubicBezTo>
                  <a:pt x="2443978" y="52943"/>
                  <a:pt x="2445555" y="54040"/>
                  <a:pt x="2447702" y="54908"/>
                </a:cubicBezTo>
                <a:cubicBezTo>
                  <a:pt x="2448936" y="55365"/>
                  <a:pt x="2452570" y="56417"/>
                  <a:pt x="2458602" y="58062"/>
                </a:cubicBezTo>
                <a:cubicBezTo>
                  <a:pt x="2467331" y="60392"/>
                  <a:pt x="2473420" y="62300"/>
                  <a:pt x="2476870" y="63786"/>
                </a:cubicBezTo>
                <a:cubicBezTo>
                  <a:pt x="2480321" y="65271"/>
                  <a:pt x="2483029" y="67430"/>
                  <a:pt x="2484994" y="70264"/>
                </a:cubicBezTo>
                <a:cubicBezTo>
                  <a:pt x="2486959" y="73097"/>
                  <a:pt x="2487941" y="76616"/>
                  <a:pt x="2487941" y="80820"/>
                </a:cubicBezTo>
                <a:cubicBezTo>
                  <a:pt x="2487941" y="84933"/>
                  <a:pt x="2486742" y="88806"/>
                  <a:pt x="2484342" y="92440"/>
                </a:cubicBezTo>
                <a:cubicBezTo>
                  <a:pt x="2481943" y="96073"/>
                  <a:pt x="2478481" y="98883"/>
                  <a:pt x="2473957" y="100871"/>
                </a:cubicBezTo>
                <a:cubicBezTo>
                  <a:pt x="2469433" y="102859"/>
                  <a:pt x="2464314" y="103853"/>
                  <a:pt x="2458602" y="103853"/>
                </a:cubicBezTo>
                <a:cubicBezTo>
                  <a:pt x="2449142" y="103853"/>
                  <a:pt x="2441933" y="101888"/>
                  <a:pt x="2436974" y="97958"/>
                </a:cubicBezTo>
                <a:cubicBezTo>
                  <a:pt x="2432016" y="94028"/>
                  <a:pt x="2428851" y="88201"/>
                  <a:pt x="2427480" y="80478"/>
                </a:cubicBezTo>
                <a:close/>
                <a:moveTo>
                  <a:pt x="2502372" y="102208"/>
                </a:moveTo>
                <a:lnTo>
                  <a:pt x="2502372" y="1714"/>
                </a:lnTo>
                <a:lnTo>
                  <a:pt x="2514711" y="1714"/>
                </a:lnTo>
                <a:lnTo>
                  <a:pt x="2514711" y="37771"/>
                </a:lnTo>
                <a:cubicBezTo>
                  <a:pt x="2520469" y="31099"/>
                  <a:pt x="2527735" y="27763"/>
                  <a:pt x="2536510" y="27763"/>
                </a:cubicBezTo>
                <a:cubicBezTo>
                  <a:pt x="2541902" y="27763"/>
                  <a:pt x="2546586" y="28825"/>
                  <a:pt x="2550562" y="30950"/>
                </a:cubicBezTo>
                <a:cubicBezTo>
                  <a:pt x="2554538" y="33075"/>
                  <a:pt x="2557383" y="36012"/>
                  <a:pt x="2559097" y="39759"/>
                </a:cubicBezTo>
                <a:cubicBezTo>
                  <a:pt x="2560811" y="43506"/>
                  <a:pt x="2561667" y="48945"/>
                  <a:pt x="2561667" y="56074"/>
                </a:cubicBezTo>
                <a:lnTo>
                  <a:pt x="2561667" y="102208"/>
                </a:lnTo>
                <a:lnTo>
                  <a:pt x="2549328" y="102208"/>
                </a:lnTo>
                <a:lnTo>
                  <a:pt x="2549328" y="56074"/>
                </a:lnTo>
                <a:cubicBezTo>
                  <a:pt x="2549328" y="49904"/>
                  <a:pt x="2547992" y="45414"/>
                  <a:pt x="2545318" y="42604"/>
                </a:cubicBezTo>
                <a:cubicBezTo>
                  <a:pt x="2542645" y="39793"/>
                  <a:pt x="2538863" y="38388"/>
                  <a:pt x="2533973" y="38388"/>
                </a:cubicBezTo>
                <a:cubicBezTo>
                  <a:pt x="2530317" y="38388"/>
                  <a:pt x="2526878" y="39336"/>
                  <a:pt x="2523657" y="41233"/>
                </a:cubicBezTo>
                <a:cubicBezTo>
                  <a:pt x="2520435" y="43129"/>
                  <a:pt x="2518138" y="45700"/>
                  <a:pt x="2516767" y="48945"/>
                </a:cubicBezTo>
                <a:cubicBezTo>
                  <a:pt x="2515396" y="52189"/>
                  <a:pt x="2514711" y="56668"/>
                  <a:pt x="2514711" y="62380"/>
                </a:cubicBezTo>
                <a:lnTo>
                  <a:pt x="2514711" y="102208"/>
                </a:lnTo>
                <a:lnTo>
                  <a:pt x="2502372" y="102208"/>
                </a:lnTo>
                <a:close/>
                <a:moveTo>
                  <a:pt x="2593626" y="102208"/>
                </a:moveTo>
                <a:lnTo>
                  <a:pt x="2571347" y="29408"/>
                </a:lnTo>
                <a:lnTo>
                  <a:pt x="2584097" y="29408"/>
                </a:lnTo>
                <a:lnTo>
                  <a:pt x="2595682" y="71429"/>
                </a:lnTo>
                <a:lnTo>
                  <a:pt x="2600001" y="87058"/>
                </a:lnTo>
                <a:cubicBezTo>
                  <a:pt x="2600183" y="86282"/>
                  <a:pt x="2601440" y="81277"/>
                  <a:pt x="2603771" y="72046"/>
                </a:cubicBezTo>
                <a:lnTo>
                  <a:pt x="2615356" y="29408"/>
                </a:lnTo>
                <a:lnTo>
                  <a:pt x="2628038" y="29408"/>
                </a:lnTo>
                <a:lnTo>
                  <a:pt x="2638937" y="71635"/>
                </a:lnTo>
                <a:lnTo>
                  <a:pt x="2642570" y="85550"/>
                </a:lnTo>
                <a:lnTo>
                  <a:pt x="2646752" y="71498"/>
                </a:lnTo>
                <a:lnTo>
                  <a:pt x="2659228" y="29408"/>
                </a:lnTo>
                <a:lnTo>
                  <a:pt x="2671224" y="29408"/>
                </a:lnTo>
                <a:lnTo>
                  <a:pt x="2648465" y="102208"/>
                </a:lnTo>
                <a:lnTo>
                  <a:pt x="2635647" y="102208"/>
                </a:lnTo>
                <a:lnTo>
                  <a:pt x="2624062" y="58610"/>
                </a:lnTo>
                <a:lnTo>
                  <a:pt x="2621251" y="46203"/>
                </a:lnTo>
                <a:lnTo>
                  <a:pt x="2606513" y="102208"/>
                </a:lnTo>
                <a:lnTo>
                  <a:pt x="2593626" y="102208"/>
                </a:lnTo>
                <a:close/>
                <a:moveTo>
                  <a:pt x="2729099" y="93228"/>
                </a:moveTo>
                <a:cubicBezTo>
                  <a:pt x="2724529" y="97112"/>
                  <a:pt x="2720131" y="99854"/>
                  <a:pt x="2715903" y="101454"/>
                </a:cubicBezTo>
                <a:cubicBezTo>
                  <a:pt x="2711676" y="103053"/>
                  <a:pt x="2707140" y="103853"/>
                  <a:pt x="2702296" y="103853"/>
                </a:cubicBezTo>
                <a:cubicBezTo>
                  <a:pt x="2694299" y="103853"/>
                  <a:pt x="2688152" y="101899"/>
                  <a:pt x="2683856" y="97992"/>
                </a:cubicBezTo>
                <a:cubicBezTo>
                  <a:pt x="2679561" y="94085"/>
                  <a:pt x="2677413" y="89092"/>
                  <a:pt x="2677413" y="83014"/>
                </a:cubicBezTo>
                <a:cubicBezTo>
                  <a:pt x="2677413" y="79449"/>
                  <a:pt x="2678224" y="76193"/>
                  <a:pt x="2679846" y="73246"/>
                </a:cubicBezTo>
                <a:cubicBezTo>
                  <a:pt x="2681468" y="70298"/>
                  <a:pt x="2683594" y="67933"/>
                  <a:pt x="2686221" y="66151"/>
                </a:cubicBezTo>
                <a:cubicBezTo>
                  <a:pt x="2688849" y="64368"/>
                  <a:pt x="2691808" y="63020"/>
                  <a:pt x="2695098" y="62106"/>
                </a:cubicBezTo>
                <a:cubicBezTo>
                  <a:pt x="2697521" y="61466"/>
                  <a:pt x="2701177" y="60849"/>
                  <a:pt x="2706066" y="60255"/>
                </a:cubicBezTo>
                <a:cubicBezTo>
                  <a:pt x="2716029" y="59067"/>
                  <a:pt x="2723364" y="57650"/>
                  <a:pt x="2728071" y="56005"/>
                </a:cubicBezTo>
                <a:cubicBezTo>
                  <a:pt x="2728117" y="54314"/>
                  <a:pt x="2728140" y="53240"/>
                  <a:pt x="2728140" y="52783"/>
                </a:cubicBezTo>
                <a:cubicBezTo>
                  <a:pt x="2728140" y="47756"/>
                  <a:pt x="2726974" y="44215"/>
                  <a:pt x="2724644" y="42158"/>
                </a:cubicBezTo>
                <a:cubicBezTo>
                  <a:pt x="2721490" y="39371"/>
                  <a:pt x="2716806" y="37977"/>
                  <a:pt x="2710591" y="37977"/>
                </a:cubicBezTo>
                <a:cubicBezTo>
                  <a:pt x="2704787" y="37977"/>
                  <a:pt x="2700503" y="38993"/>
                  <a:pt x="2697738" y="41027"/>
                </a:cubicBezTo>
                <a:cubicBezTo>
                  <a:pt x="2694973" y="43061"/>
                  <a:pt x="2692928" y="46660"/>
                  <a:pt x="2691602" y="51824"/>
                </a:cubicBezTo>
                <a:lnTo>
                  <a:pt x="2679538" y="50179"/>
                </a:lnTo>
                <a:cubicBezTo>
                  <a:pt x="2680634" y="45014"/>
                  <a:pt x="2682440" y="40844"/>
                  <a:pt x="2684953" y="37668"/>
                </a:cubicBezTo>
                <a:cubicBezTo>
                  <a:pt x="2687467" y="34492"/>
                  <a:pt x="2691100" y="32047"/>
                  <a:pt x="2695853" y="30333"/>
                </a:cubicBezTo>
                <a:cubicBezTo>
                  <a:pt x="2700605" y="28620"/>
                  <a:pt x="2706112" y="27763"/>
                  <a:pt x="2712373" y="27763"/>
                </a:cubicBezTo>
                <a:cubicBezTo>
                  <a:pt x="2718588" y="27763"/>
                  <a:pt x="2723638" y="28494"/>
                  <a:pt x="2727523" y="29956"/>
                </a:cubicBezTo>
                <a:cubicBezTo>
                  <a:pt x="2731407" y="31419"/>
                  <a:pt x="2734263" y="33258"/>
                  <a:pt x="2736091" y="35475"/>
                </a:cubicBezTo>
                <a:cubicBezTo>
                  <a:pt x="2737919" y="37691"/>
                  <a:pt x="2739199" y="40490"/>
                  <a:pt x="2739930" y="43872"/>
                </a:cubicBezTo>
                <a:cubicBezTo>
                  <a:pt x="2740341" y="45974"/>
                  <a:pt x="2740547" y="49767"/>
                  <a:pt x="2740547" y="55251"/>
                </a:cubicBezTo>
                <a:lnTo>
                  <a:pt x="2740547" y="71703"/>
                </a:lnTo>
                <a:cubicBezTo>
                  <a:pt x="2740547" y="83174"/>
                  <a:pt x="2740810" y="90429"/>
                  <a:pt x="2741335" y="93468"/>
                </a:cubicBezTo>
                <a:cubicBezTo>
                  <a:pt x="2741861" y="96507"/>
                  <a:pt x="2742901" y="99420"/>
                  <a:pt x="2744454" y="102208"/>
                </a:cubicBezTo>
                <a:lnTo>
                  <a:pt x="2731567" y="102208"/>
                </a:lnTo>
                <a:cubicBezTo>
                  <a:pt x="2730287" y="99649"/>
                  <a:pt x="2729465" y="96655"/>
                  <a:pt x="2729099" y="93228"/>
                </a:cubicBezTo>
                <a:moveTo>
                  <a:pt x="2728071" y="65671"/>
                </a:moveTo>
                <a:cubicBezTo>
                  <a:pt x="2723592" y="67499"/>
                  <a:pt x="2716875" y="69053"/>
                  <a:pt x="2707917" y="70332"/>
                </a:cubicBezTo>
                <a:cubicBezTo>
                  <a:pt x="2702845" y="71063"/>
                  <a:pt x="2699257" y="71886"/>
                  <a:pt x="2697155" y="72800"/>
                </a:cubicBezTo>
                <a:cubicBezTo>
                  <a:pt x="2695053" y="73714"/>
                  <a:pt x="2693430" y="75051"/>
                  <a:pt x="2692288" y="76810"/>
                </a:cubicBezTo>
                <a:cubicBezTo>
                  <a:pt x="2691145" y="78570"/>
                  <a:pt x="2690574" y="80523"/>
                  <a:pt x="2690574" y="82671"/>
                </a:cubicBezTo>
                <a:cubicBezTo>
                  <a:pt x="2690574" y="85962"/>
                  <a:pt x="2691820" y="88704"/>
                  <a:pt x="2694310" y="90897"/>
                </a:cubicBezTo>
                <a:cubicBezTo>
                  <a:pt x="2696801" y="93091"/>
                  <a:pt x="2700445" y="94188"/>
                  <a:pt x="2705244" y="94188"/>
                </a:cubicBezTo>
                <a:cubicBezTo>
                  <a:pt x="2709997" y="94188"/>
                  <a:pt x="2714224" y="93148"/>
                  <a:pt x="2717926" y="91069"/>
                </a:cubicBezTo>
                <a:cubicBezTo>
                  <a:pt x="2721627" y="88989"/>
                  <a:pt x="2724346" y="86144"/>
                  <a:pt x="2726083" y="82534"/>
                </a:cubicBezTo>
                <a:cubicBezTo>
                  <a:pt x="2727408" y="79746"/>
                  <a:pt x="2728071" y="75633"/>
                  <a:pt x="2728071" y="70195"/>
                </a:cubicBezTo>
                <a:lnTo>
                  <a:pt x="2728071" y="65671"/>
                </a:lnTo>
                <a:close/>
                <a:moveTo>
                  <a:pt x="2754477" y="80478"/>
                </a:moveTo>
                <a:lnTo>
                  <a:pt x="2766679" y="78558"/>
                </a:lnTo>
                <a:cubicBezTo>
                  <a:pt x="2767364" y="83448"/>
                  <a:pt x="2769272" y="87196"/>
                  <a:pt x="2772403" y="89800"/>
                </a:cubicBezTo>
                <a:cubicBezTo>
                  <a:pt x="2775533" y="92405"/>
                  <a:pt x="2779909" y="93708"/>
                  <a:pt x="2785530" y="93708"/>
                </a:cubicBezTo>
                <a:cubicBezTo>
                  <a:pt x="2791197" y="93708"/>
                  <a:pt x="2795401" y="92554"/>
                  <a:pt x="2798143" y="90246"/>
                </a:cubicBezTo>
                <a:cubicBezTo>
                  <a:pt x="2800885" y="87938"/>
                  <a:pt x="2802256" y="85230"/>
                  <a:pt x="2802256" y="82123"/>
                </a:cubicBezTo>
                <a:cubicBezTo>
                  <a:pt x="2802256" y="79335"/>
                  <a:pt x="2801045" y="77142"/>
                  <a:pt x="2798623" y="75542"/>
                </a:cubicBezTo>
                <a:cubicBezTo>
                  <a:pt x="2796932" y="74445"/>
                  <a:pt x="2792728" y="73051"/>
                  <a:pt x="2786010" y="71360"/>
                </a:cubicBezTo>
                <a:cubicBezTo>
                  <a:pt x="2776961" y="69075"/>
                  <a:pt x="2770689" y="67099"/>
                  <a:pt x="2767193" y="65431"/>
                </a:cubicBezTo>
                <a:cubicBezTo>
                  <a:pt x="2763697" y="63763"/>
                  <a:pt x="2761046" y="61455"/>
                  <a:pt x="2759241" y="58507"/>
                </a:cubicBezTo>
                <a:cubicBezTo>
                  <a:pt x="2757436" y="55560"/>
                  <a:pt x="2756533" y="52304"/>
                  <a:pt x="2756533" y="48739"/>
                </a:cubicBezTo>
                <a:cubicBezTo>
                  <a:pt x="2756533" y="45494"/>
                  <a:pt x="2757276" y="42490"/>
                  <a:pt x="2758761" y="39725"/>
                </a:cubicBezTo>
                <a:cubicBezTo>
                  <a:pt x="2760246" y="36960"/>
                  <a:pt x="2762269" y="34663"/>
                  <a:pt x="2764828" y="32835"/>
                </a:cubicBezTo>
                <a:cubicBezTo>
                  <a:pt x="2766747" y="31419"/>
                  <a:pt x="2769364" y="30219"/>
                  <a:pt x="2772677" y="29237"/>
                </a:cubicBezTo>
                <a:cubicBezTo>
                  <a:pt x="2775990" y="28254"/>
                  <a:pt x="2779543" y="27763"/>
                  <a:pt x="2783336" y="27763"/>
                </a:cubicBezTo>
                <a:cubicBezTo>
                  <a:pt x="2789049" y="27763"/>
                  <a:pt x="2794064" y="28585"/>
                  <a:pt x="2798383" y="30231"/>
                </a:cubicBezTo>
                <a:cubicBezTo>
                  <a:pt x="2802702" y="31876"/>
                  <a:pt x="2805889" y="34104"/>
                  <a:pt x="2807946" y="36914"/>
                </a:cubicBezTo>
                <a:cubicBezTo>
                  <a:pt x="2810002" y="39725"/>
                  <a:pt x="2811419" y="43484"/>
                  <a:pt x="2812196" y="48191"/>
                </a:cubicBezTo>
                <a:lnTo>
                  <a:pt x="2800131" y="49836"/>
                </a:lnTo>
                <a:cubicBezTo>
                  <a:pt x="2799583" y="46088"/>
                  <a:pt x="2797995" y="43164"/>
                  <a:pt x="2795367" y="41061"/>
                </a:cubicBezTo>
                <a:cubicBezTo>
                  <a:pt x="2792739" y="38959"/>
                  <a:pt x="2789026" y="37908"/>
                  <a:pt x="2784228" y="37908"/>
                </a:cubicBezTo>
                <a:cubicBezTo>
                  <a:pt x="2778561" y="37908"/>
                  <a:pt x="2774516" y="38845"/>
                  <a:pt x="2772094" y="40719"/>
                </a:cubicBezTo>
                <a:cubicBezTo>
                  <a:pt x="2769672" y="42592"/>
                  <a:pt x="2768461" y="44786"/>
                  <a:pt x="2768461" y="47299"/>
                </a:cubicBezTo>
                <a:cubicBezTo>
                  <a:pt x="2768461" y="48899"/>
                  <a:pt x="2768964" y="50338"/>
                  <a:pt x="2769969" y="51618"/>
                </a:cubicBezTo>
                <a:cubicBezTo>
                  <a:pt x="2770975" y="52943"/>
                  <a:pt x="2772551" y="54040"/>
                  <a:pt x="2774699" y="54908"/>
                </a:cubicBezTo>
                <a:cubicBezTo>
                  <a:pt x="2775933" y="55365"/>
                  <a:pt x="2779566" y="56417"/>
                  <a:pt x="2785599" y="58062"/>
                </a:cubicBezTo>
                <a:cubicBezTo>
                  <a:pt x="2794327" y="60392"/>
                  <a:pt x="2800417" y="62300"/>
                  <a:pt x="2803867" y="63786"/>
                </a:cubicBezTo>
                <a:cubicBezTo>
                  <a:pt x="2807317" y="65271"/>
                  <a:pt x="2810025" y="67430"/>
                  <a:pt x="2811990" y="70264"/>
                </a:cubicBezTo>
                <a:cubicBezTo>
                  <a:pt x="2813955" y="73097"/>
                  <a:pt x="2814938" y="76616"/>
                  <a:pt x="2814938" y="80820"/>
                </a:cubicBezTo>
                <a:cubicBezTo>
                  <a:pt x="2814938" y="84933"/>
                  <a:pt x="2813738" y="88806"/>
                  <a:pt x="2811339" y="92440"/>
                </a:cubicBezTo>
                <a:cubicBezTo>
                  <a:pt x="2808940" y="96073"/>
                  <a:pt x="2805478" y="98883"/>
                  <a:pt x="2800954" y="100871"/>
                </a:cubicBezTo>
                <a:cubicBezTo>
                  <a:pt x="2796429" y="102859"/>
                  <a:pt x="2791311" y="103853"/>
                  <a:pt x="2785599" y="103853"/>
                </a:cubicBezTo>
                <a:cubicBezTo>
                  <a:pt x="2776139" y="103853"/>
                  <a:pt x="2768929" y="101888"/>
                  <a:pt x="2763971" y="97958"/>
                </a:cubicBezTo>
                <a:cubicBezTo>
                  <a:pt x="2759013" y="94028"/>
                  <a:pt x="2755848" y="88201"/>
                  <a:pt x="2754477" y="80478"/>
                </a:cubicBezTo>
                <a:close/>
                <a:moveTo>
                  <a:pt x="2829369" y="102208"/>
                </a:moveTo>
                <a:lnTo>
                  <a:pt x="2829369" y="1714"/>
                </a:lnTo>
                <a:lnTo>
                  <a:pt x="2841708" y="1714"/>
                </a:lnTo>
                <a:lnTo>
                  <a:pt x="2841708" y="37771"/>
                </a:lnTo>
                <a:cubicBezTo>
                  <a:pt x="2847466" y="31099"/>
                  <a:pt x="2854733" y="27763"/>
                  <a:pt x="2863507" y="27763"/>
                </a:cubicBezTo>
                <a:cubicBezTo>
                  <a:pt x="2868900" y="27763"/>
                  <a:pt x="2873584" y="28825"/>
                  <a:pt x="2877560" y="30950"/>
                </a:cubicBezTo>
                <a:cubicBezTo>
                  <a:pt x="2881536" y="33075"/>
                  <a:pt x="2884381" y="36012"/>
                  <a:pt x="2886094" y="39759"/>
                </a:cubicBezTo>
                <a:cubicBezTo>
                  <a:pt x="2887808" y="43506"/>
                  <a:pt x="2888665" y="48945"/>
                  <a:pt x="2888665" y="56074"/>
                </a:cubicBezTo>
                <a:lnTo>
                  <a:pt x="2888665" y="102208"/>
                </a:lnTo>
                <a:lnTo>
                  <a:pt x="2876326" y="102208"/>
                </a:lnTo>
                <a:lnTo>
                  <a:pt x="2876326" y="56074"/>
                </a:lnTo>
                <a:cubicBezTo>
                  <a:pt x="2876326" y="49904"/>
                  <a:pt x="2874989" y="45414"/>
                  <a:pt x="2872316" y="42604"/>
                </a:cubicBezTo>
                <a:cubicBezTo>
                  <a:pt x="2869642" y="39793"/>
                  <a:pt x="2865861" y="38388"/>
                  <a:pt x="2860971" y="38388"/>
                </a:cubicBezTo>
                <a:cubicBezTo>
                  <a:pt x="2857315" y="38388"/>
                  <a:pt x="2853876" y="39336"/>
                  <a:pt x="2850654" y="41233"/>
                </a:cubicBezTo>
                <a:cubicBezTo>
                  <a:pt x="2847432" y="43129"/>
                  <a:pt x="2845136" y="45700"/>
                  <a:pt x="2843765" y="48945"/>
                </a:cubicBezTo>
                <a:cubicBezTo>
                  <a:pt x="2842394" y="52189"/>
                  <a:pt x="2841708" y="56668"/>
                  <a:pt x="2841708" y="62380"/>
                </a:cubicBezTo>
                <a:lnTo>
                  <a:pt x="2841708" y="102208"/>
                </a:lnTo>
                <a:lnTo>
                  <a:pt x="2829369" y="102208"/>
                </a:lnTo>
                <a:close/>
                <a:moveTo>
                  <a:pt x="2957023" y="78764"/>
                </a:moveTo>
                <a:lnTo>
                  <a:pt x="2969773" y="80341"/>
                </a:lnTo>
                <a:cubicBezTo>
                  <a:pt x="2967762" y="87790"/>
                  <a:pt x="2964038" y="93571"/>
                  <a:pt x="2958600" y="97684"/>
                </a:cubicBezTo>
                <a:cubicBezTo>
                  <a:pt x="2953161" y="101797"/>
                  <a:pt x="2946215" y="103853"/>
                  <a:pt x="2937760" y="103853"/>
                </a:cubicBezTo>
                <a:cubicBezTo>
                  <a:pt x="2927112" y="103853"/>
                  <a:pt x="2918669" y="100574"/>
                  <a:pt x="2912431" y="94016"/>
                </a:cubicBezTo>
                <a:cubicBezTo>
                  <a:pt x="2906193" y="87458"/>
                  <a:pt x="2903074" y="78261"/>
                  <a:pt x="2903074" y="66425"/>
                </a:cubicBezTo>
                <a:cubicBezTo>
                  <a:pt x="2903074" y="54177"/>
                  <a:pt x="2906228" y="44672"/>
                  <a:pt x="2912534" y="37908"/>
                </a:cubicBezTo>
                <a:cubicBezTo>
                  <a:pt x="2918841" y="31145"/>
                  <a:pt x="2927021" y="27763"/>
                  <a:pt x="2937075" y="27763"/>
                </a:cubicBezTo>
                <a:cubicBezTo>
                  <a:pt x="2946809" y="27763"/>
                  <a:pt x="2954761" y="31076"/>
                  <a:pt x="2960930" y="37702"/>
                </a:cubicBezTo>
                <a:cubicBezTo>
                  <a:pt x="2967100" y="44329"/>
                  <a:pt x="2970185" y="53652"/>
                  <a:pt x="2970185" y="65671"/>
                </a:cubicBezTo>
                <a:cubicBezTo>
                  <a:pt x="2970185" y="66402"/>
                  <a:pt x="2970162" y="67499"/>
                  <a:pt x="2970116" y="68961"/>
                </a:cubicBezTo>
                <a:lnTo>
                  <a:pt x="2915824" y="68961"/>
                </a:lnTo>
                <a:cubicBezTo>
                  <a:pt x="2916281" y="76959"/>
                  <a:pt x="2918544" y="83083"/>
                  <a:pt x="2922611" y="87333"/>
                </a:cubicBezTo>
                <a:cubicBezTo>
                  <a:pt x="2926678" y="91583"/>
                  <a:pt x="2931751" y="93708"/>
                  <a:pt x="2937829" y="93708"/>
                </a:cubicBezTo>
                <a:cubicBezTo>
                  <a:pt x="2942353" y="93708"/>
                  <a:pt x="2946215" y="92520"/>
                  <a:pt x="2949414" y="90143"/>
                </a:cubicBezTo>
                <a:cubicBezTo>
                  <a:pt x="2952613" y="87767"/>
                  <a:pt x="2955149" y="83974"/>
                  <a:pt x="2957023" y="78764"/>
                </a:cubicBezTo>
                <a:moveTo>
                  <a:pt x="2916510" y="58816"/>
                </a:moveTo>
                <a:lnTo>
                  <a:pt x="2957160" y="58816"/>
                </a:lnTo>
                <a:cubicBezTo>
                  <a:pt x="2956612" y="52692"/>
                  <a:pt x="2955058" y="48099"/>
                  <a:pt x="2952499" y="45037"/>
                </a:cubicBezTo>
                <a:cubicBezTo>
                  <a:pt x="2948569" y="40285"/>
                  <a:pt x="2943473" y="37908"/>
                  <a:pt x="2937212" y="37908"/>
                </a:cubicBezTo>
                <a:cubicBezTo>
                  <a:pt x="2931545" y="37908"/>
                  <a:pt x="2926781" y="39805"/>
                  <a:pt x="2922919" y="43598"/>
                </a:cubicBezTo>
                <a:cubicBezTo>
                  <a:pt x="2919058" y="47391"/>
                  <a:pt x="2916921" y="52464"/>
                  <a:pt x="2916510" y="58816"/>
                </a:cubicBezTo>
                <a:close/>
                <a:moveTo>
                  <a:pt x="2984868" y="102208"/>
                </a:moveTo>
                <a:lnTo>
                  <a:pt x="2984868" y="29408"/>
                </a:lnTo>
                <a:lnTo>
                  <a:pt x="2995973" y="29408"/>
                </a:lnTo>
                <a:lnTo>
                  <a:pt x="2995973" y="40444"/>
                </a:lnTo>
                <a:cubicBezTo>
                  <a:pt x="2998807" y="35280"/>
                  <a:pt x="3001423" y="31876"/>
                  <a:pt x="3003822" y="30231"/>
                </a:cubicBezTo>
                <a:cubicBezTo>
                  <a:pt x="3006222" y="28585"/>
                  <a:pt x="3008861" y="27763"/>
                  <a:pt x="3011740" y="27763"/>
                </a:cubicBezTo>
                <a:cubicBezTo>
                  <a:pt x="3015899" y="27763"/>
                  <a:pt x="3020126" y="29088"/>
                  <a:pt x="3024422" y="31739"/>
                </a:cubicBezTo>
                <a:lnTo>
                  <a:pt x="3020172" y="43186"/>
                </a:lnTo>
                <a:cubicBezTo>
                  <a:pt x="3017155" y="41404"/>
                  <a:pt x="3014139" y="40513"/>
                  <a:pt x="3011123" y="40513"/>
                </a:cubicBezTo>
                <a:cubicBezTo>
                  <a:pt x="3008427" y="40513"/>
                  <a:pt x="3006005" y="41324"/>
                  <a:pt x="3003857" y="42947"/>
                </a:cubicBezTo>
                <a:cubicBezTo>
                  <a:pt x="3001709" y="44569"/>
                  <a:pt x="3000178" y="46820"/>
                  <a:pt x="2999264" y="49699"/>
                </a:cubicBezTo>
                <a:cubicBezTo>
                  <a:pt x="2997893" y="54086"/>
                  <a:pt x="2997207" y="58884"/>
                  <a:pt x="2997207" y="64094"/>
                </a:cubicBezTo>
                <a:lnTo>
                  <a:pt x="2997207" y="102208"/>
                </a:lnTo>
                <a:lnTo>
                  <a:pt x="2984868" y="102208"/>
                </a:lnTo>
                <a:close/>
                <a:moveTo>
                  <a:pt x="3027150" y="102208"/>
                </a:moveTo>
                <a:lnTo>
                  <a:pt x="3027150" y="88155"/>
                </a:lnTo>
                <a:lnTo>
                  <a:pt x="3041203" y="88155"/>
                </a:lnTo>
                <a:lnTo>
                  <a:pt x="3041203" y="102208"/>
                </a:lnTo>
                <a:lnTo>
                  <a:pt x="3027150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Questions:IfCharleshasbeentryingtogetasalmon,whichoneofthe">
            <a:extLst xmlns:a="http://schemas.openxmlformats.org/drawingml/2006/main">
              <a:ext uri="{FF2B5EF4-FFF2-40B4-BE49-F238E27FC236}">
                <a16:creationId xmlns:a16="http://schemas.microsoft.com/office/drawing/2014/main" id="{FB5DF556-559E-452B-84B3-60633E10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777" y="2262836"/>
            <a:ext cx="4435355" cy="131753"/>
          </a:xfrm>
          <a:custGeom xmlns:a="http://schemas.openxmlformats.org/drawingml/2006/main">
            <a:pathLst>
              <a:path w="4435355" h="131753">
                <a:moveTo>
                  <a:pt x="85002" y="89458"/>
                </a:moveTo>
                <a:cubicBezTo>
                  <a:pt x="89983" y="93022"/>
                  <a:pt x="95399" y="95856"/>
                  <a:pt x="101248" y="97958"/>
                </a:cubicBezTo>
                <a:lnTo>
                  <a:pt x="93776" y="112285"/>
                </a:lnTo>
                <a:cubicBezTo>
                  <a:pt x="90714" y="111371"/>
                  <a:pt x="87721" y="110114"/>
                  <a:pt x="84796" y="108515"/>
                </a:cubicBezTo>
                <a:cubicBezTo>
                  <a:pt x="84156" y="108195"/>
                  <a:pt x="79655" y="105224"/>
                  <a:pt x="71292" y="99603"/>
                </a:cubicBezTo>
                <a:cubicBezTo>
                  <a:pt x="64711" y="102482"/>
                  <a:pt x="57422" y="103922"/>
                  <a:pt x="49424" y="103922"/>
                </a:cubicBezTo>
                <a:cubicBezTo>
                  <a:pt x="33978" y="103922"/>
                  <a:pt x="21879" y="99375"/>
                  <a:pt x="13127" y="90280"/>
                </a:cubicBezTo>
                <a:cubicBezTo>
                  <a:pt x="4376" y="81186"/>
                  <a:pt x="0" y="68413"/>
                  <a:pt x="0" y="51961"/>
                </a:cubicBezTo>
                <a:cubicBezTo>
                  <a:pt x="0" y="35555"/>
                  <a:pt x="4387" y="22793"/>
                  <a:pt x="13162" y="13676"/>
                </a:cubicBezTo>
                <a:cubicBezTo>
                  <a:pt x="21936" y="4559"/>
                  <a:pt x="33841" y="0"/>
                  <a:pt x="48876" y="0"/>
                </a:cubicBezTo>
                <a:cubicBezTo>
                  <a:pt x="63774" y="0"/>
                  <a:pt x="75588" y="4559"/>
                  <a:pt x="84316" y="13676"/>
                </a:cubicBezTo>
                <a:cubicBezTo>
                  <a:pt x="93045" y="22793"/>
                  <a:pt x="97409" y="35555"/>
                  <a:pt x="97409" y="51961"/>
                </a:cubicBezTo>
                <a:cubicBezTo>
                  <a:pt x="97409" y="60644"/>
                  <a:pt x="96198" y="68276"/>
                  <a:pt x="93776" y="74857"/>
                </a:cubicBezTo>
                <a:cubicBezTo>
                  <a:pt x="91948" y="79884"/>
                  <a:pt x="89024" y="84751"/>
                  <a:pt x="85002" y="89458"/>
                </a:cubicBezTo>
                <a:moveTo>
                  <a:pt x="68687" y="78010"/>
                </a:moveTo>
                <a:cubicBezTo>
                  <a:pt x="71292" y="74948"/>
                  <a:pt x="73246" y="71246"/>
                  <a:pt x="74548" y="66905"/>
                </a:cubicBezTo>
                <a:cubicBezTo>
                  <a:pt x="75850" y="62563"/>
                  <a:pt x="76502" y="57582"/>
                  <a:pt x="76502" y="51961"/>
                </a:cubicBezTo>
                <a:cubicBezTo>
                  <a:pt x="76502" y="40353"/>
                  <a:pt x="73943" y="31681"/>
                  <a:pt x="68824" y="25946"/>
                </a:cubicBezTo>
                <a:cubicBezTo>
                  <a:pt x="63706" y="20211"/>
                  <a:pt x="57011" y="17343"/>
                  <a:pt x="48739" y="17343"/>
                </a:cubicBezTo>
                <a:cubicBezTo>
                  <a:pt x="40467" y="17343"/>
                  <a:pt x="33761" y="20222"/>
                  <a:pt x="28620" y="25980"/>
                </a:cubicBezTo>
                <a:cubicBezTo>
                  <a:pt x="23478" y="31739"/>
                  <a:pt x="20908" y="40399"/>
                  <a:pt x="20908" y="51961"/>
                </a:cubicBezTo>
                <a:cubicBezTo>
                  <a:pt x="20908" y="63706"/>
                  <a:pt x="23478" y="72492"/>
                  <a:pt x="28620" y="78318"/>
                </a:cubicBezTo>
                <a:cubicBezTo>
                  <a:pt x="33761" y="84145"/>
                  <a:pt x="40262" y="87058"/>
                  <a:pt x="48122" y="87058"/>
                </a:cubicBezTo>
                <a:cubicBezTo>
                  <a:pt x="51047" y="87058"/>
                  <a:pt x="53812" y="86579"/>
                  <a:pt x="56417" y="85619"/>
                </a:cubicBezTo>
                <a:cubicBezTo>
                  <a:pt x="52304" y="82923"/>
                  <a:pt x="48122" y="80820"/>
                  <a:pt x="43872" y="79312"/>
                </a:cubicBezTo>
                <a:lnTo>
                  <a:pt x="49562" y="67727"/>
                </a:lnTo>
                <a:cubicBezTo>
                  <a:pt x="56234" y="70012"/>
                  <a:pt x="62609" y="73440"/>
                  <a:pt x="68687" y="78010"/>
                </a:cubicBezTo>
                <a:close/>
                <a:moveTo>
                  <a:pt x="160302" y="102208"/>
                </a:moveTo>
                <a:lnTo>
                  <a:pt x="160302" y="91309"/>
                </a:lnTo>
                <a:cubicBezTo>
                  <a:pt x="157651" y="95193"/>
                  <a:pt x="154167" y="98255"/>
                  <a:pt x="149848" y="100494"/>
                </a:cubicBezTo>
                <a:cubicBezTo>
                  <a:pt x="145529" y="102733"/>
                  <a:pt x="140971" y="103853"/>
                  <a:pt x="136172" y="103853"/>
                </a:cubicBezTo>
                <a:cubicBezTo>
                  <a:pt x="131282" y="103853"/>
                  <a:pt x="126895" y="102779"/>
                  <a:pt x="123011" y="100631"/>
                </a:cubicBezTo>
                <a:cubicBezTo>
                  <a:pt x="119126" y="98483"/>
                  <a:pt x="116316" y="95467"/>
                  <a:pt x="114579" y="91583"/>
                </a:cubicBezTo>
                <a:cubicBezTo>
                  <a:pt x="112842" y="87698"/>
                  <a:pt x="111974" y="82328"/>
                  <a:pt x="111974" y="75473"/>
                </a:cubicBezTo>
                <a:lnTo>
                  <a:pt x="111974" y="29408"/>
                </a:lnTo>
                <a:lnTo>
                  <a:pt x="131237" y="29408"/>
                </a:lnTo>
                <a:lnTo>
                  <a:pt x="131237" y="62860"/>
                </a:lnTo>
                <a:cubicBezTo>
                  <a:pt x="131237" y="73097"/>
                  <a:pt x="131591" y="79369"/>
                  <a:pt x="132299" y="81677"/>
                </a:cubicBezTo>
                <a:cubicBezTo>
                  <a:pt x="133008" y="83985"/>
                  <a:pt x="134299" y="85813"/>
                  <a:pt x="136172" y="87161"/>
                </a:cubicBezTo>
                <a:cubicBezTo>
                  <a:pt x="138046" y="88509"/>
                  <a:pt x="140422" y="89183"/>
                  <a:pt x="143301" y="89183"/>
                </a:cubicBezTo>
                <a:cubicBezTo>
                  <a:pt x="146592" y="89183"/>
                  <a:pt x="149540" y="88281"/>
                  <a:pt x="152144" y="86476"/>
                </a:cubicBezTo>
                <a:cubicBezTo>
                  <a:pt x="154749" y="84671"/>
                  <a:pt x="156532" y="82431"/>
                  <a:pt x="157491" y="79758"/>
                </a:cubicBezTo>
                <a:cubicBezTo>
                  <a:pt x="158451" y="77084"/>
                  <a:pt x="158931" y="70538"/>
                  <a:pt x="158931" y="60118"/>
                </a:cubicBezTo>
                <a:lnTo>
                  <a:pt x="158931" y="29408"/>
                </a:lnTo>
                <a:lnTo>
                  <a:pt x="178193" y="29408"/>
                </a:lnTo>
                <a:lnTo>
                  <a:pt x="178193" y="102208"/>
                </a:lnTo>
                <a:lnTo>
                  <a:pt x="160302" y="102208"/>
                </a:lnTo>
                <a:close/>
                <a:moveTo>
                  <a:pt x="240209" y="79038"/>
                </a:moveTo>
                <a:lnTo>
                  <a:pt x="259403" y="82260"/>
                </a:lnTo>
                <a:cubicBezTo>
                  <a:pt x="256935" y="89298"/>
                  <a:pt x="253039" y="94656"/>
                  <a:pt x="247715" y="98335"/>
                </a:cubicBezTo>
                <a:cubicBezTo>
                  <a:pt x="242391" y="102014"/>
                  <a:pt x="235731" y="103853"/>
                  <a:pt x="227733" y="103853"/>
                </a:cubicBezTo>
                <a:cubicBezTo>
                  <a:pt x="215074" y="103853"/>
                  <a:pt x="205706" y="99717"/>
                  <a:pt x="199628" y="91446"/>
                </a:cubicBezTo>
                <a:cubicBezTo>
                  <a:pt x="194829" y="84819"/>
                  <a:pt x="192430" y="76456"/>
                  <a:pt x="192430" y="66356"/>
                </a:cubicBezTo>
                <a:cubicBezTo>
                  <a:pt x="192430" y="54292"/>
                  <a:pt x="195583" y="44843"/>
                  <a:pt x="201890" y="38011"/>
                </a:cubicBezTo>
                <a:cubicBezTo>
                  <a:pt x="208196" y="31179"/>
                  <a:pt x="216171" y="27763"/>
                  <a:pt x="225814" y="27763"/>
                </a:cubicBezTo>
                <a:cubicBezTo>
                  <a:pt x="236645" y="27763"/>
                  <a:pt x="245191" y="31339"/>
                  <a:pt x="251451" y="38491"/>
                </a:cubicBezTo>
                <a:cubicBezTo>
                  <a:pt x="257712" y="45643"/>
                  <a:pt x="260706" y="56599"/>
                  <a:pt x="260431" y="71360"/>
                </a:cubicBezTo>
                <a:lnTo>
                  <a:pt x="212172" y="71360"/>
                </a:lnTo>
                <a:cubicBezTo>
                  <a:pt x="212309" y="77073"/>
                  <a:pt x="213863" y="81517"/>
                  <a:pt x="216834" y="84693"/>
                </a:cubicBezTo>
                <a:cubicBezTo>
                  <a:pt x="219804" y="87870"/>
                  <a:pt x="223506" y="89458"/>
                  <a:pt x="227939" y="89458"/>
                </a:cubicBezTo>
                <a:cubicBezTo>
                  <a:pt x="230955" y="89458"/>
                  <a:pt x="233491" y="88635"/>
                  <a:pt x="235548" y="86990"/>
                </a:cubicBezTo>
                <a:cubicBezTo>
                  <a:pt x="237604" y="85345"/>
                  <a:pt x="239158" y="82694"/>
                  <a:pt x="240209" y="79038"/>
                </a:cubicBezTo>
                <a:moveTo>
                  <a:pt x="241306" y="59570"/>
                </a:moveTo>
                <a:cubicBezTo>
                  <a:pt x="241169" y="53994"/>
                  <a:pt x="239729" y="49756"/>
                  <a:pt x="236987" y="46854"/>
                </a:cubicBezTo>
                <a:cubicBezTo>
                  <a:pt x="234245" y="43952"/>
                  <a:pt x="230909" y="42501"/>
                  <a:pt x="226979" y="42501"/>
                </a:cubicBezTo>
                <a:cubicBezTo>
                  <a:pt x="222775" y="42501"/>
                  <a:pt x="219301" y="44032"/>
                  <a:pt x="216559" y="47094"/>
                </a:cubicBezTo>
                <a:cubicBezTo>
                  <a:pt x="213817" y="50156"/>
                  <a:pt x="212469" y="54314"/>
                  <a:pt x="212515" y="59570"/>
                </a:cubicBezTo>
                <a:lnTo>
                  <a:pt x="241306" y="59570"/>
                </a:lnTo>
                <a:close/>
                <a:moveTo>
                  <a:pt x="269070" y="81437"/>
                </a:moveTo>
                <a:lnTo>
                  <a:pt x="288401" y="78490"/>
                </a:lnTo>
                <a:cubicBezTo>
                  <a:pt x="289223" y="82237"/>
                  <a:pt x="290891" y="85082"/>
                  <a:pt x="293405" y="87024"/>
                </a:cubicBezTo>
                <a:cubicBezTo>
                  <a:pt x="295918" y="88966"/>
                  <a:pt x="299437" y="89938"/>
                  <a:pt x="303962" y="89938"/>
                </a:cubicBezTo>
                <a:cubicBezTo>
                  <a:pt x="308943" y="89938"/>
                  <a:pt x="312690" y="89024"/>
                  <a:pt x="315204" y="87196"/>
                </a:cubicBezTo>
                <a:cubicBezTo>
                  <a:pt x="316895" y="85916"/>
                  <a:pt x="317740" y="84202"/>
                  <a:pt x="317740" y="82054"/>
                </a:cubicBezTo>
                <a:cubicBezTo>
                  <a:pt x="317740" y="80592"/>
                  <a:pt x="317283" y="79381"/>
                  <a:pt x="316369" y="78421"/>
                </a:cubicBezTo>
                <a:cubicBezTo>
                  <a:pt x="315409" y="77507"/>
                  <a:pt x="313262" y="76662"/>
                  <a:pt x="309925" y="75885"/>
                </a:cubicBezTo>
                <a:cubicBezTo>
                  <a:pt x="294387" y="72457"/>
                  <a:pt x="284539" y="69327"/>
                  <a:pt x="280380" y="66493"/>
                </a:cubicBezTo>
                <a:cubicBezTo>
                  <a:pt x="274622" y="62563"/>
                  <a:pt x="271743" y="57102"/>
                  <a:pt x="271743" y="50110"/>
                </a:cubicBezTo>
                <a:cubicBezTo>
                  <a:pt x="271743" y="43803"/>
                  <a:pt x="274234" y="38502"/>
                  <a:pt x="279215" y="34206"/>
                </a:cubicBezTo>
                <a:cubicBezTo>
                  <a:pt x="284196" y="29911"/>
                  <a:pt x="291920" y="27763"/>
                  <a:pt x="302385" y="27763"/>
                </a:cubicBezTo>
                <a:cubicBezTo>
                  <a:pt x="312348" y="27763"/>
                  <a:pt x="319751" y="29385"/>
                  <a:pt x="324595" y="32630"/>
                </a:cubicBezTo>
                <a:cubicBezTo>
                  <a:pt x="329439" y="35874"/>
                  <a:pt x="332775" y="40673"/>
                  <a:pt x="334603" y="47025"/>
                </a:cubicBezTo>
                <a:lnTo>
                  <a:pt x="316438" y="50384"/>
                </a:lnTo>
                <a:cubicBezTo>
                  <a:pt x="315661" y="47551"/>
                  <a:pt x="314187" y="45380"/>
                  <a:pt x="312016" y="43872"/>
                </a:cubicBezTo>
                <a:cubicBezTo>
                  <a:pt x="309846" y="42364"/>
                  <a:pt x="306749" y="41610"/>
                  <a:pt x="302728" y="41610"/>
                </a:cubicBezTo>
                <a:cubicBezTo>
                  <a:pt x="297655" y="41610"/>
                  <a:pt x="294022" y="42318"/>
                  <a:pt x="291828" y="43735"/>
                </a:cubicBezTo>
                <a:cubicBezTo>
                  <a:pt x="290366" y="44740"/>
                  <a:pt x="289635" y="46043"/>
                  <a:pt x="289635" y="47642"/>
                </a:cubicBezTo>
                <a:cubicBezTo>
                  <a:pt x="289635" y="49013"/>
                  <a:pt x="290274" y="50179"/>
                  <a:pt x="291554" y="51138"/>
                </a:cubicBezTo>
                <a:cubicBezTo>
                  <a:pt x="293291" y="52418"/>
                  <a:pt x="299289" y="54223"/>
                  <a:pt x="309548" y="56554"/>
                </a:cubicBezTo>
                <a:cubicBezTo>
                  <a:pt x="319808" y="58884"/>
                  <a:pt x="326972" y="61741"/>
                  <a:pt x="331039" y="65122"/>
                </a:cubicBezTo>
                <a:cubicBezTo>
                  <a:pt x="335060" y="68550"/>
                  <a:pt x="337071" y="73326"/>
                  <a:pt x="337071" y="79449"/>
                </a:cubicBezTo>
                <a:cubicBezTo>
                  <a:pt x="337071" y="86122"/>
                  <a:pt x="334284" y="91857"/>
                  <a:pt x="328708" y="96655"/>
                </a:cubicBezTo>
                <a:cubicBezTo>
                  <a:pt x="323133" y="101454"/>
                  <a:pt x="314884" y="103853"/>
                  <a:pt x="303962" y="103853"/>
                </a:cubicBezTo>
                <a:cubicBezTo>
                  <a:pt x="294045" y="103853"/>
                  <a:pt x="286196" y="101842"/>
                  <a:pt x="280415" y="97821"/>
                </a:cubicBezTo>
                <a:cubicBezTo>
                  <a:pt x="274634" y="93799"/>
                  <a:pt x="270852" y="88338"/>
                  <a:pt x="269070" y="81437"/>
                </a:cubicBezTo>
                <a:close/>
                <a:moveTo>
                  <a:pt x="387043" y="29408"/>
                </a:moveTo>
                <a:lnTo>
                  <a:pt x="387043" y="44763"/>
                </a:lnTo>
                <a:lnTo>
                  <a:pt x="373882" y="44763"/>
                </a:lnTo>
                <a:lnTo>
                  <a:pt x="373882" y="74102"/>
                </a:lnTo>
                <a:cubicBezTo>
                  <a:pt x="373882" y="80043"/>
                  <a:pt x="374008" y="83505"/>
                  <a:pt x="374259" y="84488"/>
                </a:cubicBezTo>
                <a:cubicBezTo>
                  <a:pt x="374510" y="85470"/>
                  <a:pt x="375081" y="86282"/>
                  <a:pt x="375973" y="86921"/>
                </a:cubicBezTo>
                <a:cubicBezTo>
                  <a:pt x="376864" y="87561"/>
                  <a:pt x="377949" y="87881"/>
                  <a:pt x="379229" y="87881"/>
                </a:cubicBezTo>
                <a:cubicBezTo>
                  <a:pt x="381011" y="87881"/>
                  <a:pt x="383593" y="87264"/>
                  <a:pt x="386975" y="86030"/>
                </a:cubicBezTo>
                <a:lnTo>
                  <a:pt x="388620" y="100974"/>
                </a:lnTo>
                <a:cubicBezTo>
                  <a:pt x="384141" y="102893"/>
                  <a:pt x="379069" y="103853"/>
                  <a:pt x="373402" y="103853"/>
                </a:cubicBezTo>
                <a:cubicBezTo>
                  <a:pt x="369929" y="103853"/>
                  <a:pt x="366798" y="103270"/>
                  <a:pt x="364011" y="102105"/>
                </a:cubicBezTo>
                <a:cubicBezTo>
                  <a:pt x="361223" y="100940"/>
                  <a:pt x="359178" y="99432"/>
                  <a:pt x="357875" y="97581"/>
                </a:cubicBezTo>
                <a:cubicBezTo>
                  <a:pt x="356573" y="95730"/>
                  <a:pt x="355670" y="93228"/>
                  <a:pt x="355168" y="90075"/>
                </a:cubicBezTo>
                <a:cubicBezTo>
                  <a:pt x="354756" y="87835"/>
                  <a:pt x="354551" y="83311"/>
                  <a:pt x="354551" y="76502"/>
                </a:cubicBezTo>
                <a:lnTo>
                  <a:pt x="354551" y="44763"/>
                </a:lnTo>
                <a:lnTo>
                  <a:pt x="345708" y="44763"/>
                </a:lnTo>
                <a:lnTo>
                  <a:pt x="345708" y="29408"/>
                </a:lnTo>
                <a:lnTo>
                  <a:pt x="354551" y="29408"/>
                </a:lnTo>
                <a:lnTo>
                  <a:pt x="354551" y="14944"/>
                </a:lnTo>
                <a:lnTo>
                  <a:pt x="373882" y="3702"/>
                </a:lnTo>
                <a:lnTo>
                  <a:pt x="373882" y="29408"/>
                </a:lnTo>
                <a:lnTo>
                  <a:pt x="387043" y="29408"/>
                </a:lnTo>
                <a:close/>
                <a:moveTo>
                  <a:pt x="400017" y="19537"/>
                </a:moveTo>
                <a:lnTo>
                  <a:pt x="400017" y="1714"/>
                </a:lnTo>
                <a:lnTo>
                  <a:pt x="419280" y="1714"/>
                </a:lnTo>
                <a:lnTo>
                  <a:pt x="419280" y="19537"/>
                </a:lnTo>
                <a:lnTo>
                  <a:pt x="400017" y="19537"/>
                </a:lnTo>
                <a:moveTo>
                  <a:pt x="400017" y="102208"/>
                </a:moveTo>
                <a:lnTo>
                  <a:pt x="400017" y="29408"/>
                </a:lnTo>
                <a:lnTo>
                  <a:pt x="419280" y="29408"/>
                </a:lnTo>
                <a:lnTo>
                  <a:pt x="419280" y="102208"/>
                </a:lnTo>
                <a:lnTo>
                  <a:pt x="400017" y="102208"/>
                </a:lnTo>
                <a:close/>
                <a:moveTo>
                  <a:pt x="434056" y="64780"/>
                </a:moveTo>
                <a:cubicBezTo>
                  <a:pt x="434056" y="58382"/>
                  <a:pt x="435633" y="52189"/>
                  <a:pt x="438786" y="46203"/>
                </a:cubicBezTo>
                <a:cubicBezTo>
                  <a:pt x="441939" y="40216"/>
                  <a:pt x="446406" y="35646"/>
                  <a:pt x="452187" y="32493"/>
                </a:cubicBezTo>
                <a:cubicBezTo>
                  <a:pt x="457968" y="29339"/>
                  <a:pt x="464424" y="27763"/>
                  <a:pt x="471553" y="27763"/>
                </a:cubicBezTo>
                <a:cubicBezTo>
                  <a:pt x="482566" y="27763"/>
                  <a:pt x="491592" y="31339"/>
                  <a:pt x="498630" y="38491"/>
                </a:cubicBezTo>
                <a:cubicBezTo>
                  <a:pt x="505668" y="45643"/>
                  <a:pt x="509187" y="54680"/>
                  <a:pt x="509187" y="65602"/>
                </a:cubicBezTo>
                <a:cubicBezTo>
                  <a:pt x="509187" y="76616"/>
                  <a:pt x="505633" y="85745"/>
                  <a:pt x="498527" y="92988"/>
                </a:cubicBezTo>
                <a:cubicBezTo>
                  <a:pt x="491421" y="100231"/>
                  <a:pt x="482475" y="103853"/>
                  <a:pt x="471690" y="103853"/>
                </a:cubicBezTo>
                <a:cubicBezTo>
                  <a:pt x="465018" y="103853"/>
                  <a:pt x="458654" y="102345"/>
                  <a:pt x="452599" y="99329"/>
                </a:cubicBezTo>
                <a:cubicBezTo>
                  <a:pt x="446543" y="96313"/>
                  <a:pt x="441939" y="91891"/>
                  <a:pt x="438786" y="86064"/>
                </a:cubicBezTo>
                <a:cubicBezTo>
                  <a:pt x="435633" y="80238"/>
                  <a:pt x="434056" y="73143"/>
                  <a:pt x="434056" y="64780"/>
                </a:cubicBezTo>
                <a:moveTo>
                  <a:pt x="453798" y="65808"/>
                </a:moveTo>
                <a:cubicBezTo>
                  <a:pt x="453798" y="73029"/>
                  <a:pt x="455512" y="78558"/>
                  <a:pt x="458940" y="82397"/>
                </a:cubicBezTo>
                <a:cubicBezTo>
                  <a:pt x="462367" y="86236"/>
                  <a:pt x="466594" y="88155"/>
                  <a:pt x="471621" y="88155"/>
                </a:cubicBezTo>
                <a:cubicBezTo>
                  <a:pt x="476648" y="88155"/>
                  <a:pt x="480864" y="86236"/>
                  <a:pt x="484269" y="82397"/>
                </a:cubicBezTo>
                <a:cubicBezTo>
                  <a:pt x="487673" y="78558"/>
                  <a:pt x="489376" y="72983"/>
                  <a:pt x="489376" y="65671"/>
                </a:cubicBezTo>
                <a:cubicBezTo>
                  <a:pt x="489376" y="58542"/>
                  <a:pt x="487673" y="53058"/>
                  <a:pt x="484269" y="49219"/>
                </a:cubicBezTo>
                <a:cubicBezTo>
                  <a:pt x="480864" y="45380"/>
                  <a:pt x="476648" y="43461"/>
                  <a:pt x="471621" y="43461"/>
                </a:cubicBezTo>
                <a:cubicBezTo>
                  <a:pt x="466594" y="43461"/>
                  <a:pt x="462367" y="45380"/>
                  <a:pt x="458940" y="49219"/>
                </a:cubicBezTo>
                <a:cubicBezTo>
                  <a:pt x="455512" y="53058"/>
                  <a:pt x="453798" y="58587"/>
                  <a:pt x="453798" y="65808"/>
                </a:cubicBezTo>
                <a:close/>
                <a:moveTo>
                  <a:pt x="590398" y="102208"/>
                </a:moveTo>
                <a:lnTo>
                  <a:pt x="571135" y="102208"/>
                </a:lnTo>
                <a:lnTo>
                  <a:pt x="571135" y="65054"/>
                </a:lnTo>
                <a:cubicBezTo>
                  <a:pt x="571135" y="57193"/>
                  <a:pt x="570724" y="52109"/>
                  <a:pt x="569901" y="49802"/>
                </a:cubicBezTo>
                <a:cubicBezTo>
                  <a:pt x="569079" y="47494"/>
                  <a:pt x="567742" y="45700"/>
                  <a:pt x="565891" y="44420"/>
                </a:cubicBezTo>
                <a:cubicBezTo>
                  <a:pt x="564040" y="43141"/>
                  <a:pt x="561812" y="42501"/>
                  <a:pt x="559207" y="42501"/>
                </a:cubicBezTo>
                <a:cubicBezTo>
                  <a:pt x="555871" y="42501"/>
                  <a:pt x="552878" y="43415"/>
                  <a:pt x="550227" y="45243"/>
                </a:cubicBezTo>
                <a:cubicBezTo>
                  <a:pt x="547577" y="47071"/>
                  <a:pt x="545760" y="49493"/>
                  <a:pt x="544778" y="52509"/>
                </a:cubicBezTo>
                <a:cubicBezTo>
                  <a:pt x="543795" y="55525"/>
                  <a:pt x="543304" y="61101"/>
                  <a:pt x="543304" y="69235"/>
                </a:cubicBezTo>
                <a:lnTo>
                  <a:pt x="543304" y="102208"/>
                </a:lnTo>
                <a:lnTo>
                  <a:pt x="524041" y="102208"/>
                </a:lnTo>
                <a:lnTo>
                  <a:pt x="524041" y="29408"/>
                </a:lnTo>
                <a:lnTo>
                  <a:pt x="541933" y="29408"/>
                </a:lnTo>
                <a:lnTo>
                  <a:pt x="541933" y="40102"/>
                </a:lnTo>
                <a:cubicBezTo>
                  <a:pt x="548285" y="31876"/>
                  <a:pt x="556283" y="27763"/>
                  <a:pt x="565925" y="27763"/>
                </a:cubicBezTo>
                <a:cubicBezTo>
                  <a:pt x="570175" y="27763"/>
                  <a:pt x="574060" y="28528"/>
                  <a:pt x="577579" y="30059"/>
                </a:cubicBezTo>
                <a:cubicBezTo>
                  <a:pt x="581098" y="31590"/>
                  <a:pt x="583760" y="33544"/>
                  <a:pt x="585565" y="35920"/>
                </a:cubicBezTo>
                <a:cubicBezTo>
                  <a:pt x="587370" y="38297"/>
                  <a:pt x="588627" y="40993"/>
                  <a:pt x="589335" y="44009"/>
                </a:cubicBezTo>
                <a:cubicBezTo>
                  <a:pt x="590043" y="47025"/>
                  <a:pt x="590398" y="51344"/>
                  <a:pt x="590398" y="56965"/>
                </a:cubicBezTo>
                <a:lnTo>
                  <a:pt x="590398" y="102208"/>
                </a:lnTo>
                <a:close/>
                <a:moveTo>
                  <a:pt x="603057" y="81437"/>
                </a:moveTo>
                <a:lnTo>
                  <a:pt x="622388" y="78490"/>
                </a:lnTo>
                <a:cubicBezTo>
                  <a:pt x="623211" y="82237"/>
                  <a:pt x="624879" y="85082"/>
                  <a:pt x="627392" y="87024"/>
                </a:cubicBezTo>
                <a:cubicBezTo>
                  <a:pt x="629906" y="88966"/>
                  <a:pt x="633425" y="89938"/>
                  <a:pt x="637949" y="89938"/>
                </a:cubicBezTo>
                <a:cubicBezTo>
                  <a:pt x="642930" y="89938"/>
                  <a:pt x="646678" y="89024"/>
                  <a:pt x="649191" y="87196"/>
                </a:cubicBezTo>
                <a:cubicBezTo>
                  <a:pt x="650882" y="85916"/>
                  <a:pt x="651728" y="84202"/>
                  <a:pt x="651728" y="82054"/>
                </a:cubicBezTo>
                <a:cubicBezTo>
                  <a:pt x="651728" y="80592"/>
                  <a:pt x="651271" y="79381"/>
                  <a:pt x="650357" y="78421"/>
                </a:cubicBezTo>
                <a:cubicBezTo>
                  <a:pt x="649397" y="77507"/>
                  <a:pt x="647249" y="76662"/>
                  <a:pt x="643913" y="75885"/>
                </a:cubicBezTo>
                <a:cubicBezTo>
                  <a:pt x="628375" y="72457"/>
                  <a:pt x="618527" y="69327"/>
                  <a:pt x="614368" y="66493"/>
                </a:cubicBezTo>
                <a:cubicBezTo>
                  <a:pt x="608610" y="62563"/>
                  <a:pt x="605731" y="57102"/>
                  <a:pt x="605731" y="50110"/>
                </a:cubicBezTo>
                <a:cubicBezTo>
                  <a:pt x="605731" y="43803"/>
                  <a:pt x="608221" y="38502"/>
                  <a:pt x="613203" y="34206"/>
                </a:cubicBezTo>
                <a:cubicBezTo>
                  <a:pt x="618184" y="29911"/>
                  <a:pt x="625907" y="27763"/>
                  <a:pt x="636372" y="27763"/>
                </a:cubicBezTo>
                <a:cubicBezTo>
                  <a:pt x="646335" y="27763"/>
                  <a:pt x="653738" y="29385"/>
                  <a:pt x="658583" y="32630"/>
                </a:cubicBezTo>
                <a:cubicBezTo>
                  <a:pt x="663427" y="35874"/>
                  <a:pt x="666763" y="40673"/>
                  <a:pt x="668591" y="47025"/>
                </a:cubicBezTo>
                <a:lnTo>
                  <a:pt x="650425" y="50384"/>
                </a:lnTo>
                <a:cubicBezTo>
                  <a:pt x="649648" y="47551"/>
                  <a:pt x="648174" y="45380"/>
                  <a:pt x="646004" y="43872"/>
                </a:cubicBezTo>
                <a:cubicBezTo>
                  <a:pt x="643833" y="42364"/>
                  <a:pt x="640737" y="41610"/>
                  <a:pt x="636715" y="41610"/>
                </a:cubicBezTo>
                <a:cubicBezTo>
                  <a:pt x="631642" y="41610"/>
                  <a:pt x="628009" y="42318"/>
                  <a:pt x="625816" y="43735"/>
                </a:cubicBezTo>
                <a:cubicBezTo>
                  <a:pt x="624353" y="44740"/>
                  <a:pt x="623622" y="46043"/>
                  <a:pt x="623622" y="47642"/>
                </a:cubicBezTo>
                <a:cubicBezTo>
                  <a:pt x="623622" y="49013"/>
                  <a:pt x="624262" y="50179"/>
                  <a:pt x="625542" y="51138"/>
                </a:cubicBezTo>
                <a:cubicBezTo>
                  <a:pt x="627278" y="52418"/>
                  <a:pt x="633276" y="54223"/>
                  <a:pt x="643536" y="56554"/>
                </a:cubicBezTo>
                <a:cubicBezTo>
                  <a:pt x="653796" y="58884"/>
                  <a:pt x="660959" y="61741"/>
                  <a:pt x="665026" y="65122"/>
                </a:cubicBezTo>
                <a:cubicBezTo>
                  <a:pt x="669048" y="68550"/>
                  <a:pt x="671059" y="73326"/>
                  <a:pt x="671059" y="79449"/>
                </a:cubicBezTo>
                <a:cubicBezTo>
                  <a:pt x="671059" y="86122"/>
                  <a:pt x="668271" y="91857"/>
                  <a:pt x="662696" y="96655"/>
                </a:cubicBezTo>
                <a:cubicBezTo>
                  <a:pt x="657120" y="101454"/>
                  <a:pt x="648871" y="103853"/>
                  <a:pt x="637949" y="103853"/>
                </a:cubicBezTo>
                <a:cubicBezTo>
                  <a:pt x="628032" y="103853"/>
                  <a:pt x="620183" y="101842"/>
                  <a:pt x="614402" y="97821"/>
                </a:cubicBezTo>
                <a:cubicBezTo>
                  <a:pt x="608621" y="93799"/>
                  <a:pt x="604839" y="88338"/>
                  <a:pt x="603057" y="81437"/>
                </a:cubicBezTo>
                <a:close/>
                <a:moveTo>
                  <a:pt x="691349" y="48670"/>
                </a:moveTo>
                <a:lnTo>
                  <a:pt x="691349" y="29408"/>
                </a:lnTo>
                <a:lnTo>
                  <a:pt x="710612" y="29408"/>
                </a:lnTo>
                <a:lnTo>
                  <a:pt x="710612" y="48670"/>
                </a:lnTo>
                <a:lnTo>
                  <a:pt x="691349" y="48670"/>
                </a:lnTo>
                <a:moveTo>
                  <a:pt x="691349" y="102208"/>
                </a:moveTo>
                <a:lnTo>
                  <a:pt x="691349" y="82945"/>
                </a:lnTo>
                <a:lnTo>
                  <a:pt x="710612" y="82945"/>
                </a:lnTo>
                <a:lnTo>
                  <a:pt x="710612" y="102208"/>
                </a:lnTo>
                <a:lnTo>
                  <a:pt x="691349" y="102208"/>
                </a:lnTo>
                <a:close/>
                <a:moveTo>
                  <a:pt x="775467" y="102208"/>
                </a:moveTo>
                <a:lnTo>
                  <a:pt x="775467" y="1714"/>
                </a:lnTo>
                <a:lnTo>
                  <a:pt x="788765" y="1714"/>
                </a:lnTo>
                <a:lnTo>
                  <a:pt x="788765" y="102208"/>
                </a:lnTo>
                <a:lnTo>
                  <a:pt x="775467" y="102208"/>
                </a:lnTo>
                <a:close/>
                <a:moveTo>
                  <a:pt x="813042" y="102208"/>
                </a:moveTo>
                <a:lnTo>
                  <a:pt x="813042" y="39005"/>
                </a:lnTo>
                <a:lnTo>
                  <a:pt x="802143" y="39005"/>
                </a:lnTo>
                <a:lnTo>
                  <a:pt x="802143" y="29408"/>
                </a:lnTo>
                <a:lnTo>
                  <a:pt x="813042" y="29408"/>
                </a:lnTo>
                <a:lnTo>
                  <a:pt x="813042" y="21662"/>
                </a:lnTo>
                <a:cubicBezTo>
                  <a:pt x="813042" y="16772"/>
                  <a:pt x="813476" y="13139"/>
                  <a:pt x="814345" y="10762"/>
                </a:cubicBezTo>
                <a:cubicBezTo>
                  <a:pt x="815533" y="7563"/>
                  <a:pt x="817624" y="4970"/>
                  <a:pt x="820617" y="2982"/>
                </a:cubicBezTo>
                <a:cubicBezTo>
                  <a:pt x="823610" y="994"/>
                  <a:pt x="827803" y="0"/>
                  <a:pt x="833196" y="0"/>
                </a:cubicBezTo>
                <a:cubicBezTo>
                  <a:pt x="836669" y="0"/>
                  <a:pt x="840508" y="411"/>
                  <a:pt x="844712" y="1234"/>
                </a:cubicBezTo>
                <a:lnTo>
                  <a:pt x="842861" y="11996"/>
                </a:lnTo>
                <a:cubicBezTo>
                  <a:pt x="840302" y="11539"/>
                  <a:pt x="837880" y="11311"/>
                  <a:pt x="835595" y="11311"/>
                </a:cubicBezTo>
                <a:cubicBezTo>
                  <a:pt x="831848" y="11311"/>
                  <a:pt x="829197" y="12110"/>
                  <a:pt x="827643" y="13710"/>
                </a:cubicBezTo>
                <a:cubicBezTo>
                  <a:pt x="826089" y="15309"/>
                  <a:pt x="825313" y="18303"/>
                  <a:pt x="825313" y="22690"/>
                </a:cubicBezTo>
                <a:lnTo>
                  <a:pt x="825313" y="29408"/>
                </a:lnTo>
                <a:lnTo>
                  <a:pt x="839502" y="29408"/>
                </a:lnTo>
                <a:lnTo>
                  <a:pt x="839502" y="39005"/>
                </a:lnTo>
                <a:lnTo>
                  <a:pt x="825313" y="39005"/>
                </a:lnTo>
                <a:lnTo>
                  <a:pt x="825313" y="102208"/>
                </a:lnTo>
                <a:lnTo>
                  <a:pt x="813042" y="102208"/>
                </a:lnTo>
                <a:close/>
                <a:moveTo>
                  <a:pt x="960308" y="66973"/>
                </a:moveTo>
                <a:lnTo>
                  <a:pt x="973607" y="70332"/>
                </a:lnTo>
                <a:cubicBezTo>
                  <a:pt x="970819" y="81255"/>
                  <a:pt x="965804" y="89583"/>
                  <a:pt x="958560" y="95319"/>
                </a:cubicBezTo>
                <a:cubicBezTo>
                  <a:pt x="951317" y="101054"/>
                  <a:pt x="942463" y="103922"/>
                  <a:pt x="931997" y="103922"/>
                </a:cubicBezTo>
                <a:cubicBezTo>
                  <a:pt x="921166" y="103922"/>
                  <a:pt x="912358" y="101717"/>
                  <a:pt x="905571" y="97307"/>
                </a:cubicBezTo>
                <a:cubicBezTo>
                  <a:pt x="898785" y="92897"/>
                  <a:pt x="893621" y="86510"/>
                  <a:pt x="890079" y="78147"/>
                </a:cubicBezTo>
                <a:cubicBezTo>
                  <a:pt x="886537" y="69784"/>
                  <a:pt x="884766" y="60804"/>
                  <a:pt x="884766" y="51207"/>
                </a:cubicBezTo>
                <a:cubicBezTo>
                  <a:pt x="884766" y="40742"/>
                  <a:pt x="886766" y="31613"/>
                  <a:pt x="890765" y="23821"/>
                </a:cubicBezTo>
                <a:cubicBezTo>
                  <a:pt x="894763" y="16029"/>
                  <a:pt x="900453" y="10111"/>
                  <a:pt x="907834" y="6067"/>
                </a:cubicBezTo>
                <a:cubicBezTo>
                  <a:pt x="915214" y="2022"/>
                  <a:pt x="923337" y="0"/>
                  <a:pt x="932203" y="0"/>
                </a:cubicBezTo>
                <a:cubicBezTo>
                  <a:pt x="942257" y="0"/>
                  <a:pt x="950712" y="2559"/>
                  <a:pt x="957567" y="7678"/>
                </a:cubicBezTo>
                <a:cubicBezTo>
                  <a:pt x="964421" y="12796"/>
                  <a:pt x="969197" y="19994"/>
                  <a:pt x="971893" y="29271"/>
                </a:cubicBezTo>
                <a:lnTo>
                  <a:pt x="958800" y="32356"/>
                </a:lnTo>
                <a:cubicBezTo>
                  <a:pt x="956470" y="25044"/>
                  <a:pt x="953088" y="19720"/>
                  <a:pt x="948655" y="16383"/>
                </a:cubicBezTo>
                <a:cubicBezTo>
                  <a:pt x="944222" y="13047"/>
                  <a:pt x="938647" y="11379"/>
                  <a:pt x="931929" y="11379"/>
                </a:cubicBezTo>
                <a:cubicBezTo>
                  <a:pt x="924206" y="11379"/>
                  <a:pt x="917750" y="13230"/>
                  <a:pt x="912563" y="16932"/>
                </a:cubicBezTo>
                <a:cubicBezTo>
                  <a:pt x="907377" y="20634"/>
                  <a:pt x="903732" y="25603"/>
                  <a:pt x="901630" y="31841"/>
                </a:cubicBezTo>
                <a:cubicBezTo>
                  <a:pt x="899528" y="38079"/>
                  <a:pt x="898476" y="44512"/>
                  <a:pt x="898476" y="51138"/>
                </a:cubicBezTo>
                <a:cubicBezTo>
                  <a:pt x="898476" y="59684"/>
                  <a:pt x="899722" y="67145"/>
                  <a:pt x="902212" y="73520"/>
                </a:cubicBezTo>
                <a:cubicBezTo>
                  <a:pt x="904703" y="79895"/>
                  <a:pt x="908576" y="84659"/>
                  <a:pt x="913832" y="87812"/>
                </a:cubicBezTo>
                <a:cubicBezTo>
                  <a:pt x="919087" y="90966"/>
                  <a:pt x="924777" y="92542"/>
                  <a:pt x="930901" y="92542"/>
                </a:cubicBezTo>
                <a:cubicBezTo>
                  <a:pt x="938350" y="92542"/>
                  <a:pt x="944656" y="90395"/>
                  <a:pt x="949820" y="86099"/>
                </a:cubicBezTo>
                <a:cubicBezTo>
                  <a:pt x="954984" y="81803"/>
                  <a:pt x="958480" y="75428"/>
                  <a:pt x="960308" y="66973"/>
                </a:cubicBezTo>
                <a:close/>
                <a:moveTo>
                  <a:pt x="988391" y="102208"/>
                </a:moveTo>
                <a:lnTo>
                  <a:pt x="988391" y="1714"/>
                </a:lnTo>
                <a:lnTo>
                  <a:pt x="1000730" y="1714"/>
                </a:lnTo>
                <a:lnTo>
                  <a:pt x="1000730" y="37771"/>
                </a:lnTo>
                <a:cubicBezTo>
                  <a:pt x="1006488" y="31099"/>
                  <a:pt x="1013754" y="27763"/>
                  <a:pt x="1022529" y="27763"/>
                </a:cubicBezTo>
                <a:cubicBezTo>
                  <a:pt x="1027921" y="27763"/>
                  <a:pt x="1032606" y="28825"/>
                  <a:pt x="1036582" y="30950"/>
                </a:cubicBezTo>
                <a:cubicBezTo>
                  <a:pt x="1040558" y="33075"/>
                  <a:pt x="1043402" y="36012"/>
                  <a:pt x="1045116" y="39759"/>
                </a:cubicBezTo>
                <a:cubicBezTo>
                  <a:pt x="1046830" y="43506"/>
                  <a:pt x="1047687" y="48945"/>
                  <a:pt x="1047687" y="56074"/>
                </a:cubicBezTo>
                <a:lnTo>
                  <a:pt x="1047687" y="102208"/>
                </a:lnTo>
                <a:lnTo>
                  <a:pt x="1035348" y="102208"/>
                </a:lnTo>
                <a:lnTo>
                  <a:pt x="1035348" y="56074"/>
                </a:lnTo>
                <a:cubicBezTo>
                  <a:pt x="1035348" y="49904"/>
                  <a:pt x="1034011" y="45414"/>
                  <a:pt x="1031338" y="42604"/>
                </a:cubicBezTo>
                <a:cubicBezTo>
                  <a:pt x="1028664" y="39793"/>
                  <a:pt x="1024882" y="38388"/>
                  <a:pt x="1019993" y="38388"/>
                </a:cubicBezTo>
                <a:cubicBezTo>
                  <a:pt x="1016337" y="38388"/>
                  <a:pt x="1012898" y="39336"/>
                  <a:pt x="1009676" y="41233"/>
                </a:cubicBezTo>
                <a:cubicBezTo>
                  <a:pt x="1006454" y="43129"/>
                  <a:pt x="1004157" y="45700"/>
                  <a:pt x="1002786" y="48945"/>
                </a:cubicBezTo>
                <a:cubicBezTo>
                  <a:pt x="1001415" y="52189"/>
                  <a:pt x="1000730" y="56668"/>
                  <a:pt x="1000730" y="62380"/>
                </a:cubicBezTo>
                <a:lnTo>
                  <a:pt x="1000730" y="102208"/>
                </a:lnTo>
                <a:lnTo>
                  <a:pt x="988391" y="102208"/>
                </a:lnTo>
                <a:close/>
                <a:moveTo>
                  <a:pt x="1113672" y="93228"/>
                </a:moveTo>
                <a:cubicBezTo>
                  <a:pt x="1109102" y="97112"/>
                  <a:pt x="1104703" y="99854"/>
                  <a:pt x="1100476" y="101454"/>
                </a:cubicBezTo>
                <a:cubicBezTo>
                  <a:pt x="1096248" y="103053"/>
                  <a:pt x="1091713" y="103853"/>
                  <a:pt x="1086869" y="103853"/>
                </a:cubicBezTo>
                <a:cubicBezTo>
                  <a:pt x="1078871" y="103853"/>
                  <a:pt x="1072724" y="101899"/>
                  <a:pt x="1068429" y="97992"/>
                </a:cubicBezTo>
                <a:cubicBezTo>
                  <a:pt x="1064133" y="94085"/>
                  <a:pt x="1061985" y="89092"/>
                  <a:pt x="1061985" y="83014"/>
                </a:cubicBezTo>
                <a:cubicBezTo>
                  <a:pt x="1061985" y="79449"/>
                  <a:pt x="1062796" y="76193"/>
                  <a:pt x="1064418" y="73246"/>
                </a:cubicBezTo>
                <a:cubicBezTo>
                  <a:pt x="1066041" y="70298"/>
                  <a:pt x="1068166" y="67933"/>
                  <a:pt x="1070794" y="66151"/>
                </a:cubicBezTo>
                <a:cubicBezTo>
                  <a:pt x="1073421" y="64368"/>
                  <a:pt x="1076380" y="63020"/>
                  <a:pt x="1079671" y="62106"/>
                </a:cubicBezTo>
                <a:cubicBezTo>
                  <a:pt x="1082093" y="61466"/>
                  <a:pt x="1085749" y="60849"/>
                  <a:pt x="1090639" y="60255"/>
                </a:cubicBezTo>
                <a:cubicBezTo>
                  <a:pt x="1100601" y="59067"/>
                  <a:pt x="1107936" y="57650"/>
                  <a:pt x="1112643" y="56005"/>
                </a:cubicBezTo>
                <a:cubicBezTo>
                  <a:pt x="1112689" y="54314"/>
                  <a:pt x="1112712" y="53240"/>
                  <a:pt x="1112712" y="52783"/>
                </a:cubicBezTo>
                <a:cubicBezTo>
                  <a:pt x="1112712" y="47756"/>
                  <a:pt x="1111546" y="44215"/>
                  <a:pt x="1109216" y="42158"/>
                </a:cubicBezTo>
                <a:cubicBezTo>
                  <a:pt x="1106063" y="39371"/>
                  <a:pt x="1101378" y="37977"/>
                  <a:pt x="1095163" y="37977"/>
                </a:cubicBezTo>
                <a:cubicBezTo>
                  <a:pt x="1089359" y="37977"/>
                  <a:pt x="1085075" y="38993"/>
                  <a:pt x="1082310" y="41027"/>
                </a:cubicBezTo>
                <a:cubicBezTo>
                  <a:pt x="1079545" y="43061"/>
                  <a:pt x="1077500" y="46660"/>
                  <a:pt x="1076175" y="51824"/>
                </a:cubicBezTo>
                <a:lnTo>
                  <a:pt x="1064110" y="50179"/>
                </a:lnTo>
                <a:cubicBezTo>
                  <a:pt x="1065207" y="45014"/>
                  <a:pt x="1067012" y="40844"/>
                  <a:pt x="1069525" y="37668"/>
                </a:cubicBezTo>
                <a:cubicBezTo>
                  <a:pt x="1072039" y="34492"/>
                  <a:pt x="1075672" y="32047"/>
                  <a:pt x="1080425" y="30333"/>
                </a:cubicBezTo>
                <a:cubicBezTo>
                  <a:pt x="1085178" y="28620"/>
                  <a:pt x="1090684" y="27763"/>
                  <a:pt x="1096945" y="27763"/>
                </a:cubicBezTo>
                <a:cubicBezTo>
                  <a:pt x="1103161" y="27763"/>
                  <a:pt x="1108210" y="28494"/>
                  <a:pt x="1112095" y="29956"/>
                </a:cubicBezTo>
                <a:cubicBezTo>
                  <a:pt x="1115979" y="31419"/>
                  <a:pt x="1118836" y="33258"/>
                  <a:pt x="1120664" y="35475"/>
                </a:cubicBezTo>
                <a:cubicBezTo>
                  <a:pt x="1122492" y="37691"/>
                  <a:pt x="1123771" y="40490"/>
                  <a:pt x="1124502" y="43872"/>
                </a:cubicBezTo>
                <a:cubicBezTo>
                  <a:pt x="1124914" y="45974"/>
                  <a:pt x="1125119" y="49767"/>
                  <a:pt x="1125119" y="55251"/>
                </a:cubicBezTo>
                <a:lnTo>
                  <a:pt x="1125119" y="71703"/>
                </a:lnTo>
                <a:cubicBezTo>
                  <a:pt x="1125119" y="83174"/>
                  <a:pt x="1125382" y="90429"/>
                  <a:pt x="1125908" y="93468"/>
                </a:cubicBezTo>
                <a:cubicBezTo>
                  <a:pt x="1126433" y="96507"/>
                  <a:pt x="1127473" y="99420"/>
                  <a:pt x="1129027" y="102208"/>
                </a:cubicBezTo>
                <a:lnTo>
                  <a:pt x="1116139" y="102208"/>
                </a:lnTo>
                <a:cubicBezTo>
                  <a:pt x="1114860" y="99649"/>
                  <a:pt x="1114037" y="96655"/>
                  <a:pt x="1113672" y="93228"/>
                </a:cubicBezTo>
                <a:moveTo>
                  <a:pt x="1112643" y="65671"/>
                </a:moveTo>
                <a:cubicBezTo>
                  <a:pt x="1108165" y="67499"/>
                  <a:pt x="1101447" y="69053"/>
                  <a:pt x="1092490" y="70332"/>
                </a:cubicBezTo>
                <a:cubicBezTo>
                  <a:pt x="1087417" y="71063"/>
                  <a:pt x="1083829" y="71886"/>
                  <a:pt x="1081727" y="72800"/>
                </a:cubicBezTo>
                <a:cubicBezTo>
                  <a:pt x="1079625" y="73714"/>
                  <a:pt x="1078003" y="75051"/>
                  <a:pt x="1076860" y="76810"/>
                </a:cubicBezTo>
                <a:cubicBezTo>
                  <a:pt x="1075718" y="78570"/>
                  <a:pt x="1075146" y="80523"/>
                  <a:pt x="1075146" y="82671"/>
                </a:cubicBezTo>
                <a:cubicBezTo>
                  <a:pt x="1075146" y="85962"/>
                  <a:pt x="1076392" y="88704"/>
                  <a:pt x="1078882" y="90897"/>
                </a:cubicBezTo>
                <a:cubicBezTo>
                  <a:pt x="1081373" y="93091"/>
                  <a:pt x="1085018" y="94188"/>
                  <a:pt x="1089816" y="94188"/>
                </a:cubicBezTo>
                <a:cubicBezTo>
                  <a:pt x="1094569" y="94188"/>
                  <a:pt x="1098796" y="93148"/>
                  <a:pt x="1102498" y="91069"/>
                </a:cubicBezTo>
                <a:cubicBezTo>
                  <a:pt x="1106200" y="88989"/>
                  <a:pt x="1108919" y="86144"/>
                  <a:pt x="1110655" y="82534"/>
                </a:cubicBezTo>
                <a:cubicBezTo>
                  <a:pt x="1111981" y="79746"/>
                  <a:pt x="1112643" y="75633"/>
                  <a:pt x="1112643" y="70195"/>
                </a:cubicBezTo>
                <a:lnTo>
                  <a:pt x="1112643" y="65671"/>
                </a:lnTo>
                <a:close/>
                <a:moveTo>
                  <a:pt x="1143805" y="102208"/>
                </a:moveTo>
                <a:lnTo>
                  <a:pt x="1143805" y="29408"/>
                </a:lnTo>
                <a:lnTo>
                  <a:pt x="1154910" y="29408"/>
                </a:lnTo>
                <a:lnTo>
                  <a:pt x="1154910" y="40444"/>
                </a:lnTo>
                <a:cubicBezTo>
                  <a:pt x="1157744" y="35280"/>
                  <a:pt x="1160360" y="31876"/>
                  <a:pt x="1162759" y="30231"/>
                </a:cubicBezTo>
                <a:cubicBezTo>
                  <a:pt x="1165158" y="28585"/>
                  <a:pt x="1167798" y="27763"/>
                  <a:pt x="1170677" y="27763"/>
                </a:cubicBezTo>
                <a:cubicBezTo>
                  <a:pt x="1174835" y="27763"/>
                  <a:pt x="1179063" y="29088"/>
                  <a:pt x="1183358" y="31739"/>
                </a:cubicBezTo>
                <a:lnTo>
                  <a:pt x="1179108" y="43186"/>
                </a:lnTo>
                <a:cubicBezTo>
                  <a:pt x="1176092" y="41404"/>
                  <a:pt x="1173076" y="40513"/>
                  <a:pt x="1170060" y="40513"/>
                </a:cubicBezTo>
                <a:cubicBezTo>
                  <a:pt x="1167363" y="40513"/>
                  <a:pt x="1164941" y="41324"/>
                  <a:pt x="1162793" y="42947"/>
                </a:cubicBezTo>
                <a:cubicBezTo>
                  <a:pt x="1160645" y="44569"/>
                  <a:pt x="1159115" y="46820"/>
                  <a:pt x="1158201" y="49699"/>
                </a:cubicBezTo>
                <a:cubicBezTo>
                  <a:pt x="1156830" y="54086"/>
                  <a:pt x="1156144" y="58884"/>
                  <a:pt x="1156144" y="64094"/>
                </a:cubicBezTo>
                <a:lnTo>
                  <a:pt x="1156144" y="102208"/>
                </a:lnTo>
                <a:lnTo>
                  <a:pt x="1143805" y="102208"/>
                </a:lnTo>
                <a:close/>
                <a:moveTo>
                  <a:pt x="1189997" y="102208"/>
                </a:moveTo>
                <a:lnTo>
                  <a:pt x="1189997" y="1714"/>
                </a:lnTo>
                <a:lnTo>
                  <a:pt x="1202336" y="1714"/>
                </a:lnTo>
                <a:lnTo>
                  <a:pt x="1202336" y="102208"/>
                </a:lnTo>
                <a:lnTo>
                  <a:pt x="1189997" y="102208"/>
                </a:lnTo>
                <a:close/>
                <a:moveTo>
                  <a:pt x="1271555" y="78764"/>
                </a:moveTo>
                <a:lnTo>
                  <a:pt x="1284305" y="80341"/>
                </a:lnTo>
                <a:cubicBezTo>
                  <a:pt x="1282294" y="87790"/>
                  <a:pt x="1278570" y="93571"/>
                  <a:pt x="1273131" y="97684"/>
                </a:cubicBezTo>
                <a:cubicBezTo>
                  <a:pt x="1267693" y="101797"/>
                  <a:pt x="1260747" y="103853"/>
                  <a:pt x="1252292" y="103853"/>
                </a:cubicBezTo>
                <a:cubicBezTo>
                  <a:pt x="1241644" y="103853"/>
                  <a:pt x="1233201" y="100574"/>
                  <a:pt x="1226963" y="94016"/>
                </a:cubicBezTo>
                <a:cubicBezTo>
                  <a:pt x="1220725" y="87458"/>
                  <a:pt x="1217606" y="78261"/>
                  <a:pt x="1217606" y="66425"/>
                </a:cubicBezTo>
                <a:cubicBezTo>
                  <a:pt x="1217606" y="54177"/>
                  <a:pt x="1220759" y="44672"/>
                  <a:pt x="1227066" y="37908"/>
                </a:cubicBezTo>
                <a:cubicBezTo>
                  <a:pt x="1233373" y="31145"/>
                  <a:pt x="1241553" y="27763"/>
                  <a:pt x="1251607" y="27763"/>
                </a:cubicBezTo>
                <a:cubicBezTo>
                  <a:pt x="1261341" y="27763"/>
                  <a:pt x="1269293" y="31076"/>
                  <a:pt x="1275462" y="37702"/>
                </a:cubicBezTo>
                <a:cubicBezTo>
                  <a:pt x="1281632" y="44329"/>
                  <a:pt x="1284716" y="53652"/>
                  <a:pt x="1284716" y="65671"/>
                </a:cubicBezTo>
                <a:cubicBezTo>
                  <a:pt x="1284716" y="66402"/>
                  <a:pt x="1284694" y="67499"/>
                  <a:pt x="1284648" y="68961"/>
                </a:cubicBezTo>
                <a:lnTo>
                  <a:pt x="1230356" y="68961"/>
                </a:lnTo>
                <a:cubicBezTo>
                  <a:pt x="1230813" y="76959"/>
                  <a:pt x="1233075" y="83083"/>
                  <a:pt x="1237143" y="87333"/>
                </a:cubicBezTo>
                <a:cubicBezTo>
                  <a:pt x="1241210" y="91583"/>
                  <a:pt x="1246283" y="93708"/>
                  <a:pt x="1252361" y="93708"/>
                </a:cubicBezTo>
                <a:cubicBezTo>
                  <a:pt x="1256885" y="93708"/>
                  <a:pt x="1260747" y="92520"/>
                  <a:pt x="1263946" y="90143"/>
                </a:cubicBezTo>
                <a:cubicBezTo>
                  <a:pt x="1267145" y="87767"/>
                  <a:pt x="1269681" y="83974"/>
                  <a:pt x="1271555" y="78764"/>
                </a:cubicBezTo>
                <a:moveTo>
                  <a:pt x="1231042" y="58816"/>
                </a:moveTo>
                <a:lnTo>
                  <a:pt x="1271692" y="58816"/>
                </a:lnTo>
                <a:cubicBezTo>
                  <a:pt x="1271144" y="52692"/>
                  <a:pt x="1269590" y="48099"/>
                  <a:pt x="1267031" y="45037"/>
                </a:cubicBezTo>
                <a:cubicBezTo>
                  <a:pt x="1263100" y="40285"/>
                  <a:pt x="1258005" y="37908"/>
                  <a:pt x="1251744" y="37908"/>
                </a:cubicBezTo>
                <a:cubicBezTo>
                  <a:pt x="1246077" y="37908"/>
                  <a:pt x="1241313" y="39805"/>
                  <a:pt x="1237451" y="43598"/>
                </a:cubicBezTo>
                <a:cubicBezTo>
                  <a:pt x="1233590" y="47391"/>
                  <a:pt x="1231453" y="52464"/>
                  <a:pt x="1231042" y="58816"/>
                </a:cubicBezTo>
                <a:close/>
                <a:moveTo>
                  <a:pt x="1294560" y="80478"/>
                </a:moveTo>
                <a:lnTo>
                  <a:pt x="1306762" y="78558"/>
                </a:lnTo>
                <a:cubicBezTo>
                  <a:pt x="1307447" y="83448"/>
                  <a:pt x="1309355" y="87196"/>
                  <a:pt x="1312486" y="89800"/>
                </a:cubicBezTo>
                <a:cubicBezTo>
                  <a:pt x="1315616" y="92405"/>
                  <a:pt x="1319992" y="93708"/>
                  <a:pt x="1325613" y="93708"/>
                </a:cubicBezTo>
                <a:cubicBezTo>
                  <a:pt x="1331280" y="93708"/>
                  <a:pt x="1335484" y="92554"/>
                  <a:pt x="1338226" y="90246"/>
                </a:cubicBezTo>
                <a:cubicBezTo>
                  <a:pt x="1340968" y="87938"/>
                  <a:pt x="1342339" y="85230"/>
                  <a:pt x="1342339" y="82123"/>
                </a:cubicBezTo>
                <a:cubicBezTo>
                  <a:pt x="1342339" y="79335"/>
                  <a:pt x="1341128" y="77142"/>
                  <a:pt x="1338706" y="75542"/>
                </a:cubicBezTo>
                <a:cubicBezTo>
                  <a:pt x="1337015" y="74445"/>
                  <a:pt x="1332811" y="73051"/>
                  <a:pt x="1326093" y="71360"/>
                </a:cubicBezTo>
                <a:cubicBezTo>
                  <a:pt x="1317044" y="69075"/>
                  <a:pt x="1310772" y="67099"/>
                  <a:pt x="1307276" y="65431"/>
                </a:cubicBezTo>
                <a:cubicBezTo>
                  <a:pt x="1303780" y="63763"/>
                  <a:pt x="1301129" y="61455"/>
                  <a:pt x="1299324" y="58507"/>
                </a:cubicBezTo>
                <a:cubicBezTo>
                  <a:pt x="1297519" y="55560"/>
                  <a:pt x="1296617" y="52304"/>
                  <a:pt x="1296617" y="48739"/>
                </a:cubicBezTo>
                <a:cubicBezTo>
                  <a:pt x="1296617" y="45494"/>
                  <a:pt x="1297359" y="42490"/>
                  <a:pt x="1298844" y="39725"/>
                </a:cubicBezTo>
                <a:cubicBezTo>
                  <a:pt x="1300330" y="36960"/>
                  <a:pt x="1302352" y="34663"/>
                  <a:pt x="1304911" y="32835"/>
                </a:cubicBezTo>
                <a:cubicBezTo>
                  <a:pt x="1306830" y="31419"/>
                  <a:pt x="1309447" y="30219"/>
                  <a:pt x="1312760" y="29237"/>
                </a:cubicBezTo>
                <a:cubicBezTo>
                  <a:pt x="1316073" y="28254"/>
                  <a:pt x="1319626" y="27763"/>
                  <a:pt x="1323420" y="27763"/>
                </a:cubicBezTo>
                <a:cubicBezTo>
                  <a:pt x="1329132" y="27763"/>
                  <a:pt x="1334148" y="28585"/>
                  <a:pt x="1338466" y="30231"/>
                </a:cubicBezTo>
                <a:cubicBezTo>
                  <a:pt x="1342785" y="31876"/>
                  <a:pt x="1345972" y="34104"/>
                  <a:pt x="1348029" y="36914"/>
                </a:cubicBezTo>
                <a:cubicBezTo>
                  <a:pt x="1350085" y="39725"/>
                  <a:pt x="1351502" y="43484"/>
                  <a:pt x="1352279" y="48191"/>
                </a:cubicBezTo>
                <a:lnTo>
                  <a:pt x="1340214" y="49836"/>
                </a:lnTo>
                <a:cubicBezTo>
                  <a:pt x="1339666" y="46088"/>
                  <a:pt x="1338078" y="43164"/>
                  <a:pt x="1335450" y="41061"/>
                </a:cubicBezTo>
                <a:cubicBezTo>
                  <a:pt x="1332822" y="38959"/>
                  <a:pt x="1329109" y="37908"/>
                  <a:pt x="1324311" y="37908"/>
                </a:cubicBezTo>
                <a:cubicBezTo>
                  <a:pt x="1318644" y="37908"/>
                  <a:pt x="1314599" y="38845"/>
                  <a:pt x="1312177" y="40719"/>
                </a:cubicBezTo>
                <a:cubicBezTo>
                  <a:pt x="1309755" y="42592"/>
                  <a:pt x="1308544" y="44786"/>
                  <a:pt x="1308544" y="47299"/>
                </a:cubicBezTo>
                <a:cubicBezTo>
                  <a:pt x="1308544" y="48899"/>
                  <a:pt x="1309047" y="50338"/>
                  <a:pt x="1310052" y="51618"/>
                </a:cubicBezTo>
                <a:cubicBezTo>
                  <a:pt x="1311058" y="52943"/>
                  <a:pt x="1312634" y="54040"/>
                  <a:pt x="1314782" y="54908"/>
                </a:cubicBezTo>
                <a:cubicBezTo>
                  <a:pt x="1316016" y="55365"/>
                  <a:pt x="1319649" y="56417"/>
                  <a:pt x="1325682" y="58062"/>
                </a:cubicBezTo>
                <a:cubicBezTo>
                  <a:pt x="1334410" y="60392"/>
                  <a:pt x="1340500" y="62300"/>
                  <a:pt x="1343950" y="63786"/>
                </a:cubicBezTo>
                <a:cubicBezTo>
                  <a:pt x="1347401" y="65271"/>
                  <a:pt x="1350108" y="67430"/>
                  <a:pt x="1352073" y="70264"/>
                </a:cubicBezTo>
                <a:cubicBezTo>
                  <a:pt x="1354038" y="73097"/>
                  <a:pt x="1355021" y="76616"/>
                  <a:pt x="1355021" y="80820"/>
                </a:cubicBezTo>
                <a:cubicBezTo>
                  <a:pt x="1355021" y="84933"/>
                  <a:pt x="1353821" y="88806"/>
                  <a:pt x="1351422" y="92440"/>
                </a:cubicBezTo>
                <a:cubicBezTo>
                  <a:pt x="1349023" y="96073"/>
                  <a:pt x="1345561" y="98883"/>
                  <a:pt x="1341037" y="100871"/>
                </a:cubicBezTo>
                <a:cubicBezTo>
                  <a:pt x="1336513" y="102859"/>
                  <a:pt x="1331394" y="103853"/>
                  <a:pt x="1325682" y="103853"/>
                </a:cubicBezTo>
                <a:cubicBezTo>
                  <a:pt x="1316222" y="103853"/>
                  <a:pt x="1309013" y="101888"/>
                  <a:pt x="1304054" y="97958"/>
                </a:cubicBezTo>
                <a:cubicBezTo>
                  <a:pt x="1299096" y="94028"/>
                  <a:pt x="1295931" y="88201"/>
                  <a:pt x="1294560" y="80478"/>
                </a:cubicBezTo>
                <a:close/>
                <a:moveTo>
                  <a:pt x="1407877" y="102208"/>
                </a:moveTo>
                <a:lnTo>
                  <a:pt x="1407877" y="1714"/>
                </a:lnTo>
                <a:lnTo>
                  <a:pt x="1420216" y="1714"/>
                </a:lnTo>
                <a:lnTo>
                  <a:pt x="1420216" y="37771"/>
                </a:lnTo>
                <a:cubicBezTo>
                  <a:pt x="1425974" y="31099"/>
                  <a:pt x="1433240" y="27763"/>
                  <a:pt x="1442015" y="27763"/>
                </a:cubicBezTo>
                <a:cubicBezTo>
                  <a:pt x="1447407" y="27763"/>
                  <a:pt x="1452092" y="28825"/>
                  <a:pt x="1456067" y="30950"/>
                </a:cubicBezTo>
                <a:cubicBezTo>
                  <a:pt x="1460043" y="33075"/>
                  <a:pt x="1462888" y="36012"/>
                  <a:pt x="1464602" y="39759"/>
                </a:cubicBezTo>
                <a:cubicBezTo>
                  <a:pt x="1466316" y="43506"/>
                  <a:pt x="1467173" y="48945"/>
                  <a:pt x="1467173" y="56074"/>
                </a:cubicBezTo>
                <a:lnTo>
                  <a:pt x="1467173" y="102208"/>
                </a:lnTo>
                <a:lnTo>
                  <a:pt x="1454834" y="102208"/>
                </a:lnTo>
                <a:lnTo>
                  <a:pt x="1454834" y="56074"/>
                </a:lnTo>
                <a:cubicBezTo>
                  <a:pt x="1454834" y="49904"/>
                  <a:pt x="1453497" y="45414"/>
                  <a:pt x="1450823" y="42604"/>
                </a:cubicBezTo>
                <a:cubicBezTo>
                  <a:pt x="1448150" y="39793"/>
                  <a:pt x="1444368" y="38388"/>
                  <a:pt x="1439478" y="38388"/>
                </a:cubicBezTo>
                <a:cubicBezTo>
                  <a:pt x="1435822" y="38388"/>
                  <a:pt x="1432383" y="39336"/>
                  <a:pt x="1429162" y="41233"/>
                </a:cubicBezTo>
                <a:cubicBezTo>
                  <a:pt x="1425940" y="43129"/>
                  <a:pt x="1423643" y="45700"/>
                  <a:pt x="1422272" y="48945"/>
                </a:cubicBezTo>
                <a:cubicBezTo>
                  <a:pt x="1420901" y="52189"/>
                  <a:pt x="1420216" y="56668"/>
                  <a:pt x="1420216" y="62380"/>
                </a:cubicBezTo>
                <a:lnTo>
                  <a:pt x="1420216" y="102208"/>
                </a:lnTo>
                <a:lnTo>
                  <a:pt x="1407877" y="102208"/>
                </a:lnTo>
                <a:close/>
                <a:moveTo>
                  <a:pt x="1533157" y="93228"/>
                </a:moveTo>
                <a:cubicBezTo>
                  <a:pt x="1528587" y="97112"/>
                  <a:pt x="1524189" y="99854"/>
                  <a:pt x="1519962" y="101454"/>
                </a:cubicBezTo>
                <a:cubicBezTo>
                  <a:pt x="1515734" y="103053"/>
                  <a:pt x="1511199" y="103853"/>
                  <a:pt x="1506354" y="103853"/>
                </a:cubicBezTo>
                <a:cubicBezTo>
                  <a:pt x="1498357" y="103853"/>
                  <a:pt x="1492210" y="101899"/>
                  <a:pt x="1487914" y="97992"/>
                </a:cubicBezTo>
                <a:cubicBezTo>
                  <a:pt x="1483619" y="94085"/>
                  <a:pt x="1481471" y="89092"/>
                  <a:pt x="1481471" y="83014"/>
                </a:cubicBezTo>
                <a:cubicBezTo>
                  <a:pt x="1481471" y="79449"/>
                  <a:pt x="1482282" y="76193"/>
                  <a:pt x="1483904" y="73246"/>
                </a:cubicBezTo>
                <a:cubicBezTo>
                  <a:pt x="1485527" y="70298"/>
                  <a:pt x="1487652" y="67933"/>
                  <a:pt x="1490279" y="66151"/>
                </a:cubicBezTo>
                <a:cubicBezTo>
                  <a:pt x="1492907" y="64368"/>
                  <a:pt x="1495866" y="63020"/>
                  <a:pt x="1499157" y="62106"/>
                </a:cubicBezTo>
                <a:cubicBezTo>
                  <a:pt x="1501579" y="61466"/>
                  <a:pt x="1505235" y="60849"/>
                  <a:pt x="1510125" y="60255"/>
                </a:cubicBezTo>
                <a:cubicBezTo>
                  <a:pt x="1520087" y="59067"/>
                  <a:pt x="1527422" y="57650"/>
                  <a:pt x="1532129" y="56005"/>
                </a:cubicBezTo>
                <a:cubicBezTo>
                  <a:pt x="1532175" y="54314"/>
                  <a:pt x="1532198" y="53240"/>
                  <a:pt x="1532198" y="52783"/>
                </a:cubicBezTo>
                <a:cubicBezTo>
                  <a:pt x="1532198" y="47756"/>
                  <a:pt x="1531032" y="44215"/>
                  <a:pt x="1528702" y="42158"/>
                </a:cubicBezTo>
                <a:cubicBezTo>
                  <a:pt x="1525548" y="39371"/>
                  <a:pt x="1520864" y="37977"/>
                  <a:pt x="1514649" y="37977"/>
                </a:cubicBezTo>
                <a:cubicBezTo>
                  <a:pt x="1508845" y="37977"/>
                  <a:pt x="1504561" y="38993"/>
                  <a:pt x="1501796" y="41027"/>
                </a:cubicBezTo>
                <a:cubicBezTo>
                  <a:pt x="1499031" y="43061"/>
                  <a:pt x="1496986" y="46660"/>
                  <a:pt x="1495661" y="51824"/>
                </a:cubicBezTo>
                <a:lnTo>
                  <a:pt x="1483596" y="50179"/>
                </a:lnTo>
                <a:cubicBezTo>
                  <a:pt x="1484693" y="45014"/>
                  <a:pt x="1486498" y="40844"/>
                  <a:pt x="1489011" y="37668"/>
                </a:cubicBezTo>
                <a:cubicBezTo>
                  <a:pt x="1491525" y="34492"/>
                  <a:pt x="1495158" y="32047"/>
                  <a:pt x="1499911" y="30333"/>
                </a:cubicBezTo>
                <a:cubicBezTo>
                  <a:pt x="1504663" y="28620"/>
                  <a:pt x="1510170" y="27763"/>
                  <a:pt x="1516431" y="27763"/>
                </a:cubicBezTo>
                <a:cubicBezTo>
                  <a:pt x="1522646" y="27763"/>
                  <a:pt x="1527696" y="28494"/>
                  <a:pt x="1531581" y="29956"/>
                </a:cubicBezTo>
                <a:cubicBezTo>
                  <a:pt x="1535465" y="31419"/>
                  <a:pt x="1538321" y="33258"/>
                  <a:pt x="1540149" y="35475"/>
                </a:cubicBezTo>
                <a:cubicBezTo>
                  <a:pt x="1541977" y="37691"/>
                  <a:pt x="1543257" y="40490"/>
                  <a:pt x="1543988" y="43872"/>
                </a:cubicBezTo>
                <a:cubicBezTo>
                  <a:pt x="1544400" y="45974"/>
                  <a:pt x="1544605" y="49767"/>
                  <a:pt x="1544605" y="55251"/>
                </a:cubicBezTo>
                <a:lnTo>
                  <a:pt x="1544605" y="71703"/>
                </a:lnTo>
                <a:cubicBezTo>
                  <a:pt x="1544605" y="83174"/>
                  <a:pt x="1544868" y="90429"/>
                  <a:pt x="1545394" y="93468"/>
                </a:cubicBezTo>
                <a:cubicBezTo>
                  <a:pt x="1545919" y="96507"/>
                  <a:pt x="1546959" y="99420"/>
                  <a:pt x="1548513" y="102208"/>
                </a:cubicBezTo>
                <a:lnTo>
                  <a:pt x="1535625" y="102208"/>
                </a:lnTo>
                <a:cubicBezTo>
                  <a:pt x="1534346" y="99649"/>
                  <a:pt x="1533523" y="96655"/>
                  <a:pt x="1533157" y="93228"/>
                </a:cubicBezTo>
                <a:moveTo>
                  <a:pt x="1532129" y="65671"/>
                </a:moveTo>
                <a:cubicBezTo>
                  <a:pt x="1527651" y="67499"/>
                  <a:pt x="1520933" y="69053"/>
                  <a:pt x="1511975" y="70332"/>
                </a:cubicBezTo>
                <a:cubicBezTo>
                  <a:pt x="1506903" y="71063"/>
                  <a:pt x="1503315" y="71886"/>
                  <a:pt x="1501213" y="72800"/>
                </a:cubicBezTo>
                <a:cubicBezTo>
                  <a:pt x="1499111" y="73714"/>
                  <a:pt x="1497489" y="75051"/>
                  <a:pt x="1496346" y="76810"/>
                </a:cubicBezTo>
                <a:cubicBezTo>
                  <a:pt x="1495204" y="78570"/>
                  <a:pt x="1494632" y="80523"/>
                  <a:pt x="1494632" y="82671"/>
                </a:cubicBezTo>
                <a:cubicBezTo>
                  <a:pt x="1494632" y="85962"/>
                  <a:pt x="1495878" y="88704"/>
                  <a:pt x="1498368" y="90897"/>
                </a:cubicBezTo>
                <a:cubicBezTo>
                  <a:pt x="1500859" y="93091"/>
                  <a:pt x="1504504" y="94188"/>
                  <a:pt x="1509302" y="94188"/>
                </a:cubicBezTo>
                <a:cubicBezTo>
                  <a:pt x="1514055" y="94188"/>
                  <a:pt x="1518282" y="93148"/>
                  <a:pt x="1521984" y="91069"/>
                </a:cubicBezTo>
                <a:cubicBezTo>
                  <a:pt x="1525685" y="88989"/>
                  <a:pt x="1528405" y="86144"/>
                  <a:pt x="1530141" y="82534"/>
                </a:cubicBezTo>
                <a:cubicBezTo>
                  <a:pt x="1531467" y="79746"/>
                  <a:pt x="1532129" y="75633"/>
                  <a:pt x="1532129" y="70195"/>
                </a:cubicBezTo>
                <a:lnTo>
                  <a:pt x="1532129" y="65671"/>
                </a:lnTo>
                <a:close/>
                <a:moveTo>
                  <a:pt x="1558493" y="80478"/>
                </a:moveTo>
                <a:lnTo>
                  <a:pt x="1570695" y="78558"/>
                </a:lnTo>
                <a:cubicBezTo>
                  <a:pt x="1571381" y="83448"/>
                  <a:pt x="1573289" y="87196"/>
                  <a:pt x="1576419" y="89800"/>
                </a:cubicBezTo>
                <a:cubicBezTo>
                  <a:pt x="1579550" y="92405"/>
                  <a:pt x="1583925" y="93708"/>
                  <a:pt x="1589546" y="93708"/>
                </a:cubicBezTo>
                <a:cubicBezTo>
                  <a:pt x="1595213" y="93708"/>
                  <a:pt x="1599418" y="92554"/>
                  <a:pt x="1602160" y="90246"/>
                </a:cubicBezTo>
                <a:cubicBezTo>
                  <a:pt x="1604902" y="87938"/>
                  <a:pt x="1606273" y="85230"/>
                  <a:pt x="1606273" y="82123"/>
                </a:cubicBezTo>
                <a:cubicBezTo>
                  <a:pt x="1606273" y="79335"/>
                  <a:pt x="1605062" y="77142"/>
                  <a:pt x="1602639" y="75542"/>
                </a:cubicBezTo>
                <a:cubicBezTo>
                  <a:pt x="1600949" y="74445"/>
                  <a:pt x="1596744" y="73051"/>
                  <a:pt x="1590026" y="71360"/>
                </a:cubicBezTo>
                <a:cubicBezTo>
                  <a:pt x="1580978" y="69075"/>
                  <a:pt x="1574705" y="67099"/>
                  <a:pt x="1571209" y="65431"/>
                </a:cubicBezTo>
                <a:cubicBezTo>
                  <a:pt x="1567713" y="63763"/>
                  <a:pt x="1565063" y="61455"/>
                  <a:pt x="1563258" y="58507"/>
                </a:cubicBezTo>
                <a:cubicBezTo>
                  <a:pt x="1561452" y="55560"/>
                  <a:pt x="1560550" y="52304"/>
                  <a:pt x="1560550" y="48739"/>
                </a:cubicBezTo>
                <a:cubicBezTo>
                  <a:pt x="1560550" y="45494"/>
                  <a:pt x="1561292" y="42490"/>
                  <a:pt x="1562778" y="39725"/>
                </a:cubicBezTo>
                <a:cubicBezTo>
                  <a:pt x="1564263" y="36960"/>
                  <a:pt x="1566285" y="34663"/>
                  <a:pt x="1568844" y="32835"/>
                </a:cubicBezTo>
                <a:cubicBezTo>
                  <a:pt x="1570764" y="31419"/>
                  <a:pt x="1573380" y="30219"/>
                  <a:pt x="1576693" y="29237"/>
                </a:cubicBezTo>
                <a:cubicBezTo>
                  <a:pt x="1580007" y="28254"/>
                  <a:pt x="1583560" y="27763"/>
                  <a:pt x="1587353" y="27763"/>
                </a:cubicBezTo>
                <a:cubicBezTo>
                  <a:pt x="1593065" y="27763"/>
                  <a:pt x="1598081" y="28585"/>
                  <a:pt x="1602400" y="30231"/>
                </a:cubicBezTo>
                <a:cubicBezTo>
                  <a:pt x="1606718" y="31876"/>
                  <a:pt x="1609906" y="34104"/>
                  <a:pt x="1611962" y="36914"/>
                </a:cubicBezTo>
                <a:cubicBezTo>
                  <a:pt x="1614019" y="39725"/>
                  <a:pt x="1615435" y="43484"/>
                  <a:pt x="1616212" y="48191"/>
                </a:cubicBezTo>
                <a:lnTo>
                  <a:pt x="1604148" y="49836"/>
                </a:lnTo>
                <a:cubicBezTo>
                  <a:pt x="1603599" y="46088"/>
                  <a:pt x="1602011" y="43164"/>
                  <a:pt x="1599383" y="41061"/>
                </a:cubicBezTo>
                <a:cubicBezTo>
                  <a:pt x="1596756" y="38959"/>
                  <a:pt x="1593042" y="37908"/>
                  <a:pt x="1588244" y="37908"/>
                </a:cubicBezTo>
                <a:cubicBezTo>
                  <a:pt x="1582577" y="37908"/>
                  <a:pt x="1578533" y="38845"/>
                  <a:pt x="1576111" y="40719"/>
                </a:cubicBezTo>
                <a:cubicBezTo>
                  <a:pt x="1573689" y="42592"/>
                  <a:pt x="1572477" y="44786"/>
                  <a:pt x="1572477" y="47299"/>
                </a:cubicBezTo>
                <a:cubicBezTo>
                  <a:pt x="1572477" y="48899"/>
                  <a:pt x="1572980" y="50338"/>
                  <a:pt x="1573986" y="51618"/>
                </a:cubicBezTo>
                <a:cubicBezTo>
                  <a:pt x="1574991" y="52943"/>
                  <a:pt x="1576568" y="54040"/>
                  <a:pt x="1578716" y="54908"/>
                </a:cubicBezTo>
                <a:cubicBezTo>
                  <a:pt x="1579949" y="55365"/>
                  <a:pt x="1583583" y="56417"/>
                  <a:pt x="1589615" y="58062"/>
                </a:cubicBezTo>
                <a:cubicBezTo>
                  <a:pt x="1598344" y="60392"/>
                  <a:pt x="1604433" y="62300"/>
                  <a:pt x="1607884" y="63786"/>
                </a:cubicBezTo>
                <a:cubicBezTo>
                  <a:pt x="1611334" y="65271"/>
                  <a:pt x="1614042" y="67430"/>
                  <a:pt x="1616007" y="70264"/>
                </a:cubicBezTo>
                <a:cubicBezTo>
                  <a:pt x="1617972" y="73097"/>
                  <a:pt x="1618954" y="76616"/>
                  <a:pt x="1618954" y="80820"/>
                </a:cubicBezTo>
                <a:cubicBezTo>
                  <a:pt x="1618954" y="84933"/>
                  <a:pt x="1617755" y="88806"/>
                  <a:pt x="1615355" y="92440"/>
                </a:cubicBezTo>
                <a:cubicBezTo>
                  <a:pt x="1612956" y="96073"/>
                  <a:pt x="1609494" y="98883"/>
                  <a:pt x="1604970" y="100871"/>
                </a:cubicBezTo>
                <a:cubicBezTo>
                  <a:pt x="1600446" y="102859"/>
                  <a:pt x="1595327" y="103853"/>
                  <a:pt x="1589615" y="103853"/>
                </a:cubicBezTo>
                <a:cubicBezTo>
                  <a:pt x="1580155" y="103853"/>
                  <a:pt x="1572946" y="101888"/>
                  <a:pt x="1567987" y="97958"/>
                </a:cubicBezTo>
                <a:cubicBezTo>
                  <a:pt x="1563029" y="94028"/>
                  <a:pt x="1559864" y="88201"/>
                  <a:pt x="1558493" y="80478"/>
                </a:cubicBezTo>
                <a:close/>
                <a:moveTo>
                  <a:pt x="1683189" y="102208"/>
                </a:moveTo>
                <a:lnTo>
                  <a:pt x="1671742" y="102208"/>
                </a:lnTo>
                <a:lnTo>
                  <a:pt x="1671742" y="1714"/>
                </a:lnTo>
                <a:lnTo>
                  <a:pt x="1684081" y="1714"/>
                </a:lnTo>
                <a:lnTo>
                  <a:pt x="1684081" y="37565"/>
                </a:lnTo>
                <a:cubicBezTo>
                  <a:pt x="1689290" y="31030"/>
                  <a:pt x="1695940" y="27763"/>
                  <a:pt x="1704029" y="27763"/>
                </a:cubicBezTo>
                <a:cubicBezTo>
                  <a:pt x="1708507" y="27763"/>
                  <a:pt x="1712746" y="28665"/>
                  <a:pt x="1716745" y="30470"/>
                </a:cubicBezTo>
                <a:cubicBezTo>
                  <a:pt x="1720743" y="32276"/>
                  <a:pt x="1724034" y="34812"/>
                  <a:pt x="1726616" y="38079"/>
                </a:cubicBezTo>
                <a:cubicBezTo>
                  <a:pt x="1729198" y="41347"/>
                  <a:pt x="1731220" y="45289"/>
                  <a:pt x="1732682" y="49904"/>
                </a:cubicBezTo>
                <a:cubicBezTo>
                  <a:pt x="1734145" y="54520"/>
                  <a:pt x="1734876" y="59456"/>
                  <a:pt x="1734876" y="64711"/>
                </a:cubicBezTo>
                <a:cubicBezTo>
                  <a:pt x="1734876" y="77187"/>
                  <a:pt x="1731791" y="86830"/>
                  <a:pt x="1725622" y="93639"/>
                </a:cubicBezTo>
                <a:cubicBezTo>
                  <a:pt x="1719452" y="100448"/>
                  <a:pt x="1712049" y="103853"/>
                  <a:pt x="1703412" y="103853"/>
                </a:cubicBezTo>
                <a:cubicBezTo>
                  <a:pt x="1694820" y="103853"/>
                  <a:pt x="1688079" y="100266"/>
                  <a:pt x="1683189" y="93091"/>
                </a:cubicBezTo>
                <a:lnTo>
                  <a:pt x="1683189" y="102208"/>
                </a:lnTo>
                <a:moveTo>
                  <a:pt x="1683052" y="65260"/>
                </a:moveTo>
                <a:cubicBezTo>
                  <a:pt x="1683052" y="73988"/>
                  <a:pt x="1684241" y="80295"/>
                  <a:pt x="1686617" y="84179"/>
                </a:cubicBezTo>
                <a:cubicBezTo>
                  <a:pt x="1690501" y="90532"/>
                  <a:pt x="1695757" y="93708"/>
                  <a:pt x="1702383" y="93708"/>
                </a:cubicBezTo>
                <a:cubicBezTo>
                  <a:pt x="1707776" y="93708"/>
                  <a:pt x="1712437" y="91366"/>
                  <a:pt x="1716368" y="86681"/>
                </a:cubicBezTo>
                <a:cubicBezTo>
                  <a:pt x="1720298" y="81997"/>
                  <a:pt x="1722263" y="75016"/>
                  <a:pt x="1722263" y="65739"/>
                </a:cubicBezTo>
                <a:cubicBezTo>
                  <a:pt x="1722263" y="56234"/>
                  <a:pt x="1720378" y="49219"/>
                  <a:pt x="1716608" y="44695"/>
                </a:cubicBezTo>
                <a:cubicBezTo>
                  <a:pt x="1712837" y="40170"/>
                  <a:pt x="1708279" y="37908"/>
                  <a:pt x="1702932" y="37908"/>
                </a:cubicBezTo>
                <a:cubicBezTo>
                  <a:pt x="1697539" y="37908"/>
                  <a:pt x="1692878" y="40250"/>
                  <a:pt x="1688948" y="44934"/>
                </a:cubicBezTo>
                <a:cubicBezTo>
                  <a:pt x="1685017" y="49619"/>
                  <a:pt x="1683052" y="56394"/>
                  <a:pt x="1683052" y="65260"/>
                </a:cubicBezTo>
                <a:close/>
                <a:moveTo>
                  <a:pt x="1799422" y="78764"/>
                </a:moveTo>
                <a:lnTo>
                  <a:pt x="1812173" y="80341"/>
                </a:lnTo>
                <a:cubicBezTo>
                  <a:pt x="1810162" y="87790"/>
                  <a:pt x="1806437" y="93571"/>
                  <a:pt x="1800999" y="97684"/>
                </a:cubicBezTo>
                <a:cubicBezTo>
                  <a:pt x="1795561" y="101797"/>
                  <a:pt x="1788614" y="103853"/>
                  <a:pt x="1780160" y="103853"/>
                </a:cubicBezTo>
                <a:cubicBezTo>
                  <a:pt x="1769512" y="103853"/>
                  <a:pt x="1761069" y="100574"/>
                  <a:pt x="1754831" y="94016"/>
                </a:cubicBezTo>
                <a:cubicBezTo>
                  <a:pt x="1748592" y="87458"/>
                  <a:pt x="1745473" y="78261"/>
                  <a:pt x="1745473" y="66425"/>
                </a:cubicBezTo>
                <a:cubicBezTo>
                  <a:pt x="1745473" y="54177"/>
                  <a:pt x="1748627" y="44672"/>
                  <a:pt x="1754933" y="37908"/>
                </a:cubicBezTo>
                <a:cubicBezTo>
                  <a:pt x="1761240" y="31145"/>
                  <a:pt x="1769420" y="27763"/>
                  <a:pt x="1779474" y="27763"/>
                </a:cubicBezTo>
                <a:cubicBezTo>
                  <a:pt x="1789208" y="27763"/>
                  <a:pt x="1797160" y="31076"/>
                  <a:pt x="1803330" y="37702"/>
                </a:cubicBezTo>
                <a:cubicBezTo>
                  <a:pt x="1809499" y="44329"/>
                  <a:pt x="1812584" y="53652"/>
                  <a:pt x="1812584" y="65671"/>
                </a:cubicBezTo>
                <a:cubicBezTo>
                  <a:pt x="1812584" y="66402"/>
                  <a:pt x="1812561" y="67499"/>
                  <a:pt x="1812515" y="68961"/>
                </a:cubicBezTo>
                <a:lnTo>
                  <a:pt x="1758224" y="68961"/>
                </a:lnTo>
                <a:cubicBezTo>
                  <a:pt x="1758681" y="76959"/>
                  <a:pt x="1760943" y="83083"/>
                  <a:pt x="1765010" y="87333"/>
                </a:cubicBezTo>
                <a:cubicBezTo>
                  <a:pt x="1769077" y="91583"/>
                  <a:pt x="1774150" y="93708"/>
                  <a:pt x="1780228" y="93708"/>
                </a:cubicBezTo>
                <a:cubicBezTo>
                  <a:pt x="1784753" y="93708"/>
                  <a:pt x="1788614" y="92520"/>
                  <a:pt x="1791813" y="90143"/>
                </a:cubicBezTo>
                <a:cubicBezTo>
                  <a:pt x="1795012" y="87767"/>
                  <a:pt x="1797549" y="83974"/>
                  <a:pt x="1799422" y="78764"/>
                </a:cubicBezTo>
                <a:moveTo>
                  <a:pt x="1758909" y="58816"/>
                </a:moveTo>
                <a:lnTo>
                  <a:pt x="1799559" y="58816"/>
                </a:lnTo>
                <a:cubicBezTo>
                  <a:pt x="1799011" y="52692"/>
                  <a:pt x="1797457" y="48099"/>
                  <a:pt x="1794898" y="45037"/>
                </a:cubicBezTo>
                <a:cubicBezTo>
                  <a:pt x="1790968" y="40285"/>
                  <a:pt x="1785872" y="37908"/>
                  <a:pt x="1779611" y="37908"/>
                </a:cubicBezTo>
                <a:cubicBezTo>
                  <a:pt x="1773945" y="37908"/>
                  <a:pt x="1769180" y="39805"/>
                  <a:pt x="1765319" y="43598"/>
                </a:cubicBezTo>
                <a:cubicBezTo>
                  <a:pt x="1761457" y="47391"/>
                  <a:pt x="1759321" y="52464"/>
                  <a:pt x="1758909" y="58816"/>
                </a:cubicBezTo>
                <a:close/>
                <a:moveTo>
                  <a:pt x="1877199" y="78764"/>
                </a:moveTo>
                <a:lnTo>
                  <a:pt x="1889949" y="80341"/>
                </a:lnTo>
                <a:cubicBezTo>
                  <a:pt x="1887938" y="87790"/>
                  <a:pt x="1884214" y="93571"/>
                  <a:pt x="1878775" y="97684"/>
                </a:cubicBezTo>
                <a:cubicBezTo>
                  <a:pt x="1873337" y="101797"/>
                  <a:pt x="1866391" y="103853"/>
                  <a:pt x="1857936" y="103853"/>
                </a:cubicBezTo>
                <a:cubicBezTo>
                  <a:pt x="1847288" y="103853"/>
                  <a:pt x="1838845" y="100574"/>
                  <a:pt x="1832607" y="94016"/>
                </a:cubicBezTo>
                <a:cubicBezTo>
                  <a:pt x="1826369" y="87458"/>
                  <a:pt x="1823250" y="78261"/>
                  <a:pt x="1823250" y="66425"/>
                </a:cubicBezTo>
                <a:cubicBezTo>
                  <a:pt x="1823250" y="54177"/>
                  <a:pt x="1826403" y="44672"/>
                  <a:pt x="1832710" y="37908"/>
                </a:cubicBezTo>
                <a:cubicBezTo>
                  <a:pt x="1839016" y="31145"/>
                  <a:pt x="1847197" y="27763"/>
                  <a:pt x="1857251" y="27763"/>
                </a:cubicBezTo>
                <a:cubicBezTo>
                  <a:pt x="1866985" y="27763"/>
                  <a:pt x="1874937" y="31076"/>
                  <a:pt x="1881106" y="37702"/>
                </a:cubicBezTo>
                <a:cubicBezTo>
                  <a:pt x="1887276" y="44329"/>
                  <a:pt x="1890360" y="53652"/>
                  <a:pt x="1890360" y="65671"/>
                </a:cubicBezTo>
                <a:cubicBezTo>
                  <a:pt x="1890360" y="66402"/>
                  <a:pt x="1890338" y="67499"/>
                  <a:pt x="1890292" y="68961"/>
                </a:cubicBezTo>
                <a:lnTo>
                  <a:pt x="1836000" y="68961"/>
                </a:lnTo>
                <a:cubicBezTo>
                  <a:pt x="1836457" y="76959"/>
                  <a:pt x="1838719" y="83083"/>
                  <a:pt x="1842787" y="87333"/>
                </a:cubicBezTo>
                <a:cubicBezTo>
                  <a:pt x="1846854" y="91583"/>
                  <a:pt x="1851927" y="93708"/>
                  <a:pt x="1858005" y="93708"/>
                </a:cubicBezTo>
                <a:cubicBezTo>
                  <a:pt x="1862529" y="93708"/>
                  <a:pt x="1866391" y="92520"/>
                  <a:pt x="1869590" y="90143"/>
                </a:cubicBezTo>
                <a:cubicBezTo>
                  <a:pt x="1872789" y="87767"/>
                  <a:pt x="1875325" y="83974"/>
                  <a:pt x="1877199" y="78764"/>
                </a:cubicBezTo>
                <a:moveTo>
                  <a:pt x="1836686" y="58816"/>
                </a:moveTo>
                <a:lnTo>
                  <a:pt x="1877336" y="58816"/>
                </a:lnTo>
                <a:cubicBezTo>
                  <a:pt x="1876788" y="52692"/>
                  <a:pt x="1875234" y="48099"/>
                  <a:pt x="1872675" y="45037"/>
                </a:cubicBezTo>
                <a:cubicBezTo>
                  <a:pt x="1868744" y="40285"/>
                  <a:pt x="1863649" y="37908"/>
                  <a:pt x="1857388" y="37908"/>
                </a:cubicBezTo>
                <a:cubicBezTo>
                  <a:pt x="1851721" y="37908"/>
                  <a:pt x="1846957" y="39805"/>
                  <a:pt x="1843095" y="43598"/>
                </a:cubicBezTo>
                <a:cubicBezTo>
                  <a:pt x="1839234" y="47391"/>
                  <a:pt x="1837097" y="52464"/>
                  <a:pt x="1836686" y="58816"/>
                </a:cubicBezTo>
                <a:close/>
                <a:moveTo>
                  <a:pt x="1905139" y="102208"/>
                </a:moveTo>
                <a:lnTo>
                  <a:pt x="1905139" y="29408"/>
                </a:lnTo>
                <a:lnTo>
                  <a:pt x="1916244" y="29408"/>
                </a:lnTo>
                <a:lnTo>
                  <a:pt x="1916244" y="39759"/>
                </a:lnTo>
                <a:cubicBezTo>
                  <a:pt x="1921591" y="31761"/>
                  <a:pt x="1929315" y="27763"/>
                  <a:pt x="1939414" y="27763"/>
                </a:cubicBezTo>
                <a:cubicBezTo>
                  <a:pt x="1943801" y="27763"/>
                  <a:pt x="1947834" y="28551"/>
                  <a:pt x="1951513" y="30128"/>
                </a:cubicBezTo>
                <a:cubicBezTo>
                  <a:pt x="1955192" y="31704"/>
                  <a:pt x="1957946" y="33772"/>
                  <a:pt x="1959774" y="36331"/>
                </a:cubicBezTo>
                <a:cubicBezTo>
                  <a:pt x="1961602" y="38891"/>
                  <a:pt x="1962881" y="41930"/>
                  <a:pt x="1963612" y="45449"/>
                </a:cubicBezTo>
                <a:cubicBezTo>
                  <a:pt x="1964069" y="47734"/>
                  <a:pt x="1964298" y="51732"/>
                  <a:pt x="1964298" y="57445"/>
                </a:cubicBezTo>
                <a:lnTo>
                  <a:pt x="1964298" y="102208"/>
                </a:lnTo>
                <a:lnTo>
                  <a:pt x="1951959" y="102208"/>
                </a:lnTo>
                <a:lnTo>
                  <a:pt x="1951959" y="57925"/>
                </a:lnTo>
                <a:cubicBezTo>
                  <a:pt x="1951959" y="52898"/>
                  <a:pt x="1951479" y="49139"/>
                  <a:pt x="1950519" y="46648"/>
                </a:cubicBezTo>
                <a:cubicBezTo>
                  <a:pt x="1949560" y="44158"/>
                  <a:pt x="1947857" y="42170"/>
                  <a:pt x="1945412" y="40684"/>
                </a:cubicBezTo>
                <a:cubicBezTo>
                  <a:pt x="1942967" y="39199"/>
                  <a:pt x="1940100" y="38457"/>
                  <a:pt x="1936809" y="38457"/>
                </a:cubicBezTo>
                <a:cubicBezTo>
                  <a:pt x="1931554" y="38457"/>
                  <a:pt x="1927018" y="40125"/>
                  <a:pt x="1923202" y="43461"/>
                </a:cubicBezTo>
                <a:cubicBezTo>
                  <a:pt x="1919386" y="46797"/>
                  <a:pt x="1917478" y="53126"/>
                  <a:pt x="1917478" y="62449"/>
                </a:cubicBezTo>
                <a:lnTo>
                  <a:pt x="1917478" y="102208"/>
                </a:lnTo>
                <a:lnTo>
                  <a:pt x="1905139" y="102208"/>
                </a:lnTo>
                <a:close/>
                <a:moveTo>
                  <a:pt x="2048322" y="91171"/>
                </a:moveTo>
                <a:lnTo>
                  <a:pt x="2050105" y="102071"/>
                </a:lnTo>
                <a:cubicBezTo>
                  <a:pt x="2046631" y="102802"/>
                  <a:pt x="2043524" y="103168"/>
                  <a:pt x="2040782" y="103168"/>
                </a:cubicBezTo>
                <a:cubicBezTo>
                  <a:pt x="2036303" y="103168"/>
                  <a:pt x="2032830" y="102459"/>
                  <a:pt x="2030362" y="101043"/>
                </a:cubicBezTo>
                <a:cubicBezTo>
                  <a:pt x="2027894" y="99626"/>
                  <a:pt x="2026158" y="97764"/>
                  <a:pt x="2025152" y="95456"/>
                </a:cubicBezTo>
                <a:cubicBezTo>
                  <a:pt x="2024147" y="93148"/>
                  <a:pt x="2023644" y="88292"/>
                  <a:pt x="2023644" y="80889"/>
                </a:cubicBezTo>
                <a:lnTo>
                  <a:pt x="2023644" y="39005"/>
                </a:lnTo>
                <a:lnTo>
                  <a:pt x="2014596" y="39005"/>
                </a:lnTo>
                <a:lnTo>
                  <a:pt x="2014596" y="29408"/>
                </a:lnTo>
                <a:lnTo>
                  <a:pt x="2023644" y="29408"/>
                </a:lnTo>
                <a:lnTo>
                  <a:pt x="2023644" y="11379"/>
                </a:lnTo>
                <a:lnTo>
                  <a:pt x="2035915" y="3976"/>
                </a:lnTo>
                <a:lnTo>
                  <a:pt x="2035915" y="29408"/>
                </a:lnTo>
                <a:lnTo>
                  <a:pt x="2048322" y="29408"/>
                </a:lnTo>
                <a:lnTo>
                  <a:pt x="2048322" y="39005"/>
                </a:lnTo>
                <a:lnTo>
                  <a:pt x="2035915" y="39005"/>
                </a:lnTo>
                <a:lnTo>
                  <a:pt x="2035915" y="81574"/>
                </a:lnTo>
                <a:cubicBezTo>
                  <a:pt x="2035915" y="85093"/>
                  <a:pt x="2036132" y="87355"/>
                  <a:pt x="2036566" y="88361"/>
                </a:cubicBezTo>
                <a:cubicBezTo>
                  <a:pt x="2037000" y="89366"/>
                  <a:pt x="2037708" y="90166"/>
                  <a:pt x="2038691" y="90760"/>
                </a:cubicBezTo>
                <a:cubicBezTo>
                  <a:pt x="2039674" y="91354"/>
                  <a:pt x="2041079" y="91651"/>
                  <a:pt x="2042907" y="91651"/>
                </a:cubicBezTo>
                <a:cubicBezTo>
                  <a:pt x="2044278" y="91651"/>
                  <a:pt x="2046083" y="91491"/>
                  <a:pt x="2048322" y="91171"/>
                </a:cubicBezTo>
                <a:close/>
                <a:moveTo>
                  <a:pt x="2059713" y="102208"/>
                </a:moveTo>
                <a:lnTo>
                  <a:pt x="2059713" y="29408"/>
                </a:lnTo>
                <a:lnTo>
                  <a:pt x="2070818" y="29408"/>
                </a:lnTo>
                <a:lnTo>
                  <a:pt x="2070818" y="40444"/>
                </a:lnTo>
                <a:cubicBezTo>
                  <a:pt x="2073651" y="35280"/>
                  <a:pt x="2076267" y="31876"/>
                  <a:pt x="2078667" y="30231"/>
                </a:cubicBezTo>
                <a:cubicBezTo>
                  <a:pt x="2081066" y="28585"/>
                  <a:pt x="2083705" y="27763"/>
                  <a:pt x="2086584" y="27763"/>
                </a:cubicBezTo>
                <a:cubicBezTo>
                  <a:pt x="2090743" y="27763"/>
                  <a:pt x="2094970" y="29088"/>
                  <a:pt x="2099266" y="31739"/>
                </a:cubicBezTo>
                <a:lnTo>
                  <a:pt x="2095016" y="43186"/>
                </a:lnTo>
                <a:cubicBezTo>
                  <a:pt x="2092000" y="41404"/>
                  <a:pt x="2088983" y="40513"/>
                  <a:pt x="2085967" y="40513"/>
                </a:cubicBezTo>
                <a:cubicBezTo>
                  <a:pt x="2083271" y="40513"/>
                  <a:pt x="2080849" y="41324"/>
                  <a:pt x="2078701" y="42947"/>
                </a:cubicBezTo>
                <a:cubicBezTo>
                  <a:pt x="2076553" y="44569"/>
                  <a:pt x="2075022" y="46820"/>
                  <a:pt x="2074108" y="49699"/>
                </a:cubicBezTo>
                <a:cubicBezTo>
                  <a:pt x="2072737" y="54086"/>
                  <a:pt x="2072052" y="58884"/>
                  <a:pt x="2072052" y="64094"/>
                </a:cubicBezTo>
                <a:lnTo>
                  <a:pt x="2072052" y="102208"/>
                </a:lnTo>
                <a:lnTo>
                  <a:pt x="2059713" y="102208"/>
                </a:lnTo>
                <a:close/>
                <a:moveTo>
                  <a:pt x="2105629" y="130245"/>
                </a:moveTo>
                <a:lnTo>
                  <a:pt x="2104258" y="118660"/>
                </a:lnTo>
                <a:cubicBezTo>
                  <a:pt x="2106954" y="119391"/>
                  <a:pt x="2109308" y="119757"/>
                  <a:pt x="2111319" y="119757"/>
                </a:cubicBezTo>
                <a:cubicBezTo>
                  <a:pt x="2114061" y="119757"/>
                  <a:pt x="2116254" y="119300"/>
                  <a:pt x="2117900" y="118386"/>
                </a:cubicBezTo>
                <a:cubicBezTo>
                  <a:pt x="2119545" y="117472"/>
                  <a:pt x="2120893" y="116192"/>
                  <a:pt x="2121944" y="114547"/>
                </a:cubicBezTo>
                <a:cubicBezTo>
                  <a:pt x="2122721" y="113313"/>
                  <a:pt x="2123978" y="110251"/>
                  <a:pt x="2125714" y="105361"/>
                </a:cubicBezTo>
                <a:cubicBezTo>
                  <a:pt x="2125943" y="104676"/>
                  <a:pt x="2126308" y="103670"/>
                  <a:pt x="2126811" y="102345"/>
                </a:cubicBezTo>
                <a:lnTo>
                  <a:pt x="2099185" y="29408"/>
                </a:lnTo>
                <a:lnTo>
                  <a:pt x="2112484" y="29408"/>
                </a:lnTo>
                <a:lnTo>
                  <a:pt x="2127634" y="71566"/>
                </a:lnTo>
                <a:cubicBezTo>
                  <a:pt x="2129599" y="76913"/>
                  <a:pt x="2131358" y="82534"/>
                  <a:pt x="2132912" y="88429"/>
                </a:cubicBezTo>
                <a:cubicBezTo>
                  <a:pt x="2134329" y="82763"/>
                  <a:pt x="2136020" y="77233"/>
                  <a:pt x="2137985" y="71840"/>
                </a:cubicBezTo>
                <a:lnTo>
                  <a:pt x="2153546" y="29408"/>
                </a:lnTo>
                <a:lnTo>
                  <a:pt x="2165885" y="29408"/>
                </a:lnTo>
                <a:lnTo>
                  <a:pt x="2138190" y="103442"/>
                </a:lnTo>
                <a:cubicBezTo>
                  <a:pt x="2135220" y="111439"/>
                  <a:pt x="2132912" y="116946"/>
                  <a:pt x="2131267" y="119962"/>
                </a:cubicBezTo>
                <a:cubicBezTo>
                  <a:pt x="2129073" y="124030"/>
                  <a:pt x="2126560" y="127012"/>
                  <a:pt x="2123726" y="128908"/>
                </a:cubicBezTo>
                <a:cubicBezTo>
                  <a:pt x="2120893" y="130805"/>
                  <a:pt x="2117511" y="131753"/>
                  <a:pt x="2113581" y="131753"/>
                </a:cubicBezTo>
                <a:cubicBezTo>
                  <a:pt x="2111205" y="131753"/>
                  <a:pt x="2108554" y="131250"/>
                  <a:pt x="2105629" y="130245"/>
                </a:cubicBezTo>
                <a:close/>
                <a:moveTo>
                  <a:pt x="2176161" y="15904"/>
                </a:moveTo>
                <a:lnTo>
                  <a:pt x="2176161" y="1714"/>
                </a:lnTo>
                <a:lnTo>
                  <a:pt x="2188500" y="1714"/>
                </a:lnTo>
                <a:lnTo>
                  <a:pt x="2188500" y="15904"/>
                </a:lnTo>
                <a:lnTo>
                  <a:pt x="2176161" y="15904"/>
                </a:lnTo>
                <a:moveTo>
                  <a:pt x="2176161" y="102208"/>
                </a:moveTo>
                <a:lnTo>
                  <a:pt x="2176161" y="29408"/>
                </a:lnTo>
                <a:lnTo>
                  <a:pt x="2188500" y="29408"/>
                </a:lnTo>
                <a:lnTo>
                  <a:pt x="2188500" y="102208"/>
                </a:lnTo>
                <a:lnTo>
                  <a:pt x="2176161" y="102208"/>
                </a:lnTo>
                <a:close/>
                <a:moveTo>
                  <a:pt x="2207540" y="102208"/>
                </a:moveTo>
                <a:lnTo>
                  <a:pt x="2207540" y="29408"/>
                </a:lnTo>
                <a:lnTo>
                  <a:pt x="2218645" y="29408"/>
                </a:lnTo>
                <a:lnTo>
                  <a:pt x="2218645" y="39759"/>
                </a:lnTo>
                <a:cubicBezTo>
                  <a:pt x="2223992" y="31761"/>
                  <a:pt x="2231715" y="27763"/>
                  <a:pt x="2241815" y="27763"/>
                </a:cubicBezTo>
                <a:cubicBezTo>
                  <a:pt x="2246202" y="27763"/>
                  <a:pt x="2250235" y="28551"/>
                  <a:pt x="2253914" y="30128"/>
                </a:cubicBezTo>
                <a:cubicBezTo>
                  <a:pt x="2257593" y="31704"/>
                  <a:pt x="2260346" y="33772"/>
                  <a:pt x="2262174" y="36331"/>
                </a:cubicBezTo>
                <a:cubicBezTo>
                  <a:pt x="2264002" y="38891"/>
                  <a:pt x="2265282" y="41930"/>
                  <a:pt x="2266013" y="45449"/>
                </a:cubicBezTo>
                <a:cubicBezTo>
                  <a:pt x="2266470" y="47734"/>
                  <a:pt x="2266699" y="51732"/>
                  <a:pt x="2266699" y="57445"/>
                </a:cubicBezTo>
                <a:lnTo>
                  <a:pt x="2266699" y="102208"/>
                </a:lnTo>
                <a:lnTo>
                  <a:pt x="2254360" y="102208"/>
                </a:lnTo>
                <a:lnTo>
                  <a:pt x="2254360" y="57925"/>
                </a:lnTo>
                <a:cubicBezTo>
                  <a:pt x="2254360" y="52898"/>
                  <a:pt x="2253880" y="49139"/>
                  <a:pt x="2252920" y="46648"/>
                </a:cubicBezTo>
                <a:cubicBezTo>
                  <a:pt x="2251960" y="44158"/>
                  <a:pt x="2250258" y="42170"/>
                  <a:pt x="2247813" y="40684"/>
                </a:cubicBezTo>
                <a:cubicBezTo>
                  <a:pt x="2245368" y="39199"/>
                  <a:pt x="2242500" y="38457"/>
                  <a:pt x="2239210" y="38457"/>
                </a:cubicBezTo>
                <a:cubicBezTo>
                  <a:pt x="2233955" y="38457"/>
                  <a:pt x="2229419" y="40125"/>
                  <a:pt x="2225603" y="43461"/>
                </a:cubicBezTo>
                <a:cubicBezTo>
                  <a:pt x="2221787" y="46797"/>
                  <a:pt x="2219879" y="53126"/>
                  <a:pt x="2219879" y="62449"/>
                </a:cubicBezTo>
                <a:lnTo>
                  <a:pt x="2219879" y="102208"/>
                </a:lnTo>
                <a:lnTo>
                  <a:pt x="2207540" y="102208"/>
                </a:lnTo>
                <a:close/>
                <a:moveTo>
                  <a:pt x="2283054" y="108240"/>
                </a:moveTo>
                <a:lnTo>
                  <a:pt x="2295050" y="110023"/>
                </a:lnTo>
                <a:cubicBezTo>
                  <a:pt x="2295553" y="113724"/>
                  <a:pt x="2296947" y="116421"/>
                  <a:pt x="2299232" y="118112"/>
                </a:cubicBezTo>
                <a:cubicBezTo>
                  <a:pt x="2302294" y="120397"/>
                  <a:pt x="2306475" y="121539"/>
                  <a:pt x="2311777" y="121539"/>
                </a:cubicBezTo>
                <a:cubicBezTo>
                  <a:pt x="2317489" y="121539"/>
                  <a:pt x="2321899" y="120397"/>
                  <a:pt x="2325007" y="118112"/>
                </a:cubicBezTo>
                <a:cubicBezTo>
                  <a:pt x="2328114" y="115827"/>
                  <a:pt x="2330216" y="112628"/>
                  <a:pt x="2331313" y="108515"/>
                </a:cubicBezTo>
                <a:cubicBezTo>
                  <a:pt x="2331953" y="106001"/>
                  <a:pt x="2332250" y="100723"/>
                  <a:pt x="2332204" y="92680"/>
                </a:cubicBezTo>
                <a:cubicBezTo>
                  <a:pt x="2326812" y="99032"/>
                  <a:pt x="2320094" y="102208"/>
                  <a:pt x="2312051" y="102208"/>
                </a:cubicBezTo>
                <a:cubicBezTo>
                  <a:pt x="2302042" y="102208"/>
                  <a:pt x="2294296" y="98598"/>
                  <a:pt x="2288812" y="91377"/>
                </a:cubicBezTo>
                <a:cubicBezTo>
                  <a:pt x="2283328" y="84156"/>
                  <a:pt x="2280586" y="75496"/>
                  <a:pt x="2280586" y="65397"/>
                </a:cubicBezTo>
                <a:cubicBezTo>
                  <a:pt x="2280586" y="58450"/>
                  <a:pt x="2281843" y="52041"/>
                  <a:pt x="2284357" y="46168"/>
                </a:cubicBezTo>
                <a:cubicBezTo>
                  <a:pt x="2286870" y="40296"/>
                  <a:pt x="2290515" y="35760"/>
                  <a:pt x="2295290" y="32561"/>
                </a:cubicBezTo>
                <a:cubicBezTo>
                  <a:pt x="2300066" y="29362"/>
                  <a:pt x="2305676" y="27763"/>
                  <a:pt x="2312119" y="27763"/>
                </a:cubicBezTo>
                <a:cubicBezTo>
                  <a:pt x="2320711" y="27763"/>
                  <a:pt x="2327794" y="31236"/>
                  <a:pt x="2333370" y="38182"/>
                </a:cubicBezTo>
                <a:lnTo>
                  <a:pt x="2333370" y="29408"/>
                </a:lnTo>
                <a:lnTo>
                  <a:pt x="2344749" y="29408"/>
                </a:lnTo>
                <a:lnTo>
                  <a:pt x="2344749" y="92337"/>
                </a:lnTo>
                <a:cubicBezTo>
                  <a:pt x="2344749" y="103670"/>
                  <a:pt x="2343595" y="111702"/>
                  <a:pt x="2341287" y="116432"/>
                </a:cubicBezTo>
                <a:cubicBezTo>
                  <a:pt x="2338979" y="121162"/>
                  <a:pt x="2335323" y="124898"/>
                  <a:pt x="2330319" y="127640"/>
                </a:cubicBezTo>
                <a:cubicBezTo>
                  <a:pt x="2325315" y="130382"/>
                  <a:pt x="2319157" y="131753"/>
                  <a:pt x="2311845" y="131753"/>
                </a:cubicBezTo>
                <a:cubicBezTo>
                  <a:pt x="2303162" y="131753"/>
                  <a:pt x="2296147" y="129799"/>
                  <a:pt x="2290800" y="125892"/>
                </a:cubicBezTo>
                <a:cubicBezTo>
                  <a:pt x="2285453" y="121985"/>
                  <a:pt x="2282871" y="116101"/>
                  <a:pt x="2283054" y="108240"/>
                </a:cubicBezTo>
                <a:moveTo>
                  <a:pt x="2293268" y="64505"/>
                </a:moveTo>
                <a:cubicBezTo>
                  <a:pt x="2293268" y="74057"/>
                  <a:pt x="2295165" y="81026"/>
                  <a:pt x="2298958" y="85413"/>
                </a:cubicBezTo>
                <a:cubicBezTo>
                  <a:pt x="2302751" y="89800"/>
                  <a:pt x="2307504" y="91994"/>
                  <a:pt x="2313216" y="91994"/>
                </a:cubicBezTo>
                <a:cubicBezTo>
                  <a:pt x="2318883" y="91994"/>
                  <a:pt x="2323636" y="89812"/>
                  <a:pt x="2327474" y="85447"/>
                </a:cubicBezTo>
                <a:cubicBezTo>
                  <a:pt x="2331313" y="81083"/>
                  <a:pt x="2333233" y="74240"/>
                  <a:pt x="2333233" y="64917"/>
                </a:cubicBezTo>
                <a:cubicBezTo>
                  <a:pt x="2333233" y="56005"/>
                  <a:pt x="2331256" y="49287"/>
                  <a:pt x="2327303" y="44763"/>
                </a:cubicBezTo>
                <a:cubicBezTo>
                  <a:pt x="2323350" y="40239"/>
                  <a:pt x="2318586" y="37977"/>
                  <a:pt x="2313010" y="37977"/>
                </a:cubicBezTo>
                <a:cubicBezTo>
                  <a:pt x="2307526" y="37977"/>
                  <a:pt x="2302865" y="40205"/>
                  <a:pt x="2299026" y="44660"/>
                </a:cubicBezTo>
                <a:cubicBezTo>
                  <a:pt x="2295187" y="49116"/>
                  <a:pt x="2293268" y="55731"/>
                  <a:pt x="2293268" y="64505"/>
                </a:cubicBezTo>
                <a:close/>
                <a:moveTo>
                  <a:pt x="2428499" y="91171"/>
                </a:moveTo>
                <a:lnTo>
                  <a:pt x="2430282" y="102071"/>
                </a:lnTo>
                <a:cubicBezTo>
                  <a:pt x="2426809" y="102802"/>
                  <a:pt x="2423701" y="103168"/>
                  <a:pt x="2420959" y="103168"/>
                </a:cubicBezTo>
                <a:cubicBezTo>
                  <a:pt x="2416480" y="103168"/>
                  <a:pt x="2413007" y="102459"/>
                  <a:pt x="2410539" y="101043"/>
                </a:cubicBezTo>
                <a:cubicBezTo>
                  <a:pt x="2408072" y="99626"/>
                  <a:pt x="2406335" y="97764"/>
                  <a:pt x="2405330" y="95456"/>
                </a:cubicBezTo>
                <a:cubicBezTo>
                  <a:pt x="2404324" y="93148"/>
                  <a:pt x="2403821" y="88292"/>
                  <a:pt x="2403821" y="80889"/>
                </a:cubicBezTo>
                <a:lnTo>
                  <a:pt x="2403821" y="39005"/>
                </a:lnTo>
                <a:lnTo>
                  <a:pt x="2394773" y="39005"/>
                </a:lnTo>
                <a:lnTo>
                  <a:pt x="2394773" y="29408"/>
                </a:lnTo>
                <a:lnTo>
                  <a:pt x="2403821" y="29408"/>
                </a:lnTo>
                <a:lnTo>
                  <a:pt x="2403821" y="11379"/>
                </a:lnTo>
                <a:lnTo>
                  <a:pt x="2416092" y="3976"/>
                </a:lnTo>
                <a:lnTo>
                  <a:pt x="2416092" y="29408"/>
                </a:lnTo>
                <a:lnTo>
                  <a:pt x="2428499" y="29408"/>
                </a:lnTo>
                <a:lnTo>
                  <a:pt x="2428499" y="39005"/>
                </a:lnTo>
                <a:lnTo>
                  <a:pt x="2416092" y="39005"/>
                </a:lnTo>
                <a:lnTo>
                  <a:pt x="2416092" y="81574"/>
                </a:lnTo>
                <a:cubicBezTo>
                  <a:pt x="2416092" y="85093"/>
                  <a:pt x="2416309" y="87355"/>
                  <a:pt x="2416743" y="88361"/>
                </a:cubicBezTo>
                <a:cubicBezTo>
                  <a:pt x="2417177" y="89366"/>
                  <a:pt x="2417886" y="90166"/>
                  <a:pt x="2418868" y="90760"/>
                </a:cubicBezTo>
                <a:cubicBezTo>
                  <a:pt x="2419851" y="91354"/>
                  <a:pt x="2421256" y="91651"/>
                  <a:pt x="2423084" y="91651"/>
                </a:cubicBezTo>
                <a:cubicBezTo>
                  <a:pt x="2424455" y="91651"/>
                  <a:pt x="2426260" y="91491"/>
                  <a:pt x="2428499" y="91171"/>
                </a:cubicBezTo>
                <a:close/>
                <a:moveTo>
                  <a:pt x="2435433" y="65808"/>
                </a:moveTo>
                <a:cubicBezTo>
                  <a:pt x="2435433" y="52326"/>
                  <a:pt x="2439180" y="42341"/>
                  <a:pt x="2446675" y="35852"/>
                </a:cubicBezTo>
                <a:cubicBezTo>
                  <a:pt x="2452936" y="30459"/>
                  <a:pt x="2460568" y="27763"/>
                  <a:pt x="2469571" y="27763"/>
                </a:cubicBezTo>
                <a:cubicBezTo>
                  <a:pt x="2479579" y="27763"/>
                  <a:pt x="2487759" y="31042"/>
                  <a:pt x="2494112" y="37600"/>
                </a:cubicBezTo>
                <a:cubicBezTo>
                  <a:pt x="2500464" y="44158"/>
                  <a:pt x="2503640" y="53218"/>
                  <a:pt x="2503640" y="64780"/>
                </a:cubicBezTo>
                <a:cubicBezTo>
                  <a:pt x="2503640" y="74148"/>
                  <a:pt x="2502235" y="81517"/>
                  <a:pt x="2499424" y="86887"/>
                </a:cubicBezTo>
                <a:cubicBezTo>
                  <a:pt x="2496614" y="92257"/>
                  <a:pt x="2492524" y="96427"/>
                  <a:pt x="2487154" y="99397"/>
                </a:cubicBezTo>
                <a:cubicBezTo>
                  <a:pt x="2481784" y="102368"/>
                  <a:pt x="2475923" y="103853"/>
                  <a:pt x="2469571" y="103853"/>
                </a:cubicBezTo>
                <a:cubicBezTo>
                  <a:pt x="2459380" y="103853"/>
                  <a:pt x="2451142" y="100586"/>
                  <a:pt x="2444859" y="94051"/>
                </a:cubicBezTo>
                <a:cubicBezTo>
                  <a:pt x="2438575" y="87515"/>
                  <a:pt x="2435433" y="78101"/>
                  <a:pt x="2435433" y="65808"/>
                </a:cubicBezTo>
                <a:moveTo>
                  <a:pt x="2448115" y="65808"/>
                </a:moveTo>
                <a:cubicBezTo>
                  <a:pt x="2448115" y="75131"/>
                  <a:pt x="2450148" y="82111"/>
                  <a:pt x="2454216" y="86750"/>
                </a:cubicBezTo>
                <a:cubicBezTo>
                  <a:pt x="2458283" y="91388"/>
                  <a:pt x="2463401" y="93708"/>
                  <a:pt x="2469571" y="93708"/>
                </a:cubicBezTo>
                <a:cubicBezTo>
                  <a:pt x="2475695" y="93708"/>
                  <a:pt x="2480790" y="91377"/>
                  <a:pt x="2484858" y="86716"/>
                </a:cubicBezTo>
                <a:cubicBezTo>
                  <a:pt x="2488925" y="82054"/>
                  <a:pt x="2490958" y="74948"/>
                  <a:pt x="2490958" y="65397"/>
                </a:cubicBezTo>
                <a:cubicBezTo>
                  <a:pt x="2490958" y="56394"/>
                  <a:pt x="2488913" y="49573"/>
                  <a:pt x="2484823" y="44934"/>
                </a:cubicBezTo>
                <a:cubicBezTo>
                  <a:pt x="2480733" y="40296"/>
                  <a:pt x="2475649" y="37977"/>
                  <a:pt x="2469571" y="37977"/>
                </a:cubicBezTo>
                <a:cubicBezTo>
                  <a:pt x="2463401" y="37977"/>
                  <a:pt x="2458283" y="40285"/>
                  <a:pt x="2454216" y="44900"/>
                </a:cubicBezTo>
                <a:cubicBezTo>
                  <a:pt x="2450148" y="49516"/>
                  <a:pt x="2448115" y="56485"/>
                  <a:pt x="2448115" y="65808"/>
                </a:cubicBezTo>
                <a:close/>
                <a:moveTo>
                  <a:pt x="2554007" y="108240"/>
                </a:moveTo>
                <a:lnTo>
                  <a:pt x="2566004" y="110023"/>
                </a:lnTo>
                <a:cubicBezTo>
                  <a:pt x="2566506" y="113724"/>
                  <a:pt x="2567900" y="116421"/>
                  <a:pt x="2570185" y="118112"/>
                </a:cubicBezTo>
                <a:cubicBezTo>
                  <a:pt x="2573247" y="120397"/>
                  <a:pt x="2577429" y="121539"/>
                  <a:pt x="2582730" y="121539"/>
                </a:cubicBezTo>
                <a:cubicBezTo>
                  <a:pt x="2588442" y="121539"/>
                  <a:pt x="2592852" y="120397"/>
                  <a:pt x="2595960" y="118112"/>
                </a:cubicBezTo>
                <a:cubicBezTo>
                  <a:pt x="2599068" y="115827"/>
                  <a:pt x="2601170" y="112628"/>
                  <a:pt x="2602267" y="108515"/>
                </a:cubicBezTo>
                <a:cubicBezTo>
                  <a:pt x="2602906" y="106001"/>
                  <a:pt x="2603203" y="100723"/>
                  <a:pt x="2603158" y="92680"/>
                </a:cubicBezTo>
                <a:cubicBezTo>
                  <a:pt x="2597765" y="99032"/>
                  <a:pt x="2591047" y="102208"/>
                  <a:pt x="2583004" y="102208"/>
                </a:cubicBezTo>
                <a:cubicBezTo>
                  <a:pt x="2572996" y="102208"/>
                  <a:pt x="2565250" y="98598"/>
                  <a:pt x="2559766" y="91377"/>
                </a:cubicBezTo>
                <a:cubicBezTo>
                  <a:pt x="2554282" y="84156"/>
                  <a:pt x="2551540" y="75496"/>
                  <a:pt x="2551540" y="65397"/>
                </a:cubicBezTo>
                <a:cubicBezTo>
                  <a:pt x="2551540" y="58450"/>
                  <a:pt x="2552796" y="52041"/>
                  <a:pt x="2555310" y="46168"/>
                </a:cubicBezTo>
                <a:cubicBezTo>
                  <a:pt x="2557823" y="40296"/>
                  <a:pt x="2561468" y="35760"/>
                  <a:pt x="2566244" y="32561"/>
                </a:cubicBezTo>
                <a:cubicBezTo>
                  <a:pt x="2571019" y="29362"/>
                  <a:pt x="2576629" y="27763"/>
                  <a:pt x="2583073" y="27763"/>
                </a:cubicBezTo>
                <a:cubicBezTo>
                  <a:pt x="2591664" y="27763"/>
                  <a:pt x="2598748" y="31236"/>
                  <a:pt x="2604323" y="38182"/>
                </a:cubicBezTo>
                <a:lnTo>
                  <a:pt x="2604323" y="29408"/>
                </a:lnTo>
                <a:lnTo>
                  <a:pt x="2615702" y="29408"/>
                </a:lnTo>
                <a:lnTo>
                  <a:pt x="2615702" y="92337"/>
                </a:lnTo>
                <a:cubicBezTo>
                  <a:pt x="2615702" y="103670"/>
                  <a:pt x="2614548" y="111702"/>
                  <a:pt x="2612241" y="116432"/>
                </a:cubicBezTo>
                <a:cubicBezTo>
                  <a:pt x="2609933" y="121162"/>
                  <a:pt x="2606277" y="124898"/>
                  <a:pt x="2601273" y="127640"/>
                </a:cubicBezTo>
                <a:cubicBezTo>
                  <a:pt x="2596268" y="130382"/>
                  <a:pt x="2590110" y="131753"/>
                  <a:pt x="2582798" y="131753"/>
                </a:cubicBezTo>
                <a:cubicBezTo>
                  <a:pt x="2574115" y="131753"/>
                  <a:pt x="2567100" y="129799"/>
                  <a:pt x="2561754" y="125892"/>
                </a:cubicBezTo>
                <a:cubicBezTo>
                  <a:pt x="2556407" y="121985"/>
                  <a:pt x="2553825" y="116101"/>
                  <a:pt x="2554007" y="108240"/>
                </a:cubicBezTo>
                <a:moveTo>
                  <a:pt x="2564221" y="64505"/>
                </a:moveTo>
                <a:cubicBezTo>
                  <a:pt x="2564221" y="74057"/>
                  <a:pt x="2566118" y="81026"/>
                  <a:pt x="2569911" y="85413"/>
                </a:cubicBezTo>
                <a:cubicBezTo>
                  <a:pt x="2573704" y="89800"/>
                  <a:pt x="2578457" y="91994"/>
                  <a:pt x="2584169" y="91994"/>
                </a:cubicBezTo>
                <a:cubicBezTo>
                  <a:pt x="2589836" y="91994"/>
                  <a:pt x="2594589" y="89812"/>
                  <a:pt x="2598428" y="85447"/>
                </a:cubicBezTo>
                <a:cubicBezTo>
                  <a:pt x="2602267" y="81083"/>
                  <a:pt x="2604186" y="74240"/>
                  <a:pt x="2604186" y="64917"/>
                </a:cubicBezTo>
                <a:cubicBezTo>
                  <a:pt x="2604186" y="56005"/>
                  <a:pt x="2602209" y="49287"/>
                  <a:pt x="2598256" y="44763"/>
                </a:cubicBezTo>
                <a:cubicBezTo>
                  <a:pt x="2594303" y="40239"/>
                  <a:pt x="2589539" y="37977"/>
                  <a:pt x="2583964" y="37977"/>
                </a:cubicBezTo>
                <a:cubicBezTo>
                  <a:pt x="2578480" y="37977"/>
                  <a:pt x="2573818" y="40205"/>
                  <a:pt x="2569980" y="44660"/>
                </a:cubicBezTo>
                <a:cubicBezTo>
                  <a:pt x="2566141" y="49116"/>
                  <a:pt x="2564221" y="55731"/>
                  <a:pt x="2564221" y="64505"/>
                </a:cubicBezTo>
                <a:close/>
                <a:moveTo>
                  <a:pt x="2683881" y="78764"/>
                </a:moveTo>
                <a:lnTo>
                  <a:pt x="2696632" y="80341"/>
                </a:lnTo>
                <a:cubicBezTo>
                  <a:pt x="2694621" y="87790"/>
                  <a:pt x="2690896" y="93571"/>
                  <a:pt x="2685458" y="97684"/>
                </a:cubicBezTo>
                <a:cubicBezTo>
                  <a:pt x="2680020" y="101797"/>
                  <a:pt x="2673073" y="103853"/>
                  <a:pt x="2664619" y="103853"/>
                </a:cubicBezTo>
                <a:cubicBezTo>
                  <a:pt x="2653971" y="103853"/>
                  <a:pt x="2645528" y="100574"/>
                  <a:pt x="2639290" y="94016"/>
                </a:cubicBezTo>
                <a:cubicBezTo>
                  <a:pt x="2633052" y="87458"/>
                  <a:pt x="2629933" y="78261"/>
                  <a:pt x="2629933" y="66425"/>
                </a:cubicBezTo>
                <a:cubicBezTo>
                  <a:pt x="2629933" y="54177"/>
                  <a:pt x="2633086" y="44672"/>
                  <a:pt x="2639392" y="37908"/>
                </a:cubicBezTo>
                <a:cubicBezTo>
                  <a:pt x="2645699" y="31145"/>
                  <a:pt x="2653879" y="27763"/>
                  <a:pt x="2663933" y="27763"/>
                </a:cubicBezTo>
                <a:cubicBezTo>
                  <a:pt x="2673667" y="27763"/>
                  <a:pt x="2681619" y="31076"/>
                  <a:pt x="2687789" y="37702"/>
                </a:cubicBezTo>
                <a:cubicBezTo>
                  <a:pt x="2693958" y="44329"/>
                  <a:pt x="2697043" y="53652"/>
                  <a:pt x="2697043" y="65671"/>
                </a:cubicBezTo>
                <a:cubicBezTo>
                  <a:pt x="2697043" y="66402"/>
                  <a:pt x="2697020" y="67499"/>
                  <a:pt x="2696974" y="68961"/>
                </a:cubicBezTo>
                <a:lnTo>
                  <a:pt x="2642683" y="68961"/>
                </a:lnTo>
                <a:cubicBezTo>
                  <a:pt x="2643140" y="76959"/>
                  <a:pt x="2645402" y="83083"/>
                  <a:pt x="2649469" y="87333"/>
                </a:cubicBezTo>
                <a:cubicBezTo>
                  <a:pt x="2653537" y="91583"/>
                  <a:pt x="2658609" y="93708"/>
                  <a:pt x="2664687" y="93708"/>
                </a:cubicBezTo>
                <a:cubicBezTo>
                  <a:pt x="2669212" y="93708"/>
                  <a:pt x="2673073" y="92520"/>
                  <a:pt x="2676272" y="90143"/>
                </a:cubicBezTo>
                <a:cubicBezTo>
                  <a:pt x="2679471" y="87767"/>
                  <a:pt x="2682008" y="83974"/>
                  <a:pt x="2683881" y="78764"/>
                </a:cubicBezTo>
                <a:moveTo>
                  <a:pt x="2643368" y="58816"/>
                </a:moveTo>
                <a:lnTo>
                  <a:pt x="2684018" y="58816"/>
                </a:lnTo>
                <a:cubicBezTo>
                  <a:pt x="2683470" y="52692"/>
                  <a:pt x="2681916" y="48099"/>
                  <a:pt x="2679357" y="45037"/>
                </a:cubicBezTo>
                <a:cubicBezTo>
                  <a:pt x="2675427" y="40285"/>
                  <a:pt x="2670331" y="37908"/>
                  <a:pt x="2664070" y="37908"/>
                </a:cubicBezTo>
                <a:cubicBezTo>
                  <a:pt x="2658404" y="37908"/>
                  <a:pt x="2653639" y="39805"/>
                  <a:pt x="2649778" y="43598"/>
                </a:cubicBezTo>
                <a:cubicBezTo>
                  <a:pt x="2645916" y="47391"/>
                  <a:pt x="2643780" y="52464"/>
                  <a:pt x="2643368" y="58816"/>
                </a:cubicBezTo>
                <a:close/>
                <a:moveTo>
                  <a:pt x="2738761" y="91171"/>
                </a:moveTo>
                <a:lnTo>
                  <a:pt x="2740543" y="102071"/>
                </a:lnTo>
                <a:cubicBezTo>
                  <a:pt x="2737070" y="102802"/>
                  <a:pt x="2733963" y="103168"/>
                  <a:pt x="2731221" y="103168"/>
                </a:cubicBezTo>
                <a:cubicBezTo>
                  <a:pt x="2726742" y="103168"/>
                  <a:pt x="2723269" y="102459"/>
                  <a:pt x="2720801" y="101043"/>
                </a:cubicBezTo>
                <a:cubicBezTo>
                  <a:pt x="2718333" y="99626"/>
                  <a:pt x="2716597" y="97764"/>
                  <a:pt x="2715591" y="95456"/>
                </a:cubicBezTo>
                <a:cubicBezTo>
                  <a:pt x="2714586" y="93148"/>
                  <a:pt x="2714083" y="88292"/>
                  <a:pt x="2714083" y="80889"/>
                </a:cubicBezTo>
                <a:lnTo>
                  <a:pt x="2714083" y="39005"/>
                </a:lnTo>
                <a:lnTo>
                  <a:pt x="2705035" y="39005"/>
                </a:lnTo>
                <a:lnTo>
                  <a:pt x="2705035" y="29408"/>
                </a:lnTo>
                <a:lnTo>
                  <a:pt x="2714083" y="29408"/>
                </a:lnTo>
                <a:lnTo>
                  <a:pt x="2714083" y="11379"/>
                </a:lnTo>
                <a:lnTo>
                  <a:pt x="2726354" y="3976"/>
                </a:lnTo>
                <a:lnTo>
                  <a:pt x="2726354" y="29408"/>
                </a:lnTo>
                <a:lnTo>
                  <a:pt x="2738761" y="29408"/>
                </a:lnTo>
                <a:lnTo>
                  <a:pt x="2738761" y="39005"/>
                </a:lnTo>
                <a:lnTo>
                  <a:pt x="2726354" y="39005"/>
                </a:lnTo>
                <a:lnTo>
                  <a:pt x="2726354" y="81574"/>
                </a:lnTo>
                <a:cubicBezTo>
                  <a:pt x="2726354" y="85093"/>
                  <a:pt x="2726571" y="87355"/>
                  <a:pt x="2727005" y="88361"/>
                </a:cubicBezTo>
                <a:cubicBezTo>
                  <a:pt x="2727439" y="89366"/>
                  <a:pt x="2728147" y="90166"/>
                  <a:pt x="2729130" y="90760"/>
                </a:cubicBezTo>
                <a:cubicBezTo>
                  <a:pt x="2730112" y="91354"/>
                  <a:pt x="2731518" y="91651"/>
                  <a:pt x="2733346" y="91651"/>
                </a:cubicBezTo>
                <a:cubicBezTo>
                  <a:pt x="2734717" y="91651"/>
                  <a:pt x="2736522" y="91491"/>
                  <a:pt x="2738761" y="91171"/>
                </a:cubicBezTo>
                <a:close/>
                <a:moveTo>
                  <a:pt x="2836261" y="93228"/>
                </a:moveTo>
                <a:cubicBezTo>
                  <a:pt x="2831691" y="97112"/>
                  <a:pt x="2827292" y="99854"/>
                  <a:pt x="2823065" y="101454"/>
                </a:cubicBezTo>
                <a:cubicBezTo>
                  <a:pt x="2818837" y="103053"/>
                  <a:pt x="2814302" y="103853"/>
                  <a:pt x="2809458" y="103853"/>
                </a:cubicBezTo>
                <a:cubicBezTo>
                  <a:pt x="2801460" y="103853"/>
                  <a:pt x="2795313" y="101899"/>
                  <a:pt x="2791018" y="97992"/>
                </a:cubicBezTo>
                <a:cubicBezTo>
                  <a:pt x="2786722" y="94085"/>
                  <a:pt x="2784574" y="89092"/>
                  <a:pt x="2784574" y="83014"/>
                </a:cubicBezTo>
                <a:cubicBezTo>
                  <a:pt x="2784574" y="79449"/>
                  <a:pt x="2785385" y="76193"/>
                  <a:pt x="2787007" y="73246"/>
                </a:cubicBezTo>
                <a:cubicBezTo>
                  <a:pt x="2788630" y="70298"/>
                  <a:pt x="2790755" y="67933"/>
                  <a:pt x="2793383" y="66151"/>
                </a:cubicBezTo>
                <a:cubicBezTo>
                  <a:pt x="2796010" y="64368"/>
                  <a:pt x="2798969" y="63020"/>
                  <a:pt x="2802260" y="62106"/>
                </a:cubicBezTo>
                <a:cubicBezTo>
                  <a:pt x="2804682" y="61466"/>
                  <a:pt x="2808338" y="60849"/>
                  <a:pt x="2813228" y="60255"/>
                </a:cubicBezTo>
                <a:cubicBezTo>
                  <a:pt x="2823190" y="59067"/>
                  <a:pt x="2830525" y="57650"/>
                  <a:pt x="2835232" y="56005"/>
                </a:cubicBezTo>
                <a:cubicBezTo>
                  <a:pt x="2835278" y="54314"/>
                  <a:pt x="2835301" y="53240"/>
                  <a:pt x="2835301" y="52783"/>
                </a:cubicBezTo>
                <a:cubicBezTo>
                  <a:pt x="2835301" y="47756"/>
                  <a:pt x="2834136" y="44215"/>
                  <a:pt x="2831805" y="42158"/>
                </a:cubicBezTo>
                <a:cubicBezTo>
                  <a:pt x="2828652" y="39371"/>
                  <a:pt x="2823967" y="37977"/>
                  <a:pt x="2817752" y="37977"/>
                </a:cubicBezTo>
                <a:cubicBezTo>
                  <a:pt x="2811948" y="37977"/>
                  <a:pt x="2807664" y="38993"/>
                  <a:pt x="2804899" y="41027"/>
                </a:cubicBezTo>
                <a:cubicBezTo>
                  <a:pt x="2802134" y="43061"/>
                  <a:pt x="2800089" y="46660"/>
                  <a:pt x="2798764" y="51824"/>
                </a:cubicBezTo>
                <a:lnTo>
                  <a:pt x="2786699" y="50179"/>
                </a:lnTo>
                <a:cubicBezTo>
                  <a:pt x="2787796" y="45014"/>
                  <a:pt x="2789601" y="40844"/>
                  <a:pt x="2792114" y="37668"/>
                </a:cubicBezTo>
                <a:cubicBezTo>
                  <a:pt x="2794628" y="34492"/>
                  <a:pt x="2798261" y="32047"/>
                  <a:pt x="2803014" y="30333"/>
                </a:cubicBezTo>
                <a:cubicBezTo>
                  <a:pt x="2807767" y="28620"/>
                  <a:pt x="2813273" y="27763"/>
                  <a:pt x="2819534" y="27763"/>
                </a:cubicBezTo>
                <a:cubicBezTo>
                  <a:pt x="2825750" y="27763"/>
                  <a:pt x="2830799" y="28494"/>
                  <a:pt x="2834684" y="29956"/>
                </a:cubicBezTo>
                <a:cubicBezTo>
                  <a:pt x="2838568" y="31419"/>
                  <a:pt x="2841425" y="33258"/>
                  <a:pt x="2843253" y="35475"/>
                </a:cubicBezTo>
                <a:cubicBezTo>
                  <a:pt x="2845081" y="37691"/>
                  <a:pt x="2846360" y="40490"/>
                  <a:pt x="2847091" y="43872"/>
                </a:cubicBezTo>
                <a:cubicBezTo>
                  <a:pt x="2847503" y="45974"/>
                  <a:pt x="2847708" y="49767"/>
                  <a:pt x="2847708" y="55251"/>
                </a:cubicBezTo>
                <a:lnTo>
                  <a:pt x="2847708" y="71703"/>
                </a:lnTo>
                <a:cubicBezTo>
                  <a:pt x="2847708" y="83174"/>
                  <a:pt x="2847971" y="90429"/>
                  <a:pt x="2848497" y="93468"/>
                </a:cubicBezTo>
                <a:cubicBezTo>
                  <a:pt x="2849022" y="96507"/>
                  <a:pt x="2850062" y="99420"/>
                  <a:pt x="2851616" y="102208"/>
                </a:cubicBezTo>
                <a:lnTo>
                  <a:pt x="2838728" y="102208"/>
                </a:lnTo>
                <a:cubicBezTo>
                  <a:pt x="2837449" y="99649"/>
                  <a:pt x="2836626" y="96655"/>
                  <a:pt x="2836261" y="93228"/>
                </a:cubicBezTo>
                <a:moveTo>
                  <a:pt x="2835232" y="65671"/>
                </a:moveTo>
                <a:cubicBezTo>
                  <a:pt x="2830754" y="67499"/>
                  <a:pt x="2824036" y="69053"/>
                  <a:pt x="2815079" y="70332"/>
                </a:cubicBezTo>
                <a:cubicBezTo>
                  <a:pt x="2810006" y="71063"/>
                  <a:pt x="2806418" y="71886"/>
                  <a:pt x="2804316" y="72800"/>
                </a:cubicBezTo>
                <a:cubicBezTo>
                  <a:pt x="2802214" y="73714"/>
                  <a:pt x="2800592" y="75051"/>
                  <a:pt x="2799449" y="76810"/>
                </a:cubicBezTo>
                <a:cubicBezTo>
                  <a:pt x="2798307" y="78570"/>
                  <a:pt x="2797735" y="80523"/>
                  <a:pt x="2797735" y="82671"/>
                </a:cubicBezTo>
                <a:cubicBezTo>
                  <a:pt x="2797735" y="85962"/>
                  <a:pt x="2798981" y="88704"/>
                  <a:pt x="2801471" y="90897"/>
                </a:cubicBezTo>
                <a:cubicBezTo>
                  <a:pt x="2803962" y="93091"/>
                  <a:pt x="2807607" y="94188"/>
                  <a:pt x="2812405" y="94188"/>
                </a:cubicBezTo>
                <a:cubicBezTo>
                  <a:pt x="2817158" y="94188"/>
                  <a:pt x="2821385" y="93148"/>
                  <a:pt x="2825087" y="91069"/>
                </a:cubicBezTo>
                <a:cubicBezTo>
                  <a:pt x="2828789" y="88989"/>
                  <a:pt x="2831508" y="86144"/>
                  <a:pt x="2833244" y="82534"/>
                </a:cubicBezTo>
                <a:cubicBezTo>
                  <a:pt x="2834570" y="79746"/>
                  <a:pt x="2835232" y="75633"/>
                  <a:pt x="2835232" y="70195"/>
                </a:cubicBezTo>
                <a:lnTo>
                  <a:pt x="2835232" y="65671"/>
                </a:lnTo>
                <a:close/>
                <a:moveTo>
                  <a:pt x="2900064" y="80478"/>
                </a:moveTo>
                <a:lnTo>
                  <a:pt x="2912265" y="78558"/>
                </a:lnTo>
                <a:cubicBezTo>
                  <a:pt x="2912951" y="83448"/>
                  <a:pt x="2914859" y="87196"/>
                  <a:pt x="2917989" y="89800"/>
                </a:cubicBezTo>
                <a:cubicBezTo>
                  <a:pt x="2921120" y="92405"/>
                  <a:pt x="2925496" y="93708"/>
                  <a:pt x="2931117" y="93708"/>
                </a:cubicBezTo>
                <a:cubicBezTo>
                  <a:pt x="2936783" y="93708"/>
                  <a:pt x="2940988" y="92554"/>
                  <a:pt x="2943730" y="90246"/>
                </a:cubicBezTo>
                <a:cubicBezTo>
                  <a:pt x="2946472" y="87938"/>
                  <a:pt x="2947843" y="85230"/>
                  <a:pt x="2947843" y="82123"/>
                </a:cubicBezTo>
                <a:cubicBezTo>
                  <a:pt x="2947843" y="79335"/>
                  <a:pt x="2946632" y="77142"/>
                  <a:pt x="2944210" y="75542"/>
                </a:cubicBezTo>
                <a:cubicBezTo>
                  <a:pt x="2942519" y="74445"/>
                  <a:pt x="2938314" y="73051"/>
                  <a:pt x="2931596" y="71360"/>
                </a:cubicBezTo>
                <a:cubicBezTo>
                  <a:pt x="2922548" y="69075"/>
                  <a:pt x="2916276" y="67099"/>
                  <a:pt x="2912780" y="65431"/>
                </a:cubicBezTo>
                <a:cubicBezTo>
                  <a:pt x="2909283" y="63763"/>
                  <a:pt x="2906633" y="61455"/>
                  <a:pt x="2904828" y="58507"/>
                </a:cubicBezTo>
                <a:cubicBezTo>
                  <a:pt x="2903023" y="55560"/>
                  <a:pt x="2902120" y="52304"/>
                  <a:pt x="2902120" y="48739"/>
                </a:cubicBezTo>
                <a:cubicBezTo>
                  <a:pt x="2902120" y="45494"/>
                  <a:pt x="2902863" y="42490"/>
                  <a:pt x="2904348" y="39725"/>
                </a:cubicBezTo>
                <a:cubicBezTo>
                  <a:pt x="2905833" y="36960"/>
                  <a:pt x="2907855" y="34663"/>
                  <a:pt x="2910415" y="32835"/>
                </a:cubicBezTo>
                <a:cubicBezTo>
                  <a:pt x="2912334" y="31419"/>
                  <a:pt x="2914950" y="30219"/>
                  <a:pt x="2918264" y="29237"/>
                </a:cubicBezTo>
                <a:cubicBezTo>
                  <a:pt x="2921577" y="28254"/>
                  <a:pt x="2925130" y="27763"/>
                  <a:pt x="2928923" y="27763"/>
                </a:cubicBezTo>
                <a:cubicBezTo>
                  <a:pt x="2934636" y="27763"/>
                  <a:pt x="2939651" y="28585"/>
                  <a:pt x="2943970" y="30231"/>
                </a:cubicBezTo>
                <a:cubicBezTo>
                  <a:pt x="2948288" y="31876"/>
                  <a:pt x="2951476" y="34104"/>
                  <a:pt x="2953532" y="36914"/>
                </a:cubicBezTo>
                <a:cubicBezTo>
                  <a:pt x="2955589" y="39725"/>
                  <a:pt x="2957006" y="43484"/>
                  <a:pt x="2957783" y="48191"/>
                </a:cubicBezTo>
                <a:lnTo>
                  <a:pt x="2945718" y="49836"/>
                </a:lnTo>
                <a:cubicBezTo>
                  <a:pt x="2945169" y="46088"/>
                  <a:pt x="2943581" y="43164"/>
                  <a:pt x="2940954" y="41061"/>
                </a:cubicBezTo>
                <a:cubicBezTo>
                  <a:pt x="2938326" y="38959"/>
                  <a:pt x="2934613" y="37908"/>
                  <a:pt x="2929814" y="37908"/>
                </a:cubicBezTo>
                <a:cubicBezTo>
                  <a:pt x="2924147" y="37908"/>
                  <a:pt x="2920103" y="38845"/>
                  <a:pt x="2917681" y="40719"/>
                </a:cubicBezTo>
                <a:cubicBezTo>
                  <a:pt x="2915259" y="42592"/>
                  <a:pt x="2914048" y="44786"/>
                  <a:pt x="2914048" y="47299"/>
                </a:cubicBezTo>
                <a:cubicBezTo>
                  <a:pt x="2914048" y="48899"/>
                  <a:pt x="2914550" y="50338"/>
                  <a:pt x="2915556" y="51618"/>
                </a:cubicBezTo>
                <a:cubicBezTo>
                  <a:pt x="2916561" y="52943"/>
                  <a:pt x="2918138" y="54040"/>
                  <a:pt x="2920286" y="54908"/>
                </a:cubicBezTo>
                <a:cubicBezTo>
                  <a:pt x="2921520" y="55365"/>
                  <a:pt x="2925153" y="56417"/>
                  <a:pt x="2931185" y="58062"/>
                </a:cubicBezTo>
                <a:cubicBezTo>
                  <a:pt x="2939914" y="60392"/>
                  <a:pt x="2946003" y="62300"/>
                  <a:pt x="2949454" y="63786"/>
                </a:cubicBezTo>
                <a:cubicBezTo>
                  <a:pt x="2952904" y="65271"/>
                  <a:pt x="2955612" y="67430"/>
                  <a:pt x="2957577" y="70264"/>
                </a:cubicBezTo>
                <a:cubicBezTo>
                  <a:pt x="2959542" y="73097"/>
                  <a:pt x="2960525" y="76616"/>
                  <a:pt x="2960525" y="80820"/>
                </a:cubicBezTo>
                <a:cubicBezTo>
                  <a:pt x="2960525" y="84933"/>
                  <a:pt x="2959325" y="88806"/>
                  <a:pt x="2956926" y="92440"/>
                </a:cubicBezTo>
                <a:cubicBezTo>
                  <a:pt x="2954526" y="96073"/>
                  <a:pt x="2951065" y="98883"/>
                  <a:pt x="2946540" y="100871"/>
                </a:cubicBezTo>
                <a:cubicBezTo>
                  <a:pt x="2942016" y="102859"/>
                  <a:pt x="2936898" y="103853"/>
                  <a:pt x="2931185" y="103853"/>
                </a:cubicBezTo>
                <a:cubicBezTo>
                  <a:pt x="2921725" y="103853"/>
                  <a:pt x="2914516" y="101888"/>
                  <a:pt x="2909558" y="97958"/>
                </a:cubicBezTo>
                <a:cubicBezTo>
                  <a:pt x="2904599" y="94028"/>
                  <a:pt x="2901435" y="88201"/>
                  <a:pt x="2900064" y="80478"/>
                </a:cubicBezTo>
                <a:close/>
                <a:moveTo>
                  <a:pt x="3022418" y="93228"/>
                </a:moveTo>
                <a:cubicBezTo>
                  <a:pt x="3017848" y="97112"/>
                  <a:pt x="3013450" y="99854"/>
                  <a:pt x="3009223" y="101454"/>
                </a:cubicBezTo>
                <a:cubicBezTo>
                  <a:pt x="3004995" y="103053"/>
                  <a:pt x="3000460" y="103853"/>
                  <a:pt x="2995615" y="103853"/>
                </a:cubicBezTo>
                <a:cubicBezTo>
                  <a:pt x="2987618" y="103853"/>
                  <a:pt x="2981471" y="101899"/>
                  <a:pt x="2977175" y="97992"/>
                </a:cubicBezTo>
                <a:cubicBezTo>
                  <a:pt x="2972880" y="94085"/>
                  <a:pt x="2970732" y="89092"/>
                  <a:pt x="2970732" y="83014"/>
                </a:cubicBezTo>
                <a:cubicBezTo>
                  <a:pt x="2970732" y="79449"/>
                  <a:pt x="2971543" y="76193"/>
                  <a:pt x="2973165" y="73246"/>
                </a:cubicBezTo>
                <a:cubicBezTo>
                  <a:pt x="2974788" y="70298"/>
                  <a:pt x="2976913" y="67933"/>
                  <a:pt x="2979540" y="66151"/>
                </a:cubicBezTo>
                <a:cubicBezTo>
                  <a:pt x="2982168" y="64368"/>
                  <a:pt x="2985127" y="63020"/>
                  <a:pt x="2988418" y="62106"/>
                </a:cubicBezTo>
                <a:cubicBezTo>
                  <a:pt x="2990840" y="61466"/>
                  <a:pt x="2994496" y="60849"/>
                  <a:pt x="2999386" y="60255"/>
                </a:cubicBezTo>
                <a:cubicBezTo>
                  <a:pt x="3009348" y="59067"/>
                  <a:pt x="3016683" y="57650"/>
                  <a:pt x="3021390" y="56005"/>
                </a:cubicBezTo>
                <a:cubicBezTo>
                  <a:pt x="3021436" y="54314"/>
                  <a:pt x="3021459" y="53240"/>
                  <a:pt x="3021459" y="52783"/>
                </a:cubicBezTo>
                <a:cubicBezTo>
                  <a:pt x="3021459" y="47756"/>
                  <a:pt x="3020293" y="44215"/>
                  <a:pt x="3017963" y="42158"/>
                </a:cubicBezTo>
                <a:cubicBezTo>
                  <a:pt x="3014809" y="39371"/>
                  <a:pt x="3010125" y="37977"/>
                  <a:pt x="3003910" y="37977"/>
                </a:cubicBezTo>
                <a:cubicBezTo>
                  <a:pt x="2998106" y="37977"/>
                  <a:pt x="2993822" y="38993"/>
                  <a:pt x="2991057" y="41027"/>
                </a:cubicBezTo>
                <a:cubicBezTo>
                  <a:pt x="2988292" y="43061"/>
                  <a:pt x="2986247" y="46660"/>
                  <a:pt x="2984922" y="51824"/>
                </a:cubicBezTo>
                <a:lnTo>
                  <a:pt x="2972857" y="50179"/>
                </a:lnTo>
                <a:cubicBezTo>
                  <a:pt x="2973954" y="45014"/>
                  <a:pt x="2975759" y="40844"/>
                  <a:pt x="2978272" y="37668"/>
                </a:cubicBezTo>
                <a:cubicBezTo>
                  <a:pt x="2980786" y="34492"/>
                  <a:pt x="2984419" y="32047"/>
                  <a:pt x="2989172" y="30333"/>
                </a:cubicBezTo>
                <a:cubicBezTo>
                  <a:pt x="2993924" y="28620"/>
                  <a:pt x="2999431" y="27763"/>
                  <a:pt x="3005692" y="27763"/>
                </a:cubicBezTo>
                <a:cubicBezTo>
                  <a:pt x="3011907" y="27763"/>
                  <a:pt x="3016957" y="28494"/>
                  <a:pt x="3020842" y="29956"/>
                </a:cubicBezTo>
                <a:cubicBezTo>
                  <a:pt x="3024726" y="31419"/>
                  <a:pt x="3027582" y="33258"/>
                  <a:pt x="3029410" y="35475"/>
                </a:cubicBezTo>
                <a:cubicBezTo>
                  <a:pt x="3031238" y="37691"/>
                  <a:pt x="3032518" y="40490"/>
                  <a:pt x="3033249" y="43872"/>
                </a:cubicBezTo>
                <a:cubicBezTo>
                  <a:pt x="3033661" y="45974"/>
                  <a:pt x="3033866" y="49767"/>
                  <a:pt x="3033866" y="55251"/>
                </a:cubicBezTo>
                <a:lnTo>
                  <a:pt x="3033866" y="71703"/>
                </a:lnTo>
                <a:cubicBezTo>
                  <a:pt x="3033866" y="83174"/>
                  <a:pt x="3034129" y="90429"/>
                  <a:pt x="3034655" y="93468"/>
                </a:cubicBezTo>
                <a:cubicBezTo>
                  <a:pt x="3035180" y="96507"/>
                  <a:pt x="3036220" y="99420"/>
                  <a:pt x="3037774" y="102208"/>
                </a:cubicBezTo>
                <a:lnTo>
                  <a:pt x="3024886" y="102208"/>
                </a:lnTo>
                <a:cubicBezTo>
                  <a:pt x="3023607" y="99649"/>
                  <a:pt x="3022784" y="96655"/>
                  <a:pt x="3022418" y="93228"/>
                </a:cubicBezTo>
                <a:moveTo>
                  <a:pt x="3021390" y="65671"/>
                </a:moveTo>
                <a:cubicBezTo>
                  <a:pt x="3016912" y="67499"/>
                  <a:pt x="3010194" y="69053"/>
                  <a:pt x="3001236" y="70332"/>
                </a:cubicBezTo>
                <a:cubicBezTo>
                  <a:pt x="2996164" y="71063"/>
                  <a:pt x="2992576" y="71886"/>
                  <a:pt x="2990474" y="72800"/>
                </a:cubicBezTo>
                <a:cubicBezTo>
                  <a:pt x="2988372" y="73714"/>
                  <a:pt x="2986750" y="75051"/>
                  <a:pt x="2985607" y="76810"/>
                </a:cubicBezTo>
                <a:cubicBezTo>
                  <a:pt x="2984465" y="78570"/>
                  <a:pt x="2983893" y="80523"/>
                  <a:pt x="2983893" y="82671"/>
                </a:cubicBezTo>
                <a:cubicBezTo>
                  <a:pt x="2983893" y="85962"/>
                  <a:pt x="2985139" y="88704"/>
                  <a:pt x="2987629" y="90897"/>
                </a:cubicBezTo>
                <a:cubicBezTo>
                  <a:pt x="2990120" y="93091"/>
                  <a:pt x="2993765" y="94188"/>
                  <a:pt x="2998563" y="94188"/>
                </a:cubicBezTo>
                <a:cubicBezTo>
                  <a:pt x="3003316" y="94188"/>
                  <a:pt x="3007543" y="93148"/>
                  <a:pt x="3011245" y="91069"/>
                </a:cubicBezTo>
                <a:cubicBezTo>
                  <a:pt x="3014946" y="88989"/>
                  <a:pt x="3017666" y="86144"/>
                  <a:pt x="3019402" y="82534"/>
                </a:cubicBezTo>
                <a:cubicBezTo>
                  <a:pt x="3020727" y="79746"/>
                  <a:pt x="3021390" y="75633"/>
                  <a:pt x="3021390" y="70195"/>
                </a:cubicBezTo>
                <a:lnTo>
                  <a:pt x="3021390" y="65671"/>
                </a:lnTo>
                <a:close/>
                <a:moveTo>
                  <a:pt x="3052415" y="102208"/>
                </a:moveTo>
                <a:lnTo>
                  <a:pt x="3052415" y="1714"/>
                </a:lnTo>
                <a:lnTo>
                  <a:pt x="3064754" y="1714"/>
                </a:lnTo>
                <a:lnTo>
                  <a:pt x="3064754" y="102208"/>
                </a:lnTo>
                <a:lnTo>
                  <a:pt x="3052415" y="102208"/>
                </a:lnTo>
                <a:close/>
                <a:moveTo>
                  <a:pt x="3084137" y="102208"/>
                </a:moveTo>
                <a:lnTo>
                  <a:pt x="3084137" y="29408"/>
                </a:lnTo>
                <a:lnTo>
                  <a:pt x="3095174" y="29408"/>
                </a:lnTo>
                <a:lnTo>
                  <a:pt x="3095174" y="39622"/>
                </a:lnTo>
                <a:cubicBezTo>
                  <a:pt x="3097459" y="36057"/>
                  <a:pt x="3100498" y="33190"/>
                  <a:pt x="3104291" y="31019"/>
                </a:cubicBezTo>
                <a:cubicBezTo>
                  <a:pt x="3108084" y="28848"/>
                  <a:pt x="3112403" y="27763"/>
                  <a:pt x="3117247" y="27763"/>
                </a:cubicBezTo>
                <a:cubicBezTo>
                  <a:pt x="3122639" y="27763"/>
                  <a:pt x="3127061" y="28882"/>
                  <a:pt x="3130511" y="31122"/>
                </a:cubicBezTo>
                <a:cubicBezTo>
                  <a:pt x="3133962" y="33361"/>
                  <a:pt x="3136395" y="36491"/>
                  <a:pt x="3137812" y="40513"/>
                </a:cubicBezTo>
                <a:cubicBezTo>
                  <a:pt x="3143570" y="32013"/>
                  <a:pt x="3151065" y="27763"/>
                  <a:pt x="3160296" y="27763"/>
                </a:cubicBezTo>
                <a:cubicBezTo>
                  <a:pt x="3167517" y="27763"/>
                  <a:pt x="3173069" y="29762"/>
                  <a:pt x="3176954" y="33761"/>
                </a:cubicBezTo>
                <a:cubicBezTo>
                  <a:pt x="3180838" y="37760"/>
                  <a:pt x="3182781" y="43918"/>
                  <a:pt x="3182781" y="52235"/>
                </a:cubicBezTo>
                <a:lnTo>
                  <a:pt x="3182781" y="102208"/>
                </a:lnTo>
                <a:lnTo>
                  <a:pt x="3170510" y="102208"/>
                </a:lnTo>
                <a:lnTo>
                  <a:pt x="3170510" y="56348"/>
                </a:lnTo>
                <a:cubicBezTo>
                  <a:pt x="3170510" y="51412"/>
                  <a:pt x="3170110" y="47859"/>
                  <a:pt x="3169311" y="45689"/>
                </a:cubicBezTo>
                <a:cubicBezTo>
                  <a:pt x="3168511" y="43518"/>
                  <a:pt x="3167060" y="41770"/>
                  <a:pt x="3164958" y="40444"/>
                </a:cubicBezTo>
                <a:cubicBezTo>
                  <a:pt x="3162855" y="39119"/>
                  <a:pt x="3160388" y="38457"/>
                  <a:pt x="3157554" y="38457"/>
                </a:cubicBezTo>
                <a:cubicBezTo>
                  <a:pt x="3152436" y="38457"/>
                  <a:pt x="3148186" y="40159"/>
                  <a:pt x="3144804" y="43563"/>
                </a:cubicBezTo>
                <a:cubicBezTo>
                  <a:pt x="3141422" y="46968"/>
                  <a:pt x="3139731" y="52418"/>
                  <a:pt x="3139731" y="59913"/>
                </a:cubicBezTo>
                <a:lnTo>
                  <a:pt x="3139731" y="102208"/>
                </a:lnTo>
                <a:lnTo>
                  <a:pt x="3127392" y="102208"/>
                </a:lnTo>
                <a:lnTo>
                  <a:pt x="3127392" y="54908"/>
                </a:lnTo>
                <a:cubicBezTo>
                  <a:pt x="3127392" y="49424"/>
                  <a:pt x="3126387" y="45312"/>
                  <a:pt x="3124376" y="42570"/>
                </a:cubicBezTo>
                <a:cubicBezTo>
                  <a:pt x="3122365" y="39828"/>
                  <a:pt x="3119075" y="38457"/>
                  <a:pt x="3114505" y="38457"/>
                </a:cubicBezTo>
                <a:cubicBezTo>
                  <a:pt x="3111032" y="38457"/>
                  <a:pt x="3107821" y="39371"/>
                  <a:pt x="3104874" y="41199"/>
                </a:cubicBezTo>
                <a:cubicBezTo>
                  <a:pt x="3101926" y="43027"/>
                  <a:pt x="3099789" y="45700"/>
                  <a:pt x="3098464" y="49219"/>
                </a:cubicBezTo>
                <a:cubicBezTo>
                  <a:pt x="3097139" y="52738"/>
                  <a:pt x="3096476" y="57810"/>
                  <a:pt x="3096476" y="64437"/>
                </a:cubicBezTo>
                <a:lnTo>
                  <a:pt x="3096476" y="102208"/>
                </a:lnTo>
                <a:lnTo>
                  <a:pt x="3084137" y="102208"/>
                </a:lnTo>
                <a:close/>
                <a:moveTo>
                  <a:pt x="3195787" y="65808"/>
                </a:moveTo>
                <a:cubicBezTo>
                  <a:pt x="3195787" y="52326"/>
                  <a:pt x="3199535" y="42341"/>
                  <a:pt x="3207029" y="35852"/>
                </a:cubicBezTo>
                <a:cubicBezTo>
                  <a:pt x="3213290" y="30459"/>
                  <a:pt x="3220922" y="27763"/>
                  <a:pt x="3229925" y="27763"/>
                </a:cubicBezTo>
                <a:cubicBezTo>
                  <a:pt x="3239933" y="27763"/>
                  <a:pt x="3248114" y="31042"/>
                  <a:pt x="3254466" y="37600"/>
                </a:cubicBezTo>
                <a:cubicBezTo>
                  <a:pt x="3260818" y="44158"/>
                  <a:pt x="3263994" y="53218"/>
                  <a:pt x="3263994" y="64780"/>
                </a:cubicBezTo>
                <a:cubicBezTo>
                  <a:pt x="3263994" y="74148"/>
                  <a:pt x="3262589" y="81517"/>
                  <a:pt x="3259779" y="86887"/>
                </a:cubicBezTo>
                <a:cubicBezTo>
                  <a:pt x="3256968" y="92257"/>
                  <a:pt x="3252878" y="96427"/>
                  <a:pt x="3247508" y="99397"/>
                </a:cubicBezTo>
                <a:cubicBezTo>
                  <a:pt x="3242138" y="102368"/>
                  <a:pt x="3236277" y="103853"/>
                  <a:pt x="3229925" y="103853"/>
                </a:cubicBezTo>
                <a:cubicBezTo>
                  <a:pt x="3219734" y="103853"/>
                  <a:pt x="3211497" y="100586"/>
                  <a:pt x="3205213" y="94051"/>
                </a:cubicBezTo>
                <a:cubicBezTo>
                  <a:pt x="3198929" y="87515"/>
                  <a:pt x="3195787" y="78101"/>
                  <a:pt x="3195787" y="65808"/>
                </a:cubicBezTo>
                <a:moveTo>
                  <a:pt x="3208469" y="65808"/>
                </a:moveTo>
                <a:cubicBezTo>
                  <a:pt x="3208469" y="75131"/>
                  <a:pt x="3210503" y="82111"/>
                  <a:pt x="3214570" y="86750"/>
                </a:cubicBezTo>
                <a:cubicBezTo>
                  <a:pt x="3218637" y="91388"/>
                  <a:pt x="3223756" y="93708"/>
                  <a:pt x="3229925" y="93708"/>
                </a:cubicBezTo>
                <a:cubicBezTo>
                  <a:pt x="3236049" y="93708"/>
                  <a:pt x="3241144" y="91377"/>
                  <a:pt x="3245212" y="86716"/>
                </a:cubicBezTo>
                <a:cubicBezTo>
                  <a:pt x="3249279" y="82054"/>
                  <a:pt x="3251313" y="74948"/>
                  <a:pt x="3251313" y="65397"/>
                </a:cubicBezTo>
                <a:cubicBezTo>
                  <a:pt x="3251313" y="56394"/>
                  <a:pt x="3249268" y="49573"/>
                  <a:pt x="3245177" y="44934"/>
                </a:cubicBezTo>
                <a:cubicBezTo>
                  <a:pt x="3241087" y="40296"/>
                  <a:pt x="3236003" y="37977"/>
                  <a:pt x="3229925" y="37977"/>
                </a:cubicBezTo>
                <a:cubicBezTo>
                  <a:pt x="3223756" y="37977"/>
                  <a:pt x="3218637" y="40285"/>
                  <a:pt x="3214570" y="44900"/>
                </a:cubicBezTo>
                <a:cubicBezTo>
                  <a:pt x="3210503" y="49516"/>
                  <a:pt x="3208469" y="56485"/>
                  <a:pt x="3208469" y="65808"/>
                </a:cubicBezTo>
                <a:close/>
                <a:moveTo>
                  <a:pt x="3278155" y="102208"/>
                </a:moveTo>
                <a:lnTo>
                  <a:pt x="3278155" y="29408"/>
                </a:lnTo>
                <a:lnTo>
                  <a:pt x="3289261" y="29408"/>
                </a:lnTo>
                <a:lnTo>
                  <a:pt x="3289261" y="39759"/>
                </a:lnTo>
                <a:cubicBezTo>
                  <a:pt x="3294607" y="31761"/>
                  <a:pt x="3302331" y="27763"/>
                  <a:pt x="3312430" y="27763"/>
                </a:cubicBezTo>
                <a:cubicBezTo>
                  <a:pt x="3316818" y="27763"/>
                  <a:pt x="3320851" y="28551"/>
                  <a:pt x="3324530" y="30128"/>
                </a:cubicBezTo>
                <a:cubicBezTo>
                  <a:pt x="3328208" y="31704"/>
                  <a:pt x="3330962" y="33772"/>
                  <a:pt x="3332790" y="36331"/>
                </a:cubicBezTo>
                <a:cubicBezTo>
                  <a:pt x="3334618" y="38891"/>
                  <a:pt x="3335897" y="41930"/>
                  <a:pt x="3336629" y="45449"/>
                </a:cubicBezTo>
                <a:cubicBezTo>
                  <a:pt x="3337086" y="47734"/>
                  <a:pt x="3337314" y="51732"/>
                  <a:pt x="3337314" y="57445"/>
                </a:cubicBezTo>
                <a:lnTo>
                  <a:pt x="3337314" y="102208"/>
                </a:lnTo>
                <a:lnTo>
                  <a:pt x="3324975" y="102208"/>
                </a:lnTo>
                <a:lnTo>
                  <a:pt x="3324975" y="57925"/>
                </a:lnTo>
                <a:cubicBezTo>
                  <a:pt x="3324975" y="52898"/>
                  <a:pt x="3324495" y="49139"/>
                  <a:pt x="3323536" y="46648"/>
                </a:cubicBezTo>
                <a:cubicBezTo>
                  <a:pt x="3322576" y="44158"/>
                  <a:pt x="3320874" y="42170"/>
                  <a:pt x="3318429" y="40684"/>
                </a:cubicBezTo>
                <a:cubicBezTo>
                  <a:pt x="3315984" y="39199"/>
                  <a:pt x="3313116" y="38457"/>
                  <a:pt x="3309826" y="38457"/>
                </a:cubicBezTo>
                <a:cubicBezTo>
                  <a:pt x="3304570" y="38457"/>
                  <a:pt x="3300034" y="40125"/>
                  <a:pt x="3296218" y="43461"/>
                </a:cubicBezTo>
                <a:cubicBezTo>
                  <a:pt x="3292402" y="46797"/>
                  <a:pt x="3290494" y="53126"/>
                  <a:pt x="3290494" y="62449"/>
                </a:cubicBezTo>
                <a:lnTo>
                  <a:pt x="3290494" y="102208"/>
                </a:lnTo>
                <a:lnTo>
                  <a:pt x="3278155" y="102208"/>
                </a:lnTo>
                <a:close/>
                <a:moveTo>
                  <a:pt x="3359154" y="102208"/>
                </a:moveTo>
                <a:lnTo>
                  <a:pt x="3359154" y="88155"/>
                </a:lnTo>
                <a:lnTo>
                  <a:pt x="3373207" y="88155"/>
                </a:lnTo>
                <a:lnTo>
                  <a:pt x="3373207" y="102208"/>
                </a:lnTo>
                <a:cubicBezTo>
                  <a:pt x="3373207" y="107372"/>
                  <a:pt x="3372293" y="111542"/>
                  <a:pt x="3370465" y="114718"/>
                </a:cubicBezTo>
                <a:cubicBezTo>
                  <a:pt x="3368637" y="117894"/>
                  <a:pt x="3365735" y="120351"/>
                  <a:pt x="3361759" y="122087"/>
                </a:cubicBezTo>
                <a:lnTo>
                  <a:pt x="3358332" y="116809"/>
                </a:lnTo>
                <a:cubicBezTo>
                  <a:pt x="3360937" y="115667"/>
                  <a:pt x="3362856" y="113987"/>
                  <a:pt x="3364090" y="111771"/>
                </a:cubicBezTo>
                <a:cubicBezTo>
                  <a:pt x="3365324" y="109554"/>
                  <a:pt x="3366009" y="106367"/>
                  <a:pt x="3366147" y="102208"/>
                </a:cubicBezTo>
                <a:lnTo>
                  <a:pt x="3359154" y="102208"/>
                </a:lnTo>
                <a:close/>
                <a:moveTo>
                  <a:pt x="3446301" y="102208"/>
                </a:moveTo>
                <a:lnTo>
                  <a:pt x="3424022" y="29408"/>
                </a:lnTo>
                <a:lnTo>
                  <a:pt x="3436773" y="29408"/>
                </a:lnTo>
                <a:lnTo>
                  <a:pt x="3448358" y="71429"/>
                </a:lnTo>
                <a:lnTo>
                  <a:pt x="3452676" y="87058"/>
                </a:lnTo>
                <a:cubicBezTo>
                  <a:pt x="3452859" y="86282"/>
                  <a:pt x="3454116" y="81277"/>
                  <a:pt x="3456447" y="72046"/>
                </a:cubicBezTo>
                <a:lnTo>
                  <a:pt x="3468031" y="29408"/>
                </a:lnTo>
                <a:lnTo>
                  <a:pt x="3480713" y="29408"/>
                </a:lnTo>
                <a:lnTo>
                  <a:pt x="3491613" y="71635"/>
                </a:lnTo>
                <a:lnTo>
                  <a:pt x="3495246" y="85550"/>
                </a:lnTo>
                <a:lnTo>
                  <a:pt x="3499427" y="71498"/>
                </a:lnTo>
                <a:lnTo>
                  <a:pt x="3511903" y="29408"/>
                </a:lnTo>
                <a:lnTo>
                  <a:pt x="3523900" y="29408"/>
                </a:lnTo>
                <a:lnTo>
                  <a:pt x="3501141" y="102208"/>
                </a:lnTo>
                <a:lnTo>
                  <a:pt x="3488322" y="102208"/>
                </a:lnTo>
                <a:lnTo>
                  <a:pt x="3476737" y="58610"/>
                </a:lnTo>
                <a:lnTo>
                  <a:pt x="3473927" y="46203"/>
                </a:lnTo>
                <a:lnTo>
                  <a:pt x="3459189" y="102208"/>
                </a:lnTo>
                <a:lnTo>
                  <a:pt x="3446301" y="102208"/>
                </a:lnTo>
                <a:close/>
                <a:moveTo>
                  <a:pt x="3534228" y="102208"/>
                </a:moveTo>
                <a:lnTo>
                  <a:pt x="3534228" y="1714"/>
                </a:lnTo>
                <a:lnTo>
                  <a:pt x="3546567" y="1714"/>
                </a:lnTo>
                <a:lnTo>
                  <a:pt x="3546567" y="37771"/>
                </a:lnTo>
                <a:cubicBezTo>
                  <a:pt x="3552326" y="31099"/>
                  <a:pt x="3559592" y="27763"/>
                  <a:pt x="3568366" y="27763"/>
                </a:cubicBezTo>
                <a:cubicBezTo>
                  <a:pt x="3573759" y="27763"/>
                  <a:pt x="3578443" y="28825"/>
                  <a:pt x="3582419" y="30950"/>
                </a:cubicBezTo>
                <a:cubicBezTo>
                  <a:pt x="3586395" y="33075"/>
                  <a:pt x="3589240" y="36012"/>
                  <a:pt x="3590953" y="39759"/>
                </a:cubicBezTo>
                <a:cubicBezTo>
                  <a:pt x="3592667" y="43506"/>
                  <a:pt x="3593524" y="48945"/>
                  <a:pt x="3593524" y="56074"/>
                </a:cubicBezTo>
                <a:lnTo>
                  <a:pt x="3593524" y="102208"/>
                </a:lnTo>
                <a:lnTo>
                  <a:pt x="3581185" y="102208"/>
                </a:lnTo>
                <a:lnTo>
                  <a:pt x="3581185" y="56074"/>
                </a:lnTo>
                <a:cubicBezTo>
                  <a:pt x="3581185" y="49904"/>
                  <a:pt x="3579848" y="45414"/>
                  <a:pt x="3577175" y="42604"/>
                </a:cubicBezTo>
                <a:cubicBezTo>
                  <a:pt x="3574501" y="39793"/>
                  <a:pt x="3570720" y="38388"/>
                  <a:pt x="3565830" y="38388"/>
                </a:cubicBezTo>
                <a:cubicBezTo>
                  <a:pt x="3562174" y="38388"/>
                  <a:pt x="3558735" y="39336"/>
                  <a:pt x="3555513" y="41233"/>
                </a:cubicBezTo>
                <a:cubicBezTo>
                  <a:pt x="3552291" y="43129"/>
                  <a:pt x="3549995" y="45700"/>
                  <a:pt x="3548624" y="48945"/>
                </a:cubicBezTo>
                <a:cubicBezTo>
                  <a:pt x="3547253" y="52189"/>
                  <a:pt x="3546567" y="56668"/>
                  <a:pt x="3546567" y="62380"/>
                </a:cubicBezTo>
                <a:lnTo>
                  <a:pt x="3546567" y="102208"/>
                </a:lnTo>
                <a:lnTo>
                  <a:pt x="3534228" y="102208"/>
                </a:lnTo>
                <a:close/>
                <a:moveTo>
                  <a:pt x="3612072" y="15904"/>
                </a:moveTo>
                <a:lnTo>
                  <a:pt x="3612072" y="1714"/>
                </a:lnTo>
                <a:lnTo>
                  <a:pt x="3624411" y="1714"/>
                </a:lnTo>
                <a:lnTo>
                  <a:pt x="3624411" y="15904"/>
                </a:lnTo>
                <a:lnTo>
                  <a:pt x="3612072" y="15904"/>
                </a:lnTo>
                <a:moveTo>
                  <a:pt x="3612072" y="102208"/>
                </a:moveTo>
                <a:lnTo>
                  <a:pt x="3612072" y="29408"/>
                </a:lnTo>
                <a:lnTo>
                  <a:pt x="3624411" y="29408"/>
                </a:lnTo>
                <a:lnTo>
                  <a:pt x="3624411" y="102208"/>
                </a:lnTo>
                <a:lnTo>
                  <a:pt x="3612072" y="102208"/>
                </a:lnTo>
                <a:close/>
                <a:moveTo>
                  <a:pt x="3690956" y="75542"/>
                </a:moveTo>
                <a:lnTo>
                  <a:pt x="3703090" y="77119"/>
                </a:lnTo>
                <a:cubicBezTo>
                  <a:pt x="3701764" y="85482"/>
                  <a:pt x="3698371" y="92028"/>
                  <a:pt x="3692910" y="96758"/>
                </a:cubicBezTo>
                <a:cubicBezTo>
                  <a:pt x="3687449" y="101488"/>
                  <a:pt x="3680742" y="103853"/>
                  <a:pt x="3672791" y="103853"/>
                </a:cubicBezTo>
                <a:cubicBezTo>
                  <a:pt x="3662828" y="103853"/>
                  <a:pt x="3654819" y="100597"/>
                  <a:pt x="3648764" y="94085"/>
                </a:cubicBezTo>
                <a:cubicBezTo>
                  <a:pt x="3642709" y="87573"/>
                  <a:pt x="3639681" y="78238"/>
                  <a:pt x="3639681" y="66082"/>
                </a:cubicBezTo>
                <a:cubicBezTo>
                  <a:pt x="3639681" y="58222"/>
                  <a:pt x="3640983" y="51344"/>
                  <a:pt x="3643588" y="45449"/>
                </a:cubicBezTo>
                <a:cubicBezTo>
                  <a:pt x="3646193" y="39553"/>
                  <a:pt x="3650158" y="35132"/>
                  <a:pt x="3655482" y="32184"/>
                </a:cubicBezTo>
                <a:cubicBezTo>
                  <a:pt x="3660806" y="29237"/>
                  <a:pt x="3666598" y="27763"/>
                  <a:pt x="3672859" y="27763"/>
                </a:cubicBezTo>
                <a:cubicBezTo>
                  <a:pt x="3680765" y="27763"/>
                  <a:pt x="3687232" y="29762"/>
                  <a:pt x="3692259" y="33761"/>
                </a:cubicBezTo>
                <a:cubicBezTo>
                  <a:pt x="3697286" y="37760"/>
                  <a:pt x="3700508" y="43438"/>
                  <a:pt x="3701924" y="50795"/>
                </a:cubicBezTo>
                <a:lnTo>
                  <a:pt x="3689928" y="52646"/>
                </a:lnTo>
                <a:cubicBezTo>
                  <a:pt x="3688785" y="47756"/>
                  <a:pt x="3686763" y="44078"/>
                  <a:pt x="3683861" y="41610"/>
                </a:cubicBezTo>
                <a:cubicBezTo>
                  <a:pt x="3680959" y="39142"/>
                  <a:pt x="3677452" y="37908"/>
                  <a:pt x="3673339" y="37908"/>
                </a:cubicBezTo>
                <a:cubicBezTo>
                  <a:pt x="3667124" y="37908"/>
                  <a:pt x="3662074" y="40136"/>
                  <a:pt x="3658189" y="44592"/>
                </a:cubicBezTo>
                <a:cubicBezTo>
                  <a:pt x="3654305" y="49047"/>
                  <a:pt x="3652363" y="56097"/>
                  <a:pt x="3652363" y="65739"/>
                </a:cubicBezTo>
                <a:cubicBezTo>
                  <a:pt x="3652363" y="75519"/>
                  <a:pt x="3654236" y="82626"/>
                  <a:pt x="3657984" y="87058"/>
                </a:cubicBezTo>
                <a:cubicBezTo>
                  <a:pt x="3661731" y="91491"/>
                  <a:pt x="3666621" y="93708"/>
                  <a:pt x="3672653" y="93708"/>
                </a:cubicBezTo>
                <a:cubicBezTo>
                  <a:pt x="3677498" y="93708"/>
                  <a:pt x="3681542" y="92223"/>
                  <a:pt x="3684787" y="89252"/>
                </a:cubicBezTo>
                <a:cubicBezTo>
                  <a:pt x="3688031" y="86282"/>
                  <a:pt x="3690088" y="81712"/>
                  <a:pt x="3690956" y="75542"/>
                </a:cubicBezTo>
                <a:close/>
                <a:moveTo>
                  <a:pt x="3713366" y="102208"/>
                </a:moveTo>
                <a:lnTo>
                  <a:pt x="3713366" y="1714"/>
                </a:lnTo>
                <a:lnTo>
                  <a:pt x="3725705" y="1714"/>
                </a:lnTo>
                <a:lnTo>
                  <a:pt x="3725705" y="37771"/>
                </a:lnTo>
                <a:cubicBezTo>
                  <a:pt x="3731463" y="31099"/>
                  <a:pt x="3738730" y="27763"/>
                  <a:pt x="3747504" y="27763"/>
                </a:cubicBezTo>
                <a:cubicBezTo>
                  <a:pt x="3752897" y="27763"/>
                  <a:pt x="3757581" y="28825"/>
                  <a:pt x="3761557" y="30950"/>
                </a:cubicBezTo>
                <a:cubicBezTo>
                  <a:pt x="3765533" y="33075"/>
                  <a:pt x="3768377" y="36012"/>
                  <a:pt x="3770091" y="39759"/>
                </a:cubicBezTo>
                <a:cubicBezTo>
                  <a:pt x="3771805" y="43506"/>
                  <a:pt x="3772662" y="48945"/>
                  <a:pt x="3772662" y="56074"/>
                </a:cubicBezTo>
                <a:lnTo>
                  <a:pt x="3772662" y="102208"/>
                </a:lnTo>
                <a:lnTo>
                  <a:pt x="3760323" y="102208"/>
                </a:lnTo>
                <a:lnTo>
                  <a:pt x="3760323" y="56074"/>
                </a:lnTo>
                <a:cubicBezTo>
                  <a:pt x="3760323" y="49904"/>
                  <a:pt x="3758986" y="45414"/>
                  <a:pt x="3756313" y="42604"/>
                </a:cubicBezTo>
                <a:cubicBezTo>
                  <a:pt x="3753639" y="39793"/>
                  <a:pt x="3749858" y="38388"/>
                  <a:pt x="3744968" y="38388"/>
                </a:cubicBezTo>
                <a:cubicBezTo>
                  <a:pt x="3741312" y="38388"/>
                  <a:pt x="3737873" y="39336"/>
                  <a:pt x="3734651" y="41233"/>
                </a:cubicBezTo>
                <a:cubicBezTo>
                  <a:pt x="3731429" y="43129"/>
                  <a:pt x="3729133" y="45700"/>
                  <a:pt x="3727762" y="48945"/>
                </a:cubicBezTo>
                <a:cubicBezTo>
                  <a:pt x="3726391" y="52189"/>
                  <a:pt x="3725705" y="56668"/>
                  <a:pt x="3725705" y="62380"/>
                </a:cubicBezTo>
                <a:lnTo>
                  <a:pt x="3725705" y="102208"/>
                </a:lnTo>
                <a:lnTo>
                  <a:pt x="3713366" y="102208"/>
                </a:lnTo>
                <a:close/>
                <a:moveTo>
                  <a:pt x="3825016" y="65808"/>
                </a:moveTo>
                <a:cubicBezTo>
                  <a:pt x="3825016" y="52326"/>
                  <a:pt x="3828764" y="42341"/>
                  <a:pt x="3836258" y="35852"/>
                </a:cubicBezTo>
                <a:cubicBezTo>
                  <a:pt x="3842519" y="30459"/>
                  <a:pt x="3850151" y="27763"/>
                  <a:pt x="3859154" y="27763"/>
                </a:cubicBezTo>
                <a:cubicBezTo>
                  <a:pt x="3869162" y="27763"/>
                  <a:pt x="3877343" y="31042"/>
                  <a:pt x="3883695" y="37600"/>
                </a:cubicBezTo>
                <a:cubicBezTo>
                  <a:pt x="3890047" y="44158"/>
                  <a:pt x="3893223" y="53218"/>
                  <a:pt x="3893223" y="64780"/>
                </a:cubicBezTo>
                <a:cubicBezTo>
                  <a:pt x="3893223" y="74148"/>
                  <a:pt x="3891818" y="81517"/>
                  <a:pt x="3889007" y="86887"/>
                </a:cubicBezTo>
                <a:cubicBezTo>
                  <a:pt x="3886197" y="92257"/>
                  <a:pt x="3882107" y="96427"/>
                  <a:pt x="3876737" y="99397"/>
                </a:cubicBezTo>
                <a:cubicBezTo>
                  <a:pt x="3871367" y="102368"/>
                  <a:pt x="3865506" y="103853"/>
                  <a:pt x="3859154" y="103853"/>
                </a:cubicBezTo>
                <a:cubicBezTo>
                  <a:pt x="3848963" y="103853"/>
                  <a:pt x="3840725" y="100586"/>
                  <a:pt x="3834442" y="94051"/>
                </a:cubicBezTo>
                <a:cubicBezTo>
                  <a:pt x="3828158" y="87515"/>
                  <a:pt x="3825016" y="78101"/>
                  <a:pt x="3825016" y="65808"/>
                </a:cubicBezTo>
                <a:moveTo>
                  <a:pt x="3837698" y="65808"/>
                </a:moveTo>
                <a:cubicBezTo>
                  <a:pt x="3837698" y="75131"/>
                  <a:pt x="3839732" y="82111"/>
                  <a:pt x="3843799" y="86750"/>
                </a:cubicBezTo>
                <a:cubicBezTo>
                  <a:pt x="3847866" y="91388"/>
                  <a:pt x="3852984" y="93708"/>
                  <a:pt x="3859154" y="93708"/>
                </a:cubicBezTo>
                <a:cubicBezTo>
                  <a:pt x="3865278" y="93708"/>
                  <a:pt x="3870373" y="91377"/>
                  <a:pt x="3874441" y="86716"/>
                </a:cubicBezTo>
                <a:cubicBezTo>
                  <a:pt x="3878508" y="82054"/>
                  <a:pt x="3880542" y="74948"/>
                  <a:pt x="3880542" y="65397"/>
                </a:cubicBezTo>
                <a:cubicBezTo>
                  <a:pt x="3880542" y="56394"/>
                  <a:pt x="3878496" y="49573"/>
                  <a:pt x="3874406" y="44934"/>
                </a:cubicBezTo>
                <a:cubicBezTo>
                  <a:pt x="3870316" y="40296"/>
                  <a:pt x="3865232" y="37977"/>
                  <a:pt x="3859154" y="37977"/>
                </a:cubicBezTo>
                <a:cubicBezTo>
                  <a:pt x="3852984" y="37977"/>
                  <a:pt x="3847866" y="40285"/>
                  <a:pt x="3843799" y="44900"/>
                </a:cubicBezTo>
                <a:cubicBezTo>
                  <a:pt x="3839732" y="49516"/>
                  <a:pt x="3837698" y="56485"/>
                  <a:pt x="3837698" y="65808"/>
                </a:cubicBezTo>
                <a:close/>
                <a:moveTo>
                  <a:pt x="3907386" y="102208"/>
                </a:moveTo>
                <a:lnTo>
                  <a:pt x="3907386" y="29408"/>
                </a:lnTo>
                <a:lnTo>
                  <a:pt x="3918491" y="29408"/>
                </a:lnTo>
                <a:lnTo>
                  <a:pt x="3918491" y="39759"/>
                </a:lnTo>
                <a:cubicBezTo>
                  <a:pt x="3923838" y="31761"/>
                  <a:pt x="3931561" y="27763"/>
                  <a:pt x="3941661" y="27763"/>
                </a:cubicBezTo>
                <a:cubicBezTo>
                  <a:pt x="3946048" y="27763"/>
                  <a:pt x="3950081" y="28551"/>
                  <a:pt x="3953760" y="30128"/>
                </a:cubicBezTo>
                <a:cubicBezTo>
                  <a:pt x="3957438" y="31704"/>
                  <a:pt x="3960192" y="33772"/>
                  <a:pt x="3962020" y="36331"/>
                </a:cubicBezTo>
                <a:cubicBezTo>
                  <a:pt x="3963848" y="38891"/>
                  <a:pt x="3965127" y="41930"/>
                  <a:pt x="3965859" y="45449"/>
                </a:cubicBezTo>
                <a:cubicBezTo>
                  <a:pt x="3966316" y="47734"/>
                  <a:pt x="3966544" y="51732"/>
                  <a:pt x="3966544" y="57445"/>
                </a:cubicBezTo>
                <a:lnTo>
                  <a:pt x="3966544" y="102208"/>
                </a:lnTo>
                <a:lnTo>
                  <a:pt x="3954205" y="102208"/>
                </a:lnTo>
                <a:lnTo>
                  <a:pt x="3954205" y="57925"/>
                </a:lnTo>
                <a:cubicBezTo>
                  <a:pt x="3954205" y="52898"/>
                  <a:pt x="3953725" y="49139"/>
                  <a:pt x="3952766" y="46648"/>
                </a:cubicBezTo>
                <a:cubicBezTo>
                  <a:pt x="3951806" y="44158"/>
                  <a:pt x="3950104" y="42170"/>
                  <a:pt x="3947659" y="40684"/>
                </a:cubicBezTo>
                <a:cubicBezTo>
                  <a:pt x="3945214" y="39199"/>
                  <a:pt x="3942346" y="38457"/>
                  <a:pt x="3939056" y="38457"/>
                </a:cubicBezTo>
                <a:cubicBezTo>
                  <a:pt x="3933800" y="38457"/>
                  <a:pt x="3929264" y="40125"/>
                  <a:pt x="3925448" y="43461"/>
                </a:cubicBezTo>
                <a:cubicBezTo>
                  <a:pt x="3921633" y="46797"/>
                  <a:pt x="3919725" y="53126"/>
                  <a:pt x="3919725" y="62449"/>
                </a:cubicBezTo>
                <a:lnTo>
                  <a:pt x="3919725" y="102208"/>
                </a:lnTo>
                <a:lnTo>
                  <a:pt x="3907386" y="102208"/>
                </a:lnTo>
                <a:close/>
                <a:moveTo>
                  <a:pt x="4034998" y="78764"/>
                </a:moveTo>
                <a:lnTo>
                  <a:pt x="4047748" y="80341"/>
                </a:lnTo>
                <a:cubicBezTo>
                  <a:pt x="4045737" y="87790"/>
                  <a:pt x="4042013" y="93571"/>
                  <a:pt x="4036574" y="97684"/>
                </a:cubicBezTo>
                <a:cubicBezTo>
                  <a:pt x="4031136" y="101797"/>
                  <a:pt x="4024190" y="103853"/>
                  <a:pt x="4015735" y="103853"/>
                </a:cubicBezTo>
                <a:cubicBezTo>
                  <a:pt x="4005087" y="103853"/>
                  <a:pt x="3996644" y="100574"/>
                  <a:pt x="3990406" y="94016"/>
                </a:cubicBezTo>
                <a:cubicBezTo>
                  <a:pt x="3984168" y="87458"/>
                  <a:pt x="3981049" y="78261"/>
                  <a:pt x="3981049" y="66425"/>
                </a:cubicBezTo>
                <a:cubicBezTo>
                  <a:pt x="3981049" y="54177"/>
                  <a:pt x="3984202" y="44672"/>
                  <a:pt x="3990509" y="37908"/>
                </a:cubicBezTo>
                <a:cubicBezTo>
                  <a:pt x="3996815" y="31145"/>
                  <a:pt x="4004996" y="27763"/>
                  <a:pt x="4015050" y="27763"/>
                </a:cubicBezTo>
                <a:cubicBezTo>
                  <a:pt x="4024784" y="27763"/>
                  <a:pt x="4032735" y="31076"/>
                  <a:pt x="4038905" y="37702"/>
                </a:cubicBezTo>
                <a:cubicBezTo>
                  <a:pt x="4045074" y="44329"/>
                  <a:pt x="4048159" y="53652"/>
                  <a:pt x="4048159" y="65671"/>
                </a:cubicBezTo>
                <a:cubicBezTo>
                  <a:pt x="4048159" y="66402"/>
                  <a:pt x="4048136" y="67499"/>
                  <a:pt x="4048091" y="68961"/>
                </a:cubicBezTo>
                <a:lnTo>
                  <a:pt x="3993799" y="68961"/>
                </a:lnTo>
                <a:cubicBezTo>
                  <a:pt x="3994256" y="76959"/>
                  <a:pt x="3996518" y="83083"/>
                  <a:pt x="4000586" y="87333"/>
                </a:cubicBezTo>
                <a:cubicBezTo>
                  <a:pt x="4004653" y="91583"/>
                  <a:pt x="4009726" y="93708"/>
                  <a:pt x="4015804" y="93708"/>
                </a:cubicBezTo>
                <a:cubicBezTo>
                  <a:pt x="4020328" y="93708"/>
                  <a:pt x="4024190" y="92520"/>
                  <a:pt x="4027389" y="90143"/>
                </a:cubicBezTo>
                <a:cubicBezTo>
                  <a:pt x="4030588" y="87767"/>
                  <a:pt x="4033124" y="83974"/>
                  <a:pt x="4034998" y="78764"/>
                </a:cubicBezTo>
                <a:moveTo>
                  <a:pt x="3994485" y="58816"/>
                </a:moveTo>
                <a:lnTo>
                  <a:pt x="4035135" y="58816"/>
                </a:lnTo>
                <a:cubicBezTo>
                  <a:pt x="4034586" y="52692"/>
                  <a:pt x="4033033" y="48099"/>
                  <a:pt x="4030473" y="45037"/>
                </a:cubicBezTo>
                <a:cubicBezTo>
                  <a:pt x="4026543" y="40285"/>
                  <a:pt x="4021448" y="37908"/>
                  <a:pt x="4015187" y="37908"/>
                </a:cubicBezTo>
                <a:cubicBezTo>
                  <a:pt x="4009520" y="37908"/>
                  <a:pt x="4004756" y="39805"/>
                  <a:pt x="4000894" y="43598"/>
                </a:cubicBezTo>
                <a:cubicBezTo>
                  <a:pt x="3997032" y="47391"/>
                  <a:pt x="3994896" y="52464"/>
                  <a:pt x="3994485" y="58816"/>
                </a:cubicBezTo>
                <a:close/>
                <a:moveTo>
                  <a:pt x="4096812" y="65808"/>
                </a:moveTo>
                <a:cubicBezTo>
                  <a:pt x="4096812" y="52326"/>
                  <a:pt x="4100559" y="42341"/>
                  <a:pt x="4108054" y="35852"/>
                </a:cubicBezTo>
                <a:cubicBezTo>
                  <a:pt x="4114315" y="30459"/>
                  <a:pt x="4121947" y="27763"/>
                  <a:pt x="4130950" y="27763"/>
                </a:cubicBezTo>
                <a:cubicBezTo>
                  <a:pt x="4140958" y="27763"/>
                  <a:pt x="4149138" y="31042"/>
                  <a:pt x="4155491" y="37600"/>
                </a:cubicBezTo>
                <a:cubicBezTo>
                  <a:pt x="4161843" y="44158"/>
                  <a:pt x="4165019" y="53218"/>
                  <a:pt x="4165019" y="64780"/>
                </a:cubicBezTo>
                <a:cubicBezTo>
                  <a:pt x="4165019" y="74148"/>
                  <a:pt x="4163614" y="81517"/>
                  <a:pt x="4160803" y="86887"/>
                </a:cubicBezTo>
                <a:cubicBezTo>
                  <a:pt x="4157993" y="92257"/>
                  <a:pt x="4153902" y="96427"/>
                  <a:pt x="4148533" y="99397"/>
                </a:cubicBezTo>
                <a:cubicBezTo>
                  <a:pt x="4143163" y="102368"/>
                  <a:pt x="4137302" y="103853"/>
                  <a:pt x="4130950" y="103853"/>
                </a:cubicBezTo>
                <a:cubicBezTo>
                  <a:pt x="4120759" y="103853"/>
                  <a:pt x="4112521" y="100586"/>
                  <a:pt x="4106237" y="94051"/>
                </a:cubicBezTo>
                <a:cubicBezTo>
                  <a:pt x="4099954" y="87515"/>
                  <a:pt x="4096812" y="78101"/>
                  <a:pt x="4096812" y="65808"/>
                </a:cubicBezTo>
                <a:moveTo>
                  <a:pt x="4109494" y="65808"/>
                </a:moveTo>
                <a:cubicBezTo>
                  <a:pt x="4109494" y="75131"/>
                  <a:pt x="4111527" y="82111"/>
                  <a:pt x="4115594" y="86750"/>
                </a:cubicBezTo>
                <a:cubicBezTo>
                  <a:pt x="4119662" y="91388"/>
                  <a:pt x="4124780" y="93708"/>
                  <a:pt x="4130950" y="93708"/>
                </a:cubicBezTo>
                <a:cubicBezTo>
                  <a:pt x="4137073" y="93708"/>
                  <a:pt x="4142169" y="91377"/>
                  <a:pt x="4146236" y="86716"/>
                </a:cubicBezTo>
                <a:cubicBezTo>
                  <a:pt x="4150304" y="82054"/>
                  <a:pt x="4152337" y="74948"/>
                  <a:pt x="4152337" y="65397"/>
                </a:cubicBezTo>
                <a:cubicBezTo>
                  <a:pt x="4152337" y="56394"/>
                  <a:pt x="4150292" y="49573"/>
                  <a:pt x="4146202" y="44934"/>
                </a:cubicBezTo>
                <a:cubicBezTo>
                  <a:pt x="4142112" y="40296"/>
                  <a:pt x="4137028" y="37977"/>
                  <a:pt x="4130950" y="37977"/>
                </a:cubicBezTo>
                <a:cubicBezTo>
                  <a:pt x="4124780" y="37977"/>
                  <a:pt x="4119662" y="40285"/>
                  <a:pt x="4115594" y="44900"/>
                </a:cubicBezTo>
                <a:cubicBezTo>
                  <a:pt x="4111527" y="49516"/>
                  <a:pt x="4109494" y="56485"/>
                  <a:pt x="4109494" y="65808"/>
                </a:cubicBezTo>
                <a:close/>
                <a:moveTo>
                  <a:pt x="4182129" y="102208"/>
                </a:moveTo>
                <a:lnTo>
                  <a:pt x="4182129" y="39005"/>
                </a:lnTo>
                <a:lnTo>
                  <a:pt x="4171229" y="39005"/>
                </a:lnTo>
                <a:lnTo>
                  <a:pt x="4171229" y="29408"/>
                </a:lnTo>
                <a:lnTo>
                  <a:pt x="4182129" y="29408"/>
                </a:lnTo>
                <a:lnTo>
                  <a:pt x="4182129" y="21662"/>
                </a:lnTo>
                <a:cubicBezTo>
                  <a:pt x="4182129" y="16772"/>
                  <a:pt x="4182563" y="13139"/>
                  <a:pt x="4183431" y="10762"/>
                </a:cubicBezTo>
                <a:cubicBezTo>
                  <a:pt x="4184619" y="7563"/>
                  <a:pt x="4186710" y="4970"/>
                  <a:pt x="4189703" y="2982"/>
                </a:cubicBezTo>
                <a:cubicBezTo>
                  <a:pt x="4192697" y="994"/>
                  <a:pt x="4196890" y="0"/>
                  <a:pt x="4202282" y="0"/>
                </a:cubicBezTo>
                <a:cubicBezTo>
                  <a:pt x="4205755" y="0"/>
                  <a:pt x="4209594" y="411"/>
                  <a:pt x="4213799" y="1234"/>
                </a:cubicBezTo>
                <a:lnTo>
                  <a:pt x="4211948" y="11996"/>
                </a:lnTo>
                <a:cubicBezTo>
                  <a:pt x="4209389" y="11539"/>
                  <a:pt x="4206967" y="11311"/>
                  <a:pt x="4204682" y="11311"/>
                </a:cubicBezTo>
                <a:cubicBezTo>
                  <a:pt x="4200934" y="11311"/>
                  <a:pt x="4198284" y="12110"/>
                  <a:pt x="4196730" y="13710"/>
                </a:cubicBezTo>
                <a:cubicBezTo>
                  <a:pt x="4195176" y="15309"/>
                  <a:pt x="4194399" y="18303"/>
                  <a:pt x="4194399" y="22690"/>
                </a:cubicBezTo>
                <a:lnTo>
                  <a:pt x="4194399" y="29408"/>
                </a:lnTo>
                <a:lnTo>
                  <a:pt x="4208589" y="29408"/>
                </a:lnTo>
                <a:lnTo>
                  <a:pt x="4208589" y="39005"/>
                </a:lnTo>
                <a:lnTo>
                  <a:pt x="4194399" y="39005"/>
                </a:lnTo>
                <a:lnTo>
                  <a:pt x="4194399" y="102208"/>
                </a:lnTo>
                <a:lnTo>
                  <a:pt x="4182129" y="102208"/>
                </a:lnTo>
                <a:close/>
                <a:moveTo>
                  <a:pt x="4283055" y="91171"/>
                </a:moveTo>
                <a:lnTo>
                  <a:pt x="4284838" y="102071"/>
                </a:lnTo>
                <a:cubicBezTo>
                  <a:pt x="4281364" y="102802"/>
                  <a:pt x="4278257" y="103168"/>
                  <a:pt x="4275515" y="103168"/>
                </a:cubicBezTo>
                <a:cubicBezTo>
                  <a:pt x="4271036" y="103168"/>
                  <a:pt x="4267563" y="102459"/>
                  <a:pt x="4265095" y="101043"/>
                </a:cubicBezTo>
                <a:cubicBezTo>
                  <a:pt x="4262627" y="99626"/>
                  <a:pt x="4260891" y="97764"/>
                  <a:pt x="4259885" y="95456"/>
                </a:cubicBezTo>
                <a:cubicBezTo>
                  <a:pt x="4258880" y="93148"/>
                  <a:pt x="4258377" y="88292"/>
                  <a:pt x="4258377" y="80889"/>
                </a:cubicBezTo>
                <a:lnTo>
                  <a:pt x="4258377" y="39005"/>
                </a:lnTo>
                <a:lnTo>
                  <a:pt x="4249329" y="39005"/>
                </a:lnTo>
                <a:lnTo>
                  <a:pt x="4249329" y="29408"/>
                </a:lnTo>
                <a:lnTo>
                  <a:pt x="4258377" y="29408"/>
                </a:lnTo>
                <a:lnTo>
                  <a:pt x="4258377" y="11379"/>
                </a:lnTo>
                <a:lnTo>
                  <a:pt x="4270648" y="3976"/>
                </a:lnTo>
                <a:lnTo>
                  <a:pt x="4270648" y="29408"/>
                </a:lnTo>
                <a:lnTo>
                  <a:pt x="4283055" y="29408"/>
                </a:lnTo>
                <a:lnTo>
                  <a:pt x="4283055" y="39005"/>
                </a:lnTo>
                <a:lnTo>
                  <a:pt x="4270648" y="39005"/>
                </a:lnTo>
                <a:lnTo>
                  <a:pt x="4270648" y="81574"/>
                </a:lnTo>
                <a:cubicBezTo>
                  <a:pt x="4270648" y="85093"/>
                  <a:pt x="4270865" y="87355"/>
                  <a:pt x="4271299" y="88361"/>
                </a:cubicBezTo>
                <a:cubicBezTo>
                  <a:pt x="4271733" y="89366"/>
                  <a:pt x="4272441" y="90166"/>
                  <a:pt x="4273424" y="90760"/>
                </a:cubicBezTo>
                <a:cubicBezTo>
                  <a:pt x="4274407" y="91354"/>
                  <a:pt x="4275812" y="91651"/>
                  <a:pt x="4277640" y="91651"/>
                </a:cubicBezTo>
                <a:cubicBezTo>
                  <a:pt x="4279011" y="91651"/>
                  <a:pt x="4280816" y="91491"/>
                  <a:pt x="4283055" y="91171"/>
                </a:cubicBezTo>
                <a:close/>
                <a:moveTo>
                  <a:pt x="4294582" y="102208"/>
                </a:moveTo>
                <a:lnTo>
                  <a:pt x="4294582" y="1714"/>
                </a:lnTo>
                <a:lnTo>
                  <a:pt x="4306921" y="1714"/>
                </a:lnTo>
                <a:lnTo>
                  <a:pt x="4306921" y="37771"/>
                </a:lnTo>
                <a:cubicBezTo>
                  <a:pt x="4312679" y="31099"/>
                  <a:pt x="4319945" y="27763"/>
                  <a:pt x="4328720" y="27763"/>
                </a:cubicBezTo>
                <a:cubicBezTo>
                  <a:pt x="4334112" y="27763"/>
                  <a:pt x="4338796" y="28825"/>
                  <a:pt x="4342772" y="30950"/>
                </a:cubicBezTo>
                <a:cubicBezTo>
                  <a:pt x="4346748" y="33075"/>
                  <a:pt x="4349593" y="36012"/>
                  <a:pt x="4351307" y="39759"/>
                </a:cubicBezTo>
                <a:cubicBezTo>
                  <a:pt x="4353020" y="43506"/>
                  <a:pt x="4353877" y="48945"/>
                  <a:pt x="4353877" y="56074"/>
                </a:cubicBezTo>
                <a:lnTo>
                  <a:pt x="4353877" y="102208"/>
                </a:lnTo>
                <a:lnTo>
                  <a:pt x="4341538" y="102208"/>
                </a:lnTo>
                <a:lnTo>
                  <a:pt x="4341538" y="56074"/>
                </a:lnTo>
                <a:cubicBezTo>
                  <a:pt x="4341538" y="49904"/>
                  <a:pt x="4340202" y="45414"/>
                  <a:pt x="4337528" y="42604"/>
                </a:cubicBezTo>
                <a:cubicBezTo>
                  <a:pt x="4334855" y="39793"/>
                  <a:pt x="4331073" y="38388"/>
                  <a:pt x="4326183" y="38388"/>
                </a:cubicBezTo>
                <a:cubicBezTo>
                  <a:pt x="4322527" y="38388"/>
                  <a:pt x="4319088" y="39336"/>
                  <a:pt x="4315866" y="41233"/>
                </a:cubicBezTo>
                <a:cubicBezTo>
                  <a:pt x="4312645" y="43129"/>
                  <a:pt x="4310348" y="45700"/>
                  <a:pt x="4308977" y="48945"/>
                </a:cubicBezTo>
                <a:cubicBezTo>
                  <a:pt x="4307606" y="52189"/>
                  <a:pt x="4306921" y="56668"/>
                  <a:pt x="4306921" y="62380"/>
                </a:cubicBezTo>
                <a:lnTo>
                  <a:pt x="4306921" y="102208"/>
                </a:lnTo>
                <a:lnTo>
                  <a:pt x="4294582" y="102208"/>
                </a:lnTo>
                <a:close/>
                <a:moveTo>
                  <a:pt x="4422194" y="78764"/>
                </a:moveTo>
                <a:lnTo>
                  <a:pt x="4434944" y="80341"/>
                </a:lnTo>
                <a:cubicBezTo>
                  <a:pt x="4432933" y="87790"/>
                  <a:pt x="4429209" y="93571"/>
                  <a:pt x="4423770" y="97684"/>
                </a:cubicBezTo>
                <a:cubicBezTo>
                  <a:pt x="4418332" y="101797"/>
                  <a:pt x="4411386" y="103853"/>
                  <a:pt x="4402931" y="103853"/>
                </a:cubicBezTo>
                <a:cubicBezTo>
                  <a:pt x="4392283" y="103853"/>
                  <a:pt x="4383840" y="100574"/>
                  <a:pt x="4377602" y="94016"/>
                </a:cubicBezTo>
                <a:cubicBezTo>
                  <a:pt x="4371364" y="87458"/>
                  <a:pt x="4368245" y="78261"/>
                  <a:pt x="4368245" y="66425"/>
                </a:cubicBezTo>
                <a:cubicBezTo>
                  <a:pt x="4368245" y="54177"/>
                  <a:pt x="4371398" y="44672"/>
                  <a:pt x="4377705" y="37908"/>
                </a:cubicBezTo>
                <a:cubicBezTo>
                  <a:pt x="4384011" y="31145"/>
                  <a:pt x="4392192" y="27763"/>
                  <a:pt x="4402246" y="27763"/>
                </a:cubicBezTo>
                <a:cubicBezTo>
                  <a:pt x="4411980" y="27763"/>
                  <a:pt x="4419932" y="31076"/>
                  <a:pt x="4426101" y="37702"/>
                </a:cubicBezTo>
                <a:cubicBezTo>
                  <a:pt x="4432271" y="44329"/>
                  <a:pt x="4435355" y="53652"/>
                  <a:pt x="4435355" y="65671"/>
                </a:cubicBezTo>
                <a:cubicBezTo>
                  <a:pt x="4435355" y="66402"/>
                  <a:pt x="4435332" y="67499"/>
                  <a:pt x="4435287" y="68961"/>
                </a:cubicBezTo>
                <a:lnTo>
                  <a:pt x="4380995" y="68961"/>
                </a:lnTo>
                <a:cubicBezTo>
                  <a:pt x="4381452" y="76959"/>
                  <a:pt x="4383714" y="83083"/>
                  <a:pt x="4387782" y="87333"/>
                </a:cubicBezTo>
                <a:cubicBezTo>
                  <a:pt x="4391849" y="91583"/>
                  <a:pt x="4396922" y="93708"/>
                  <a:pt x="4403000" y="93708"/>
                </a:cubicBezTo>
                <a:cubicBezTo>
                  <a:pt x="4407524" y="93708"/>
                  <a:pt x="4411386" y="92520"/>
                  <a:pt x="4414585" y="90143"/>
                </a:cubicBezTo>
                <a:cubicBezTo>
                  <a:pt x="4417784" y="87767"/>
                  <a:pt x="4420320" y="83974"/>
                  <a:pt x="4422194" y="78764"/>
                </a:cubicBezTo>
                <a:moveTo>
                  <a:pt x="4381681" y="58816"/>
                </a:moveTo>
                <a:lnTo>
                  <a:pt x="4422331" y="58816"/>
                </a:lnTo>
                <a:cubicBezTo>
                  <a:pt x="4421782" y="52692"/>
                  <a:pt x="4420229" y="48099"/>
                  <a:pt x="4417669" y="45037"/>
                </a:cubicBezTo>
                <a:cubicBezTo>
                  <a:pt x="4413739" y="40285"/>
                  <a:pt x="4408644" y="37908"/>
                  <a:pt x="4402383" y="37908"/>
                </a:cubicBezTo>
                <a:cubicBezTo>
                  <a:pt x="4396716" y="37908"/>
                  <a:pt x="4391952" y="39805"/>
                  <a:pt x="4388090" y="43598"/>
                </a:cubicBezTo>
                <a:cubicBezTo>
                  <a:pt x="4384229" y="47391"/>
                  <a:pt x="4382092" y="52464"/>
                  <a:pt x="4381681" y="588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followingstatementsismorelikelytobetrue?">
            <a:extLst xmlns:a="http://schemas.openxmlformats.org/drawingml/2006/main">
              <a:ext uri="{FF2B5EF4-FFF2-40B4-BE49-F238E27FC236}">
                <a16:creationId xmlns:a16="http://schemas.microsoft.com/office/drawing/2014/main" id="{53AC9D62-4D4F-405E-A86D-39863BB4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979" y="2430693"/>
            <a:ext cx="2810414" cy="131753"/>
          </a:xfrm>
          <a:custGeom xmlns:a="http://schemas.openxmlformats.org/drawingml/2006/main">
            <a:pathLst>
              <a:path w="2810414" h="131753">
                <a:moveTo>
                  <a:pt x="10899" y="102208"/>
                </a:moveTo>
                <a:lnTo>
                  <a:pt x="10899" y="39005"/>
                </a:lnTo>
                <a:lnTo>
                  <a:pt x="0" y="39005"/>
                </a:lnTo>
                <a:lnTo>
                  <a:pt x="0" y="29408"/>
                </a:lnTo>
                <a:lnTo>
                  <a:pt x="10899" y="29408"/>
                </a:lnTo>
                <a:lnTo>
                  <a:pt x="10899" y="21662"/>
                </a:lnTo>
                <a:cubicBezTo>
                  <a:pt x="10899" y="16772"/>
                  <a:pt x="11334" y="13139"/>
                  <a:pt x="12202" y="10762"/>
                </a:cubicBezTo>
                <a:cubicBezTo>
                  <a:pt x="13390" y="7563"/>
                  <a:pt x="15481" y="4970"/>
                  <a:pt x="18474" y="2982"/>
                </a:cubicBezTo>
                <a:cubicBezTo>
                  <a:pt x="21468" y="994"/>
                  <a:pt x="25661" y="0"/>
                  <a:pt x="31053" y="0"/>
                </a:cubicBezTo>
                <a:cubicBezTo>
                  <a:pt x="34526" y="0"/>
                  <a:pt x="38365" y="411"/>
                  <a:pt x="42570" y="1234"/>
                </a:cubicBezTo>
                <a:lnTo>
                  <a:pt x="40719" y="11996"/>
                </a:lnTo>
                <a:cubicBezTo>
                  <a:pt x="38159" y="11539"/>
                  <a:pt x="35737" y="11311"/>
                  <a:pt x="33452" y="11311"/>
                </a:cubicBezTo>
                <a:cubicBezTo>
                  <a:pt x="29705" y="11311"/>
                  <a:pt x="27054" y="12110"/>
                  <a:pt x="25501" y="13710"/>
                </a:cubicBezTo>
                <a:cubicBezTo>
                  <a:pt x="23947" y="15309"/>
                  <a:pt x="23170" y="18303"/>
                  <a:pt x="23170" y="22690"/>
                </a:cubicBezTo>
                <a:lnTo>
                  <a:pt x="23170" y="29408"/>
                </a:lnTo>
                <a:lnTo>
                  <a:pt x="37360" y="29408"/>
                </a:lnTo>
                <a:lnTo>
                  <a:pt x="37360" y="39005"/>
                </a:lnTo>
                <a:lnTo>
                  <a:pt x="23170" y="39005"/>
                </a:lnTo>
                <a:lnTo>
                  <a:pt x="23170" y="102208"/>
                </a:lnTo>
                <a:lnTo>
                  <a:pt x="10899" y="102208"/>
                </a:lnTo>
                <a:close/>
                <a:moveTo>
                  <a:pt x="41825" y="65808"/>
                </a:moveTo>
                <a:cubicBezTo>
                  <a:pt x="41825" y="52326"/>
                  <a:pt x="45573" y="42341"/>
                  <a:pt x="53068" y="35852"/>
                </a:cubicBezTo>
                <a:cubicBezTo>
                  <a:pt x="59329" y="30459"/>
                  <a:pt x="66960" y="27763"/>
                  <a:pt x="75963" y="27763"/>
                </a:cubicBezTo>
                <a:cubicBezTo>
                  <a:pt x="85972" y="27763"/>
                  <a:pt x="94152" y="31042"/>
                  <a:pt x="100504" y="37600"/>
                </a:cubicBezTo>
                <a:cubicBezTo>
                  <a:pt x="106857" y="44158"/>
                  <a:pt x="110033" y="53218"/>
                  <a:pt x="110033" y="64780"/>
                </a:cubicBezTo>
                <a:cubicBezTo>
                  <a:pt x="110033" y="74148"/>
                  <a:pt x="108627" y="81517"/>
                  <a:pt x="105817" y="86887"/>
                </a:cubicBezTo>
                <a:cubicBezTo>
                  <a:pt x="103006" y="92257"/>
                  <a:pt x="98916" y="96427"/>
                  <a:pt x="93546" y="99397"/>
                </a:cubicBezTo>
                <a:cubicBezTo>
                  <a:pt x="88177" y="102368"/>
                  <a:pt x="82316" y="103853"/>
                  <a:pt x="75963" y="103853"/>
                </a:cubicBezTo>
                <a:cubicBezTo>
                  <a:pt x="65772" y="103853"/>
                  <a:pt x="57535" y="100586"/>
                  <a:pt x="51251" y="94051"/>
                </a:cubicBezTo>
                <a:cubicBezTo>
                  <a:pt x="44967" y="87515"/>
                  <a:pt x="41825" y="78101"/>
                  <a:pt x="41825" y="65808"/>
                </a:cubicBezTo>
                <a:moveTo>
                  <a:pt x="54507" y="65808"/>
                </a:moveTo>
                <a:cubicBezTo>
                  <a:pt x="54507" y="75131"/>
                  <a:pt x="56541" y="82111"/>
                  <a:pt x="60608" y="86750"/>
                </a:cubicBezTo>
                <a:cubicBezTo>
                  <a:pt x="64675" y="91388"/>
                  <a:pt x="69794" y="93708"/>
                  <a:pt x="75963" y="93708"/>
                </a:cubicBezTo>
                <a:cubicBezTo>
                  <a:pt x="82087" y="93708"/>
                  <a:pt x="87183" y="91377"/>
                  <a:pt x="91250" y="86716"/>
                </a:cubicBezTo>
                <a:cubicBezTo>
                  <a:pt x="95317" y="82054"/>
                  <a:pt x="97351" y="74948"/>
                  <a:pt x="97351" y="65397"/>
                </a:cubicBezTo>
                <a:cubicBezTo>
                  <a:pt x="97351" y="56394"/>
                  <a:pt x="95306" y="49573"/>
                  <a:pt x="91216" y="44934"/>
                </a:cubicBezTo>
                <a:cubicBezTo>
                  <a:pt x="87126" y="40296"/>
                  <a:pt x="82041" y="37977"/>
                  <a:pt x="75963" y="37977"/>
                </a:cubicBezTo>
                <a:cubicBezTo>
                  <a:pt x="69794" y="37977"/>
                  <a:pt x="64675" y="40285"/>
                  <a:pt x="60608" y="44900"/>
                </a:cubicBezTo>
                <a:cubicBezTo>
                  <a:pt x="56541" y="49516"/>
                  <a:pt x="54507" y="56485"/>
                  <a:pt x="54507" y="65808"/>
                </a:cubicBezTo>
                <a:close/>
                <a:moveTo>
                  <a:pt x="123921" y="102208"/>
                </a:moveTo>
                <a:lnTo>
                  <a:pt x="123921" y="1714"/>
                </a:lnTo>
                <a:lnTo>
                  <a:pt x="136260" y="1714"/>
                </a:lnTo>
                <a:lnTo>
                  <a:pt x="136260" y="102208"/>
                </a:lnTo>
                <a:lnTo>
                  <a:pt x="123921" y="102208"/>
                </a:lnTo>
                <a:close/>
                <a:moveTo>
                  <a:pt x="155368" y="102208"/>
                </a:moveTo>
                <a:lnTo>
                  <a:pt x="155368" y="1714"/>
                </a:lnTo>
                <a:lnTo>
                  <a:pt x="167707" y="1714"/>
                </a:lnTo>
                <a:lnTo>
                  <a:pt x="167707" y="102208"/>
                </a:lnTo>
                <a:lnTo>
                  <a:pt x="155368" y="102208"/>
                </a:lnTo>
                <a:close/>
                <a:moveTo>
                  <a:pt x="182497" y="65808"/>
                </a:moveTo>
                <a:cubicBezTo>
                  <a:pt x="182497" y="52326"/>
                  <a:pt x="186244" y="42341"/>
                  <a:pt x="193739" y="35852"/>
                </a:cubicBezTo>
                <a:cubicBezTo>
                  <a:pt x="200000" y="30459"/>
                  <a:pt x="207632" y="27763"/>
                  <a:pt x="216635" y="27763"/>
                </a:cubicBezTo>
                <a:cubicBezTo>
                  <a:pt x="226643" y="27763"/>
                  <a:pt x="234823" y="31042"/>
                  <a:pt x="241176" y="37600"/>
                </a:cubicBezTo>
                <a:cubicBezTo>
                  <a:pt x="247528" y="44158"/>
                  <a:pt x="250704" y="53218"/>
                  <a:pt x="250704" y="64780"/>
                </a:cubicBezTo>
                <a:cubicBezTo>
                  <a:pt x="250704" y="74148"/>
                  <a:pt x="249299" y="81517"/>
                  <a:pt x="246488" y="86887"/>
                </a:cubicBezTo>
                <a:cubicBezTo>
                  <a:pt x="243678" y="92257"/>
                  <a:pt x="239588" y="96427"/>
                  <a:pt x="234218" y="99397"/>
                </a:cubicBezTo>
                <a:cubicBezTo>
                  <a:pt x="228848" y="102368"/>
                  <a:pt x="222987" y="103853"/>
                  <a:pt x="216635" y="103853"/>
                </a:cubicBezTo>
                <a:cubicBezTo>
                  <a:pt x="206444" y="103853"/>
                  <a:pt x="198206" y="100586"/>
                  <a:pt x="191923" y="94051"/>
                </a:cubicBezTo>
                <a:cubicBezTo>
                  <a:pt x="185639" y="87515"/>
                  <a:pt x="182497" y="78101"/>
                  <a:pt x="182497" y="65808"/>
                </a:cubicBezTo>
                <a:moveTo>
                  <a:pt x="195179" y="65808"/>
                </a:moveTo>
                <a:cubicBezTo>
                  <a:pt x="195179" y="75131"/>
                  <a:pt x="197212" y="82111"/>
                  <a:pt x="201280" y="86750"/>
                </a:cubicBezTo>
                <a:cubicBezTo>
                  <a:pt x="205347" y="91388"/>
                  <a:pt x="210465" y="93708"/>
                  <a:pt x="216635" y="93708"/>
                </a:cubicBezTo>
                <a:cubicBezTo>
                  <a:pt x="222759" y="93708"/>
                  <a:pt x="227854" y="91377"/>
                  <a:pt x="231922" y="86716"/>
                </a:cubicBezTo>
                <a:cubicBezTo>
                  <a:pt x="235989" y="82054"/>
                  <a:pt x="238022" y="74948"/>
                  <a:pt x="238022" y="65397"/>
                </a:cubicBezTo>
                <a:cubicBezTo>
                  <a:pt x="238022" y="56394"/>
                  <a:pt x="235977" y="49573"/>
                  <a:pt x="231887" y="44934"/>
                </a:cubicBezTo>
                <a:cubicBezTo>
                  <a:pt x="227797" y="40296"/>
                  <a:pt x="222713" y="37977"/>
                  <a:pt x="216635" y="37977"/>
                </a:cubicBezTo>
                <a:cubicBezTo>
                  <a:pt x="210465" y="37977"/>
                  <a:pt x="205347" y="40285"/>
                  <a:pt x="201280" y="44900"/>
                </a:cubicBezTo>
                <a:cubicBezTo>
                  <a:pt x="197212" y="49516"/>
                  <a:pt x="195179" y="56485"/>
                  <a:pt x="195179" y="65808"/>
                </a:cubicBezTo>
                <a:close/>
                <a:moveTo>
                  <a:pt x="278302" y="102208"/>
                </a:moveTo>
                <a:lnTo>
                  <a:pt x="256023" y="29408"/>
                </a:lnTo>
                <a:lnTo>
                  <a:pt x="268774" y="29408"/>
                </a:lnTo>
                <a:lnTo>
                  <a:pt x="280358" y="71429"/>
                </a:lnTo>
                <a:lnTo>
                  <a:pt x="284677" y="87058"/>
                </a:lnTo>
                <a:cubicBezTo>
                  <a:pt x="284860" y="86282"/>
                  <a:pt x="286117" y="81277"/>
                  <a:pt x="288447" y="72046"/>
                </a:cubicBezTo>
                <a:lnTo>
                  <a:pt x="300032" y="29408"/>
                </a:lnTo>
                <a:lnTo>
                  <a:pt x="312714" y="29408"/>
                </a:lnTo>
                <a:lnTo>
                  <a:pt x="323613" y="71635"/>
                </a:lnTo>
                <a:lnTo>
                  <a:pt x="327247" y="85550"/>
                </a:lnTo>
                <a:lnTo>
                  <a:pt x="331428" y="71498"/>
                </a:lnTo>
                <a:lnTo>
                  <a:pt x="343904" y="29408"/>
                </a:lnTo>
                <a:lnTo>
                  <a:pt x="355900" y="29408"/>
                </a:lnTo>
                <a:lnTo>
                  <a:pt x="333142" y="102208"/>
                </a:lnTo>
                <a:lnTo>
                  <a:pt x="320323" y="102208"/>
                </a:lnTo>
                <a:lnTo>
                  <a:pt x="308738" y="58610"/>
                </a:lnTo>
                <a:lnTo>
                  <a:pt x="305928" y="46203"/>
                </a:lnTo>
                <a:lnTo>
                  <a:pt x="291189" y="102208"/>
                </a:lnTo>
                <a:lnTo>
                  <a:pt x="278302" y="102208"/>
                </a:lnTo>
                <a:close/>
                <a:moveTo>
                  <a:pt x="366296" y="15904"/>
                </a:moveTo>
                <a:lnTo>
                  <a:pt x="366296" y="1714"/>
                </a:lnTo>
                <a:lnTo>
                  <a:pt x="378635" y="1714"/>
                </a:lnTo>
                <a:lnTo>
                  <a:pt x="378635" y="15904"/>
                </a:lnTo>
                <a:lnTo>
                  <a:pt x="366296" y="15904"/>
                </a:lnTo>
                <a:moveTo>
                  <a:pt x="366296" y="102208"/>
                </a:moveTo>
                <a:lnTo>
                  <a:pt x="366296" y="29408"/>
                </a:lnTo>
                <a:lnTo>
                  <a:pt x="378635" y="29408"/>
                </a:lnTo>
                <a:lnTo>
                  <a:pt x="378635" y="102208"/>
                </a:lnTo>
                <a:lnTo>
                  <a:pt x="366296" y="102208"/>
                </a:lnTo>
                <a:close/>
                <a:moveTo>
                  <a:pt x="397675" y="102208"/>
                </a:moveTo>
                <a:lnTo>
                  <a:pt x="397675" y="29408"/>
                </a:lnTo>
                <a:lnTo>
                  <a:pt x="408780" y="29408"/>
                </a:lnTo>
                <a:lnTo>
                  <a:pt x="408780" y="39759"/>
                </a:lnTo>
                <a:cubicBezTo>
                  <a:pt x="414127" y="31761"/>
                  <a:pt x="421850" y="27763"/>
                  <a:pt x="431950" y="27763"/>
                </a:cubicBezTo>
                <a:cubicBezTo>
                  <a:pt x="436337" y="27763"/>
                  <a:pt x="440370" y="28551"/>
                  <a:pt x="444049" y="30128"/>
                </a:cubicBezTo>
                <a:cubicBezTo>
                  <a:pt x="447728" y="31704"/>
                  <a:pt x="450481" y="33772"/>
                  <a:pt x="452309" y="36331"/>
                </a:cubicBezTo>
                <a:cubicBezTo>
                  <a:pt x="454137" y="38891"/>
                  <a:pt x="455417" y="41930"/>
                  <a:pt x="456148" y="45449"/>
                </a:cubicBezTo>
                <a:cubicBezTo>
                  <a:pt x="456605" y="47734"/>
                  <a:pt x="456834" y="51732"/>
                  <a:pt x="456834" y="57445"/>
                </a:cubicBezTo>
                <a:lnTo>
                  <a:pt x="456834" y="102208"/>
                </a:lnTo>
                <a:lnTo>
                  <a:pt x="444495" y="102208"/>
                </a:lnTo>
                <a:lnTo>
                  <a:pt x="444495" y="57925"/>
                </a:lnTo>
                <a:cubicBezTo>
                  <a:pt x="444495" y="52898"/>
                  <a:pt x="444015" y="49139"/>
                  <a:pt x="443055" y="46648"/>
                </a:cubicBezTo>
                <a:cubicBezTo>
                  <a:pt x="442095" y="44158"/>
                  <a:pt x="440393" y="42170"/>
                  <a:pt x="437948" y="40684"/>
                </a:cubicBezTo>
                <a:cubicBezTo>
                  <a:pt x="435503" y="39199"/>
                  <a:pt x="432636" y="38457"/>
                  <a:pt x="429345" y="38457"/>
                </a:cubicBezTo>
                <a:cubicBezTo>
                  <a:pt x="424090" y="38457"/>
                  <a:pt x="419554" y="40125"/>
                  <a:pt x="415738" y="43461"/>
                </a:cubicBezTo>
                <a:cubicBezTo>
                  <a:pt x="411922" y="46797"/>
                  <a:pt x="410014" y="53126"/>
                  <a:pt x="410014" y="62449"/>
                </a:cubicBezTo>
                <a:lnTo>
                  <a:pt x="410014" y="102208"/>
                </a:lnTo>
                <a:lnTo>
                  <a:pt x="397675" y="102208"/>
                </a:lnTo>
                <a:close/>
                <a:moveTo>
                  <a:pt x="473190" y="108240"/>
                </a:moveTo>
                <a:lnTo>
                  <a:pt x="485186" y="110023"/>
                </a:lnTo>
                <a:cubicBezTo>
                  <a:pt x="485688" y="113724"/>
                  <a:pt x="487082" y="116421"/>
                  <a:pt x="489367" y="118112"/>
                </a:cubicBezTo>
                <a:cubicBezTo>
                  <a:pt x="492429" y="120397"/>
                  <a:pt x="496611" y="121539"/>
                  <a:pt x="501912" y="121539"/>
                </a:cubicBezTo>
                <a:cubicBezTo>
                  <a:pt x="507624" y="121539"/>
                  <a:pt x="512034" y="120397"/>
                  <a:pt x="515142" y="118112"/>
                </a:cubicBezTo>
                <a:cubicBezTo>
                  <a:pt x="518250" y="115827"/>
                  <a:pt x="520352" y="112628"/>
                  <a:pt x="521449" y="108515"/>
                </a:cubicBezTo>
                <a:cubicBezTo>
                  <a:pt x="522088" y="106001"/>
                  <a:pt x="522386" y="100723"/>
                  <a:pt x="522340" y="92680"/>
                </a:cubicBezTo>
                <a:cubicBezTo>
                  <a:pt x="516947" y="99032"/>
                  <a:pt x="510229" y="102208"/>
                  <a:pt x="502186" y="102208"/>
                </a:cubicBezTo>
                <a:cubicBezTo>
                  <a:pt x="492178" y="102208"/>
                  <a:pt x="484432" y="98598"/>
                  <a:pt x="478948" y="91377"/>
                </a:cubicBezTo>
                <a:cubicBezTo>
                  <a:pt x="473464" y="84156"/>
                  <a:pt x="470722" y="75496"/>
                  <a:pt x="470722" y="65397"/>
                </a:cubicBezTo>
                <a:cubicBezTo>
                  <a:pt x="470722" y="58450"/>
                  <a:pt x="471978" y="52041"/>
                  <a:pt x="474492" y="46168"/>
                </a:cubicBezTo>
                <a:cubicBezTo>
                  <a:pt x="477005" y="40296"/>
                  <a:pt x="480650" y="35760"/>
                  <a:pt x="485426" y="32561"/>
                </a:cubicBezTo>
                <a:cubicBezTo>
                  <a:pt x="490201" y="29362"/>
                  <a:pt x="495811" y="27763"/>
                  <a:pt x="502255" y="27763"/>
                </a:cubicBezTo>
                <a:cubicBezTo>
                  <a:pt x="510846" y="27763"/>
                  <a:pt x="517930" y="31236"/>
                  <a:pt x="523505" y="38182"/>
                </a:cubicBezTo>
                <a:lnTo>
                  <a:pt x="523505" y="29408"/>
                </a:lnTo>
                <a:lnTo>
                  <a:pt x="534884" y="29408"/>
                </a:lnTo>
                <a:lnTo>
                  <a:pt x="534884" y="92337"/>
                </a:lnTo>
                <a:cubicBezTo>
                  <a:pt x="534884" y="103670"/>
                  <a:pt x="533731" y="111702"/>
                  <a:pt x="531423" y="116432"/>
                </a:cubicBezTo>
                <a:cubicBezTo>
                  <a:pt x="529115" y="121162"/>
                  <a:pt x="525459" y="124898"/>
                  <a:pt x="520455" y="127640"/>
                </a:cubicBezTo>
                <a:cubicBezTo>
                  <a:pt x="515451" y="130382"/>
                  <a:pt x="509292" y="131753"/>
                  <a:pt x="501980" y="131753"/>
                </a:cubicBezTo>
                <a:cubicBezTo>
                  <a:pt x="493297" y="131753"/>
                  <a:pt x="486283" y="129799"/>
                  <a:pt x="480936" y="125892"/>
                </a:cubicBezTo>
                <a:cubicBezTo>
                  <a:pt x="475589" y="121985"/>
                  <a:pt x="473007" y="116101"/>
                  <a:pt x="473190" y="108240"/>
                </a:cubicBezTo>
                <a:moveTo>
                  <a:pt x="483403" y="64505"/>
                </a:moveTo>
                <a:cubicBezTo>
                  <a:pt x="483403" y="74057"/>
                  <a:pt x="485300" y="81026"/>
                  <a:pt x="489093" y="85413"/>
                </a:cubicBezTo>
                <a:cubicBezTo>
                  <a:pt x="492886" y="89800"/>
                  <a:pt x="497639" y="91994"/>
                  <a:pt x="503351" y="91994"/>
                </a:cubicBezTo>
                <a:cubicBezTo>
                  <a:pt x="509018" y="91994"/>
                  <a:pt x="513771" y="89812"/>
                  <a:pt x="517610" y="85447"/>
                </a:cubicBezTo>
                <a:cubicBezTo>
                  <a:pt x="521449" y="81083"/>
                  <a:pt x="523368" y="74240"/>
                  <a:pt x="523368" y="64917"/>
                </a:cubicBezTo>
                <a:cubicBezTo>
                  <a:pt x="523368" y="56005"/>
                  <a:pt x="521392" y="49287"/>
                  <a:pt x="517438" y="44763"/>
                </a:cubicBezTo>
                <a:cubicBezTo>
                  <a:pt x="513485" y="40239"/>
                  <a:pt x="508721" y="37977"/>
                  <a:pt x="503146" y="37977"/>
                </a:cubicBezTo>
                <a:cubicBezTo>
                  <a:pt x="497662" y="37977"/>
                  <a:pt x="493000" y="40205"/>
                  <a:pt x="489162" y="44660"/>
                </a:cubicBezTo>
                <a:cubicBezTo>
                  <a:pt x="485323" y="49116"/>
                  <a:pt x="483403" y="55731"/>
                  <a:pt x="483403" y="64505"/>
                </a:cubicBezTo>
                <a:close/>
                <a:moveTo>
                  <a:pt x="586758" y="80478"/>
                </a:moveTo>
                <a:lnTo>
                  <a:pt x="598960" y="78558"/>
                </a:lnTo>
                <a:cubicBezTo>
                  <a:pt x="599646" y="83448"/>
                  <a:pt x="601554" y="87196"/>
                  <a:pt x="604684" y="89800"/>
                </a:cubicBezTo>
                <a:cubicBezTo>
                  <a:pt x="607815" y="92405"/>
                  <a:pt x="612190" y="93708"/>
                  <a:pt x="617811" y="93708"/>
                </a:cubicBezTo>
                <a:cubicBezTo>
                  <a:pt x="623478" y="93708"/>
                  <a:pt x="627683" y="92554"/>
                  <a:pt x="630425" y="90246"/>
                </a:cubicBezTo>
                <a:cubicBezTo>
                  <a:pt x="633167" y="87938"/>
                  <a:pt x="634538" y="85230"/>
                  <a:pt x="634538" y="82123"/>
                </a:cubicBezTo>
                <a:cubicBezTo>
                  <a:pt x="634538" y="79335"/>
                  <a:pt x="633327" y="77142"/>
                  <a:pt x="630904" y="75542"/>
                </a:cubicBezTo>
                <a:cubicBezTo>
                  <a:pt x="629214" y="74445"/>
                  <a:pt x="625009" y="73051"/>
                  <a:pt x="618291" y="71360"/>
                </a:cubicBezTo>
                <a:cubicBezTo>
                  <a:pt x="609243" y="69075"/>
                  <a:pt x="602970" y="67099"/>
                  <a:pt x="599474" y="65431"/>
                </a:cubicBezTo>
                <a:cubicBezTo>
                  <a:pt x="595978" y="63763"/>
                  <a:pt x="593328" y="61455"/>
                  <a:pt x="591523" y="58507"/>
                </a:cubicBezTo>
                <a:cubicBezTo>
                  <a:pt x="589717" y="55560"/>
                  <a:pt x="588815" y="52304"/>
                  <a:pt x="588815" y="48739"/>
                </a:cubicBezTo>
                <a:cubicBezTo>
                  <a:pt x="588815" y="45494"/>
                  <a:pt x="589557" y="42490"/>
                  <a:pt x="591043" y="39725"/>
                </a:cubicBezTo>
                <a:cubicBezTo>
                  <a:pt x="592528" y="36960"/>
                  <a:pt x="594550" y="34663"/>
                  <a:pt x="597109" y="32835"/>
                </a:cubicBezTo>
                <a:cubicBezTo>
                  <a:pt x="599029" y="31419"/>
                  <a:pt x="601645" y="30219"/>
                  <a:pt x="604958" y="29237"/>
                </a:cubicBezTo>
                <a:cubicBezTo>
                  <a:pt x="608272" y="28254"/>
                  <a:pt x="611825" y="27763"/>
                  <a:pt x="615618" y="27763"/>
                </a:cubicBezTo>
                <a:cubicBezTo>
                  <a:pt x="621330" y="27763"/>
                  <a:pt x="626346" y="28585"/>
                  <a:pt x="630665" y="30231"/>
                </a:cubicBezTo>
                <a:cubicBezTo>
                  <a:pt x="634983" y="31876"/>
                  <a:pt x="638171" y="34104"/>
                  <a:pt x="640227" y="36914"/>
                </a:cubicBezTo>
                <a:cubicBezTo>
                  <a:pt x="642284" y="39725"/>
                  <a:pt x="643700" y="43484"/>
                  <a:pt x="644477" y="48191"/>
                </a:cubicBezTo>
                <a:lnTo>
                  <a:pt x="632413" y="49836"/>
                </a:lnTo>
                <a:cubicBezTo>
                  <a:pt x="631864" y="46088"/>
                  <a:pt x="630276" y="43164"/>
                  <a:pt x="627648" y="41061"/>
                </a:cubicBezTo>
                <a:cubicBezTo>
                  <a:pt x="625021" y="38959"/>
                  <a:pt x="621307" y="37908"/>
                  <a:pt x="616509" y="37908"/>
                </a:cubicBezTo>
                <a:cubicBezTo>
                  <a:pt x="610842" y="37908"/>
                  <a:pt x="606798" y="38845"/>
                  <a:pt x="604376" y="40719"/>
                </a:cubicBezTo>
                <a:cubicBezTo>
                  <a:pt x="601954" y="42592"/>
                  <a:pt x="600742" y="44786"/>
                  <a:pt x="600742" y="47299"/>
                </a:cubicBezTo>
                <a:cubicBezTo>
                  <a:pt x="600742" y="48899"/>
                  <a:pt x="601245" y="50338"/>
                  <a:pt x="602251" y="51618"/>
                </a:cubicBezTo>
                <a:cubicBezTo>
                  <a:pt x="603256" y="52943"/>
                  <a:pt x="604833" y="54040"/>
                  <a:pt x="606981" y="54908"/>
                </a:cubicBezTo>
                <a:cubicBezTo>
                  <a:pt x="608214" y="55365"/>
                  <a:pt x="611848" y="56417"/>
                  <a:pt x="617880" y="58062"/>
                </a:cubicBezTo>
                <a:cubicBezTo>
                  <a:pt x="626609" y="60392"/>
                  <a:pt x="632698" y="62300"/>
                  <a:pt x="636149" y="63786"/>
                </a:cubicBezTo>
                <a:cubicBezTo>
                  <a:pt x="639599" y="65271"/>
                  <a:pt x="642307" y="67430"/>
                  <a:pt x="644272" y="70264"/>
                </a:cubicBezTo>
                <a:cubicBezTo>
                  <a:pt x="646237" y="73097"/>
                  <a:pt x="647219" y="76616"/>
                  <a:pt x="647219" y="80820"/>
                </a:cubicBezTo>
                <a:cubicBezTo>
                  <a:pt x="647219" y="84933"/>
                  <a:pt x="646020" y="88806"/>
                  <a:pt x="643620" y="92440"/>
                </a:cubicBezTo>
                <a:cubicBezTo>
                  <a:pt x="641221" y="96073"/>
                  <a:pt x="637759" y="98883"/>
                  <a:pt x="633235" y="100871"/>
                </a:cubicBezTo>
                <a:cubicBezTo>
                  <a:pt x="628711" y="102859"/>
                  <a:pt x="623592" y="103853"/>
                  <a:pt x="617880" y="103853"/>
                </a:cubicBezTo>
                <a:cubicBezTo>
                  <a:pt x="608420" y="103853"/>
                  <a:pt x="601211" y="101888"/>
                  <a:pt x="596252" y="97958"/>
                </a:cubicBezTo>
                <a:cubicBezTo>
                  <a:pt x="591294" y="94028"/>
                  <a:pt x="588129" y="88201"/>
                  <a:pt x="586758" y="80478"/>
                </a:cubicBezTo>
                <a:close/>
                <a:moveTo>
                  <a:pt x="688550" y="91171"/>
                </a:moveTo>
                <a:lnTo>
                  <a:pt x="690332" y="102071"/>
                </a:lnTo>
                <a:cubicBezTo>
                  <a:pt x="686859" y="102802"/>
                  <a:pt x="683751" y="103168"/>
                  <a:pt x="681009" y="103168"/>
                </a:cubicBezTo>
                <a:cubicBezTo>
                  <a:pt x="676531" y="103168"/>
                  <a:pt x="673057" y="102459"/>
                  <a:pt x="670590" y="101043"/>
                </a:cubicBezTo>
                <a:cubicBezTo>
                  <a:pt x="668122" y="99626"/>
                  <a:pt x="666385" y="97764"/>
                  <a:pt x="665380" y="95456"/>
                </a:cubicBezTo>
                <a:cubicBezTo>
                  <a:pt x="664374" y="93148"/>
                  <a:pt x="663872" y="88292"/>
                  <a:pt x="663872" y="80889"/>
                </a:cubicBezTo>
                <a:lnTo>
                  <a:pt x="663872" y="39005"/>
                </a:lnTo>
                <a:lnTo>
                  <a:pt x="654823" y="39005"/>
                </a:lnTo>
                <a:lnTo>
                  <a:pt x="654823" y="29408"/>
                </a:lnTo>
                <a:lnTo>
                  <a:pt x="663872" y="29408"/>
                </a:lnTo>
                <a:lnTo>
                  <a:pt x="663872" y="11379"/>
                </a:lnTo>
                <a:lnTo>
                  <a:pt x="676142" y="3976"/>
                </a:lnTo>
                <a:lnTo>
                  <a:pt x="676142" y="29408"/>
                </a:lnTo>
                <a:lnTo>
                  <a:pt x="688550" y="29408"/>
                </a:lnTo>
                <a:lnTo>
                  <a:pt x="688550" y="39005"/>
                </a:lnTo>
                <a:lnTo>
                  <a:pt x="676142" y="39005"/>
                </a:lnTo>
                <a:lnTo>
                  <a:pt x="676142" y="81574"/>
                </a:lnTo>
                <a:cubicBezTo>
                  <a:pt x="676142" y="85093"/>
                  <a:pt x="676359" y="87355"/>
                  <a:pt x="676793" y="88361"/>
                </a:cubicBezTo>
                <a:cubicBezTo>
                  <a:pt x="677227" y="89366"/>
                  <a:pt x="677936" y="90166"/>
                  <a:pt x="678918" y="90760"/>
                </a:cubicBezTo>
                <a:cubicBezTo>
                  <a:pt x="679901" y="91354"/>
                  <a:pt x="681306" y="91651"/>
                  <a:pt x="683134" y="91651"/>
                </a:cubicBezTo>
                <a:cubicBezTo>
                  <a:pt x="684505" y="91651"/>
                  <a:pt x="686310" y="91491"/>
                  <a:pt x="688550" y="91171"/>
                </a:cubicBezTo>
                <a:close/>
                <a:moveTo>
                  <a:pt x="747581" y="93228"/>
                </a:moveTo>
                <a:cubicBezTo>
                  <a:pt x="743011" y="97112"/>
                  <a:pt x="738612" y="99854"/>
                  <a:pt x="734385" y="101454"/>
                </a:cubicBezTo>
                <a:cubicBezTo>
                  <a:pt x="730158" y="103053"/>
                  <a:pt x="725622" y="103853"/>
                  <a:pt x="720778" y="103853"/>
                </a:cubicBezTo>
                <a:cubicBezTo>
                  <a:pt x="712781" y="103853"/>
                  <a:pt x="706634" y="101899"/>
                  <a:pt x="702338" y="97992"/>
                </a:cubicBezTo>
                <a:cubicBezTo>
                  <a:pt x="698042" y="94085"/>
                  <a:pt x="695894" y="89092"/>
                  <a:pt x="695894" y="83014"/>
                </a:cubicBezTo>
                <a:cubicBezTo>
                  <a:pt x="695894" y="79449"/>
                  <a:pt x="696706" y="76193"/>
                  <a:pt x="698328" y="73246"/>
                </a:cubicBezTo>
                <a:cubicBezTo>
                  <a:pt x="699950" y="70298"/>
                  <a:pt x="702075" y="67933"/>
                  <a:pt x="704703" y="66151"/>
                </a:cubicBezTo>
                <a:cubicBezTo>
                  <a:pt x="707331" y="64368"/>
                  <a:pt x="710290" y="63020"/>
                  <a:pt x="713580" y="62106"/>
                </a:cubicBezTo>
                <a:cubicBezTo>
                  <a:pt x="716002" y="61466"/>
                  <a:pt x="719658" y="60849"/>
                  <a:pt x="724548" y="60255"/>
                </a:cubicBezTo>
                <a:cubicBezTo>
                  <a:pt x="734511" y="59067"/>
                  <a:pt x="741846" y="57650"/>
                  <a:pt x="746553" y="56005"/>
                </a:cubicBezTo>
                <a:cubicBezTo>
                  <a:pt x="746599" y="54314"/>
                  <a:pt x="746621" y="53240"/>
                  <a:pt x="746621" y="52783"/>
                </a:cubicBezTo>
                <a:cubicBezTo>
                  <a:pt x="746621" y="47756"/>
                  <a:pt x="745456" y="44215"/>
                  <a:pt x="743125" y="42158"/>
                </a:cubicBezTo>
                <a:cubicBezTo>
                  <a:pt x="739972" y="39371"/>
                  <a:pt x="735288" y="37977"/>
                  <a:pt x="729073" y="37977"/>
                </a:cubicBezTo>
                <a:cubicBezTo>
                  <a:pt x="723269" y="37977"/>
                  <a:pt x="718984" y="38993"/>
                  <a:pt x="716220" y="41027"/>
                </a:cubicBezTo>
                <a:cubicBezTo>
                  <a:pt x="713455" y="43061"/>
                  <a:pt x="711410" y="46660"/>
                  <a:pt x="710084" y="51824"/>
                </a:cubicBezTo>
                <a:lnTo>
                  <a:pt x="698020" y="50179"/>
                </a:lnTo>
                <a:cubicBezTo>
                  <a:pt x="699116" y="45014"/>
                  <a:pt x="700921" y="40844"/>
                  <a:pt x="703435" y="37668"/>
                </a:cubicBezTo>
                <a:cubicBezTo>
                  <a:pt x="705948" y="34492"/>
                  <a:pt x="709582" y="32047"/>
                  <a:pt x="714334" y="30333"/>
                </a:cubicBezTo>
                <a:cubicBezTo>
                  <a:pt x="719087" y="28620"/>
                  <a:pt x="724594" y="27763"/>
                  <a:pt x="730855" y="27763"/>
                </a:cubicBezTo>
                <a:cubicBezTo>
                  <a:pt x="737070" y="27763"/>
                  <a:pt x="742120" y="28494"/>
                  <a:pt x="746004" y="29956"/>
                </a:cubicBezTo>
                <a:cubicBezTo>
                  <a:pt x="749889" y="31419"/>
                  <a:pt x="752745" y="33258"/>
                  <a:pt x="754573" y="35475"/>
                </a:cubicBezTo>
                <a:cubicBezTo>
                  <a:pt x="756401" y="37691"/>
                  <a:pt x="757681" y="40490"/>
                  <a:pt x="758412" y="43872"/>
                </a:cubicBezTo>
                <a:cubicBezTo>
                  <a:pt x="758823" y="45974"/>
                  <a:pt x="759029" y="49767"/>
                  <a:pt x="759029" y="55251"/>
                </a:cubicBezTo>
                <a:lnTo>
                  <a:pt x="759029" y="71703"/>
                </a:lnTo>
                <a:cubicBezTo>
                  <a:pt x="759029" y="83174"/>
                  <a:pt x="759292" y="90429"/>
                  <a:pt x="759817" y="93468"/>
                </a:cubicBezTo>
                <a:cubicBezTo>
                  <a:pt x="760343" y="96507"/>
                  <a:pt x="761382" y="99420"/>
                  <a:pt x="762936" y="102208"/>
                </a:cubicBezTo>
                <a:lnTo>
                  <a:pt x="750049" y="102208"/>
                </a:lnTo>
                <a:cubicBezTo>
                  <a:pt x="748769" y="99649"/>
                  <a:pt x="747947" y="96655"/>
                  <a:pt x="747581" y="93228"/>
                </a:cubicBezTo>
                <a:moveTo>
                  <a:pt x="746553" y="65671"/>
                </a:moveTo>
                <a:cubicBezTo>
                  <a:pt x="742074" y="67499"/>
                  <a:pt x="735356" y="69053"/>
                  <a:pt x="726399" y="70332"/>
                </a:cubicBezTo>
                <a:cubicBezTo>
                  <a:pt x="721326" y="71063"/>
                  <a:pt x="717739" y="71886"/>
                  <a:pt x="715637" y="72800"/>
                </a:cubicBezTo>
                <a:cubicBezTo>
                  <a:pt x="713535" y="73714"/>
                  <a:pt x="711912" y="75051"/>
                  <a:pt x="710770" y="76810"/>
                </a:cubicBezTo>
                <a:cubicBezTo>
                  <a:pt x="709627" y="78570"/>
                  <a:pt x="709056" y="80523"/>
                  <a:pt x="709056" y="82671"/>
                </a:cubicBezTo>
                <a:cubicBezTo>
                  <a:pt x="709056" y="85962"/>
                  <a:pt x="710301" y="88704"/>
                  <a:pt x="712792" y="90897"/>
                </a:cubicBezTo>
                <a:cubicBezTo>
                  <a:pt x="715283" y="93091"/>
                  <a:pt x="718927" y="94188"/>
                  <a:pt x="723726" y="94188"/>
                </a:cubicBezTo>
                <a:cubicBezTo>
                  <a:pt x="728479" y="94188"/>
                  <a:pt x="732706" y="93148"/>
                  <a:pt x="736407" y="91069"/>
                </a:cubicBezTo>
                <a:cubicBezTo>
                  <a:pt x="740109" y="88989"/>
                  <a:pt x="742828" y="86144"/>
                  <a:pt x="744565" y="82534"/>
                </a:cubicBezTo>
                <a:cubicBezTo>
                  <a:pt x="745890" y="79746"/>
                  <a:pt x="746553" y="75633"/>
                  <a:pt x="746553" y="70195"/>
                </a:cubicBezTo>
                <a:lnTo>
                  <a:pt x="746553" y="65671"/>
                </a:lnTo>
                <a:close/>
                <a:moveTo>
                  <a:pt x="804792" y="91171"/>
                </a:moveTo>
                <a:lnTo>
                  <a:pt x="806575" y="102071"/>
                </a:lnTo>
                <a:cubicBezTo>
                  <a:pt x="803102" y="102802"/>
                  <a:pt x="799994" y="103168"/>
                  <a:pt x="797252" y="103168"/>
                </a:cubicBezTo>
                <a:cubicBezTo>
                  <a:pt x="792773" y="103168"/>
                  <a:pt x="789300" y="102459"/>
                  <a:pt x="786832" y="101043"/>
                </a:cubicBezTo>
                <a:cubicBezTo>
                  <a:pt x="784365" y="99626"/>
                  <a:pt x="782628" y="97764"/>
                  <a:pt x="781623" y="95456"/>
                </a:cubicBezTo>
                <a:cubicBezTo>
                  <a:pt x="780617" y="93148"/>
                  <a:pt x="780114" y="88292"/>
                  <a:pt x="780114" y="80889"/>
                </a:cubicBezTo>
                <a:lnTo>
                  <a:pt x="780114" y="39005"/>
                </a:lnTo>
                <a:lnTo>
                  <a:pt x="771066" y="39005"/>
                </a:lnTo>
                <a:lnTo>
                  <a:pt x="771066" y="29408"/>
                </a:lnTo>
                <a:lnTo>
                  <a:pt x="780114" y="29408"/>
                </a:lnTo>
                <a:lnTo>
                  <a:pt x="780114" y="11379"/>
                </a:lnTo>
                <a:lnTo>
                  <a:pt x="792385" y="3976"/>
                </a:lnTo>
                <a:lnTo>
                  <a:pt x="792385" y="29408"/>
                </a:lnTo>
                <a:lnTo>
                  <a:pt x="804792" y="29408"/>
                </a:lnTo>
                <a:lnTo>
                  <a:pt x="804792" y="39005"/>
                </a:lnTo>
                <a:lnTo>
                  <a:pt x="792385" y="39005"/>
                </a:lnTo>
                <a:lnTo>
                  <a:pt x="792385" y="81574"/>
                </a:lnTo>
                <a:cubicBezTo>
                  <a:pt x="792385" y="85093"/>
                  <a:pt x="792602" y="87355"/>
                  <a:pt x="793036" y="88361"/>
                </a:cubicBezTo>
                <a:cubicBezTo>
                  <a:pt x="793470" y="89366"/>
                  <a:pt x="794179" y="90166"/>
                  <a:pt x="795161" y="90760"/>
                </a:cubicBezTo>
                <a:cubicBezTo>
                  <a:pt x="796144" y="91354"/>
                  <a:pt x="797549" y="91651"/>
                  <a:pt x="799377" y="91651"/>
                </a:cubicBezTo>
                <a:cubicBezTo>
                  <a:pt x="800748" y="91651"/>
                  <a:pt x="802553" y="91491"/>
                  <a:pt x="804792" y="91171"/>
                </a:cubicBezTo>
                <a:close/>
                <a:moveTo>
                  <a:pt x="866155" y="78764"/>
                </a:moveTo>
                <a:lnTo>
                  <a:pt x="878905" y="80341"/>
                </a:lnTo>
                <a:cubicBezTo>
                  <a:pt x="876894" y="87790"/>
                  <a:pt x="873170" y="93571"/>
                  <a:pt x="867731" y="97684"/>
                </a:cubicBezTo>
                <a:cubicBezTo>
                  <a:pt x="862293" y="101797"/>
                  <a:pt x="855347" y="103853"/>
                  <a:pt x="846892" y="103853"/>
                </a:cubicBezTo>
                <a:cubicBezTo>
                  <a:pt x="836244" y="103853"/>
                  <a:pt x="827801" y="100574"/>
                  <a:pt x="821563" y="94016"/>
                </a:cubicBezTo>
                <a:cubicBezTo>
                  <a:pt x="815325" y="87458"/>
                  <a:pt x="812206" y="78261"/>
                  <a:pt x="812206" y="66425"/>
                </a:cubicBezTo>
                <a:cubicBezTo>
                  <a:pt x="812206" y="54177"/>
                  <a:pt x="815359" y="44672"/>
                  <a:pt x="821666" y="37908"/>
                </a:cubicBezTo>
                <a:cubicBezTo>
                  <a:pt x="827972" y="31145"/>
                  <a:pt x="836153" y="27763"/>
                  <a:pt x="846207" y="27763"/>
                </a:cubicBezTo>
                <a:cubicBezTo>
                  <a:pt x="855941" y="27763"/>
                  <a:pt x="863892" y="31076"/>
                  <a:pt x="870062" y="37702"/>
                </a:cubicBezTo>
                <a:cubicBezTo>
                  <a:pt x="876231" y="44329"/>
                  <a:pt x="879316" y="53652"/>
                  <a:pt x="879316" y="65671"/>
                </a:cubicBezTo>
                <a:cubicBezTo>
                  <a:pt x="879316" y="66402"/>
                  <a:pt x="879293" y="67499"/>
                  <a:pt x="879248" y="68961"/>
                </a:cubicBezTo>
                <a:lnTo>
                  <a:pt x="824956" y="68961"/>
                </a:lnTo>
                <a:cubicBezTo>
                  <a:pt x="825413" y="76959"/>
                  <a:pt x="827675" y="83083"/>
                  <a:pt x="831743" y="87333"/>
                </a:cubicBezTo>
                <a:cubicBezTo>
                  <a:pt x="835810" y="91583"/>
                  <a:pt x="840883" y="93708"/>
                  <a:pt x="846961" y="93708"/>
                </a:cubicBezTo>
                <a:cubicBezTo>
                  <a:pt x="851485" y="93708"/>
                  <a:pt x="855347" y="92520"/>
                  <a:pt x="858546" y="90143"/>
                </a:cubicBezTo>
                <a:cubicBezTo>
                  <a:pt x="861745" y="87767"/>
                  <a:pt x="864281" y="83974"/>
                  <a:pt x="866155" y="78764"/>
                </a:cubicBezTo>
                <a:moveTo>
                  <a:pt x="825642" y="58816"/>
                </a:moveTo>
                <a:lnTo>
                  <a:pt x="866292" y="58816"/>
                </a:lnTo>
                <a:cubicBezTo>
                  <a:pt x="865743" y="52692"/>
                  <a:pt x="864190" y="48099"/>
                  <a:pt x="861630" y="45037"/>
                </a:cubicBezTo>
                <a:cubicBezTo>
                  <a:pt x="857700" y="40285"/>
                  <a:pt x="852605" y="37908"/>
                  <a:pt x="846344" y="37908"/>
                </a:cubicBezTo>
                <a:cubicBezTo>
                  <a:pt x="840677" y="37908"/>
                  <a:pt x="835913" y="39805"/>
                  <a:pt x="832051" y="43598"/>
                </a:cubicBezTo>
                <a:cubicBezTo>
                  <a:pt x="828189" y="47391"/>
                  <a:pt x="826053" y="52464"/>
                  <a:pt x="825642" y="58816"/>
                </a:cubicBezTo>
                <a:close/>
                <a:moveTo>
                  <a:pt x="894095" y="102208"/>
                </a:moveTo>
                <a:lnTo>
                  <a:pt x="894095" y="29408"/>
                </a:lnTo>
                <a:lnTo>
                  <a:pt x="905131" y="29408"/>
                </a:lnTo>
                <a:lnTo>
                  <a:pt x="905131" y="39622"/>
                </a:lnTo>
                <a:cubicBezTo>
                  <a:pt x="907416" y="36057"/>
                  <a:pt x="910455" y="33190"/>
                  <a:pt x="914248" y="31019"/>
                </a:cubicBezTo>
                <a:cubicBezTo>
                  <a:pt x="918041" y="28848"/>
                  <a:pt x="922360" y="27763"/>
                  <a:pt x="927204" y="27763"/>
                </a:cubicBezTo>
                <a:cubicBezTo>
                  <a:pt x="932597" y="27763"/>
                  <a:pt x="937018" y="28882"/>
                  <a:pt x="940469" y="31122"/>
                </a:cubicBezTo>
                <a:cubicBezTo>
                  <a:pt x="943919" y="33361"/>
                  <a:pt x="946352" y="36491"/>
                  <a:pt x="947769" y="40513"/>
                </a:cubicBezTo>
                <a:cubicBezTo>
                  <a:pt x="953527" y="32013"/>
                  <a:pt x="961022" y="27763"/>
                  <a:pt x="970254" y="27763"/>
                </a:cubicBezTo>
                <a:cubicBezTo>
                  <a:pt x="977474" y="27763"/>
                  <a:pt x="983027" y="29762"/>
                  <a:pt x="986911" y="33761"/>
                </a:cubicBezTo>
                <a:cubicBezTo>
                  <a:pt x="990796" y="37760"/>
                  <a:pt x="992738" y="43918"/>
                  <a:pt x="992738" y="52235"/>
                </a:cubicBezTo>
                <a:lnTo>
                  <a:pt x="992738" y="102208"/>
                </a:lnTo>
                <a:lnTo>
                  <a:pt x="980467" y="102208"/>
                </a:lnTo>
                <a:lnTo>
                  <a:pt x="980467" y="56348"/>
                </a:lnTo>
                <a:cubicBezTo>
                  <a:pt x="980467" y="51412"/>
                  <a:pt x="980068" y="47859"/>
                  <a:pt x="979268" y="45689"/>
                </a:cubicBezTo>
                <a:cubicBezTo>
                  <a:pt x="978468" y="43518"/>
                  <a:pt x="977017" y="41770"/>
                  <a:pt x="974915" y="40444"/>
                </a:cubicBezTo>
                <a:cubicBezTo>
                  <a:pt x="972813" y="39119"/>
                  <a:pt x="970345" y="38457"/>
                  <a:pt x="967512" y="38457"/>
                </a:cubicBezTo>
                <a:cubicBezTo>
                  <a:pt x="962393" y="38457"/>
                  <a:pt x="958143" y="40159"/>
                  <a:pt x="954761" y="43563"/>
                </a:cubicBezTo>
                <a:cubicBezTo>
                  <a:pt x="951379" y="46968"/>
                  <a:pt x="949689" y="52418"/>
                  <a:pt x="949689" y="59913"/>
                </a:cubicBezTo>
                <a:lnTo>
                  <a:pt x="949689" y="102208"/>
                </a:lnTo>
                <a:lnTo>
                  <a:pt x="937350" y="102208"/>
                </a:lnTo>
                <a:lnTo>
                  <a:pt x="937350" y="54908"/>
                </a:lnTo>
                <a:cubicBezTo>
                  <a:pt x="937350" y="49424"/>
                  <a:pt x="936344" y="45312"/>
                  <a:pt x="934333" y="42570"/>
                </a:cubicBezTo>
                <a:cubicBezTo>
                  <a:pt x="932323" y="39828"/>
                  <a:pt x="929032" y="38457"/>
                  <a:pt x="924462" y="38457"/>
                </a:cubicBezTo>
                <a:cubicBezTo>
                  <a:pt x="920989" y="38457"/>
                  <a:pt x="917779" y="39371"/>
                  <a:pt x="914831" y="41199"/>
                </a:cubicBezTo>
                <a:cubicBezTo>
                  <a:pt x="911883" y="43027"/>
                  <a:pt x="909747" y="45700"/>
                  <a:pt x="908421" y="49219"/>
                </a:cubicBezTo>
                <a:cubicBezTo>
                  <a:pt x="907096" y="52738"/>
                  <a:pt x="906434" y="57810"/>
                  <a:pt x="906434" y="64437"/>
                </a:cubicBezTo>
                <a:lnTo>
                  <a:pt x="906434" y="102208"/>
                </a:lnTo>
                <a:lnTo>
                  <a:pt x="894095" y="102208"/>
                </a:lnTo>
                <a:close/>
                <a:moveTo>
                  <a:pt x="1060173" y="78764"/>
                </a:moveTo>
                <a:lnTo>
                  <a:pt x="1072924" y="80341"/>
                </a:lnTo>
                <a:cubicBezTo>
                  <a:pt x="1070913" y="87790"/>
                  <a:pt x="1067188" y="93571"/>
                  <a:pt x="1061750" y="97684"/>
                </a:cubicBezTo>
                <a:cubicBezTo>
                  <a:pt x="1056312" y="101797"/>
                  <a:pt x="1049365" y="103853"/>
                  <a:pt x="1040911" y="103853"/>
                </a:cubicBezTo>
                <a:cubicBezTo>
                  <a:pt x="1030263" y="103853"/>
                  <a:pt x="1021820" y="100574"/>
                  <a:pt x="1015582" y="94016"/>
                </a:cubicBezTo>
                <a:cubicBezTo>
                  <a:pt x="1009344" y="87458"/>
                  <a:pt x="1006225" y="78261"/>
                  <a:pt x="1006225" y="66425"/>
                </a:cubicBezTo>
                <a:cubicBezTo>
                  <a:pt x="1006225" y="54177"/>
                  <a:pt x="1009378" y="44672"/>
                  <a:pt x="1015685" y="37908"/>
                </a:cubicBezTo>
                <a:cubicBezTo>
                  <a:pt x="1021991" y="31145"/>
                  <a:pt x="1030171" y="27763"/>
                  <a:pt x="1040225" y="27763"/>
                </a:cubicBezTo>
                <a:cubicBezTo>
                  <a:pt x="1049960" y="27763"/>
                  <a:pt x="1057911" y="31076"/>
                  <a:pt x="1064081" y="37702"/>
                </a:cubicBezTo>
                <a:cubicBezTo>
                  <a:pt x="1070250" y="44329"/>
                  <a:pt x="1073335" y="53652"/>
                  <a:pt x="1073335" y="65671"/>
                </a:cubicBezTo>
                <a:cubicBezTo>
                  <a:pt x="1073335" y="66402"/>
                  <a:pt x="1073312" y="67499"/>
                  <a:pt x="1073266" y="68961"/>
                </a:cubicBezTo>
                <a:lnTo>
                  <a:pt x="1018975" y="68961"/>
                </a:lnTo>
                <a:cubicBezTo>
                  <a:pt x="1019432" y="76959"/>
                  <a:pt x="1021694" y="83083"/>
                  <a:pt x="1025761" y="87333"/>
                </a:cubicBezTo>
                <a:cubicBezTo>
                  <a:pt x="1029829" y="91583"/>
                  <a:pt x="1034901" y="93708"/>
                  <a:pt x="1040979" y="93708"/>
                </a:cubicBezTo>
                <a:cubicBezTo>
                  <a:pt x="1045504" y="93708"/>
                  <a:pt x="1049365" y="92520"/>
                  <a:pt x="1052564" y="90143"/>
                </a:cubicBezTo>
                <a:cubicBezTo>
                  <a:pt x="1055763" y="87767"/>
                  <a:pt x="1058300" y="83974"/>
                  <a:pt x="1060173" y="78764"/>
                </a:cubicBezTo>
                <a:moveTo>
                  <a:pt x="1019660" y="58816"/>
                </a:moveTo>
                <a:lnTo>
                  <a:pt x="1060311" y="58816"/>
                </a:lnTo>
                <a:cubicBezTo>
                  <a:pt x="1059762" y="52692"/>
                  <a:pt x="1058208" y="48099"/>
                  <a:pt x="1055649" y="45037"/>
                </a:cubicBezTo>
                <a:cubicBezTo>
                  <a:pt x="1051719" y="40285"/>
                  <a:pt x="1046623" y="37908"/>
                  <a:pt x="1040363" y="37908"/>
                </a:cubicBezTo>
                <a:cubicBezTo>
                  <a:pt x="1034696" y="37908"/>
                  <a:pt x="1029931" y="39805"/>
                  <a:pt x="1026070" y="43598"/>
                </a:cubicBezTo>
                <a:cubicBezTo>
                  <a:pt x="1022208" y="47391"/>
                  <a:pt x="1020072" y="52464"/>
                  <a:pt x="1019660" y="58816"/>
                </a:cubicBezTo>
                <a:close/>
                <a:moveTo>
                  <a:pt x="1088115" y="102208"/>
                </a:moveTo>
                <a:lnTo>
                  <a:pt x="1088115" y="29408"/>
                </a:lnTo>
                <a:lnTo>
                  <a:pt x="1099220" y="29408"/>
                </a:lnTo>
                <a:lnTo>
                  <a:pt x="1099220" y="39759"/>
                </a:lnTo>
                <a:cubicBezTo>
                  <a:pt x="1104566" y="31761"/>
                  <a:pt x="1112290" y="27763"/>
                  <a:pt x="1122389" y="27763"/>
                </a:cubicBezTo>
                <a:cubicBezTo>
                  <a:pt x="1126777" y="27763"/>
                  <a:pt x="1130810" y="28551"/>
                  <a:pt x="1134489" y="30128"/>
                </a:cubicBezTo>
                <a:cubicBezTo>
                  <a:pt x="1138167" y="31704"/>
                  <a:pt x="1140921" y="33772"/>
                  <a:pt x="1142749" y="36331"/>
                </a:cubicBezTo>
                <a:cubicBezTo>
                  <a:pt x="1144577" y="38891"/>
                  <a:pt x="1145856" y="41930"/>
                  <a:pt x="1146588" y="45449"/>
                </a:cubicBezTo>
                <a:cubicBezTo>
                  <a:pt x="1147045" y="47734"/>
                  <a:pt x="1147273" y="51732"/>
                  <a:pt x="1147273" y="57445"/>
                </a:cubicBezTo>
                <a:lnTo>
                  <a:pt x="1147273" y="102208"/>
                </a:lnTo>
                <a:lnTo>
                  <a:pt x="1134934" y="102208"/>
                </a:lnTo>
                <a:lnTo>
                  <a:pt x="1134934" y="57925"/>
                </a:lnTo>
                <a:cubicBezTo>
                  <a:pt x="1134934" y="52898"/>
                  <a:pt x="1134454" y="49139"/>
                  <a:pt x="1133495" y="46648"/>
                </a:cubicBezTo>
                <a:cubicBezTo>
                  <a:pt x="1132535" y="44158"/>
                  <a:pt x="1130833" y="42170"/>
                  <a:pt x="1128388" y="40684"/>
                </a:cubicBezTo>
                <a:cubicBezTo>
                  <a:pt x="1125943" y="39199"/>
                  <a:pt x="1123075" y="38457"/>
                  <a:pt x="1119785" y="38457"/>
                </a:cubicBezTo>
                <a:cubicBezTo>
                  <a:pt x="1114529" y="38457"/>
                  <a:pt x="1109993" y="40125"/>
                  <a:pt x="1106177" y="43461"/>
                </a:cubicBezTo>
                <a:cubicBezTo>
                  <a:pt x="1102361" y="46797"/>
                  <a:pt x="1100453" y="53126"/>
                  <a:pt x="1100453" y="62449"/>
                </a:cubicBezTo>
                <a:lnTo>
                  <a:pt x="1100453" y="102208"/>
                </a:lnTo>
                <a:lnTo>
                  <a:pt x="1088115" y="102208"/>
                </a:lnTo>
                <a:close/>
                <a:moveTo>
                  <a:pt x="1192831" y="91171"/>
                </a:moveTo>
                <a:lnTo>
                  <a:pt x="1194613" y="102071"/>
                </a:lnTo>
                <a:cubicBezTo>
                  <a:pt x="1191140" y="102802"/>
                  <a:pt x="1188032" y="103168"/>
                  <a:pt x="1185290" y="103168"/>
                </a:cubicBezTo>
                <a:cubicBezTo>
                  <a:pt x="1180812" y="103168"/>
                  <a:pt x="1177339" y="102459"/>
                  <a:pt x="1174871" y="101043"/>
                </a:cubicBezTo>
                <a:cubicBezTo>
                  <a:pt x="1172403" y="99626"/>
                  <a:pt x="1170666" y="97764"/>
                  <a:pt x="1169661" y="95456"/>
                </a:cubicBezTo>
                <a:cubicBezTo>
                  <a:pt x="1168656" y="93148"/>
                  <a:pt x="1168153" y="88292"/>
                  <a:pt x="1168153" y="80889"/>
                </a:cubicBezTo>
                <a:lnTo>
                  <a:pt x="1168153" y="39005"/>
                </a:lnTo>
                <a:lnTo>
                  <a:pt x="1159104" y="39005"/>
                </a:lnTo>
                <a:lnTo>
                  <a:pt x="1159104" y="29408"/>
                </a:lnTo>
                <a:lnTo>
                  <a:pt x="1168153" y="29408"/>
                </a:lnTo>
                <a:lnTo>
                  <a:pt x="1168153" y="11379"/>
                </a:lnTo>
                <a:lnTo>
                  <a:pt x="1180423" y="3976"/>
                </a:lnTo>
                <a:lnTo>
                  <a:pt x="1180423" y="29408"/>
                </a:lnTo>
                <a:lnTo>
                  <a:pt x="1192831" y="29408"/>
                </a:lnTo>
                <a:lnTo>
                  <a:pt x="1192831" y="39005"/>
                </a:lnTo>
                <a:lnTo>
                  <a:pt x="1180423" y="39005"/>
                </a:lnTo>
                <a:lnTo>
                  <a:pt x="1180423" y="81574"/>
                </a:lnTo>
                <a:cubicBezTo>
                  <a:pt x="1180423" y="85093"/>
                  <a:pt x="1180640" y="87355"/>
                  <a:pt x="1181075" y="88361"/>
                </a:cubicBezTo>
                <a:cubicBezTo>
                  <a:pt x="1181509" y="89366"/>
                  <a:pt x="1182217" y="90166"/>
                  <a:pt x="1183200" y="90760"/>
                </a:cubicBezTo>
                <a:cubicBezTo>
                  <a:pt x="1184182" y="91354"/>
                  <a:pt x="1185587" y="91651"/>
                  <a:pt x="1187415" y="91651"/>
                </a:cubicBezTo>
                <a:cubicBezTo>
                  <a:pt x="1188786" y="91651"/>
                  <a:pt x="1190592" y="91491"/>
                  <a:pt x="1192831" y="91171"/>
                </a:cubicBezTo>
                <a:close/>
                <a:moveTo>
                  <a:pt x="1199423" y="80478"/>
                </a:moveTo>
                <a:lnTo>
                  <a:pt x="1211624" y="78558"/>
                </a:lnTo>
                <a:cubicBezTo>
                  <a:pt x="1212310" y="83448"/>
                  <a:pt x="1214218" y="87196"/>
                  <a:pt x="1217348" y="89800"/>
                </a:cubicBezTo>
                <a:cubicBezTo>
                  <a:pt x="1220479" y="92405"/>
                  <a:pt x="1224855" y="93708"/>
                  <a:pt x="1230476" y="93708"/>
                </a:cubicBezTo>
                <a:cubicBezTo>
                  <a:pt x="1236142" y="93708"/>
                  <a:pt x="1240347" y="92554"/>
                  <a:pt x="1243089" y="90246"/>
                </a:cubicBezTo>
                <a:cubicBezTo>
                  <a:pt x="1245831" y="87938"/>
                  <a:pt x="1247202" y="85230"/>
                  <a:pt x="1247202" y="82123"/>
                </a:cubicBezTo>
                <a:cubicBezTo>
                  <a:pt x="1247202" y="79335"/>
                  <a:pt x="1245991" y="77142"/>
                  <a:pt x="1243569" y="75542"/>
                </a:cubicBezTo>
                <a:cubicBezTo>
                  <a:pt x="1241878" y="74445"/>
                  <a:pt x="1237673" y="73051"/>
                  <a:pt x="1230956" y="71360"/>
                </a:cubicBezTo>
                <a:cubicBezTo>
                  <a:pt x="1221907" y="69075"/>
                  <a:pt x="1215635" y="67099"/>
                  <a:pt x="1212139" y="65431"/>
                </a:cubicBezTo>
                <a:cubicBezTo>
                  <a:pt x="1208643" y="63763"/>
                  <a:pt x="1205992" y="61455"/>
                  <a:pt x="1204187" y="58507"/>
                </a:cubicBezTo>
                <a:cubicBezTo>
                  <a:pt x="1202382" y="55560"/>
                  <a:pt x="1201479" y="52304"/>
                  <a:pt x="1201479" y="48739"/>
                </a:cubicBezTo>
                <a:cubicBezTo>
                  <a:pt x="1201479" y="45494"/>
                  <a:pt x="1202222" y="42490"/>
                  <a:pt x="1203707" y="39725"/>
                </a:cubicBezTo>
                <a:cubicBezTo>
                  <a:pt x="1205192" y="36960"/>
                  <a:pt x="1207214" y="34663"/>
                  <a:pt x="1209774" y="32835"/>
                </a:cubicBezTo>
                <a:cubicBezTo>
                  <a:pt x="1211693" y="31419"/>
                  <a:pt x="1214309" y="30219"/>
                  <a:pt x="1217623" y="29237"/>
                </a:cubicBezTo>
                <a:cubicBezTo>
                  <a:pt x="1220936" y="28254"/>
                  <a:pt x="1224489" y="27763"/>
                  <a:pt x="1228282" y="27763"/>
                </a:cubicBezTo>
                <a:cubicBezTo>
                  <a:pt x="1233995" y="27763"/>
                  <a:pt x="1239010" y="28585"/>
                  <a:pt x="1243329" y="30231"/>
                </a:cubicBezTo>
                <a:cubicBezTo>
                  <a:pt x="1247647" y="31876"/>
                  <a:pt x="1250835" y="34104"/>
                  <a:pt x="1252892" y="36914"/>
                </a:cubicBezTo>
                <a:cubicBezTo>
                  <a:pt x="1254948" y="39725"/>
                  <a:pt x="1256365" y="43484"/>
                  <a:pt x="1257142" y="48191"/>
                </a:cubicBezTo>
                <a:lnTo>
                  <a:pt x="1245077" y="49836"/>
                </a:lnTo>
                <a:cubicBezTo>
                  <a:pt x="1244528" y="46088"/>
                  <a:pt x="1242940" y="43164"/>
                  <a:pt x="1240313" y="41061"/>
                </a:cubicBezTo>
                <a:cubicBezTo>
                  <a:pt x="1237685" y="38959"/>
                  <a:pt x="1233972" y="37908"/>
                  <a:pt x="1229173" y="37908"/>
                </a:cubicBezTo>
                <a:cubicBezTo>
                  <a:pt x="1223506" y="37908"/>
                  <a:pt x="1219462" y="38845"/>
                  <a:pt x="1217040" y="40719"/>
                </a:cubicBezTo>
                <a:cubicBezTo>
                  <a:pt x="1214618" y="42592"/>
                  <a:pt x="1213407" y="44786"/>
                  <a:pt x="1213407" y="47299"/>
                </a:cubicBezTo>
                <a:cubicBezTo>
                  <a:pt x="1213407" y="48899"/>
                  <a:pt x="1213909" y="50338"/>
                  <a:pt x="1214915" y="51618"/>
                </a:cubicBezTo>
                <a:cubicBezTo>
                  <a:pt x="1215920" y="52943"/>
                  <a:pt x="1217497" y="54040"/>
                  <a:pt x="1219645" y="54908"/>
                </a:cubicBezTo>
                <a:cubicBezTo>
                  <a:pt x="1220879" y="55365"/>
                  <a:pt x="1224512" y="56417"/>
                  <a:pt x="1230544" y="58062"/>
                </a:cubicBezTo>
                <a:cubicBezTo>
                  <a:pt x="1239273" y="60392"/>
                  <a:pt x="1245362" y="62300"/>
                  <a:pt x="1248813" y="63786"/>
                </a:cubicBezTo>
                <a:cubicBezTo>
                  <a:pt x="1252263" y="65271"/>
                  <a:pt x="1254971" y="67430"/>
                  <a:pt x="1256936" y="70264"/>
                </a:cubicBezTo>
                <a:cubicBezTo>
                  <a:pt x="1258901" y="73097"/>
                  <a:pt x="1259884" y="76616"/>
                  <a:pt x="1259884" y="80820"/>
                </a:cubicBezTo>
                <a:cubicBezTo>
                  <a:pt x="1259884" y="84933"/>
                  <a:pt x="1258684" y="88806"/>
                  <a:pt x="1256285" y="92440"/>
                </a:cubicBezTo>
                <a:cubicBezTo>
                  <a:pt x="1253886" y="96073"/>
                  <a:pt x="1250424" y="98883"/>
                  <a:pt x="1245899" y="100871"/>
                </a:cubicBezTo>
                <a:cubicBezTo>
                  <a:pt x="1241375" y="102859"/>
                  <a:pt x="1236257" y="103853"/>
                  <a:pt x="1230544" y="103853"/>
                </a:cubicBezTo>
                <a:cubicBezTo>
                  <a:pt x="1221084" y="103853"/>
                  <a:pt x="1213875" y="101888"/>
                  <a:pt x="1208917" y="97958"/>
                </a:cubicBezTo>
                <a:cubicBezTo>
                  <a:pt x="1203958" y="94028"/>
                  <a:pt x="1200794" y="88201"/>
                  <a:pt x="1199423" y="80478"/>
                </a:cubicBezTo>
                <a:close/>
                <a:moveTo>
                  <a:pt x="1312807" y="15904"/>
                </a:moveTo>
                <a:lnTo>
                  <a:pt x="1312807" y="1714"/>
                </a:lnTo>
                <a:lnTo>
                  <a:pt x="1325146" y="1714"/>
                </a:lnTo>
                <a:lnTo>
                  <a:pt x="1325146" y="15904"/>
                </a:lnTo>
                <a:lnTo>
                  <a:pt x="1312807" y="15904"/>
                </a:lnTo>
                <a:moveTo>
                  <a:pt x="1312807" y="102208"/>
                </a:moveTo>
                <a:lnTo>
                  <a:pt x="1312807" y="29408"/>
                </a:lnTo>
                <a:lnTo>
                  <a:pt x="1325146" y="29408"/>
                </a:lnTo>
                <a:lnTo>
                  <a:pt x="1325146" y="102208"/>
                </a:lnTo>
                <a:lnTo>
                  <a:pt x="1312807" y="102208"/>
                </a:lnTo>
                <a:close/>
                <a:moveTo>
                  <a:pt x="1339251" y="80478"/>
                </a:moveTo>
                <a:lnTo>
                  <a:pt x="1351453" y="78558"/>
                </a:lnTo>
                <a:cubicBezTo>
                  <a:pt x="1352138" y="83448"/>
                  <a:pt x="1354046" y="87196"/>
                  <a:pt x="1357176" y="89800"/>
                </a:cubicBezTo>
                <a:cubicBezTo>
                  <a:pt x="1360307" y="92405"/>
                  <a:pt x="1364683" y="93708"/>
                  <a:pt x="1370304" y="93708"/>
                </a:cubicBezTo>
                <a:cubicBezTo>
                  <a:pt x="1375971" y="93708"/>
                  <a:pt x="1380175" y="92554"/>
                  <a:pt x="1382917" y="90246"/>
                </a:cubicBezTo>
                <a:cubicBezTo>
                  <a:pt x="1385659" y="87938"/>
                  <a:pt x="1387030" y="85230"/>
                  <a:pt x="1387030" y="82123"/>
                </a:cubicBezTo>
                <a:cubicBezTo>
                  <a:pt x="1387030" y="79335"/>
                  <a:pt x="1385819" y="77142"/>
                  <a:pt x="1383397" y="75542"/>
                </a:cubicBezTo>
                <a:cubicBezTo>
                  <a:pt x="1381706" y="74445"/>
                  <a:pt x="1377501" y="73051"/>
                  <a:pt x="1370784" y="71360"/>
                </a:cubicBezTo>
                <a:cubicBezTo>
                  <a:pt x="1361735" y="69075"/>
                  <a:pt x="1355463" y="67099"/>
                  <a:pt x="1351967" y="65431"/>
                </a:cubicBezTo>
                <a:cubicBezTo>
                  <a:pt x="1348471" y="63763"/>
                  <a:pt x="1345820" y="61455"/>
                  <a:pt x="1344015" y="58507"/>
                </a:cubicBezTo>
                <a:cubicBezTo>
                  <a:pt x="1342210" y="55560"/>
                  <a:pt x="1341307" y="52304"/>
                  <a:pt x="1341307" y="48739"/>
                </a:cubicBezTo>
                <a:cubicBezTo>
                  <a:pt x="1341307" y="45494"/>
                  <a:pt x="1342050" y="42490"/>
                  <a:pt x="1343535" y="39725"/>
                </a:cubicBezTo>
                <a:cubicBezTo>
                  <a:pt x="1345020" y="36960"/>
                  <a:pt x="1347042" y="34663"/>
                  <a:pt x="1349602" y="32835"/>
                </a:cubicBezTo>
                <a:cubicBezTo>
                  <a:pt x="1351521" y="31419"/>
                  <a:pt x="1354137" y="30219"/>
                  <a:pt x="1357451" y="29237"/>
                </a:cubicBezTo>
                <a:cubicBezTo>
                  <a:pt x="1360764" y="28254"/>
                  <a:pt x="1364317" y="27763"/>
                  <a:pt x="1368110" y="27763"/>
                </a:cubicBezTo>
                <a:cubicBezTo>
                  <a:pt x="1373823" y="27763"/>
                  <a:pt x="1378838" y="28585"/>
                  <a:pt x="1383157" y="30231"/>
                </a:cubicBezTo>
                <a:cubicBezTo>
                  <a:pt x="1387476" y="31876"/>
                  <a:pt x="1390663" y="34104"/>
                  <a:pt x="1392720" y="36914"/>
                </a:cubicBezTo>
                <a:cubicBezTo>
                  <a:pt x="1394776" y="39725"/>
                  <a:pt x="1396193" y="43484"/>
                  <a:pt x="1396970" y="48191"/>
                </a:cubicBezTo>
                <a:lnTo>
                  <a:pt x="1384905" y="49836"/>
                </a:lnTo>
                <a:cubicBezTo>
                  <a:pt x="1384356" y="46088"/>
                  <a:pt x="1382768" y="43164"/>
                  <a:pt x="1380141" y="41061"/>
                </a:cubicBezTo>
                <a:cubicBezTo>
                  <a:pt x="1377513" y="38959"/>
                  <a:pt x="1373800" y="37908"/>
                  <a:pt x="1369001" y="37908"/>
                </a:cubicBezTo>
                <a:cubicBezTo>
                  <a:pt x="1363335" y="37908"/>
                  <a:pt x="1359290" y="38845"/>
                  <a:pt x="1356868" y="40719"/>
                </a:cubicBezTo>
                <a:cubicBezTo>
                  <a:pt x="1354446" y="42592"/>
                  <a:pt x="1353235" y="44786"/>
                  <a:pt x="1353235" y="47299"/>
                </a:cubicBezTo>
                <a:cubicBezTo>
                  <a:pt x="1353235" y="48899"/>
                  <a:pt x="1353738" y="50338"/>
                  <a:pt x="1354743" y="51618"/>
                </a:cubicBezTo>
                <a:cubicBezTo>
                  <a:pt x="1355748" y="52943"/>
                  <a:pt x="1357325" y="54040"/>
                  <a:pt x="1359473" y="54908"/>
                </a:cubicBezTo>
                <a:cubicBezTo>
                  <a:pt x="1360707" y="55365"/>
                  <a:pt x="1364340" y="56417"/>
                  <a:pt x="1370372" y="58062"/>
                </a:cubicBezTo>
                <a:cubicBezTo>
                  <a:pt x="1379101" y="60392"/>
                  <a:pt x="1385191" y="62300"/>
                  <a:pt x="1388641" y="63786"/>
                </a:cubicBezTo>
                <a:cubicBezTo>
                  <a:pt x="1392091" y="65271"/>
                  <a:pt x="1394799" y="67430"/>
                  <a:pt x="1396764" y="70264"/>
                </a:cubicBezTo>
                <a:cubicBezTo>
                  <a:pt x="1398729" y="73097"/>
                  <a:pt x="1399712" y="76616"/>
                  <a:pt x="1399712" y="80820"/>
                </a:cubicBezTo>
                <a:cubicBezTo>
                  <a:pt x="1399712" y="84933"/>
                  <a:pt x="1398512" y="88806"/>
                  <a:pt x="1396113" y="92440"/>
                </a:cubicBezTo>
                <a:cubicBezTo>
                  <a:pt x="1393714" y="96073"/>
                  <a:pt x="1390252" y="98883"/>
                  <a:pt x="1385727" y="100871"/>
                </a:cubicBezTo>
                <a:cubicBezTo>
                  <a:pt x="1381203" y="102859"/>
                  <a:pt x="1376085" y="103853"/>
                  <a:pt x="1370372" y="103853"/>
                </a:cubicBezTo>
                <a:cubicBezTo>
                  <a:pt x="1360912" y="103853"/>
                  <a:pt x="1353703" y="101888"/>
                  <a:pt x="1348745" y="97958"/>
                </a:cubicBezTo>
                <a:cubicBezTo>
                  <a:pt x="1343786" y="94028"/>
                  <a:pt x="1340622" y="88201"/>
                  <a:pt x="1339251" y="80478"/>
                </a:cubicBezTo>
                <a:close/>
                <a:moveTo>
                  <a:pt x="1452567" y="102208"/>
                </a:moveTo>
                <a:lnTo>
                  <a:pt x="1452567" y="29408"/>
                </a:lnTo>
                <a:lnTo>
                  <a:pt x="1463604" y="29408"/>
                </a:lnTo>
                <a:lnTo>
                  <a:pt x="1463604" y="39622"/>
                </a:lnTo>
                <a:cubicBezTo>
                  <a:pt x="1465889" y="36057"/>
                  <a:pt x="1468928" y="33190"/>
                  <a:pt x="1472721" y="31019"/>
                </a:cubicBezTo>
                <a:cubicBezTo>
                  <a:pt x="1476514" y="28848"/>
                  <a:pt x="1480833" y="27763"/>
                  <a:pt x="1485677" y="27763"/>
                </a:cubicBezTo>
                <a:cubicBezTo>
                  <a:pt x="1491069" y="27763"/>
                  <a:pt x="1495491" y="28882"/>
                  <a:pt x="1498941" y="31122"/>
                </a:cubicBezTo>
                <a:cubicBezTo>
                  <a:pt x="1502392" y="33361"/>
                  <a:pt x="1504825" y="36491"/>
                  <a:pt x="1506242" y="40513"/>
                </a:cubicBezTo>
                <a:cubicBezTo>
                  <a:pt x="1512000" y="32013"/>
                  <a:pt x="1519495" y="27763"/>
                  <a:pt x="1528726" y="27763"/>
                </a:cubicBezTo>
                <a:cubicBezTo>
                  <a:pt x="1535947" y="27763"/>
                  <a:pt x="1541499" y="29762"/>
                  <a:pt x="1545384" y="33761"/>
                </a:cubicBezTo>
                <a:cubicBezTo>
                  <a:pt x="1549268" y="37760"/>
                  <a:pt x="1551211" y="43918"/>
                  <a:pt x="1551211" y="52235"/>
                </a:cubicBezTo>
                <a:lnTo>
                  <a:pt x="1551211" y="102208"/>
                </a:lnTo>
                <a:lnTo>
                  <a:pt x="1538940" y="102208"/>
                </a:lnTo>
                <a:lnTo>
                  <a:pt x="1538940" y="56348"/>
                </a:lnTo>
                <a:cubicBezTo>
                  <a:pt x="1538940" y="51412"/>
                  <a:pt x="1538540" y="47859"/>
                  <a:pt x="1537740" y="45689"/>
                </a:cubicBezTo>
                <a:cubicBezTo>
                  <a:pt x="1536941" y="43518"/>
                  <a:pt x="1535490" y="41770"/>
                  <a:pt x="1533388" y="40444"/>
                </a:cubicBezTo>
                <a:cubicBezTo>
                  <a:pt x="1531285" y="39119"/>
                  <a:pt x="1528818" y="38457"/>
                  <a:pt x="1525984" y="38457"/>
                </a:cubicBezTo>
                <a:cubicBezTo>
                  <a:pt x="1520866" y="38457"/>
                  <a:pt x="1516616" y="40159"/>
                  <a:pt x="1513234" y="43563"/>
                </a:cubicBezTo>
                <a:cubicBezTo>
                  <a:pt x="1509852" y="46968"/>
                  <a:pt x="1508161" y="52418"/>
                  <a:pt x="1508161" y="59913"/>
                </a:cubicBezTo>
                <a:lnTo>
                  <a:pt x="1508161" y="102208"/>
                </a:lnTo>
                <a:lnTo>
                  <a:pt x="1495822" y="102208"/>
                </a:lnTo>
                <a:lnTo>
                  <a:pt x="1495822" y="54908"/>
                </a:lnTo>
                <a:cubicBezTo>
                  <a:pt x="1495822" y="49424"/>
                  <a:pt x="1494817" y="45312"/>
                  <a:pt x="1492806" y="42570"/>
                </a:cubicBezTo>
                <a:cubicBezTo>
                  <a:pt x="1490795" y="39828"/>
                  <a:pt x="1487505" y="38457"/>
                  <a:pt x="1482935" y="38457"/>
                </a:cubicBezTo>
                <a:cubicBezTo>
                  <a:pt x="1479462" y="38457"/>
                  <a:pt x="1476251" y="39371"/>
                  <a:pt x="1473304" y="41199"/>
                </a:cubicBezTo>
                <a:cubicBezTo>
                  <a:pt x="1470356" y="43027"/>
                  <a:pt x="1468219" y="45700"/>
                  <a:pt x="1466894" y="49219"/>
                </a:cubicBezTo>
                <a:cubicBezTo>
                  <a:pt x="1465569" y="52738"/>
                  <a:pt x="1464906" y="57810"/>
                  <a:pt x="1464906" y="64437"/>
                </a:cubicBezTo>
                <a:lnTo>
                  <a:pt x="1464906" y="102208"/>
                </a:lnTo>
                <a:lnTo>
                  <a:pt x="1452567" y="102208"/>
                </a:lnTo>
                <a:close/>
                <a:moveTo>
                  <a:pt x="1564219" y="65808"/>
                </a:moveTo>
                <a:cubicBezTo>
                  <a:pt x="1564219" y="52326"/>
                  <a:pt x="1567966" y="42341"/>
                  <a:pt x="1575461" y="35852"/>
                </a:cubicBezTo>
                <a:cubicBezTo>
                  <a:pt x="1581722" y="30459"/>
                  <a:pt x="1589354" y="27763"/>
                  <a:pt x="1598356" y="27763"/>
                </a:cubicBezTo>
                <a:cubicBezTo>
                  <a:pt x="1608365" y="27763"/>
                  <a:pt x="1616545" y="31042"/>
                  <a:pt x="1622897" y="37600"/>
                </a:cubicBezTo>
                <a:cubicBezTo>
                  <a:pt x="1629250" y="44158"/>
                  <a:pt x="1632426" y="53218"/>
                  <a:pt x="1632426" y="64780"/>
                </a:cubicBezTo>
                <a:cubicBezTo>
                  <a:pt x="1632426" y="74148"/>
                  <a:pt x="1631021" y="81517"/>
                  <a:pt x="1628210" y="86887"/>
                </a:cubicBezTo>
                <a:cubicBezTo>
                  <a:pt x="1625399" y="92257"/>
                  <a:pt x="1621309" y="96427"/>
                  <a:pt x="1615940" y="99397"/>
                </a:cubicBezTo>
                <a:cubicBezTo>
                  <a:pt x="1610570" y="102368"/>
                  <a:pt x="1604709" y="103853"/>
                  <a:pt x="1598356" y="103853"/>
                </a:cubicBezTo>
                <a:cubicBezTo>
                  <a:pt x="1588165" y="103853"/>
                  <a:pt x="1579928" y="100586"/>
                  <a:pt x="1573644" y="94051"/>
                </a:cubicBezTo>
                <a:cubicBezTo>
                  <a:pt x="1567360" y="87515"/>
                  <a:pt x="1564219" y="78101"/>
                  <a:pt x="1564219" y="65808"/>
                </a:cubicBezTo>
                <a:moveTo>
                  <a:pt x="1576900" y="65808"/>
                </a:moveTo>
                <a:cubicBezTo>
                  <a:pt x="1576900" y="75131"/>
                  <a:pt x="1578934" y="82111"/>
                  <a:pt x="1583001" y="86750"/>
                </a:cubicBezTo>
                <a:cubicBezTo>
                  <a:pt x="1587069" y="91388"/>
                  <a:pt x="1592187" y="93708"/>
                  <a:pt x="1598356" y="93708"/>
                </a:cubicBezTo>
                <a:cubicBezTo>
                  <a:pt x="1604480" y="93708"/>
                  <a:pt x="1609576" y="91377"/>
                  <a:pt x="1613643" y="86716"/>
                </a:cubicBezTo>
                <a:cubicBezTo>
                  <a:pt x="1617710" y="82054"/>
                  <a:pt x="1619744" y="74948"/>
                  <a:pt x="1619744" y="65397"/>
                </a:cubicBezTo>
                <a:cubicBezTo>
                  <a:pt x="1619744" y="56394"/>
                  <a:pt x="1617699" y="49573"/>
                  <a:pt x="1613609" y="44934"/>
                </a:cubicBezTo>
                <a:cubicBezTo>
                  <a:pt x="1609519" y="40296"/>
                  <a:pt x="1604435" y="37977"/>
                  <a:pt x="1598356" y="37977"/>
                </a:cubicBezTo>
                <a:cubicBezTo>
                  <a:pt x="1592187" y="37977"/>
                  <a:pt x="1587069" y="40285"/>
                  <a:pt x="1583001" y="44900"/>
                </a:cubicBezTo>
                <a:cubicBezTo>
                  <a:pt x="1578934" y="49516"/>
                  <a:pt x="1576900" y="56485"/>
                  <a:pt x="1576900" y="65808"/>
                </a:cubicBezTo>
                <a:close/>
                <a:moveTo>
                  <a:pt x="1646450" y="102208"/>
                </a:moveTo>
                <a:lnTo>
                  <a:pt x="1646450" y="29408"/>
                </a:lnTo>
                <a:lnTo>
                  <a:pt x="1657555" y="29408"/>
                </a:lnTo>
                <a:lnTo>
                  <a:pt x="1657555" y="40444"/>
                </a:lnTo>
                <a:cubicBezTo>
                  <a:pt x="1660389" y="35280"/>
                  <a:pt x="1663005" y="31876"/>
                  <a:pt x="1665404" y="30231"/>
                </a:cubicBezTo>
                <a:cubicBezTo>
                  <a:pt x="1667803" y="28585"/>
                  <a:pt x="1670443" y="27763"/>
                  <a:pt x="1673322" y="27763"/>
                </a:cubicBezTo>
                <a:cubicBezTo>
                  <a:pt x="1677480" y="27763"/>
                  <a:pt x="1681708" y="29088"/>
                  <a:pt x="1686003" y="31739"/>
                </a:cubicBezTo>
                <a:lnTo>
                  <a:pt x="1681753" y="43186"/>
                </a:lnTo>
                <a:cubicBezTo>
                  <a:pt x="1678737" y="41404"/>
                  <a:pt x="1675721" y="40513"/>
                  <a:pt x="1672705" y="40513"/>
                </a:cubicBezTo>
                <a:cubicBezTo>
                  <a:pt x="1670008" y="40513"/>
                  <a:pt x="1667586" y="41324"/>
                  <a:pt x="1665438" y="42947"/>
                </a:cubicBezTo>
                <a:cubicBezTo>
                  <a:pt x="1663290" y="44569"/>
                  <a:pt x="1661760" y="46820"/>
                  <a:pt x="1660846" y="49699"/>
                </a:cubicBezTo>
                <a:cubicBezTo>
                  <a:pt x="1659475" y="54086"/>
                  <a:pt x="1658789" y="58884"/>
                  <a:pt x="1658789" y="64094"/>
                </a:cubicBezTo>
                <a:lnTo>
                  <a:pt x="1658789" y="102208"/>
                </a:lnTo>
                <a:lnTo>
                  <a:pt x="1646450" y="102208"/>
                </a:lnTo>
                <a:close/>
                <a:moveTo>
                  <a:pt x="1742752" y="78764"/>
                </a:moveTo>
                <a:lnTo>
                  <a:pt x="1755502" y="80341"/>
                </a:lnTo>
                <a:cubicBezTo>
                  <a:pt x="1753491" y="87790"/>
                  <a:pt x="1749767" y="93571"/>
                  <a:pt x="1744328" y="97684"/>
                </a:cubicBezTo>
                <a:cubicBezTo>
                  <a:pt x="1738890" y="101797"/>
                  <a:pt x="1731944" y="103853"/>
                  <a:pt x="1723489" y="103853"/>
                </a:cubicBezTo>
                <a:cubicBezTo>
                  <a:pt x="1712841" y="103853"/>
                  <a:pt x="1704398" y="100574"/>
                  <a:pt x="1698160" y="94016"/>
                </a:cubicBezTo>
                <a:cubicBezTo>
                  <a:pt x="1691922" y="87458"/>
                  <a:pt x="1688803" y="78261"/>
                  <a:pt x="1688803" y="66425"/>
                </a:cubicBezTo>
                <a:cubicBezTo>
                  <a:pt x="1688803" y="54177"/>
                  <a:pt x="1691956" y="44672"/>
                  <a:pt x="1698263" y="37908"/>
                </a:cubicBezTo>
                <a:cubicBezTo>
                  <a:pt x="1704569" y="31145"/>
                  <a:pt x="1712750" y="27763"/>
                  <a:pt x="1722804" y="27763"/>
                </a:cubicBezTo>
                <a:cubicBezTo>
                  <a:pt x="1732538" y="27763"/>
                  <a:pt x="1740489" y="31076"/>
                  <a:pt x="1746659" y="37702"/>
                </a:cubicBezTo>
                <a:cubicBezTo>
                  <a:pt x="1752828" y="44329"/>
                  <a:pt x="1755913" y="53652"/>
                  <a:pt x="1755913" y="65671"/>
                </a:cubicBezTo>
                <a:cubicBezTo>
                  <a:pt x="1755913" y="66402"/>
                  <a:pt x="1755890" y="67499"/>
                  <a:pt x="1755845" y="68961"/>
                </a:cubicBezTo>
                <a:lnTo>
                  <a:pt x="1701553" y="68961"/>
                </a:lnTo>
                <a:cubicBezTo>
                  <a:pt x="1702010" y="76959"/>
                  <a:pt x="1704272" y="83083"/>
                  <a:pt x="1708340" y="87333"/>
                </a:cubicBezTo>
                <a:cubicBezTo>
                  <a:pt x="1712407" y="91583"/>
                  <a:pt x="1717480" y="93708"/>
                  <a:pt x="1723558" y="93708"/>
                </a:cubicBezTo>
                <a:cubicBezTo>
                  <a:pt x="1728082" y="93708"/>
                  <a:pt x="1731944" y="92520"/>
                  <a:pt x="1735143" y="90143"/>
                </a:cubicBezTo>
                <a:cubicBezTo>
                  <a:pt x="1738342" y="87767"/>
                  <a:pt x="1740878" y="83974"/>
                  <a:pt x="1742752" y="78764"/>
                </a:cubicBezTo>
                <a:moveTo>
                  <a:pt x="1702239" y="58816"/>
                </a:moveTo>
                <a:lnTo>
                  <a:pt x="1742889" y="58816"/>
                </a:lnTo>
                <a:cubicBezTo>
                  <a:pt x="1742340" y="52692"/>
                  <a:pt x="1740787" y="48099"/>
                  <a:pt x="1738227" y="45037"/>
                </a:cubicBezTo>
                <a:cubicBezTo>
                  <a:pt x="1734297" y="40285"/>
                  <a:pt x="1729202" y="37908"/>
                  <a:pt x="1722941" y="37908"/>
                </a:cubicBezTo>
                <a:cubicBezTo>
                  <a:pt x="1717274" y="37908"/>
                  <a:pt x="1712510" y="39805"/>
                  <a:pt x="1708648" y="43598"/>
                </a:cubicBezTo>
                <a:cubicBezTo>
                  <a:pt x="1704786" y="47391"/>
                  <a:pt x="1702650" y="52464"/>
                  <a:pt x="1702239" y="58816"/>
                </a:cubicBezTo>
                <a:close/>
                <a:moveTo>
                  <a:pt x="1808886" y="102208"/>
                </a:moveTo>
                <a:lnTo>
                  <a:pt x="1808886" y="1714"/>
                </a:lnTo>
                <a:lnTo>
                  <a:pt x="1821225" y="1714"/>
                </a:lnTo>
                <a:lnTo>
                  <a:pt x="1821225" y="102208"/>
                </a:lnTo>
                <a:lnTo>
                  <a:pt x="1808886" y="102208"/>
                </a:lnTo>
                <a:close/>
                <a:moveTo>
                  <a:pt x="1840676" y="15904"/>
                </a:moveTo>
                <a:lnTo>
                  <a:pt x="1840676" y="1714"/>
                </a:lnTo>
                <a:lnTo>
                  <a:pt x="1853015" y="1714"/>
                </a:lnTo>
                <a:lnTo>
                  <a:pt x="1853015" y="15904"/>
                </a:lnTo>
                <a:lnTo>
                  <a:pt x="1840676" y="15904"/>
                </a:lnTo>
                <a:moveTo>
                  <a:pt x="1840676" y="102208"/>
                </a:moveTo>
                <a:lnTo>
                  <a:pt x="1840676" y="29408"/>
                </a:lnTo>
                <a:lnTo>
                  <a:pt x="1853015" y="29408"/>
                </a:lnTo>
                <a:lnTo>
                  <a:pt x="1853015" y="102208"/>
                </a:lnTo>
                <a:lnTo>
                  <a:pt x="1840676" y="102208"/>
                </a:lnTo>
                <a:close/>
                <a:moveTo>
                  <a:pt x="1872123" y="102208"/>
                </a:moveTo>
                <a:lnTo>
                  <a:pt x="1872123" y="1714"/>
                </a:lnTo>
                <a:lnTo>
                  <a:pt x="1884462" y="1714"/>
                </a:lnTo>
                <a:lnTo>
                  <a:pt x="1884462" y="59021"/>
                </a:lnTo>
                <a:lnTo>
                  <a:pt x="1913665" y="29408"/>
                </a:lnTo>
                <a:lnTo>
                  <a:pt x="1929637" y="29408"/>
                </a:lnTo>
                <a:lnTo>
                  <a:pt x="1901805" y="56417"/>
                </a:lnTo>
                <a:lnTo>
                  <a:pt x="1932447" y="102208"/>
                </a:lnTo>
                <a:lnTo>
                  <a:pt x="1917229" y="102208"/>
                </a:lnTo>
                <a:lnTo>
                  <a:pt x="1893168" y="64985"/>
                </a:lnTo>
                <a:lnTo>
                  <a:pt x="1884462" y="73348"/>
                </a:lnTo>
                <a:lnTo>
                  <a:pt x="1884462" y="102208"/>
                </a:lnTo>
                <a:lnTo>
                  <a:pt x="1872123" y="102208"/>
                </a:lnTo>
                <a:close/>
                <a:moveTo>
                  <a:pt x="1991804" y="78764"/>
                </a:moveTo>
                <a:lnTo>
                  <a:pt x="2004554" y="80341"/>
                </a:lnTo>
                <a:cubicBezTo>
                  <a:pt x="2002544" y="87790"/>
                  <a:pt x="1998819" y="93571"/>
                  <a:pt x="1993381" y="97684"/>
                </a:cubicBezTo>
                <a:cubicBezTo>
                  <a:pt x="1987943" y="101797"/>
                  <a:pt x="1980996" y="103853"/>
                  <a:pt x="1972542" y="103853"/>
                </a:cubicBezTo>
                <a:cubicBezTo>
                  <a:pt x="1961894" y="103853"/>
                  <a:pt x="1953450" y="100574"/>
                  <a:pt x="1947212" y="94016"/>
                </a:cubicBezTo>
                <a:cubicBezTo>
                  <a:pt x="1940974" y="87458"/>
                  <a:pt x="1937855" y="78261"/>
                  <a:pt x="1937855" y="66425"/>
                </a:cubicBezTo>
                <a:cubicBezTo>
                  <a:pt x="1937855" y="54177"/>
                  <a:pt x="1941009" y="44672"/>
                  <a:pt x="1947315" y="37908"/>
                </a:cubicBezTo>
                <a:cubicBezTo>
                  <a:pt x="1953622" y="31145"/>
                  <a:pt x="1961802" y="27763"/>
                  <a:pt x="1971856" y="27763"/>
                </a:cubicBezTo>
                <a:cubicBezTo>
                  <a:pt x="1981590" y="27763"/>
                  <a:pt x="1989542" y="31076"/>
                  <a:pt x="1995712" y="37702"/>
                </a:cubicBezTo>
                <a:cubicBezTo>
                  <a:pt x="2001881" y="44329"/>
                  <a:pt x="2004966" y="53652"/>
                  <a:pt x="2004966" y="65671"/>
                </a:cubicBezTo>
                <a:cubicBezTo>
                  <a:pt x="2004966" y="66402"/>
                  <a:pt x="2004943" y="67499"/>
                  <a:pt x="2004897" y="68961"/>
                </a:cubicBezTo>
                <a:lnTo>
                  <a:pt x="1950606" y="68961"/>
                </a:lnTo>
                <a:cubicBezTo>
                  <a:pt x="1951063" y="76959"/>
                  <a:pt x="1953325" y="83083"/>
                  <a:pt x="1957392" y="87333"/>
                </a:cubicBezTo>
                <a:cubicBezTo>
                  <a:pt x="1961459" y="91583"/>
                  <a:pt x="1966532" y="93708"/>
                  <a:pt x="1972610" y="93708"/>
                </a:cubicBezTo>
                <a:cubicBezTo>
                  <a:pt x="1977134" y="93708"/>
                  <a:pt x="1980996" y="92520"/>
                  <a:pt x="1984195" y="90143"/>
                </a:cubicBezTo>
                <a:cubicBezTo>
                  <a:pt x="1987394" y="87767"/>
                  <a:pt x="1989930" y="83974"/>
                  <a:pt x="1991804" y="78764"/>
                </a:cubicBezTo>
                <a:moveTo>
                  <a:pt x="1951291" y="58816"/>
                </a:moveTo>
                <a:lnTo>
                  <a:pt x="1991941" y="58816"/>
                </a:lnTo>
                <a:cubicBezTo>
                  <a:pt x="1991393" y="52692"/>
                  <a:pt x="1989839" y="48099"/>
                  <a:pt x="1987280" y="45037"/>
                </a:cubicBezTo>
                <a:cubicBezTo>
                  <a:pt x="1983350" y="40285"/>
                  <a:pt x="1978254" y="37908"/>
                  <a:pt x="1971993" y="37908"/>
                </a:cubicBezTo>
                <a:cubicBezTo>
                  <a:pt x="1966326" y="37908"/>
                  <a:pt x="1961562" y="39805"/>
                  <a:pt x="1957701" y="43598"/>
                </a:cubicBezTo>
                <a:cubicBezTo>
                  <a:pt x="1953839" y="47391"/>
                  <a:pt x="1951702" y="52464"/>
                  <a:pt x="1951291" y="58816"/>
                </a:cubicBezTo>
                <a:close/>
                <a:moveTo>
                  <a:pt x="2019471" y="102208"/>
                </a:moveTo>
                <a:lnTo>
                  <a:pt x="2019471" y="1714"/>
                </a:lnTo>
                <a:lnTo>
                  <a:pt x="2031810" y="1714"/>
                </a:lnTo>
                <a:lnTo>
                  <a:pt x="2031810" y="102208"/>
                </a:lnTo>
                <a:lnTo>
                  <a:pt x="2019471" y="102208"/>
                </a:lnTo>
                <a:close/>
                <a:moveTo>
                  <a:pt x="2050644" y="130245"/>
                </a:moveTo>
                <a:lnTo>
                  <a:pt x="2049273" y="118660"/>
                </a:lnTo>
                <a:cubicBezTo>
                  <a:pt x="2051969" y="119391"/>
                  <a:pt x="2054323" y="119757"/>
                  <a:pt x="2056334" y="119757"/>
                </a:cubicBezTo>
                <a:cubicBezTo>
                  <a:pt x="2059076" y="119757"/>
                  <a:pt x="2061269" y="119300"/>
                  <a:pt x="2062915" y="118386"/>
                </a:cubicBezTo>
                <a:cubicBezTo>
                  <a:pt x="2064560" y="117472"/>
                  <a:pt x="2065908" y="116192"/>
                  <a:pt x="2066959" y="114547"/>
                </a:cubicBezTo>
                <a:cubicBezTo>
                  <a:pt x="2067736" y="113313"/>
                  <a:pt x="2068993" y="110251"/>
                  <a:pt x="2070729" y="105361"/>
                </a:cubicBezTo>
                <a:cubicBezTo>
                  <a:pt x="2070958" y="104676"/>
                  <a:pt x="2071323" y="103670"/>
                  <a:pt x="2071826" y="102345"/>
                </a:cubicBezTo>
                <a:lnTo>
                  <a:pt x="2044201" y="29408"/>
                </a:lnTo>
                <a:lnTo>
                  <a:pt x="2057499" y="29408"/>
                </a:lnTo>
                <a:lnTo>
                  <a:pt x="2072649" y="71566"/>
                </a:lnTo>
                <a:cubicBezTo>
                  <a:pt x="2074614" y="76913"/>
                  <a:pt x="2076373" y="82534"/>
                  <a:pt x="2077927" y="88429"/>
                </a:cubicBezTo>
                <a:cubicBezTo>
                  <a:pt x="2079344" y="82763"/>
                  <a:pt x="2081035" y="77233"/>
                  <a:pt x="2083000" y="71840"/>
                </a:cubicBezTo>
                <a:lnTo>
                  <a:pt x="2098561" y="29408"/>
                </a:lnTo>
                <a:lnTo>
                  <a:pt x="2110900" y="29408"/>
                </a:lnTo>
                <a:lnTo>
                  <a:pt x="2083205" y="103442"/>
                </a:lnTo>
                <a:cubicBezTo>
                  <a:pt x="2080235" y="111439"/>
                  <a:pt x="2077927" y="116946"/>
                  <a:pt x="2076282" y="119962"/>
                </a:cubicBezTo>
                <a:cubicBezTo>
                  <a:pt x="2074088" y="124030"/>
                  <a:pt x="2071575" y="127012"/>
                  <a:pt x="2068741" y="128908"/>
                </a:cubicBezTo>
                <a:cubicBezTo>
                  <a:pt x="2065908" y="130805"/>
                  <a:pt x="2062526" y="131753"/>
                  <a:pt x="2058596" y="131753"/>
                </a:cubicBezTo>
                <a:cubicBezTo>
                  <a:pt x="2056220" y="131753"/>
                  <a:pt x="2053569" y="131250"/>
                  <a:pt x="2050644" y="130245"/>
                </a:cubicBezTo>
                <a:close/>
                <a:moveTo>
                  <a:pt x="2186513" y="91171"/>
                </a:moveTo>
                <a:lnTo>
                  <a:pt x="2188295" y="102071"/>
                </a:lnTo>
                <a:cubicBezTo>
                  <a:pt x="2184822" y="102802"/>
                  <a:pt x="2181714" y="103168"/>
                  <a:pt x="2178972" y="103168"/>
                </a:cubicBezTo>
                <a:cubicBezTo>
                  <a:pt x="2174494" y="103168"/>
                  <a:pt x="2171021" y="102459"/>
                  <a:pt x="2168553" y="101043"/>
                </a:cubicBezTo>
                <a:cubicBezTo>
                  <a:pt x="2166085" y="99626"/>
                  <a:pt x="2164348" y="97764"/>
                  <a:pt x="2163343" y="95456"/>
                </a:cubicBezTo>
                <a:cubicBezTo>
                  <a:pt x="2162338" y="93148"/>
                  <a:pt x="2161835" y="88292"/>
                  <a:pt x="2161835" y="80889"/>
                </a:cubicBezTo>
                <a:lnTo>
                  <a:pt x="2161835" y="39005"/>
                </a:lnTo>
                <a:lnTo>
                  <a:pt x="2152786" y="39005"/>
                </a:lnTo>
                <a:lnTo>
                  <a:pt x="2152786" y="29408"/>
                </a:lnTo>
                <a:lnTo>
                  <a:pt x="2161835" y="29408"/>
                </a:lnTo>
                <a:lnTo>
                  <a:pt x="2161835" y="11379"/>
                </a:lnTo>
                <a:lnTo>
                  <a:pt x="2174105" y="3976"/>
                </a:lnTo>
                <a:lnTo>
                  <a:pt x="2174105" y="29408"/>
                </a:lnTo>
                <a:lnTo>
                  <a:pt x="2186513" y="29408"/>
                </a:lnTo>
                <a:lnTo>
                  <a:pt x="2186513" y="39005"/>
                </a:lnTo>
                <a:lnTo>
                  <a:pt x="2174105" y="39005"/>
                </a:lnTo>
                <a:lnTo>
                  <a:pt x="2174105" y="81574"/>
                </a:lnTo>
                <a:cubicBezTo>
                  <a:pt x="2174105" y="85093"/>
                  <a:pt x="2174322" y="87355"/>
                  <a:pt x="2174757" y="88361"/>
                </a:cubicBezTo>
                <a:cubicBezTo>
                  <a:pt x="2175191" y="89366"/>
                  <a:pt x="2175899" y="90166"/>
                  <a:pt x="2176882" y="90760"/>
                </a:cubicBezTo>
                <a:cubicBezTo>
                  <a:pt x="2177864" y="91354"/>
                  <a:pt x="2179269" y="91651"/>
                  <a:pt x="2181097" y="91651"/>
                </a:cubicBezTo>
                <a:cubicBezTo>
                  <a:pt x="2182468" y="91651"/>
                  <a:pt x="2184274" y="91491"/>
                  <a:pt x="2186513" y="91171"/>
                </a:cubicBezTo>
                <a:close/>
                <a:moveTo>
                  <a:pt x="2193448" y="65808"/>
                </a:moveTo>
                <a:cubicBezTo>
                  <a:pt x="2193448" y="52326"/>
                  <a:pt x="2197195" y="42341"/>
                  <a:pt x="2204690" y="35852"/>
                </a:cubicBezTo>
                <a:cubicBezTo>
                  <a:pt x="2210951" y="30459"/>
                  <a:pt x="2218583" y="27763"/>
                  <a:pt x="2227585" y="27763"/>
                </a:cubicBezTo>
                <a:cubicBezTo>
                  <a:pt x="2237594" y="27763"/>
                  <a:pt x="2245774" y="31042"/>
                  <a:pt x="2252126" y="37600"/>
                </a:cubicBezTo>
                <a:cubicBezTo>
                  <a:pt x="2258479" y="44158"/>
                  <a:pt x="2261655" y="53218"/>
                  <a:pt x="2261655" y="64780"/>
                </a:cubicBezTo>
                <a:cubicBezTo>
                  <a:pt x="2261655" y="74148"/>
                  <a:pt x="2260249" y="81517"/>
                  <a:pt x="2257439" y="86887"/>
                </a:cubicBezTo>
                <a:cubicBezTo>
                  <a:pt x="2254628" y="92257"/>
                  <a:pt x="2250538" y="96427"/>
                  <a:pt x="2245168" y="99397"/>
                </a:cubicBezTo>
                <a:cubicBezTo>
                  <a:pt x="2239799" y="102368"/>
                  <a:pt x="2233938" y="103853"/>
                  <a:pt x="2227585" y="103853"/>
                </a:cubicBezTo>
                <a:cubicBezTo>
                  <a:pt x="2217394" y="103853"/>
                  <a:pt x="2209157" y="100586"/>
                  <a:pt x="2202873" y="94051"/>
                </a:cubicBezTo>
                <a:cubicBezTo>
                  <a:pt x="2196589" y="87515"/>
                  <a:pt x="2193448" y="78101"/>
                  <a:pt x="2193448" y="65808"/>
                </a:cubicBezTo>
                <a:moveTo>
                  <a:pt x="2206129" y="65808"/>
                </a:moveTo>
                <a:cubicBezTo>
                  <a:pt x="2206129" y="75131"/>
                  <a:pt x="2208163" y="82111"/>
                  <a:pt x="2212230" y="86750"/>
                </a:cubicBezTo>
                <a:cubicBezTo>
                  <a:pt x="2216298" y="91388"/>
                  <a:pt x="2221416" y="93708"/>
                  <a:pt x="2227585" y="93708"/>
                </a:cubicBezTo>
                <a:cubicBezTo>
                  <a:pt x="2233709" y="93708"/>
                  <a:pt x="2238805" y="91377"/>
                  <a:pt x="2242872" y="86716"/>
                </a:cubicBezTo>
                <a:cubicBezTo>
                  <a:pt x="2246939" y="82054"/>
                  <a:pt x="2248973" y="74948"/>
                  <a:pt x="2248973" y="65397"/>
                </a:cubicBezTo>
                <a:cubicBezTo>
                  <a:pt x="2248973" y="56394"/>
                  <a:pt x="2246928" y="49573"/>
                  <a:pt x="2242838" y="44934"/>
                </a:cubicBezTo>
                <a:cubicBezTo>
                  <a:pt x="2238748" y="40296"/>
                  <a:pt x="2233663" y="37977"/>
                  <a:pt x="2227585" y="37977"/>
                </a:cubicBezTo>
                <a:cubicBezTo>
                  <a:pt x="2221416" y="37977"/>
                  <a:pt x="2216298" y="40285"/>
                  <a:pt x="2212230" y="44900"/>
                </a:cubicBezTo>
                <a:cubicBezTo>
                  <a:pt x="2208163" y="49516"/>
                  <a:pt x="2206129" y="56485"/>
                  <a:pt x="2206129" y="65808"/>
                </a:cubicBezTo>
                <a:close/>
                <a:moveTo>
                  <a:pt x="2325663" y="102208"/>
                </a:moveTo>
                <a:lnTo>
                  <a:pt x="2314215" y="102208"/>
                </a:lnTo>
                <a:lnTo>
                  <a:pt x="2314215" y="1714"/>
                </a:lnTo>
                <a:lnTo>
                  <a:pt x="2326554" y="1714"/>
                </a:lnTo>
                <a:lnTo>
                  <a:pt x="2326554" y="37565"/>
                </a:lnTo>
                <a:cubicBezTo>
                  <a:pt x="2331764" y="31030"/>
                  <a:pt x="2338413" y="27763"/>
                  <a:pt x="2346502" y="27763"/>
                </a:cubicBezTo>
                <a:cubicBezTo>
                  <a:pt x="2350981" y="27763"/>
                  <a:pt x="2355219" y="28665"/>
                  <a:pt x="2359218" y="30470"/>
                </a:cubicBezTo>
                <a:cubicBezTo>
                  <a:pt x="2363217" y="32276"/>
                  <a:pt x="2366507" y="34812"/>
                  <a:pt x="2369089" y="38079"/>
                </a:cubicBezTo>
                <a:cubicBezTo>
                  <a:pt x="2371671" y="41347"/>
                  <a:pt x="2373693" y="45289"/>
                  <a:pt x="2375156" y="49904"/>
                </a:cubicBezTo>
                <a:cubicBezTo>
                  <a:pt x="2376618" y="54520"/>
                  <a:pt x="2377349" y="59456"/>
                  <a:pt x="2377349" y="64711"/>
                </a:cubicBezTo>
                <a:cubicBezTo>
                  <a:pt x="2377349" y="77187"/>
                  <a:pt x="2374265" y="86830"/>
                  <a:pt x="2368095" y="93639"/>
                </a:cubicBezTo>
                <a:cubicBezTo>
                  <a:pt x="2361926" y="100448"/>
                  <a:pt x="2354522" y="103853"/>
                  <a:pt x="2345885" y="103853"/>
                </a:cubicBezTo>
                <a:cubicBezTo>
                  <a:pt x="2337293" y="103853"/>
                  <a:pt x="2330553" y="100266"/>
                  <a:pt x="2325663" y="93091"/>
                </a:cubicBezTo>
                <a:lnTo>
                  <a:pt x="2325663" y="102208"/>
                </a:lnTo>
                <a:moveTo>
                  <a:pt x="2325526" y="65260"/>
                </a:moveTo>
                <a:cubicBezTo>
                  <a:pt x="2325526" y="73988"/>
                  <a:pt x="2326714" y="80295"/>
                  <a:pt x="2329090" y="84179"/>
                </a:cubicBezTo>
                <a:cubicBezTo>
                  <a:pt x="2332975" y="90532"/>
                  <a:pt x="2338230" y="93708"/>
                  <a:pt x="2344857" y="93708"/>
                </a:cubicBezTo>
                <a:cubicBezTo>
                  <a:pt x="2350249" y="93708"/>
                  <a:pt x="2354911" y="91366"/>
                  <a:pt x="2358841" y="86681"/>
                </a:cubicBezTo>
                <a:cubicBezTo>
                  <a:pt x="2362771" y="81997"/>
                  <a:pt x="2364736" y="75016"/>
                  <a:pt x="2364736" y="65739"/>
                </a:cubicBezTo>
                <a:cubicBezTo>
                  <a:pt x="2364736" y="56234"/>
                  <a:pt x="2362851" y="49219"/>
                  <a:pt x="2359081" y="44695"/>
                </a:cubicBezTo>
                <a:cubicBezTo>
                  <a:pt x="2355311" y="40170"/>
                  <a:pt x="2350752" y="37908"/>
                  <a:pt x="2345405" y="37908"/>
                </a:cubicBezTo>
                <a:cubicBezTo>
                  <a:pt x="2340013" y="37908"/>
                  <a:pt x="2335351" y="40250"/>
                  <a:pt x="2331421" y="44934"/>
                </a:cubicBezTo>
                <a:cubicBezTo>
                  <a:pt x="2327491" y="49619"/>
                  <a:pt x="2325526" y="56394"/>
                  <a:pt x="2325526" y="65260"/>
                </a:cubicBezTo>
                <a:close/>
                <a:moveTo>
                  <a:pt x="2441896" y="78764"/>
                </a:moveTo>
                <a:lnTo>
                  <a:pt x="2454646" y="80341"/>
                </a:lnTo>
                <a:cubicBezTo>
                  <a:pt x="2452635" y="87790"/>
                  <a:pt x="2448911" y="93571"/>
                  <a:pt x="2443472" y="97684"/>
                </a:cubicBezTo>
                <a:cubicBezTo>
                  <a:pt x="2438034" y="101797"/>
                  <a:pt x="2431088" y="103853"/>
                  <a:pt x="2422633" y="103853"/>
                </a:cubicBezTo>
                <a:cubicBezTo>
                  <a:pt x="2411985" y="103853"/>
                  <a:pt x="2403542" y="100574"/>
                  <a:pt x="2397304" y="94016"/>
                </a:cubicBezTo>
                <a:cubicBezTo>
                  <a:pt x="2391066" y="87458"/>
                  <a:pt x="2387947" y="78261"/>
                  <a:pt x="2387947" y="66425"/>
                </a:cubicBezTo>
                <a:cubicBezTo>
                  <a:pt x="2387947" y="54177"/>
                  <a:pt x="2391100" y="44672"/>
                  <a:pt x="2397407" y="37908"/>
                </a:cubicBezTo>
                <a:cubicBezTo>
                  <a:pt x="2403713" y="31145"/>
                  <a:pt x="2411894" y="27763"/>
                  <a:pt x="2421948" y="27763"/>
                </a:cubicBezTo>
                <a:cubicBezTo>
                  <a:pt x="2431682" y="27763"/>
                  <a:pt x="2439633" y="31076"/>
                  <a:pt x="2445803" y="37702"/>
                </a:cubicBezTo>
                <a:cubicBezTo>
                  <a:pt x="2451972" y="44329"/>
                  <a:pt x="2455057" y="53652"/>
                  <a:pt x="2455057" y="65671"/>
                </a:cubicBezTo>
                <a:cubicBezTo>
                  <a:pt x="2455057" y="66402"/>
                  <a:pt x="2455034" y="67499"/>
                  <a:pt x="2454989" y="68961"/>
                </a:cubicBezTo>
                <a:lnTo>
                  <a:pt x="2400697" y="68961"/>
                </a:lnTo>
                <a:cubicBezTo>
                  <a:pt x="2401154" y="76959"/>
                  <a:pt x="2403416" y="83083"/>
                  <a:pt x="2407484" y="87333"/>
                </a:cubicBezTo>
                <a:cubicBezTo>
                  <a:pt x="2411551" y="91583"/>
                  <a:pt x="2416623" y="93708"/>
                  <a:pt x="2422702" y="93708"/>
                </a:cubicBezTo>
                <a:cubicBezTo>
                  <a:pt x="2427226" y="93708"/>
                  <a:pt x="2431088" y="92520"/>
                  <a:pt x="2434287" y="90143"/>
                </a:cubicBezTo>
                <a:cubicBezTo>
                  <a:pt x="2437486" y="87767"/>
                  <a:pt x="2440022" y="83974"/>
                  <a:pt x="2441896" y="78764"/>
                </a:cubicBezTo>
                <a:moveTo>
                  <a:pt x="2401383" y="58816"/>
                </a:moveTo>
                <a:lnTo>
                  <a:pt x="2442033" y="58816"/>
                </a:lnTo>
                <a:cubicBezTo>
                  <a:pt x="2441484" y="52692"/>
                  <a:pt x="2439930" y="48099"/>
                  <a:pt x="2437371" y="45037"/>
                </a:cubicBezTo>
                <a:cubicBezTo>
                  <a:pt x="2433441" y="40285"/>
                  <a:pt x="2428346" y="37908"/>
                  <a:pt x="2422085" y="37908"/>
                </a:cubicBezTo>
                <a:cubicBezTo>
                  <a:pt x="2416418" y="37908"/>
                  <a:pt x="2411654" y="39805"/>
                  <a:pt x="2407792" y="43598"/>
                </a:cubicBezTo>
                <a:cubicBezTo>
                  <a:pt x="2403930" y="47391"/>
                  <a:pt x="2401794" y="52464"/>
                  <a:pt x="2401383" y="58816"/>
                </a:cubicBezTo>
                <a:close/>
                <a:moveTo>
                  <a:pt x="2535243" y="91171"/>
                </a:moveTo>
                <a:lnTo>
                  <a:pt x="2537025" y="102071"/>
                </a:lnTo>
                <a:cubicBezTo>
                  <a:pt x="2533552" y="102802"/>
                  <a:pt x="2530444" y="103168"/>
                  <a:pt x="2527702" y="103168"/>
                </a:cubicBezTo>
                <a:cubicBezTo>
                  <a:pt x="2523224" y="103168"/>
                  <a:pt x="2519751" y="102459"/>
                  <a:pt x="2517283" y="101043"/>
                </a:cubicBezTo>
                <a:cubicBezTo>
                  <a:pt x="2514815" y="99626"/>
                  <a:pt x="2513079" y="97764"/>
                  <a:pt x="2512073" y="95456"/>
                </a:cubicBezTo>
                <a:cubicBezTo>
                  <a:pt x="2511068" y="93148"/>
                  <a:pt x="2510565" y="88292"/>
                  <a:pt x="2510565" y="80889"/>
                </a:cubicBezTo>
                <a:lnTo>
                  <a:pt x="2510565" y="39005"/>
                </a:lnTo>
                <a:lnTo>
                  <a:pt x="2501516" y="39005"/>
                </a:lnTo>
                <a:lnTo>
                  <a:pt x="2501516" y="29408"/>
                </a:lnTo>
                <a:lnTo>
                  <a:pt x="2510565" y="29408"/>
                </a:lnTo>
                <a:lnTo>
                  <a:pt x="2510565" y="11379"/>
                </a:lnTo>
                <a:lnTo>
                  <a:pt x="2522835" y="3976"/>
                </a:lnTo>
                <a:lnTo>
                  <a:pt x="2522835" y="29408"/>
                </a:lnTo>
                <a:lnTo>
                  <a:pt x="2535243" y="29408"/>
                </a:lnTo>
                <a:lnTo>
                  <a:pt x="2535243" y="39005"/>
                </a:lnTo>
                <a:lnTo>
                  <a:pt x="2522835" y="39005"/>
                </a:lnTo>
                <a:lnTo>
                  <a:pt x="2522835" y="81574"/>
                </a:lnTo>
                <a:cubicBezTo>
                  <a:pt x="2522835" y="85093"/>
                  <a:pt x="2523053" y="87355"/>
                  <a:pt x="2523487" y="88361"/>
                </a:cubicBezTo>
                <a:cubicBezTo>
                  <a:pt x="2523921" y="89366"/>
                  <a:pt x="2524629" y="90166"/>
                  <a:pt x="2525612" y="90760"/>
                </a:cubicBezTo>
                <a:cubicBezTo>
                  <a:pt x="2526594" y="91354"/>
                  <a:pt x="2528000" y="91651"/>
                  <a:pt x="2529828" y="91651"/>
                </a:cubicBezTo>
                <a:cubicBezTo>
                  <a:pt x="2531199" y="91651"/>
                  <a:pt x="2533004" y="91491"/>
                  <a:pt x="2535243" y="91171"/>
                </a:cubicBezTo>
                <a:close/>
                <a:moveTo>
                  <a:pt x="2546632" y="102208"/>
                </a:moveTo>
                <a:lnTo>
                  <a:pt x="2546632" y="29408"/>
                </a:lnTo>
                <a:lnTo>
                  <a:pt x="2557737" y="29408"/>
                </a:lnTo>
                <a:lnTo>
                  <a:pt x="2557737" y="40444"/>
                </a:lnTo>
                <a:cubicBezTo>
                  <a:pt x="2560571" y="35280"/>
                  <a:pt x="2563187" y="31876"/>
                  <a:pt x="2565586" y="30231"/>
                </a:cubicBezTo>
                <a:cubicBezTo>
                  <a:pt x="2567986" y="28585"/>
                  <a:pt x="2570625" y="27763"/>
                  <a:pt x="2573504" y="27763"/>
                </a:cubicBezTo>
                <a:cubicBezTo>
                  <a:pt x="2577663" y="27763"/>
                  <a:pt x="2581890" y="29088"/>
                  <a:pt x="2586186" y="31739"/>
                </a:cubicBezTo>
                <a:lnTo>
                  <a:pt x="2581936" y="43186"/>
                </a:lnTo>
                <a:cubicBezTo>
                  <a:pt x="2578919" y="41404"/>
                  <a:pt x="2575903" y="40513"/>
                  <a:pt x="2572887" y="40513"/>
                </a:cubicBezTo>
                <a:cubicBezTo>
                  <a:pt x="2570191" y="40513"/>
                  <a:pt x="2567769" y="41324"/>
                  <a:pt x="2565621" y="42947"/>
                </a:cubicBezTo>
                <a:cubicBezTo>
                  <a:pt x="2563473" y="44569"/>
                  <a:pt x="2561942" y="46820"/>
                  <a:pt x="2561028" y="49699"/>
                </a:cubicBezTo>
                <a:cubicBezTo>
                  <a:pt x="2559657" y="54086"/>
                  <a:pt x="2558971" y="58884"/>
                  <a:pt x="2558971" y="64094"/>
                </a:cubicBezTo>
                <a:lnTo>
                  <a:pt x="2558971" y="102208"/>
                </a:lnTo>
                <a:lnTo>
                  <a:pt x="2546632" y="102208"/>
                </a:lnTo>
                <a:close/>
                <a:moveTo>
                  <a:pt x="2640809" y="102208"/>
                </a:moveTo>
                <a:lnTo>
                  <a:pt x="2640809" y="91514"/>
                </a:lnTo>
                <a:cubicBezTo>
                  <a:pt x="2635142" y="99740"/>
                  <a:pt x="2627442" y="103853"/>
                  <a:pt x="2617708" y="103853"/>
                </a:cubicBezTo>
                <a:cubicBezTo>
                  <a:pt x="2613412" y="103853"/>
                  <a:pt x="2609402" y="103031"/>
                  <a:pt x="2605677" y="101385"/>
                </a:cubicBezTo>
                <a:cubicBezTo>
                  <a:pt x="2601953" y="99740"/>
                  <a:pt x="2599188" y="97672"/>
                  <a:pt x="2597383" y="95182"/>
                </a:cubicBezTo>
                <a:cubicBezTo>
                  <a:pt x="2595578" y="92691"/>
                  <a:pt x="2594309" y="89640"/>
                  <a:pt x="2593578" y="86030"/>
                </a:cubicBezTo>
                <a:cubicBezTo>
                  <a:pt x="2593075" y="83608"/>
                  <a:pt x="2592824" y="79769"/>
                  <a:pt x="2592824" y="74514"/>
                </a:cubicBezTo>
                <a:lnTo>
                  <a:pt x="2592824" y="29408"/>
                </a:lnTo>
                <a:lnTo>
                  <a:pt x="2605163" y="29408"/>
                </a:lnTo>
                <a:lnTo>
                  <a:pt x="2605163" y="69784"/>
                </a:lnTo>
                <a:cubicBezTo>
                  <a:pt x="2605163" y="76228"/>
                  <a:pt x="2605414" y="80569"/>
                  <a:pt x="2605917" y="82808"/>
                </a:cubicBezTo>
                <a:cubicBezTo>
                  <a:pt x="2606694" y="86053"/>
                  <a:pt x="2608339" y="88601"/>
                  <a:pt x="2610853" y="90452"/>
                </a:cubicBezTo>
                <a:cubicBezTo>
                  <a:pt x="2613366" y="92302"/>
                  <a:pt x="2616474" y="93228"/>
                  <a:pt x="2620176" y="93228"/>
                </a:cubicBezTo>
                <a:cubicBezTo>
                  <a:pt x="2623877" y="93228"/>
                  <a:pt x="2627350" y="92280"/>
                  <a:pt x="2630595" y="90383"/>
                </a:cubicBezTo>
                <a:cubicBezTo>
                  <a:pt x="2633840" y="88487"/>
                  <a:pt x="2636136" y="85904"/>
                  <a:pt x="2637484" y="82637"/>
                </a:cubicBezTo>
                <a:cubicBezTo>
                  <a:pt x="2638833" y="79369"/>
                  <a:pt x="2639507" y="74628"/>
                  <a:pt x="2639507" y="68413"/>
                </a:cubicBezTo>
                <a:lnTo>
                  <a:pt x="2639507" y="29408"/>
                </a:lnTo>
                <a:lnTo>
                  <a:pt x="2651846" y="29408"/>
                </a:lnTo>
                <a:lnTo>
                  <a:pt x="2651846" y="102208"/>
                </a:lnTo>
                <a:lnTo>
                  <a:pt x="2640809" y="102208"/>
                </a:lnTo>
                <a:close/>
                <a:moveTo>
                  <a:pt x="2720710" y="78764"/>
                </a:moveTo>
                <a:lnTo>
                  <a:pt x="2733461" y="80341"/>
                </a:lnTo>
                <a:cubicBezTo>
                  <a:pt x="2731450" y="87790"/>
                  <a:pt x="2727725" y="93571"/>
                  <a:pt x="2722287" y="97684"/>
                </a:cubicBezTo>
                <a:cubicBezTo>
                  <a:pt x="2716849" y="101797"/>
                  <a:pt x="2709902" y="103853"/>
                  <a:pt x="2701448" y="103853"/>
                </a:cubicBezTo>
                <a:cubicBezTo>
                  <a:pt x="2690800" y="103853"/>
                  <a:pt x="2682357" y="100574"/>
                  <a:pt x="2676119" y="94016"/>
                </a:cubicBezTo>
                <a:cubicBezTo>
                  <a:pt x="2669881" y="87458"/>
                  <a:pt x="2666762" y="78261"/>
                  <a:pt x="2666762" y="66425"/>
                </a:cubicBezTo>
                <a:cubicBezTo>
                  <a:pt x="2666762" y="54177"/>
                  <a:pt x="2669915" y="44672"/>
                  <a:pt x="2676222" y="37908"/>
                </a:cubicBezTo>
                <a:cubicBezTo>
                  <a:pt x="2682528" y="31145"/>
                  <a:pt x="2690708" y="27763"/>
                  <a:pt x="2700762" y="27763"/>
                </a:cubicBezTo>
                <a:cubicBezTo>
                  <a:pt x="2710496" y="27763"/>
                  <a:pt x="2718448" y="31076"/>
                  <a:pt x="2724618" y="37702"/>
                </a:cubicBezTo>
                <a:cubicBezTo>
                  <a:pt x="2730787" y="44329"/>
                  <a:pt x="2733872" y="53652"/>
                  <a:pt x="2733872" y="65671"/>
                </a:cubicBezTo>
                <a:cubicBezTo>
                  <a:pt x="2733872" y="66402"/>
                  <a:pt x="2733849" y="67499"/>
                  <a:pt x="2733803" y="68961"/>
                </a:cubicBezTo>
                <a:lnTo>
                  <a:pt x="2679512" y="68961"/>
                </a:lnTo>
                <a:cubicBezTo>
                  <a:pt x="2679969" y="76959"/>
                  <a:pt x="2682231" y="83083"/>
                  <a:pt x="2686298" y="87333"/>
                </a:cubicBezTo>
                <a:cubicBezTo>
                  <a:pt x="2690366" y="91583"/>
                  <a:pt x="2695438" y="93708"/>
                  <a:pt x="2701516" y="93708"/>
                </a:cubicBezTo>
                <a:cubicBezTo>
                  <a:pt x="2706041" y="93708"/>
                  <a:pt x="2709902" y="92520"/>
                  <a:pt x="2713101" y="90143"/>
                </a:cubicBezTo>
                <a:cubicBezTo>
                  <a:pt x="2716300" y="87767"/>
                  <a:pt x="2718837" y="83974"/>
                  <a:pt x="2720710" y="78764"/>
                </a:cubicBezTo>
                <a:moveTo>
                  <a:pt x="2680197" y="58816"/>
                </a:moveTo>
                <a:lnTo>
                  <a:pt x="2720848" y="58816"/>
                </a:lnTo>
                <a:cubicBezTo>
                  <a:pt x="2720299" y="52692"/>
                  <a:pt x="2718745" y="48099"/>
                  <a:pt x="2716186" y="45037"/>
                </a:cubicBezTo>
                <a:cubicBezTo>
                  <a:pt x="2712256" y="40285"/>
                  <a:pt x="2707160" y="37908"/>
                  <a:pt x="2700899" y="37908"/>
                </a:cubicBezTo>
                <a:cubicBezTo>
                  <a:pt x="2695233" y="37908"/>
                  <a:pt x="2690468" y="39805"/>
                  <a:pt x="2686607" y="43598"/>
                </a:cubicBezTo>
                <a:cubicBezTo>
                  <a:pt x="2682745" y="47391"/>
                  <a:pt x="2680609" y="52464"/>
                  <a:pt x="2680197" y="58816"/>
                </a:cubicBezTo>
                <a:close/>
                <a:moveTo>
                  <a:pt x="2771752" y="77461"/>
                </a:moveTo>
                <a:cubicBezTo>
                  <a:pt x="2771707" y="75816"/>
                  <a:pt x="2771684" y="74582"/>
                  <a:pt x="2771684" y="73760"/>
                </a:cubicBezTo>
                <a:cubicBezTo>
                  <a:pt x="2771684" y="68916"/>
                  <a:pt x="2772369" y="64734"/>
                  <a:pt x="2773740" y="61215"/>
                </a:cubicBezTo>
                <a:cubicBezTo>
                  <a:pt x="2774746" y="58564"/>
                  <a:pt x="2776368" y="55891"/>
                  <a:pt x="2778607" y="53195"/>
                </a:cubicBezTo>
                <a:cubicBezTo>
                  <a:pt x="2780252" y="51230"/>
                  <a:pt x="2783211" y="48362"/>
                  <a:pt x="2787484" y="44592"/>
                </a:cubicBezTo>
                <a:cubicBezTo>
                  <a:pt x="2791757" y="40821"/>
                  <a:pt x="2794534" y="37817"/>
                  <a:pt x="2795813" y="35577"/>
                </a:cubicBezTo>
                <a:cubicBezTo>
                  <a:pt x="2797093" y="33338"/>
                  <a:pt x="2797733" y="30893"/>
                  <a:pt x="2797733" y="28243"/>
                </a:cubicBezTo>
                <a:cubicBezTo>
                  <a:pt x="2797733" y="23444"/>
                  <a:pt x="2795859" y="19228"/>
                  <a:pt x="2792112" y="15595"/>
                </a:cubicBezTo>
                <a:cubicBezTo>
                  <a:pt x="2788364" y="11962"/>
                  <a:pt x="2783771" y="10145"/>
                  <a:pt x="2778333" y="10145"/>
                </a:cubicBezTo>
                <a:cubicBezTo>
                  <a:pt x="2773078" y="10145"/>
                  <a:pt x="2768690" y="11791"/>
                  <a:pt x="2765171" y="15081"/>
                </a:cubicBezTo>
                <a:cubicBezTo>
                  <a:pt x="2761653" y="18371"/>
                  <a:pt x="2759345" y="23513"/>
                  <a:pt x="2758248" y="30505"/>
                </a:cubicBezTo>
                <a:lnTo>
                  <a:pt x="2745566" y="28997"/>
                </a:lnTo>
                <a:cubicBezTo>
                  <a:pt x="2746709" y="19628"/>
                  <a:pt x="2750102" y="12453"/>
                  <a:pt x="2755746" y="7472"/>
                </a:cubicBezTo>
                <a:cubicBezTo>
                  <a:pt x="2761390" y="2491"/>
                  <a:pt x="2768850" y="0"/>
                  <a:pt x="2778127" y="0"/>
                </a:cubicBezTo>
                <a:cubicBezTo>
                  <a:pt x="2787953" y="0"/>
                  <a:pt x="2795790" y="2673"/>
                  <a:pt x="2801640" y="8020"/>
                </a:cubicBezTo>
                <a:cubicBezTo>
                  <a:pt x="2807490" y="13367"/>
                  <a:pt x="2810414" y="19834"/>
                  <a:pt x="2810414" y="27420"/>
                </a:cubicBezTo>
                <a:cubicBezTo>
                  <a:pt x="2810414" y="31807"/>
                  <a:pt x="2809386" y="35852"/>
                  <a:pt x="2807330" y="39553"/>
                </a:cubicBezTo>
                <a:cubicBezTo>
                  <a:pt x="2805273" y="43255"/>
                  <a:pt x="2801252" y="47756"/>
                  <a:pt x="2795265" y="53058"/>
                </a:cubicBezTo>
                <a:cubicBezTo>
                  <a:pt x="2791243" y="56622"/>
                  <a:pt x="2788616" y="59250"/>
                  <a:pt x="2787382" y="60941"/>
                </a:cubicBezTo>
                <a:cubicBezTo>
                  <a:pt x="2786148" y="62632"/>
                  <a:pt x="2785234" y="64574"/>
                  <a:pt x="2784640" y="66768"/>
                </a:cubicBezTo>
                <a:cubicBezTo>
                  <a:pt x="2784046" y="68961"/>
                  <a:pt x="2783703" y="72526"/>
                  <a:pt x="2783611" y="77461"/>
                </a:cubicBezTo>
                <a:lnTo>
                  <a:pt x="2771752" y="77461"/>
                </a:lnTo>
                <a:moveTo>
                  <a:pt x="2770998" y="102208"/>
                </a:moveTo>
                <a:lnTo>
                  <a:pt x="2770998" y="88155"/>
                </a:lnTo>
                <a:lnTo>
                  <a:pt x="2785051" y="88155"/>
                </a:lnTo>
                <a:lnTo>
                  <a:pt x="2785051" y="102208"/>
                </a:lnTo>
                <a:lnTo>
                  <a:pt x="2770998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(a)Charlesthinksthatthereisasalmoninsidethefridge.">
            <a:extLst xmlns:a="http://schemas.openxmlformats.org/drawingml/2006/main">
              <a:ext uri="{FF2B5EF4-FFF2-40B4-BE49-F238E27FC236}">
                <a16:creationId xmlns:a16="http://schemas.microsoft.com/office/drawing/2014/main" id="{CBDFB0B8-5EC0-4222-80D9-F49C4CFB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177" y="2598552"/>
            <a:ext cx="3494521" cy="131753"/>
          </a:xfrm>
          <a:custGeom xmlns:a="http://schemas.openxmlformats.org/drawingml/2006/main">
            <a:pathLst>
              <a:path w="3494521" h="131753">
                <a:moveTo>
                  <a:pt x="24335" y="131753"/>
                </a:moveTo>
                <a:cubicBezTo>
                  <a:pt x="17526" y="123161"/>
                  <a:pt x="11768" y="113107"/>
                  <a:pt x="7061" y="101591"/>
                </a:cubicBezTo>
                <a:cubicBezTo>
                  <a:pt x="2354" y="90075"/>
                  <a:pt x="0" y="78147"/>
                  <a:pt x="0" y="65808"/>
                </a:cubicBezTo>
                <a:cubicBezTo>
                  <a:pt x="0" y="54931"/>
                  <a:pt x="1759" y="44512"/>
                  <a:pt x="5278" y="34549"/>
                </a:cubicBezTo>
                <a:cubicBezTo>
                  <a:pt x="9391" y="22987"/>
                  <a:pt x="15744" y="11471"/>
                  <a:pt x="24335" y="0"/>
                </a:cubicBezTo>
                <a:lnTo>
                  <a:pt x="33178" y="0"/>
                </a:lnTo>
                <a:cubicBezTo>
                  <a:pt x="27648" y="9506"/>
                  <a:pt x="23992" y="16292"/>
                  <a:pt x="22210" y="20359"/>
                </a:cubicBezTo>
                <a:cubicBezTo>
                  <a:pt x="19422" y="26666"/>
                  <a:pt x="17229" y="33247"/>
                  <a:pt x="15629" y="40102"/>
                </a:cubicBezTo>
                <a:cubicBezTo>
                  <a:pt x="13664" y="48648"/>
                  <a:pt x="12682" y="57239"/>
                  <a:pt x="12682" y="65876"/>
                </a:cubicBezTo>
                <a:cubicBezTo>
                  <a:pt x="12682" y="87858"/>
                  <a:pt x="19514" y="109817"/>
                  <a:pt x="33178" y="131753"/>
                </a:cubicBezTo>
                <a:lnTo>
                  <a:pt x="24335" y="131753"/>
                </a:lnTo>
                <a:close/>
                <a:moveTo>
                  <a:pt x="94588" y="93228"/>
                </a:moveTo>
                <a:cubicBezTo>
                  <a:pt x="90018" y="97112"/>
                  <a:pt x="85619" y="99854"/>
                  <a:pt x="81392" y="101454"/>
                </a:cubicBezTo>
                <a:cubicBezTo>
                  <a:pt x="77165" y="103053"/>
                  <a:pt x="72629" y="103853"/>
                  <a:pt x="67785" y="103853"/>
                </a:cubicBezTo>
                <a:cubicBezTo>
                  <a:pt x="59788" y="103853"/>
                  <a:pt x="53641" y="101899"/>
                  <a:pt x="49345" y="97992"/>
                </a:cubicBezTo>
                <a:cubicBezTo>
                  <a:pt x="45049" y="94085"/>
                  <a:pt x="42901" y="89092"/>
                  <a:pt x="42901" y="83014"/>
                </a:cubicBezTo>
                <a:cubicBezTo>
                  <a:pt x="42901" y="79449"/>
                  <a:pt x="43713" y="76193"/>
                  <a:pt x="45335" y="73246"/>
                </a:cubicBezTo>
                <a:cubicBezTo>
                  <a:pt x="46957" y="70298"/>
                  <a:pt x="49082" y="67933"/>
                  <a:pt x="51710" y="66151"/>
                </a:cubicBezTo>
                <a:cubicBezTo>
                  <a:pt x="54338" y="64368"/>
                  <a:pt x="57297" y="63020"/>
                  <a:pt x="60587" y="62106"/>
                </a:cubicBezTo>
                <a:cubicBezTo>
                  <a:pt x="63009" y="61466"/>
                  <a:pt x="66665" y="60849"/>
                  <a:pt x="71555" y="60255"/>
                </a:cubicBezTo>
                <a:cubicBezTo>
                  <a:pt x="81518" y="59067"/>
                  <a:pt x="88853" y="57650"/>
                  <a:pt x="93560" y="56005"/>
                </a:cubicBezTo>
                <a:cubicBezTo>
                  <a:pt x="93606" y="54314"/>
                  <a:pt x="93628" y="53240"/>
                  <a:pt x="93628" y="52783"/>
                </a:cubicBezTo>
                <a:cubicBezTo>
                  <a:pt x="93628" y="47756"/>
                  <a:pt x="92463" y="44215"/>
                  <a:pt x="90132" y="42158"/>
                </a:cubicBezTo>
                <a:cubicBezTo>
                  <a:pt x="86979" y="39371"/>
                  <a:pt x="82295" y="37977"/>
                  <a:pt x="76080" y="37977"/>
                </a:cubicBezTo>
                <a:cubicBezTo>
                  <a:pt x="70276" y="37977"/>
                  <a:pt x="65991" y="38993"/>
                  <a:pt x="63226" y="41027"/>
                </a:cubicBezTo>
                <a:cubicBezTo>
                  <a:pt x="60462" y="43061"/>
                  <a:pt x="58417" y="46660"/>
                  <a:pt x="57091" y="51824"/>
                </a:cubicBezTo>
                <a:lnTo>
                  <a:pt x="45026" y="50179"/>
                </a:lnTo>
                <a:cubicBezTo>
                  <a:pt x="46123" y="45014"/>
                  <a:pt x="47928" y="40844"/>
                  <a:pt x="50442" y="37668"/>
                </a:cubicBezTo>
                <a:cubicBezTo>
                  <a:pt x="52955" y="34492"/>
                  <a:pt x="56589" y="32047"/>
                  <a:pt x="61341" y="30333"/>
                </a:cubicBezTo>
                <a:cubicBezTo>
                  <a:pt x="66094" y="28620"/>
                  <a:pt x="71601" y="27763"/>
                  <a:pt x="77862" y="27763"/>
                </a:cubicBezTo>
                <a:cubicBezTo>
                  <a:pt x="84077" y="27763"/>
                  <a:pt x="89127" y="28494"/>
                  <a:pt x="93011" y="29956"/>
                </a:cubicBezTo>
                <a:cubicBezTo>
                  <a:pt x="96896" y="31419"/>
                  <a:pt x="99752" y="33258"/>
                  <a:pt x="101580" y="35475"/>
                </a:cubicBezTo>
                <a:cubicBezTo>
                  <a:pt x="103408" y="37691"/>
                  <a:pt x="104688" y="40490"/>
                  <a:pt x="105419" y="43872"/>
                </a:cubicBezTo>
                <a:cubicBezTo>
                  <a:pt x="105830" y="45974"/>
                  <a:pt x="106036" y="49767"/>
                  <a:pt x="106036" y="55251"/>
                </a:cubicBezTo>
                <a:lnTo>
                  <a:pt x="106036" y="71703"/>
                </a:lnTo>
                <a:cubicBezTo>
                  <a:pt x="106036" y="83174"/>
                  <a:pt x="106299" y="90429"/>
                  <a:pt x="106824" y="93468"/>
                </a:cubicBezTo>
                <a:cubicBezTo>
                  <a:pt x="107350" y="96507"/>
                  <a:pt x="108389" y="99420"/>
                  <a:pt x="109943" y="102208"/>
                </a:cubicBezTo>
                <a:lnTo>
                  <a:pt x="97056" y="102208"/>
                </a:lnTo>
                <a:cubicBezTo>
                  <a:pt x="95776" y="99649"/>
                  <a:pt x="94954" y="96655"/>
                  <a:pt x="94588" y="93228"/>
                </a:cubicBezTo>
                <a:moveTo>
                  <a:pt x="93560" y="65671"/>
                </a:moveTo>
                <a:cubicBezTo>
                  <a:pt x="89081" y="67499"/>
                  <a:pt x="82363" y="69053"/>
                  <a:pt x="73406" y="70332"/>
                </a:cubicBezTo>
                <a:cubicBezTo>
                  <a:pt x="68333" y="71063"/>
                  <a:pt x="64746" y="71886"/>
                  <a:pt x="62644" y="72800"/>
                </a:cubicBezTo>
                <a:cubicBezTo>
                  <a:pt x="60542" y="73714"/>
                  <a:pt x="58919" y="75051"/>
                  <a:pt x="57777" y="76810"/>
                </a:cubicBezTo>
                <a:cubicBezTo>
                  <a:pt x="56634" y="78570"/>
                  <a:pt x="56063" y="80523"/>
                  <a:pt x="56063" y="82671"/>
                </a:cubicBezTo>
                <a:cubicBezTo>
                  <a:pt x="56063" y="85962"/>
                  <a:pt x="57308" y="88704"/>
                  <a:pt x="59799" y="90897"/>
                </a:cubicBezTo>
                <a:cubicBezTo>
                  <a:pt x="62290" y="93091"/>
                  <a:pt x="65934" y="94188"/>
                  <a:pt x="70733" y="94188"/>
                </a:cubicBezTo>
                <a:cubicBezTo>
                  <a:pt x="75486" y="94188"/>
                  <a:pt x="79713" y="93148"/>
                  <a:pt x="83414" y="91069"/>
                </a:cubicBezTo>
                <a:cubicBezTo>
                  <a:pt x="87116" y="88989"/>
                  <a:pt x="89835" y="86144"/>
                  <a:pt x="91572" y="82534"/>
                </a:cubicBezTo>
                <a:cubicBezTo>
                  <a:pt x="92897" y="79746"/>
                  <a:pt x="93560" y="75633"/>
                  <a:pt x="93560" y="70195"/>
                </a:cubicBezTo>
                <a:lnTo>
                  <a:pt x="93560" y="65671"/>
                </a:lnTo>
                <a:close/>
                <a:moveTo>
                  <a:pt x="132948" y="131753"/>
                </a:moveTo>
                <a:lnTo>
                  <a:pt x="124105" y="131753"/>
                </a:lnTo>
                <a:cubicBezTo>
                  <a:pt x="137769" y="109817"/>
                  <a:pt x="144601" y="87858"/>
                  <a:pt x="144601" y="65876"/>
                </a:cubicBezTo>
                <a:cubicBezTo>
                  <a:pt x="144601" y="57285"/>
                  <a:pt x="143619" y="48762"/>
                  <a:pt x="141653" y="40307"/>
                </a:cubicBezTo>
                <a:cubicBezTo>
                  <a:pt x="140100" y="33452"/>
                  <a:pt x="137929" y="26872"/>
                  <a:pt x="135141" y="20565"/>
                </a:cubicBezTo>
                <a:cubicBezTo>
                  <a:pt x="133359" y="16452"/>
                  <a:pt x="129680" y="9597"/>
                  <a:pt x="124105" y="0"/>
                </a:cubicBezTo>
                <a:lnTo>
                  <a:pt x="132948" y="0"/>
                </a:lnTo>
                <a:cubicBezTo>
                  <a:pt x="141539" y="11471"/>
                  <a:pt x="147891" y="22987"/>
                  <a:pt x="152004" y="34549"/>
                </a:cubicBezTo>
                <a:cubicBezTo>
                  <a:pt x="155523" y="44512"/>
                  <a:pt x="157283" y="54931"/>
                  <a:pt x="157283" y="65808"/>
                </a:cubicBezTo>
                <a:cubicBezTo>
                  <a:pt x="157283" y="78147"/>
                  <a:pt x="154918" y="90075"/>
                  <a:pt x="150188" y="101591"/>
                </a:cubicBezTo>
                <a:cubicBezTo>
                  <a:pt x="145458" y="113107"/>
                  <a:pt x="139711" y="123161"/>
                  <a:pt x="132948" y="131753"/>
                </a:cubicBezTo>
                <a:close/>
                <a:moveTo>
                  <a:pt x="262874" y="66973"/>
                </a:moveTo>
                <a:lnTo>
                  <a:pt x="276173" y="70332"/>
                </a:lnTo>
                <a:cubicBezTo>
                  <a:pt x="273385" y="81255"/>
                  <a:pt x="268370" y="89583"/>
                  <a:pt x="261126" y="95319"/>
                </a:cubicBezTo>
                <a:cubicBezTo>
                  <a:pt x="253883" y="101054"/>
                  <a:pt x="245028" y="103922"/>
                  <a:pt x="234563" y="103922"/>
                </a:cubicBezTo>
                <a:cubicBezTo>
                  <a:pt x="223732" y="103922"/>
                  <a:pt x="214923" y="101717"/>
                  <a:pt x="208137" y="97307"/>
                </a:cubicBezTo>
                <a:cubicBezTo>
                  <a:pt x="201351" y="92897"/>
                  <a:pt x="196186" y="86510"/>
                  <a:pt x="192645" y="78147"/>
                </a:cubicBezTo>
                <a:cubicBezTo>
                  <a:pt x="189103" y="69784"/>
                  <a:pt x="187332" y="60804"/>
                  <a:pt x="187332" y="51207"/>
                </a:cubicBezTo>
                <a:cubicBezTo>
                  <a:pt x="187332" y="40742"/>
                  <a:pt x="189331" y="31613"/>
                  <a:pt x="193330" y="23821"/>
                </a:cubicBezTo>
                <a:cubicBezTo>
                  <a:pt x="197329" y="16029"/>
                  <a:pt x="203019" y="10111"/>
                  <a:pt x="210399" y="6067"/>
                </a:cubicBezTo>
                <a:cubicBezTo>
                  <a:pt x="217780" y="2022"/>
                  <a:pt x="225903" y="0"/>
                  <a:pt x="234769" y="0"/>
                </a:cubicBezTo>
                <a:cubicBezTo>
                  <a:pt x="244823" y="0"/>
                  <a:pt x="253277" y="2559"/>
                  <a:pt x="260132" y="7678"/>
                </a:cubicBezTo>
                <a:cubicBezTo>
                  <a:pt x="266987" y="12796"/>
                  <a:pt x="271763" y="19994"/>
                  <a:pt x="274459" y="29271"/>
                </a:cubicBezTo>
                <a:lnTo>
                  <a:pt x="261366" y="32356"/>
                </a:lnTo>
                <a:cubicBezTo>
                  <a:pt x="259035" y="25044"/>
                  <a:pt x="255653" y="19720"/>
                  <a:pt x="251221" y="16383"/>
                </a:cubicBezTo>
                <a:cubicBezTo>
                  <a:pt x="246788" y="13047"/>
                  <a:pt x="241212" y="11379"/>
                  <a:pt x="234494" y="11379"/>
                </a:cubicBezTo>
                <a:cubicBezTo>
                  <a:pt x="226771" y="11379"/>
                  <a:pt x="220316" y="13230"/>
                  <a:pt x="215129" y="16932"/>
                </a:cubicBezTo>
                <a:cubicBezTo>
                  <a:pt x="209942" y="20634"/>
                  <a:pt x="206298" y="25603"/>
                  <a:pt x="204195" y="31841"/>
                </a:cubicBezTo>
                <a:cubicBezTo>
                  <a:pt x="202093" y="38079"/>
                  <a:pt x="201042" y="44512"/>
                  <a:pt x="201042" y="51138"/>
                </a:cubicBezTo>
                <a:cubicBezTo>
                  <a:pt x="201042" y="59684"/>
                  <a:pt x="202287" y="67145"/>
                  <a:pt x="204778" y="73520"/>
                </a:cubicBezTo>
                <a:cubicBezTo>
                  <a:pt x="207269" y="79895"/>
                  <a:pt x="211142" y="84659"/>
                  <a:pt x="216397" y="87812"/>
                </a:cubicBezTo>
                <a:cubicBezTo>
                  <a:pt x="221653" y="90966"/>
                  <a:pt x="227342" y="92542"/>
                  <a:pt x="233466" y="92542"/>
                </a:cubicBezTo>
                <a:cubicBezTo>
                  <a:pt x="240915" y="92542"/>
                  <a:pt x="247222" y="90395"/>
                  <a:pt x="252386" y="86099"/>
                </a:cubicBezTo>
                <a:cubicBezTo>
                  <a:pt x="257550" y="81803"/>
                  <a:pt x="261046" y="75428"/>
                  <a:pt x="262874" y="66973"/>
                </a:cubicBezTo>
                <a:close/>
                <a:moveTo>
                  <a:pt x="291013" y="102208"/>
                </a:moveTo>
                <a:lnTo>
                  <a:pt x="291013" y="1714"/>
                </a:lnTo>
                <a:lnTo>
                  <a:pt x="303352" y="1714"/>
                </a:lnTo>
                <a:lnTo>
                  <a:pt x="303352" y="37771"/>
                </a:lnTo>
                <a:cubicBezTo>
                  <a:pt x="309110" y="31099"/>
                  <a:pt x="316376" y="27763"/>
                  <a:pt x="325150" y="27763"/>
                </a:cubicBezTo>
                <a:cubicBezTo>
                  <a:pt x="330543" y="27763"/>
                  <a:pt x="335227" y="28825"/>
                  <a:pt x="339203" y="30950"/>
                </a:cubicBezTo>
                <a:cubicBezTo>
                  <a:pt x="343179" y="33075"/>
                  <a:pt x="346024" y="36012"/>
                  <a:pt x="347738" y="39759"/>
                </a:cubicBezTo>
                <a:cubicBezTo>
                  <a:pt x="349451" y="43506"/>
                  <a:pt x="350308" y="48945"/>
                  <a:pt x="350308" y="56074"/>
                </a:cubicBezTo>
                <a:lnTo>
                  <a:pt x="350308" y="102208"/>
                </a:lnTo>
                <a:lnTo>
                  <a:pt x="337969" y="102208"/>
                </a:lnTo>
                <a:lnTo>
                  <a:pt x="337969" y="56074"/>
                </a:lnTo>
                <a:cubicBezTo>
                  <a:pt x="337969" y="49904"/>
                  <a:pt x="336633" y="45414"/>
                  <a:pt x="333959" y="42604"/>
                </a:cubicBezTo>
                <a:cubicBezTo>
                  <a:pt x="331286" y="39793"/>
                  <a:pt x="327504" y="38388"/>
                  <a:pt x="322614" y="38388"/>
                </a:cubicBezTo>
                <a:cubicBezTo>
                  <a:pt x="318958" y="38388"/>
                  <a:pt x="315519" y="39336"/>
                  <a:pt x="312297" y="41233"/>
                </a:cubicBezTo>
                <a:cubicBezTo>
                  <a:pt x="309076" y="43129"/>
                  <a:pt x="306779" y="45700"/>
                  <a:pt x="305408" y="48945"/>
                </a:cubicBezTo>
                <a:cubicBezTo>
                  <a:pt x="304037" y="52189"/>
                  <a:pt x="303352" y="56668"/>
                  <a:pt x="303352" y="62380"/>
                </a:cubicBezTo>
                <a:lnTo>
                  <a:pt x="303352" y="102208"/>
                </a:lnTo>
                <a:lnTo>
                  <a:pt x="291013" y="102208"/>
                </a:lnTo>
                <a:close/>
                <a:moveTo>
                  <a:pt x="416350" y="93228"/>
                </a:moveTo>
                <a:cubicBezTo>
                  <a:pt x="411780" y="97112"/>
                  <a:pt x="407381" y="99854"/>
                  <a:pt x="403154" y="101454"/>
                </a:cubicBezTo>
                <a:cubicBezTo>
                  <a:pt x="398927" y="103053"/>
                  <a:pt x="394391" y="103853"/>
                  <a:pt x="389547" y="103853"/>
                </a:cubicBezTo>
                <a:cubicBezTo>
                  <a:pt x="381549" y="103853"/>
                  <a:pt x="375403" y="101899"/>
                  <a:pt x="371107" y="97992"/>
                </a:cubicBezTo>
                <a:cubicBezTo>
                  <a:pt x="366811" y="94085"/>
                  <a:pt x="364663" y="89092"/>
                  <a:pt x="364663" y="83014"/>
                </a:cubicBezTo>
                <a:cubicBezTo>
                  <a:pt x="364663" y="79449"/>
                  <a:pt x="365474" y="76193"/>
                  <a:pt x="367097" y="73246"/>
                </a:cubicBezTo>
                <a:cubicBezTo>
                  <a:pt x="368719" y="70298"/>
                  <a:pt x="370844" y="67933"/>
                  <a:pt x="373472" y="66151"/>
                </a:cubicBezTo>
                <a:cubicBezTo>
                  <a:pt x="376099" y="64368"/>
                  <a:pt x="379059" y="63020"/>
                  <a:pt x="382349" y="62106"/>
                </a:cubicBezTo>
                <a:cubicBezTo>
                  <a:pt x="384771" y="61466"/>
                  <a:pt x="388427" y="60849"/>
                  <a:pt x="393317" y="60255"/>
                </a:cubicBezTo>
                <a:cubicBezTo>
                  <a:pt x="403280" y="59067"/>
                  <a:pt x="410614" y="57650"/>
                  <a:pt x="415321" y="56005"/>
                </a:cubicBezTo>
                <a:cubicBezTo>
                  <a:pt x="415367" y="54314"/>
                  <a:pt x="415390" y="53240"/>
                  <a:pt x="415390" y="52783"/>
                </a:cubicBezTo>
                <a:cubicBezTo>
                  <a:pt x="415390" y="47756"/>
                  <a:pt x="414225" y="44215"/>
                  <a:pt x="411894" y="42158"/>
                </a:cubicBezTo>
                <a:cubicBezTo>
                  <a:pt x="408741" y="39371"/>
                  <a:pt x="404056" y="37977"/>
                  <a:pt x="397841" y="37977"/>
                </a:cubicBezTo>
                <a:cubicBezTo>
                  <a:pt x="392037" y="37977"/>
                  <a:pt x="387753" y="38993"/>
                  <a:pt x="384988" y="41027"/>
                </a:cubicBezTo>
                <a:cubicBezTo>
                  <a:pt x="382223" y="43061"/>
                  <a:pt x="380178" y="46660"/>
                  <a:pt x="378853" y="51824"/>
                </a:cubicBezTo>
                <a:lnTo>
                  <a:pt x="366788" y="50179"/>
                </a:lnTo>
                <a:cubicBezTo>
                  <a:pt x="367885" y="45014"/>
                  <a:pt x="369690" y="40844"/>
                  <a:pt x="372204" y="37668"/>
                </a:cubicBezTo>
                <a:cubicBezTo>
                  <a:pt x="374717" y="34492"/>
                  <a:pt x="378350" y="32047"/>
                  <a:pt x="383103" y="30333"/>
                </a:cubicBezTo>
                <a:cubicBezTo>
                  <a:pt x="387856" y="28620"/>
                  <a:pt x="393363" y="27763"/>
                  <a:pt x="399624" y="27763"/>
                </a:cubicBezTo>
                <a:cubicBezTo>
                  <a:pt x="405839" y="27763"/>
                  <a:pt x="410889" y="28494"/>
                  <a:pt x="414773" y="29956"/>
                </a:cubicBezTo>
                <a:cubicBezTo>
                  <a:pt x="418658" y="31419"/>
                  <a:pt x="421514" y="33258"/>
                  <a:pt x="423342" y="35475"/>
                </a:cubicBezTo>
                <a:cubicBezTo>
                  <a:pt x="425170" y="37691"/>
                  <a:pt x="426449" y="40490"/>
                  <a:pt x="427181" y="43872"/>
                </a:cubicBezTo>
                <a:cubicBezTo>
                  <a:pt x="427592" y="45974"/>
                  <a:pt x="427798" y="49767"/>
                  <a:pt x="427798" y="55251"/>
                </a:cubicBezTo>
                <a:lnTo>
                  <a:pt x="427798" y="71703"/>
                </a:lnTo>
                <a:cubicBezTo>
                  <a:pt x="427798" y="83174"/>
                  <a:pt x="428060" y="90429"/>
                  <a:pt x="428586" y="93468"/>
                </a:cubicBezTo>
                <a:cubicBezTo>
                  <a:pt x="429111" y="96507"/>
                  <a:pt x="430151" y="99420"/>
                  <a:pt x="431705" y="102208"/>
                </a:cubicBezTo>
                <a:lnTo>
                  <a:pt x="418818" y="102208"/>
                </a:lnTo>
                <a:cubicBezTo>
                  <a:pt x="417538" y="99649"/>
                  <a:pt x="416715" y="96655"/>
                  <a:pt x="416350" y="93228"/>
                </a:cubicBezTo>
                <a:moveTo>
                  <a:pt x="415321" y="65671"/>
                </a:moveTo>
                <a:cubicBezTo>
                  <a:pt x="410843" y="67499"/>
                  <a:pt x="404125" y="69053"/>
                  <a:pt x="395168" y="70332"/>
                </a:cubicBezTo>
                <a:cubicBezTo>
                  <a:pt x="390095" y="71063"/>
                  <a:pt x="386508" y="71886"/>
                  <a:pt x="384405" y="72800"/>
                </a:cubicBezTo>
                <a:cubicBezTo>
                  <a:pt x="382303" y="73714"/>
                  <a:pt x="380681" y="75051"/>
                  <a:pt x="379538" y="76810"/>
                </a:cubicBezTo>
                <a:cubicBezTo>
                  <a:pt x="378396" y="78570"/>
                  <a:pt x="377825" y="80523"/>
                  <a:pt x="377825" y="82671"/>
                </a:cubicBezTo>
                <a:cubicBezTo>
                  <a:pt x="377825" y="85962"/>
                  <a:pt x="379070" y="88704"/>
                  <a:pt x="381561" y="90897"/>
                </a:cubicBezTo>
                <a:cubicBezTo>
                  <a:pt x="384051" y="93091"/>
                  <a:pt x="387696" y="94188"/>
                  <a:pt x="392494" y="94188"/>
                </a:cubicBezTo>
                <a:cubicBezTo>
                  <a:pt x="397247" y="94188"/>
                  <a:pt x="401474" y="93148"/>
                  <a:pt x="405176" y="91069"/>
                </a:cubicBezTo>
                <a:cubicBezTo>
                  <a:pt x="408878" y="88989"/>
                  <a:pt x="411597" y="86144"/>
                  <a:pt x="413334" y="82534"/>
                </a:cubicBezTo>
                <a:cubicBezTo>
                  <a:pt x="414659" y="79746"/>
                  <a:pt x="415321" y="75633"/>
                  <a:pt x="415321" y="70195"/>
                </a:cubicBezTo>
                <a:lnTo>
                  <a:pt x="415321" y="65671"/>
                </a:lnTo>
                <a:close/>
                <a:moveTo>
                  <a:pt x="446540" y="102208"/>
                </a:moveTo>
                <a:lnTo>
                  <a:pt x="446540" y="29408"/>
                </a:lnTo>
                <a:lnTo>
                  <a:pt x="457645" y="29408"/>
                </a:lnTo>
                <a:lnTo>
                  <a:pt x="457645" y="40444"/>
                </a:lnTo>
                <a:cubicBezTo>
                  <a:pt x="460478" y="35280"/>
                  <a:pt x="463095" y="31876"/>
                  <a:pt x="465494" y="30231"/>
                </a:cubicBezTo>
                <a:cubicBezTo>
                  <a:pt x="467893" y="28585"/>
                  <a:pt x="470532" y="27763"/>
                  <a:pt x="473411" y="27763"/>
                </a:cubicBezTo>
                <a:cubicBezTo>
                  <a:pt x="477570" y="27763"/>
                  <a:pt x="481797" y="29088"/>
                  <a:pt x="486093" y="31739"/>
                </a:cubicBezTo>
                <a:lnTo>
                  <a:pt x="481843" y="43186"/>
                </a:lnTo>
                <a:cubicBezTo>
                  <a:pt x="478827" y="41404"/>
                  <a:pt x="475811" y="40513"/>
                  <a:pt x="472794" y="40513"/>
                </a:cubicBezTo>
                <a:cubicBezTo>
                  <a:pt x="470098" y="40513"/>
                  <a:pt x="467676" y="41324"/>
                  <a:pt x="465528" y="42947"/>
                </a:cubicBezTo>
                <a:cubicBezTo>
                  <a:pt x="463380" y="44569"/>
                  <a:pt x="461849" y="46820"/>
                  <a:pt x="460935" y="49699"/>
                </a:cubicBezTo>
                <a:cubicBezTo>
                  <a:pt x="459564" y="54086"/>
                  <a:pt x="458879" y="58884"/>
                  <a:pt x="458879" y="64094"/>
                </a:cubicBezTo>
                <a:lnTo>
                  <a:pt x="458879" y="102208"/>
                </a:lnTo>
                <a:lnTo>
                  <a:pt x="446540" y="102208"/>
                </a:lnTo>
                <a:close/>
                <a:moveTo>
                  <a:pt x="492787" y="102208"/>
                </a:moveTo>
                <a:lnTo>
                  <a:pt x="492787" y="1714"/>
                </a:lnTo>
                <a:lnTo>
                  <a:pt x="505126" y="1714"/>
                </a:lnTo>
                <a:lnTo>
                  <a:pt x="505126" y="102208"/>
                </a:lnTo>
                <a:lnTo>
                  <a:pt x="492787" y="102208"/>
                </a:lnTo>
                <a:close/>
                <a:moveTo>
                  <a:pt x="574402" y="78764"/>
                </a:moveTo>
                <a:lnTo>
                  <a:pt x="587152" y="80341"/>
                </a:lnTo>
                <a:cubicBezTo>
                  <a:pt x="585141" y="87790"/>
                  <a:pt x="581417" y="93571"/>
                  <a:pt x="575978" y="97684"/>
                </a:cubicBezTo>
                <a:cubicBezTo>
                  <a:pt x="570540" y="101797"/>
                  <a:pt x="563594" y="103853"/>
                  <a:pt x="555139" y="103853"/>
                </a:cubicBezTo>
                <a:cubicBezTo>
                  <a:pt x="544491" y="103853"/>
                  <a:pt x="536048" y="100574"/>
                  <a:pt x="529810" y="94016"/>
                </a:cubicBezTo>
                <a:cubicBezTo>
                  <a:pt x="523572" y="87458"/>
                  <a:pt x="520453" y="78261"/>
                  <a:pt x="520453" y="66425"/>
                </a:cubicBezTo>
                <a:cubicBezTo>
                  <a:pt x="520453" y="54177"/>
                  <a:pt x="523606" y="44672"/>
                  <a:pt x="529913" y="37908"/>
                </a:cubicBezTo>
                <a:cubicBezTo>
                  <a:pt x="536219" y="31145"/>
                  <a:pt x="544400" y="27763"/>
                  <a:pt x="554454" y="27763"/>
                </a:cubicBezTo>
                <a:cubicBezTo>
                  <a:pt x="564188" y="27763"/>
                  <a:pt x="572139" y="31076"/>
                  <a:pt x="578309" y="37702"/>
                </a:cubicBezTo>
                <a:cubicBezTo>
                  <a:pt x="584478" y="44329"/>
                  <a:pt x="587563" y="53652"/>
                  <a:pt x="587563" y="65671"/>
                </a:cubicBezTo>
                <a:cubicBezTo>
                  <a:pt x="587563" y="66402"/>
                  <a:pt x="587540" y="67499"/>
                  <a:pt x="587495" y="68961"/>
                </a:cubicBezTo>
                <a:lnTo>
                  <a:pt x="533203" y="68961"/>
                </a:lnTo>
                <a:cubicBezTo>
                  <a:pt x="533660" y="76959"/>
                  <a:pt x="535922" y="83083"/>
                  <a:pt x="539990" y="87333"/>
                </a:cubicBezTo>
                <a:cubicBezTo>
                  <a:pt x="544057" y="91583"/>
                  <a:pt x="549130" y="93708"/>
                  <a:pt x="555208" y="93708"/>
                </a:cubicBezTo>
                <a:cubicBezTo>
                  <a:pt x="559732" y="93708"/>
                  <a:pt x="563594" y="92520"/>
                  <a:pt x="566793" y="90143"/>
                </a:cubicBezTo>
                <a:cubicBezTo>
                  <a:pt x="569992" y="87767"/>
                  <a:pt x="572528" y="83974"/>
                  <a:pt x="574402" y="78764"/>
                </a:cubicBezTo>
                <a:moveTo>
                  <a:pt x="533889" y="58816"/>
                </a:moveTo>
                <a:lnTo>
                  <a:pt x="574539" y="58816"/>
                </a:lnTo>
                <a:cubicBezTo>
                  <a:pt x="573990" y="52692"/>
                  <a:pt x="572437" y="48099"/>
                  <a:pt x="569877" y="45037"/>
                </a:cubicBezTo>
                <a:cubicBezTo>
                  <a:pt x="565947" y="40285"/>
                  <a:pt x="560852" y="37908"/>
                  <a:pt x="554591" y="37908"/>
                </a:cubicBezTo>
                <a:cubicBezTo>
                  <a:pt x="548924" y="37908"/>
                  <a:pt x="544160" y="39805"/>
                  <a:pt x="540298" y="43598"/>
                </a:cubicBezTo>
                <a:cubicBezTo>
                  <a:pt x="536436" y="47391"/>
                  <a:pt x="534300" y="52464"/>
                  <a:pt x="533889" y="58816"/>
                </a:cubicBezTo>
                <a:close/>
                <a:moveTo>
                  <a:pt x="597462" y="80478"/>
                </a:moveTo>
                <a:lnTo>
                  <a:pt x="609664" y="78558"/>
                </a:lnTo>
                <a:cubicBezTo>
                  <a:pt x="610350" y="83448"/>
                  <a:pt x="612258" y="87196"/>
                  <a:pt x="615388" y="89800"/>
                </a:cubicBezTo>
                <a:cubicBezTo>
                  <a:pt x="618518" y="92405"/>
                  <a:pt x="622894" y="93708"/>
                  <a:pt x="628515" y="93708"/>
                </a:cubicBezTo>
                <a:cubicBezTo>
                  <a:pt x="634182" y="93708"/>
                  <a:pt x="638387" y="92554"/>
                  <a:pt x="641129" y="90246"/>
                </a:cubicBezTo>
                <a:cubicBezTo>
                  <a:pt x="643871" y="87938"/>
                  <a:pt x="645242" y="85230"/>
                  <a:pt x="645242" y="82123"/>
                </a:cubicBezTo>
                <a:cubicBezTo>
                  <a:pt x="645242" y="79335"/>
                  <a:pt x="644030" y="77142"/>
                  <a:pt x="641608" y="75542"/>
                </a:cubicBezTo>
                <a:cubicBezTo>
                  <a:pt x="639917" y="74445"/>
                  <a:pt x="635713" y="73051"/>
                  <a:pt x="628995" y="71360"/>
                </a:cubicBezTo>
                <a:cubicBezTo>
                  <a:pt x="619947" y="69075"/>
                  <a:pt x="613674" y="67099"/>
                  <a:pt x="610178" y="65431"/>
                </a:cubicBezTo>
                <a:cubicBezTo>
                  <a:pt x="606682" y="63763"/>
                  <a:pt x="604032" y="61455"/>
                  <a:pt x="602226" y="58507"/>
                </a:cubicBezTo>
                <a:cubicBezTo>
                  <a:pt x="600421" y="55560"/>
                  <a:pt x="599519" y="52304"/>
                  <a:pt x="599519" y="48739"/>
                </a:cubicBezTo>
                <a:cubicBezTo>
                  <a:pt x="599519" y="45494"/>
                  <a:pt x="600261" y="42490"/>
                  <a:pt x="601747" y="39725"/>
                </a:cubicBezTo>
                <a:cubicBezTo>
                  <a:pt x="603232" y="36960"/>
                  <a:pt x="605254" y="34663"/>
                  <a:pt x="607813" y="32835"/>
                </a:cubicBezTo>
                <a:cubicBezTo>
                  <a:pt x="609733" y="31419"/>
                  <a:pt x="612349" y="30219"/>
                  <a:pt x="615662" y="29237"/>
                </a:cubicBezTo>
                <a:cubicBezTo>
                  <a:pt x="618975" y="28254"/>
                  <a:pt x="622529" y="27763"/>
                  <a:pt x="626322" y="27763"/>
                </a:cubicBezTo>
                <a:cubicBezTo>
                  <a:pt x="632034" y="27763"/>
                  <a:pt x="637050" y="28585"/>
                  <a:pt x="641368" y="30231"/>
                </a:cubicBezTo>
                <a:cubicBezTo>
                  <a:pt x="645687" y="31876"/>
                  <a:pt x="648875" y="34104"/>
                  <a:pt x="650931" y="36914"/>
                </a:cubicBezTo>
                <a:cubicBezTo>
                  <a:pt x="652988" y="39725"/>
                  <a:pt x="654404" y="43484"/>
                  <a:pt x="655181" y="48191"/>
                </a:cubicBezTo>
                <a:lnTo>
                  <a:pt x="643116" y="49836"/>
                </a:lnTo>
                <a:cubicBezTo>
                  <a:pt x="642568" y="46088"/>
                  <a:pt x="640980" y="43164"/>
                  <a:pt x="638352" y="41061"/>
                </a:cubicBezTo>
                <a:cubicBezTo>
                  <a:pt x="635725" y="38959"/>
                  <a:pt x="632011" y="37908"/>
                  <a:pt x="627213" y="37908"/>
                </a:cubicBezTo>
                <a:cubicBezTo>
                  <a:pt x="621546" y="37908"/>
                  <a:pt x="617502" y="38845"/>
                  <a:pt x="615080" y="40719"/>
                </a:cubicBezTo>
                <a:cubicBezTo>
                  <a:pt x="612657" y="42592"/>
                  <a:pt x="611446" y="44786"/>
                  <a:pt x="611446" y="47299"/>
                </a:cubicBezTo>
                <a:cubicBezTo>
                  <a:pt x="611446" y="48899"/>
                  <a:pt x="611949" y="50338"/>
                  <a:pt x="612955" y="51618"/>
                </a:cubicBezTo>
                <a:cubicBezTo>
                  <a:pt x="613960" y="52943"/>
                  <a:pt x="615537" y="54040"/>
                  <a:pt x="617684" y="54908"/>
                </a:cubicBezTo>
                <a:cubicBezTo>
                  <a:pt x="618918" y="55365"/>
                  <a:pt x="622551" y="56417"/>
                  <a:pt x="628584" y="58062"/>
                </a:cubicBezTo>
                <a:cubicBezTo>
                  <a:pt x="637313" y="60392"/>
                  <a:pt x="643402" y="62300"/>
                  <a:pt x="646852" y="63786"/>
                </a:cubicBezTo>
                <a:cubicBezTo>
                  <a:pt x="650303" y="65271"/>
                  <a:pt x="653011" y="67430"/>
                  <a:pt x="654976" y="70264"/>
                </a:cubicBezTo>
                <a:cubicBezTo>
                  <a:pt x="656941" y="73097"/>
                  <a:pt x="657923" y="76616"/>
                  <a:pt x="657923" y="80820"/>
                </a:cubicBezTo>
                <a:cubicBezTo>
                  <a:pt x="657923" y="84933"/>
                  <a:pt x="656724" y="88806"/>
                  <a:pt x="654324" y="92440"/>
                </a:cubicBezTo>
                <a:cubicBezTo>
                  <a:pt x="651925" y="96073"/>
                  <a:pt x="648463" y="98883"/>
                  <a:pt x="643939" y="100871"/>
                </a:cubicBezTo>
                <a:cubicBezTo>
                  <a:pt x="639415" y="102859"/>
                  <a:pt x="634296" y="103853"/>
                  <a:pt x="628584" y="103853"/>
                </a:cubicBezTo>
                <a:cubicBezTo>
                  <a:pt x="619124" y="103853"/>
                  <a:pt x="611915" y="101888"/>
                  <a:pt x="606956" y="97958"/>
                </a:cubicBezTo>
                <a:cubicBezTo>
                  <a:pt x="601998" y="94028"/>
                  <a:pt x="598833" y="88201"/>
                  <a:pt x="597462" y="80478"/>
                </a:cubicBezTo>
                <a:close/>
                <a:moveTo>
                  <a:pt x="737832" y="91171"/>
                </a:moveTo>
                <a:lnTo>
                  <a:pt x="739614" y="102071"/>
                </a:lnTo>
                <a:cubicBezTo>
                  <a:pt x="736141" y="102802"/>
                  <a:pt x="733034" y="103168"/>
                  <a:pt x="730292" y="103168"/>
                </a:cubicBezTo>
                <a:cubicBezTo>
                  <a:pt x="725813" y="103168"/>
                  <a:pt x="722340" y="102459"/>
                  <a:pt x="719872" y="101043"/>
                </a:cubicBezTo>
                <a:cubicBezTo>
                  <a:pt x="717404" y="99626"/>
                  <a:pt x="715668" y="97764"/>
                  <a:pt x="714662" y="95456"/>
                </a:cubicBezTo>
                <a:cubicBezTo>
                  <a:pt x="713657" y="93148"/>
                  <a:pt x="713154" y="88292"/>
                  <a:pt x="713154" y="80889"/>
                </a:cubicBezTo>
                <a:lnTo>
                  <a:pt x="713154" y="39005"/>
                </a:lnTo>
                <a:lnTo>
                  <a:pt x="704106" y="39005"/>
                </a:lnTo>
                <a:lnTo>
                  <a:pt x="704106" y="29408"/>
                </a:lnTo>
                <a:lnTo>
                  <a:pt x="713154" y="29408"/>
                </a:lnTo>
                <a:lnTo>
                  <a:pt x="713154" y="11379"/>
                </a:lnTo>
                <a:lnTo>
                  <a:pt x="725425" y="3976"/>
                </a:lnTo>
                <a:lnTo>
                  <a:pt x="725425" y="29408"/>
                </a:lnTo>
                <a:lnTo>
                  <a:pt x="737832" y="29408"/>
                </a:lnTo>
                <a:lnTo>
                  <a:pt x="737832" y="39005"/>
                </a:lnTo>
                <a:lnTo>
                  <a:pt x="725425" y="39005"/>
                </a:lnTo>
                <a:lnTo>
                  <a:pt x="725425" y="81574"/>
                </a:lnTo>
                <a:cubicBezTo>
                  <a:pt x="725425" y="85093"/>
                  <a:pt x="725642" y="87355"/>
                  <a:pt x="726076" y="88361"/>
                </a:cubicBezTo>
                <a:cubicBezTo>
                  <a:pt x="726510" y="89366"/>
                  <a:pt x="727218" y="90166"/>
                  <a:pt x="728201" y="90760"/>
                </a:cubicBezTo>
                <a:cubicBezTo>
                  <a:pt x="729183" y="91354"/>
                  <a:pt x="730589" y="91651"/>
                  <a:pt x="732417" y="91651"/>
                </a:cubicBezTo>
                <a:cubicBezTo>
                  <a:pt x="733788" y="91651"/>
                  <a:pt x="735593" y="91491"/>
                  <a:pt x="737832" y="91171"/>
                </a:cubicBezTo>
                <a:close/>
                <a:moveTo>
                  <a:pt x="749414" y="102208"/>
                </a:moveTo>
                <a:lnTo>
                  <a:pt x="749414" y="1714"/>
                </a:lnTo>
                <a:lnTo>
                  <a:pt x="761753" y="1714"/>
                </a:lnTo>
                <a:lnTo>
                  <a:pt x="761753" y="37771"/>
                </a:lnTo>
                <a:cubicBezTo>
                  <a:pt x="767511" y="31099"/>
                  <a:pt x="774777" y="27763"/>
                  <a:pt x="783552" y="27763"/>
                </a:cubicBezTo>
                <a:cubicBezTo>
                  <a:pt x="788944" y="27763"/>
                  <a:pt x="793629" y="28825"/>
                  <a:pt x="797605" y="30950"/>
                </a:cubicBezTo>
                <a:cubicBezTo>
                  <a:pt x="801580" y="33075"/>
                  <a:pt x="804425" y="36012"/>
                  <a:pt x="806139" y="39759"/>
                </a:cubicBezTo>
                <a:cubicBezTo>
                  <a:pt x="807853" y="43506"/>
                  <a:pt x="808710" y="48945"/>
                  <a:pt x="808710" y="56074"/>
                </a:cubicBezTo>
                <a:lnTo>
                  <a:pt x="808710" y="102208"/>
                </a:lnTo>
                <a:lnTo>
                  <a:pt x="796371" y="102208"/>
                </a:lnTo>
                <a:lnTo>
                  <a:pt x="796371" y="56074"/>
                </a:lnTo>
                <a:cubicBezTo>
                  <a:pt x="796371" y="49904"/>
                  <a:pt x="795034" y="45414"/>
                  <a:pt x="792360" y="42604"/>
                </a:cubicBezTo>
                <a:cubicBezTo>
                  <a:pt x="789687" y="39793"/>
                  <a:pt x="785905" y="38388"/>
                  <a:pt x="781015" y="38388"/>
                </a:cubicBezTo>
                <a:cubicBezTo>
                  <a:pt x="777359" y="38388"/>
                  <a:pt x="773921" y="39336"/>
                  <a:pt x="770699" y="41233"/>
                </a:cubicBezTo>
                <a:cubicBezTo>
                  <a:pt x="767477" y="43129"/>
                  <a:pt x="765180" y="45700"/>
                  <a:pt x="763809" y="48945"/>
                </a:cubicBezTo>
                <a:cubicBezTo>
                  <a:pt x="762438" y="52189"/>
                  <a:pt x="761753" y="56668"/>
                  <a:pt x="761753" y="62380"/>
                </a:cubicBezTo>
                <a:lnTo>
                  <a:pt x="761753" y="102208"/>
                </a:lnTo>
                <a:lnTo>
                  <a:pt x="749414" y="102208"/>
                </a:lnTo>
                <a:close/>
                <a:moveTo>
                  <a:pt x="827316" y="15904"/>
                </a:moveTo>
                <a:lnTo>
                  <a:pt x="827316" y="1714"/>
                </a:lnTo>
                <a:lnTo>
                  <a:pt x="839655" y="1714"/>
                </a:lnTo>
                <a:lnTo>
                  <a:pt x="839655" y="15904"/>
                </a:lnTo>
                <a:lnTo>
                  <a:pt x="827316" y="15904"/>
                </a:lnTo>
                <a:moveTo>
                  <a:pt x="827316" y="102208"/>
                </a:moveTo>
                <a:lnTo>
                  <a:pt x="827316" y="29408"/>
                </a:lnTo>
                <a:lnTo>
                  <a:pt x="839655" y="29408"/>
                </a:lnTo>
                <a:lnTo>
                  <a:pt x="839655" y="102208"/>
                </a:lnTo>
                <a:lnTo>
                  <a:pt x="827316" y="102208"/>
                </a:lnTo>
                <a:close/>
                <a:moveTo>
                  <a:pt x="858750" y="102208"/>
                </a:moveTo>
                <a:lnTo>
                  <a:pt x="858750" y="29408"/>
                </a:lnTo>
                <a:lnTo>
                  <a:pt x="869856" y="29408"/>
                </a:lnTo>
                <a:lnTo>
                  <a:pt x="869856" y="39759"/>
                </a:lnTo>
                <a:cubicBezTo>
                  <a:pt x="875202" y="31761"/>
                  <a:pt x="882926" y="27763"/>
                  <a:pt x="893025" y="27763"/>
                </a:cubicBezTo>
                <a:cubicBezTo>
                  <a:pt x="897413" y="27763"/>
                  <a:pt x="901446" y="28551"/>
                  <a:pt x="905124" y="30128"/>
                </a:cubicBezTo>
                <a:cubicBezTo>
                  <a:pt x="908803" y="31704"/>
                  <a:pt x="911557" y="33772"/>
                  <a:pt x="913385" y="36331"/>
                </a:cubicBezTo>
                <a:cubicBezTo>
                  <a:pt x="915213" y="38891"/>
                  <a:pt x="916492" y="41930"/>
                  <a:pt x="917224" y="45449"/>
                </a:cubicBezTo>
                <a:cubicBezTo>
                  <a:pt x="917681" y="47734"/>
                  <a:pt x="917909" y="51732"/>
                  <a:pt x="917909" y="57445"/>
                </a:cubicBezTo>
                <a:lnTo>
                  <a:pt x="917909" y="102208"/>
                </a:lnTo>
                <a:lnTo>
                  <a:pt x="905570" y="102208"/>
                </a:lnTo>
                <a:lnTo>
                  <a:pt x="905570" y="57925"/>
                </a:lnTo>
                <a:cubicBezTo>
                  <a:pt x="905570" y="52898"/>
                  <a:pt x="905090" y="49139"/>
                  <a:pt x="904130" y="46648"/>
                </a:cubicBezTo>
                <a:cubicBezTo>
                  <a:pt x="903171" y="44158"/>
                  <a:pt x="901468" y="42170"/>
                  <a:pt x="899024" y="40684"/>
                </a:cubicBezTo>
                <a:cubicBezTo>
                  <a:pt x="896579" y="39199"/>
                  <a:pt x="893711" y="38457"/>
                  <a:pt x="890420" y="38457"/>
                </a:cubicBezTo>
                <a:cubicBezTo>
                  <a:pt x="885165" y="38457"/>
                  <a:pt x="880629" y="40125"/>
                  <a:pt x="876813" y="43461"/>
                </a:cubicBezTo>
                <a:cubicBezTo>
                  <a:pt x="872997" y="46797"/>
                  <a:pt x="871089" y="53126"/>
                  <a:pt x="871089" y="62449"/>
                </a:cubicBezTo>
                <a:lnTo>
                  <a:pt x="871089" y="102208"/>
                </a:lnTo>
                <a:lnTo>
                  <a:pt x="858750" y="102208"/>
                </a:lnTo>
                <a:close/>
                <a:moveTo>
                  <a:pt x="936651" y="102208"/>
                </a:moveTo>
                <a:lnTo>
                  <a:pt x="936651" y="1714"/>
                </a:lnTo>
                <a:lnTo>
                  <a:pt x="948990" y="1714"/>
                </a:lnTo>
                <a:lnTo>
                  <a:pt x="948990" y="59021"/>
                </a:lnTo>
                <a:lnTo>
                  <a:pt x="978193" y="29408"/>
                </a:lnTo>
                <a:lnTo>
                  <a:pt x="994165" y="29408"/>
                </a:lnTo>
                <a:lnTo>
                  <a:pt x="966333" y="56417"/>
                </a:lnTo>
                <a:lnTo>
                  <a:pt x="996975" y="102208"/>
                </a:lnTo>
                <a:lnTo>
                  <a:pt x="981757" y="102208"/>
                </a:lnTo>
                <a:lnTo>
                  <a:pt x="957696" y="64985"/>
                </a:lnTo>
                <a:lnTo>
                  <a:pt x="948990" y="73348"/>
                </a:lnTo>
                <a:lnTo>
                  <a:pt x="948990" y="102208"/>
                </a:lnTo>
                <a:lnTo>
                  <a:pt x="936651" y="102208"/>
                </a:lnTo>
                <a:close/>
                <a:moveTo>
                  <a:pt x="1001618" y="80478"/>
                </a:moveTo>
                <a:lnTo>
                  <a:pt x="1013820" y="78558"/>
                </a:lnTo>
                <a:cubicBezTo>
                  <a:pt x="1014505" y="83448"/>
                  <a:pt x="1016413" y="87196"/>
                  <a:pt x="1019544" y="89800"/>
                </a:cubicBezTo>
                <a:cubicBezTo>
                  <a:pt x="1022674" y="92405"/>
                  <a:pt x="1027050" y="93708"/>
                  <a:pt x="1032671" y="93708"/>
                </a:cubicBezTo>
                <a:cubicBezTo>
                  <a:pt x="1038338" y="93708"/>
                  <a:pt x="1042542" y="92554"/>
                  <a:pt x="1045284" y="90246"/>
                </a:cubicBezTo>
                <a:cubicBezTo>
                  <a:pt x="1048026" y="87938"/>
                  <a:pt x="1049397" y="85230"/>
                  <a:pt x="1049397" y="82123"/>
                </a:cubicBezTo>
                <a:cubicBezTo>
                  <a:pt x="1049397" y="79335"/>
                  <a:pt x="1048186" y="77142"/>
                  <a:pt x="1045764" y="75542"/>
                </a:cubicBezTo>
                <a:cubicBezTo>
                  <a:pt x="1044073" y="74445"/>
                  <a:pt x="1039869" y="73051"/>
                  <a:pt x="1033151" y="71360"/>
                </a:cubicBezTo>
                <a:cubicBezTo>
                  <a:pt x="1024102" y="69075"/>
                  <a:pt x="1017830" y="67099"/>
                  <a:pt x="1014334" y="65431"/>
                </a:cubicBezTo>
                <a:cubicBezTo>
                  <a:pt x="1010838" y="63763"/>
                  <a:pt x="1008187" y="61455"/>
                  <a:pt x="1006382" y="58507"/>
                </a:cubicBezTo>
                <a:cubicBezTo>
                  <a:pt x="1004577" y="55560"/>
                  <a:pt x="1003674" y="52304"/>
                  <a:pt x="1003674" y="48739"/>
                </a:cubicBezTo>
                <a:cubicBezTo>
                  <a:pt x="1003674" y="45494"/>
                  <a:pt x="1004417" y="42490"/>
                  <a:pt x="1005902" y="39725"/>
                </a:cubicBezTo>
                <a:cubicBezTo>
                  <a:pt x="1007387" y="36960"/>
                  <a:pt x="1009410" y="34663"/>
                  <a:pt x="1011969" y="32835"/>
                </a:cubicBezTo>
                <a:cubicBezTo>
                  <a:pt x="1013888" y="31419"/>
                  <a:pt x="1016505" y="30219"/>
                  <a:pt x="1019818" y="29237"/>
                </a:cubicBezTo>
                <a:cubicBezTo>
                  <a:pt x="1023131" y="28254"/>
                  <a:pt x="1026684" y="27763"/>
                  <a:pt x="1030477" y="27763"/>
                </a:cubicBezTo>
                <a:cubicBezTo>
                  <a:pt x="1036190" y="27763"/>
                  <a:pt x="1041205" y="28585"/>
                  <a:pt x="1045524" y="30231"/>
                </a:cubicBezTo>
                <a:cubicBezTo>
                  <a:pt x="1049843" y="31876"/>
                  <a:pt x="1053030" y="34104"/>
                  <a:pt x="1055087" y="36914"/>
                </a:cubicBezTo>
                <a:cubicBezTo>
                  <a:pt x="1057143" y="39725"/>
                  <a:pt x="1058560" y="43484"/>
                  <a:pt x="1059337" y="48191"/>
                </a:cubicBezTo>
                <a:lnTo>
                  <a:pt x="1047272" y="49836"/>
                </a:lnTo>
                <a:cubicBezTo>
                  <a:pt x="1046724" y="46088"/>
                  <a:pt x="1045136" y="43164"/>
                  <a:pt x="1042508" y="41061"/>
                </a:cubicBezTo>
                <a:cubicBezTo>
                  <a:pt x="1039880" y="38959"/>
                  <a:pt x="1036167" y="37908"/>
                  <a:pt x="1031369" y="37908"/>
                </a:cubicBezTo>
                <a:cubicBezTo>
                  <a:pt x="1025702" y="37908"/>
                  <a:pt x="1021657" y="38845"/>
                  <a:pt x="1019235" y="40719"/>
                </a:cubicBezTo>
                <a:cubicBezTo>
                  <a:pt x="1016813" y="42592"/>
                  <a:pt x="1015602" y="44786"/>
                  <a:pt x="1015602" y="47299"/>
                </a:cubicBezTo>
                <a:cubicBezTo>
                  <a:pt x="1015602" y="48899"/>
                  <a:pt x="1016105" y="50338"/>
                  <a:pt x="1017110" y="51618"/>
                </a:cubicBezTo>
                <a:cubicBezTo>
                  <a:pt x="1018116" y="52943"/>
                  <a:pt x="1019692" y="54040"/>
                  <a:pt x="1021840" y="54908"/>
                </a:cubicBezTo>
                <a:cubicBezTo>
                  <a:pt x="1023074" y="55365"/>
                  <a:pt x="1026707" y="56417"/>
                  <a:pt x="1032740" y="58062"/>
                </a:cubicBezTo>
                <a:cubicBezTo>
                  <a:pt x="1041468" y="60392"/>
                  <a:pt x="1047558" y="62300"/>
                  <a:pt x="1051008" y="63786"/>
                </a:cubicBezTo>
                <a:cubicBezTo>
                  <a:pt x="1054458" y="65271"/>
                  <a:pt x="1057166" y="67430"/>
                  <a:pt x="1059131" y="70264"/>
                </a:cubicBezTo>
                <a:cubicBezTo>
                  <a:pt x="1061096" y="73097"/>
                  <a:pt x="1062079" y="76616"/>
                  <a:pt x="1062079" y="80820"/>
                </a:cubicBezTo>
                <a:cubicBezTo>
                  <a:pt x="1062079" y="84933"/>
                  <a:pt x="1060879" y="88806"/>
                  <a:pt x="1058480" y="92440"/>
                </a:cubicBezTo>
                <a:cubicBezTo>
                  <a:pt x="1056081" y="96073"/>
                  <a:pt x="1052619" y="98883"/>
                  <a:pt x="1048095" y="100871"/>
                </a:cubicBezTo>
                <a:cubicBezTo>
                  <a:pt x="1043570" y="102859"/>
                  <a:pt x="1038452" y="103853"/>
                  <a:pt x="1032740" y="103853"/>
                </a:cubicBezTo>
                <a:cubicBezTo>
                  <a:pt x="1023280" y="103853"/>
                  <a:pt x="1016070" y="101888"/>
                  <a:pt x="1011112" y="97958"/>
                </a:cubicBezTo>
                <a:cubicBezTo>
                  <a:pt x="1006154" y="94028"/>
                  <a:pt x="1002989" y="88201"/>
                  <a:pt x="1001618" y="80478"/>
                </a:cubicBezTo>
                <a:close/>
                <a:moveTo>
                  <a:pt x="1141987" y="91171"/>
                </a:moveTo>
                <a:lnTo>
                  <a:pt x="1143769" y="102071"/>
                </a:lnTo>
                <a:cubicBezTo>
                  <a:pt x="1140296" y="102802"/>
                  <a:pt x="1137188" y="103168"/>
                  <a:pt x="1134446" y="103168"/>
                </a:cubicBezTo>
                <a:cubicBezTo>
                  <a:pt x="1129967" y="103168"/>
                  <a:pt x="1126494" y="102459"/>
                  <a:pt x="1124027" y="101043"/>
                </a:cubicBezTo>
                <a:cubicBezTo>
                  <a:pt x="1121559" y="99626"/>
                  <a:pt x="1119822" y="97764"/>
                  <a:pt x="1118817" y="95456"/>
                </a:cubicBezTo>
                <a:cubicBezTo>
                  <a:pt x="1117811" y="93148"/>
                  <a:pt x="1117309" y="88292"/>
                  <a:pt x="1117309" y="80889"/>
                </a:cubicBezTo>
                <a:lnTo>
                  <a:pt x="1117309" y="39005"/>
                </a:lnTo>
                <a:lnTo>
                  <a:pt x="1108260" y="39005"/>
                </a:lnTo>
                <a:lnTo>
                  <a:pt x="1108260" y="29408"/>
                </a:lnTo>
                <a:lnTo>
                  <a:pt x="1117309" y="29408"/>
                </a:lnTo>
                <a:lnTo>
                  <a:pt x="1117309" y="11379"/>
                </a:lnTo>
                <a:lnTo>
                  <a:pt x="1129579" y="3976"/>
                </a:lnTo>
                <a:lnTo>
                  <a:pt x="1129579" y="29408"/>
                </a:lnTo>
                <a:lnTo>
                  <a:pt x="1141987" y="29408"/>
                </a:lnTo>
                <a:lnTo>
                  <a:pt x="1141987" y="39005"/>
                </a:lnTo>
                <a:lnTo>
                  <a:pt x="1129579" y="39005"/>
                </a:lnTo>
                <a:lnTo>
                  <a:pt x="1129579" y="81574"/>
                </a:lnTo>
                <a:cubicBezTo>
                  <a:pt x="1129579" y="85093"/>
                  <a:pt x="1129796" y="87355"/>
                  <a:pt x="1130230" y="88361"/>
                </a:cubicBezTo>
                <a:cubicBezTo>
                  <a:pt x="1130664" y="89366"/>
                  <a:pt x="1131373" y="90166"/>
                  <a:pt x="1132355" y="90760"/>
                </a:cubicBezTo>
                <a:cubicBezTo>
                  <a:pt x="1133338" y="91354"/>
                  <a:pt x="1134743" y="91651"/>
                  <a:pt x="1136571" y="91651"/>
                </a:cubicBezTo>
                <a:cubicBezTo>
                  <a:pt x="1137942" y="91651"/>
                  <a:pt x="1139747" y="91491"/>
                  <a:pt x="1141987" y="91171"/>
                </a:cubicBezTo>
                <a:close/>
                <a:moveTo>
                  <a:pt x="1153570" y="102208"/>
                </a:moveTo>
                <a:lnTo>
                  <a:pt x="1153570" y="1714"/>
                </a:lnTo>
                <a:lnTo>
                  <a:pt x="1165909" y="1714"/>
                </a:lnTo>
                <a:lnTo>
                  <a:pt x="1165909" y="37771"/>
                </a:lnTo>
                <a:cubicBezTo>
                  <a:pt x="1171667" y="31099"/>
                  <a:pt x="1178933" y="27763"/>
                  <a:pt x="1187708" y="27763"/>
                </a:cubicBezTo>
                <a:cubicBezTo>
                  <a:pt x="1193100" y="27763"/>
                  <a:pt x="1197785" y="28825"/>
                  <a:pt x="1201760" y="30950"/>
                </a:cubicBezTo>
                <a:cubicBezTo>
                  <a:pt x="1205736" y="33075"/>
                  <a:pt x="1208581" y="36012"/>
                  <a:pt x="1210295" y="39759"/>
                </a:cubicBezTo>
                <a:cubicBezTo>
                  <a:pt x="1212009" y="43506"/>
                  <a:pt x="1212866" y="48945"/>
                  <a:pt x="1212866" y="56074"/>
                </a:cubicBezTo>
                <a:lnTo>
                  <a:pt x="1212866" y="102208"/>
                </a:lnTo>
                <a:lnTo>
                  <a:pt x="1200527" y="102208"/>
                </a:lnTo>
                <a:lnTo>
                  <a:pt x="1200527" y="56074"/>
                </a:lnTo>
                <a:cubicBezTo>
                  <a:pt x="1200527" y="49904"/>
                  <a:pt x="1199190" y="45414"/>
                  <a:pt x="1196516" y="42604"/>
                </a:cubicBezTo>
                <a:cubicBezTo>
                  <a:pt x="1193843" y="39793"/>
                  <a:pt x="1190061" y="38388"/>
                  <a:pt x="1185171" y="38388"/>
                </a:cubicBezTo>
                <a:cubicBezTo>
                  <a:pt x="1181515" y="38388"/>
                  <a:pt x="1178076" y="39336"/>
                  <a:pt x="1174855" y="41233"/>
                </a:cubicBezTo>
                <a:cubicBezTo>
                  <a:pt x="1171633" y="43129"/>
                  <a:pt x="1169336" y="45700"/>
                  <a:pt x="1167965" y="48945"/>
                </a:cubicBezTo>
                <a:cubicBezTo>
                  <a:pt x="1166594" y="52189"/>
                  <a:pt x="1165909" y="56668"/>
                  <a:pt x="1165909" y="62380"/>
                </a:cubicBezTo>
                <a:lnTo>
                  <a:pt x="1165909" y="102208"/>
                </a:lnTo>
                <a:lnTo>
                  <a:pt x="1153570" y="102208"/>
                </a:lnTo>
                <a:close/>
                <a:moveTo>
                  <a:pt x="1278907" y="93228"/>
                </a:moveTo>
                <a:cubicBezTo>
                  <a:pt x="1274337" y="97112"/>
                  <a:pt x="1269938" y="99854"/>
                  <a:pt x="1265711" y="101454"/>
                </a:cubicBezTo>
                <a:cubicBezTo>
                  <a:pt x="1261484" y="103053"/>
                  <a:pt x="1256948" y="103853"/>
                  <a:pt x="1252104" y="103853"/>
                </a:cubicBezTo>
                <a:cubicBezTo>
                  <a:pt x="1244106" y="103853"/>
                  <a:pt x="1237960" y="101899"/>
                  <a:pt x="1233664" y="97992"/>
                </a:cubicBezTo>
                <a:cubicBezTo>
                  <a:pt x="1229368" y="94085"/>
                  <a:pt x="1227220" y="89092"/>
                  <a:pt x="1227220" y="83014"/>
                </a:cubicBezTo>
                <a:cubicBezTo>
                  <a:pt x="1227220" y="79449"/>
                  <a:pt x="1228031" y="76193"/>
                  <a:pt x="1229654" y="73246"/>
                </a:cubicBezTo>
                <a:cubicBezTo>
                  <a:pt x="1231276" y="70298"/>
                  <a:pt x="1233401" y="67933"/>
                  <a:pt x="1236029" y="66151"/>
                </a:cubicBezTo>
                <a:cubicBezTo>
                  <a:pt x="1238657" y="64368"/>
                  <a:pt x="1241616" y="63020"/>
                  <a:pt x="1244906" y="62106"/>
                </a:cubicBezTo>
                <a:cubicBezTo>
                  <a:pt x="1247328" y="61466"/>
                  <a:pt x="1250984" y="60849"/>
                  <a:pt x="1255874" y="60255"/>
                </a:cubicBezTo>
                <a:cubicBezTo>
                  <a:pt x="1265837" y="59067"/>
                  <a:pt x="1273172" y="57650"/>
                  <a:pt x="1277879" y="56005"/>
                </a:cubicBezTo>
                <a:cubicBezTo>
                  <a:pt x="1277924" y="54314"/>
                  <a:pt x="1277947" y="53240"/>
                  <a:pt x="1277947" y="52783"/>
                </a:cubicBezTo>
                <a:cubicBezTo>
                  <a:pt x="1277947" y="47756"/>
                  <a:pt x="1276782" y="44215"/>
                  <a:pt x="1274451" y="42158"/>
                </a:cubicBezTo>
                <a:cubicBezTo>
                  <a:pt x="1271298" y="39371"/>
                  <a:pt x="1266614" y="37977"/>
                  <a:pt x="1260398" y="37977"/>
                </a:cubicBezTo>
                <a:cubicBezTo>
                  <a:pt x="1254595" y="37977"/>
                  <a:pt x="1250310" y="38993"/>
                  <a:pt x="1247545" y="41027"/>
                </a:cubicBezTo>
                <a:cubicBezTo>
                  <a:pt x="1244781" y="43061"/>
                  <a:pt x="1242735" y="46660"/>
                  <a:pt x="1241410" y="51824"/>
                </a:cubicBezTo>
                <a:lnTo>
                  <a:pt x="1229345" y="50179"/>
                </a:lnTo>
                <a:cubicBezTo>
                  <a:pt x="1230442" y="45014"/>
                  <a:pt x="1232247" y="40844"/>
                  <a:pt x="1234761" y="37668"/>
                </a:cubicBezTo>
                <a:cubicBezTo>
                  <a:pt x="1237274" y="34492"/>
                  <a:pt x="1240907" y="32047"/>
                  <a:pt x="1245660" y="30333"/>
                </a:cubicBezTo>
                <a:cubicBezTo>
                  <a:pt x="1250413" y="28620"/>
                  <a:pt x="1255920" y="27763"/>
                  <a:pt x="1262181" y="27763"/>
                </a:cubicBezTo>
                <a:cubicBezTo>
                  <a:pt x="1268396" y="27763"/>
                  <a:pt x="1273446" y="28494"/>
                  <a:pt x="1277330" y="29956"/>
                </a:cubicBezTo>
                <a:cubicBezTo>
                  <a:pt x="1281215" y="31419"/>
                  <a:pt x="1284071" y="33258"/>
                  <a:pt x="1285899" y="35475"/>
                </a:cubicBezTo>
                <a:cubicBezTo>
                  <a:pt x="1287727" y="37691"/>
                  <a:pt x="1289007" y="40490"/>
                  <a:pt x="1289738" y="43872"/>
                </a:cubicBezTo>
                <a:cubicBezTo>
                  <a:pt x="1290149" y="45974"/>
                  <a:pt x="1290355" y="49767"/>
                  <a:pt x="1290355" y="55251"/>
                </a:cubicBezTo>
                <a:lnTo>
                  <a:pt x="1290355" y="71703"/>
                </a:lnTo>
                <a:cubicBezTo>
                  <a:pt x="1290355" y="83174"/>
                  <a:pt x="1290618" y="90429"/>
                  <a:pt x="1291143" y="93468"/>
                </a:cubicBezTo>
                <a:cubicBezTo>
                  <a:pt x="1291669" y="96507"/>
                  <a:pt x="1292708" y="99420"/>
                  <a:pt x="1294262" y="102208"/>
                </a:cubicBezTo>
                <a:lnTo>
                  <a:pt x="1281375" y="102208"/>
                </a:lnTo>
                <a:cubicBezTo>
                  <a:pt x="1280095" y="99649"/>
                  <a:pt x="1279273" y="96655"/>
                  <a:pt x="1278907" y="93228"/>
                </a:cubicBezTo>
                <a:moveTo>
                  <a:pt x="1277879" y="65671"/>
                </a:moveTo>
                <a:cubicBezTo>
                  <a:pt x="1273400" y="67499"/>
                  <a:pt x="1266682" y="69053"/>
                  <a:pt x="1257725" y="70332"/>
                </a:cubicBezTo>
                <a:cubicBezTo>
                  <a:pt x="1252652" y="71063"/>
                  <a:pt x="1249065" y="71886"/>
                  <a:pt x="1246963" y="72800"/>
                </a:cubicBezTo>
                <a:cubicBezTo>
                  <a:pt x="1244860" y="73714"/>
                  <a:pt x="1243238" y="75051"/>
                  <a:pt x="1242096" y="76810"/>
                </a:cubicBezTo>
                <a:cubicBezTo>
                  <a:pt x="1240953" y="78570"/>
                  <a:pt x="1240382" y="80523"/>
                  <a:pt x="1240382" y="82671"/>
                </a:cubicBezTo>
                <a:cubicBezTo>
                  <a:pt x="1240382" y="85962"/>
                  <a:pt x="1241627" y="88704"/>
                  <a:pt x="1244118" y="90897"/>
                </a:cubicBezTo>
                <a:cubicBezTo>
                  <a:pt x="1246609" y="93091"/>
                  <a:pt x="1250253" y="94188"/>
                  <a:pt x="1255052" y="94188"/>
                </a:cubicBezTo>
                <a:cubicBezTo>
                  <a:pt x="1259804" y="94188"/>
                  <a:pt x="1264032" y="93148"/>
                  <a:pt x="1267733" y="91069"/>
                </a:cubicBezTo>
                <a:cubicBezTo>
                  <a:pt x="1271435" y="88989"/>
                  <a:pt x="1274154" y="86144"/>
                  <a:pt x="1275891" y="82534"/>
                </a:cubicBezTo>
                <a:cubicBezTo>
                  <a:pt x="1277216" y="79746"/>
                  <a:pt x="1277879" y="75633"/>
                  <a:pt x="1277879" y="70195"/>
                </a:cubicBezTo>
                <a:lnTo>
                  <a:pt x="1277879" y="65671"/>
                </a:lnTo>
                <a:close/>
                <a:moveTo>
                  <a:pt x="1336175" y="91171"/>
                </a:moveTo>
                <a:lnTo>
                  <a:pt x="1337957" y="102071"/>
                </a:lnTo>
                <a:cubicBezTo>
                  <a:pt x="1334484" y="102802"/>
                  <a:pt x="1331377" y="103168"/>
                  <a:pt x="1328635" y="103168"/>
                </a:cubicBezTo>
                <a:cubicBezTo>
                  <a:pt x="1324156" y="103168"/>
                  <a:pt x="1320683" y="102459"/>
                  <a:pt x="1318215" y="101043"/>
                </a:cubicBezTo>
                <a:cubicBezTo>
                  <a:pt x="1315747" y="99626"/>
                  <a:pt x="1314011" y="97764"/>
                  <a:pt x="1313005" y="95456"/>
                </a:cubicBezTo>
                <a:cubicBezTo>
                  <a:pt x="1312000" y="93148"/>
                  <a:pt x="1311497" y="88292"/>
                  <a:pt x="1311497" y="80889"/>
                </a:cubicBezTo>
                <a:lnTo>
                  <a:pt x="1311497" y="39005"/>
                </a:lnTo>
                <a:lnTo>
                  <a:pt x="1302449" y="39005"/>
                </a:lnTo>
                <a:lnTo>
                  <a:pt x="1302449" y="29408"/>
                </a:lnTo>
                <a:lnTo>
                  <a:pt x="1311497" y="29408"/>
                </a:lnTo>
                <a:lnTo>
                  <a:pt x="1311497" y="11379"/>
                </a:lnTo>
                <a:lnTo>
                  <a:pt x="1323768" y="3976"/>
                </a:lnTo>
                <a:lnTo>
                  <a:pt x="1323768" y="29408"/>
                </a:lnTo>
                <a:lnTo>
                  <a:pt x="1336175" y="29408"/>
                </a:lnTo>
                <a:lnTo>
                  <a:pt x="1336175" y="39005"/>
                </a:lnTo>
                <a:lnTo>
                  <a:pt x="1323768" y="39005"/>
                </a:lnTo>
                <a:lnTo>
                  <a:pt x="1323768" y="81574"/>
                </a:lnTo>
                <a:cubicBezTo>
                  <a:pt x="1323768" y="85093"/>
                  <a:pt x="1323985" y="87355"/>
                  <a:pt x="1324419" y="88361"/>
                </a:cubicBezTo>
                <a:cubicBezTo>
                  <a:pt x="1324853" y="89366"/>
                  <a:pt x="1325561" y="90166"/>
                  <a:pt x="1326544" y="90760"/>
                </a:cubicBezTo>
                <a:cubicBezTo>
                  <a:pt x="1327526" y="91354"/>
                  <a:pt x="1328932" y="91651"/>
                  <a:pt x="1330760" y="91651"/>
                </a:cubicBezTo>
                <a:cubicBezTo>
                  <a:pt x="1332131" y="91651"/>
                  <a:pt x="1333936" y="91491"/>
                  <a:pt x="1336175" y="91171"/>
                </a:cubicBezTo>
                <a:close/>
                <a:moveTo>
                  <a:pt x="1413221" y="91171"/>
                </a:moveTo>
                <a:lnTo>
                  <a:pt x="1415003" y="102071"/>
                </a:lnTo>
                <a:cubicBezTo>
                  <a:pt x="1411530" y="102802"/>
                  <a:pt x="1408422" y="103168"/>
                  <a:pt x="1405680" y="103168"/>
                </a:cubicBezTo>
                <a:cubicBezTo>
                  <a:pt x="1401202" y="103168"/>
                  <a:pt x="1397728" y="102459"/>
                  <a:pt x="1395261" y="101043"/>
                </a:cubicBezTo>
                <a:cubicBezTo>
                  <a:pt x="1392793" y="99626"/>
                  <a:pt x="1391056" y="97764"/>
                  <a:pt x="1390051" y="95456"/>
                </a:cubicBezTo>
                <a:cubicBezTo>
                  <a:pt x="1389045" y="93148"/>
                  <a:pt x="1388543" y="88292"/>
                  <a:pt x="1388543" y="80889"/>
                </a:cubicBezTo>
                <a:lnTo>
                  <a:pt x="1388543" y="39005"/>
                </a:lnTo>
                <a:lnTo>
                  <a:pt x="1379494" y="39005"/>
                </a:lnTo>
                <a:lnTo>
                  <a:pt x="1379494" y="29408"/>
                </a:lnTo>
                <a:lnTo>
                  <a:pt x="1388543" y="29408"/>
                </a:lnTo>
                <a:lnTo>
                  <a:pt x="1388543" y="11379"/>
                </a:lnTo>
                <a:lnTo>
                  <a:pt x="1400813" y="3976"/>
                </a:lnTo>
                <a:lnTo>
                  <a:pt x="1400813" y="29408"/>
                </a:lnTo>
                <a:lnTo>
                  <a:pt x="1413221" y="29408"/>
                </a:lnTo>
                <a:lnTo>
                  <a:pt x="1413221" y="39005"/>
                </a:lnTo>
                <a:lnTo>
                  <a:pt x="1400813" y="39005"/>
                </a:lnTo>
                <a:lnTo>
                  <a:pt x="1400813" y="81574"/>
                </a:lnTo>
                <a:cubicBezTo>
                  <a:pt x="1400813" y="85093"/>
                  <a:pt x="1401030" y="87355"/>
                  <a:pt x="1401464" y="88361"/>
                </a:cubicBezTo>
                <a:cubicBezTo>
                  <a:pt x="1401899" y="89366"/>
                  <a:pt x="1402607" y="90166"/>
                  <a:pt x="1403590" y="90760"/>
                </a:cubicBezTo>
                <a:cubicBezTo>
                  <a:pt x="1404572" y="91354"/>
                  <a:pt x="1405977" y="91651"/>
                  <a:pt x="1407805" y="91651"/>
                </a:cubicBezTo>
                <a:cubicBezTo>
                  <a:pt x="1409176" y="91651"/>
                  <a:pt x="1410981" y="91491"/>
                  <a:pt x="1413221" y="91171"/>
                </a:cubicBezTo>
                <a:close/>
                <a:moveTo>
                  <a:pt x="1424804" y="102208"/>
                </a:moveTo>
                <a:lnTo>
                  <a:pt x="1424804" y="1714"/>
                </a:lnTo>
                <a:lnTo>
                  <a:pt x="1437143" y="1714"/>
                </a:lnTo>
                <a:lnTo>
                  <a:pt x="1437143" y="37771"/>
                </a:lnTo>
                <a:cubicBezTo>
                  <a:pt x="1442901" y="31099"/>
                  <a:pt x="1450167" y="27763"/>
                  <a:pt x="1458942" y="27763"/>
                </a:cubicBezTo>
                <a:cubicBezTo>
                  <a:pt x="1464334" y="27763"/>
                  <a:pt x="1469018" y="28825"/>
                  <a:pt x="1472994" y="30950"/>
                </a:cubicBezTo>
                <a:cubicBezTo>
                  <a:pt x="1476970" y="33075"/>
                  <a:pt x="1479815" y="36012"/>
                  <a:pt x="1481529" y="39759"/>
                </a:cubicBezTo>
                <a:cubicBezTo>
                  <a:pt x="1483243" y="43506"/>
                  <a:pt x="1484099" y="48945"/>
                  <a:pt x="1484099" y="56074"/>
                </a:cubicBezTo>
                <a:lnTo>
                  <a:pt x="1484099" y="102208"/>
                </a:lnTo>
                <a:lnTo>
                  <a:pt x="1471760" y="102208"/>
                </a:lnTo>
                <a:lnTo>
                  <a:pt x="1471760" y="56074"/>
                </a:lnTo>
                <a:cubicBezTo>
                  <a:pt x="1471760" y="49904"/>
                  <a:pt x="1470424" y="45414"/>
                  <a:pt x="1467750" y="42604"/>
                </a:cubicBezTo>
                <a:cubicBezTo>
                  <a:pt x="1465077" y="39793"/>
                  <a:pt x="1461295" y="38388"/>
                  <a:pt x="1456405" y="38388"/>
                </a:cubicBezTo>
                <a:cubicBezTo>
                  <a:pt x="1452749" y="38388"/>
                  <a:pt x="1449310" y="39336"/>
                  <a:pt x="1446088" y="41233"/>
                </a:cubicBezTo>
                <a:cubicBezTo>
                  <a:pt x="1442867" y="43129"/>
                  <a:pt x="1440570" y="45700"/>
                  <a:pt x="1439199" y="48945"/>
                </a:cubicBezTo>
                <a:cubicBezTo>
                  <a:pt x="1437828" y="52189"/>
                  <a:pt x="1437143" y="56668"/>
                  <a:pt x="1437143" y="62380"/>
                </a:cubicBezTo>
                <a:lnTo>
                  <a:pt x="1437143" y="102208"/>
                </a:lnTo>
                <a:lnTo>
                  <a:pt x="1424804" y="102208"/>
                </a:lnTo>
                <a:close/>
                <a:moveTo>
                  <a:pt x="1552472" y="78764"/>
                </a:moveTo>
                <a:lnTo>
                  <a:pt x="1565222" y="80341"/>
                </a:lnTo>
                <a:cubicBezTo>
                  <a:pt x="1563211" y="87790"/>
                  <a:pt x="1559487" y="93571"/>
                  <a:pt x="1554048" y="97684"/>
                </a:cubicBezTo>
                <a:cubicBezTo>
                  <a:pt x="1548610" y="101797"/>
                  <a:pt x="1541664" y="103853"/>
                  <a:pt x="1533209" y="103853"/>
                </a:cubicBezTo>
                <a:cubicBezTo>
                  <a:pt x="1522561" y="103853"/>
                  <a:pt x="1514118" y="100574"/>
                  <a:pt x="1507880" y="94016"/>
                </a:cubicBezTo>
                <a:cubicBezTo>
                  <a:pt x="1501642" y="87458"/>
                  <a:pt x="1498523" y="78261"/>
                  <a:pt x="1498523" y="66425"/>
                </a:cubicBezTo>
                <a:cubicBezTo>
                  <a:pt x="1498523" y="54177"/>
                  <a:pt x="1501676" y="44672"/>
                  <a:pt x="1507983" y="37908"/>
                </a:cubicBezTo>
                <a:cubicBezTo>
                  <a:pt x="1514290" y="31145"/>
                  <a:pt x="1522470" y="27763"/>
                  <a:pt x="1532524" y="27763"/>
                </a:cubicBezTo>
                <a:cubicBezTo>
                  <a:pt x="1542258" y="27763"/>
                  <a:pt x="1550210" y="31076"/>
                  <a:pt x="1556379" y="37702"/>
                </a:cubicBezTo>
                <a:cubicBezTo>
                  <a:pt x="1562549" y="44329"/>
                  <a:pt x="1565633" y="53652"/>
                  <a:pt x="1565633" y="65671"/>
                </a:cubicBezTo>
                <a:cubicBezTo>
                  <a:pt x="1565633" y="66402"/>
                  <a:pt x="1565611" y="67499"/>
                  <a:pt x="1565565" y="68961"/>
                </a:cubicBezTo>
                <a:lnTo>
                  <a:pt x="1511273" y="68961"/>
                </a:lnTo>
                <a:cubicBezTo>
                  <a:pt x="1511730" y="76959"/>
                  <a:pt x="1513992" y="83083"/>
                  <a:pt x="1518060" y="87333"/>
                </a:cubicBezTo>
                <a:cubicBezTo>
                  <a:pt x="1522127" y="91583"/>
                  <a:pt x="1527200" y="93708"/>
                  <a:pt x="1533278" y="93708"/>
                </a:cubicBezTo>
                <a:cubicBezTo>
                  <a:pt x="1537802" y="93708"/>
                  <a:pt x="1541664" y="92520"/>
                  <a:pt x="1544863" y="90143"/>
                </a:cubicBezTo>
                <a:cubicBezTo>
                  <a:pt x="1548062" y="87767"/>
                  <a:pt x="1550598" y="83974"/>
                  <a:pt x="1552472" y="78764"/>
                </a:cubicBezTo>
                <a:moveTo>
                  <a:pt x="1511959" y="58816"/>
                </a:moveTo>
                <a:lnTo>
                  <a:pt x="1552609" y="58816"/>
                </a:lnTo>
                <a:cubicBezTo>
                  <a:pt x="1552061" y="52692"/>
                  <a:pt x="1550507" y="48099"/>
                  <a:pt x="1547948" y="45037"/>
                </a:cubicBezTo>
                <a:cubicBezTo>
                  <a:pt x="1544017" y="40285"/>
                  <a:pt x="1538922" y="37908"/>
                  <a:pt x="1532661" y="37908"/>
                </a:cubicBezTo>
                <a:cubicBezTo>
                  <a:pt x="1526994" y="37908"/>
                  <a:pt x="1522230" y="39805"/>
                  <a:pt x="1518368" y="43598"/>
                </a:cubicBezTo>
                <a:cubicBezTo>
                  <a:pt x="1514507" y="47391"/>
                  <a:pt x="1512370" y="52464"/>
                  <a:pt x="1511959" y="58816"/>
                </a:cubicBezTo>
                <a:close/>
                <a:moveTo>
                  <a:pt x="1580331" y="102208"/>
                </a:moveTo>
                <a:lnTo>
                  <a:pt x="1580331" y="29408"/>
                </a:lnTo>
                <a:lnTo>
                  <a:pt x="1591436" y="29408"/>
                </a:lnTo>
                <a:lnTo>
                  <a:pt x="1591436" y="40444"/>
                </a:lnTo>
                <a:cubicBezTo>
                  <a:pt x="1594269" y="35280"/>
                  <a:pt x="1596886" y="31876"/>
                  <a:pt x="1599285" y="30231"/>
                </a:cubicBezTo>
                <a:cubicBezTo>
                  <a:pt x="1601684" y="28585"/>
                  <a:pt x="1604323" y="27763"/>
                  <a:pt x="1607203" y="27763"/>
                </a:cubicBezTo>
                <a:cubicBezTo>
                  <a:pt x="1611361" y="27763"/>
                  <a:pt x="1615588" y="29088"/>
                  <a:pt x="1619884" y="31739"/>
                </a:cubicBezTo>
                <a:lnTo>
                  <a:pt x="1615634" y="43186"/>
                </a:lnTo>
                <a:cubicBezTo>
                  <a:pt x="1612618" y="41404"/>
                  <a:pt x="1609602" y="40513"/>
                  <a:pt x="1606586" y="40513"/>
                </a:cubicBezTo>
                <a:cubicBezTo>
                  <a:pt x="1603889" y="40513"/>
                  <a:pt x="1601467" y="41324"/>
                  <a:pt x="1599319" y="42947"/>
                </a:cubicBezTo>
                <a:cubicBezTo>
                  <a:pt x="1597171" y="44569"/>
                  <a:pt x="1595640" y="46820"/>
                  <a:pt x="1594726" y="49699"/>
                </a:cubicBezTo>
                <a:cubicBezTo>
                  <a:pt x="1593355" y="54086"/>
                  <a:pt x="1592670" y="58884"/>
                  <a:pt x="1592670" y="64094"/>
                </a:cubicBezTo>
                <a:lnTo>
                  <a:pt x="1592670" y="102208"/>
                </a:lnTo>
                <a:lnTo>
                  <a:pt x="1580331" y="102208"/>
                </a:lnTo>
                <a:close/>
                <a:moveTo>
                  <a:pt x="1676690" y="78764"/>
                </a:moveTo>
                <a:lnTo>
                  <a:pt x="1689440" y="80341"/>
                </a:lnTo>
                <a:cubicBezTo>
                  <a:pt x="1687429" y="87790"/>
                  <a:pt x="1683705" y="93571"/>
                  <a:pt x="1678266" y="97684"/>
                </a:cubicBezTo>
                <a:cubicBezTo>
                  <a:pt x="1672828" y="101797"/>
                  <a:pt x="1665882" y="103853"/>
                  <a:pt x="1657427" y="103853"/>
                </a:cubicBezTo>
                <a:cubicBezTo>
                  <a:pt x="1646779" y="103853"/>
                  <a:pt x="1638336" y="100574"/>
                  <a:pt x="1632098" y="94016"/>
                </a:cubicBezTo>
                <a:cubicBezTo>
                  <a:pt x="1625860" y="87458"/>
                  <a:pt x="1622741" y="78261"/>
                  <a:pt x="1622741" y="66425"/>
                </a:cubicBezTo>
                <a:cubicBezTo>
                  <a:pt x="1622741" y="54177"/>
                  <a:pt x="1625894" y="44672"/>
                  <a:pt x="1632201" y="37908"/>
                </a:cubicBezTo>
                <a:cubicBezTo>
                  <a:pt x="1638507" y="31145"/>
                  <a:pt x="1646688" y="27763"/>
                  <a:pt x="1656742" y="27763"/>
                </a:cubicBezTo>
                <a:cubicBezTo>
                  <a:pt x="1666476" y="27763"/>
                  <a:pt x="1674428" y="31076"/>
                  <a:pt x="1680597" y="37702"/>
                </a:cubicBezTo>
                <a:cubicBezTo>
                  <a:pt x="1686766" y="44329"/>
                  <a:pt x="1689851" y="53652"/>
                  <a:pt x="1689851" y="65671"/>
                </a:cubicBezTo>
                <a:cubicBezTo>
                  <a:pt x="1689851" y="66402"/>
                  <a:pt x="1689828" y="67499"/>
                  <a:pt x="1689783" y="68961"/>
                </a:cubicBezTo>
                <a:lnTo>
                  <a:pt x="1635491" y="68961"/>
                </a:lnTo>
                <a:cubicBezTo>
                  <a:pt x="1635948" y="76959"/>
                  <a:pt x="1638210" y="83083"/>
                  <a:pt x="1642278" y="87333"/>
                </a:cubicBezTo>
                <a:cubicBezTo>
                  <a:pt x="1646345" y="91583"/>
                  <a:pt x="1651418" y="93708"/>
                  <a:pt x="1657496" y="93708"/>
                </a:cubicBezTo>
                <a:cubicBezTo>
                  <a:pt x="1662020" y="93708"/>
                  <a:pt x="1665882" y="92520"/>
                  <a:pt x="1669081" y="90143"/>
                </a:cubicBezTo>
                <a:cubicBezTo>
                  <a:pt x="1672280" y="87767"/>
                  <a:pt x="1674816" y="83974"/>
                  <a:pt x="1676690" y="78764"/>
                </a:cubicBezTo>
                <a:moveTo>
                  <a:pt x="1636177" y="58816"/>
                </a:moveTo>
                <a:lnTo>
                  <a:pt x="1676827" y="58816"/>
                </a:lnTo>
                <a:cubicBezTo>
                  <a:pt x="1676278" y="52692"/>
                  <a:pt x="1674725" y="48099"/>
                  <a:pt x="1672165" y="45037"/>
                </a:cubicBezTo>
                <a:cubicBezTo>
                  <a:pt x="1668235" y="40285"/>
                  <a:pt x="1663140" y="37908"/>
                  <a:pt x="1656879" y="37908"/>
                </a:cubicBezTo>
                <a:cubicBezTo>
                  <a:pt x="1651212" y="37908"/>
                  <a:pt x="1646448" y="39805"/>
                  <a:pt x="1642586" y="43598"/>
                </a:cubicBezTo>
                <a:cubicBezTo>
                  <a:pt x="1638724" y="47391"/>
                  <a:pt x="1636588" y="52464"/>
                  <a:pt x="1636177" y="58816"/>
                </a:cubicBezTo>
                <a:close/>
                <a:moveTo>
                  <a:pt x="1743278" y="15904"/>
                </a:moveTo>
                <a:lnTo>
                  <a:pt x="1743278" y="1714"/>
                </a:lnTo>
                <a:lnTo>
                  <a:pt x="1755617" y="1714"/>
                </a:lnTo>
                <a:lnTo>
                  <a:pt x="1755617" y="15904"/>
                </a:lnTo>
                <a:lnTo>
                  <a:pt x="1743278" y="15904"/>
                </a:lnTo>
                <a:moveTo>
                  <a:pt x="1743278" y="102208"/>
                </a:moveTo>
                <a:lnTo>
                  <a:pt x="1743278" y="29408"/>
                </a:lnTo>
                <a:lnTo>
                  <a:pt x="1755617" y="29408"/>
                </a:lnTo>
                <a:lnTo>
                  <a:pt x="1755617" y="102208"/>
                </a:lnTo>
                <a:lnTo>
                  <a:pt x="1743278" y="102208"/>
                </a:lnTo>
                <a:close/>
                <a:moveTo>
                  <a:pt x="1769777" y="80478"/>
                </a:moveTo>
                <a:lnTo>
                  <a:pt x="1781979" y="78558"/>
                </a:lnTo>
                <a:cubicBezTo>
                  <a:pt x="1782664" y="83448"/>
                  <a:pt x="1784572" y="87196"/>
                  <a:pt x="1787703" y="89800"/>
                </a:cubicBezTo>
                <a:cubicBezTo>
                  <a:pt x="1790833" y="92405"/>
                  <a:pt x="1795209" y="93708"/>
                  <a:pt x="1800830" y="93708"/>
                </a:cubicBezTo>
                <a:cubicBezTo>
                  <a:pt x="1806497" y="93708"/>
                  <a:pt x="1810701" y="92554"/>
                  <a:pt x="1813443" y="90246"/>
                </a:cubicBezTo>
                <a:cubicBezTo>
                  <a:pt x="1816185" y="87938"/>
                  <a:pt x="1817556" y="85230"/>
                  <a:pt x="1817556" y="82123"/>
                </a:cubicBezTo>
                <a:cubicBezTo>
                  <a:pt x="1817556" y="79335"/>
                  <a:pt x="1816345" y="77142"/>
                  <a:pt x="1813923" y="75542"/>
                </a:cubicBezTo>
                <a:cubicBezTo>
                  <a:pt x="1812232" y="74445"/>
                  <a:pt x="1808028" y="73051"/>
                  <a:pt x="1801310" y="71360"/>
                </a:cubicBezTo>
                <a:cubicBezTo>
                  <a:pt x="1792261" y="69075"/>
                  <a:pt x="1785989" y="67099"/>
                  <a:pt x="1782493" y="65431"/>
                </a:cubicBezTo>
                <a:cubicBezTo>
                  <a:pt x="1778997" y="63763"/>
                  <a:pt x="1776346" y="61455"/>
                  <a:pt x="1774541" y="58507"/>
                </a:cubicBezTo>
                <a:cubicBezTo>
                  <a:pt x="1772736" y="55560"/>
                  <a:pt x="1771833" y="52304"/>
                  <a:pt x="1771833" y="48739"/>
                </a:cubicBezTo>
                <a:cubicBezTo>
                  <a:pt x="1771833" y="45494"/>
                  <a:pt x="1772576" y="42490"/>
                  <a:pt x="1774061" y="39725"/>
                </a:cubicBezTo>
                <a:cubicBezTo>
                  <a:pt x="1775546" y="36960"/>
                  <a:pt x="1777569" y="34663"/>
                  <a:pt x="1780128" y="32835"/>
                </a:cubicBezTo>
                <a:cubicBezTo>
                  <a:pt x="1782047" y="31419"/>
                  <a:pt x="1784664" y="30219"/>
                  <a:pt x="1787977" y="29237"/>
                </a:cubicBezTo>
                <a:cubicBezTo>
                  <a:pt x="1791290" y="28254"/>
                  <a:pt x="1794843" y="27763"/>
                  <a:pt x="1798636" y="27763"/>
                </a:cubicBezTo>
                <a:cubicBezTo>
                  <a:pt x="1804349" y="27763"/>
                  <a:pt x="1809364" y="28585"/>
                  <a:pt x="1813683" y="30231"/>
                </a:cubicBezTo>
                <a:cubicBezTo>
                  <a:pt x="1818002" y="31876"/>
                  <a:pt x="1821189" y="34104"/>
                  <a:pt x="1823246" y="36914"/>
                </a:cubicBezTo>
                <a:cubicBezTo>
                  <a:pt x="1825302" y="39725"/>
                  <a:pt x="1826719" y="43484"/>
                  <a:pt x="1827496" y="48191"/>
                </a:cubicBezTo>
                <a:lnTo>
                  <a:pt x="1815431" y="49836"/>
                </a:lnTo>
                <a:cubicBezTo>
                  <a:pt x="1814883" y="46088"/>
                  <a:pt x="1813295" y="43164"/>
                  <a:pt x="1810667" y="41061"/>
                </a:cubicBezTo>
                <a:cubicBezTo>
                  <a:pt x="1808039" y="38959"/>
                  <a:pt x="1804326" y="37908"/>
                  <a:pt x="1799527" y="37908"/>
                </a:cubicBezTo>
                <a:cubicBezTo>
                  <a:pt x="1793861" y="37908"/>
                  <a:pt x="1789816" y="38845"/>
                  <a:pt x="1787394" y="40719"/>
                </a:cubicBezTo>
                <a:cubicBezTo>
                  <a:pt x="1784972" y="42592"/>
                  <a:pt x="1783761" y="44786"/>
                  <a:pt x="1783761" y="47299"/>
                </a:cubicBezTo>
                <a:cubicBezTo>
                  <a:pt x="1783761" y="48899"/>
                  <a:pt x="1784264" y="50338"/>
                  <a:pt x="1785269" y="51618"/>
                </a:cubicBezTo>
                <a:cubicBezTo>
                  <a:pt x="1786274" y="52943"/>
                  <a:pt x="1787851" y="54040"/>
                  <a:pt x="1789999" y="54908"/>
                </a:cubicBezTo>
                <a:cubicBezTo>
                  <a:pt x="1791233" y="55365"/>
                  <a:pt x="1794866" y="56417"/>
                  <a:pt x="1800898" y="58062"/>
                </a:cubicBezTo>
                <a:cubicBezTo>
                  <a:pt x="1809627" y="60392"/>
                  <a:pt x="1815717" y="62300"/>
                  <a:pt x="1819167" y="63786"/>
                </a:cubicBezTo>
                <a:cubicBezTo>
                  <a:pt x="1822617" y="65271"/>
                  <a:pt x="1825325" y="67430"/>
                  <a:pt x="1827290" y="70264"/>
                </a:cubicBezTo>
                <a:cubicBezTo>
                  <a:pt x="1829255" y="73097"/>
                  <a:pt x="1830238" y="76616"/>
                  <a:pt x="1830238" y="80820"/>
                </a:cubicBezTo>
                <a:cubicBezTo>
                  <a:pt x="1830238" y="84933"/>
                  <a:pt x="1829038" y="88806"/>
                  <a:pt x="1826639" y="92440"/>
                </a:cubicBezTo>
                <a:cubicBezTo>
                  <a:pt x="1824240" y="96073"/>
                  <a:pt x="1820778" y="98883"/>
                  <a:pt x="1816254" y="100871"/>
                </a:cubicBezTo>
                <a:cubicBezTo>
                  <a:pt x="1811729" y="102859"/>
                  <a:pt x="1806611" y="103853"/>
                  <a:pt x="1800898" y="103853"/>
                </a:cubicBezTo>
                <a:cubicBezTo>
                  <a:pt x="1791439" y="103853"/>
                  <a:pt x="1784229" y="101888"/>
                  <a:pt x="1779271" y="97958"/>
                </a:cubicBezTo>
                <a:cubicBezTo>
                  <a:pt x="1774312" y="94028"/>
                  <a:pt x="1771148" y="88201"/>
                  <a:pt x="1769777" y="80478"/>
                </a:cubicBezTo>
                <a:close/>
                <a:moveTo>
                  <a:pt x="1930712" y="93228"/>
                </a:moveTo>
                <a:cubicBezTo>
                  <a:pt x="1926142" y="97112"/>
                  <a:pt x="1921743" y="99854"/>
                  <a:pt x="1917516" y="101454"/>
                </a:cubicBezTo>
                <a:cubicBezTo>
                  <a:pt x="1913288" y="103053"/>
                  <a:pt x="1908753" y="103853"/>
                  <a:pt x="1903909" y="103853"/>
                </a:cubicBezTo>
                <a:cubicBezTo>
                  <a:pt x="1895911" y="103853"/>
                  <a:pt x="1889764" y="101899"/>
                  <a:pt x="1885469" y="97992"/>
                </a:cubicBezTo>
                <a:cubicBezTo>
                  <a:pt x="1881173" y="94085"/>
                  <a:pt x="1879025" y="89092"/>
                  <a:pt x="1879025" y="83014"/>
                </a:cubicBezTo>
                <a:cubicBezTo>
                  <a:pt x="1879025" y="79449"/>
                  <a:pt x="1879836" y="76193"/>
                  <a:pt x="1881458" y="73246"/>
                </a:cubicBezTo>
                <a:cubicBezTo>
                  <a:pt x="1883081" y="70298"/>
                  <a:pt x="1885206" y="67933"/>
                  <a:pt x="1887834" y="66151"/>
                </a:cubicBezTo>
                <a:cubicBezTo>
                  <a:pt x="1890461" y="64368"/>
                  <a:pt x="1893420" y="63020"/>
                  <a:pt x="1896711" y="62106"/>
                </a:cubicBezTo>
                <a:cubicBezTo>
                  <a:pt x="1899133" y="61466"/>
                  <a:pt x="1902789" y="60849"/>
                  <a:pt x="1907679" y="60255"/>
                </a:cubicBezTo>
                <a:cubicBezTo>
                  <a:pt x="1917641" y="59067"/>
                  <a:pt x="1924976" y="57650"/>
                  <a:pt x="1929683" y="56005"/>
                </a:cubicBezTo>
                <a:cubicBezTo>
                  <a:pt x="1929729" y="54314"/>
                  <a:pt x="1929752" y="53240"/>
                  <a:pt x="1929752" y="52783"/>
                </a:cubicBezTo>
                <a:cubicBezTo>
                  <a:pt x="1929752" y="47756"/>
                  <a:pt x="1928587" y="44215"/>
                  <a:pt x="1926256" y="42158"/>
                </a:cubicBezTo>
                <a:cubicBezTo>
                  <a:pt x="1923103" y="39371"/>
                  <a:pt x="1918418" y="37977"/>
                  <a:pt x="1912203" y="37977"/>
                </a:cubicBezTo>
                <a:cubicBezTo>
                  <a:pt x="1906399" y="37977"/>
                  <a:pt x="1902115" y="38993"/>
                  <a:pt x="1899350" y="41027"/>
                </a:cubicBezTo>
                <a:cubicBezTo>
                  <a:pt x="1896585" y="43061"/>
                  <a:pt x="1894540" y="46660"/>
                  <a:pt x="1893215" y="51824"/>
                </a:cubicBezTo>
                <a:lnTo>
                  <a:pt x="1881150" y="50179"/>
                </a:lnTo>
                <a:cubicBezTo>
                  <a:pt x="1882247" y="45014"/>
                  <a:pt x="1884052" y="40844"/>
                  <a:pt x="1886565" y="37668"/>
                </a:cubicBezTo>
                <a:cubicBezTo>
                  <a:pt x="1889079" y="34492"/>
                  <a:pt x="1892712" y="32047"/>
                  <a:pt x="1897465" y="30333"/>
                </a:cubicBezTo>
                <a:cubicBezTo>
                  <a:pt x="1902218" y="28620"/>
                  <a:pt x="1907724" y="27763"/>
                  <a:pt x="1913985" y="27763"/>
                </a:cubicBezTo>
                <a:cubicBezTo>
                  <a:pt x="1920201" y="27763"/>
                  <a:pt x="1925250" y="28494"/>
                  <a:pt x="1929135" y="29956"/>
                </a:cubicBezTo>
                <a:cubicBezTo>
                  <a:pt x="1933019" y="31419"/>
                  <a:pt x="1935876" y="33258"/>
                  <a:pt x="1937704" y="35475"/>
                </a:cubicBezTo>
                <a:cubicBezTo>
                  <a:pt x="1939532" y="37691"/>
                  <a:pt x="1940811" y="40490"/>
                  <a:pt x="1941542" y="43872"/>
                </a:cubicBezTo>
                <a:cubicBezTo>
                  <a:pt x="1941954" y="45974"/>
                  <a:pt x="1942159" y="49767"/>
                  <a:pt x="1942159" y="55251"/>
                </a:cubicBezTo>
                <a:lnTo>
                  <a:pt x="1942159" y="71703"/>
                </a:lnTo>
                <a:cubicBezTo>
                  <a:pt x="1942159" y="83174"/>
                  <a:pt x="1942422" y="90429"/>
                  <a:pt x="1942948" y="93468"/>
                </a:cubicBezTo>
                <a:cubicBezTo>
                  <a:pt x="1943473" y="96507"/>
                  <a:pt x="1944513" y="99420"/>
                  <a:pt x="1946067" y="102208"/>
                </a:cubicBezTo>
                <a:lnTo>
                  <a:pt x="1933179" y="102208"/>
                </a:lnTo>
                <a:cubicBezTo>
                  <a:pt x="1931900" y="99649"/>
                  <a:pt x="1931077" y="96655"/>
                  <a:pt x="1930712" y="93228"/>
                </a:cubicBezTo>
                <a:moveTo>
                  <a:pt x="1929683" y="65671"/>
                </a:moveTo>
                <a:cubicBezTo>
                  <a:pt x="1925205" y="67499"/>
                  <a:pt x="1918487" y="69053"/>
                  <a:pt x="1909530" y="70332"/>
                </a:cubicBezTo>
                <a:cubicBezTo>
                  <a:pt x="1904457" y="71063"/>
                  <a:pt x="1900869" y="71886"/>
                  <a:pt x="1898767" y="72800"/>
                </a:cubicBezTo>
                <a:cubicBezTo>
                  <a:pt x="1896665" y="73714"/>
                  <a:pt x="1895043" y="75051"/>
                  <a:pt x="1893900" y="76810"/>
                </a:cubicBezTo>
                <a:cubicBezTo>
                  <a:pt x="1892758" y="78570"/>
                  <a:pt x="1892187" y="80523"/>
                  <a:pt x="1892187" y="82671"/>
                </a:cubicBezTo>
                <a:cubicBezTo>
                  <a:pt x="1892187" y="85962"/>
                  <a:pt x="1893432" y="88704"/>
                  <a:pt x="1895922" y="90897"/>
                </a:cubicBezTo>
                <a:cubicBezTo>
                  <a:pt x="1898413" y="93091"/>
                  <a:pt x="1902058" y="94188"/>
                  <a:pt x="1906856" y="94188"/>
                </a:cubicBezTo>
                <a:cubicBezTo>
                  <a:pt x="1911609" y="94188"/>
                  <a:pt x="1915836" y="93148"/>
                  <a:pt x="1919538" y="91069"/>
                </a:cubicBezTo>
                <a:cubicBezTo>
                  <a:pt x="1923240" y="88989"/>
                  <a:pt x="1925959" y="86144"/>
                  <a:pt x="1927695" y="82534"/>
                </a:cubicBezTo>
                <a:cubicBezTo>
                  <a:pt x="1929021" y="79746"/>
                  <a:pt x="1929683" y="75633"/>
                  <a:pt x="1929683" y="70195"/>
                </a:cubicBezTo>
                <a:lnTo>
                  <a:pt x="1929683" y="65671"/>
                </a:lnTo>
                <a:close/>
                <a:moveTo>
                  <a:pt x="1994625" y="80478"/>
                </a:moveTo>
                <a:lnTo>
                  <a:pt x="2006827" y="78558"/>
                </a:lnTo>
                <a:cubicBezTo>
                  <a:pt x="2007513" y="83448"/>
                  <a:pt x="2009421" y="87196"/>
                  <a:pt x="2012551" y="89800"/>
                </a:cubicBezTo>
                <a:cubicBezTo>
                  <a:pt x="2015682" y="92405"/>
                  <a:pt x="2020057" y="93708"/>
                  <a:pt x="2025679" y="93708"/>
                </a:cubicBezTo>
                <a:cubicBezTo>
                  <a:pt x="2031345" y="93708"/>
                  <a:pt x="2035550" y="92554"/>
                  <a:pt x="2038292" y="90246"/>
                </a:cubicBezTo>
                <a:cubicBezTo>
                  <a:pt x="2041034" y="87938"/>
                  <a:pt x="2042405" y="85230"/>
                  <a:pt x="2042405" y="82123"/>
                </a:cubicBezTo>
                <a:cubicBezTo>
                  <a:pt x="2042405" y="79335"/>
                  <a:pt x="2041194" y="77142"/>
                  <a:pt x="2038772" y="75542"/>
                </a:cubicBezTo>
                <a:cubicBezTo>
                  <a:pt x="2037081" y="74445"/>
                  <a:pt x="2032876" y="73051"/>
                  <a:pt x="2026158" y="71360"/>
                </a:cubicBezTo>
                <a:cubicBezTo>
                  <a:pt x="2017110" y="69075"/>
                  <a:pt x="2010837" y="67099"/>
                  <a:pt x="2007341" y="65431"/>
                </a:cubicBezTo>
                <a:cubicBezTo>
                  <a:pt x="2003845" y="63763"/>
                  <a:pt x="2001195" y="61455"/>
                  <a:pt x="1999390" y="58507"/>
                </a:cubicBezTo>
                <a:cubicBezTo>
                  <a:pt x="1997584" y="55560"/>
                  <a:pt x="1996682" y="52304"/>
                  <a:pt x="1996682" y="48739"/>
                </a:cubicBezTo>
                <a:cubicBezTo>
                  <a:pt x="1996682" y="45494"/>
                  <a:pt x="1997425" y="42490"/>
                  <a:pt x="1998910" y="39725"/>
                </a:cubicBezTo>
                <a:cubicBezTo>
                  <a:pt x="2000395" y="36960"/>
                  <a:pt x="2002417" y="34663"/>
                  <a:pt x="2004976" y="32835"/>
                </a:cubicBezTo>
                <a:cubicBezTo>
                  <a:pt x="2006896" y="31419"/>
                  <a:pt x="2009512" y="30219"/>
                  <a:pt x="2012825" y="29237"/>
                </a:cubicBezTo>
                <a:cubicBezTo>
                  <a:pt x="2016139" y="28254"/>
                  <a:pt x="2019692" y="27763"/>
                  <a:pt x="2023485" y="27763"/>
                </a:cubicBezTo>
                <a:cubicBezTo>
                  <a:pt x="2029197" y="27763"/>
                  <a:pt x="2034213" y="28585"/>
                  <a:pt x="2038532" y="30231"/>
                </a:cubicBezTo>
                <a:cubicBezTo>
                  <a:pt x="2042850" y="31876"/>
                  <a:pt x="2046038" y="34104"/>
                  <a:pt x="2048094" y="36914"/>
                </a:cubicBezTo>
                <a:cubicBezTo>
                  <a:pt x="2050151" y="39725"/>
                  <a:pt x="2051568" y="43484"/>
                  <a:pt x="2052344" y="48191"/>
                </a:cubicBezTo>
                <a:lnTo>
                  <a:pt x="2040280" y="49836"/>
                </a:lnTo>
                <a:cubicBezTo>
                  <a:pt x="2039731" y="46088"/>
                  <a:pt x="2038143" y="43164"/>
                  <a:pt x="2035515" y="41061"/>
                </a:cubicBezTo>
                <a:cubicBezTo>
                  <a:pt x="2032888" y="38959"/>
                  <a:pt x="2029175" y="37908"/>
                  <a:pt x="2024376" y="37908"/>
                </a:cubicBezTo>
                <a:cubicBezTo>
                  <a:pt x="2018709" y="37908"/>
                  <a:pt x="2014665" y="38845"/>
                  <a:pt x="2012243" y="40719"/>
                </a:cubicBezTo>
                <a:cubicBezTo>
                  <a:pt x="2009821" y="42592"/>
                  <a:pt x="2008610" y="44786"/>
                  <a:pt x="2008610" y="47299"/>
                </a:cubicBezTo>
                <a:cubicBezTo>
                  <a:pt x="2008610" y="48899"/>
                  <a:pt x="2009112" y="50338"/>
                  <a:pt x="2010118" y="51618"/>
                </a:cubicBezTo>
                <a:cubicBezTo>
                  <a:pt x="2011123" y="52943"/>
                  <a:pt x="2012700" y="54040"/>
                  <a:pt x="2014848" y="54908"/>
                </a:cubicBezTo>
                <a:cubicBezTo>
                  <a:pt x="2016082" y="55365"/>
                  <a:pt x="2019715" y="56417"/>
                  <a:pt x="2025747" y="58062"/>
                </a:cubicBezTo>
                <a:cubicBezTo>
                  <a:pt x="2034476" y="60392"/>
                  <a:pt x="2040565" y="62300"/>
                  <a:pt x="2044016" y="63786"/>
                </a:cubicBezTo>
                <a:cubicBezTo>
                  <a:pt x="2047466" y="65271"/>
                  <a:pt x="2050174" y="67430"/>
                  <a:pt x="2052139" y="70264"/>
                </a:cubicBezTo>
                <a:cubicBezTo>
                  <a:pt x="2054104" y="73097"/>
                  <a:pt x="2055086" y="76616"/>
                  <a:pt x="2055086" y="80820"/>
                </a:cubicBezTo>
                <a:cubicBezTo>
                  <a:pt x="2055086" y="84933"/>
                  <a:pt x="2053887" y="88806"/>
                  <a:pt x="2051488" y="92440"/>
                </a:cubicBezTo>
                <a:cubicBezTo>
                  <a:pt x="2049088" y="96073"/>
                  <a:pt x="2045627" y="98883"/>
                  <a:pt x="2041102" y="100871"/>
                </a:cubicBezTo>
                <a:cubicBezTo>
                  <a:pt x="2036578" y="102859"/>
                  <a:pt x="2031460" y="103853"/>
                  <a:pt x="2025747" y="103853"/>
                </a:cubicBezTo>
                <a:cubicBezTo>
                  <a:pt x="2016287" y="103853"/>
                  <a:pt x="2009078" y="101888"/>
                  <a:pt x="2004120" y="97958"/>
                </a:cubicBezTo>
                <a:cubicBezTo>
                  <a:pt x="1999161" y="94028"/>
                  <a:pt x="1995996" y="88201"/>
                  <a:pt x="1994625" y="80478"/>
                </a:cubicBezTo>
                <a:close/>
                <a:moveTo>
                  <a:pt x="2117037" y="93228"/>
                </a:moveTo>
                <a:cubicBezTo>
                  <a:pt x="2112467" y="97112"/>
                  <a:pt x="2108068" y="99854"/>
                  <a:pt x="2103841" y="101454"/>
                </a:cubicBezTo>
                <a:cubicBezTo>
                  <a:pt x="2099614" y="103053"/>
                  <a:pt x="2095078" y="103853"/>
                  <a:pt x="2090234" y="103853"/>
                </a:cubicBezTo>
                <a:cubicBezTo>
                  <a:pt x="2082236" y="103853"/>
                  <a:pt x="2076090" y="101899"/>
                  <a:pt x="2071794" y="97992"/>
                </a:cubicBezTo>
                <a:cubicBezTo>
                  <a:pt x="2067498" y="94085"/>
                  <a:pt x="2065350" y="89092"/>
                  <a:pt x="2065350" y="83014"/>
                </a:cubicBezTo>
                <a:cubicBezTo>
                  <a:pt x="2065350" y="79449"/>
                  <a:pt x="2066161" y="76193"/>
                  <a:pt x="2067784" y="73246"/>
                </a:cubicBezTo>
                <a:cubicBezTo>
                  <a:pt x="2069406" y="70298"/>
                  <a:pt x="2071531" y="67933"/>
                  <a:pt x="2074159" y="66151"/>
                </a:cubicBezTo>
                <a:cubicBezTo>
                  <a:pt x="2076787" y="64368"/>
                  <a:pt x="2079746" y="63020"/>
                  <a:pt x="2083036" y="62106"/>
                </a:cubicBezTo>
                <a:cubicBezTo>
                  <a:pt x="2085458" y="61466"/>
                  <a:pt x="2089114" y="60849"/>
                  <a:pt x="2094004" y="60255"/>
                </a:cubicBezTo>
                <a:cubicBezTo>
                  <a:pt x="2103967" y="59067"/>
                  <a:pt x="2111302" y="57650"/>
                  <a:pt x="2116009" y="56005"/>
                </a:cubicBezTo>
                <a:cubicBezTo>
                  <a:pt x="2116054" y="54314"/>
                  <a:pt x="2116077" y="53240"/>
                  <a:pt x="2116077" y="52783"/>
                </a:cubicBezTo>
                <a:cubicBezTo>
                  <a:pt x="2116077" y="47756"/>
                  <a:pt x="2114912" y="44215"/>
                  <a:pt x="2112581" y="42158"/>
                </a:cubicBezTo>
                <a:cubicBezTo>
                  <a:pt x="2109428" y="39371"/>
                  <a:pt x="2104744" y="37977"/>
                  <a:pt x="2098528" y="37977"/>
                </a:cubicBezTo>
                <a:cubicBezTo>
                  <a:pt x="2092724" y="37977"/>
                  <a:pt x="2088440" y="38993"/>
                  <a:pt x="2085675" y="41027"/>
                </a:cubicBezTo>
                <a:cubicBezTo>
                  <a:pt x="2082910" y="43061"/>
                  <a:pt x="2080865" y="46660"/>
                  <a:pt x="2079540" y="51824"/>
                </a:cubicBezTo>
                <a:lnTo>
                  <a:pt x="2067475" y="50179"/>
                </a:lnTo>
                <a:cubicBezTo>
                  <a:pt x="2068572" y="45014"/>
                  <a:pt x="2070377" y="40844"/>
                  <a:pt x="2072891" y="37668"/>
                </a:cubicBezTo>
                <a:cubicBezTo>
                  <a:pt x="2075404" y="34492"/>
                  <a:pt x="2079037" y="32047"/>
                  <a:pt x="2083790" y="30333"/>
                </a:cubicBezTo>
                <a:cubicBezTo>
                  <a:pt x="2088543" y="28620"/>
                  <a:pt x="2094050" y="27763"/>
                  <a:pt x="2100311" y="27763"/>
                </a:cubicBezTo>
                <a:cubicBezTo>
                  <a:pt x="2106526" y="27763"/>
                  <a:pt x="2111576" y="28494"/>
                  <a:pt x="2115460" y="29956"/>
                </a:cubicBezTo>
                <a:cubicBezTo>
                  <a:pt x="2119345" y="31419"/>
                  <a:pt x="2122201" y="33258"/>
                  <a:pt x="2124029" y="35475"/>
                </a:cubicBezTo>
                <a:cubicBezTo>
                  <a:pt x="2125857" y="37691"/>
                  <a:pt x="2127137" y="40490"/>
                  <a:pt x="2127868" y="43872"/>
                </a:cubicBezTo>
                <a:cubicBezTo>
                  <a:pt x="2128279" y="45974"/>
                  <a:pt x="2128485" y="49767"/>
                  <a:pt x="2128485" y="55251"/>
                </a:cubicBezTo>
                <a:lnTo>
                  <a:pt x="2128485" y="71703"/>
                </a:lnTo>
                <a:cubicBezTo>
                  <a:pt x="2128485" y="83174"/>
                  <a:pt x="2128747" y="90429"/>
                  <a:pt x="2129273" y="93468"/>
                </a:cubicBezTo>
                <a:cubicBezTo>
                  <a:pt x="2129799" y="96507"/>
                  <a:pt x="2130838" y="99420"/>
                  <a:pt x="2132392" y="102208"/>
                </a:cubicBezTo>
                <a:lnTo>
                  <a:pt x="2119505" y="102208"/>
                </a:lnTo>
                <a:cubicBezTo>
                  <a:pt x="2118225" y="99649"/>
                  <a:pt x="2117402" y="96655"/>
                  <a:pt x="2117037" y="93228"/>
                </a:cubicBezTo>
                <a:moveTo>
                  <a:pt x="2116009" y="65671"/>
                </a:moveTo>
                <a:cubicBezTo>
                  <a:pt x="2111530" y="67499"/>
                  <a:pt x="2104812" y="69053"/>
                  <a:pt x="2095855" y="70332"/>
                </a:cubicBezTo>
                <a:cubicBezTo>
                  <a:pt x="2090782" y="71063"/>
                  <a:pt x="2087195" y="71886"/>
                  <a:pt x="2085093" y="72800"/>
                </a:cubicBezTo>
                <a:cubicBezTo>
                  <a:pt x="2082990" y="73714"/>
                  <a:pt x="2081368" y="75051"/>
                  <a:pt x="2080226" y="76810"/>
                </a:cubicBezTo>
                <a:cubicBezTo>
                  <a:pt x="2079083" y="78570"/>
                  <a:pt x="2078512" y="80523"/>
                  <a:pt x="2078512" y="82671"/>
                </a:cubicBezTo>
                <a:cubicBezTo>
                  <a:pt x="2078512" y="85962"/>
                  <a:pt x="2079757" y="88704"/>
                  <a:pt x="2082248" y="90897"/>
                </a:cubicBezTo>
                <a:cubicBezTo>
                  <a:pt x="2084738" y="93091"/>
                  <a:pt x="2088383" y="94188"/>
                  <a:pt x="2093181" y="94188"/>
                </a:cubicBezTo>
                <a:cubicBezTo>
                  <a:pt x="2097934" y="94188"/>
                  <a:pt x="2102162" y="93148"/>
                  <a:pt x="2105863" y="91069"/>
                </a:cubicBezTo>
                <a:cubicBezTo>
                  <a:pt x="2109565" y="88989"/>
                  <a:pt x="2112284" y="86144"/>
                  <a:pt x="2114021" y="82534"/>
                </a:cubicBezTo>
                <a:cubicBezTo>
                  <a:pt x="2115346" y="79746"/>
                  <a:pt x="2116009" y="75633"/>
                  <a:pt x="2116009" y="70195"/>
                </a:cubicBezTo>
                <a:lnTo>
                  <a:pt x="2116009" y="65671"/>
                </a:lnTo>
                <a:close/>
                <a:moveTo>
                  <a:pt x="2147090" y="102208"/>
                </a:moveTo>
                <a:lnTo>
                  <a:pt x="2147090" y="1714"/>
                </a:lnTo>
                <a:lnTo>
                  <a:pt x="2159429" y="1714"/>
                </a:lnTo>
                <a:lnTo>
                  <a:pt x="2159429" y="102208"/>
                </a:lnTo>
                <a:lnTo>
                  <a:pt x="2147090" y="102208"/>
                </a:lnTo>
                <a:close/>
                <a:moveTo>
                  <a:pt x="2178868" y="102208"/>
                </a:moveTo>
                <a:lnTo>
                  <a:pt x="2178868" y="29408"/>
                </a:lnTo>
                <a:lnTo>
                  <a:pt x="2189905" y="29408"/>
                </a:lnTo>
                <a:lnTo>
                  <a:pt x="2189905" y="39622"/>
                </a:lnTo>
                <a:cubicBezTo>
                  <a:pt x="2192190" y="36057"/>
                  <a:pt x="2195229" y="33190"/>
                  <a:pt x="2199022" y="31019"/>
                </a:cubicBezTo>
                <a:cubicBezTo>
                  <a:pt x="2202815" y="28848"/>
                  <a:pt x="2207133" y="27763"/>
                  <a:pt x="2211978" y="27763"/>
                </a:cubicBezTo>
                <a:cubicBezTo>
                  <a:pt x="2217370" y="27763"/>
                  <a:pt x="2221792" y="28882"/>
                  <a:pt x="2225242" y="31122"/>
                </a:cubicBezTo>
                <a:cubicBezTo>
                  <a:pt x="2228692" y="33361"/>
                  <a:pt x="2231126" y="36491"/>
                  <a:pt x="2232543" y="40513"/>
                </a:cubicBezTo>
                <a:cubicBezTo>
                  <a:pt x="2238301" y="32013"/>
                  <a:pt x="2245796" y="27763"/>
                  <a:pt x="2255027" y="27763"/>
                </a:cubicBezTo>
                <a:cubicBezTo>
                  <a:pt x="2262248" y="27763"/>
                  <a:pt x="2267800" y="29762"/>
                  <a:pt x="2271685" y="33761"/>
                </a:cubicBezTo>
                <a:cubicBezTo>
                  <a:pt x="2275569" y="37760"/>
                  <a:pt x="2277511" y="43918"/>
                  <a:pt x="2277511" y="52235"/>
                </a:cubicBezTo>
                <a:lnTo>
                  <a:pt x="2277511" y="102208"/>
                </a:lnTo>
                <a:lnTo>
                  <a:pt x="2265241" y="102208"/>
                </a:lnTo>
                <a:lnTo>
                  <a:pt x="2265241" y="56348"/>
                </a:lnTo>
                <a:cubicBezTo>
                  <a:pt x="2265241" y="51412"/>
                  <a:pt x="2264841" y="47859"/>
                  <a:pt x="2264041" y="45689"/>
                </a:cubicBezTo>
                <a:cubicBezTo>
                  <a:pt x="2263242" y="43518"/>
                  <a:pt x="2261791" y="41770"/>
                  <a:pt x="2259688" y="40444"/>
                </a:cubicBezTo>
                <a:cubicBezTo>
                  <a:pt x="2257586" y="39119"/>
                  <a:pt x="2255118" y="38457"/>
                  <a:pt x="2252285" y="38457"/>
                </a:cubicBezTo>
                <a:cubicBezTo>
                  <a:pt x="2247167" y="38457"/>
                  <a:pt x="2242916" y="40159"/>
                  <a:pt x="2239535" y="43563"/>
                </a:cubicBezTo>
                <a:cubicBezTo>
                  <a:pt x="2236153" y="46968"/>
                  <a:pt x="2234462" y="52418"/>
                  <a:pt x="2234462" y="59913"/>
                </a:cubicBezTo>
                <a:lnTo>
                  <a:pt x="2234462" y="102208"/>
                </a:lnTo>
                <a:lnTo>
                  <a:pt x="2222123" y="102208"/>
                </a:lnTo>
                <a:lnTo>
                  <a:pt x="2222123" y="54908"/>
                </a:lnTo>
                <a:cubicBezTo>
                  <a:pt x="2222123" y="49424"/>
                  <a:pt x="2221118" y="45312"/>
                  <a:pt x="2219107" y="42570"/>
                </a:cubicBezTo>
                <a:cubicBezTo>
                  <a:pt x="2217096" y="39828"/>
                  <a:pt x="2213806" y="38457"/>
                  <a:pt x="2209236" y="38457"/>
                </a:cubicBezTo>
                <a:cubicBezTo>
                  <a:pt x="2205762" y="38457"/>
                  <a:pt x="2202552" y="39371"/>
                  <a:pt x="2199604" y="41199"/>
                </a:cubicBezTo>
                <a:cubicBezTo>
                  <a:pt x="2196657" y="43027"/>
                  <a:pt x="2194520" y="45700"/>
                  <a:pt x="2193195" y="49219"/>
                </a:cubicBezTo>
                <a:cubicBezTo>
                  <a:pt x="2191870" y="52738"/>
                  <a:pt x="2191207" y="57810"/>
                  <a:pt x="2191207" y="64437"/>
                </a:cubicBezTo>
                <a:lnTo>
                  <a:pt x="2191207" y="102208"/>
                </a:lnTo>
                <a:lnTo>
                  <a:pt x="2178868" y="102208"/>
                </a:lnTo>
                <a:close/>
                <a:moveTo>
                  <a:pt x="2290574" y="65808"/>
                </a:moveTo>
                <a:cubicBezTo>
                  <a:pt x="2290574" y="52326"/>
                  <a:pt x="2294322" y="42341"/>
                  <a:pt x="2301816" y="35852"/>
                </a:cubicBezTo>
                <a:cubicBezTo>
                  <a:pt x="2308077" y="30459"/>
                  <a:pt x="2315709" y="27763"/>
                  <a:pt x="2324712" y="27763"/>
                </a:cubicBezTo>
                <a:cubicBezTo>
                  <a:pt x="2334720" y="27763"/>
                  <a:pt x="2342901" y="31042"/>
                  <a:pt x="2349253" y="37600"/>
                </a:cubicBezTo>
                <a:cubicBezTo>
                  <a:pt x="2355605" y="44158"/>
                  <a:pt x="2358781" y="53218"/>
                  <a:pt x="2358781" y="64780"/>
                </a:cubicBezTo>
                <a:cubicBezTo>
                  <a:pt x="2358781" y="74148"/>
                  <a:pt x="2357376" y="81517"/>
                  <a:pt x="2354566" y="86887"/>
                </a:cubicBezTo>
                <a:cubicBezTo>
                  <a:pt x="2351755" y="92257"/>
                  <a:pt x="2347665" y="96427"/>
                  <a:pt x="2342295" y="99397"/>
                </a:cubicBezTo>
                <a:cubicBezTo>
                  <a:pt x="2336925" y="102368"/>
                  <a:pt x="2331064" y="103853"/>
                  <a:pt x="2324712" y="103853"/>
                </a:cubicBezTo>
                <a:cubicBezTo>
                  <a:pt x="2314521" y="103853"/>
                  <a:pt x="2306284" y="100586"/>
                  <a:pt x="2300000" y="94051"/>
                </a:cubicBezTo>
                <a:cubicBezTo>
                  <a:pt x="2293716" y="87515"/>
                  <a:pt x="2290574" y="78101"/>
                  <a:pt x="2290574" y="65808"/>
                </a:cubicBezTo>
                <a:moveTo>
                  <a:pt x="2303256" y="65808"/>
                </a:moveTo>
                <a:cubicBezTo>
                  <a:pt x="2303256" y="75131"/>
                  <a:pt x="2305290" y="82111"/>
                  <a:pt x="2309357" y="86750"/>
                </a:cubicBezTo>
                <a:cubicBezTo>
                  <a:pt x="2313424" y="91388"/>
                  <a:pt x="2318543" y="93708"/>
                  <a:pt x="2324712" y="93708"/>
                </a:cubicBezTo>
                <a:cubicBezTo>
                  <a:pt x="2330836" y="93708"/>
                  <a:pt x="2335931" y="91377"/>
                  <a:pt x="2339999" y="86716"/>
                </a:cubicBezTo>
                <a:cubicBezTo>
                  <a:pt x="2344066" y="82054"/>
                  <a:pt x="2346100" y="74948"/>
                  <a:pt x="2346100" y="65397"/>
                </a:cubicBezTo>
                <a:cubicBezTo>
                  <a:pt x="2346100" y="56394"/>
                  <a:pt x="2344055" y="49573"/>
                  <a:pt x="2339964" y="44934"/>
                </a:cubicBezTo>
                <a:cubicBezTo>
                  <a:pt x="2335874" y="40296"/>
                  <a:pt x="2330790" y="37977"/>
                  <a:pt x="2324712" y="37977"/>
                </a:cubicBezTo>
                <a:cubicBezTo>
                  <a:pt x="2318543" y="37977"/>
                  <a:pt x="2313424" y="40285"/>
                  <a:pt x="2309357" y="44900"/>
                </a:cubicBezTo>
                <a:cubicBezTo>
                  <a:pt x="2305290" y="49516"/>
                  <a:pt x="2303256" y="56485"/>
                  <a:pt x="2303256" y="65808"/>
                </a:cubicBezTo>
                <a:close/>
                <a:moveTo>
                  <a:pt x="2373000" y="102208"/>
                </a:moveTo>
                <a:lnTo>
                  <a:pt x="2373000" y="29408"/>
                </a:lnTo>
                <a:lnTo>
                  <a:pt x="2384105" y="29408"/>
                </a:lnTo>
                <a:lnTo>
                  <a:pt x="2384105" y="39759"/>
                </a:lnTo>
                <a:cubicBezTo>
                  <a:pt x="2389452" y="31761"/>
                  <a:pt x="2397175" y="27763"/>
                  <a:pt x="2407275" y="27763"/>
                </a:cubicBezTo>
                <a:cubicBezTo>
                  <a:pt x="2411662" y="27763"/>
                  <a:pt x="2415695" y="28551"/>
                  <a:pt x="2419374" y="30128"/>
                </a:cubicBezTo>
                <a:cubicBezTo>
                  <a:pt x="2423053" y="31704"/>
                  <a:pt x="2425806" y="33772"/>
                  <a:pt x="2427634" y="36331"/>
                </a:cubicBezTo>
                <a:cubicBezTo>
                  <a:pt x="2429462" y="38891"/>
                  <a:pt x="2430742" y="41930"/>
                  <a:pt x="2431473" y="45449"/>
                </a:cubicBezTo>
                <a:cubicBezTo>
                  <a:pt x="2431930" y="47734"/>
                  <a:pt x="2432158" y="51732"/>
                  <a:pt x="2432158" y="57445"/>
                </a:cubicBezTo>
                <a:lnTo>
                  <a:pt x="2432158" y="102208"/>
                </a:lnTo>
                <a:lnTo>
                  <a:pt x="2419819" y="102208"/>
                </a:lnTo>
                <a:lnTo>
                  <a:pt x="2419819" y="57925"/>
                </a:lnTo>
                <a:cubicBezTo>
                  <a:pt x="2419819" y="52898"/>
                  <a:pt x="2419339" y="49139"/>
                  <a:pt x="2418380" y="46648"/>
                </a:cubicBezTo>
                <a:cubicBezTo>
                  <a:pt x="2417420" y="44158"/>
                  <a:pt x="2415718" y="42170"/>
                  <a:pt x="2413273" y="40684"/>
                </a:cubicBezTo>
                <a:cubicBezTo>
                  <a:pt x="2410828" y="39199"/>
                  <a:pt x="2407960" y="38457"/>
                  <a:pt x="2404670" y="38457"/>
                </a:cubicBezTo>
                <a:cubicBezTo>
                  <a:pt x="2399414" y="38457"/>
                  <a:pt x="2394879" y="40125"/>
                  <a:pt x="2391063" y="43461"/>
                </a:cubicBezTo>
                <a:cubicBezTo>
                  <a:pt x="2387247" y="46797"/>
                  <a:pt x="2385339" y="53126"/>
                  <a:pt x="2385339" y="62449"/>
                </a:cubicBezTo>
                <a:lnTo>
                  <a:pt x="2385339" y="102208"/>
                </a:lnTo>
                <a:lnTo>
                  <a:pt x="2373000" y="102208"/>
                </a:lnTo>
                <a:close/>
                <a:moveTo>
                  <a:pt x="2489424" y="15904"/>
                </a:moveTo>
                <a:lnTo>
                  <a:pt x="2489424" y="1714"/>
                </a:lnTo>
                <a:lnTo>
                  <a:pt x="2501763" y="1714"/>
                </a:lnTo>
                <a:lnTo>
                  <a:pt x="2501763" y="15904"/>
                </a:lnTo>
                <a:lnTo>
                  <a:pt x="2489424" y="15904"/>
                </a:lnTo>
                <a:moveTo>
                  <a:pt x="2489424" y="102208"/>
                </a:moveTo>
                <a:lnTo>
                  <a:pt x="2489424" y="29408"/>
                </a:lnTo>
                <a:lnTo>
                  <a:pt x="2501763" y="29408"/>
                </a:lnTo>
                <a:lnTo>
                  <a:pt x="2501763" y="102208"/>
                </a:lnTo>
                <a:lnTo>
                  <a:pt x="2489424" y="102208"/>
                </a:lnTo>
                <a:close/>
                <a:moveTo>
                  <a:pt x="2520859" y="102208"/>
                </a:moveTo>
                <a:lnTo>
                  <a:pt x="2520859" y="29408"/>
                </a:lnTo>
                <a:lnTo>
                  <a:pt x="2531964" y="29408"/>
                </a:lnTo>
                <a:lnTo>
                  <a:pt x="2531964" y="39759"/>
                </a:lnTo>
                <a:cubicBezTo>
                  <a:pt x="2537311" y="31761"/>
                  <a:pt x="2545035" y="27763"/>
                  <a:pt x="2555134" y="27763"/>
                </a:cubicBezTo>
                <a:cubicBezTo>
                  <a:pt x="2559521" y="27763"/>
                  <a:pt x="2563554" y="28551"/>
                  <a:pt x="2567233" y="30128"/>
                </a:cubicBezTo>
                <a:cubicBezTo>
                  <a:pt x="2570912" y="31704"/>
                  <a:pt x="2573666" y="33772"/>
                  <a:pt x="2575494" y="36331"/>
                </a:cubicBezTo>
                <a:cubicBezTo>
                  <a:pt x="2577322" y="38891"/>
                  <a:pt x="2578601" y="41930"/>
                  <a:pt x="2579332" y="45449"/>
                </a:cubicBezTo>
                <a:cubicBezTo>
                  <a:pt x="2579789" y="47734"/>
                  <a:pt x="2580018" y="51732"/>
                  <a:pt x="2580018" y="57445"/>
                </a:cubicBezTo>
                <a:lnTo>
                  <a:pt x="2580018" y="102208"/>
                </a:lnTo>
                <a:lnTo>
                  <a:pt x="2567679" y="102208"/>
                </a:lnTo>
                <a:lnTo>
                  <a:pt x="2567679" y="57925"/>
                </a:lnTo>
                <a:cubicBezTo>
                  <a:pt x="2567679" y="52898"/>
                  <a:pt x="2567199" y="49139"/>
                  <a:pt x="2566239" y="46648"/>
                </a:cubicBezTo>
                <a:cubicBezTo>
                  <a:pt x="2565280" y="44158"/>
                  <a:pt x="2563577" y="42170"/>
                  <a:pt x="2561132" y="40684"/>
                </a:cubicBezTo>
                <a:cubicBezTo>
                  <a:pt x="2558687" y="39199"/>
                  <a:pt x="2555820" y="38457"/>
                  <a:pt x="2552529" y="38457"/>
                </a:cubicBezTo>
                <a:cubicBezTo>
                  <a:pt x="2547274" y="38457"/>
                  <a:pt x="2542738" y="40125"/>
                  <a:pt x="2538922" y="43461"/>
                </a:cubicBezTo>
                <a:cubicBezTo>
                  <a:pt x="2535106" y="46797"/>
                  <a:pt x="2533198" y="53126"/>
                  <a:pt x="2533198" y="62449"/>
                </a:cubicBezTo>
                <a:lnTo>
                  <a:pt x="2533198" y="102208"/>
                </a:lnTo>
                <a:lnTo>
                  <a:pt x="2520859" y="102208"/>
                </a:lnTo>
                <a:close/>
                <a:moveTo>
                  <a:pt x="2593756" y="80478"/>
                </a:moveTo>
                <a:lnTo>
                  <a:pt x="2605958" y="78558"/>
                </a:lnTo>
                <a:cubicBezTo>
                  <a:pt x="2606643" y="83448"/>
                  <a:pt x="2608551" y="87196"/>
                  <a:pt x="2611682" y="89800"/>
                </a:cubicBezTo>
                <a:cubicBezTo>
                  <a:pt x="2614812" y="92405"/>
                  <a:pt x="2619188" y="93708"/>
                  <a:pt x="2624809" y="93708"/>
                </a:cubicBezTo>
                <a:cubicBezTo>
                  <a:pt x="2630476" y="93708"/>
                  <a:pt x="2634680" y="92554"/>
                  <a:pt x="2637422" y="90246"/>
                </a:cubicBezTo>
                <a:cubicBezTo>
                  <a:pt x="2640164" y="87938"/>
                  <a:pt x="2641535" y="85230"/>
                  <a:pt x="2641535" y="82123"/>
                </a:cubicBezTo>
                <a:cubicBezTo>
                  <a:pt x="2641535" y="79335"/>
                  <a:pt x="2640324" y="77142"/>
                  <a:pt x="2637902" y="75542"/>
                </a:cubicBezTo>
                <a:cubicBezTo>
                  <a:pt x="2636211" y="74445"/>
                  <a:pt x="2632007" y="73051"/>
                  <a:pt x="2625289" y="71360"/>
                </a:cubicBezTo>
                <a:cubicBezTo>
                  <a:pt x="2616240" y="69075"/>
                  <a:pt x="2609968" y="67099"/>
                  <a:pt x="2606472" y="65431"/>
                </a:cubicBezTo>
                <a:cubicBezTo>
                  <a:pt x="2602976" y="63763"/>
                  <a:pt x="2600325" y="61455"/>
                  <a:pt x="2598520" y="58507"/>
                </a:cubicBezTo>
                <a:cubicBezTo>
                  <a:pt x="2596715" y="55560"/>
                  <a:pt x="2595813" y="52304"/>
                  <a:pt x="2595813" y="48739"/>
                </a:cubicBezTo>
                <a:cubicBezTo>
                  <a:pt x="2595813" y="45494"/>
                  <a:pt x="2596555" y="42490"/>
                  <a:pt x="2598040" y="39725"/>
                </a:cubicBezTo>
                <a:cubicBezTo>
                  <a:pt x="2599526" y="36960"/>
                  <a:pt x="2601548" y="34663"/>
                  <a:pt x="2604107" y="32835"/>
                </a:cubicBezTo>
                <a:cubicBezTo>
                  <a:pt x="2606026" y="31419"/>
                  <a:pt x="2608643" y="30219"/>
                  <a:pt x="2611956" y="29237"/>
                </a:cubicBezTo>
                <a:cubicBezTo>
                  <a:pt x="2615269" y="28254"/>
                  <a:pt x="2618822" y="27763"/>
                  <a:pt x="2622616" y="27763"/>
                </a:cubicBezTo>
                <a:cubicBezTo>
                  <a:pt x="2628328" y="27763"/>
                  <a:pt x="2633344" y="28585"/>
                  <a:pt x="2637662" y="30231"/>
                </a:cubicBezTo>
                <a:cubicBezTo>
                  <a:pt x="2641981" y="31876"/>
                  <a:pt x="2645168" y="34104"/>
                  <a:pt x="2647225" y="36914"/>
                </a:cubicBezTo>
                <a:cubicBezTo>
                  <a:pt x="2649281" y="39725"/>
                  <a:pt x="2650698" y="43484"/>
                  <a:pt x="2651475" y="48191"/>
                </a:cubicBezTo>
                <a:lnTo>
                  <a:pt x="2639410" y="49836"/>
                </a:lnTo>
                <a:cubicBezTo>
                  <a:pt x="2638862" y="46088"/>
                  <a:pt x="2637274" y="43164"/>
                  <a:pt x="2634646" y="41061"/>
                </a:cubicBezTo>
                <a:cubicBezTo>
                  <a:pt x="2632018" y="38959"/>
                  <a:pt x="2628305" y="37908"/>
                  <a:pt x="2623507" y="37908"/>
                </a:cubicBezTo>
                <a:cubicBezTo>
                  <a:pt x="2617840" y="37908"/>
                  <a:pt x="2613795" y="38845"/>
                  <a:pt x="2611373" y="40719"/>
                </a:cubicBezTo>
                <a:cubicBezTo>
                  <a:pt x="2608951" y="42592"/>
                  <a:pt x="2607740" y="44786"/>
                  <a:pt x="2607740" y="47299"/>
                </a:cubicBezTo>
                <a:cubicBezTo>
                  <a:pt x="2607740" y="48899"/>
                  <a:pt x="2608243" y="50338"/>
                  <a:pt x="2609248" y="51618"/>
                </a:cubicBezTo>
                <a:cubicBezTo>
                  <a:pt x="2610254" y="52943"/>
                  <a:pt x="2611830" y="54040"/>
                  <a:pt x="2613978" y="54908"/>
                </a:cubicBezTo>
                <a:cubicBezTo>
                  <a:pt x="2615212" y="55365"/>
                  <a:pt x="2618845" y="56417"/>
                  <a:pt x="2624878" y="58062"/>
                </a:cubicBezTo>
                <a:cubicBezTo>
                  <a:pt x="2633606" y="60392"/>
                  <a:pt x="2639696" y="62300"/>
                  <a:pt x="2643146" y="63786"/>
                </a:cubicBezTo>
                <a:cubicBezTo>
                  <a:pt x="2646597" y="65271"/>
                  <a:pt x="2649304" y="67430"/>
                  <a:pt x="2651269" y="70264"/>
                </a:cubicBezTo>
                <a:cubicBezTo>
                  <a:pt x="2653235" y="73097"/>
                  <a:pt x="2654217" y="76616"/>
                  <a:pt x="2654217" y="80820"/>
                </a:cubicBezTo>
                <a:cubicBezTo>
                  <a:pt x="2654217" y="84933"/>
                  <a:pt x="2653017" y="88806"/>
                  <a:pt x="2650618" y="92440"/>
                </a:cubicBezTo>
                <a:cubicBezTo>
                  <a:pt x="2648219" y="96073"/>
                  <a:pt x="2644757" y="98883"/>
                  <a:pt x="2640233" y="100871"/>
                </a:cubicBezTo>
                <a:cubicBezTo>
                  <a:pt x="2635709" y="102859"/>
                  <a:pt x="2630590" y="103853"/>
                  <a:pt x="2624878" y="103853"/>
                </a:cubicBezTo>
                <a:cubicBezTo>
                  <a:pt x="2615418" y="103853"/>
                  <a:pt x="2608209" y="101888"/>
                  <a:pt x="2603250" y="97958"/>
                </a:cubicBezTo>
                <a:cubicBezTo>
                  <a:pt x="2598292" y="94028"/>
                  <a:pt x="2595127" y="88201"/>
                  <a:pt x="2593756" y="80478"/>
                </a:cubicBezTo>
                <a:close/>
                <a:moveTo>
                  <a:pt x="2668730" y="15904"/>
                </a:moveTo>
                <a:lnTo>
                  <a:pt x="2668730" y="1714"/>
                </a:lnTo>
                <a:lnTo>
                  <a:pt x="2681069" y="1714"/>
                </a:lnTo>
                <a:lnTo>
                  <a:pt x="2681069" y="15904"/>
                </a:lnTo>
                <a:lnTo>
                  <a:pt x="2668730" y="15904"/>
                </a:lnTo>
                <a:moveTo>
                  <a:pt x="2668730" y="102208"/>
                </a:moveTo>
                <a:lnTo>
                  <a:pt x="2668730" y="29408"/>
                </a:lnTo>
                <a:lnTo>
                  <a:pt x="2681069" y="29408"/>
                </a:lnTo>
                <a:lnTo>
                  <a:pt x="2681069" y="102208"/>
                </a:lnTo>
                <a:lnTo>
                  <a:pt x="2668730" y="102208"/>
                </a:lnTo>
                <a:close/>
                <a:moveTo>
                  <a:pt x="2747396" y="102208"/>
                </a:moveTo>
                <a:lnTo>
                  <a:pt x="2747396" y="93022"/>
                </a:lnTo>
                <a:cubicBezTo>
                  <a:pt x="2742781" y="100243"/>
                  <a:pt x="2735994" y="103853"/>
                  <a:pt x="2727037" y="103853"/>
                </a:cubicBezTo>
                <a:cubicBezTo>
                  <a:pt x="2721233" y="103853"/>
                  <a:pt x="2715898" y="102254"/>
                  <a:pt x="2711031" y="99055"/>
                </a:cubicBezTo>
                <a:cubicBezTo>
                  <a:pt x="2706164" y="95856"/>
                  <a:pt x="2702393" y="91388"/>
                  <a:pt x="2699720" y="85653"/>
                </a:cubicBezTo>
                <a:cubicBezTo>
                  <a:pt x="2697046" y="79918"/>
                  <a:pt x="2695710" y="73326"/>
                  <a:pt x="2695710" y="65876"/>
                </a:cubicBezTo>
                <a:cubicBezTo>
                  <a:pt x="2695710" y="58610"/>
                  <a:pt x="2696921" y="52018"/>
                  <a:pt x="2699343" y="46100"/>
                </a:cubicBezTo>
                <a:cubicBezTo>
                  <a:pt x="2701765" y="40182"/>
                  <a:pt x="2705398" y="35646"/>
                  <a:pt x="2710242" y="32493"/>
                </a:cubicBezTo>
                <a:cubicBezTo>
                  <a:pt x="2715086" y="29339"/>
                  <a:pt x="2720502" y="27763"/>
                  <a:pt x="2726489" y="27763"/>
                </a:cubicBezTo>
                <a:cubicBezTo>
                  <a:pt x="2730876" y="27763"/>
                  <a:pt x="2734783" y="28688"/>
                  <a:pt x="2738211" y="30539"/>
                </a:cubicBezTo>
                <a:cubicBezTo>
                  <a:pt x="2741638" y="32390"/>
                  <a:pt x="2744426" y="34801"/>
                  <a:pt x="2746574" y="37771"/>
                </a:cubicBezTo>
                <a:lnTo>
                  <a:pt x="2746574" y="1714"/>
                </a:lnTo>
                <a:lnTo>
                  <a:pt x="2758844" y="1714"/>
                </a:lnTo>
                <a:lnTo>
                  <a:pt x="2758844" y="102208"/>
                </a:lnTo>
                <a:lnTo>
                  <a:pt x="2747396" y="102208"/>
                </a:lnTo>
                <a:moveTo>
                  <a:pt x="2708391" y="65876"/>
                </a:moveTo>
                <a:cubicBezTo>
                  <a:pt x="2708391" y="75199"/>
                  <a:pt x="2710357" y="82169"/>
                  <a:pt x="2714287" y="86784"/>
                </a:cubicBezTo>
                <a:cubicBezTo>
                  <a:pt x="2718217" y="91400"/>
                  <a:pt x="2722855" y="93708"/>
                  <a:pt x="2728202" y="93708"/>
                </a:cubicBezTo>
                <a:cubicBezTo>
                  <a:pt x="2733595" y="93708"/>
                  <a:pt x="2738176" y="91503"/>
                  <a:pt x="2741947" y="87093"/>
                </a:cubicBezTo>
                <a:cubicBezTo>
                  <a:pt x="2745717" y="82683"/>
                  <a:pt x="2747602" y="75953"/>
                  <a:pt x="2747602" y="66905"/>
                </a:cubicBezTo>
                <a:cubicBezTo>
                  <a:pt x="2747602" y="56942"/>
                  <a:pt x="2745683" y="49630"/>
                  <a:pt x="2741844" y="44969"/>
                </a:cubicBezTo>
                <a:cubicBezTo>
                  <a:pt x="2738005" y="40307"/>
                  <a:pt x="2733275" y="37977"/>
                  <a:pt x="2727654" y="37977"/>
                </a:cubicBezTo>
                <a:cubicBezTo>
                  <a:pt x="2722170" y="37977"/>
                  <a:pt x="2717589" y="40216"/>
                  <a:pt x="2713910" y="44695"/>
                </a:cubicBezTo>
                <a:cubicBezTo>
                  <a:pt x="2710231" y="49173"/>
                  <a:pt x="2708391" y="56234"/>
                  <a:pt x="2708391" y="65876"/>
                </a:cubicBezTo>
                <a:close/>
                <a:moveTo>
                  <a:pt x="2827834" y="78764"/>
                </a:moveTo>
                <a:lnTo>
                  <a:pt x="2840584" y="80341"/>
                </a:lnTo>
                <a:cubicBezTo>
                  <a:pt x="2838573" y="87790"/>
                  <a:pt x="2834848" y="93571"/>
                  <a:pt x="2829410" y="97684"/>
                </a:cubicBezTo>
                <a:cubicBezTo>
                  <a:pt x="2823972" y="101797"/>
                  <a:pt x="2817025" y="103853"/>
                  <a:pt x="2808571" y="103853"/>
                </a:cubicBezTo>
                <a:cubicBezTo>
                  <a:pt x="2797923" y="103853"/>
                  <a:pt x="2789480" y="100574"/>
                  <a:pt x="2783242" y="94016"/>
                </a:cubicBezTo>
                <a:cubicBezTo>
                  <a:pt x="2777004" y="87458"/>
                  <a:pt x="2773885" y="78261"/>
                  <a:pt x="2773885" y="66425"/>
                </a:cubicBezTo>
                <a:cubicBezTo>
                  <a:pt x="2773885" y="54177"/>
                  <a:pt x="2777038" y="44672"/>
                  <a:pt x="2783345" y="37908"/>
                </a:cubicBezTo>
                <a:cubicBezTo>
                  <a:pt x="2789651" y="31145"/>
                  <a:pt x="2797832" y="27763"/>
                  <a:pt x="2807886" y="27763"/>
                </a:cubicBezTo>
                <a:cubicBezTo>
                  <a:pt x="2817620" y="27763"/>
                  <a:pt x="2825571" y="31076"/>
                  <a:pt x="2831741" y="37702"/>
                </a:cubicBezTo>
                <a:cubicBezTo>
                  <a:pt x="2837910" y="44329"/>
                  <a:pt x="2840995" y="53652"/>
                  <a:pt x="2840995" y="65671"/>
                </a:cubicBezTo>
                <a:cubicBezTo>
                  <a:pt x="2840995" y="66402"/>
                  <a:pt x="2840972" y="67499"/>
                  <a:pt x="2840927" y="68961"/>
                </a:cubicBezTo>
                <a:lnTo>
                  <a:pt x="2786635" y="68961"/>
                </a:lnTo>
                <a:cubicBezTo>
                  <a:pt x="2787092" y="76959"/>
                  <a:pt x="2789354" y="83083"/>
                  <a:pt x="2793421" y="87333"/>
                </a:cubicBezTo>
                <a:cubicBezTo>
                  <a:pt x="2797489" y="91583"/>
                  <a:pt x="2802561" y="93708"/>
                  <a:pt x="2808640" y="93708"/>
                </a:cubicBezTo>
                <a:cubicBezTo>
                  <a:pt x="2813164" y="93708"/>
                  <a:pt x="2817025" y="92520"/>
                  <a:pt x="2820224" y="90143"/>
                </a:cubicBezTo>
                <a:cubicBezTo>
                  <a:pt x="2823423" y="87767"/>
                  <a:pt x="2825960" y="83974"/>
                  <a:pt x="2827834" y="78764"/>
                </a:cubicBezTo>
                <a:moveTo>
                  <a:pt x="2787321" y="58816"/>
                </a:moveTo>
                <a:lnTo>
                  <a:pt x="2827971" y="58816"/>
                </a:lnTo>
                <a:cubicBezTo>
                  <a:pt x="2827422" y="52692"/>
                  <a:pt x="2825868" y="48099"/>
                  <a:pt x="2823309" y="45037"/>
                </a:cubicBezTo>
                <a:cubicBezTo>
                  <a:pt x="2819379" y="40285"/>
                  <a:pt x="2814283" y="37908"/>
                  <a:pt x="2808023" y="37908"/>
                </a:cubicBezTo>
                <a:cubicBezTo>
                  <a:pt x="2802356" y="37908"/>
                  <a:pt x="2797592" y="39805"/>
                  <a:pt x="2793730" y="43598"/>
                </a:cubicBezTo>
                <a:cubicBezTo>
                  <a:pt x="2789868" y="47391"/>
                  <a:pt x="2787732" y="52464"/>
                  <a:pt x="2787321" y="58816"/>
                </a:cubicBezTo>
                <a:close/>
                <a:moveTo>
                  <a:pt x="2921293" y="91171"/>
                </a:moveTo>
                <a:lnTo>
                  <a:pt x="2923076" y="102071"/>
                </a:lnTo>
                <a:cubicBezTo>
                  <a:pt x="2919602" y="102802"/>
                  <a:pt x="2916495" y="103168"/>
                  <a:pt x="2913753" y="103168"/>
                </a:cubicBezTo>
                <a:cubicBezTo>
                  <a:pt x="2909274" y="103168"/>
                  <a:pt x="2905801" y="102459"/>
                  <a:pt x="2903333" y="101043"/>
                </a:cubicBezTo>
                <a:cubicBezTo>
                  <a:pt x="2900865" y="99626"/>
                  <a:pt x="2899129" y="97764"/>
                  <a:pt x="2898123" y="95456"/>
                </a:cubicBezTo>
                <a:cubicBezTo>
                  <a:pt x="2897118" y="93148"/>
                  <a:pt x="2896615" y="88292"/>
                  <a:pt x="2896615" y="80889"/>
                </a:cubicBezTo>
                <a:lnTo>
                  <a:pt x="2896615" y="39005"/>
                </a:lnTo>
                <a:lnTo>
                  <a:pt x="2887567" y="39005"/>
                </a:lnTo>
                <a:lnTo>
                  <a:pt x="2887567" y="29408"/>
                </a:lnTo>
                <a:lnTo>
                  <a:pt x="2896615" y="29408"/>
                </a:lnTo>
                <a:lnTo>
                  <a:pt x="2896615" y="11379"/>
                </a:lnTo>
                <a:lnTo>
                  <a:pt x="2908886" y="3976"/>
                </a:lnTo>
                <a:lnTo>
                  <a:pt x="2908886" y="29408"/>
                </a:lnTo>
                <a:lnTo>
                  <a:pt x="2921293" y="29408"/>
                </a:lnTo>
                <a:lnTo>
                  <a:pt x="2921293" y="39005"/>
                </a:lnTo>
                <a:lnTo>
                  <a:pt x="2908886" y="39005"/>
                </a:lnTo>
                <a:lnTo>
                  <a:pt x="2908886" y="81574"/>
                </a:lnTo>
                <a:cubicBezTo>
                  <a:pt x="2908886" y="85093"/>
                  <a:pt x="2909103" y="87355"/>
                  <a:pt x="2909537" y="88361"/>
                </a:cubicBezTo>
                <a:cubicBezTo>
                  <a:pt x="2909971" y="89366"/>
                  <a:pt x="2910679" y="90166"/>
                  <a:pt x="2911662" y="90760"/>
                </a:cubicBezTo>
                <a:cubicBezTo>
                  <a:pt x="2912645" y="91354"/>
                  <a:pt x="2914050" y="91651"/>
                  <a:pt x="2915878" y="91651"/>
                </a:cubicBezTo>
                <a:cubicBezTo>
                  <a:pt x="2917249" y="91651"/>
                  <a:pt x="2919054" y="91491"/>
                  <a:pt x="2921293" y="91171"/>
                </a:cubicBezTo>
                <a:close/>
                <a:moveTo>
                  <a:pt x="2932876" y="102208"/>
                </a:moveTo>
                <a:lnTo>
                  <a:pt x="2932876" y="1714"/>
                </a:lnTo>
                <a:lnTo>
                  <a:pt x="2945215" y="1714"/>
                </a:lnTo>
                <a:lnTo>
                  <a:pt x="2945215" y="37771"/>
                </a:lnTo>
                <a:cubicBezTo>
                  <a:pt x="2950973" y="31099"/>
                  <a:pt x="2958240" y="27763"/>
                  <a:pt x="2967014" y="27763"/>
                </a:cubicBezTo>
                <a:cubicBezTo>
                  <a:pt x="2972407" y="27763"/>
                  <a:pt x="2977091" y="28825"/>
                  <a:pt x="2981067" y="30950"/>
                </a:cubicBezTo>
                <a:cubicBezTo>
                  <a:pt x="2985043" y="33075"/>
                  <a:pt x="2987888" y="36012"/>
                  <a:pt x="2989601" y="39759"/>
                </a:cubicBezTo>
                <a:cubicBezTo>
                  <a:pt x="2991315" y="43506"/>
                  <a:pt x="2992172" y="48945"/>
                  <a:pt x="2992172" y="56074"/>
                </a:cubicBezTo>
                <a:lnTo>
                  <a:pt x="2992172" y="102208"/>
                </a:lnTo>
                <a:lnTo>
                  <a:pt x="2979833" y="102208"/>
                </a:lnTo>
                <a:lnTo>
                  <a:pt x="2979833" y="56074"/>
                </a:lnTo>
                <a:cubicBezTo>
                  <a:pt x="2979833" y="49904"/>
                  <a:pt x="2978496" y="45414"/>
                  <a:pt x="2975823" y="42604"/>
                </a:cubicBezTo>
                <a:cubicBezTo>
                  <a:pt x="2973149" y="39793"/>
                  <a:pt x="2969368" y="38388"/>
                  <a:pt x="2964478" y="38388"/>
                </a:cubicBezTo>
                <a:cubicBezTo>
                  <a:pt x="2960822" y="38388"/>
                  <a:pt x="2957383" y="39336"/>
                  <a:pt x="2954161" y="41233"/>
                </a:cubicBezTo>
                <a:cubicBezTo>
                  <a:pt x="2950939" y="43129"/>
                  <a:pt x="2948643" y="45700"/>
                  <a:pt x="2947272" y="48945"/>
                </a:cubicBezTo>
                <a:cubicBezTo>
                  <a:pt x="2945901" y="52189"/>
                  <a:pt x="2945215" y="56668"/>
                  <a:pt x="2945215" y="62380"/>
                </a:cubicBezTo>
                <a:lnTo>
                  <a:pt x="2945215" y="102208"/>
                </a:lnTo>
                <a:lnTo>
                  <a:pt x="2932876" y="102208"/>
                </a:lnTo>
                <a:close/>
                <a:moveTo>
                  <a:pt x="3060544" y="78764"/>
                </a:moveTo>
                <a:lnTo>
                  <a:pt x="3073294" y="80341"/>
                </a:lnTo>
                <a:cubicBezTo>
                  <a:pt x="3071283" y="87790"/>
                  <a:pt x="3067559" y="93571"/>
                  <a:pt x="3062120" y="97684"/>
                </a:cubicBezTo>
                <a:cubicBezTo>
                  <a:pt x="3056682" y="101797"/>
                  <a:pt x="3049736" y="103853"/>
                  <a:pt x="3041281" y="103853"/>
                </a:cubicBezTo>
                <a:cubicBezTo>
                  <a:pt x="3030633" y="103853"/>
                  <a:pt x="3022190" y="100574"/>
                  <a:pt x="3015952" y="94016"/>
                </a:cubicBezTo>
                <a:cubicBezTo>
                  <a:pt x="3009714" y="87458"/>
                  <a:pt x="3006595" y="78261"/>
                  <a:pt x="3006595" y="66425"/>
                </a:cubicBezTo>
                <a:cubicBezTo>
                  <a:pt x="3006595" y="54177"/>
                  <a:pt x="3009748" y="44672"/>
                  <a:pt x="3016055" y="37908"/>
                </a:cubicBezTo>
                <a:cubicBezTo>
                  <a:pt x="3022361" y="31145"/>
                  <a:pt x="3030542" y="27763"/>
                  <a:pt x="3040596" y="27763"/>
                </a:cubicBezTo>
                <a:cubicBezTo>
                  <a:pt x="3050330" y="27763"/>
                  <a:pt x="3058282" y="31076"/>
                  <a:pt x="3064451" y="37702"/>
                </a:cubicBezTo>
                <a:cubicBezTo>
                  <a:pt x="3070621" y="44329"/>
                  <a:pt x="3073705" y="53652"/>
                  <a:pt x="3073705" y="65671"/>
                </a:cubicBezTo>
                <a:cubicBezTo>
                  <a:pt x="3073705" y="66402"/>
                  <a:pt x="3073682" y="67499"/>
                  <a:pt x="3073637" y="68961"/>
                </a:cubicBezTo>
                <a:lnTo>
                  <a:pt x="3019345" y="68961"/>
                </a:lnTo>
                <a:cubicBezTo>
                  <a:pt x="3019802" y="76959"/>
                  <a:pt x="3022064" y="83083"/>
                  <a:pt x="3026132" y="87333"/>
                </a:cubicBezTo>
                <a:cubicBezTo>
                  <a:pt x="3030199" y="91583"/>
                  <a:pt x="3035272" y="93708"/>
                  <a:pt x="3041350" y="93708"/>
                </a:cubicBezTo>
                <a:cubicBezTo>
                  <a:pt x="3045874" y="93708"/>
                  <a:pt x="3049736" y="92520"/>
                  <a:pt x="3052935" y="90143"/>
                </a:cubicBezTo>
                <a:cubicBezTo>
                  <a:pt x="3056134" y="87767"/>
                  <a:pt x="3058670" y="83974"/>
                  <a:pt x="3060544" y="78764"/>
                </a:cubicBezTo>
                <a:moveTo>
                  <a:pt x="3020031" y="58816"/>
                </a:moveTo>
                <a:lnTo>
                  <a:pt x="3060681" y="58816"/>
                </a:lnTo>
                <a:cubicBezTo>
                  <a:pt x="3060132" y="52692"/>
                  <a:pt x="3058579" y="48099"/>
                  <a:pt x="3056019" y="45037"/>
                </a:cubicBezTo>
                <a:cubicBezTo>
                  <a:pt x="3052089" y="40285"/>
                  <a:pt x="3046994" y="37908"/>
                  <a:pt x="3040733" y="37908"/>
                </a:cubicBezTo>
                <a:cubicBezTo>
                  <a:pt x="3035066" y="37908"/>
                  <a:pt x="3030302" y="39805"/>
                  <a:pt x="3026440" y="43598"/>
                </a:cubicBezTo>
                <a:cubicBezTo>
                  <a:pt x="3022579" y="47391"/>
                  <a:pt x="3020442" y="52464"/>
                  <a:pt x="3020031" y="58816"/>
                </a:cubicBezTo>
                <a:close/>
                <a:moveTo>
                  <a:pt x="3130012" y="102208"/>
                </a:moveTo>
                <a:lnTo>
                  <a:pt x="3130012" y="39005"/>
                </a:lnTo>
                <a:lnTo>
                  <a:pt x="3119113" y="39005"/>
                </a:lnTo>
                <a:lnTo>
                  <a:pt x="3119113" y="29408"/>
                </a:lnTo>
                <a:lnTo>
                  <a:pt x="3130012" y="29408"/>
                </a:lnTo>
                <a:lnTo>
                  <a:pt x="3130012" y="21662"/>
                </a:lnTo>
                <a:cubicBezTo>
                  <a:pt x="3130012" y="16772"/>
                  <a:pt x="3130447" y="13139"/>
                  <a:pt x="3131315" y="10762"/>
                </a:cubicBezTo>
                <a:cubicBezTo>
                  <a:pt x="3132503" y="7563"/>
                  <a:pt x="3134594" y="4970"/>
                  <a:pt x="3137587" y="2982"/>
                </a:cubicBezTo>
                <a:cubicBezTo>
                  <a:pt x="3140581" y="994"/>
                  <a:pt x="3144774" y="0"/>
                  <a:pt x="3150166" y="0"/>
                </a:cubicBezTo>
                <a:cubicBezTo>
                  <a:pt x="3153639" y="0"/>
                  <a:pt x="3157478" y="411"/>
                  <a:pt x="3161683" y="1234"/>
                </a:cubicBezTo>
                <a:lnTo>
                  <a:pt x="3159832" y="11996"/>
                </a:lnTo>
                <a:cubicBezTo>
                  <a:pt x="3157272" y="11539"/>
                  <a:pt x="3154850" y="11311"/>
                  <a:pt x="3152565" y="11311"/>
                </a:cubicBezTo>
                <a:cubicBezTo>
                  <a:pt x="3148818" y="11311"/>
                  <a:pt x="3146167" y="12110"/>
                  <a:pt x="3144614" y="13710"/>
                </a:cubicBezTo>
                <a:cubicBezTo>
                  <a:pt x="3143060" y="15309"/>
                  <a:pt x="3142283" y="18303"/>
                  <a:pt x="3142283" y="22690"/>
                </a:cubicBezTo>
                <a:lnTo>
                  <a:pt x="3142283" y="29408"/>
                </a:lnTo>
                <a:lnTo>
                  <a:pt x="3156473" y="29408"/>
                </a:lnTo>
                <a:lnTo>
                  <a:pt x="3156473" y="39005"/>
                </a:lnTo>
                <a:lnTo>
                  <a:pt x="3142283" y="39005"/>
                </a:lnTo>
                <a:lnTo>
                  <a:pt x="3142283" y="102208"/>
                </a:lnTo>
                <a:lnTo>
                  <a:pt x="3130012" y="102208"/>
                </a:lnTo>
                <a:close/>
                <a:moveTo>
                  <a:pt x="3165450" y="102208"/>
                </a:moveTo>
                <a:lnTo>
                  <a:pt x="3165450" y="29408"/>
                </a:lnTo>
                <a:lnTo>
                  <a:pt x="3176555" y="29408"/>
                </a:lnTo>
                <a:lnTo>
                  <a:pt x="3176555" y="40444"/>
                </a:lnTo>
                <a:cubicBezTo>
                  <a:pt x="3179388" y="35280"/>
                  <a:pt x="3182005" y="31876"/>
                  <a:pt x="3184404" y="30231"/>
                </a:cubicBezTo>
                <a:cubicBezTo>
                  <a:pt x="3186803" y="28585"/>
                  <a:pt x="3189442" y="27763"/>
                  <a:pt x="3192322" y="27763"/>
                </a:cubicBezTo>
                <a:cubicBezTo>
                  <a:pt x="3196480" y="27763"/>
                  <a:pt x="3200707" y="29088"/>
                  <a:pt x="3205003" y="31739"/>
                </a:cubicBezTo>
                <a:lnTo>
                  <a:pt x="3200753" y="43186"/>
                </a:lnTo>
                <a:cubicBezTo>
                  <a:pt x="3197737" y="41404"/>
                  <a:pt x="3194721" y="40513"/>
                  <a:pt x="3191705" y="40513"/>
                </a:cubicBezTo>
                <a:cubicBezTo>
                  <a:pt x="3189008" y="40513"/>
                  <a:pt x="3186586" y="41324"/>
                  <a:pt x="3184438" y="42947"/>
                </a:cubicBezTo>
                <a:cubicBezTo>
                  <a:pt x="3182290" y="44569"/>
                  <a:pt x="3180759" y="46820"/>
                  <a:pt x="3179845" y="49699"/>
                </a:cubicBezTo>
                <a:cubicBezTo>
                  <a:pt x="3178474" y="54086"/>
                  <a:pt x="3177789" y="58884"/>
                  <a:pt x="3177789" y="64094"/>
                </a:cubicBezTo>
                <a:lnTo>
                  <a:pt x="3177789" y="102208"/>
                </a:lnTo>
                <a:lnTo>
                  <a:pt x="3165450" y="102208"/>
                </a:lnTo>
                <a:close/>
                <a:moveTo>
                  <a:pt x="3212041" y="15904"/>
                </a:moveTo>
                <a:lnTo>
                  <a:pt x="3212041" y="1714"/>
                </a:lnTo>
                <a:lnTo>
                  <a:pt x="3224380" y="1714"/>
                </a:lnTo>
                <a:lnTo>
                  <a:pt x="3224380" y="15904"/>
                </a:lnTo>
                <a:lnTo>
                  <a:pt x="3212041" y="15904"/>
                </a:lnTo>
                <a:moveTo>
                  <a:pt x="3212041" y="102208"/>
                </a:moveTo>
                <a:lnTo>
                  <a:pt x="3212041" y="29408"/>
                </a:lnTo>
                <a:lnTo>
                  <a:pt x="3224380" y="29408"/>
                </a:lnTo>
                <a:lnTo>
                  <a:pt x="3224380" y="102208"/>
                </a:lnTo>
                <a:lnTo>
                  <a:pt x="3212041" y="102208"/>
                </a:lnTo>
                <a:close/>
                <a:moveTo>
                  <a:pt x="3290707" y="102208"/>
                </a:moveTo>
                <a:lnTo>
                  <a:pt x="3290707" y="93022"/>
                </a:lnTo>
                <a:cubicBezTo>
                  <a:pt x="3286091" y="100243"/>
                  <a:pt x="3279305" y="103853"/>
                  <a:pt x="3270347" y="103853"/>
                </a:cubicBezTo>
                <a:cubicBezTo>
                  <a:pt x="3264544" y="103853"/>
                  <a:pt x="3259208" y="102254"/>
                  <a:pt x="3254341" y="99055"/>
                </a:cubicBezTo>
                <a:cubicBezTo>
                  <a:pt x="3249474" y="95856"/>
                  <a:pt x="3245704" y="91388"/>
                  <a:pt x="3243030" y="85653"/>
                </a:cubicBezTo>
                <a:cubicBezTo>
                  <a:pt x="3240357" y="79918"/>
                  <a:pt x="3239020" y="73326"/>
                  <a:pt x="3239020" y="65876"/>
                </a:cubicBezTo>
                <a:cubicBezTo>
                  <a:pt x="3239020" y="58610"/>
                  <a:pt x="3240231" y="52018"/>
                  <a:pt x="3242653" y="46100"/>
                </a:cubicBezTo>
                <a:cubicBezTo>
                  <a:pt x="3245075" y="40182"/>
                  <a:pt x="3248709" y="35646"/>
                  <a:pt x="3253553" y="32493"/>
                </a:cubicBezTo>
                <a:cubicBezTo>
                  <a:pt x="3258397" y="29339"/>
                  <a:pt x="3263812" y="27763"/>
                  <a:pt x="3269799" y="27763"/>
                </a:cubicBezTo>
                <a:cubicBezTo>
                  <a:pt x="3274186" y="27763"/>
                  <a:pt x="3278094" y="28688"/>
                  <a:pt x="3281521" y="30539"/>
                </a:cubicBezTo>
                <a:cubicBezTo>
                  <a:pt x="3284949" y="32390"/>
                  <a:pt x="3287736" y="34801"/>
                  <a:pt x="3289884" y="37771"/>
                </a:cubicBezTo>
                <a:lnTo>
                  <a:pt x="3289884" y="1714"/>
                </a:lnTo>
                <a:lnTo>
                  <a:pt x="3302155" y="1714"/>
                </a:lnTo>
                <a:lnTo>
                  <a:pt x="3302155" y="102208"/>
                </a:lnTo>
                <a:lnTo>
                  <a:pt x="3290707" y="102208"/>
                </a:lnTo>
                <a:moveTo>
                  <a:pt x="3251702" y="65876"/>
                </a:moveTo>
                <a:cubicBezTo>
                  <a:pt x="3251702" y="75199"/>
                  <a:pt x="3253667" y="82169"/>
                  <a:pt x="3257597" y="86784"/>
                </a:cubicBezTo>
                <a:cubicBezTo>
                  <a:pt x="3261527" y="91400"/>
                  <a:pt x="3266166" y="93708"/>
                  <a:pt x="3271513" y="93708"/>
                </a:cubicBezTo>
                <a:cubicBezTo>
                  <a:pt x="3276905" y="93708"/>
                  <a:pt x="3281487" y="91503"/>
                  <a:pt x="3285257" y="87093"/>
                </a:cubicBezTo>
                <a:cubicBezTo>
                  <a:pt x="3289027" y="82683"/>
                  <a:pt x="3290912" y="75953"/>
                  <a:pt x="3290912" y="66905"/>
                </a:cubicBezTo>
                <a:cubicBezTo>
                  <a:pt x="3290912" y="56942"/>
                  <a:pt x="3288993" y="49630"/>
                  <a:pt x="3285154" y="44969"/>
                </a:cubicBezTo>
                <a:cubicBezTo>
                  <a:pt x="3281315" y="40307"/>
                  <a:pt x="3276586" y="37977"/>
                  <a:pt x="3270964" y="37977"/>
                </a:cubicBezTo>
                <a:cubicBezTo>
                  <a:pt x="3265480" y="37977"/>
                  <a:pt x="3260899" y="40216"/>
                  <a:pt x="3257220" y="44695"/>
                </a:cubicBezTo>
                <a:cubicBezTo>
                  <a:pt x="3253541" y="49173"/>
                  <a:pt x="3251702" y="56234"/>
                  <a:pt x="3251702" y="65876"/>
                </a:cubicBezTo>
                <a:close/>
                <a:moveTo>
                  <a:pt x="3319046" y="108240"/>
                </a:moveTo>
                <a:lnTo>
                  <a:pt x="3331042" y="110023"/>
                </a:lnTo>
                <a:cubicBezTo>
                  <a:pt x="3331545" y="113724"/>
                  <a:pt x="3332939" y="116421"/>
                  <a:pt x="3335224" y="118112"/>
                </a:cubicBezTo>
                <a:cubicBezTo>
                  <a:pt x="3338286" y="120397"/>
                  <a:pt x="3342467" y="121539"/>
                  <a:pt x="3347768" y="121539"/>
                </a:cubicBezTo>
                <a:cubicBezTo>
                  <a:pt x="3353481" y="121539"/>
                  <a:pt x="3357891" y="120397"/>
                  <a:pt x="3360999" y="118112"/>
                </a:cubicBezTo>
                <a:cubicBezTo>
                  <a:pt x="3364106" y="115827"/>
                  <a:pt x="3366208" y="112628"/>
                  <a:pt x="3367305" y="108515"/>
                </a:cubicBezTo>
                <a:cubicBezTo>
                  <a:pt x="3367945" y="106001"/>
                  <a:pt x="3368242" y="100723"/>
                  <a:pt x="3368196" y="92680"/>
                </a:cubicBezTo>
                <a:cubicBezTo>
                  <a:pt x="3362804" y="99032"/>
                  <a:pt x="3356086" y="102208"/>
                  <a:pt x="3348043" y="102208"/>
                </a:cubicBezTo>
                <a:cubicBezTo>
                  <a:pt x="3338034" y="102208"/>
                  <a:pt x="3330288" y="98598"/>
                  <a:pt x="3324804" y="91377"/>
                </a:cubicBezTo>
                <a:cubicBezTo>
                  <a:pt x="3319320" y="84156"/>
                  <a:pt x="3316578" y="75496"/>
                  <a:pt x="3316578" y="65397"/>
                </a:cubicBezTo>
                <a:cubicBezTo>
                  <a:pt x="3316578" y="58450"/>
                  <a:pt x="3317835" y="52041"/>
                  <a:pt x="3320349" y="46168"/>
                </a:cubicBezTo>
                <a:cubicBezTo>
                  <a:pt x="3322862" y="40296"/>
                  <a:pt x="3326507" y="35760"/>
                  <a:pt x="3331282" y="32561"/>
                </a:cubicBezTo>
                <a:cubicBezTo>
                  <a:pt x="3336058" y="29362"/>
                  <a:pt x="3341668" y="27763"/>
                  <a:pt x="3348111" y="27763"/>
                </a:cubicBezTo>
                <a:cubicBezTo>
                  <a:pt x="3356703" y="27763"/>
                  <a:pt x="3363786" y="31236"/>
                  <a:pt x="3369362" y="38182"/>
                </a:cubicBezTo>
                <a:lnTo>
                  <a:pt x="3369362" y="29408"/>
                </a:lnTo>
                <a:lnTo>
                  <a:pt x="3380741" y="29408"/>
                </a:lnTo>
                <a:lnTo>
                  <a:pt x="3380741" y="92337"/>
                </a:lnTo>
                <a:cubicBezTo>
                  <a:pt x="3380741" y="103670"/>
                  <a:pt x="3379587" y="111702"/>
                  <a:pt x="3377279" y="116432"/>
                </a:cubicBezTo>
                <a:cubicBezTo>
                  <a:pt x="3374971" y="121162"/>
                  <a:pt x="3371315" y="124898"/>
                  <a:pt x="3366311" y="127640"/>
                </a:cubicBezTo>
                <a:cubicBezTo>
                  <a:pt x="3361307" y="130382"/>
                  <a:pt x="3355149" y="131753"/>
                  <a:pt x="3347837" y="131753"/>
                </a:cubicBezTo>
                <a:cubicBezTo>
                  <a:pt x="3339154" y="131753"/>
                  <a:pt x="3332139" y="129799"/>
                  <a:pt x="3326792" y="125892"/>
                </a:cubicBezTo>
                <a:cubicBezTo>
                  <a:pt x="3321445" y="121985"/>
                  <a:pt x="3318863" y="116101"/>
                  <a:pt x="3319046" y="108240"/>
                </a:cubicBezTo>
                <a:moveTo>
                  <a:pt x="3329260" y="64505"/>
                </a:moveTo>
                <a:cubicBezTo>
                  <a:pt x="3329260" y="74057"/>
                  <a:pt x="3331157" y="81026"/>
                  <a:pt x="3334950" y="85413"/>
                </a:cubicBezTo>
                <a:cubicBezTo>
                  <a:pt x="3338743" y="89800"/>
                  <a:pt x="3343496" y="91994"/>
                  <a:pt x="3349208" y="91994"/>
                </a:cubicBezTo>
                <a:cubicBezTo>
                  <a:pt x="3354875" y="91994"/>
                  <a:pt x="3359628" y="89812"/>
                  <a:pt x="3363466" y="85447"/>
                </a:cubicBezTo>
                <a:cubicBezTo>
                  <a:pt x="3367305" y="81083"/>
                  <a:pt x="3369225" y="74240"/>
                  <a:pt x="3369225" y="64917"/>
                </a:cubicBezTo>
                <a:cubicBezTo>
                  <a:pt x="3369225" y="56005"/>
                  <a:pt x="3367248" y="49287"/>
                  <a:pt x="3363295" y="44763"/>
                </a:cubicBezTo>
                <a:cubicBezTo>
                  <a:pt x="3359342" y="40239"/>
                  <a:pt x="3354578" y="37977"/>
                  <a:pt x="3349002" y="37977"/>
                </a:cubicBezTo>
                <a:cubicBezTo>
                  <a:pt x="3343518" y="37977"/>
                  <a:pt x="3338857" y="40205"/>
                  <a:pt x="3335018" y="44660"/>
                </a:cubicBezTo>
                <a:cubicBezTo>
                  <a:pt x="3331179" y="49116"/>
                  <a:pt x="3329260" y="55731"/>
                  <a:pt x="3329260" y="64505"/>
                </a:cubicBezTo>
                <a:close/>
                <a:moveTo>
                  <a:pt x="3448976" y="78764"/>
                </a:moveTo>
                <a:lnTo>
                  <a:pt x="3461726" y="80341"/>
                </a:lnTo>
                <a:cubicBezTo>
                  <a:pt x="3459716" y="87790"/>
                  <a:pt x="3455991" y="93571"/>
                  <a:pt x="3450553" y="97684"/>
                </a:cubicBezTo>
                <a:cubicBezTo>
                  <a:pt x="3445114" y="101797"/>
                  <a:pt x="3438168" y="103853"/>
                  <a:pt x="3429713" y="103853"/>
                </a:cubicBezTo>
                <a:cubicBezTo>
                  <a:pt x="3419065" y="103853"/>
                  <a:pt x="3410622" y="100574"/>
                  <a:pt x="3404384" y="94016"/>
                </a:cubicBezTo>
                <a:cubicBezTo>
                  <a:pt x="3398146" y="87458"/>
                  <a:pt x="3395027" y="78261"/>
                  <a:pt x="3395027" y="66425"/>
                </a:cubicBezTo>
                <a:cubicBezTo>
                  <a:pt x="3395027" y="54177"/>
                  <a:pt x="3398181" y="44672"/>
                  <a:pt x="3404487" y="37908"/>
                </a:cubicBezTo>
                <a:cubicBezTo>
                  <a:pt x="3410794" y="31145"/>
                  <a:pt x="3418974" y="27763"/>
                  <a:pt x="3429028" y="27763"/>
                </a:cubicBezTo>
                <a:cubicBezTo>
                  <a:pt x="3438762" y="27763"/>
                  <a:pt x="3446714" y="31076"/>
                  <a:pt x="3452883" y="37702"/>
                </a:cubicBezTo>
                <a:cubicBezTo>
                  <a:pt x="3459053" y="44329"/>
                  <a:pt x="3462138" y="53652"/>
                  <a:pt x="3462138" y="65671"/>
                </a:cubicBezTo>
                <a:cubicBezTo>
                  <a:pt x="3462138" y="66402"/>
                  <a:pt x="3462115" y="67499"/>
                  <a:pt x="3462069" y="68961"/>
                </a:cubicBezTo>
                <a:lnTo>
                  <a:pt x="3407778" y="68961"/>
                </a:lnTo>
                <a:cubicBezTo>
                  <a:pt x="3408235" y="76959"/>
                  <a:pt x="3410497" y="83083"/>
                  <a:pt x="3414564" y="87333"/>
                </a:cubicBezTo>
                <a:cubicBezTo>
                  <a:pt x="3418631" y="91583"/>
                  <a:pt x="3423704" y="93708"/>
                  <a:pt x="3429782" y="93708"/>
                </a:cubicBezTo>
                <a:cubicBezTo>
                  <a:pt x="3434306" y="93708"/>
                  <a:pt x="3438168" y="92520"/>
                  <a:pt x="3441367" y="90143"/>
                </a:cubicBezTo>
                <a:cubicBezTo>
                  <a:pt x="3444566" y="87767"/>
                  <a:pt x="3447102" y="83974"/>
                  <a:pt x="3448976" y="78764"/>
                </a:cubicBezTo>
                <a:moveTo>
                  <a:pt x="3408463" y="58816"/>
                </a:moveTo>
                <a:lnTo>
                  <a:pt x="3449113" y="58816"/>
                </a:lnTo>
                <a:cubicBezTo>
                  <a:pt x="3448565" y="52692"/>
                  <a:pt x="3447011" y="48099"/>
                  <a:pt x="3444452" y="45037"/>
                </a:cubicBezTo>
                <a:cubicBezTo>
                  <a:pt x="3440522" y="40285"/>
                  <a:pt x="3435426" y="37908"/>
                  <a:pt x="3429165" y="37908"/>
                </a:cubicBezTo>
                <a:cubicBezTo>
                  <a:pt x="3423498" y="37908"/>
                  <a:pt x="3418734" y="39805"/>
                  <a:pt x="3414872" y="43598"/>
                </a:cubicBezTo>
                <a:cubicBezTo>
                  <a:pt x="3411011" y="47391"/>
                  <a:pt x="3408874" y="52464"/>
                  <a:pt x="3408463" y="58816"/>
                </a:cubicBezTo>
                <a:close/>
                <a:moveTo>
                  <a:pt x="3480468" y="102208"/>
                </a:moveTo>
                <a:lnTo>
                  <a:pt x="3480468" y="88155"/>
                </a:lnTo>
                <a:lnTo>
                  <a:pt x="3494521" y="88155"/>
                </a:lnTo>
                <a:lnTo>
                  <a:pt x="3494521" y="102208"/>
                </a:lnTo>
                <a:lnTo>
                  <a:pt x="3480468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(">
            <a:extLst xmlns:a="http://schemas.openxmlformats.org/drawingml/2006/main">
              <a:ext uri="{FF2B5EF4-FFF2-40B4-BE49-F238E27FC236}">
                <a16:creationId xmlns:a16="http://schemas.microsoft.com/office/drawing/2014/main" id="{FAF4F002-F32B-48F6-A07E-C85E846E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931" y="2766410"/>
            <a:ext cx="51892" cy="131753"/>
          </a:xfrm>
          <a:custGeom xmlns:a="http://schemas.openxmlformats.org/drawingml/2006/main">
            <a:pathLst>
              <a:path w="51892" h="131753">
                <a:moveTo>
                  <a:pt x="24404" y="131753"/>
                </a:moveTo>
                <a:lnTo>
                  <a:pt x="11037" y="131753"/>
                </a:lnTo>
                <a:cubicBezTo>
                  <a:pt x="7289" y="123024"/>
                  <a:pt x="4513" y="114193"/>
                  <a:pt x="2708" y="105258"/>
                </a:cubicBezTo>
                <a:cubicBezTo>
                  <a:pt x="903" y="96324"/>
                  <a:pt x="0" y="88132"/>
                  <a:pt x="0" y="80683"/>
                </a:cubicBezTo>
                <a:cubicBezTo>
                  <a:pt x="0" y="71360"/>
                  <a:pt x="1497" y="62003"/>
                  <a:pt x="4490" y="52612"/>
                </a:cubicBezTo>
                <a:cubicBezTo>
                  <a:pt x="7483" y="43221"/>
                  <a:pt x="12065" y="33658"/>
                  <a:pt x="18234" y="23924"/>
                </a:cubicBezTo>
                <a:cubicBezTo>
                  <a:pt x="22119" y="17709"/>
                  <a:pt x="28357" y="9734"/>
                  <a:pt x="36948" y="0"/>
                </a:cubicBezTo>
                <a:lnTo>
                  <a:pt x="51892" y="0"/>
                </a:lnTo>
                <a:cubicBezTo>
                  <a:pt x="43164" y="10237"/>
                  <a:pt x="36434" y="19857"/>
                  <a:pt x="31704" y="28860"/>
                </a:cubicBezTo>
                <a:cubicBezTo>
                  <a:pt x="26974" y="37862"/>
                  <a:pt x="23444" y="47665"/>
                  <a:pt x="21113" y="58267"/>
                </a:cubicBezTo>
                <a:cubicBezTo>
                  <a:pt x="18783" y="68870"/>
                  <a:pt x="17617" y="79244"/>
                  <a:pt x="17617" y="89389"/>
                </a:cubicBezTo>
                <a:cubicBezTo>
                  <a:pt x="17617" y="96244"/>
                  <a:pt x="18131" y="102916"/>
                  <a:pt x="19160" y="109406"/>
                </a:cubicBezTo>
                <a:cubicBezTo>
                  <a:pt x="20188" y="115895"/>
                  <a:pt x="21936" y="123344"/>
                  <a:pt x="24404" y="131753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b">
            <a:extLst xmlns:a="http://schemas.openxmlformats.org/drawingml/2006/main">
              <a:ext uri="{FF2B5EF4-FFF2-40B4-BE49-F238E27FC236}">
                <a16:creationId xmlns:a16="http://schemas.microsoft.com/office/drawing/2014/main" id="{D542F290-AC50-465F-828E-AD19C3F5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078" y="2768123"/>
            <a:ext cx="79381" cy="102208"/>
          </a:xfrm>
          <a:custGeom xmlns:a="http://schemas.openxmlformats.org/drawingml/2006/main">
            <a:pathLst>
              <a:path w="79381" h="102208">
                <a:moveTo>
                  <a:pt x="0" y="100494"/>
                </a:moveTo>
                <a:lnTo>
                  <a:pt x="20976" y="0"/>
                </a:lnTo>
                <a:lnTo>
                  <a:pt x="40719" y="0"/>
                </a:lnTo>
                <a:lnTo>
                  <a:pt x="33658" y="33589"/>
                </a:lnTo>
                <a:cubicBezTo>
                  <a:pt x="37268" y="30847"/>
                  <a:pt x="40639" y="28894"/>
                  <a:pt x="43769" y="27728"/>
                </a:cubicBezTo>
                <a:cubicBezTo>
                  <a:pt x="46900" y="26563"/>
                  <a:pt x="50316" y="25980"/>
                  <a:pt x="54017" y="25980"/>
                </a:cubicBezTo>
                <a:cubicBezTo>
                  <a:pt x="61695" y="25980"/>
                  <a:pt x="67842" y="28551"/>
                  <a:pt x="72457" y="33692"/>
                </a:cubicBezTo>
                <a:cubicBezTo>
                  <a:pt x="77073" y="38834"/>
                  <a:pt x="79381" y="46317"/>
                  <a:pt x="79381" y="56142"/>
                </a:cubicBezTo>
                <a:cubicBezTo>
                  <a:pt x="79381" y="62769"/>
                  <a:pt x="78295" y="69201"/>
                  <a:pt x="76125" y="75439"/>
                </a:cubicBezTo>
                <a:cubicBezTo>
                  <a:pt x="73954" y="81677"/>
                  <a:pt x="71052" y="86750"/>
                  <a:pt x="67419" y="90657"/>
                </a:cubicBezTo>
                <a:cubicBezTo>
                  <a:pt x="63786" y="94565"/>
                  <a:pt x="59970" y="97467"/>
                  <a:pt x="55971" y="99363"/>
                </a:cubicBezTo>
                <a:cubicBezTo>
                  <a:pt x="51972" y="101260"/>
                  <a:pt x="47779" y="102208"/>
                  <a:pt x="43392" y="102208"/>
                </a:cubicBezTo>
                <a:cubicBezTo>
                  <a:pt x="32973" y="102208"/>
                  <a:pt x="25318" y="97638"/>
                  <a:pt x="20428" y="88498"/>
                </a:cubicBezTo>
                <a:lnTo>
                  <a:pt x="17892" y="100494"/>
                </a:lnTo>
                <a:lnTo>
                  <a:pt x="0" y="100494"/>
                </a:lnTo>
                <a:moveTo>
                  <a:pt x="26529" y="70812"/>
                </a:moveTo>
                <a:cubicBezTo>
                  <a:pt x="26529" y="75702"/>
                  <a:pt x="27911" y="79678"/>
                  <a:pt x="30676" y="82740"/>
                </a:cubicBezTo>
                <a:cubicBezTo>
                  <a:pt x="33441" y="85802"/>
                  <a:pt x="36697" y="87333"/>
                  <a:pt x="40444" y="87333"/>
                </a:cubicBezTo>
                <a:cubicBezTo>
                  <a:pt x="43735" y="87333"/>
                  <a:pt x="46877" y="86144"/>
                  <a:pt x="49870" y="83768"/>
                </a:cubicBezTo>
                <a:cubicBezTo>
                  <a:pt x="52863" y="81392"/>
                  <a:pt x="55354" y="77599"/>
                  <a:pt x="57342" y="72389"/>
                </a:cubicBezTo>
                <a:cubicBezTo>
                  <a:pt x="59330" y="67179"/>
                  <a:pt x="60324" y="61923"/>
                  <a:pt x="60324" y="56622"/>
                </a:cubicBezTo>
                <a:cubicBezTo>
                  <a:pt x="60324" y="51458"/>
                  <a:pt x="58987" y="47402"/>
                  <a:pt x="56314" y="44455"/>
                </a:cubicBezTo>
                <a:cubicBezTo>
                  <a:pt x="53640" y="41507"/>
                  <a:pt x="50407" y="40033"/>
                  <a:pt x="46614" y="40033"/>
                </a:cubicBezTo>
                <a:cubicBezTo>
                  <a:pt x="41678" y="40033"/>
                  <a:pt x="37428" y="42318"/>
                  <a:pt x="33864" y="46888"/>
                </a:cubicBezTo>
                <a:cubicBezTo>
                  <a:pt x="28974" y="53149"/>
                  <a:pt x="26529" y="61124"/>
                  <a:pt x="26529" y="70812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)Char">
            <a:extLst xmlns:a="http://schemas.openxmlformats.org/drawingml/2006/main">
              <a:ext uri="{FF2B5EF4-FFF2-40B4-BE49-F238E27FC236}">
                <a16:creationId xmlns:a16="http://schemas.microsoft.com/office/drawing/2014/main" id="{DFE948B7-07D0-4116-9E2D-59A81DC1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675" y="2766410"/>
            <a:ext cx="399348" cy="131753"/>
          </a:xfrm>
          <a:custGeom xmlns:a="http://schemas.openxmlformats.org/drawingml/2006/main">
            <a:pathLst>
              <a:path w="399348" h="131753">
                <a:moveTo>
                  <a:pt x="27489" y="0"/>
                </a:moveTo>
                <a:lnTo>
                  <a:pt x="40856" y="0"/>
                </a:lnTo>
                <a:cubicBezTo>
                  <a:pt x="44603" y="8683"/>
                  <a:pt x="47379" y="17503"/>
                  <a:pt x="49185" y="26460"/>
                </a:cubicBezTo>
                <a:cubicBezTo>
                  <a:pt x="50990" y="35417"/>
                  <a:pt x="51892" y="43598"/>
                  <a:pt x="51892" y="51001"/>
                </a:cubicBezTo>
                <a:cubicBezTo>
                  <a:pt x="51892" y="60324"/>
                  <a:pt x="50396" y="69681"/>
                  <a:pt x="47402" y="79072"/>
                </a:cubicBezTo>
                <a:cubicBezTo>
                  <a:pt x="44409" y="88464"/>
                  <a:pt x="39828" y="98049"/>
                  <a:pt x="33658" y="107829"/>
                </a:cubicBezTo>
                <a:cubicBezTo>
                  <a:pt x="29728" y="114044"/>
                  <a:pt x="23490" y="122019"/>
                  <a:pt x="14944" y="131753"/>
                </a:cubicBezTo>
                <a:lnTo>
                  <a:pt x="0" y="131753"/>
                </a:lnTo>
                <a:cubicBezTo>
                  <a:pt x="8683" y="121516"/>
                  <a:pt x="15389" y="111919"/>
                  <a:pt x="20119" y="102962"/>
                </a:cubicBezTo>
                <a:cubicBezTo>
                  <a:pt x="24849" y="94005"/>
                  <a:pt x="28380" y="84214"/>
                  <a:pt x="30710" y="73588"/>
                </a:cubicBezTo>
                <a:cubicBezTo>
                  <a:pt x="33041" y="62963"/>
                  <a:pt x="34206" y="52555"/>
                  <a:pt x="34206" y="42364"/>
                </a:cubicBezTo>
                <a:cubicBezTo>
                  <a:pt x="34206" y="35463"/>
                  <a:pt x="33704" y="28780"/>
                  <a:pt x="32698" y="22313"/>
                </a:cubicBezTo>
                <a:cubicBezTo>
                  <a:pt x="31693" y="15846"/>
                  <a:pt x="29956" y="8409"/>
                  <a:pt x="27489" y="0"/>
                </a:cubicBezTo>
                <a:close/>
                <a:moveTo>
                  <a:pt x="146400" y="66014"/>
                </a:moveTo>
                <a:lnTo>
                  <a:pt x="167239" y="69167"/>
                </a:lnTo>
                <a:cubicBezTo>
                  <a:pt x="163171" y="80455"/>
                  <a:pt x="157071" y="89081"/>
                  <a:pt x="148936" y="95044"/>
                </a:cubicBezTo>
                <a:cubicBezTo>
                  <a:pt x="140801" y="101008"/>
                  <a:pt x="131273" y="103990"/>
                  <a:pt x="120351" y="103990"/>
                </a:cubicBezTo>
                <a:cubicBezTo>
                  <a:pt x="108057" y="103990"/>
                  <a:pt x="98449" y="100289"/>
                  <a:pt x="91525" y="92885"/>
                </a:cubicBezTo>
                <a:cubicBezTo>
                  <a:pt x="84602" y="85482"/>
                  <a:pt x="81140" y="74742"/>
                  <a:pt x="81140" y="60667"/>
                </a:cubicBezTo>
                <a:cubicBezTo>
                  <a:pt x="81140" y="49242"/>
                  <a:pt x="83459" y="38788"/>
                  <a:pt x="88098" y="29305"/>
                </a:cubicBezTo>
                <a:cubicBezTo>
                  <a:pt x="92736" y="19822"/>
                  <a:pt x="99169" y="12567"/>
                  <a:pt x="107395" y="7540"/>
                </a:cubicBezTo>
                <a:cubicBezTo>
                  <a:pt x="115621" y="2514"/>
                  <a:pt x="124578" y="0"/>
                  <a:pt x="134266" y="0"/>
                </a:cubicBezTo>
                <a:cubicBezTo>
                  <a:pt x="145143" y="0"/>
                  <a:pt x="153940" y="2913"/>
                  <a:pt x="160658" y="8740"/>
                </a:cubicBezTo>
                <a:cubicBezTo>
                  <a:pt x="167376" y="14567"/>
                  <a:pt x="171329" y="22507"/>
                  <a:pt x="172517" y="32561"/>
                </a:cubicBezTo>
                <a:lnTo>
                  <a:pt x="152706" y="34481"/>
                </a:lnTo>
                <a:cubicBezTo>
                  <a:pt x="151609" y="28631"/>
                  <a:pt x="149496" y="24392"/>
                  <a:pt x="146365" y="21765"/>
                </a:cubicBezTo>
                <a:cubicBezTo>
                  <a:pt x="143235" y="19137"/>
                  <a:pt x="139065" y="17823"/>
                  <a:pt x="133855" y="17823"/>
                </a:cubicBezTo>
                <a:cubicBezTo>
                  <a:pt x="128142" y="17823"/>
                  <a:pt x="122807" y="19560"/>
                  <a:pt x="117849" y="23033"/>
                </a:cubicBezTo>
                <a:cubicBezTo>
                  <a:pt x="112890" y="26506"/>
                  <a:pt x="108926" y="31933"/>
                  <a:pt x="105955" y="39313"/>
                </a:cubicBezTo>
                <a:cubicBezTo>
                  <a:pt x="102985" y="46694"/>
                  <a:pt x="101499" y="54063"/>
                  <a:pt x="101499" y="61421"/>
                </a:cubicBezTo>
                <a:cubicBezTo>
                  <a:pt x="101499" y="69464"/>
                  <a:pt x="103430" y="75679"/>
                  <a:pt x="107292" y="80066"/>
                </a:cubicBezTo>
                <a:cubicBezTo>
                  <a:pt x="111154" y="84454"/>
                  <a:pt x="115963" y="86647"/>
                  <a:pt x="121722" y="86647"/>
                </a:cubicBezTo>
                <a:cubicBezTo>
                  <a:pt x="127069" y="86647"/>
                  <a:pt x="131970" y="84911"/>
                  <a:pt x="136426" y="81437"/>
                </a:cubicBezTo>
                <a:cubicBezTo>
                  <a:pt x="140881" y="77964"/>
                  <a:pt x="144206" y="72823"/>
                  <a:pt x="146400" y="66014"/>
                </a:cubicBezTo>
                <a:close/>
                <a:moveTo>
                  <a:pt x="194829" y="102208"/>
                </a:moveTo>
                <a:lnTo>
                  <a:pt x="175155" y="102208"/>
                </a:lnTo>
                <a:lnTo>
                  <a:pt x="196200" y="1714"/>
                </a:lnTo>
                <a:lnTo>
                  <a:pt x="215874" y="1714"/>
                </a:lnTo>
                <a:lnTo>
                  <a:pt x="208333" y="37497"/>
                </a:lnTo>
                <a:cubicBezTo>
                  <a:pt x="212766" y="34024"/>
                  <a:pt x="216902" y="31522"/>
                  <a:pt x="220741" y="29991"/>
                </a:cubicBezTo>
                <a:cubicBezTo>
                  <a:pt x="224580" y="28460"/>
                  <a:pt x="228693" y="27694"/>
                  <a:pt x="233080" y="27694"/>
                </a:cubicBezTo>
                <a:cubicBezTo>
                  <a:pt x="238975" y="27694"/>
                  <a:pt x="243636" y="29385"/>
                  <a:pt x="247064" y="32767"/>
                </a:cubicBezTo>
                <a:cubicBezTo>
                  <a:pt x="250491" y="36149"/>
                  <a:pt x="252205" y="40582"/>
                  <a:pt x="252205" y="46066"/>
                </a:cubicBezTo>
                <a:cubicBezTo>
                  <a:pt x="252205" y="48990"/>
                  <a:pt x="251565" y="53515"/>
                  <a:pt x="250286" y="59638"/>
                </a:cubicBezTo>
                <a:lnTo>
                  <a:pt x="241374" y="102208"/>
                </a:lnTo>
                <a:lnTo>
                  <a:pt x="221700" y="102208"/>
                </a:lnTo>
                <a:lnTo>
                  <a:pt x="230818" y="58816"/>
                </a:lnTo>
                <a:cubicBezTo>
                  <a:pt x="231777" y="54109"/>
                  <a:pt x="232257" y="51093"/>
                  <a:pt x="232257" y="49767"/>
                </a:cubicBezTo>
                <a:cubicBezTo>
                  <a:pt x="232257" y="47345"/>
                  <a:pt x="231503" y="45403"/>
                  <a:pt x="229995" y="43941"/>
                </a:cubicBezTo>
                <a:cubicBezTo>
                  <a:pt x="228487" y="42478"/>
                  <a:pt x="226430" y="41747"/>
                  <a:pt x="223826" y="41747"/>
                </a:cubicBezTo>
                <a:cubicBezTo>
                  <a:pt x="220535" y="41747"/>
                  <a:pt x="217382" y="42889"/>
                  <a:pt x="214366" y="45174"/>
                </a:cubicBezTo>
                <a:cubicBezTo>
                  <a:pt x="210435" y="48191"/>
                  <a:pt x="207442" y="51892"/>
                  <a:pt x="205386" y="56279"/>
                </a:cubicBezTo>
                <a:cubicBezTo>
                  <a:pt x="204243" y="58702"/>
                  <a:pt x="202735" y="64391"/>
                  <a:pt x="200861" y="73348"/>
                </a:cubicBezTo>
                <a:lnTo>
                  <a:pt x="194829" y="102208"/>
                </a:lnTo>
                <a:close/>
                <a:moveTo>
                  <a:pt x="288337" y="50041"/>
                </a:moveTo>
                <a:lnTo>
                  <a:pt x="269143" y="48396"/>
                </a:lnTo>
                <a:cubicBezTo>
                  <a:pt x="271337" y="41907"/>
                  <a:pt x="275164" y="36834"/>
                  <a:pt x="280625" y="33178"/>
                </a:cubicBezTo>
                <a:cubicBezTo>
                  <a:pt x="286086" y="29522"/>
                  <a:pt x="293318" y="27694"/>
                  <a:pt x="302321" y="27694"/>
                </a:cubicBezTo>
                <a:cubicBezTo>
                  <a:pt x="311690" y="27694"/>
                  <a:pt x="318613" y="29579"/>
                  <a:pt x="323092" y="33350"/>
                </a:cubicBezTo>
                <a:cubicBezTo>
                  <a:pt x="327571" y="37120"/>
                  <a:pt x="329810" y="41724"/>
                  <a:pt x="329810" y="47162"/>
                </a:cubicBezTo>
                <a:cubicBezTo>
                  <a:pt x="329810" y="49356"/>
                  <a:pt x="329616" y="51687"/>
                  <a:pt x="329227" y="54154"/>
                </a:cubicBezTo>
                <a:cubicBezTo>
                  <a:pt x="328839" y="56622"/>
                  <a:pt x="327479" y="63112"/>
                  <a:pt x="325148" y="73623"/>
                </a:cubicBezTo>
                <a:cubicBezTo>
                  <a:pt x="323229" y="82306"/>
                  <a:pt x="322269" y="88384"/>
                  <a:pt x="322269" y="91857"/>
                </a:cubicBezTo>
                <a:cubicBezTo>
                  <a:pt x="322269" y="94965"/>
                  <a:pt x="322818" y="98415"/>
                  <a:pt x="323915" y="102208"/>
                </a:cubicBezTo>
                <a:lnTo>
                  <a:pt x="304789" y="102208"/>
                </a:lnTo>
                <a:cubicBezTo>
                  <a:pt x="304012" y="99557"/>
                  <a:pt x="303532" y="96815"/>
                  <a:pt x="303350" y="93982"/>
                </a:cubicBezTo>
                <a:cubicBezTo>
                  <a:pt x="300470" y="97181"/>
                  <a:pt x="297157" y="99637"/>
                  <a:pt x="293410" y="101351"/>
                </a:cubicBezTo>
                <a:cubicBezTo>
                  <a:pt x="289662" y="103065"/>
                  <a:pt x="285892" y="103922"/>
                  <a:pt x="282099" y="103922"/>
                </a:cubicBezTo>
                <a:cubicBezTo>
                  <a:pt x="276067" y="103922"/>
                  <a:pt x="271085" y="101945"/>
                  <a:pt x="267155" y="97992"/>
                </a:cubicBezTo>
                <a:cubicBezTo>
                  <a:pt x="263225" y="94039"/>
                  <a:pt x="261260" y="88955"/>
                  <a:pt x="261260" y="82740"/>
                </a:cubicBezTo>
                <a:cubicBezTo>
                  <a:pt x="261260" y="75793"/>
                  <a:pt x="263419" y="70241"/>
                  <a:pt x="267738" y="66082"/>
                </a:cubicBezTo>
                <a:cubicBezTo>
                  <a:pt x="272057" y="61923"/>
                  <a:pt x="279768" y="59410"/>
                  <a:pt x="290874" y="58542"/>
                </a:cubicBezTo>
                <a:cubicBezTo>
                  <a:pt x="300242" y="57765"/>
                  <a:pt x="306503" y="56828"/>
                  <a:pt x="309656" y="55731"/>
                </a:cubicBezTo>
                <a:cubicBezTo>
                  <a:pt x="310479" y="52989"/>
                  <a:pt x="310890" y="50795"/>
                  <a:pt x="310890" y="49150"/>
                </a:cubicBezTo>
                <a:cubicBezTo>
                  <a:pt x="310890" y="47048"/>
                  <a:pt x="310045" y="45289"/>
                  <a:pt x="308354" y="43872"/>
                </a:cubicBezTo>
                <a:cubicBezTo>
                  <a:pt x="306663" y="42455"/>
                  <a:pt x="304149" y="41747"/>
                  <a:pt x="300813" y="41747"/>
                </a:cubicBezTo>
                <a:cubicBezTo>
                  <a:pt x="297294" y="41747"/>
                  <a:pt x="294518" y="42467"/>
                  <a:pt x="292484" y="43906"/>
                </a:cubicBezTo>
                <a:cubicBezTo>
                  <a:pt x="290451" y="45346"/>
                  <a:pt x="289068" y="47391"/>
                  <a:pt x="288337" y="50041"/>
                </a:cubicBezTo>
                <a:moveTo>
                  <a:pt x="307051" y="68276"/>
                </a:moveTo>
                <a:cubicBezTo>
                  <a:pt x="305863" y="68596"/>
                  <a:pt x="304286" y="68893"/>
                  <a:pt x="302321" y="69167"/>
                </a:cubicBezTo>
                <a:cubicBezTo>
                  <a:pt x="292450" y="70355"/>
                  <a:pt x="286006" y="72092"/>
                  <a:pt x="282990" y="74377"/>
                </a:cubicBezTo>
                <a:cubicBezTo>
                  <a:pt x="280842" y="76022"/>
                  <a:pt x="279768" y="78238"/>
                  <a:pt x="279768" y="81026"/>
                </a:cubicBezTo>
                <a:cubicBezTo>
                  <a:pt x="279768" y="83311"/>
                  <a:pt x="280591" y="85242"/>
                  <a:pt x="282236" y="86818"/>
                </a:cubicBezTo>
                <a:cubicBezTo>
                  <a:pt x="283881" y="88395"/>
                  <a:pt x="286052" y="89183"/>
                  <a:pt x="288748" y="89183"/>
                </a:cubicBezTo>
                <a:cubicBezTo>
                  <a:pt x="291719" y="89183"/>
                  <a:pt x="294518" y="88464"/>
                  <a:pt x="297146" y="87024"/>
                </a:cubicBezTo>
                <a:cubicBezTo>
                  <a:pt x="299774" y="85585"/>
                  <a:pt x="301739" y="83734"/>
                  <a:pt x="303041" y="81472"/>
                </a:cubicBezTo>
                <a:cubicBezTo>
                  <a:pt x="304344" y="79209"/>
                  <a:pt x="305497" y="75679"/>
                  <a:pt x="306503" y="70881"/>
                </a:cubicBezTo>
                <a:lnTo>
                  <a:pt x="307051" y="68276"/>
                </a:lnTo>
                <a:close/>
                <a:moveTo>
                  <a:pt x="352529" y="29408"/>
                </a:moveTo>
                <a:lnTo>
                  <a:pt x="370900" y="29408"/>
                </a:lnTo>
                <a:lnTo>
                  <a:pt x="367953" y="43529"/>
                </a:lnTo>
                <a:cubicBezTo>
                  <a:pt x="374808" y="32973"/>
                  <a:pt x="382234" y="27694"/>
                  <a:pt x="390231" y="27694"/>
                </a:cubicBezTo>
                <a:cubicBezTo>
                  <a:pt x="393065" y="27694"/>
                  <a:pt x="396104" y="28403"/>
                  <a:pt x="399348" y="29819"/>
                </a:cubicBezTo>
                <a:lnTo>
                  <a:pt x="391808" y="45928"/>
                </a:lnTo>
                <a:cubicBezTo>
                  <a:pt x="390026" y="45289"/>
                  <a:pt x="388129" y="44969"/>
                  <a:pt x="386118" y="44969"/>
                </a:cubicBezTo>
                <a:cubicBezTo>
                  <a:pt x="382737" y="44969"/>
                  <a:pt x="379298" y="46248"/>
                  <a:pt x="375802" y="48808"/>
                </a:cubicBezTo>
                <a:cubicBezTo>
                  <a:pt x="372306" y="51367"/>
                  <a:pt x="369575" y="54783"/>
                  <a:pt x="367610" y="59056"/>
                </a:cubicBezTo>
                <a:cubicBezTo>
                  <a:pt x="365645" y="63329"/>
                  <a:pt x="363703" y="70104"/>
                  <a:pt x="361783" y="79381"/>
                </a:cubicBezTo>
                <a:lnTo>
                  <a:pt x="356985" y="102208"/>
                </a:lnTo>
                <a:lnTo>
                  <a:pt x="337311" y="102208"/>
                </a:lnTo>
                <a:lnTo>
                  <a:pt x="352529" y="29408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lesthinksthatthereisn’tanysalmoninsidethef">
            <a:extLst xmlns:a="http://schemas.openxmlformats.org/drawingml/2006/main">
              <a:ext uri="{FF2B5EF4-FFF2-40B4-BE49-F238E27FC236}">
                <a16:creationId xmlns:a16="http://schemas.microsoft.com/office/drawing/2014/main" id="{CF370550-2788-4EE8-B50E-9B9E435C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192" y="2766410"/>
            <a:ext cx="3246334" cy="131753"/>
          </a:xfrm>
          <a:custGeom xmlns:a="http://schemas.openxmlformats.org/drawingml/2006/main">
            <a:pathLst>
              <a:path w="3246334" h="131753">
                <a:moveTo>
                  <a:pt x="0" y="102208"/>
                </a:moveTo>
                <a:lnTo>
                  <a:pt x="21045" y="1714"/>
                </a:lnTo>
                <a:lnTo>
                  <a:pt x="40650" y="1714"/>
                </a:lnTo>
                <a:lnTo>
                  <a:pt x="19674" y="102208"/>
                </a:lnTo>
                <a:lnTo>
                  <a:pt x="0" y="102208"/>
                </a:lnTo>
                <a:close/>
                <a:moveTo>
                  <a:pt x="109541" y="71909"/>
                </a:moveTo>
                <a:lnTo>
                  <a:pt x="60185" y="71909"/>
                </a:lnTo>
                <a:cubicBezTo>
                  <a:pt x="60139" y="72686"/>
                  <a:pt x="60117" y="73280"/>
                  <a:pt x="60117" y="73691"/>
                </a:cubicBezTo>
                <a:cubicBezTo>
                  <a:pt x="60117" y="78535"/>
                  <a:pt x="61499" y="82443"/>
                  <a:pt x="64264" y="85413"/>
                </a:cubicBezTo>
                <a:cubicBezTo>
                  <a:pt x="67029" y="88384"/>
                  <a:pt x="70399" y="89869"/>
                  <a:pt x="74375" y="89869"/>
                </a:cubicBezTo>
                <a:cubicBezTo>
                  <a:pt x="80910" y="89869"/>
                  <a:pt x="86006" y="86487"/>
                  <a:pt x="89662" y="79724"/>
                </a:cubicBezTo>
                <a:lnTo>
                  <a:pt x="107279" y="82671"/>
                </a:lnTo>
                <a:cubicBezTo>
                  <a:pt x="103851" y="89755"/>
                  <a:pt x="99270" y="95067"/>
                  <a:pt x="93535" y="98609"/>
                </a:cubicBezTo>
                <a:cubicBezTo>
                  <a:pt x="87799" y="102151"/>
                  <a:pt x="81367" y="103922"/>
                  <a:pt x="74238" y="103922"/>
                </a:cubicBezTo>
                <a:cubicBezTo>
                  <a:pt x="64458" y="103922"/>
                  <a:pt x="56506" y="100826"/>
                  <a:pt x="50383" y="94633"/>
                </a:cubicBezTo>
                <a:cubicBezTo>
                  <a:pt x="44259" y="88441"/>
                  <a:pt x="41197" y="80249"/>
                  <a:pt x="41197" y="70058"/>
                </a:cubicBezTo>
                <a:cubicBezTo>
                  <a:pt x="41197" y="60095"/>
                  <a:pt x="43962" y="51230"/>
                  <a:pt x="49491" y="43461"/>
                </a:cubicBezTo>
                <a:cubicBezTo>
                  <a:pt x="57032" y="32950"/>
                  <a:pt x="67794" y="27694"/>
                  <a:pt x="81778" y="27694"/>
                </a:cubicBezTo>
                <a:cubicBezTo>
                  <a:pt x="90690" y="27694"/>
                  <a:pt x="97773" y="30448"/>
                  <a:pt x="103029" y="35954"/>
                </a:cubicBezTo>
                <a:cubicBezTo>
                  <a:pt x="108284" y="41461"/>
                  <a:pt x="110912" y="49173"/>
                  <a:pt x="110912" y="59090"/>
                </a:cubicBezTo>
                <a:cubicBezTo>
                  <a:pt x="110912" y="63843"/>
                  <a:pt x="110455" y="68116"/>
                  <a:pt x="109541" y="71909"/>
                </a:cubicBezTo>
                <a:moveTo>
                  <a:pt x="92952" y="59913"/>
                </a:moveTo>
                <a:cubicBezTo>
                  <a:pt x="92998" y="59044"/>
                  <a:pt x="93021" y="58382"/>
                  <a:pt x="93021" y="57925"/>
                </a:cubicBezTo>
                <a:cubicBezTo>
                  <a:pt x="93021" y="52532"/>
                  <a:pt x="91810" y="48488"/>
                  <a:pt x="89387" y="45791"/>
                </a:cubicBezTo>
                <a:cubicBezTo>
                  <a:pt x="86965" y="43095"/>
                  <a:pt x="83721" y="41747"/>
                  <a:pt x="79653" y="41747"/>
                </a:cubicBezTo>
                <a:cubicBezTo>
                  <a:pt x="75586" y="41747"/>
                  <a:pt x="71941" y="43278"/>
                  <a:pt x="68720" y="46340"/>
                </a:cubicBezTo>
                <a:cubicBezTo>
                  <a:pt x="65498" y="49402"/>
                  <a:pt x="63316" y="53926"/>
                  <a:pt x="62173" y="59913"/>
                </a:cubicBezTo>
                <a:lnTo>
                  <a:pt x="92952" y="59913"/>
                </a:lnTo>
                <a:close/>
                <a:moveTo>
                  <a:pt x="113956" y="81849"/>
                </a:moveTo>
                <a:lnTo>
                  <a:pt x="133013" y="78832"/>
                </a:lnTo>
                <a:cubicBezTo>
                  <a:pt x="134704" y="82854"/>
                  <a:pt x="136806" y="85699"/>
                  <a:pt x="139320" y="87367"/>
                </a:cubicBezTo>
                <a:cubicBezTo>
                  <a:pt x="141833" y="89035"/>
                  <a:pt x="145261" y="89869"/>
                  <a:pt x="149602" y="89869"/>
                </a:cubicBezTo>
                <a:cubicBezTo>
                  <a:pt x="154081" y="89869"/>
                  <a:pt x="157668" y="88864"/>
                  <a:pt x="160364" y="86853"/>
                </a:cubicBezTo>
                <a:cubicBezTo>
                  <a:pt x="162238" y="85482"/>
                  <a:pt x="163175" y="83814"/>
                  <a:pt x="163175" y="81849"/>
                </a:cubicBezTo>
                <a:cubicBezTo>
                  <a:pt x="163175" y="80523"/>
                  <a:pt x="162695" y="79335"/>
                  <a:pt x="161735" y="78284"/>
                </a:cubicBezTo>
                <a:cubicBezTo>
                  <a:pt x="160730" y="77279"/>
                  <a:pt x="158011" y="76045"/>
                  <a:pt x="153578" y="74582"/>
                </a:cubicBezTo>
                <a:cubicBezTo>
                  <a:pt x="141696" y="70652"/>
                  <a:pt x="134338" y="67545"/>
                  <a:pt x="131505" y="65260"/>
                </a:cubicBezTo>
                <a:cubicBezTo>
                  <a:pt x="127072" y="61695"/>
                  <a:pt x="124856" y="57034"/>
                  <a:pt x="124856" y="51275"/>
                </a:cubicBezTo>
                <a:cubicBezTo>
                  <a:pt x="124856" y="45517"/>
                  <a:pt x="127003" y="40559"/>
                  <a:pt x="131299" y="36400"/>
                </a:cubicBezTo>
                <a:cubicBezTo>
                  <a:pt x="137286" y="30596"/>
                  <a:pt x="146175" y="27694"/>
                  <a:pt x="157965" y="27694"/>
                </a:cubicBezTo>
                <a:cubicBezTo>
                  <a:pt x="167334" y="27694"/>
                  <a:pt x="174417" y="29408"/>
                  <a:pt x="179216" y="32835"/>
                </a:cubicBezTo>
                <a:cubicBezTo>
                  <a:pt x="184014" y="36263"/>
                  <a:pt x="187053" y="40901"/>
                  <a:pt x="188333" y="46751"/>
                </a:cubicBezTo>
                <a:lnTo>
                  <a:pt x="170167" y="49904"/>
                </a:lnTo>
                <a:cubicBezTo>
                  <a:pt x="169207" y="47254"/>
                  <a:pt x="167654" y="45266"/>
                  <a:pt x="165506" y="43941"/>
                </a:cubicBezTo>
                <a:cubicBezTo>
                  <a:pt x="162581" y="42158"/>
                  <a:pt x="159062" y="41267"/>
                  <a:pt x="154949" y="41267"/>
                </a:cubicBezTo>
                <a:cubicBezTo>
                  <a:pt x="150836" y="41267"/>
                  <a:pt x="147877" y="41953"/>
                  <a:pt x="146072" y="43324"/>
                </a:cubicBezTo>
                <a:cubicBezTo>
                  <a:pt x="144267" y="44695"/>
                  <a:pt x="143364" y="46271"/>
                  <a:pt x="143364" y="48054"/>
                </a:cubicBezTo>
                <a:cubicBezTo>
                  <a:pt x="143364" y="49882"/>
                  <a:pt x="144278" y="51390"/>
                  <a:pt x="146106" y="52578"/>
                </a:cubicBezTo>
                <a:cubicBezTo>
                  <a:pt x="147249" y="53309"/>
                  <a:pt x="150927" y="54589"/>
                  <a:pt x="157143" y="56417"/>
                </a:cubicBezTo>
                <a:cubicBezTo>
                  <a:pt x="166740" y="59204"/>
                  <a:pt x="173160" y="61946"/>
                  <a:pt x="176405" y="64643"/>
                </a:cubicBezTo>
                <a:cubicBezTo>
                  <a:pt x="180975" y="68436"/>
                  <a:pt x="183260" y="73006"/>
                  <a:pt x="183260" y="78353"/>
                </a:cubicBezTo>
                <a:cubicBezTo>
                  <a:pt x="183260" y="85253"/>
                  <a:pt x="180358" y="91240"/>
                  <a:pt x="174554" y="96313"/>
                </a:cubicBezTo>
                <a:cubicBezTo>
                  <a:pt x="168750" y="101385"/>
                  <a:pt x="160570" y="103922"/>
                  <a:pt x="150013" y="103922"/>
                </a:cubicBezTo>
                <a:cubicBezTo>
                  <a:pt x="139502" y="103922"/>
                  <a:pt x="131379" y="101991"/>
                  <a:pt x="125644" y="98129"/>
                </a:cubicBezTo>
                <a:cubicBezTo>
                  <a:pt x="119909" y="94268"/>
                  <a:pt x="116013" y="88841"/>
                  <a:pt x="113956" y="81849"/>
                </a:cubicBezTo>
                <a:close/>
                <a:moveTo>
                  <a:pt x="237784" y="44009"/>
                </a:moveTo>
                <a:lnTo>
                  <a:pt x="240801" y="29408"/>
                </a:lnTo>
                <a:lnTo>
                  <a:pt x="250398" y="29408"/>
                </a:lnTo>
                <a:lnTo>
                  <a:pt x="252797" y="17754"/>
                </a:lnTo>
                <a:lnTo>
                  <a:pt x="275350" y="4182"/>
                </a:lnTo>
                <a:lnTo>
                  <a:pt x="270071" y="29408"/>
                </a:lnTo>
                <a:lnTo>
                  <a:pt x="282068" y="29408"/>
                </a:lnTo>
                <a:lnTo>
                  <a:pt x="279051" y="44009"/>
                </a:lnTo>
                <a:lnTo>
                  <a:pt x="266987" y="44009"/>
                </a:lnTo>
                <a:lnTo>
                  <a:pt x="260611" y="74514"/>
                </a:lnTo>
                <a:cubicBezTo>
                  <a:pt x="259469" y="80043"/>
                  <a:pt x="258898" y="83197"/>
                  <a:pt x="258898" y="83974"/>
                </a:cubicBezTo>
                <a:cubicBezTo>
                  <a:pt x="258898" y="85482"/>
                  <a:pt x="259378" y="86659"/>
                  <a:pt x="260337" y="87504"/>
                </a:cubicBezTo>
                <a:cubicBezTo>
                  <a:pt x="261297" y="88349"/>
                  <a:pt x="263034" y="88772"/>
                  <a:pt x="265547" y="88772"/>
                </a:cubicBezTo>
                <a:cubicBezTo>
                  <a:pt x="266415" y="88772"/>
                  <a:pt x="268586" y="88612"/>
                  <a:pt x="272059" y="88292"/>
                </a:cubicBezTo>
                <a:lnTo>
                  <a:pt x="268975" y="102893"/>
                </a:lnTo>
                <a:cubicBezTo>
                  <a:pt x="265593" y="103579"/>
                  <a:pt x="262120" y="103922"/>
                  <a:pt x="258555" y="103922"/>
                </a:cubicBezTo>
                <a:cubicBezTo>
                  <a:pt x="251609" y="103922"/>
                  <a:pt x="246559" y="102585"/>
                  <a:pt x="243405" y="99912"/>
                </a:cubicBezTo>
                <a:cubicBezTo>
                  <a:pt x="240252" y="97238"/>
                  <a:pt x="238676" y="93525"/>
                  <a:pt x="238676" y="88772"/>
                </a:cubicBezTo>
                <a:cubicBezTo>
                  <a:pt x="238676" y="86533"/>
                  <a:pt x="239521" y="81369"/>
                  <a:pt x="241212" y="73280"/>
                </a:cubicBezTo>
                <a:lnTo>
                  <a:pt x="247313" y="44009"/>
                </a:lnTo>
                <a:lnTo>
                  <a:pt x="237784" y="44009"/>
                </a:lnTo>
                <a:close/>
                <a:moveTo>
                  <a:pt x="299181" y="102208"/>
                </a:moveTo>
                <a:lnTo>
                  <a:pt x="279508" y="102208"/>
                </a:lnTo>
                <a:lnTo>
                  <a:pt x="300552" y="1714"/>
                </a:lnTo>
                <a:lnTo>
                  <a:pt x="320226" y="1714"/>
                </a:lnTo>
                <a:lnTo>
                  <a:pt x="312686" y="37497"/>
                </a:lnTo>
                <a:cubicBezTo>
                  <a:pt x="317119" y="34024"/>
                  <a:pt x="321255" y="31522"/>
                  <a:pt x="325093" y="29991"/>
                </a:cubicBezTo>
                <a:cubicBezTo>
                  <a:pt x="328932" y="28460"/>
                  <a:pt x="333045" y="27694"/>
                  <a:pt x="337432" y="27694"/>
                </a:cubicBezTo>
                <a:cubicBezTo>
                  <a:pt x="343328" y="27694"/>
                  <a:pt x="347989" y="29385"/>
                  <a:pt x="351416" y="32767"/>
                </a:cubicBezTo>
                <a:cubicBezTo>
                  <a:pt x="354844" y="36149"/>
                  <a:pt x="356558" y="40582"/>
                  <a:pt x="356558" y="46066"/>
                </a:cubicBezTo>
                <a:cubicBezTo>
                  <a:pt x="356558" y="48990"/>
                  <a:pt x="355918" y="53515"/>
                  <a:pt x="354638" y="59638"/>
                </a:cubicBezTo>
                <a:lnTo>
                  <a:pt x="345727" y="102208"/>
                </a:lnTo>
                <a:lnTo>
                  <a:pt x="326053" y="102208"/>
                </a:lnTo>
                <a:lnTo>
                  <a:pt x="335170" y="58816"/>
                </a:lnTo>
                <a:cubicBezTo>
                  <a:pt x="336130" y="54109"/>
                  <a:pt x="336610" y="51093"/>
                  <a:pt x="336610" y="49767"/>
                </a:cubicBezTo>
                <a:cubicBezTo>
                  <a:pt x="336610" y="47345"/>
                  <a:pt x="335856" y="45403"/>
                  <a:pt x="334348" y="43941"/>
                </a:cubicBezTo>
                <a:cubicBezTo>
                  <a:pt x="332839" y="42478"/>
                  <a:pt x="330783" y="41747"/>
                  <a:pt x="328178" y="41747"/>
                </a:cubicBezTo>
                <a:cubicBezTo>
                  <a:pt x="324888" y="41747"/>
                  <a:pt x="321734" y="42889"/>
                  <a:pt x="318718" y="45174"/>
                </a:cubicBezTo>
                <a:cubicBezTo>
                  <a:pt x="314788" y="48191"/>
                  <a:pt x="311795" y="51892"/>
                  <a:pt x="309738" y="56279"/>
                </a:cubicBezTo>
                <a:cubicBezTo>
                  <a:pt x="308596" y="58702"/>
                  <a:pt x="307088" y="64391"/>
                  <a:pt x="305214" y="73348"/>
                </a:cubicBezTo>
                <a:lnTo>
                  <a:pt x="299181" y="102208"/>
                </a:lnTo>
                <a:close/>
                <a:moveTo>
                  <a:pt x="385903" y="1714"/>
                </a:moveTo>
                <a:lnTo>
                  <a:pt x="405577" y="1714"/>
                </a:lnTo>
                <a:lnTo>
                  <a:pt x="401875" y="19537"/>
                </a:lnTo>
                <a:lnTo>
                  <a:pt x="382202" y="19537"/>
                </a:lnTo>
                <a:lnTo>
                  <a:pt x="385903" y="1714"/>
                </a:lnTo>
                <a:moveTo>
                  <a:pt x="380145" y="29408"/>
                </a:moveTo>
                <a:lnTo>
                  <a:pt x="399819" y="29408"/>
                </a:lnTo>
                <a:lnTo>
                  <a:pt x="384601" y="102208"/>
                </a:lnTo>
                <a:lnTo>
                  <a:pt x="364927" y="102208"/>
                </a:lnTo>
                <a:lnTo>
                  <a:pt x="380145" y="29408"/>
                </a:lnTo>
                <a:close/>
                <a:moveTo>
                  <a:pt x="418943" y="29408"/>
                </a:moveTo>
                <a:lnTo>
                  <a:pt x="437588" y="29408"/>
                </a:lnTo>
                <a:lnTo>
                  <a:pt x="435669" y="38868"/>
                </a:lnTo>
                <a:cubicBezTo>
                  <a:pt x="440330" y="34846"/>
                  <a:pt x="444683" y="31979"/>
                  <a:pt x="448728" y="30265"/>
                </a:cubicBezTo>
                <a:cubicBezTo>
                  <a:pt x="452772" y="28551"/>
                  <a:pt x="457034" y="27694"/>
                  <a:pt x="461512" y="27694"/>
                </a:cubicBezTo>
                <a:cubicBezTo>
                  <a:pt x="467499" y="27694"/>
                  <a:pt x="472217" y="29408"/>
                  <a:pt x="475668" y="32835"/>
                </a:cubicBezTo>
                <a:cubicBezTo>
                  <a:pt x="479118" y="36263"/>
                  <a:pt x="480843" y="40810"/>
                  <a:pt x="480843" y="46477"/>
                </a:cubicBezTo>
                <a:cubicBezTo>
                  <a:pt x="480843" y="49036"/>
                  <a:pt x="480089" y="53880"/>
                  <a:pt x="478581" y="61009"/>
                </a:cubicBezTo>
                <a:lnTo>
                  <a:pt x="470012" y="102208"/>
                </a:lnTo>
                <a:lnTo>
                  <a:pt x="450339" y="102208"/>
                </a:lnTo>
                <a:lnTo>
                  <a:pt x="458976" y="60872"/>
                </a:lnTo>
                <a:cubicBezTo>
                  <a:pt x="460255" y="54703"/>
                  <a:pt x="460895" y="51024"/>
                  <a:pt x="460895" y="49836"/>
                </a:cubicBezTo>
                <a:cubicBezTo>
                  <a:pt x="460895" y="47322"/>
                  <a:pt x="460153" y="45346"/>
                  <a:pt x="458667" y="43906"/>
                </a:cubicBezTo>
                <a:cubicBezTo>
                  <a:pt x="457182" y="42467"/>
                  <a:pt x="455114" y="41747"/>
                  <a:pt x="452464" y="41747"/>
                </a:cubicBezTo>
                <a:cubicBezTo>
                  <a:pt x="449584" y="41747"/>
                  <a:pt x="446385" y="42958"/>
                  <a:pt x="442867" y="45380"/>
                </a:cubicBezTo>
                <a:cubicBezTo>
                  <a:pt x="439348" y="47802"/>
                  <a:pt x="436583" y="51001"/>
                  <a:pt x="434572" y="54977"/>
                </a:cubicBezTo>
                <a:cubicBezTo>
                  <a:pt x="433110" y="57810"/>
                  <a:pt x="431464" y="63591"/>
                  <a:pt x="429636" y="72320"/>
                </a:cubicBezTo>
                <a:lnTo>
                  <a:pt x="423398" y="102208"/>
                </a:lnTo>
                <a:lnTo>
                  <a:pt x="403725" y="102208"/>
                </a:lnTo>
                <a:lnTo>
                  <a:pt x="418943" y="29408"/>
                </a:lnTo>
                <a:close/>
                <a:moveTo>
                  <a:pt x="488802" y="102208"/>
                </a:moveTo>
                <a:lnTo>
                  <a:pt x="509847" y="1714"/>
                </a:lnTo>
                <a:lnTo>
                  <a:pt x="529521" y="1714"/>
                </a:lnTo>
                <a:lnTo>
                  <a:pt x="518553" y="54017"/>
                </a:lnTo>
                <a:lnTo>
                  <a:pt x="544190" y="29408"/>
                </a:lnTo>
                <a:lnTo>
                  <a:pt x="569760" y="29408"/>
                </a:lnTo>
                <a:lnTo>
                  <a:pt x="540489" y="55868"/>
                </a:lnTo>
                <a:lnTo>
                  <a:pt x="556050" y="102208"/>
                </a:lnTo>
                <a:lnTo>
                  <a:pt x="536376" y="102208"/>
                </a:lnTo>
                <a:lnTo>
                  <a:pt x="526367" y="68550"/>
                </a:lnTo>
                <a:lnTo>
                  <a:pt x="513069" y="80341"/>
                </a:lnTo>
                <a:lnTo>
                  <a:pt x="508476" y="102208"/>
                </a:lnTo>
                <a:lnTo>
                  <a:pt x="488802" y="102208"/>
                </a:lnTo>
                <a:close/>
                <a:moveTo>
                  <a:pt x="564441" y="81849"/>
                </a:moveTo>
                <a:lnTo>
                  <a:pt x="583498" y="78832"/>
                </a:lnTo>
                <a:cubicBezTo>
                  <a:pt x="585189" y="82854"/>
                  <a:pt x="587291" y="85699"/>
                  <a:pt x="589804" y="87367"/>
                </a:cubicBezTo>
                <a:cubicBezTo>
                  <a:pt x="592318" y="89035"/>
                  <a:pt x="595745" y="89869"/>
                  <a:pt x="600087" y="89869"/>
                </a:cubicBezTo>
                <a:cubicBezTo>
                  <a:pt x="604565" y="89869"/>
                  <a:pt x="608153" y="88864"/>
                  <a:pt x="610849" y="86853"/>
                </a:cubicBezTo>
                <a:cubicBezTo>
                  <a:pt x="612723" y="85482"/>
                  <a:pt x="613660" y="83814"/>
                  <a:pt x="613660" y="81849"/>
                </a:cubicBezTo>
                <a:cubicBezTo>
                  <a:pt x="613660" y="80523"/>
                  <a:pt x="613180" y="79335"/>
                  <a:pt x="612220" y="78284"/>
                </a:cubicBezTo>
                <a:cubicBezTo>
                  <a:pt x="611215" y="77279"/>
                  <a:pt x="608495" y="76045"/>
                  <a:pt x="604063" y="74582"/>
                </a:cubicBezTo>
                <a:cubicBezTo>
                  <a:pt x="592181" y="70652"/>
                  <a:pt x="584823" y="67545"/>
                  <a:pt x="581990" y="65260"/>
                </a:cubicBezTo>
                <a:cubicBezTo>
                  <a:pt x="577557" y="61695"/>
                  <a:pt x="575340" y="57034"/>
                  <a:pt x="575340" y="51275"/>
                </a:cubicBezTo>
                <a:cubicBezTo>
                  <a:pt x="575340" y="45517"/>
                  <a:pt x="577488" y="40559"/>
                  <a:pt x="581784" y="36400"/>
                </a:cubicBezTo>
                <a:cubicBezTo>
                  <a:pt x="587771" y="30596"/>
                  <a:pt x="596659" y="27694"/>
                  <a:pt x="608450" y="27694"/>
                </a:cubicBezTo>
                <a:cubicBezTo>
                  <a:pt x="617818" y="27694"/>
                  <a:pt x="624902" y="29408"/>
                  <a:pt x="629700" y="32835"/>
                </a:cubicBezTo>
                <a:cubicBezTo>
                  <a:pt x="634499" y="36263"/>
                  <a:pt x="637538" y="40901"/>
                  <a:pt x="638817" y="46751"/>
                </a:cubicBezTo>
                <a:lnTo>
                  <a:pt x="620652" y="49904"/>
                </a:lnTo>
                <a:cubicBezTo>
                  <a:pt x="619692" y="47254"/>
                  <a:pt x="618138" y="45266"/>
                  <a:pt x="615990" y="43941"/>
                </a:cubicBezTo>
                <a:cubicBezTo>
                  <a:pt x="613065" y="42158"/>
                  <a:pt x="609547" y="41267"/>
                  <a:pt x="605434" y="41267"/>
                </a:cubicBezTo>
                <a:cubicBezTo>
                  <a:pt x="601321" y="41267"/>
                  <a:pt x="598362" y="41953"/>
                  <a:pt x="596556" y="43324"/>
                </a:cubicBezTo>
                <a:cubicBezTo>
                  <a:pt x="594751" y="44695"/>
                  <a:pt x="593849" y="46271"/>
                  <a:pt x="593849" y="48054"/>
                </a:cubicBezTo>
                <a:cubicBezTo>
                  <a:pt x="593849" y="49882"/>
                  <a:pt x="594763" y="51390"/>
                  <a:pt x="596591" y="52578"/>
                </a:cubicBezTo>
                <a:cubicBezTo>
                  <a:pt x="597733" y="53309"/>
                  <a:pt x="601412" y="54589"/>
                  <a:pt x="607627" y="56417"/>
                </a:cubicBezTo>
                <a:cubicBezTo>
                  <a:pt x="617224" y="59204"/>
                  <a:pt x="623645" y="61946"/>
                  <a:pt x="626890" y="64643"/>
                </a:cubicBezTo>
                <a:cubicBezTo>
                  <a:pt x="631460" y="68436"/>
                  <a:pt x="633745" y="73006"/>
                  <a:pt x="633745" y="78353"/>
                </a:cubicBezTo>
                <a:cubicBezTo>
                  <a:pt x="633745" y="85253"/>
                  <a:pt x="630843" y="91240"/>
                  <a:pt x="625039" y="96313"/>
                </a:cubicBezTo>
                <a:cubicBezTo>
                  <a:pt x="619235" y="101385"/>
                  <a:pt x="611055" y="103922"/>
                  <a:pt x="600498" y="103922"/>
                </a:cubicBezTo>
                <a:cubicBezTo>
                  <a:pt x="589987" y="103922"/>
                  <a:pt x="581864" y="101991"/>
                  <a:pt x="576129" y="98129"/>
                </a:cubicBezTo>
                <a:cubicBezTo>
                  <a:pt x="570393" y="94268"/>
                  <a:pt x="566497" y="88841"/>
                  <a:pt x="564441" y="81849"/>
                </a:cubicBezTo>
                <a:close/>
                <a:moveTo>
                  <a:pt x="688268" y="44009"/>
                </a:moveTo>
                <a:lnTo>
                  <a:pt x="691284" y="29408"/>
                </a:lnTo>
                <a:lnTo>
                  <a:pt x="700881" y="29408"/>
                </a:lnTo>
                <a:lnTo>
                  <a:pt x="703281" y="17754"/>
                </a:lnTo>
                <a:lnTo>
                  <a:pt x="725833" y="4182"/>
                </a:lnTo>
                <a:lnTo>
                  <a:pt x="720555" y="29408"/>
                </a:lnTo>
                <a:lnTo>
                  <a:pt x="732551" y="29408"/>
                </a:lnTo>
                <a:lnTo>
                  <a:pt x="729535" y="44009"/>
                </a:lnTo>
                <a:lnTo>
                  <a:pt x="717470" y="44009"/>
                </a:lnTo>
                <a:lnTo>
                  <a:pt x="711095" y="74514"/>
                </a:lnTo>
                <a:cubicBezTo>
                  <a:pt x="709953" y="80043"/>
                  <a:pt x="709381" y="83197"/>
                  <a:pt x="709381" y="83974"/>
                </a:cubicBezTo>
                <a:cubicBezTo>
                  <a:pt x="709381" y="85482"/>
                  <a:pt x="709861" y="86659"/>
                  <a:pt x="710821" y="87504"/>
                </a:cubicBezTo>
                <a:cubicBezTo>
                  <a:pt x="711781" y="88349"/>
                  <a:pt x="713517" y="88772"/>
                  <a:pt x="716031" y="88772"/>
                </a:cubicBezTo>
                <a:cubicBezTo>
                  <a:pt x="716899" y="88772"/>
                  <a:pt x="719070" y="88612"/>
                  <a:pt x="722543" y="88292"/>
                </a:cubicBezTo>
                <a:lnTo>
                  <a:pt x="719458" y="102893"/>
                </a:lnTo>
                <a:cubicBezTo>
                  <a:pt x="716077" y="103579"/>
                  <a:pt x="712603" y="103922"/>
                  <a:pt x="709039" y="103922"/>
                </a:cubicBezTo>
                <a:cubicBezTo>
                  <a:pt x="702092" y="103922"/>
                  <a:pt x="697042" y="102585"/>
                  <a:pt x="693889" y="99912"/>
                </a:cubicBezTo>
                <a:cubicBezTo>
                  <a:pt x="690736" y="97238"/>
                  <a:pt x="689159" y="93525"/>
                  <a:pt x="689159" y="88772"/>
                </a:cubicBezTo>
                <a:cubicBezTo>
                  <a:pt x="689159" y="86533"/>
                  <a:pt x="690005" y="81369"/>
                  <a:pt x="691696" y="73280"/>
                </a:cubicBezTo>
                <a:lnTo>
                  <a:pt x="697797" y="44009"/>
                </a:lnTo>
                <a:lnTo>
                  <a:pt x="688268" y="44009"/>
                </a:lnTo>
                <a:close/>
                <a:moveTo>
                  <a:pt x="749665" y="102208"/>
                </a:moveTo>
                <a:lnTo>
                  <a:pt x="729991" y="102208"/>
                </a:lnTo>
                <a:lnTo>
                  <a:pt x="751036" y="1714"/>
                </a:lnTo>
                <a:lnTo>
                  <a:pt x="770710" y="1714"/>
                </a:lnTo>
                <a:lnTo>
                  <a:pt x="763170" y="37497"/>
                </a:lnTo>
                <a:cubicBezTo>
                  <a:pt x="767602" y="34024"/>
                  <a:pt x="771738" y="31522"/>
                  <a:pt x="775577" y="29991"/>
                </a:cubicBezTo>
                <a:cubicBezTo>
                  <a:pt x="779416" y="28460"/>
                  <a:pt x="783529" y="27694"/>
                  <a:pt x="787916" y="27694"/>
                </a:cubicBezTo>
                <a:cubicBezTo>
                  <a:pt x="793811" y="27694"/>
                  <a:pt x="798473" y="29385"/>
                  <a:pt x="801900" y="32767"/>
                </a:cubicBezTo>
                <a:cubicBezTo>
                  <a:pt x="805328" y="36149"/>
                  <a:pt x="807041" y="40582"/>
                  <a:pt x="807041" y="46066"/>
                </a:cubicBezTo>
                <a:cubicBezTo>
                  <a:pt x="807041" y="48990"/>
                  <a:pt x="806402" y="53515"/>
                  <a:pt x="805122" y="59638"/>
                </a:cubicBezTo>
                <a:lnTo>
                  <a:pt x="796211" y="102208"/>
                </a:lnTo>
                <a:lnTo>
                  <a:pt x="776537" y="102208"/>
                </a:lnTo>
                <a:lnTo>
                  <a:pt x="785654" y="58816"/>
                </a:lnTo>
                <a:cubicBezTo>
                  <a:pt x="786614" y="54109"/>
                  <a:pt x="787093" y="51093"/>
                  <a:pt x="787093" y="49767"/>
                </a:cubicBezTo>
                <a:cubicBezTo>
                  <a:pt x="787093" y="47345"/>
                  <a:pt x="786339" y="45403"/>
                  <a:pt x="784831" y="43941"/>
                </a:cubicBezTo>
                <a:cubicBezTo>
                  <a:pt x="783323" y="42478"/>
                  <a:pt x="781267" y="41747"/>
                  <a:pt x="778662" y="41747"/>
                </a:cubicBezTo>
                <a:cubicBezTo>
                  <a:pt x="775371" y="41747"/>
                  <a:pt x="772218" y="42889"/>
                  <a:pt x="769202" y="45174"/>
                </a:cubicBezTo>
                <a:cubicBezTo>
                  <a:pt x="765272" y="48191"/>
                  <a:pt x="762278" y="51892"/>
                  <a:pt x="760222" y="56279"/>
                </a:cubicBezTo>
                <a:cubicBezTo>
                  <a:pt x="759079" y="58702"/>
                  <a:pt x="757571" y="64391"/>
                  <a:pt x="755698" y="73348"/>
                </a:cubicBezTo>
                <a:lnTo>
                  <a:pt x="749665" y="102208"/>
                </a:lnTo>
                <a:close/>
                <a:moveTo>
                  <a:pt x="843174" y="50041"/>
                </a:moveTo>
                <a:lnTo>
                  <a:pt x="823980" y="48396"/>
                </a:lnTo>
                <a:cubicBezTo>
                  <a:pt x="826174" y="41907"/>
                  <a:pt x="830001" y="36834"/>
                  <a:pt x="835462" y="33178"/>
                </a:cubicBezTo>
                <a:cubicBezTo>
                  <a:pt x="840924" y="29522"/>
                  <a:pt x="848156" y="27694"/>
                  <a:pt x="857158" y="27694"/>
                </a:cubicBezTo>
                <a:cubicBezTo>
                  <a:pt x="866527" y="27694"/>
                  <a:pt x="873451" y="29579"/>
                  <a:pt x="877929" y="33350"/>
                </a:cubicBezTo>
                <a:cubicBezTo>
                  <a:pt x="882408" y="37120"/>
                  <a:pt x="884647" y="41724"/>
                  <a:pt x="884647" y="47162"/>
                </a:cubicBezTo>
                <a:cubicBezTo>
                  <a:pt x="884647" y="49356"/>
                  <a:pt x="884453" y="51687"/>
                  <a:pt x="884064" y="54154"/>
                </a:cubicBezTo>
                <a:cubicBezTo>
                  <a:pt x="883676" y="56622"/>
                  <a:pt x="882316" y="63112"/>
                  <a:pt x="879986" y="73623"/>
                </a:cubicBezTo>
                <a:cubicBezTo>
                  <a:pt x="878066" y="82306"/>
                  <a:pt x="877107" y="88384"/>
                  <a:pt x="877107" y="91857"/>
                </a:cubicBezTo>
                <a:cubicBezTo>
                  <a:pt x="877107" y="94965"/>
                  <a:pt x="877655" y="98415"/>
                  <a:pt x="878752" y="102208"/>
                </a:cubicBezTo>
                <a:lnTo>
                  <a:pt x="859626" y="102208"/>
                </a:lnTo>
                <a:cubicBezTo>
                  <a:pt x="858849" y="99557"/>
                  <a:pt x="858370" y="96815"/>
                  <a:pt x="858187" y="93982"/>
                </a:cubicBezTo>
                <a:cubicBezTo>
                  <a:pt x="855308" y="97181"/>
                  <a:pt x="851994" y="99637"/>
                  <a:pt x="848247" y="101351"/>
                </a:cubicBezTo>
                <a:cubicBezTo>
                  <a:pt x="844500" y="103065"/>
                  <a:pt x="840729" y="103922"/>
                  <a:pt x="836936" y="103922"/>
                </a:cubicBezTo>
                <a:cubicBezTo>
                  <a:pt x="830904" y="103922"/>
                  <a:pt x="825923" y="101945"/>
                  <a:pt x="821992" y="97992"/>
                </a:cubicBezTo>
                <a:cubicBezTo>
                  <a:pt x="818062" y="94039"/>
                  <a:pt x="816097" y="88955"/>
                  <a:pt x="816097" y="82740"/>
                </a:cubicBezTo>
                <a:cubicBezTo>
                  <a:pt x="816097" y="75793"/>
                  <a:pt x="818256" y="70241"/>
                  <a:pt x="822575" y="66082"/>
                </a:cubicBezTo>
                <a:cubicBezTo>
                  <a:pt x="826894" y="61923"/>
                  <a:pt x="834606" y="59410"/>
                  <a:pt x="845711" y="58542"/>
                </a:cubicBezTo>
                <a:cubicBezTo>
                  <a:pt x="855079" y="57765"/>
                  <a:pt x="861340" y="56828"/>
                  <a:pt x="864493" y="55731"/>
                </a:cubicBezTo>
                <a:cubicBezTo>
                  <a:pt x="865316" y="52989"/>
                  <a:pt x="865727" y="50795"/>
                  <a:pt x="865727" y="49150"/>
                </a:cubicBezTo>
                <a:cubicBezTo>
                  <a:pt x="865727" y="47048"/>
                  <a:pt x="864882" y="45289"/>
                  <a:pt x="863191" y="43872"/>
                </a:cubicBezTo>
                <a:cubicBezTo>
                  <a:pt x="861500" y="42455"/>
                  <a:pt x="858986" y="41747"/>
                  <a:pt x="855650" y="41747"/>
                </a:cubicBezTo>
                <a:cubicBezTo>
                  <a:pt x="852131" y="41747"/>
                  <a:pt x="849355" y="42467"/>
                  <a:pt x="847322" y="43906"/>
                </a:cubicBezTo>
                <a:cubicBezTo>
                  <a:pt x="845288" y="45346"/>
                  <a:pt x="843905" y="47391"/>
                  <a:pt x="843174" y="50041"/>
                </a:cubicBezTo>
                <a:moveTo>
                  <a:pt x="861888" y="68276"/>
                </a:moveTo>
                <a:cubicBezTo>
                  <a:pt x="860700" y="68596"/>
                  <a:pt x="859124" y="68893"/>
                  <a:pt x="857158" y="69167"/>
                </a:cubicBezTo>
                <a:cubicBezTo>
                  <a:pt x="847287" y="70355"/>
                  <a:pt x="840844" y="72092"/>
                  <a:pt x="837827" y="74377"/>
                </a:cubicBezTo>
                <a:cubicBezTo>
                  <a:pt x="835679" y="76022"/>
                  <a:pt x="834606" y="78238"/>
                  <a:pt x="834606" y="81026"/>
                </a:cubicBezTo>
                <a:cubicBezTo>
                  <a:pt x="834606" y="83311"/>
                  <a:pt x="835428" y="85242"/>
                  <a:pt x="837073" y="86818"/>
                </a:cubicBezTo>
                <a:cubicBezTo>
                  <a:pt x="838719" y="88395"/>
                  <a:pt x="840889" y="89183"/>
                  <a:pt x="843586" y="89183"/>
                </a:cubicBezTo>
                <a:cubicBezTo>
                  <a:pt x="846556" y="89183"/>
                  <a:pt x="849355" y="88464"/>
                  <a:pt x="851983" y="87024"/>
                </a:cubicBezTo>
                <a:cubicBezTo>
                  <a:pt x="854611" y="85585"/>
                  <a:pt x="856576" y="83734"/>
                  <a:pt x="857878" y="81472"/>
                </a:cubicBezTo>
                <a:cubicBezTo>
                  <a:pt x="859181" y="79209"/>
                  <a:pt x="860335" y="75679"/>
                  <a:pt x="861340" y="70881"/>
                </a:cubicBezTo>
                <a:lnTo>
                  <a:pt x="861888" y="68276"/>
                </a:lnTo>
                <a:close/>
                <a:moveTo>
                  <a:pt x="898179" y="44009"/>
                </a:moveTo>
                <a:lnTo>
                  <a:pt x="901195" y="29408"/>
                </a:lnTo>
                <a:lnTo>
                  <a:pt x="910792" y="29408"/>
                </a:lnTo>
                <a:lnTo>
                  <a:pt x="913192" y="17754"/>
                </a:lnTo>
                <a:lnTo>
                  <a:pt x="935745" y="4182"/>
                </a:lnTo>
                <a:lnTo>
                  <a:pt x="930466" y="29408"/>
                </a:lnTo>
                <a:lnTo>
                  <a:pt x="942462" y="29408"/>
                </a:lnTo>
                <a:lnTo>
                  <a:pt x="939446" y="44009"/>
                </a:lnTo>
                <a:lnTo>
                  <a:pt x="927381" y="44009"/>
                </a:lnTo>
                <a:lnTo>
                  <a:pt x="921006" y="74514"/>
                </a:lnTo>
                <a:cubicBezTo>
                  <a:pt x="919864" y="80043"/>
                  <a:pt x="919293" y="83197"/>
                  <a:pt x="919293" y="83974"/>
                </a:cubicBezTo>
                <a:cubicBezTo>
                  <a:pt x="919293" y="85482"/>
                  <a:pt x="919772" y="86659"/>
                  <a:pt x="920732" y="87504"/>
                </a:cubicBezTo>
                <a:cubicBezTo>
                  <a:pt x="921692" y="88349"/>
                  <a:pt x="923428" y="88772"/>
                  <a:pt x="925942" y="88772"/>
                </a:cubicBezTo>
                <a:cubicBezTo>
                  <a:pt x="926810" y="88772"/>
                  <a:pt x="928981" y="88612"/>
                  <a:pt x="932454" y="88292"/>
                </a:cubicBezTo>
                <a:lnTo>
                  <a:pt x="929369" y="102893"/>
                </a:lnTo>
                <a:cubicBezTo>
                  <a:pt x="925988" y="103579"/>
                  <a:pt x="922514" y="103922"/>
                  <a:pt x="918950" y="103922"/>
                </a:cubicBezTo>
                <a:cubicBezTo>
                  <a:pt x="912003" y="103922"/>
                  <a:pt x="906954" y="102585"/>
                  <a:pt x="903800" y="99912"/>
                </a:cubicBezTo>
                <a:cubicBezTo>
                  <a:pt x="900647" y="97238"/>
                  <a:pt x="899070" y="93525"/>
                  <a:pt x="899070" y="88772"/>
                </a:cubicBezTo>
                <a:cubicBezTo>
                  <a:pt x="899070" y="86533"/>
                  <a:pt x="899916" y="81369"/>
                  <a:pt x="901607" y="73280"/>
                </a:cubicBezTo>
                <a:lnTo>
                  <a:pt x="907708" y="44009"/>
                </a:lnTo>
                <a:lnTo>
                  <a:pt x="898179" y="44009"/>
                </a:lnTo>
                <a:close/>
                <a:moveTo>
                  <a:pt x="983087" y="44009"/>
                </a:moveTo>
                <a:lnTo>
                  <a:pt x="986103" y="29408"/>
                </a:lnTo>
                <a:lnTo>
                  <a:pt x="995700" y="29408"/>
                </a:lnTo>
                <a:lnTo>
                  <a:pt x="998100" y="17754"/>
                </a:lnTo>
                <a:lnTo>
                  <a:pt x="1020653" y="4182"/>
                </a:lnTo>
                <a:lnTo>
                  <a:pt x="1015374" y="29408"/>
                </a:lnTo>
                <a:lnTo>
                  <a:pt x="1027370" y="29408"/>
                </a:lnTo>
                <a:lnTo>
                  <a:pt x="1024354" y="44009"/>
                </a:lnTo>
                <a:lnTo>
                  <a:pt x="1012289" y="44009"/>
                </a:lnTo>
                <a:lnTo>
                  <a:pt x="1005914" y="74514"/>
                </a:lnTo>
                <a:cubicBezTo>
                  <a:pt x="1004772" y="80043"/>
                  <a:pt x="1004201" y="83197"/>
                  <a:pt x="1004201" y="83974"/>
                </a:cubicBezTo>
                <a:cubicBezTo>
                  <a:pt x="1004201" y="85482"/>
                  <a:pt x="1004680" y="86659"/>
                  <a:pt x="1005640" y="87504"/>
                </a:cubicBezTo>
                <a:cubicBezTo>
                  <a:pt x="1006600" y="88349"/>
                  <a:pt x="1008336" y="88772"/>
                  <a:pt x="1010850" y="88772"/>
                </a:cubicBezTo>
                <a:cubicBezTo>
                  <a:pt x="1011718" y="88772"/>
                  <a:pt x="1013889" y="88612"/>
                  <a:pt x="1017362" y="88292"/>
                </a:cubicBezTo>
                <a:lnTo>
                  <a:pt x="1014277" y="102893"/>
                </a:lnTo>
                <a:cubicBezTo>
                  <a:pt x="1010896" y="103579"/>
                  <a:pt x="1007422" y="103922"/>
                  <a:pt x="1003858" y="103922"/>
                </a:cubicBezTo>
                <a:cubicBezTo>
                  <a:pt x="996911" y="103922"/>
                  <a:pt x="991862" y="102585"/>
                  <a:pt x="988708" y="99912"/>
                </a:cubicBezTo>
                <a:cubicBezTo>
                  <a:pt x="985555" y="97238"/>
                  <a:pt x="983978" y="93525"/>
                  <a:pt x="983978" y="88772"/>
                </a:cubicBezTo>
                <a:cubicBezTo>
                  <a:pt x="983978" y="86533"/>
                  <a:pt x="984824" y="81369"/>
                  <a:pt x="986515" y="73280"/>
                </a:cubicBezTo>
                <a:lnTo>
                  <a:pt x="992616" y="44009"/>
                </a:lnTo>
                <a:lnTo>
                  <a:pt x="983087" y="44009"/>
                </a:lnTo>
                <a:close/>
                <a:moveTo>
                  <a:pt x="1044485" y="102208"/>
                </a:moveTo>
                <a:lnTo>
                  <a:pt x="1024811" y="102208"/>
                </a:lnTo>
                <a:lnTo>
                  <a:pt x="1045856" y="1714"/>
                </a:lnTo>
                <a:lnTo>
                  <a:pt x="1065530" y="1714"/>
                </a:lnTo>
                <a:lnTo>
                  <a:pt x="1057989" y="37497"/>
                </a:lnTo>
                <a:cubicBezTo>
                  <a:pt x="1062422" y="34024"/>
                  <a:pt x="1066558" y="31522"/>
                  <a:pt x="1070397" y="29991"/>
                </a:cubicBezTo>
                <a:cubicBezTo>
                  <a:pt x="1074236" y="28460"/>
                  <a:pt x="1078349" y="27694"/>
                  <a:pt x="1082736" y="27694"/>
                </a:cubicBezTo>
                <a:cubicBezTo>
                  <a:pt x="1088631" y="27694"/>
                  <a:pt x="1093293" y="29385"/>
                  <a:pt x="1096720" y="32767"/>
                </a:cubicBezTo>
                <a:cubicBezTo>
                  <a:pt x="1100148" y="36149"/>
                  <a:pt x="1101861" y="40582"/>
                  <a:pt x="1101861" y="46066"/>
                </a:cubicBezTo>
                <a:cubicBezTo>
                  <a:pt x="1101861" y="48990"/>
                  <a:pt x="1101222" y="53515"/>
                  <a:pt x="1099942" y="59638"/>
                </a:cubicBezTo>
                <a:lnTo>
                  <a:pt x="1091031" y="102208"/>
                </a:lnTo>
                <a:lnTo>
                  <a:pt x="1071357" y="102208"/>
                </a:lnTo>
                <a:lnTo>
                  <a:pt x="1080474" y="58816"/>
                </a:lnTo>
                <a:cubicBezTo>
                  <a:pt x="1081434" y="54109"/>
                  <a:pt x="1081913" y="51093"/>
                  <a:pt x="1081913" y="49767"/>
                </a:cubicBezTo>
                <a:cubicBezTo>
                  <a:pt x="1081913" y="47345"/>
                  <a:pt x="1081159" y="45403"/>
                  <a:pt x="1079651" y="43941"/>
                </a:cubicBezTo>
                <a:cubicBezTo>
                  <a:pt x="1078143" y="42478"/>
                  <a:pt x="1076087" y="41747"/>
                  <a:pt x="1073482" y="41747"/>
                </a:cubicBezTo>
                <a:cubicBezTo>
                  <a:pt x="1070191" y="41747"/>
                  <a:pt x="1067038" y="42889"/>
                  <a:pt x="1064022" y="45174"/>
                </a:cubicBezTo>
                <a:cubicBezTo>
                  <a:pt x="1060092" y="48191"/>
                  <a:pt x="1057098" y="51892"/>
                  <a:pt x="1055042" y="56279"/>
                </a:cubicBezTo>
                <a:cubicBezTo>
                  <a:pt x="1053899" y="58702"/>
                  <a:pt x="1052391" y="64391"/>
                  <a:pt x="1050518" y="73348"/>
                </a:cubicBezTo>
                <a:lnTo>
                  <a:pt x="1044485" y="102208"/>
                </a:lnTo>
                <a:close/>
                <a:moveTo>
                  <a:pt x="1181111" y="71909"/>
                </a:moveTo>
                <a:lnTo>
                  <a:pt x="1131755" y="71909"/>
                </a:lnTo>
                <a:cubicBezTo>
                  <a:pt x="1131710" y="72686"/>
                  <a:pt x="1131687" y="73280"/>
                  <a:pt x="1131687" y="73691"/>
                </a:cubicBezTo>
                <a:cubicBezTo>
                  <a:pt x="1131687" y="78535"/>
                  <a:pt x="1133069" y="82443"/>
                  <a:pt x="1135834" y="85413"/>
                </a:cubicBezTo>
                <a:cubicBezTo>
                  <a:pt x="1138599" y="88384"/>
                  <a:pt x="1141969" y="89869"/>
                  <a:pt x="1145945" y="89869"/>
                </a:cubicBezTo>
                <a:cubicBezTo>
                  <a:pt x="1152480" y="89869"/>
                  <a:pt x="1157576" y="86487"/>
                  <a:pt x="1161232" y="79724"/>
                </a:cubicBezTo>
                <a:lnTo>
                  <a:pt x="1178849" y="82671"/>
                </a:lnTo>
                <a:cubicBezTo>
                  <a:pt x="1175422" y="89755"/>
                  <a:pt x="1170840" y="95067"/>
                  <a:pt x="1165105" y="98609"/>
                </a:cubicBezTo>
                <a:cubicBezTo>
                  <a:pt x="1159370" y="102151"/>
                  <a:pt x="1152937" y="103922"/>
                  <a:pt x="1145808" y="103922"/>
                </a:cubicBezTo>
                <a:cubicBezTo>
                  <a:pt x="1136028" y="103922"/>
                  <a:pt x="1128077" y="100826"/>
                  <a:pt x="1121953" y="94633"/>
                </a:cubicBezTo>
                <a:cubicBezTo>
                  <a:pt x="1115829" y="88441"/>
                  <a:pt x="1112767" y="80249"/>
                  <a:pt x="1112767" y="70058"/>
                </a:cubicBezTo>
                <a:cubicBezTo>
                  <a:pt x="1112767" y="60095"/>
                  <a:pt x="1115532" y="51230"/>
                  <a:pt x="1121062" y="43461"/>
                </a:cubicBezTo>
                <a:cubicBezTo>
                  <a:pt x="1128602" y="32950"/>
                  <a:pt x="1139364" y="27694"/>
                  <a:pt x="1153349" y="27694"/>
                </a:cubicBezTo>
                <a:cubicBezTo>
                  <a:pt x="1162260" y="27694"/>
                  <a:pt x="1169344" y="30448"/>
                  <a:pt x="1174599" y="35954"/>
                </a:cubicBezTo>
                <a:cubicBezTo>
                  <a:pt x="1179855" y="41461"/>
                  <a:pt x="1182482" y="49173"/>
                  <a:pt x="1182482" y="59090"/>
                </a:cubicBezTo>
                <a:cubicBezTo>
                  <a:pt x="1182482" y="63843"/>
                  <a:pt x="1182025" y="68116"/>
                  <a:pt x="1181111" y="71909"/>
                </a:cubicBezTo>
                <a:moveTo>
                  <a:pt x="1164522" y="59913"/>
                </a:moveTo>
                <a:cubicBezTo>
                  <a:pt x="1164568" y="59044"/>
                  <a:pt x="1164591" y="58382"/>
                  <a:pt x="1164591" y="57925"/>
                </a:cubicBezTo>
                <a:cubicBezTo>
                  <a:pt x="1164591" y="52532"/>
                  <a:pt x="1163380" y="48488"/>
                  <a:pt x="1160958" y="45791"/>
                </a:cubicBezTo>
                <a:cubicBezTo>
                  <a:pt x="1158536" y="43095"/>
                  <a:pt x="1155291" y="41747"/>
                  <a:pt x="1151224" y="41747"/>
                </a:cubicBezTo>
                <a:cubicBezTo>
                  <a:pt x="1147156" y="41747"/>
                  <a:pt x="1143512" y="43278"/>
                  <a:pt x="1140290" y="46340"/>
                </a:cubicBezTo>
                <a:cubicBezTo>
                  <a:pt x="1137068" y="49402"/>
                  <a:pt x="1134886" y="53926"/>
                  <a:pt x="1133743" y="59913"/>
                </a:cubicBezTo>
                <a:lnTo>
                  <a:pt x="1164522" y="59913"/>
                </a:lnTo>
                <a:close/>
                <a:moveTo>
                  <a:pt x="1202185" y="29408"/>
                </a:moveTo>
                <a:lnTo>
                  <a:pt x="1220557" y="29408"/>
                </a:lnTo>
                <a:lnTo>
                  <a:pt x="1217609" y="43529"/>
                </a:lnTo>
                <a:cubicBezTo>
                  <a:pt x="1224464" y="32973"/>
                  <a:pt x="1231890" y="27694"/>
                  <a:pt x="1239888" y="27694"/>
                </a:cubicBezTo>
                <a:cubicBezTo>
                  <a:pt x="1242721" y="27694"/>
                  <a:pt x="1245760" y="28403"/>
                  <a:pt x="1249005" y="29819"/>
                </a:cubicBezTo>
                <a:lnTo>
                  <a:pt x="1241464" y="45928"/>
                </a:lnTo>
                <a:cubicBezTo>
                  <a:pt x="1239682" y="45289"/>
                  <a:pt x="1237785" y="44969"/>
                  <a:pt x="1235775" y="44969"/>
                </a:cubicBezTo>
                <a:cubicBezTo>
                  <a:pt x="1232393" y="44969"/>
                  <a:pt x="1228954" y="46248"/>
                  <a:pt x="1225458" y="48808"/>
                </a:cubicBezTo>
                <a:cubicBezTo>
                  <a:pt x="1221962" y="51367"/>
                  <a:pt x="1219231" y="54783"/>
                  <a:pt x="1217266" y="59056"/>
                </a:cubicBezTo>
                <a:cubicBezTo>
                  <a:pt x="1215301" y="63329"/>
                  <a:pt x="1213359" y="70104"/>
                  <a:pt x="1211439" y="79381"/>
                </a:cubicBezTo>
                <a:lnTo>
                  <a:pt x="1206641" y="102208"/>
                </a:lnTo>
                <a:lnTo>
                  <a:pt x="1186967" y="102208"/>
                </a:lnTo>
                <a:lnTo>
                  <a:pt x="1202185" y="29408"/>
                </a:lnTo>
                <a:close/>
                <a:moveTo>
                  <a:pt x="1313190" y="71909"/>
                </a:moveTo>
                <a:lnTo>
                  <a:pt x="1263834" y="71909"/>
                </a:lnTo>
                <a:cubicBezTo>
                  <a:pt x="1263789" y="72686"/>
                  <a:pt x="1263766" y="73280"/>
                  <a:pt x="1263766" y="73691"/>
                </a:cubicBezTo>
                <a:cubicBezTo>
                  <a:pt x="1263766" y="78535"/>
                  <a:pt x="1265148" y="82443"/>
                  <a:pt x="1267913" y="85413"/>
                </a:cubicBezTo>
                <a:cubicBezTo>
                  <a:pt x="1270678" y="88384"/>
                  <a:pt x="1274048" y="89869"/>
                  <a:pt x="1278024" y="89869"/>
                </a:cubicBezTo>
                <a:cubicBezTo>
                  <a:pt x="1284559" y="89869"/>
                  <a:pt x="1289655" y="86487"/>
                  <a:pt x="1293311" y="79724"/>
                </a:cubicBezTo>
                <a:lnTo>
                  <a:pt x="1310928" y="82671"/>
                </a:lnTo>
                <a:cubicBezTo>
                  <a:pt x="1307501" y="89755"/>
                  <a:pt x="1302919" y="95067"/>
                  <a:pt x="1297184" y="98609"/>
                </a:cubicBezTo>
                <a:cubicBezTo>
                  <a:pt x="1291449" y="102151"/>
                  <a:pt x="1285016" y="103922"/>
                  <a:pt x="1277887" y="103922"/>
                </a:cubicBezTo>
                <a:cubicBezTo>
                  <a:pt x="1268107" y="103922"/>
                  <a:pt x="1260156" y="100826"/>
                  <a:pt x="1254032" y="94633"/>
                </a:cubicBezTo>
                <a:cubicBezTo>
                  <a:pt x="1247908" y="88441"/>
                  <a:pt x="1244846" y="80249"/>
                  <a:pt x="1244846" y="70058"/>
                </a:cubicBezTo>
                <a:cubicBezTo>
                  <a:pt x="1244846" y="60095"/>
                  <a:pt x="1247611" y="51230"/>
                  <a:pt x="1253141" y="43461"/>
                </a:cubicBezTo>
                <a:cubicBezTo>
                  <a:pt x="1260681" y="32950"/>
                  <a:pt x="1271444" y="27694"/>
                  <a:pt x="1285428" y="27694"/>
                </a:cubicBezTo>
                <a:cubicBezTo>
                  <a:pt x="1294339" y="27694"/>
                  <a:pt x="1301423" y="30448"/>
                  <a:pt x="1306678" y="35954"/>
                </a:cubicBezTo>
                <a:cubicBezTo>
                  <a:pt x="1311934" y="41461"/>
                  <a:pt x="1314561" y="49173"/>
                  <a:pt x="1314561" y="59090"/>
                </a:cubicBezTo>
                <a:cubicBezTo>
                  <a:pt x="1314561" y="63843"/>
                  <a:pt x="1314104" y="68116"/>
                  <a:pt x="1313190" y="71909"/>
                </a:cubicBezTo>
                <a:moveTo>
                  <a:pt x="1296601" y="59913"/>
                </a:moveTo>
                <a:cubicBezTo>
                  <a:pt x="1296647" y="59044"/>
                  <a:pt x="1296670" y="58382"/>
                  <a:pt x="1296670" y="57925"/>
                </a:cubicBezTo>
                <a:cubicBezTo>
                  <a:pt x="1296670" y="52532"/>
                  <a:pt x="1295459" y="48488"/>
                  <a:pt x="1293037" y="45791"/>
                </a:cubicBezTo>
                <a:cubicBezTo>
                  <a:pt x="1290615" y="43095"/>
                  <a:pt x="1287370" y="41747"/>
                  <a:pt x="1283303" y="41747"/>
                </a:cubicBezTo>
                <a:cubicBezTo>
                  <a:pt x="1279235" y="41747"/>
                  <a:pt x="1275591" y="43278"/>
                  <a:pt x="1272369" y="46340"/>
                </a:cubicBezTo>
                <a:cubicBezTo>
                  <a:pt x="1269147" y="49402"/>
                  <a:pt x="1266965" y="53926"/>
                  <a:pt x="1265822" y="59913"/>
                </a:cubicBezTo>
                <a:lnTo>
                  <a:pt x="1296601" y="59913"/>
                </a:lnTo>
                <a:close/>
                <a:moveTo>
                  <a:pt x="1379642" y="1714"/>
                </a:moveTo>
                <a:lnTo>
                  <a:pt x="1399316" y="1714"/>
                </a:lnTo>
                <a:lnTo>
                  <a:pt x="1395614" y="19537"/>
                </a:lnTo>
                <a:lnTo>
                  <a:pt x="1375940" y="19537"/>
                </a:lnTo>
                <a:lnTo>
                  <a:pt x="1379642" y="1714"/>
                </a:lnTo>
                <a:moveTo>
                  <a:pt x="1373884" y="29408"/>
                </a:moveTo>
                <a:lnTo>
                  <a:pt x="1393557" y="29408"/>
                </a:lnTo>
                <a:lnTo>
                  <a:pt x="1378339" y="102208"/>
                </a:lnTo>
                <a:lnTo>
                  <a:pt x="1358665" y="102208"/>
                </a:lnTo>
                <a:lnTo>
                  <a:pt x="1373884" y="29408"/>
                </a:lnTo>
                <a:close/>
                <a:moveTo>
                  <a:pt x="1394652" y="81849"/>
                </a:moveTo>
                <a:lnTo>
                  <a:pt x="1413709" y="78832"/>
                </a:lnTo>
                <a:cubicBezTo>
                  <a:pt x="1415400" y="82854"/>
                  <a:pt x="1417502" y="85699"/>
                  <a:pt x="1420016" y="87367"/>
                </a:cubicBezTo>
                <a:cubicBezTo>
                  <a:pt x="1422529" y="89035"/>
                  <a:pt x="1425957" y="89869"/>
                  <a:pt x="1430298" y="89869"/>
                </a:cubicBezTo>
                <a:cubicBezTo>
                  <a:pt x="1434777" y="89869"/>
                  <a:pt x="1438364" y="88864"/>
                  <a:pt x="1441061" y="86853"/>
                </a:cubicBezTo>
                <a:cubicBezTo>
                  <a:pt x="1442934" y="85482"/>
                  <a:pt x="1443871" y="83814"/>
                  <a:pt x="1443871" y="81849"/>
                </a:cubicBezTo>
                <a:cubicBezTo>
                  <a:pt x="1443871" y="80523"/>
                  <a:pt x="1443391" y="79335"/>
                  <a:pt x="1442432" y="78284"/>
                </a:cubicBezTo>
                <a:cubicBezTo>
                  <a:pt x="1441426" y="77279"/>
                  <a:pt x="1438707" y="76045"/>
                  <a:pt x="1434274" y="74582"/>
                </a:cubicBezTo>
                <a:cubicBezTo>
                  <a:pt x="1422392" y="70652"/>
                  <a:pt x="1415034" y="67545"/>
                  <a:pt x="1412201" y="65260"/>
                </a:cubicBezTo>
                <a:cubicBezTo>
                  <a:pt x="1407768" y="61695"/>
                  <a:pt x="1405552" y="57034"/>
                  <a:pt x="1405552" y="51275"/>
                </a:cubicBezTo>
                <a:cubicBezTo>
                  <a:pt x="1405552" y="45517"/>
                  <a:pt x="1407700" y="40559"/>
                  <a:pt x="1411995" y="36400"/>
                </a:cubicBezTo>
                <a:cubicBezTo>
                  <a:pt x="1417982" y="30596"/>
                  <a:pt x="1426871" y="27694"/>
                  <a:pt x="1438661" y="27694"/>
                </a:cubicBezTo>
                <a:cubicBezTo>
                  <a:pt x="1448030" y="27694"/>
                  <a:pt x="1455113" y="29408"/>
                  <a:pt x="1459912" y="32835"/>
                </a:cubicBezTo>
                <a:cubicBezTo>
                  <a:pt x="1464710" y="36263"/>
                  <a:pt x="1467749" y="40901"/>
                  <a:pt x="1469029" y="46751"/>
                </a:cubicBezTo>
                <a:lnTo>
                  <a:pt x="1450863" y="49904"/>
                </a:lnTo>
                <a:cubicBezTo>
                  <a:pt x="1449903" y="47254"/>
                  <a:pt x="1448350" y="45266"/>
                  <a:pt x="1446202" y="43941"/>
                </a:cubicBezTo>
                <a:cubicBezTo>
                  <a:pt x="1443277" y="42158"/>
                  <a:pt x="1439758" y="41267"/>
                  <a:pt x="1435645" y="41267"/>
                </a:cubicBezTo>
                <a:cubicBezTo>
                  <a:pt x="1431532" y="41267"/>
                  <a:pt x="1428573" y="41953"/>
                  <a:pt x="1426768" y="43324"/>
                </a:cubicBezTo>
                <a:cubicBezTo>
                  <a:pt x="1424963" y="44695"/>
                  <a:pt x="1424060" y="46271"/>
                  <a:pt x="1424060" y="48054"/>
                </a:cubicBezTo>
                <a:cubicBezTo>
                  <a:pt x="1424060" y="49882"/>
                  <a:pt x="1424974" y="51390"/>
                  <a:pt x="1426802" y="52578"/>
                </a:cubicBezTo>
                <a:cubicBezTo>
                  <a:pt x="1427945" y="53309"/>
                  <a:pt x="1431623" y="54589"/>
                  <a:pt x="1437839" y="56417"/>
                </a:cubicBezTo>
                <a:cubicBezTo>
                  <a:pt x="1447436" y="59204"/>
                  <a:pt x="1453857" y="61946"/>
                  <a:pt x="1457101" y="64643"/>
                </a:cubicBezTo>
                <a:cubicBezTo>
                  <a:pt x="1461671" y="68436"/>
                  <a:pt x="1463956" y="73006"/>
                  <a:pt x="1463956" y="78353"/>
                </a:cubicBezTo>
                <a:cubicBezTo>
                  <a:pt x="1463956" y="85253"/>
                  <a:pt x="1461054" y="91240"/>
                  <a:pt x="1455250" y="96313"/>
                </a:cubicBezTo>
                <a:cubicBezTo>
                  <a:pt x="1449446" y="101385"/>
                  <a:pt x="1441266" y="103922"/>
                  <a:pt x="1430709" y="103922"/>
                </a:cubicBezTo>
                <a:cubicBezTo>
                  <a:pt x="1420198" y="103922"/>
                  <a:pt x="1412075" y="101991"/>
                  <a:pt x="1406340" y="98129"/>
                </a:cubicBezTo>
                <a:cubicBezTo>
                  <a:pt x="1400605" y="94268"/>
                  <a:pt x="1396709" y="88841"/>
                  <a:pt x="1394652" y="81849"/>
                </a:cubicBezTo>
                <a:close/>
                <a:moveTo>
                  <a:pt x="1490514" y="29408"/>
                </a:moveTo>
                <a:lnTo>
                  <a:pt x="1509159" y="29408"/>
                </a:lnTo>
                <a:lnTo>
                  <a:pt x="1507240" y="38868"/>
                </a:lnTo>
                <a:cubicBezTo>
                  <a:pt x="1511901" y="34846"/>
                  <a:pt x="1516254" y="31979"/>
                  <a:pt x="1520299" y="30265"/>
                </a:cubicBezTo>
                <a:cubicBezTo>
                  <a:pt x="1524343" y="28551"/>
                  <a:pt x="1528605" y="27694"/>
                  <a:pt x="1533083" y="27694"/>
                </a:cubicBezTo>
                <a:cubicBezTo>
                  <a:pt x="1539070" y="27694"/>
                  <a:pt x="1543788" y="29408"/>
                  <a:pt x="1547239" y="32835"/>
                </a:cubicBezTo>
                <a:cubicBezTo>
                  <a:pt x="1550689" y="36263"/>
                  <a:pt x="1552414" y="40810"/>
                  <a:pt x="1552414" y="46477"/>
                </a:cubicBezTo>
                <a:cubicBezTo>
                  <a:pt x="1552414" y="49036"/>
                  <a:pt x="1551660" y="53880"/>
                  <a:pt x="1550152" y="61009"/>
                </a:cubicBezTo>
                <a:lnTo>
                  <a:pt x="1541583" y="102208"/>
                </a:lnTo>
                <a:lnTo>
                  <a:pt x="1521910" y="102208"/>
                </a:lnTo>
                <a:lnTo>
                  <a:pt x="1530547" y="60872"/>
                </a:lnTo>
                <a:cubicBezTo>
                  <a:pt x="1531826" y="54703"/>
                  <a:pt x="1532466" y="51024"/>
                  <a:pt x="1532466" y="49836"/>
                </a:cubicBezTo>
                <a:cubicBezTo>
                  <a:pt x="1532466" y="47322"/>
                  <a:pt x="1531724" y="45346"/>
                  <a:pt x="1530238" y="43906"/>
                </a:cubicBezTo>
                <a:cubicBezTo>
                  <a:pt x="1528753" y="42467"/>
                  <a:pt x="1526685" y="41747"/>
                  <a:pt x="1524035" y="41747"/>
                </a:cubicBezTo>
                <a:cubicBezTo>
                  <a:pt x="1521156" y="41747"/>
                  <a:pt x="1517957" y="42958"/>
                  <a:pt x="1514438" y="45380"/>
                </a:cubicBezTo>
                <a:cubicBezTo>
                  <a:pt x="1510919" y="47802"/>
                  <a:pt x="1508154" y="51001"/>
                  <a:pt x="1506143" y="54977"/>
                </a:cubicBezTo>
                <a:cubicBezTo>
                  <a:pt x="1504681" y="57810"/>
                  <a:pt x="1503036" y="63591"/>
                  <a:pt x="1501208" y="72320"/>
                </a:cubicBezTo>
                <a:lnTo>
                  <a:pt x="1494969" y="102208"/>
                </a:lnTo>
                <a:lnTo>
                  <a:pt x="1475296" y="102208"/>
                </a:lnTo>
                <a:lnTo>
                  <a:pt x="1490514" y="29408"/>
                </a:lnTo>
                <a:close/>
                <a:moveTo>
                  <a:pt x="1581006" y="1714"/>
                </a:moveTo>
                <a:lnTo>
                  <a:pt x="1600817" y="1714"/>
                </a:lnTo>
                <a:lnTo>
                  <a:pt x="1597527" y="17412"/>
                </a:lnTo>
                <a:cubicBezTo>
                  <a:pt x="1595653" y="26506"/>
                  <a:pt x="1592648" y="32938"/>
                  <a:pt x="1588512" y="36708"/>
                </a:cubicBezTo>
                <a:cubicBezTo>
                  <a:pt x="1584376" y="40479"/>
                  <a:pt x="1579018" y="42432"/>
                  <a:pt x="1572437" y="42570"/>
                </a:cubicBezTo>
                <a:lnTo>
                  <a:pt x="1574357" y="33452"/>
                </a:lnTo>
                <a:cubicBezTo>
                  <a:pt x="1577647" y="32721"/>
                  <a:pt x="1580183" y="31407"/>
                  <a:pt x="1581966" y="29511"/>
                </a:cubicBezTo>
                <a:cubicBezTo>
                  <a:pt x="1583748" y="27614"/>
                  <a:pt x="1585096" y="24701"/>
                  <a:pt x="1586010" y="20771"/>
                </a:cubicBezTo>
                <a:lnTo>
                  <a:pt x="1576962" y="20771"/>
                </a:lnTo>
                <a:lnTo>
                  <a:pt x="1581006" y="1714"/>
                </a:lnTo>
                <a:close/>
                <a:moveTo>
                  <a:pt x="1606701" y="44009"/>
                </a:moveTo>
                <a:lnTo>
                  <a:pt x="1609717" y="29408"/>
                </a:lnTo>
                <a:lnTo>
                  <a:pt x="1619314" y="29408"/>
                </a:lnTo>
                <a:lnTo>
                  <a:pt x="1621714" y="17754"/>
                </a:lnTo>
                <a:lnTo>
                  <a:pt x="1644267" y="4182"/>
                </a:lnTo>
                <a:lnTo>
                  <a:pt x="1638988" y="29408"/>
                </a:lnTo>
                <a:lnTo>
                  <a:pt x="1650984" y="29408"/>
                </a:lnTo>
                <a:lnTo>
                  <a:pt x="1647968" y="44009"/>
                </a:lnTo>
                <a:lnTo>
                  <a:pt x="1635903" y="44009"/>
                </a:lnTo>
                <a:lnTo>
                  <a:pt x="1629528" y="74514"/>
                </a:lnTo>
                <a:cubicBezTo>
                  <a:pt x="1628386" y="80043"/>
                  <a:pt x="1627815" y="83197"/>
                  <a:pt x="1627815" y="83974"/>
                </a:cubicBezTo>
                <a:cubicBezTo>
                  <a:pt x="1627815" y="85482"/>
                  <a:pt x="1628294" y="86659"/>
                  <a:pt x="1629254" y="87504"/>
                </a:cubicBezTo>
                <a:cubicBezTo>
                  <a:pt x="1630214" y="88349"/>
                  <a:pt x="1631950" y="88772"/>
                  <a:pt x="1634464" y="88772"/>
                </a:cubicBezTo>
                <a:cubicBezTo>
                  <a:pt x="1635332" y="88772"/>
                  <a:pt x="1637503" y="88612"/>
                  <a:pt x="1640976" y="88292"/>
                </a:cubicBezTo>
                <a:lnTo>
                  <a:pt x="1637891" y="102893"/>
                </a:lnTo>
                <a:cubicBezTo>
                  <a:pt x="1634510" y="103579"/>
                  <a:pt x="1631036" y="103922"/>
                  <a:pt x="1627472" y="103922"/>
                </a:cubicBezTo>
                <a:cubicBezTo>
                  <a:pt x="1620525" y="103922"/>
                  <a:pt x="1615476" y="102585"/>
                  <a:pt x="1612322" y="99912"/>
                </a:cubicBezTo>
                <a:cubicBezTo>
                  <a:pt x="1609169" y="97238"/>
                  <a:pt x="1607592" y="93525"/>
                  <a:pt x="1607592" y="88772"/>
                </a:cubicBezTo>
                <a:cubicBezTo>
                  <a:pt x="1607592" y="86533"/>
                  <a:pt x="1608438" y="81369"/>
                  <a:pt x="1610129" y="73280"/>
                </a:cubicBezTo>
                <a:lnTo>
                  <a:pt x="1616230" y="44009"/>
                </a:lnTo>
                <a:lnTo>
                  <a:pt x="1606701" y="44009"/>
                </a:lnTo>
                <a:close/>
                <a:moveTo>
                  <a:pt x="1714436" y="50041"/>
                </a:moveTo>
                <a:lnTo>
                  <a:pt x="1695242" y="48396"/>
                </a:lnTo>
                <a:cubicBezTo>
                  <a:pt x="1697436" y="41907"/>
                  <a:pt x="1701263" y="36834"/>
                  <a:pt x="1706724" y="33178"/>
                </a:cubicBezTo>
                <a:cubicBezTo>
                  <a:pt x="1712186" y="29522"/>
                  <a:pt x="1719418" y="27694"/>
                  <a:pt x="1728421" y="27694"/>
                </a:cubicBezTo>
                <a:cubicBezTo>
                  <a:pt x="1737789" y="27694"/>
                  <a:pt x="1744713" y="29579"/>
                  <a:pt x="1749191" y="33350"/>
                </a:cubicBezTo>
                <a:cubicBezTo>
                  <a:pt x="1753670" y="37120"/>
                  <a:pt x="1755909" y="41724"/>
                  <a:pt x="1755909" y="47162"/>
                </a:cubicBezTo>
                <a:cubicBezTo>
                  <a:pt x="1755909" y="49356"/>
                  <a:pt x="1755715" y="51687"/>
                  <a:pt x="1755326" y="54154"/>
                </a:cubicBezTo>
                <a:cubicBezTo>
                  <a:pt x="1754938" y="56622"/>
                  <a:pt x="1753578" y="63112"/>
                  <a:pt x="1751248" y="73623"/>
                </a:cubicBezTo>
                <a:cubicBezTo>
                  <a:pt x="1749328" y="82306"/>
                  <a:pt x="1748369" y="88384"/>
                  <a:pt x="1748369" y="91857"/>
                </a:cubicBezTo>
                <a:cubicBezTo>
                  <a:pt x="1748369" y="94965"/>
                  <a:pt x="1748917" y="98415"/>
                  <a:pt x="1750014" y="102208"/>
                </a:cubicBezTo>
                <a:lnTo>
                  <a:pt x="1730888" y="102208"/>
                </a:lnTo>
                <a:cubicBezTo>
                  <a:pt x="1730111" y="99557"/>
                  <a:pt x="1729632" y="96815"/>
                  <a:pt x="1729449" y="93982"/>
                </a:cubicBezTo>
                <a:cubicBezTo>
                  <a:pt x="1726570" y="97181"/>
                  <a:pt x="1723256" y="99637"/>
                  <a:pt x="1719509" y="101351"/>
                </a:cubicBezTo>
                <a:cubicBezTo>
                  <a:pt x="1715762" y="103065"/>
                  <a:pt x="1711991" y="103922"/>
                  <a:pt x="1708198" y="103922"/>
                </a:cubicBezTo>
                <a:cubicBezTo>
                  <a:pt x="1702166" y="103922"/>
                  <a:pt x="1697185" y="101945"/>
                  <a:pt x="1693254" y="97992"/>
                </a:cubicBezTo>
                <a:cubicBezTo>
                  <a:pt x="1689324" y="94039"/>
                  <a:pt x="1687359" y="88955"/>
                  <a:pt x="1687359" y="82740"/>
                </a:cubicBezTo>
                <a:cubicBezTo>
                  <a:pt x="1687359" y="75793"/>
                  <a:pt x="1689518" y="70241"/>
                  <a:pt x="1693837" y="66082"/>
                </a:cubicBezTo>
                <a:cubicBezTo>
                  <a:pt x="1698156" y="61923"/>
                  <a:pt x="1705868" y="59410"/>
                  <a:pt x="1716973" y="58542"/>
                </a:cubicBezTo>
                <a:cubicBezTo>
                  <a:pt x="1726341" y="57765"/>
                  <a:pt x="1732602" y="56828"/>
                  <a:pt x="1735755" y="55731"/>
                </a:cubicBezTo>
                <a:cubicBezTo>
                  <a:pt x="1736578" y="52989"/>
                  <a:pt x="1736989" y="50795"/>
                  <a:pt x="1736989" y="49150"/>
                </a:cubicBezTo>
                <a:cubicBezTo>
                  <a:pt x="1736989" y="47048"/>
                  <a:pt x="1736144" y="45289"/>
                  <a:pt x="1734453" y="43872"/>
                </a:cubicBezTo>
                <a:cubicBezTo>
                  <a:pt x="1732762" y="42455"/>
                  <a:pt x="1730249" y="41747"/>
                  <a:pt x="1726912" y="41747"/>
                </a:cubicBezTo>
                <a:cubicBezTo>
                  <a:pt x="1723394" y="41747"/>
                  <a:pt x="1720617" y="42467"/>
                  <a:pt x="1718584" y="43906"/>
                </a:cubicBezTo>
                <a:cubicBezTo>
                  <a:pt x="1716550" y="45346"/>
                  <a:pt x="1715168" y="47391"/>
                  <a:pt x="1714436" y="50041"/>
                </a:cubicBezTo>
                <a:moveTo>
                  <a:pt x="1733150" y="68276"/>
                </a:moveTo>
                <a:cubicBezTo>
                  <a:pt x="1731962" y="68596"/>
                  <a:pt x="1730386" y="68893"/>
                  <a:pt x="1728421" y="69167"/>
                </a:cubicBezTo>
                <a:cubicBezTo>
                  <a:pt x="1718549" y="70355"/>
                  <a:pt x="1712106" y="72092"/>
                  <a:pt x="1709089" y="74377"/>
                </a:cubicBezTo>
                <a:cubicBezTo>
                  <a:pt x="1706942" y="76022"/>
                  <a:pt x="1705868" y="78238"/>
                  <a:pt x="1705868" y="81026"/>
                </a:cubicBezTo>
                <a:cubicBezTo>
                  <a:pt x="1705868" y="83311"/>
                  <a:pt x="1706690" y="85242"/>
                  <a:pt x="1708335" y="86818"/>
                </a:cubicBezTo>
                <a:cubicBezTo>
                  <a:pt x="1709981" y="88395"/>
                  <a:pt x="1712151" y="89183"/>
                  <a:pt x="1714848" y="89183"/>
                </a:cubicBezTo>
                <a:cubicBezTo>
                  <a:pt x="1717818" y="89183"/>
                  <a:pt x="1720617" y="88464"/>
                  <a:pt x="1723245" y="87024"/>
                </a:cubicBezTo>
                <a:cubicBezTo>
                  <a:pt x="1725873" y="85585"/>
                  <a:pt x="1727838" y="83734"/>
                  <a:pt x="1729140" y="81472"/>
                </a:cubicBezTo>
                <a:cubicBezTo>
                  <a:pt x="1730443" y="79209"/>
                  <a:pt x="1731597" y="75679"/>
                  <a:pt x="1732602" y="70881"/>
                </a:cubicBezTo>
                <a:lnTo>
                  <a:pt x="1733150" y="68276"/>
                </a:lnTo>
                <a:close/>
                <a:moveTo>
                  <a:pt x="1779998" y="29408"/>
                </a:moveTo>
                <a:lnTo>
                  <a:pt x="1798643" y="29408"/>
                </a:lnTo>
                <a:lnTo>
                  <a:pt x="1796724" y="38868"/>
                </a:lnTo>
                <a:cubicBezTo>
                  <a:pt x="1801385" y="34846"/>
                  <a:pt x="1805738" y="31979"/>
                  <a:pt x="1809783" y="30265"/>
                </a:cubicBezTo>
                <a:cubicBezTo>
                  <a:pt x="1813827" y="28551"/>
                  <a:pt x="1818089" y="27694"/>
                  <a:pt x="1822567" y="27694"/>
                </a:cubicBezTo>
                <a:cubicBezTo>
                  <a:pt x="1828554" y="27694"/>
                  <a:pt x="1833273" y="29408"/>
                  <a:pt x="1836723" y="32835"/>
                </a:cubicBezTo>
                <a:cubicBezTo>
                  <a:pt x="1840173" y="36263"/>
                  <a:pt x="1841898" y="40810"/>
                  <a:pt x="1841898" y="46477"/>
                </a:cubicBezTo>
                <a:cubicBezTo>
                  <a:pt x="1841898" y="49036"/>
                  <a:pt x="1841144" y="53880"/>
                  <a:pt x="1839636" y="61009"/>
                </a:cubicBezTo>
                <a:lnTo>
                  <a:pt x="1831068" y="102208"/>
                </a:lnTo>
                <a:lnTo>
                  <a:pt x="1811394" y="102208"/>
                </a:lnTo>
                <a:lnTo>
                  <a:pt x="1820031" y="60872"/>
                </a:lnTo>
                <a:cubicBezTo>
                  <a:pt x="1821311" y="54703"/>
                  <a:pt x="1821950" y="51024"/>
                  <a:pt x="1821950" y="49836"/>
                </a:cubicBezTo>
                <a:cubicBezTo>
                  <a:pt x="1821950" y="47322"/>
                  <a:pt x="1821208" y="45346"/>
                  <a:pt x="1819723" y="43906"/>
                </a:cubicBezTo>
                <a:cubicBezTo>
                  <a:pt x="1818237" y="42467"/>
                  <a:pt x="1816169" y="41747"/>
                  <a:pt x="1813519" y="41747"/>
                </a:cubicBezTo>
                <a:cubicBezTo>
                  <a:pt x="1810640" y="41747"/>
                  <a:pt x="1807441" y="42958"/>
                  <a:pt x="1803922" y="45380"/>
                </a:cubicBezTo>
                <a:cubicBezTo>
                  <a:pt x="1800403" y="47802"/>
                  <a:pt x="1797638" y="51001"/>
                  <a:pt x="1795627" y="54977"/>
                </a:cubicBezTo>
                <a:cubicBezTo>
                  <a:pt x="1794165" y="57810"/>
                  <a:pt x="1792520" y="63591"/>
                  <a:pt x="1790692" y="72320"/>
                </a:cubicBezTo>
                <a:lnTo>
                  <a:pt x="1784454" y="102208"/>
                </a:lnTo>
                <a:lnTo>
                  <a:pt x="1764780" y="102208"/>
                </a:lnTo>
                <a:lnTo>
                  <a:pt x="1779998" y="29408"/>
                </a:lnTo>
                <a:close/>
                <a:moveTo>
                  <a:pt x="1856301" y="29408"/>
                </a:moveTo>
                <a:lnTo>
                  <a:pt x="1875906" y="29408"/>
                </a:lnTo>
                <a:lnTo>
                  <a:pt x="1880842" y="65671"/>
                </a:lnTo>
                <a:cubicBezTo>
                  <a:pt x="1882076" y="74994"/>
                  <a:pt x="1882761" y="81529"/>
                  <a:pt x="1882898" y="85276"/>
                </a:cubicBezTo>
                <a:cubicBezTo>
                  <a:pt x="1885458" y="77827"/>
                  <a:pt x="1888976" y="69967"/>
                  <a:pt x="1893455" y="61695"/>
                </a:cubicBezTo>
                <a:lnTo>
                  <a:pt x="1910867" y="29408"/>
                </a:lnTo>
                <a:lnTo>
                  <a:pt x="1931706" y="29408"/>
                </a:lnTo>
                <a:lnTo>
                  <a:pt x="1886737" y="109337"/>
                </a:lnTo>
                <a:cubicBezTo>
                  <a:pt x="1883035" y="115964"/>
                  <a:pt x="1880122" y="120602"/>
                  <a:pt x="1877997" y="123253"/>
                </a:cubicBezTo>
                <a:cubicBezTo>
                  <a:pt x="1875872" y="125903"/>
                  <a:pt x="1873313" y="127983"/>
                  <a:pt x="1870319" y="129491"/>
                </a:cubicBezTo>
                <a:cubicBezTo>
                  <a:pt x="1867326" y="130999"/>
                  <a:pt x="1863727" y="131753"/>
                  <a:pt x="1859523" y="131753"/>
                </a:cubicBezTo>
                <a:cubicBezTo>
                  <a:pt x="1855364" y="131753"/>
                  <a:pt x="1850680" y="131022"/>
                  <a:pt x="1845470" y="129559"/>
                </a:cubicBezTo>
                <a:lnTo>
                  <a:pt x="1847184" y="114890"/>
                </a:lnTo>
                <a:cubicBezTo>
                  <a:pt x="1849560" y="115575"/>
                  <a:pt x="1851868" y="115918"/>
                  <a:pt x="1854107" y="115918"/>
                </a:cubicBezTo>
                <a:cubicBezTo>
                  <a:pt x="1860140" y="115918"/>
                  <a:pt x="1865098" y="111348"/>
                  <a:pt x="1868983" y="102208"/>
                </a:cubicBezTo>
                <a:lnTo>
                  <a:pt x="1856301" y="29408"/>
                </a:lnTo>
                <a:close/>
                <a:moveTo>
                  <a:pt x="1964019" y="81849"/>
                </a:moveTo>
                <a:lnTo>
                  <a:pt x="1983076" y="78832"/>
                </a:lnTo>
                <a:cubicBezTo>
                  <a:pt x="1984767" y="82854"/>
                  <a:pt x="1986869" y="85699"/>
                  <a:pt x="1989383" y="87367"/>
                </a:cubicBezTo>
                <a:cubicBezTo>
                  <a:pt x="1991896" y="89035"/>
                  <a:pt x="1995324" y="89869"/>
                  <a:pt x="1999665" y="89869"/>
                </a:cubicBezTo>
                <a:cubicBezTo>
                  <a:pt x="2004144" y="89869"/>
                  <a:pt x="2007731" y="88864"/>
                  <a:pt x="2010427" y="86853"/>
                </a:cubicBezTo>
                <a:cubicBezTo>
                  <a:pt x="2012301" y="85482"/>
                  <a:pt x="2013238" y="83814"/>
                  <a:pt x="2013238" y="81849"/>
                </a:cubicBezTo>
                <a:cubicBezTo>
                  <a:pt x="2013238" y="80523"/>
                  <a:pt x="2012758" y="79335"/>
                  <a:pt x="2011798" y="78284"/>
                </a:cubicBezTo>
                <a:cubicBezTo>
                  <a:pt x="2010793" y="77279"/>
                  <a:pt x="2008074" y="76045"/>
                  <a:pt x="2003641" y="74582"/>
                </a:cubicBezTo>
                <a:cubicBezTo>
                  <a:pt x="1991759" y="70652"/>
                  <a:pt x="1984401" y="67545"/>
                  <a:pt x="1981568" y="65260"/>
                </a:cubicBezTo>
                <a:cubicBezTo>
                  <a:pt x="1977135" y="61695"/>
                  <a:pt x="1974919" y="57034"/>
                  <a:pt x="1974919" y="51275"/>
                </a:cubicBezTo>
                <a:cubicBezTo>
                  <a:pt x="1974919" y="45517"/>
                  <a:pt x="1977066" y="40559"/>
                  <a:pt x="1981362" y="36400"/>
                </a:cubicBezTo>
                <a:cubicBezTo>
                  <a:pt x="1987349" y="30596"/>
                  <a:pt x="1996238" y="27694"/>
                  <a:pt x="2008028" y="27694"/>
                </a:cubicBezTo>
                <a:cubicBezTo>
                  <a:pt x="2017397" y="27694"/>
                  <a:pt x="2024480" y="29408"/>
                  <a:pt x="2029279" y="32835"/>
                </a:cubicBezTo>
                <a:cubicBezTo>
                  <a:pt x="2034077" y="36263"/>
                  <a:pt x="2037116" y="40901"/>
                  <a:pt x="2038396" y="46751"/>
                </a:cubicBezTo>
                <a:lnTo>
                  <a:pt x="2020230" y="49904"/>
                </a:lnTo>
                <a:cubicBezTo>
                  <a:pt x="2019270" y="47254"/>
                  <a:pt x="2017717" y="45266"/>
                  <a:pt x="2015569" y="43941"/>
                </a:cubicBezTo>
                <a:cubicBezTo>
                  <a:pt x="2012644" y="42158"/>
                  <a:pt x="2009125" y="41267"/>
                  <a:pt x="2005012" y="41267"/>
                </a:cubicBezTo>
                <a:cubicBezTo>
                  <a:pt x="2000899" y="41267"/>
                  <a:pt x="1997940" y="41953"/>
                  <a:pt x="1996135" y="43324"/>
                </a:cubicBezTo>
                <a:cubicBezTo>
                  <a:pt x="1994330" y="44695"/>
                  <a:pt x="1993427" y="46271"/>
                  <a:pt x="1993427" y="48054"/>
                </a:cubicBezTo>
                <a:cubicBezTo>
                  <a:pt x="1993427" y="49882"/>
                  <a:pt x="1994341" y="51390"/>
                  <a:pt x="1996169" y="52578"/>
                </a:cubicBezTo>
                <a:cubicBezTo>
                  <a:pt x="1997312" y="53309"/>
                  <a:pt x="2000990" y="54589"/>
                  <a:pt x="2007206" y="56417"/>
                </a:cubicBezTo>
                <a:cubicBezTo>
                  <a:pt x="2016803" y="59204"/>
                  <a:pt x="2023223" y="61946"/>
                  <a:pt x="2026468" y="64643"/>
                </a:cubicBezTo>
                <a:cubicBezTo>
                  <a:pt x="2031038" y="68436"/>
                  <a:pt x="2033323" y="73006"/>
                  <a:pt x="2033323" y="78353"/>
                </a:cubicBezTo>
                <a:cubicBezTo>
                  <a:pt x="2033323" y="85253"/>
                  <a:pt x="2030421" y="91240"/>
                  <a:pt x="2024617" y="96313"/>
                </a:cubicBezTo>
                <a:cubicBezTo>
                  <a:pt x="2018813" y="101385"/>
                  <a:pt x="2010633" y="103922"/>
                  <a:pt x="2000076" y="103922"/>
                </a:cubicBezTo>
                <a:cubicBezTo>
                  <a:pt x="1989565" y="103922"/>
                  <a:pt x="1981442" y="101991"/>
                  <a:pt x="1975707" y="98129"/>
                </a:cubicBezTo>
                <a:cubicBezTo>
                  <a:pt x="1969972" y="94268"/>
                  <a:pt x="1966076" y="88841"/>
                  <a:pt x="1964019" y="81849"/>
                </a:cubicBezTo>
                <a:close/>
                <a:moveTo>
                  <a:pt x="2072150" y="50041"/>
                </a:moveTo>
                <a:lnTo>
                  <a:pt x="2052956" y="48396"/>
                </a:lnTo>
                <a:cubicBezTo>
                  <a:pt x="2055150" y="41907"/>
                  <a:pt x="2058977" y="36834"/>
                  <a:pt x="2064439" y="33178"/>
                </a:cubicBezTo>
                <a:cubicBezTo>
                  <a:pt x="2069900" y="29522"/>
                  <a:pt x="2077132" y="27694"/>
                  <a:pt x="2086135" y="27694"/>
                </a:cubicBezTo>
                <a:cubicBezTo>
                  <a:pt x="2095503" y="27694"/>
                  <a:pt x="2102427" y="29579"/>
                  <a:pt x="2106905" y="33350"/>
                </a:cubicBezTo>
                <a:cubicBezTo>
                  <a:pt x="2111384" y="37120"/>
                  <a:pt x="2113623" y="41724"/>
                  <a:pt x="2113623" y="47162"/>
                </a:cubicBezTo>
                <a:cubicBezTo>
                  <a:pt x="2113623" y="49356"/>
                  <a:pt x="2113429" y="51687"/>
                  <a:pt x="2113040" y="54154"/>
                </a:cubicBezTo>
                <a:cubicBezTo>
                  <a:pt x="2112652" y="56622"/>
                  <a:pt x="2111292" y="63112"/>
                  <a:pt x="2108962" y="73623"/>
                </a:cubicBezTo>
                <a:cubicBezTo>
                  <a:pt x="2107042" y="82306"/>
                  <a:pt x="2106083" y="88384"/>
                  <a:pt x="2106083" y="91857"/>
                </a:cubicBezTo>
                <a:cubicBezTo>
                  <a:pt x="2106083" y="94965"/>
                  <a:pt x="2106631" y="98415"/>
                  <a:pt x="2107728" y="102208"/>
                </a:cubicBezTo>
                <a:lnTo>
                  <a:pt x="2088602" y="102208"/>
                </a:lnTo>
                <a:cubicBezTo>
                  <a:pt x="2087826" y="99557"/>
                  <a:pt x="2087346" y="96815"/>
                  <a:pt x="2087163" y="93982"/>
                </a:cubicBezTo>
                <a:cubicBezTo>
                  <a:pt x="2084284" y="97181"/>
                  <a:pt x="2080971" y="99637"/>
                  <a:pt x="2077223" y="101351"/>
                </a:cubicBezTo>
                <a:cubicBezTo>
                  <a:pt x="2073476" y="103065"/>
                  <a:pt x="2069706" y="103922"/>
                  <a:pt x="2065912" y="103922"/>
                </a:cubicBezTo>
                <a:cubicBezTo>
                  <a:pt x="2059880" y="103922"/>
                  <a:pt x="2054899" y="101945"/>
                  <a:pt x="2050969" y="97992"/>
                </a:cubicBezTo>
                <a:cubicBezTo>
                  <a:pt x="2047038" y="94039"/>
                  <a:pt x="2045073" y="88955"/>
                  <a:pt x="2045073" y="82740"/>
                </a:cubicBezTo>
                <a:cubicBezTo>
                  <a:pt x="2045073" y="75793"/>
                  <a:pt x="2047233" y="70241"/>
                  <a:pt x="2051551" y="66082"/>
                </a:cubicBezTo>
                <a:cubicBezTo>
                  <a:pt x="2055870" y="61923"/>
                  <a:pt x="2063582" y="59410"/>
                  <a:pt x="2074687" y="58542"/>
                </a:cubicBezTo>
                <a:cubicBezTo>
                  <a:pt x="2084055" y="57765"/>
                  <a:pt x="2090316" y="56828"/>
                  <a:pt x="2093469" y="55731"/>
                </a:cubicBezTo>
                <a:cubicBezTo>
                  <a:pt x="2094292" y="52989"/>
                  <a:pt x="2094703" y="50795"/>
                  <a:pt x="2094703" y="49150"/>
                </a:cubicBezTo>
                <a:cubicBezTo>
                  <a:pt x="2094703" y="47048"/>
                  <a:pt x="2093858" y="45289"/>
                  <a:pt x="2092167" y="43872"/>
                </a:cubicBezTo>
                <a:cubicBezTo>
                  <a:pt x="2090476" y="42455"/>
                  <a:pt x="2087963" y="41747"/>
                  <a:pt x="2084627" y="41747"/>
                </a:cubicBezTo>
                <a:cubicBezTo>
                  <a:pt x="2081108" y="41747"/>
                  <a:pt x="2078331" y="42467"/>
                  <a:pt x="2076298" y="43906"/>
                </a:cubicBezTo>
                <a:cubicBezTo>
                  <a:pt x="2074264" y="45346"/>
                  <a:pt x="2072882" y="47391"/>
                  <a:pt x="2072150" y="50041"/>
                </a:cubicBezTo>
                <a:moveTo>
                  <a:pt x="2090865" y="68276"/>
                </a:moveTo>
                <a:cubicBezTo>
                  <a:pt x="2089676" y="68596"/>
                  <a:pt x="2088100" y="68893"/>
                  <a:pt x="2086135" y="69167"/>
                </a:cubicBezTo>
                <a:cubicBezTo>
                  <a:pt x="2076263" y="70355"/>
                  <a:pt x="2069820" y="72092"/>
                  <a:pt x="2066804" y="74377"/>
                </a:cubicBezTo>
                <a:cubicBezTo>
                  <a:pt x="2064656" y="76022"/>
                  <a:pt x="2063582" y="78238"/>
                  <a:pt x="2063582" y="81026"/>
                </a:cubicBezTo>
                <a:cubicBezTo>
                  <a:pt x="2063582" y="83311"/>
                  <a:pt x="2064404" y="85242"/>
                  <a:pt x="2066050" y="86818"/>
                </a:cubicBezTo>
                <a:cubicBezTo>
                  <a:pt x="2067695" y="88395"/>
                  <a:pt x="2069865" y="89183"/>
                  <a:pt x="2072562" y="89183"/>
                </a:cubicBezTo>
                <a:cubicBezTo>
                  <a:pt x="2075532" y="89183"/>
                  <a:pt x="2078331" y="88464"/>
                  <a:pt x="2080959" y="87024"/>
                </a:cubicBezTo>
                <a:cubicBezTo>
                  <a:pt x="2083587" y="85585"/>
                  <a:pt x="2085552" y="83734"/>
                  <a:pt x="2086854" y="81472"/>
                </a:cubicBezTo>
                <a:cubicBezTo>
                  <a:pt x="2088157" y="79209"/>
                  <a:pt x="2089311" y="75679"/>
                  <a:pt x="2090316" y="70881"/>
                </a:cubicBezTo>
                <a:lnTo>
                  <a:pt x="2090865" y="68276"/>
                </a:lnTo>
                <a:close/>
                <a:moveTo>
                  <a:pt x="2122084" y="102208"/>
                </a:moveTo>
                <a:lnTo>
                  <a:pt x="2143128" y="1714"/>
                </a:lnTo>
                <a:lnTo>
                  <a:pt x="2162734" y="1714"/>
                </a:lnTo>
                <a:lnTo>
                  <a:pt x="2141757" y="102208"/>
                </a:lnTo>
                <a:lnTo>
                  <a:pt x="2122084" y="102208"/>
                </a:lnTo>
                <a:close/>
                <a:moveTo>
                  <a:pt x="2175345" y="29408"/>
                </a:moveTo>
                <a:lnTo>
                  <a:pt x="2193854" y="29408"/>
                </a:lnTo>
                <a:lnTo>
                  <a:pt x="2192003" y="38251"/>
                </a:lnTo>
                <a:cubicBezTo>
                  <a:pt x="2199223" y="31213"/>
                  <a:pt x="2206810" y="27694"/>
                  <a:pt x="2214761" y="27694"/>
                </a:cubicBezTo>
                <a:cubicBezTo>
                  <a:pt x="2220245" y="27694"/>
                  <a:pt x="2224473" y="28837"/>
                  <a:pt x="2227443" y="31122"/>
                </a:cubicBezTo>
                <a:cubicBezTo>
                  <a:pt x="2230414" y="33407"/>
                  <a:pt x="2232310" y="36560"/>
                  <a:pt x="2233133" y="40582"/>
                </a:cubicBezTo>
                <a:cubicBezTo>
                  <a:pt x="2235646" y="36926"/>
                  <a:pt x="2239257" y="33864"/>
                  <a:pt x="2243964" y="31396"/>
                </a:cubicBezTo>
                <a:cubicBezTo>
                  <a:pt x="2248671" y="28928"/>
                  <a:pt x="2253561" y="27694"/>
                  <a:pt x="2258633" y="27694"/>
                </a:cubicBezTo>
                <a:cubicBezTo>
                  <a:pt x="2264437" y="27694"/>
                  <a:pt x="2268961" y="29248"/>
                  <a:pt x="2272206" y="32356"/>
                </a:cubicBezTo>
                <a:cubicBezTo>
                  <a:pt x="2275451" y="35463"/>
                  <a:pt x="2277073" y="39576"/>
                  <a:pt x="2277073" y="44695"/>
                </a:cubicBezTo>
                <a:cubicBezTo>
                  <a:pt x="2277073" y="47208"/>
                  <a:pt x="2276433" y="51550"/>
                  <a:pt x="2275154" y="57719"/>
                </a:cubicBezTo>
                <a:lnTo>
                  <a:pt x="2265831" y="102208"/>
                </a:lnTo>
                <a:lnTo>
                  <a:pt x="2246157" y="102208"/>
                </a:lnTo>
                <a:lnTo>
                  <a:pt x="2255480" y="57719"/>
                </a:lnTo>
                <a:cubicBezTo>
                  <a:pt x="2256622" y="52144"/>
                  <a:pt x="2257194" y="48990"/>
                  <a:pt x="2257194" y="48259"/>
                </a:cubicBezTo>
                <a:cubicBezTo>
                  <a:pt x="2257194" y="46248"/>
                  <a:pt x="2256588" y="44660"/>
                  <a:pt x="2255377" y="43495"/>
                </a:cubicBezTo>
                <a:cubicBezTo>
                  <a:pt x="2254166" y="42330"/>
                  <a:pt x="2252350" y="41747"/>
                  <a:pt x="2249927" y="41747"/>
                </a:cubicBezTo>
                <a:cubicBezTo>
                  <a:pt x="2245038" y="41747"/>
                  <a:pt x="2240673" y="44329"/>
                  <a:pt x="2236834" y="49493"/>
                </a:cubicBezTo>
                <a:cubicBezTo>
                  <a:pt x="2234047" y="53195"/>
                  <a:pt x="2231670" y="59753"/>
                  <a:pt x="2229705" y="69167"/>
                </a:cubicBezTo>
                <a:lnTo>
                  <a:pt x="2222782" y="102208"/>
                </a:lnTo>
                <a:lnTo>
                  <a:pt x="2203108" y="102208"/>
                </a:lnTo>
                <a:lnTo>
                  <a:pt x="2212294" y="58199"/>
                </a:lnTo>
                <a:cubicBezTo>
                  <a:pt x="2213345" y="53126"/>
                  <a:pt x="2213870" y="49836"/>
                  <a:pt x="2213870" y="48328"/>
                </a:cubicBezTo>
                <a:cubicBezTo>
                  <a:pt x="2213870" y="46408"/>
                  <a:pt x="2213219" y="44832"/>
                  <a:pt x="2211917" y="43598"/>
                </a:cubicBezTo>
                <a:cubicBezTo>
                  <a:pt x="2210614" y="42364"/>
                  <a:pt x="2208820" y="41747"/>
                  <a:pt x="2206535" y="41747"/>
                </a:cubicBezTo>
                <a:cubicBezTo>
                  <a:pt x="2204387" y="41747"/>
                  <a:pt x="2202171" y="42387"/>
                  <a:pt x="2199886" y="43666"/>
                </a:cubicBezTo>
                <a:cubicBezTo>
                  <a:pt x="2197601" y="44946"/>
                  <a:pt x="2195602" y="46705"/>
                  <a:pt x="2193888" y="48945"/>
                </a:cubicBezTo>
                <a:cubicBezTo>
                  <a:pt x="2192174" y="51184"/>
                  <a:pt x="2190700" y="54063"/>
                  <a:pt x="2189466" y="57582"/>
                </a:cubicBezTo>
                <a:cubicBezTo>
                  <a:pt x="2188918" y="59227"/>
                  <a:pt x="2188027" y="62952"/>
                  <a:pt x="2186793" y="68756"/>
                </a:cubicBezTo>
                <a:lnTo>
                  <a:pt x="2179801" y="102208"/>
                </a:lnTo>
                <a:lnTo>
                  <a:pt x="2160127" y="102208"/>
                </a:lnTo>
                <a:lnTo>
                  <a:pt x="2175345" y="29408"/>
                </a:lnTo>
                <a:close/>
                <a:moveTo>
                  <a:pt x="2287784" y="71977"/>
                </a:moveTo>
                <a:cubicBezTo>
                  <a:pt x="2287784" y="58496"/>
                  <a:pt x="2291589" y="47745"/>
                  <a:pt x="2299198" y="39725"/>
                </a:cubicBezTo>
                <a:cubicBezTo>
                  <a:pt x="2306807" y="31704"/>
                  <a:pt x="2316804" y="27694"/>
                  <a:pt x="2329188" y="27694"/>
                </a:cubicBezTo>
                <a:cubicBezTo>
                  <a:pt x="2339928" y="27694"/>
                  <a:pt x="2348314" y="30653"/>
                  <a:pt x="2354346" y="36571"/>
                </a:cubicBezTo>
                <a:cubicBezTo>
                  <a:pt x="2360378" y="42490"/>
                  <a:pt x="2363395" y="50453"/>
                  <a:pt x="2363395" y="60461"/>
                </a:cubicBezTo>
                <a:cubicBezTo>
                  <a:pt x="2363395" y="72252"/>
                  <a:pt x="2359624" y="82443"/>
                  <a:pt x="2352084" y="91034"/>
                </a:cubicBezTo>
                <a:cubicBezTo>
                  <a:pt x="2344543" y="99626"/>
                  <a:pt x="2334444" y="103922"/>
                  <a:pt x="2321785" y="103922"/>
                </a:cubicBezTo>
                <a:cubicBezTo>
                  <a:pt x="2314930" y="103922"/>
                  <a:pt x="2308852" y="102551"/>
                  <a:pt x="2303551" y="99809"/>
                </a:cubicBezTo>
                <a:cubicBezTo>
                  <a:pt x="2298249" y="97067"/>
                  <a:pt x="2294296" y="93182"/>
                  <a:pt x="2291691" y="88155"/>
                </a:cubicBezTo>
                <a:cubicBezTo>
                  <a:pt x="2289086" y="83128"/>
                  <a:pt x="2287784" y="77736"/>
                  <a:pt x="2287784" y="71977"/>
                </a:cubicBezTo>
                <a:moveTo>
                  <a:pt x="2343858" y="57925"/>
                </a:moveTo>
                <a:cubicBezTo>
                  <a:pt x="2343858" y="53263"/>
                  <a:pt x="2342498" y="49527"/>
                  <a:pt x="2339779" y="46717"/>
                </a:cubicBezTo>
                <a:cubicBezTo>
                  <a:pt x="2337060" y="43906"/>
                  <a:pt x="2333553" y="42501"/>
                  <a:pt x="2329257" y="42501"/>
                </a:cubicBezTo>
                <a:cubicBezTo>
                  <a:pt x="2325007" y="42501"/>
                  <a:pt x="2321236" y="43815"/>
                  <a:pt x="2317946" y="46443"/>
                </a:cubicBezTo>
                <a:cubicBezTo>
                  <a:pt x="2314656" y="49070"/>
                  <a:pt x="2312096" y="52886"/>
                  <a:pt x="2310268" y="57890"/>
                </a:cubicBezTo>
                <a:cubicBezTo>
                  <a:pt x="2308440" y="62895"/>
                  <a:pt x="2307526" y="67499"/>
                  <a:pt x="2307526" y="71703"/>
                </a:cubicBezTo>
                <a:cubicBezTo>
                  <a:pt x="2307526" y="76913"/>
                  <a:pt x="2308943" y="81049"/>
                  <a:pt x="2311777" y="84111"/>
                </a:cubicBezTo>
                <a:cubicBezTo>
                  <a:pt x="2314610" y="87173"/>
                  <a:pt x="2318175" y="88704"/>
                  <a:pt x="2322470" y="88704"/>
                </a:cubicBezTo>
                <a:cubicBezTo>
                  <a:pt x="2327863" y="88704"/>
                  <a:pt x="2332387" y="86396"/>
                  <a:pt x="2336043" y="81780"/>
                </a:cubicBezTo>
                <a:cubicBezTo>
                  <a:pt x="2341253" y="75245"/>
                  <a:pt x="2343858" y="67293"/>
                  <a:pt x="2343858" y="57925"/>
                </a:cubicBezTo>
                <a:close/>
                <a:moveTo>
                  <a:pt x="2386091" y="29408"/>
                </a:moveTo>
                <a:lnTo>
                  <a:pt x="2404736" y="29408"/>
                </a:lnTo>
                <a:lnTo>
                  <a:pt x="2402817" y="38868"/>
                </a:lnTo>
                <a:cubicBezTo>
                  <a:pt x="2407478" y="34846"/>
                  <a:pt x="2411831" y="31979"/>
                  <a:pt x="2415876" y="30265"/>
                </a:cubicBezTo>
                <a:cubicBezTo>
                  <a:pt x="2419920" y="28551"/>
                  <a:pt x="2424182" y="27694"/>
                  <a:pt x="2428660" y="27694"/>
                </a:cubicBezTo>
                <a:cubicBezTo>
                  <a:pt x="2434647" y="27694"/>
                  <a:pt x="2439366" y="29408"/>
                  <a:pt x="2442816" y="32835"/>
                </a:cubicBezTo>
                <a:cubicBezTo>
                  <a:pt x="2446266" y="36263"/>
                  <a:pt x="2447991" y="40810"/>
                  <a:pt x="2447991" y="46477"/>
                </a:cubicBezTo>
                <a:cubicBezTo>
                  <a:pt x="2447991" y="49036"/>
                  <a:pt x="2447237" y="53880"/>
                  <a:pt x="2445729" y="61009"/>
                </a:cubicBezTo>
                <a:lnTo>
                  <a:pt x="2437160" y="102208"/>
                </a:lnTo>
                <a:lnTo>
                  <a:pt x="2417487" y="102208"/>
                </a:lnTo>
                <a:lnTo>
                  <a:pt x="2426124" y="60872"/>
                </a:lnTo>
                <a:cubicBezTo>
                  <a:pt x="2427404" y="54703"/>
                  <a:pt x="2428043" y="51024"/>
                  <a:pt x="2428043" y="49836"/>
                </a:cubicBezTo>
                <a:cubicBezTo>
                  <a:pt x="2428043" y="47322"/>
                  <a:pt x="2427301" y="45346"/>
                  <a:pt x="2425815" y="43906"/>
                </a:cubicBezTo>
                <a:cubicBezTo>
                  <a:pt x="2424330" y="42467"/>
                  <a:pt x="2422262" y="41747"/>
                  <a:pt x="2419612" y="41747"/>
                </a:cubicBezTo>
                <a:cubicBezTo>
                  <a:pt x="2416733" y="41747"/>
                  <a:pt x="2413534" y="42958"/>
                  <a:pt x="2410015" y="45380"/>
                </a:cubicBezTo>
                <a:cubicBezTo>
                  <a:pt x="2406496" y="47802"/>
                  <a:pt x="2403731" y="51001"/>
                  <a:pt x="2401720" y="54977"/>
                </a:cubicBezTo>
                <a:cubicBezTo>
                  <a:pt x="2400258" y="57810"/>
                  <a:pt x="2398613" y="63591"/>
                  <a:pt x="2396785" y="72320"/>
                </a:cubicBezTo>
                <a:lnTo>
                  <a:pt x="2390547" y="102208"/>
                </a:lnTo>
                <a:lnTo>
                  <a:pt x="2370873" y="102208"/>
                </a:lnTo>
                <a:lnTo>
                  <a:pt x="2386091" y="29408"/>
                </a:lnTo>
                <a:close/>
                <a:moveTo>
                  <a:pt x="2515792" y="1714"/>
                </a:moveTo>
                <a:lnTo>
                  <a:pt x="2535466" y="1714"/>
                </a:lnTo>
                <a:lnTo>
                  <a:pt x="2531764" y="19537"/>
                </a:lnTo>
                <a:lnTo>
                  <a:pt x="2512091" y="19537"/>
                </a:lnTo>
                <a:lnTo>
                  <a:pt x="2515792" y="1714"/>
                </a:lnTo>
                <a:moveTo>
                  <a:pt x="2510034" y="29408"/>
                </a:moveTo>
                <a:lnTo>
                  <a:pt x="2529708" y="29408"/>
                </a:lnTo>
                <a:lnTo>
                  <a:pt x="2514490" y="102208"/>
                </a:lnTo>
                <a:lnTo>
                  <a:pt x="2494816" y="102208"/>
                </a:lnTo>
                <a:lnTo>
                  <a:pt x="2510034" y="29408"/>
                </a:lnTo>
                <a:close/>
                <a:moveTo>
                  <a:pt x="2548830" y="29408"/>
                </a:moveTo>
                <a:lnTo>
                  <a:pt x="2567476" y="29408"/>
                </a:lnTo>
                <a:lnTo>
                  <a:pt x="2565556" y="38868"/>
                </a:lnTo>
                <a:cubicBezTo>
                  <a:pt x="2570218" y="34846"/>
                  <a:pt x="2574571" y="31979"/>
                  <a:pt x="2578615" y="30265"/>
                </a:cubicBezTo>
                <a:cubicBezTo>
                  <a:pt x="2582660" y="28551"/>
                  <a:pt x="2586921" y="27694"/>
                  <a:pt x="2591400" y="27694"/>
                </a:cubicBezTo>
                <a:cubicBezTo>
                  <a:pt x="2597386" y="27694"/>
                  <a:pt x="2602105" y="29408"/>
                  <a:pt x="2605555" y="32835"/>
                </a:cubicBezTo>
                <a:cubicBezTo>
                  <a:pt x="2609006" y="36263"/>
                  <a:pt x="2610731" y="40810"/>
                  <a:pt x="2610731" y="46477"/>
                </a:cubicBezTo>
                <a:cubicBezTo>
                  <a:pt x="2610731" y="49036"/>
                  <a:pt x="2609977" y="53880"/>
                  <a:pt x="2608469" y="61009"/>
                </a:cubicBezTo>
                <a:lnTo>
                  <a:pt x="2599900" y="102208"/>
                </a:lnTo>
                <a:lnTo>
                  <a:pt x="2580226" y="102208"/>
                </a:lnTo>
                <a:lnTo>
                  <a:pt x="2588863" y="60872"/>
                </a:lnTo>
                <a:cubicBezTo>
                  <a:pt x="2590143" y="54703"/>
                  <a:pt x="2590783" y="51024"/>
                  <a:pt x="2590783" y="49836"/>
                </a:cubicBezTo>
                <a:cubicBezTo>
                  <a:pt x="2590783" y="47322"/>
                  <a:pt x="2590040" y="45346"/>
                  <a:pt x="2588555" y="43906"/>
                </a:cubicBezTo>
                <a:cubicBezTo>
                  <a:pt x="2587070" y="42467"/>
                  <a:pt x="2585002" y="41747"/>
                  <a:pt x="2582351" y="41747"/>
                </a:cubicBezTo>
                <a:cubicBezTo>
                  <a:pt x="2579472" y="41747"/>
                  <a:pt x="2576273" y="42958"/>
                  <a:pt x="2572754" y="45380"/>
                </a:cubicBezTo>
                <a:cubicBezTo>
                  <a:pt x="2569235" y="47802"/>
                  <a:pt x="2566470" y="51001"/>
                  <a:pt x="2564460" y="54977"/>
                </a:cubicBezTo>
                <a:cubicBezTo>
                  <a:pt x="2562997" y="57810"/>
                  <a:pt x="2561352" y="63591"/>
                  <a:pt x="2559524" y="72320"/>
                </a:cubicBezTo>
                <a:lnTo>
                  <a:pt x="2553286" y="102208"/>
                </a:lnTo>
                <a:lnTo>
                  <a:pt x="2533612" y="102208"/>
                </a:lnTo>
                <a:lnTo>
                  <a:pt x="2548830" y="29408"/>
                </a:lnTo>
                <a:close/>
                <a:moveTo>
                  <a:pt x="2616497" y="81849"/>
                </a:moveTo>
                <a:lnTo>
                  <a:pt x="2635554" y="78832"/>
                </a:lnTo>
                <a:cubicBezTo>
                  <a:pt x="2637245" y="82854"/>
                  <a:pt x="2639347" y="85699"/>
                  <a:pt x="2641860" y="87367"/>
                </a:cubicBezTo>
                <a:cubicBezTo>
                  <a:pt x="2644374" y="89035"/>
                  <a:pt x="2647801" y="89869"/>
                  <a:pt x="2652143" y="89869"/>
                </a:cubicBezTo>
                <a:cubicBezTo>
                  <a:pt x="2656621" y="89869"/>
                  <a:pt x="2660209" y="88864"/>
                  <a:pt x="2662905" y="86853"/>
                </a:cubicBezTo>
                <a:cubicBezTo>
                  <a:pt x="2664779" y="85482"/>
                  <a:pt x="2665716" y="83814"/>
                  <a:pt x="2665716" y="81849"/>
                </a:cubicBezTo>
                <a:cubicBezTo>
                  <a:pt x="2665716" y="80523"/>
                  <a:pt x="2665236" y="79335"/>
                  <a:pt x="2664276" y="78284"/>
                </a:cubicBezTo>
                <a:cubicBezTo>
                  <a:pt x="2663271" y="77279"/>
                  <a:pt x="2660552" y="76045"/>
                  <a:pt x="2656119" y="74582"/>
                </a:cubicBezTo>
                <a:cubicBezTo>
                  <a:pt x="2644237" y="70652"/>
                  <a:pt x="2636879" y="67545"/>
                  <a:pt x="2634046" y="65260"/>
                </a:cubicBezTo>
                <a:cubicBezTo>
                  <a:pt x="2629613" y="61695"/>
                  <a:pt x="2627396" y="57034"/>
                  <a:pt x="2627396" y="51275"/>
                </a:cubicBezTo>
                <a:cubicBezTo>
                  <a:pt x="2627396" y="45517"/>
                  <a:pt x="2629544" y="40559"/>
                  <a:pt x="2633840" y="36400"/>
                </a:cubicBezTo>
                <a:cubicBezTo>
                  <a:pt x="2639827" y="30596"/>
                  <a:pt x="2648715" y="27694"/>
                  <a:pt x="2660506" y="27694"/>
                </a:cubicBezTo>
                <a:cubicBezTo>
                  <a:pt x="2669874" y="27694"/>
                  <a:pt x="2676958" y="29408"/>
                  <a:pt x="2681756" y="32835"/>
                </a:cubicBezTo>
                <a:cubicBezTo>
                  <a:pt x="2686555" y="36263"/>
                  <a:pt x="2689594" y="40901"/>
                  <a:pt x="2690874" y="46751"/>
                </a:cubicBezTo>
                <a:lnTo>
                  <a:pt x="2672708" y="49904"/>
                </a:lnTo>
                <a:cubicBezTo>
                  <a:pt x="2671748" y="47254"/>
                  <a:pt x="2670194" y="45266"/>
                  <a:pt x="2668046" y="43941"/>
                </a:cubicBezTo>
                <a:cubicBezTo>
                  <a:pt x="2665122" y="42158"/>
                  <a:pt x="2661603" y="41267"/>
                  <a:pt x="2657490" y="41267"/>
                </a:cubicBezTo>
                <a:cubicBezTo>
                  <a:pt x="2653377" y="41267"/>
                  <a:pt x="2650418" y="41953"/>
                  <a:pt x="2648613" y="43324"/>
                </a:cubicBezTo>
                <a:cubicBezTo>
                  <a:pt x="2646807" y="44695"/>
                  <a:pt x="2645905" y="46271"/>
                  <a:pt x="2645905" y="48054"/>
                </a:cubicBezTo>
                <a:cubicBezTo>
                  <a:pt x="2645905" y="49882"/>
                  <a:pt x="2646819" y="51390"/>
                  <a:pt x="2648647" y="52578"/>
                </a:cubicBezTo>
                <a:cubicBezTo>
                  <a:pt x="2649789" y="53309"/>
                  <a:pt x="2653468" y="54589"/>
                  <a:pt x="2659683" y="56417"/>
                </a:cubicBezTo>
                <a:cubicBezTo>
                  <a:pt x="2669280" y="59204"/>
                  <a:pt x="2675701" y="61946"/>
                  <a:pt x="2678946" y="64643"/>
                </a:cubicBezTo>
                <a:cubicBezTo>
                  <a:pt x="2683516" y="68436"/>
                  <a:pt x="2685801" y="73006"/>
                  <a:pt x="2685801" y="78353"/>
                </a:cubicBezTo>
                <a:cubicBezTo>
                  <a:pt x="2685801" y="85253"/>
                  <a:pt x="2682899" y="91240"/>
                  <a:pt x="2677095" y="96313"/>
                </a:cubicBezTo>
                <a:cubicBezTo>
                  <a:pt x="2671291" y="101385"/>
                  <a:pt x="2663111" y="103922"/>
                  <a:pt x="2652554" y="103922"/>
                </a:cubicBezTo>
                <a:cubicBezTo>
                  <a:pt x="2642043" y="103922"/>
                  <a:pt x="2633920" y="101991"/>
                  <a:pt x="2628185" y="98129"/>
                </a:cubicBezTo>
                <a:cubicBezTo>
                  <a:pt x="2622449" y="94268"/>
                  <a:pt x="2618553" y="88841"/>
                  <a:pt x="2616497" y="81849"/>
                </a:cubicBezTo>
                <a:close/>
                <a:moveTo>
                  <a:pt x="2717842" y="1714"/>
                </a:moveTo>
                <a:lnTo>
                  <a:pt x="2737515" y="1714"/>
                </a:lnTo>
                <a:lnTo>
                  <a:pt x="2733814" y="19537"/>
                </a:lnTo>
                <a:lnTo>
                  <a:pt x="2714140" y="19537"/>
                </a:lnTo>
                <a:lnTo>
                  <a:pt x="2717842" y="1714"/>
                </a:lnTo>
                <a:moveTo>
                  <a:pt x="2712083" y="29408"/>
                </a:moveTo>
                <a:lnTo>
                  <a:pt x="2731757" y="29408"/>
                </a:lnTo>
                <a:lnTo>
                  <a:pt x="2716539" y="102208"/>
                </a:lnTo>
                <a:lnTo>
                  <a:pt x="2696865" y="102208"/>
                </a:lnTo>
                <a:lnTo>
                  <a:pt x="2712083" y="29408"/>
                </a:lnTo>
                <a:close/>
                <a:moveTo>
                  <a:pt x="2802636" y="102208"/>
                </a:moveTo>
                <a:lnTo>
                  <a:pt x="2783991" y="102208"/>
                </a:lnTo>
                <a:lnTo>
                  <a:pt x="2785636" y="94325"/>
                </a:lnTo>
                <a:cubicBezTo>
                  <a:pt x="2782071" y="97752"/>
                  <a:pt x="2778564" y="100209"/>
                  <a:pt x="2775113" y="101694"/>
                </a:cubicBezTo>
                <a:cubicBezTo>
                  <a:pt x="2771663" y="103179"/>
                  <a:pt x="2767767" y="103922"/>
                  <a:pt x="2763426" y="103922"/>
                </a:cubicBezTo>
                <a:cubicBezTo>
                  <a:pt x="2755885" y="103922"/>
                  <a:pt x="2749773" y="101351"/>
                  <a:pt x="2745088" y="96210"/>
                </a:cubicBezTo>
                <a:cubicBezTo>
                  <a:pt x="2740404" y="91069"/>
                  <a:pt x="2738062" y="83471"/>
                  <a:pt x="2738062" y="73417"/>
                </a:cubicBezTo>
                <a:cubicBezTo>
                  <a:pt x="2738062" y="61763"/>
                  <a:pt x="2741353" y="51230"/>
                  <a:pt x="2747933" y="41815"/>
                </a:cubicBezTo>
                <a:cubicBezTo>
                  <a:pt x="2754514" y="32401"/>
                  <a:pt x="2763220" y="27694"/>
                  <a:pt x="2774051" y="27694"/>
                </a:cubicBezTo>
                <a:cubicBezTo>
                  <a:pt x="2783831" y="27694"/>
                  <a:pt x="2791165" y="31579"/>
                  <a:pt x="2796055" y="39348"/>
                </a:cubicBezTo>
                <a:lnTo>
                  <a:pt x="2803939" y="1714"/>
                </a:lnTo>
                <a:lnTo>
                  <a:pt x="2823612" y="1714"/>
                </a:lnTo>
                <a:lnTo>
                  <a:pt x="2802636" y="102208"/>
                </a:lnTo>
                <a:moveTo>
                  <a:pt x="2757188" y="72594"/>
                </a:moveTo>
                <a:cubicBezTo>
                  <a:pt x="2757188" y="77804"/>
                  <a:pt x="2758501" y="81871"/>
                  <a:pt x="2761129" y="84796"/>
                </a:cubicBezTo>
                <a:cubicBezTo>
                  <a:pt x="2763757" y="87721"/>
                  <a:pt x="2766990" y="89183"/>
                  <a:pt x="2770829" y="89183"/>
                </a:cubicBezTo>
                <a:cubicBezTo>
                  <a:pt x="2774394" y="89183"/>
                  <a:pt x="2777718" y="87961"/>
                  <a:pt x="2780803" y="85516"/>
                </a:cubicBezTo>
                <a:cubicBezTo>
                  <a:pt x="2783888" y="83071"/>
                  <a:pt x="2786356" y="79335"/>
                  <a:pt x="2788206" y="74308"/>
                </a:cubicBezTo>
                <a:cubicBezTo>
                  <a:pt x="2790057" y="69281"/>
                  <a:pt x="2790983" y="64460"/>
                  <a:pt x="2790983" y="59844"/>
                </a:cubicBezTo>
                <a:cubicBezTo>
                  <a:pt x="2790983" y="54589"/>
                  <a:pt x="2789566" y="50338"/>
                  <a:pt x="2786733" y="47094"/>
                </a:cubicBezTo>
                <a:cubicBezTo>
                  <a:pt x="2783899" y="43849"/>
                  <a:pt x="2780632" y="42227"/>
                  <a:pt x="2776930" y="42227"/>
                </a:cubicBezTo>
                <a:cubicBezTo>
                  <a:pt x="2771172" y="42227"/>
                  <a:pt x="2766442" y="45426"/>
                  <a:pt x="2762740" y="51824"/>
                </a:cubicBezTo>
                <a:cubicBezTo>
                  <a:pt x="2759038" y="58222"/>
                  <a:pt x="2757188" y="65145"/>
                  <a:pt x="2757188" y="72594"/>
                </a:cubicBezTo>
                <a:close/>
                <a:moveTo>
                  <a:pt x="2891963" y="71909"/>
                </a:moveTo>
                <a:lnTo>
                  <a:pt x="2842607" y="71909"/>
                </a:lnTo>
                <a:cubicBezTo>
                  <a:pt x="2842562" y="72686"/>
                  <a:pt x="2842539" y="73280"/>
                  <a:pt x="2842539" y="73691"/>
                </a:cubicBezTo>
                <a:cubicBezTo>
                  <a:pt x="2842539" y="78535"/>
                  <a:pt x="2843921" y="82443"/>
                  <a:pt x="2846686" y="85413"/>
                </a:cubicBezTo>
                <a:cubicBezTo>
                  <a:pt x="2849451" y="88384"/>
                  <a:pt x="2852821" y="89869"/>
                  <a:pt x="2856797" y="89869"/>
                </a:cubicBezTo>
                <a:cubicBezTo>
                  <a:pt x="2863332" y="89869"/>
                  <a:pt x="2868428" y="86487"/>
                  <a:pt x="2872084" y="79724"/>
                </a:cubicBezTo>
                <a:lnTo>
                  <a:pt x="2889701" y="82671"/>
                </a:lnTo>
                <a:cubicBezTo>
                  <a:pt x="2886274" y="89755"/>
                  <a:pt x="2881692" y="95067"/>
                  <a:pt x="2875957" y="98609"/>
                </a:cubicBezTo>
                <a:cubicBezTo>
                  <a:pt x="2870221" y="102151"/>
                  <a:pt x="2863789" y="103922"/>
                  <a:pt x="2856660" y="103922"/>
                </a:cubicBezTo>
                <a:cubicBezTo>
                  <a:pt x="2846880" y="103922"/>
                  <a:pt x="2838928" y="100826"/>
                  <a:pt x="2832805" y="94633"/>
                </a:cubicBezTo>
                <a:cubicBezTo>
                  <a:pt x="2826681" y="88441"/>
                  <a:pt x="2823619" y="80249"/>
                  <a:pt x="2823619" y="70058"/>
                </a:cubicBezTo>
                <a:cubicBezTo>
                  <a:pt x="2823619" y="60095"/>
                  <a:pt x="2826384" y="51230"/>
                  <a:pt x="2831913" y="43461"/>
                </a:cubicBezTo>
                <a:cubicBezTo>
                  <a:pt x="2839454" y="32950"/>
                  <a:pt x="2850216" y="27694"/>
                  <a:pt x="2864200" y="27694"/>
                </a:cubicBezTo>
                <a:cubicBezTo>
                  <a:pt x="2873112" y="27694"/>
                  <a:pt x="2880195" y="30448"/>
                  <a:pt x="2885451" y="35954"/>
                </a:cubicBezTo>
                <a:cubicBezTo>
                  <a:pt x="2890706" y="41461"/>
                  <a:pt x="2893334" y="49173"/>
                  <a:pt x="2893334" y="59090"/>
                </a:cubicBezTo>
                <a:cubicBezTo>
                  <a:pt x="2893334" y="63843"/>
                  <a:pt x="2892877" y="68116"/>
                  <a:pt x="2891963" y="71909"/>
                </a:cubicBezTo>
                <a:moveTo>
                  <a:pt x="2875374" y="59913"/>
                </a:moveTo>
                <a:cubicBezTo>
                  <a:pt x="2875420" y="59044"/>
                  <a:pt x="2875443" y="58382"/>
                  <a:pt x="2875443" y="57925"/>
                </a:cubicBezTo>
                <a:cubicBezTo>
                  <a:pt x="2875443" y="52532"/>
                  <a:pt x="2874232" y="48488"/>
                  <a:pt x="2871809" y="45791"/>
                </a:cubicBezTo>
                <a:cubicBezTo>
                  <a:pt x="2869387" y="43095"/>
                  <a:pt x="2866143" y="41747"/>
                  <a:pt x="2862075" y="41747"/>
                </a:cubicBezTo>
                <a:cubicBezTo>
                  <a:pt x="2858008" y="41747"/>
                  <a:pt x="2854364" y="43278"/>
                  <a:pt x="2851142" y="46340"/>
                </a:cubicBezTo>
                <a:cubicBezTo>
                  <a:pt x="2847920" y="49402"/>
                  <a:pt x="2845738" y="53926"/>
                  <a:pt x="2844595" y="59913"/>
                </a:cubicBezTo>
                <a:lnTo>
                  <a:pt x="2875374" y="59913"/>
                </a:lnTo>
                <a:close/>
                <a:moveTo>
                  <a:pt x="2942374" y="44009"/>
                </a:moveTo>
                <a:lnTo>
                  <a:pt x="2945390" y="29408"/>
                </a:lnTo>
                <a:lnTo>
                  <a:pt x="2954987" y="29408"/>
                </a:lnTo>
                <a:lnTo>
                  <a:pt x="2957387" y="17754"/>
                </a:lnTo>
                <a:lnTo>
                  <a:pt x="2979939" y="4182"/>
                </a:lnTo>
                <a:lnTo>
                  <a:pt x="2974661" y="29408"/>
                </a:lnTo>
                <a:lnTo>
                  <a:pt x="2986657" y="29408"/>
                </a:lnTo>
                <a:lnTo>
                  <a:pt x="2983641" y="44009"/>
                </a:lnTo>
                <a:lnTo>
                  <a:pt x="2971576" y="44009"/>
                </a:lnTo>
                <a:lnTo>
                  <a:pt x="2965201" y="74514"/>
                </a:lnTo>
                <a:cubicBezTo>
                  <a:pt x="2964059" y="80043"/>
                  <a:pt x="2963487" y="83197"/>
                  <a:pt x="2963487" y="83974"/>
                </a:cubicBezTo>
                <a:cubicBezTo>
                  <a:pt x="2963487" y="85482"/>
                  <a:pt x="2963967" y="86659"/>
                  <a:pt x="2964927" y="87504"/>
                </a:cubicBezTo>
                <a:cubicBezTo>
                  <a:pt x="2965887" y="88349"/>
                  <a:pt x="2967623" y="88772"/>
                  <a:pt x="2970137" y="88772"/>
                </a:cubicBezTo>
                <a:cubicBezTo>
                  <a:pt x="2971005" y="88772"/>
                  <a:pt x="2973176" y="88612"/>
                  <a:pt x="2976649" y="88292"/>
                </a:cubicBezTo>
                <a:lnTo>
                  <a:pt x="2973564" y="102893"/>
                </a:lnTo>
                <a:cubicBezTo>
                  <a:pt x="2970183" y="103579"/>
                  <a:pt x="2966709" y="103922"/>
                  <a:pt x="2963145" y="103922"/>
                </a:cubicBezTo>
                <a:cubicBezTo>
                  <a:pt x="2956198" y="103922"/>
                  <a:pt x="2951148" y="102585"/>
                  <a:pt x="2947995" y="99912"/>
                </a:cubicBezTo>
                <a:cubicBezTo>
                  <a:pt x="2944842" y="97238"/>
                  <a:pt x="2943265" y="93525"/>
                  <a:pt x="2943265" y="88772"/>
                </a:cubicBezTo>
                <a:cubicBezTo>
                  <a:pt x="2943265" y="86533"/>
                  <a:pt x="2944111" y="81369"/>
                  <a:pt x="2945802" y="73280"/>
                </a:cubicBezTo>
                <a:lnTo>
                  <a:pt x="2951903" y="44009"/>
                </a:lnTo>
                <a:lnTo>
                  <a:pt x="2942374" y="44009"/>
                </a:lnTo>
                <a:close/>
                <a:moveTo>
                  <a:pt x="3003772" y="102208"/>
                </a:moveTo>
                <a:lnTo>
                  <a:pt x="2984098" y="102208"/>
                </a:lnTo>
                <a:lnTo>
                  <a:pt x="3005143" y="1714"/>
                </a:lnTo>
                <a:lnTo>
                  <a:pt x="3024817" y="1714"/>
                </a:lnTo>
                <a:lnTo>
                  <a:pt x="3017276" y="37497"/>
                </a:lnTo>
                <a:cubicBezTo>
                  <a:pt x="3021709" y="34024"/>
                  <a:pt x="3025845" y="31522"/>
                  <a:pt x="3029684" y="29991"/>
                </a:cubicBezTo>
                <a:cubicBezTo>
                  <a:pt x="3033523" y="28460"/>
                  <a:pt x="3037636" y="27694"/>
                  <a:pt x="3042023" y="27694"/>
                </a:cubicBezTo>
                <a:cubicBezTo>
                  <a:pt x="3047918" y="27694"/>
                  <a:pt x="3052580" y="29385"/>
                  <a:pt x="3056007" y="32767"/>
                </a:cubicBezTo>
                <a:cubicBezTo>
                  <a:pt x="3059435" y="36149"/>
                  <a:pt x="3061148" y="40582"/>
                  <a:pt x="3061148" y="46066"/>
                </a:cubicBezTo>
                <a:cubicBezTo>
                  <a:pt x="3061148" y="48990"/>
                  <a:pt x="3060509" y="53515"/>
                  <a:pt x="3059229" y="59638"/>
                </a:cubicBezTo>
                <a:lnTo>
                  <a:pt x="3050317" y="102208"/>
                </a:lnTo>
                <a:lnTo>
                  <a:pt x="3030644" y="102208"/>
                </a:lnTo>
                <a:lnTo>
                  <a:pt x="3039761" y="58816"/>
                </a:lnTo>
                <a:cubicBezTo>
                  <a:pt x="3040720" y="54109"/>
                  <a:pt x="3041200" y="51093"/>
                  <a:pt x="3041200" y="49767"/>
                </a:cubicBezTo>
                <a:cubicBezTo>
                  <a:pt x="3041200" y="47345"/>
                  <a:pt x="3040446" y="45403"/>
                  <a:pt x="3038938" y="43941"/>
                </a:cubicBezTo>
                <a:cubicBezTo>
                  <a:pt x="3037430" y="42478"/>
                  <a:pt x="3035374" y="41747"/>
                  <a:pt x="3032769" y="41747"/>
                </a:cubicBezTo>
                <a:cubicBezTo>
                  <a:pt x="3029478" y="41747"/>
                  <a:pt x="3026325" y="42889"/>
                  <a:pt x="3023309" y="45174"/>
                </a:cubicBezTo>
                <a:cubicBezTo>
                  <a:pt x="3019379" y="48191"/>
                  <a:pt x="3016385" y="51892"/>
                  <a:pt x="3014329" y="56279"/>
                </a:cubicBezTo>
                <a:cubicBezTo>
                  <a:pt x="3013186" y="58702"/>
                  <a:pt x="3011678" y="64391"/>
                  <a:pt x="3009804" y="73348"/>
                </a:cubicBezTo>
                <a:lnTo>
                  <a:pt x="3003772" y="102208"/>
                </a:lnTo>
                <a:close/>
                <a:moveTo>
                  <a:pt x="3140398" y="71909"/>
                </a:moveTo>
                <a:lnTo>
                  <a:pt x="3091042" y="71909"/>
                </a:lnTo>
                <a:cubicBezTo>
                  <a:pt x="3090997" y="72686"/>
                  <a:pt x="3090974" y="73280"/>
                  <a:pt x="3090974" y="73691"/>
                </a:cubicBezTo>
                <a:cubicBezTo>
                  <a:pt x="3090974" y="78535"/>
                  <a:pt x="3092356" y="82443"/>
                  <a:pt x="3095121" y="85413"/>
                </a:cubicBezTo>
                <a:cubicBezTo>
                  <a:pt x="3097886" y="88384"/>
                  <a:pt x="3101256" y="89869"/>
                  <a:pt x="3105232" y="89869"/>
                </a:cubicBezTo>
                <a:cubicBezTo>
                  <a:pt x="3111767" y="89869"/>
                  <a:pt x="3116863" y="86487"/>
                  <a:pt x="3120519" y="79724"/>
                </a:cubicBezTo>
                <a:lnTo>
                  <a:pt x="3138136" y="82671"/>
                </a:lnTo>
                <a:cubicBezTo>
                  <a:pt x="3134709" y="89755"/>
                  <a:pt x="3130127" y="95067"/>
                  <a:pt x="3124392" y="98609"/>
                </a:cubicBezTo>
                <a:cubicBezTo>
                  <a:pt x="3118656" y="102151"/>
                  <a:pt x="3112224" y="103922"/>
                  <a:pt x="3105095" y="103922"/>
                </a:cubicBezTo>
                <a:cubicBezTo>
                  <a:pt x="3095315" y="103922"/>
                  <a:pt x="3087363" y="100826"/>
                  <a:pt x="3081240" y="94633"/>
                </a:cubicBezTo>
                <a:cubicBezTo>
                  <a:pt x="3075116" y="88441"/>
                  <a:pt x="3072054" y="80249"/>
                  <a:pt x="3072054" y="70058"/>
                </a:cubicBezTo>
                <a:cubicBezTo>
                  <a:pt x="3072054" y="60095"/>
                  <a:pt x="3074819" y="51230"/>
                  <a:pt x="3080348" y="43461"/>
                </a:cubicBezTo>
                <a:cubicBezTo>
                  <a:pt x="3087889" y="32950"/>
                  <a:pt x="3098651" y="27694"/>
                  <a:pt x="3112635" y="27694"/>
                </a:cubicBezTo>
                <a:cubicBezTo>
                  <a:pt x="3121547" y="27694"/>
                  <a:pt x="3128630" y="30448"/>
                  <a:pt x="3133886" y="35954"/>
                </a:cubicBezTo>
                <a:cubicBezTo>
                  <a:pt x="3139141" y="41461"/>
                  <a:pt x="3141769" y="49173"/>
                  <a:pt x="3141769" y="59090"/>
                </a:cubicBezTo>
                <a:cubicBezTo>
                  <a:pt x="3141769" y="63843"/>
                  <a:pt x="3141312" y="68116"/>
                  <a:pt x="3140398" y="71909"/>
                </a:cubicBezTo>
                <a:moveTo>
                  <a:pt x="3123809" y="59913"/>
                </a:moveTo>
                <a:cubicBezTo>
                  <a:pt x="3123855" y="59044"/>
                  <a:pt x="3123878" y="58382"/>
                  <a:pt x="3123878" y="57925"/>
                </a:cubicBezTo>
                <a:cubicBezTo>
                  <a:pt x="3123878" y="52532"/>
                  <a:pt x="3122667" y="48488"/>
                  <a:pt x="3120245" y="45791"/>
                </a:cubicBezTo>
                <a:cubicBezTo>
                  <a:pt x="3117822" y="43095"/>
                  <a:pt x="3114578" y="41747"/>
                  <a:pt x="3110510" y="41747"/>
                </a:cubicBezTo>
                <a:cubicBezTo>
                  <a:pt x="3106443" y="41747"/>
                  <a:pt x="3102799" y="43278"/>
                  <a:pt x="3099577" y="46340"/>
                </a:cubicBezTo>
                <a:cubicBezTo>
                  <a:pt x="3096355" y="49402"/>
                  <a:pt x="3094173" y="53926"/>
                  <a:pt x="3093030" y="59913"/>
                </a:cubicBezTo>
                <a:lnTo>
                  <a:pt x="3123809" y="59913"/>
                </a:lnTo>
                <a:close/>
                <a:moveTo>
                  <a:pt x="3236600" y="29408"/>
                </a:moveTo>
                <a:lnTo>
                  <a:pt x="3233584" y="43803"/>
                </a:lnTo>
                <a:lnTo>
                  <a:pt x="3219668" y="43803"/>
                </a:lnTo>
                <a:lnTo>
                  <a:pt x="3207466" y="102208"/>
                </a:lnTo>
                <a:lnTo>
                  <a:pt x="3187792" y="102208"/>
                </a:lnTo>
                <a:lnTo>
                  <a:pt x="3199994" y="43803"/>
                </a:lnTo>
                <a:lnTo>
                  <a:pt x="3189026" y="43803"/>
                </a:lnTo>
                <a:lnTo>
                  <a:pt x="3192042" y="29408"/>
                </a:lnTo>
                <a:lnTo>
                  <a:pt x="3203010" y="29408"/>
                </a:lnTo>
                <a:lnTo>
                  <a:pt x="3204587" y="21936"/>
                </a:lnTo>
                <a:cubicBezTo>
                  <a:pt x="3205867" y="15812"/>
                  <a:pt x="3207078" y="11676"/>
                  <a:pt x="3208220" y="9528"/>
                </a:cubicBezTo>
                <a:cubicBezTo>
                  <a:pt x="3209774" y="6604"/>
                  <a:pt x="3212093" y="4284"/>
                  <a:pt x="3215178" y="2571"/>
                </a:cubicBezTo>
                <a:cubicBezTo>
                  <a:pt x="3218263" y="857"/>
                  <a:pt x="3222296" y="0"/>
                  <a:pt x="3227277" y="0"/>
                </a:cubicBezTo>
                <a:cubicBezTo>
                  <a:pt x="3233310" y="0"/>
                  <a:pt x="3239662" y="1097"/>
                  <a:pt x="3246334" y="3290"/>
                </a:cubicBezTo>
                <a:lnTo>
                  <a:pt x="3242495" y="17343"/>
                </a:lnTo>
                <a:cubicBezTo>
                  <a:pt x="3237788" y="15744"/>
                  <a:pt x="3233972" y="14944"/>
                  <a:pt x="3231047" y="14944"/>
                </a:cubicBezTo>
                <a:cubicBezTo>
                  <a:pt x="3228808" y="14944"/>
                  <a:pt x="3227140" y="15652"/>
                  <a:pt x="3226043" y="17069"/>
                </a:cubicBezTo>
                <a:cubicBezTo>
                  <a:pt x="3225312" y="17983"/>
                  <a:pt x="3224558" y="20382"/>
                  <a:pt x="3223781" y="24267"/>
                </a:cubicBezTo>
                <a:lnTo>
                  <a:pt x="3222684" y="29408"/>
                </a:lnTo>
                <a:lnTo>
                  <a:pt x="3236600" y="29408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r">
            <a:extLst xmlns:a="http://schemas.openxmlformats.org/drawingml/2006/main">
              <a:ext uri="{FF2B5EF4-FFF2-40B4-BE49-F238E27FC236}">
                <a16:creationId xmlns:a16="http://schemas.microsoft.com/office/drawing/2014/main" id="{B4185306-14CA-4F1E-B952-AA6E3228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9352" y="2794104"/>
            <a:ext cx="62038" cy="74514"/>
          </a:xfrm>
          <a:custGeom xmlns:a="http://schemas.openxmlformats.org/drawingml/2006/main">
            <a:pathLst>
              <a:path w="62038" h="74514">
                <a:moveTo>
                  <a:pt x="15218" y="1714"/>
                </a:moveTo>
                <a:lnTo>
                  <a:pt x="33589" y="1714"/>
                </a:lnTo>
                <a:lnTo>
                  <a:pt x="30642" y="15835"/>
                </a:lnTo>
                <a:cubicBezTo>
                  <a:pt x="37497" y="5278"/>
                  <a:pt x="44923" y="0"/>
                  <a:pt x="52921" y="0"/>
                </a:cubicBezTo>
                <a:cubicBezTo>
                  <a:pt x="55754" y="0"/>
                  <a:pt x="58793" y="708"/>
                  <a:pt x="62038" y="2125"/>
                </a:cubicBezTo>
                <a:lnTo>
                  <a:pt x="54497" y="18234"/>
                </a:lnTo>
                <a:cubicBezTo>
                  <a:pt x="52715" y="17594"/>
                  <a:pt x="50818" y="17275"/>
                  <a:pt x="48808" y="17275"/>
                </a:cubicBezTo>
                <a:cubicBezTo>
                  <a:pt x="45426" y="17275"/>
                  <a:pt x="41987" y="18554"/>
                  <a:pt x="38491" y="21113"/>
                </a:cubicBezTo>
                <a:cubicBezTo>
                  <a:pt x="34995" y="23673"/>
                  <a:pt x="32264" y="27089"/>
                  <a:pt x="30299" y="31362"/>
                </a:cubicBezTo>
                <a:cubicBezTo>
                  <a:pt x="28334" y="35635"/>
                  <a:pt x="26392" y="42410"/>
                  <a:pt x="24472" y="51687"/>
                </a:cubicBezTo>
                <a:lnTo>
                  <a:pt x="19674" y="74514"/>
                </a:lnTo>
                <a:lnTo>
                  <a:pt x="0" y="74514"/>
                </a:lnTo>
                <a:lnTo>
                  <a:pt x="15218" y="1714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idge.">
            <a:extLst xmlns:a="http://schemas.openxmlformats.org/drawingml/2006/main">
              <a:ext uri="{FF2B5EF4-FFF2-40B4-BE49-F238E27FC236}">
                <a16:creationId xmlns:a16="http://schemas.microsoft.com/office/drawing/2014/main" id="{8CC93269-1673-4569-92DA-E4DE8361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4696" y="2768123"/>
            <a:ext cx="311737" cy="130039"/>
          </a:xfrm>
          <a:custGeom xmlns:a="http://schemas.openxmlformats.org/drawingml/2006/main">
            <a:pathLst>
              <a:path w="311737" h="130039">
                <a:moveTo>
                  <a:pt x="20976" y="0"/>
                </a:moveTo>
                <a:lnTo>
                  <a:pt x="40650" y="0"/>
                </a:lnTo>
                <a:lnTo>
                  <a:pt x="36948" y="17823"/>
                </a:lnTo>
                <a:lnTo>
                  <a:pt x="17275" y="17823"/>
                </a:lnTo>
                <a:lnTo>
                  <a:pt x="20976" y="0"/>
                </a:lnTo>
                <a:moveTo>
                  <a:pt x="15218" y="27694"/>
                </a:moveTo>
                <a:lnTo>
                  <a:pt x="34892" y="27694"/>
                </a:lnTo>
                <a:lnTo>
                  <a:pt x="19674" y="100494"/>
                </a:lnTo>
                <a:lnTo>
                  <a:pt x="0" y="100494"/>
                </a:lnTo>
                <a:lnTo>
                  <a:pt x="15218" y="27694"/>
                </a:lnTo>
                <a:close/>
                <a:moveTo>
                  <a:pt x="105771" y="100494"/>
                </a:moveTo>
                <a:lnTo>
                  <a:pt x="87125" y="100494"/>
                </a:lnTo>
                <a:lnTo>
                  <a:pt x="88770" y="92611"/>
                </a:lnTo>
                <a:cubicBezTo>
                  <a:pt x="85206" y="96038"/>
                  <a:pt x="81698" y="98495"/>
                  <a:pt x="78248" y="99980"/>
                </a:cubicBezTo>
                <a:cubicBezTo>
                  <a:pt x="74797" y="101465"/>
                  <a:pt x="70902" y="102208"/>
                  <a:pt x="66560" y="102208"/>
                </a:cubicBezTo>
                <a:cubicBezTo>
                  <a:pt x="59020" y="102208"/>
                  <a:pt x="52907" y="99637"/>
                  <a:pt x="48223" y="94496"/>
                </a:cubicBezTo>
                <a:cubicBezTo>
                  <a:pt x="43539" y="89355"/>
                  <a:pt x="41197" y="81757"/>
                  <a:pt x="41197" y="71703"/>
                </a:cubicBezTo>
                <a:cubicBezTo>
                  <a:pt x="41197" y="60050"/>
                  <a:pt x="44487" y="49516"/>
                  <a:pt x="51068" y="40102"/>
                </a:cubicBezTo>
                <a:cubicBezTo>
                  <a:pt x="57649" y="30688"/>
                  <a:pt x="66354" y="25980"/>
                  <a:pt x="77185" y="25980"/>
                </a:cubicBezTo>
                <a:cubicBezTo>
                  <a:pt x="86965" y="25980"/>
                  <a:pt x="94300" y="29865"/>
                  <a:pt x="99190" y="37634"/>
                </a:cubicBezTo>
                <a:lnTo>
                  <a:pt x="107073" y="0"/>
                </a:lnTo>
                <a:lnTo>
                  <a:pt x="126747" y="0"/>
                </a:lnTo>
                <a:lnTo>
                  <a:pt x="105771" y="100494"/>
                </a:lnTo>
                <a:moveTo>
                  <a:pt x="60322" y="70881"/>
                </a:moveTo>
                <a:cubicBezTo>
                  <a:pt x="60322" y="76090"/>
                  <a:pt x="61636" y="80158"/>
                  <a:pt x="64264" y="83083"/>
                </a:cubicBezTo>
                <a:cubicBezTo>
                  <a:pt x="66891" y="86007"/>
                  <a:pt x="70125" y="87470"/>
                  <a:pt x="73963" y="87470"/>
                </a:cubicBezTo>
                <a:cubicBezTo>
                  <a:pt x="77528" y="87470"/>
                  <a:pt x="80853" y="86247"/>
                  <a:pt x="83937" y="83802"/>
                </a:cubicBezTo>
                <a:cubicBezTo>
                  <a:pt x="87022" y="81357"/>
                  <a:pt x="89490" y="77621"/>
                  <a:pt x="91341" y="72594"/>
                </a:cubicBezTo>
                <a:cubicBezTo>
                  <a:pt x="93192" y="67567"/>
                  <a:pt x="94117" y="62746"/>
                  <a:pt x="94117" y="58130"/>
                </a:cubicBezTo>
                <a:cubicBezTo>
                  <a:pt x="94117" y="52875"/>
                  <a:pt x="92700" y="48625"/>
                  <a:pt x="89867" y="45380"/>
                </a:cubicBezTo>
                <a:cubicBezTo>
                  <a:pt x="87034" y="42135"/>
                  <a:pt x="83766" y="40513"/>
                  <a:pt x="80064" y="40513"/>
                </a:cubicBezTo>
                <a:cubicBezTo>
                  <a:pt x="74306" y="40513"/>
                  <a:pt x="69576" y="43712"/>
                  <a:pt x="65875" y="50110"/>
                </a:cubicBezTo>
                <a:cubicBezTo>
                  <a:pt x="62173" y="56508"/>
                  <a:pt x="60322" y="63432"/>
                  <a:pt x="60322" y="70881"/>
                </a:cubicBezTo>
                <a:close/>
                <a:moveTo>
                  <a:pt x="123189" y="104333"/>
                </a:moveTo>
                <a:lnTo>
                  <a:pt x="143960" y="107349"/>
                </a:lnTo>
                <a:cubicBezTo>
                  <a:pt x="143960" y="109451"/>
                  <a:pt x="144302" y="111039"/>
                  <a:pt x="144988" y="112113"/>
                </a:cubicBezTo>
                <a:cubicBezTo>
                  <a:pt x="145673" y="113187"/>
                  <a:pt x="146782" y="114101"/>
                  <a:pt x="148313" y="114855"/>
                </a:cubicBezTo>
                <a:cubicBezTo>
                  <a:pt x="149843" y="115609"/>
                  <a:pt x="151934" y="115986"/>
                  <a:pt x="154585" y="115986"/>
                </a:cubicBezTo>
                <a:cubicBezTo>
                  <a:pt x="158744" y="115986"/>
                  <a:pt x="162080" y="115164"/>
                  <a:pt x="164593" y="113519"/>
                </a:cubicBezTo>
                <a:cubicBezTo>
                  <a:pt x="166467" y="112239"/>
                  <a:pt x="167998" y="110183"/>
                  <a:pt x="169186" y="107349"/>
                </a:cubicBezTo>
                <a:cubicBezTo>
                  <a:pt x="169917" y="105567"/>
                  <a:pt x="170854" y="101682"/>
                  <a:pt x="171997" y="95696"/>
                </a:cubicBezTo>
                <a:lnTo>
                  <a:pt x="172682" y="92268"/>
                </a:lnTo>
                <a:cubicBezTo>
                  <a:pt x="165873" y="97935"/>
                  <a:pt x="158835" y="100768"/>
                  <a:pt x="151569" y="100768"/>
                </a:cubicBezTo>
                <a:cubicBezTo>
                  <a:pt x="144439" y="100768"/>
                  <a:pt x="138590" y="98255"/>
                  <a:pt x="134020" y="93228"/>
                </a:cubicBezTo>
                <a:cubicBezTo>
                  <a:pt x="129450" y="88201"/>
                  <a:pt x="127165" y="80843"/>
                  <a:pt x="127165" y="71155"/>
                </a:cubicBezTo>
                <a:cubicBezTo>
                  <a:pt x="127165" y="62609"/>
                  <a:pt x="128719" y="54771"/>
                  <a:pt x="131826" y="47642"/>
                </a:cubicBezTo>
                <a:cubicBezTo>
                  <a:pt x="134934" y="40513"/>
                  <a:pt x="139298" y="35120"/>
                  <a:pt x="144919" y="31464"/>
                </a:cubicBezTo>
                <a:cubicBezTo>
                  <a:pt x="150540" y="27808"/>
                  <a:pt x="156276" y="25980"/>
                  <a:pt x="162125" y="25980"/>
                </a:cubicBezTo>
                <a:cubicBezTo>
                  <a:pt x="166970" y="25980"/>
                  <a:pt x="171402" y="27260"/>
                  <a:pt x="175424" y="29819"/>
                </a:cubicBezTo>
                <a:cubicBezTo>
                  <a:pt x="179446" y="32378"/>
                  <a:pt x="182576" y="35966"/>
                  <a:pt x="184815" y="40582"/>
                </a:cubicBezTo>
                <a:lnTo>
                  <a:pt x="187557" y="27694"/>
                </a:lnTo>
                <a:lnTo>
                  <a:pt x="205997" y="27694"/>
                </a:lnTo>
                <a:lnTo>
                  <a:pt x="193384" y="88361"/>
                </a:lnTo>
                <a:cubicBezTo>
                  <a:pt x="191328" y="98095"/>
                  <a:pt x="189591" y="105041"/>
                  <a:pt x="188174" y="109200"/>
                </a:cubicBezTo>
                <a:cubicBezTo>
                  <a:pt x="186758" y="113359"/>
                  <a:pt x="185135" y="116672"/>
                  <a:pt x="183307" y="119140"/>
                </a:cubicBezTo>
                <a:cubicBezTo>
                  <a:pt x="181479" y="121608"/>
                  <a:pt x="179171" y="123675"/>
                  <a:pt x="176384" y="125344"/>
                </a:cubicBezTo>
                <a:cubicBezTo>
                  <a:pt x="173596" y="127012"/>
                  <a:pt x="170306" y="128211"/>
                  <a:pt x="166513" y="128942"/>
                </a:cubicBezTo>
                <a:cubicBezTo>
                  <a:pt x="162719" y="129674"/>
                  <a:pt x="158606" y="130039"/>
                  <a:pt x="154174" y="130039"/>
                </a:cubicBezTo>
                <a:cubicBezTo>
                  <a:pt x="143891" y="130039"/>
                  <a:pt x="136122" y="128280"/>
                  <a:pt x="130867" y="124761"/>
                </a:cubicBezTo>
                <a:cubicBezTo>
                  <a:pt x="125611" y="121242"/>
                  <a:pt x="122983" y="115392"/>
                  <a:pt x="122983" y="107212"/>
                </a:cubicBezTo>
                <a:cubicBezTo>
                  <a:pt x="122983" y="106344"/>
                  <a:pt x="123052" y="105384"/>
                  <a:pt x="123189" y="104333"/>
                </a:cubicBezTo>
                <a:moveTo>
                  <a:pt x="146359" y="69167"/>
                </a:moveTo>
                <a:cubicBezTo>
                  <a:pt x="146359" y="74697"/>
                  <a:pt x="147604" y="78912"/>
                  <a:pt x="150095" y="81814"/>
                </a:cubicBezTo>
                <a:cubicBezTo>
                  <a:pt x="152585" y="84716"/>
                  <a:pt x="155705" y="86167"/>
                  <a:pt x="159452" y="86167"/>
                </a:cubicBezTo>
                <a:cubicBezTo>
                  <a:pt x="162879" y="86167"/>
                  <a:pt x="166204" y="84865"/>
                  <a:pt x="169426" y="82260"/>
                </a:cubicBezTo>
                <a:cubicBezTo>
                  <a:pt x="172648" y="79655"/>
                  <a:pt x="175116" y="75953"/>
                  <a:pt x="176829" y="71155"/>
                </a:cubicBezTo>
                <a:cubicBezTo>
                  <a:pt x="178543" y="66356"/>
                  <a:pt x="179400" y="61718"/>
                  <a:pt x="179400" y="57239"/>
                </a:cubicBezTo>
                <a:cubicBezTo>
                  <a:pt x="179400" y="52075"/>
                  <a:pt x="178006" y="47916"/>
                  <a:pt x="175218" y="44763"/>
                </a:cubicBezTo>
                <a:cubicBezTo>
                  <a:pt x="172431" y="41610"/>
                  <a:pt x="169209" y="40033"/>
                  <a:pt x="165553" y="40033"/>
                </a:cubicBezTo>
                <a:cubicBezTo>
                  <a:pt x="162034" y="40033"/>
                  <a:pt x="158801" y="41427"/>
                  <a:pt x="155853" y="44215"/>
                </a:cubicBezTo>
                <a:cubicBezTo>
                  <a:pt x="152905" y="47002"/>
                  <a:pt x="150472" y="51298"/>
                  <a:pt x="148552" y="57102"/>
                </a:cubicBezTo>
                <a:cubicBezTo>
                  <a:pt x="147090" y="61581"/>
                  <a:pt x="146359" y="65602"/>
                  <a:pt x="146359" y="69167"/>
                </a:cubicBezTo>
                <a:close/>
                <a:moveTo>
                  <a:pt x="280791" y="70195"/>
                </a:moveTo>
                <a:lnTo>
                  <a:pt x="231435" y="70195"/>
                </a:lnTo>
                <a:cubicBezTo>
                  <a:pt x="231390" y="70972"/>
                  <a:pt x="231367" y="71566"/>
                  <a:pt x="231367" y="71977"/>
                </a:cubicBezTo>
                <a:cubicBezTo>
                  <a:pt x="231367" y="76822"/>
                  <a:pt x="232749" y="80729"/>
                  <a:pt x="235514" y="83699"/>
                </a:cubicBezTo>
                <a:cubicBezTo>
                  <a:pt x="238279" y="86670"/>
                  <a:pt x="241649" y="88155"/>
                  <a:pt x="245625" y="88155"/>
                </a:cubicBezTo>
                <a:cubicBezTo>
                  <a:pt x="252160" y="88155"/>
                  <a:pt x="257256" y="84773"/>
                  <a:pt x="260912" y="78010"/>
                </a:cubicBezTo>
                <a:lnTo>
                  <a:pt x="278529" y="80957"/>
                </a:lnTo>
                <a:cubicBezTo>
                  <a:pt x="275102" y="88041"/>
                  <a:pt x="270520" y="93354"/>
                  <a:pt x="264785" y="96895"/>
                </a:cubicBezTo>
                <a:cubicBezTo>
                  <a:pt x="259050" y="100437"/>
                  <a:pt x="252617" y="102208"/>
                  <a:pt x="245488" y="102208"/>
                </a:cubicBezTo>
                <a:cubicBezTo>
                  <a:pt x="235708" y="102208"/>
                  <a:pt x="227757" y="99112"/>
                  <a:pt x="221633" y="92919"/>
                </a:cubicBezTo>
                <a:cubicBezTo>
                  <a:pt x="215509" y="86727"/>
                  <a:pt x="212447" y="78535"/>
                  <a:pt x="212447" y="68344"/>
                </a:cubicBezTo>
                <a:cubicBezTo>
                  <a:pt x="212447" y="58382"/>
                  <a:pt x="215212" y="49516"/>
                  <a:pt x="220742" y="41747"/>
                </a:cubicBezTo>
                <a:cubicBezTo>
                  <a:pt x="228282" y="31236"/>
                  <a:pt x="239045" y="25980"/>
                  <a:pt x="253029" y="25980"/>
                </a:cubicBezTo>
                <a:cubicBezTo>
                  <a:pt x="261940" y="25980"/>
                  <a:pt x="269024" y="28734"/>
                  <a:pt x="274279" y="34241"/>
                </a:cubicBezTo>
                <a:cubicBezTo>
                  <a:pt x="279535" y="39748"/>
                  <a:pt x="282162" y="47459"/>
                  <a:pt x="282162" y="57376"/>
                </a:cubicBezTo>
                <a:cubicBezTo>
                  <a:pt x="282162" y="62129"/>
                  <a:pt x="281705" y="66402"/>
                  <a:pt x="280791" y="70195"/>
                </a:cubicBezTo>
                <a:moveTo>
                  <a:pt x="264202" y="58199"/>
                </a:moveTo>
                <a:cubicBezTo>
                  <a:pt x="264248" y="57331"/>
                  <a:pt x="264271" y="56668"/>
                  <a:pt x="264271" y="56211"/>
                </a:cubicBezTo>
                <a:cubicBezTo>
                  <a:pt x="264271" y="50818"/>
                  <a:pt x="263060" y="46774"/>
                  <a:pt x="260638" y="44078"/>
                </a:cubicBezTo>
                <a:cubicBezTo>
                  <a:pt x="258216" y="41381"/>
                  <a:pt x="254971" y="40033"/>
                  <a:pt x="250904" y="40033"/>
                </a:cubicBezTo>
                <a:cubicBezTo>
                  <a:pt x="246836" y="40033"/>
                  <a:pt x="243192" y="41564"/>
                  <a:pt x="239970" y="44626"/>
                </a:cubicBezTo>
                <a:cubicBezTo>
                  <a:pt x="236748" y="47688"/>
                  <a:pt x="234566" y="52212"/>
                  <a:pt x="233423" y="58199"/>
                </a:cubicBezTo>
                <a:lnTo>
                  <a:pt x="264202" y="58199"/>
                </a:lnTo>
                <a:close/>
                <a:moveTo>
                  <a:pt x="292269" y="81506"/>
                </a:moveTo>
                <a:lnTo>
                  <a:pt x="311737" y="81506"/>
                </a:lnTo>
                <a:lnTo>
                  <a:pt x="307761" y="100494"/>
                </a:lnTo>
                <a:lnTo>
                  <a:pt x="288293" y="100494"/>
                </a:lnTo>
                <a:lnTo>
                  <a:pt x="292269" y="81506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B">
            <a:extLst xmlns:a="http://schemas.openxmlformats.org/drawingml/2006/main">
              <a:ext uri="{FF2B5EF4-FFF2-40B4-BE49-F238E27FC236}">
                <a16:creationId xmlns:a16="http://schemas.microsoft.com/office/drawing/2014/main" id="{651FE932-2DE8-4DD6-A8C4-84FC1C98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" y="2609000"/>
            <a:ext cx="199896" cy="167444"/>
          </a:xfrm>
          <a:custGeom xmlns:a="http://schemas.openxmlformats.org/drawingml/2006/main">
            <a:pathLst>
              <a:path w="199896" h="167444">
                <a:moveTo>
                  <a:pt x="0" y="167444"/>
                </a:moveTo>
                <a:lnTo>
                  <a:pt x="0" y="87540"/>
                </a:lnTo>
                <a:cubicBezTo>
                  <a:pt x="0" y="71723"/>
                  <a:pt x="659" y="59928"/>
                  <a:pt x="1977" y="52156"/>
                </a:cubicBezTo>
                <a:cubicBezTo>
                  <a:pt x="3295" y="44383"/>
                  <a:pt x="6045" y="37429"/>
                  <a:pt x="10227" y="31293"/>
                </a:cubicBezTo>
                <a:cubicBezTo>
                  <a:pt x="14408" y="25157"/>
                  <a:pt x="19976" y="20044"/>
                  <a:pt x="26930" y="15954"/>
                </a:cubicBezTo>
                <a:cubicBezTo>
                  <a:pt x="33884" y="11863"/>
                  <a:pt x="41679" y="9818"/>
                  <a:pt x="50315" y="9818"/>
                </a:cubicBezTo>
                <a:cubicBezTo>
                  <a:pt x="59678" y="9818"/>
                  <a:pt x="68268" y="12340"/>
                  <a:pt x="76086" y="17385"/>
                </a:cubicBezTo>
                <a:cubicBezTo>
                  <a:pt x="83904" y="22430"/>
                  <a:pt x="89767" y="29271"/>
                  <a:pt x="93676" y="37907"/>
                </a:cubicBezTo>
                <a:cubicBezTo>
                  <a:pt x="97221" y="25726"/>
                  <a:pt x="103266" y="16363"/>
                  <a:pt x="111811" y="9818"/>
                </a:cubicBezTo>
                <a:cubicBezTo>
                  <a:pt x="120356" y="3273"/>
                  <a:pt x="130401" y="0"/>
                  <a:pt x="141945" y="0"/>
                </a:cubicBezTo>
                <a:cubicBezTo>
                  <a:pt x="151036" y="0"/>
                  <a:pt x="159876" y="2114"/>
                  <a:pt x="168466" y="6340"/>
                </a:cubicBezTo>
                <a:cubicBezTo>
                  <a:pt x="177057" y="10567"/>
                  <a:pt x="183920" y="16340"/>
                  <a:pt x="189056" y="23658"/>
                </a:cubicBezTo>
                <a:cubicBezTo>
                  <a:pt x="194192" y="30975"/>
                  <a:pt x="197351" y="39997"/>
                  <a:pt x="198533" y="50724"/>
                </a:cubicBezTo>
                <a:cubicBezTo>
                  <a:pt x="199260" y="57451"/>
                  <a:pt x="199714" y="73677"/>
                  <a:pt x="199896" y="99403"/>
                </a:cubicBezTo>
                <a:lnTo>
                  <a:pt x="199896" y="167444"/>
                </a:lnTo>
                <a:lnTo>
                  <a:pt x="0" y="167444"/>
                </a:lnTo>
                <a:moveTo>
                  <a:pt x="33271" y="127083"/>
                </a:moveTo>
                <a:lnTo>
                  <a:pt x="79495" y="127083"/>
                </a:lnTo>
                <a:lnTo>
                  <a:pt x="79495" y="100630"/>
                </a:lnTo>
                <a:cubicBezTo>
                  <a:pt x="79495" y="84904"/>
                  <a:pt x="79268" y="75131"/>
                  <a:pt x="78813" y="71314"/>
                </a:cubicBezTo>
                <a:cubicBezTo>
                  <a:pt x="77995" y="64405"/>
                  <a:pt x="75609" y="58973"/>
                  <a:pt x="71654" y="55019"/>
                </a:cubicBezTo>
                <a:cubicBezTo>
                  <a:pt x="67700" y="51065"/>
                  <a:pt x="62496" y="49088"/>
                  <a:pt x="56042" y="49088"/>
                </a:cubicBezTo>
                <a:cubicBezTo>
                  <a:pt x="49860" y="49088"/>
                  <a:pt x="44838" y="50792"/>
                  <a:pt x="40975" y="54201"/>
                </a:cubicBezTo>
                <a:cubicBezTo>
                  <a:pt x="37111" y="57610"/>
                  <a:pt x="34770" y="62678"/>
                  <a:pt x="33952" y="69405"/>
                </a:cubicBezTo>
                <a:cubicBezTo>
                  <a:pt x="33498" y="73404"/>
                  <a:pt x="33271" y="84904"/>
                  <a:pt x="33271" y="103902"/>
                </a:cubicBezTo>
                <a:lnTo>
                  <a:pt x="33271" y="127083"/>
                </a:lnTo>
                <a:moveTo>
                  <a:pt x="112765" y="127083"/>
                </a:moveTo>
                <a:lnTo>
                  <a:pt x="166216" y="127083"/>
                </a:lnTo>
                <a:lnTo>
                  <a:pt x="166216" y="89721"/>
                </a:lnTo>
                <a:cubicBezTo>
                  <a:pt x="166216" y="75177"/>
                  <a:pt x="165807" y="65950"/>
                  <a:pt x="164989" y="62041"/>
                </a:cubicBezTo>
                <a:cubicBezTo>
                  <a:pt x="163898" y="56042"/>
                  <a:pt x="161239" y="51156"/>
                  <a:pt x="157012" y="47383"/>
                </a:cubicBezTo>
                <a:cubicBezTo>
                  <a:pt x="152785" y="43611"/>
                  <a:pt x="147127" y="41725"/>
                  <a:pt x="140036" y="41725"/>
                </a:cubicBezTo>
                <a:cubicBezTo>
                  <a:pt x="134037" y="41725"/>
                  <a:pt x="128946" y="43179"/>
                  <a:pt x="124765" y="46088"/>
                </a:cubicBezTo>
                <a:cubicBezTo>
                  <a:pt x="120583" y="48997"/>
                  <a:pt x="117538" y="53201"/>
                  <a:pt x="115629" y="58701"/>
                </a:cubicBezTo>
                <a:cubicBezTo>
                  <a:pt x="113720" y="64200"/>
                  <a:pt x="112765" y="76131"/>
                  <a:pt x="112765" y="94494"/>
                </a:cubicBezTo>
                <a:lnTo>
                  <a:pt x="112765" y="1270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e">
            <a:extLst xmlns:a="http://schemas.openxmlformats.org/drawingml/2006/main">
              <a:ext uri="{FF2B5EF4-FFF2-40B4-BE49-F238E27FC236}">
                <a16:creationId xmlns:a16="http://schemas.microsoft.com/office/drawing/2014/main" id="{E0F2F7DF-A5EA-4BCB-972C-B150CAD1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29" y="2450267"/>
            <a:ext cx="151354" cy="135809"/>
          </a:xfrm>
          <a:custGeom xmlns:a="http://schemas.openxmlformats.org/drawingml/2006/main">
            <a:pathLst>
              <a:path w="151354" h="135809">
                <a:moveTo>
                  <a:pt x="101993" y="40770"/>
                </a:moveTo>
                <a:lnTo>
                  <a:pt x="108402" y="2591"/>
                </a:lnTo>
                <a:cubicBezTo>
                  <a:pt x="122401" y="7500"/>
                  <a:pt x="133060" y="15249"/>
                  <a:pt x="140377" y="25839"/>
                </a:cubicBezTo>
                <a:cubicBezTo>
                  <a:pt x="147695" y="36429"/>
                  <a:pt x="151354" y="49679"/>
                  <a:pt x="151354" y="65587"/>
                </a:cubicBezTo>
                <a:cubicBezTo>
                  <a:pt x="151354" y="90767"/>
                  <a:pt x="143127" y="109402"/>
                  <a:pt x="126674" y="121492"/>
                </a:cubicBezTo>
                <a:cubicBezTo>
                  <a:pt x="113493" y="131037"/>
                  <a:pt x="96857" y="135809"/>
                  <a:pt x="76768" y="135809"/>
                </a:cubicBezTo>
                <a:cubicBezTo>
                  <a:pt x="52769" y="135809"/>
                  <a:pt x="33975" y="129537"/>
                  <a:pt x="20385" y="116992"/>
                </a:cubicBezTo>
                <a:cubicBezTo>
                  <a:pt x="6795" y="104448"/>
                  <a:pt x="0" y="88585"/>
                  <a:pt x="0" y="69405"/>
                </a:cubicBezTo>
                <a:cubicBezTo>
                  <a:pt x="0" y="47861"/>
                  <a:pt x="7113" y="30862"/>
                  <a:pt x="21340" y="18408"/>
                </a:cubicBezTo>
                <a:cubicBezTo>
                  <a:pt x="35566" y="5954"/>
                  <a:pt x="57360" y="0"/>
                  <a:pt x="86722" y="545"/>
                </a:cubicBezTo>
                <a:lnTo>
                  <a:pt x="86722" y="96539"/>
                </a:lnTo>
                <a:cubicBezTo>
                  <a:pt x="98085" y="96266"/>
                  <a:pt x="106925" y="93176"/>
                  <a:pt x="113243" y="87267"/>
                </a:cubicBezTo>
                <a:cubicBezTo>
                  <a:pt x="119560" y="81358"/>
                  <a:pt x="122719" y="73995"/>
                  <a:pt x="122719" y="65178"/>
                </a:cubicBezTo>
                <a:cubicBezTo>
                  <a:pt x="122719" y="59178"/>
                  <a:pt x="121083" y="54133"/>
                  <a:pt x="117811" y="50042"/>
                </a:cubicBezTo>
                <a:cubicBezTo>
                  <a:pt x="114538" y="45952"/>
                  <a:pt x="109266" y="42861"/>
                  <a:pt x="101993" y="40770"/>
                </a:cubicBezTo>
                <a:moveTo>
                  <a:pt x="63269" y="38588"/>
                </a:moveTo>
                <a:cubicBezTo>
                  <a:pt x="52178" y="38861"/>
                  <a:pt x="43747" y="41725"/>
                  <a:pt x="37975" y="47179"/>
                </a:cubicBezTo>
                <a:cubicBezTo>
                  <a:pt x="32202" y="52633"/>
                  <a:pt x="29316" y="59269"/>
                  <a:pt x="29316" y="67087"/>
                </a:cubicBezTo>
                <a:cubicBezTo>
                  <a:pt x="29316" y="75450"/>
                  <a:pt x="32362" y="82358"/>
                  <a:pt x="38452" y="87812"/>
                </a:cubicBezTo>
                <a:cubicBezTo>
                  <a:pt x="44543" y="93267"/>
                  <a:pt x="52815" y="95948"/>
                  <a:pt x="63269" y="95857"/>
                </a:cubicBezTo>
                <a:lnTo>
                  <a:pt x="63269" y="38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l">
            <a:extLst xmlns:a="http://schemas.openxmlformats.org/drawingml/2006/main">
              <a:ext uri="{FF2B5EF4-FFF2-40B4-BE49-F238E27FC236}">
                <a16:creationId xmlns:a16="http://schemas.microsoft.com/office/drawing/2014/main" id="{FE0CF06B-1352-4640-9D33-9A1C2A6C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" y="2380979"/>
            <a:ext cx="199896" cy="38316"/>
          </a:xfrm>
          <a:custGeom xmlns:a="http://schemas.openxmlformats.org/drawingml/2006/main">
            <a:pathLst>
              <a:path w="199896" h="38316">
                <a:moveTo>
                  <a:pt x="199896" y="38316"/>
                </a:moveTo>
                <a:lnTo>
                  <a:pt x="0" y="38316"/>
                </a:lnTo>
                <a:lnTo>
                  <a:pt x="0" y="0"/>
                </a:lnTo>
                <a:lnTo>
                  <a:pt x="199896" y="0"/>
                </a:lnTo>
                <a:lnTo>
                  <a:pt x="199896" y="383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i">
            <a:extLst xmlns:a="http://schemas.openxmlformats.org/drawingml/2006/main">
              <a:ext uri="{FF2B5EF4-FFF2-40B4-BE49-F238E27FC236}">
                <a16:creationId xmlns:a16="http://schemas.microsoft.com/office/drawing/2014/main" id="{35FF5055-3348-4AFB-BB5E-2E664A66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" y="2303290"/>
            <a:ext cx="199896" cy="38316"/>
          </a:xfrm>
          <a:custGeom xmlns:a="http://schemas.openxmlformats.org/drawingml/2006/main">
            <a:pathLst>
              <a:path w="199896" h="38316">
                <a:moveTo>
                  <a:pt x="35452" y="38316"/>
                </a:moveTo>
                <a:lnTo>
                  <a:pt x="0" y="38316"/>
                </a:lnTo>
                <a:lnTo>
                  <a:pt x="0" y="0"/>
                </a:lnTo>
                <a:lnTo>
                  <a:pt x="35452" y="0"/>
                </a:lnTo>
                <a:lnTo>
                  <a:pt x="35452" y="38316"/>
                </a:lnTo>
                <a:moveTo>
                  <a:pt x="199896" y="38316"/>
                </a:moveTo>
                <a:lnTo>
                  <a:pt x="55087" y="38316"/>
                </a:lnTo>
                <a:lnTo>
                  <a:pt x="55087" y="0"/>
                </a:lnTo>
                <a:lnTo>
                  <a:pt x="199896" y="0"/>
                </a:lnTo>
                <a:lnTo>
                  <a:pt x="199896" y="383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e">
            <a:extLst xmlns:a="http://schemas.openxmlformats.org/drawingml/2006/main">
              <a:ext uri="{FF2B5EF4-FFF2-40B4-BE49-F238E27FC236}">
                <a16:creationId xmlns:a16="http://schemas.microsoft.com/office/drawing/2014/main" id="{EEF7DE21-545E-4A04-940F-B75BDD74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29" y="2139289"/>
            <a:ext cx="151354" cy="135809"/>
          </a:xfrm>
          <a:custGeom xmlns:a="http://schemas.openxmlformats.org/drawingml/2006/main">
            <a:pathLst>
              <a:path w="151354" h="135809">
                <a:moveTo>
                  <a:pt x="101993" y="40770"/>
                </a:moveTo>
                <a:lnTo>
                  <a:pt x="108402" y="2591"/>
                </a:lnTo>
                <a:cubicBezTo>
                  <a:pt x="122401" y="7500"/>
                  <a:pt x="133060" y="15249"/>
                  <a:pt x="140377" y="25839"/>
                </a:cubicBezTo>
                <a:cubicBezTo>
                  <a:pt x="147695" y="36429"/>
                  <a:pt x="151354" y="49679"/>
                  <a:pt x="151354" y="65587"/>
                </a:cubicBezTo>
                <a:cubicBezTo>
                  <a:pt x="151354" y="90767"/>
                  <a:pt x="143127" y="109402"/>
                  <a:pt x="126674" y="121492"/>
                </a:cubicBezTo>
                <a:cubicBezTo>
                  <a:pt x="113493" y="131037"/>
                  <a:pt x="96857" y="135809"/>
                  <a:pt x="76768" y="135809"/>
                </a:cubicBezTo>
                <a:cubicBezTo>
                  <a:pt x="52769" y="135809"/>
                  <a:pt x="33975" y="129537"/>
                  <a:pt x="20385" y="116992"/>
                </a:cubicBezTo>
                <a:cubicBezTo>
                  <a:pt x="6795" y="104448"/>
                  <a:pt x="0" y="88585"/>
                  <a:pt x="0" y="69405"/>
                </a:cubicBezTo>
                <a:cubicBezTo>
                  <a:pt x="0" y="47861"/>
                  <a:pt x="7113" y="30862"/>
                  <a:pt x="21340" y="18408"/>
                </a:cubicBezTo>
                <a:cubicBezTo>
                  <a:pt x="35566" y="5954"/>
                  <a:pt x="57360" y="0"/>
                  <a:pt x="86722" y="545"/>
                </a:cubicBezTo>
                <a:lnTo>
                  <a:pt x="86722" y="96539"/>
                </a:lnTo>
                <a:cubicBezTo>
                  <a:pt x="98085" y="96266"/>
                  <a:pt x="106925" y="93176"/>
                  <a:pt x="113243" y="87267"/>
                </a:cubicBezTo>
                <a:cubicBezTo>
                  <a:pt x="119560" y="81358"/>
                  <a:pt x="122719" y="73995"/>
                  <a:pt x="122719" y="65178"/>
                </a:cubicBezTo>
                <a:cubicBezTo>
                  <a:pt x="122719" y="59178"/>
                  <a:pt x="121083" y="54133"/>
                  <a:pt x="117811" y="50042"/>
                </a:cubicBezTo>
                <a:cubicBezTo>
                  <a:pt x="114538" y="45952"/>
                  <a:pt x="109266" y="42861"/>
                  <a:pt x="101993" y="40770"/>
                </a:cubicBezTo>
                <a:moveTo>
                  <a:pt x="63269" y="38588"/>
                </a:moveTo>
                <a:cubicBezTo>
                  <a:pt x="52178" y="38861"/>
                  <a:pt x="43747" y="41725"/>
                  <a:pt x="37975" y="47179"/>
                </a:cubicBezTo>
                <a:cubicBezTo>
                  <a:pt x="32202" y="52633"/>
                  <a:pt x="29316" y="59269"/>
                  <a:pt x="29316" y="67087"/>
                </a:cubicBezTo>
                <a:cubicBezTo>
                  <a:pt x="29316" y="75450"/>
                  <a:pt x="32362" y="82358"/>
                  <a:pt x="38452" y="87812"/>
                </a:cubicBezTo>
                <a:cubicBezTo>
                  <a:pt x="44543" y="93267"/>
                  <a:pt x="52815" y="95948"/>
                  <a:pt x="63269" y="95857"/>
                </a:cubicBezTo>
                <a:lnTo>
                  <a:pt x="63269" y="38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f">
            <a:extLst xmlns:a="http://schemas.openxmlformats.org/drawingml/2006/main">
              <a:ext uri="{FF2B5EF4-FFF2-40B4-BE49-F238E27FC236}">
                <a16:creationId xmlns:a16="http://schemas.microsoft.com/office/drawing/2014/main" id="{C939E444-4575-478A-BDC3-6FEB516E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05" y="2027186"/>
            <a:ext cx="203305" cy="97903"/>
          </a:xfrm>
          <a:custGeom xmlns:a="http://schemas.openxmlformats.org/drawingml/2006/main">
            <a:pathLst>
              <a:path w="203305" h="97903">
                <a:moveTo>
                  <a:pt x="58496" y="97903"/>
                </a:moveTo>
                <a:lnTo>
                  <a:pt x="58496" y="76631"/>
                </a:lnTo>
                <a:lnTo>
                  <a:pt x="47588" y="76631"/>
                </a:lnTo>
                <a:cubicBezTo>
                  <a:pt x="35407" y="76631"/>
                  <a:pt x="26316" y="75336"/>
                  <a:pt x="20317" y="72745"/>
                </a:cubicBezTo>
                <a:cubicBezTo>
                  <a:pt x="14317" y="70155"/>
                  <a:pt x="9431" y="65382"/>
                  <a:pt x="5659" y="58428"/>
                </a:cubicBezTo>
                <a:cubicBezTo>
                  <a:pt x="1886" y="51474"/>
                  <a:pt x="0" y="42679"/>
                  <a:pt x="0" y="32043"/>
                </a:cubicBezTo>
                <a:cubicBezTo>
                  <a:pt x="0" y="21135"/>
                  <a:pt x="1636" y="10454"/>
                  <a:pt x="4909" y="0"/>
                </a:cubicBezTo>
                <a:lnTo>
                  <a:pt x="31634" y="5181"/>
                </a:lnTo>
                <a:cubicBezTo>
                  <a:pt x="30180" y="11272"/>
                  <a:pt x="29453" y="17135"/>
                  <a:pt x="29453" y="22771"/>
                </a:cubicBezTo>
                <a:cubicBezTo>
                  <a:pt x="29453" y="28316"/>
                  <a:pt x="30748" y="32293"/>
                  <a:pt x="33339" y="34702"/>
                </a:cubicBezTo>
                <a:cubicBezTo>
                  <a:pt x="35929" y="37111"/>
                  <a:pt x="40906" y="38316"/>
                  <a:pt x="48270" y="38316"/>
                </a:cubicBezTo>
                <a:lnTo>
                  <a:pt x="58496" y="38316"/>
                </a:lnTo>
                <a:lnTo>
                  <a:pt x="58496" y="9681"/>
                </a:lnTo>
                <a:lnTo>
                  <a:pt x="88631" y="9681"/>
                </a:lnTo>
                <a:lnTo>
                  <a:pt x="88631" y="38316"/>
                </a:lnTo>
                <a:lnTo>
                  <a:pt x="203305" y="38316"/>
                </a:lnTo>
                <a:lnTo>
                  <a:pt x="203305" y="76631"/>
                </a:lnTo>
                <a:lnTo>
                  <a:pt x="88631" y="76631"/>
                </a:lnTo>
                <a:lnTo>
                  <a:pt x="88631" y="97903"/>
                </a:lnTo>
                <a:lnTo>
                  <a:pt x="58496" y="979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I">
            <a:extLst xmlns:a="http://schemas.openxmlformats.org/drawingml/2006/main">
              <a:ext uri="{FF2B5EF4-FFF2-40B4-BE49-F238E27FC236}">
                <a16:creationId xmlns:a16="http://schemas.microsoft.com/office/drawing/2014/main" id="{5331851F-2D37-462F-A2AA-96866FE2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4" y="1897616"/>
            <a:ext cx="199896" cy="40361"/>
          </a:xfrm>
          <a:custGeom xmlns:a="http://schemas.openxmlformats.org/drawingml/2006/main">
            <a:pathLst>
              <a:path w="199896" h="40361">
                <a:moveTo>
                  <a:pt x="199896" y="40361"/>
                </a:moveTo>
                <a:lnTo>
                  <a:pt x="0" y="40361"/>
                </a:lnTo>
                <a:lnTo>
                  <a:pt x="0" y="0"/>
                </a:lnTo>
                <a:lnTo>
                  <a:pt x="199896" y="0"/>
                </a:lnTo>
                <a:lnTo>
                  <a:pt x="199896" y="403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n">
            <a:extLst xmlns:a="http://schemas.openxmlformats.org/drawingml/2006/main">
              <a:ext uri="{FF2B5EF4-FFF2-40B4-BE49-F238E27FC236}">
                <a16:creationId xmlns:a16="http://schemas.microsoft.com/office/drawing/2014/main" id="{28B46BE0-A388-412E-B5CD-87C1E585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29" y="1727615"/>
            <a:ext cx="148081" cy="131991"/>
          </a:xfrm>
          <a:custGeom xmlns:a="http://schemas.openxmlformats.org/drawingml/2006/main">
            <a:pathLst>
              <a:path w="148081" h="131991">
                <a:moveTo>
                  <a:pt x="148081" y="0"/>
                </a:moveTo>
                <a:lnTo>
                  <a:pt x="148081" y="38316"/>
                </a:lnTo>
                <a:lnTo>
                  <a:pt x="74177" y="38316"/>
                </a:lnTo>
                <a:cubicBezTo>
                  <a:pt x="58542" y="38316"/>
                  <a:pt x="48429" y="39134"/>
                  <a:pt x="43838" y="40770"/>
                </a:cubicBezTo>
                <a:cubicBezTo>
                  <a:pt x="39247" y="42406"/>
                  <a:pt x="35680" y="45065"/>
                  <a:pt x="33134" y="48747"/>
                </a:cubicBezTo>
                <a:cubicBezTo>
                  <a:pt x="30589" y="52428"/>
                  <a:pt x="29316" y="56860"/>
                  <a:pt x="29316" y="62041"/>
                </a:cubicBezTo>
                <a:cubicBezTo>
                  <a:pt x="29316" y="68677"/>
                  <a:pt x="31134" y="74632"/>
                  <a:pt x="34770" y="79904"/>
                </a:cubicBezTo>
                <a:cubicBezTo>
                  <a:pt x="38407" y="85176"/>
                  <a:pt x="43224" y="88790"/>
                  <a:pt x="49224" y="90744"/>
                </a:cubicBezTo>
                <a:cubicBezTo>
                  <a:pt x="55224" y="92699"/>
                  <a:pt x="66314" y="93676"/>
                  <a:pt x="82495" y="93676"/>
                </a:cubicBezTo>
                <a:lnTo>
                  <a:pt x="148081" y="93676"/>
                </a:lnTo>
                <a:lnTo>
                  <a:pt x="148081" y="131991"/>
                </a:lnTo>
                <a:lnTo>
                  <a:pt x="3273" y="131991"/>
                </a:lnTo>
                <a:lnTo>
                  <a:pt x="3273" y="96403"/>
                </a:lnTo>
                <a:lnTo>
                  <a:pt x="24544" y="96403"/>
                </a:lnTo>
                <a:cubicBezTo>
                  <a:pt x="8181" y="83767"/>
                  <a:pt x="0" y="67859"/>
                  <a:pt x="0" y="48679"/>
                </a:cubicBezTo>
                <a:cubicBezTo>
                  <a:pt x="0" y="40225"/>
                  <a:pt x="1523" y="32498"/>
                  <a:pt x="4568" y="25498"/>
                </a:cubicBezTo>
                <a:cubicBezTo>
                  <a:pt x="7613" y="18499"/>
                  <a:pt x="11499" y="13204"/>
                  <a:pt x="16226" y="9613"/>
                </a:cubicBezTo>
                <a:cubicBezTo>
                  <a:pt x="20953" y="6022"/>
                  <a:pt x="26316" y="3523"/>
                  <a:pt x="32316" y="2113"/>
                </a:cubicBezTo>
                <a:cubicBezTo>
                  <a:pt x="38316" y="704"/>
                  <a:pt x="46906" y="0"/>
                  <a:pt x="58087" y="0"/>
                </a:cubicBezTo>
                <a:lnTo>
                  <a:pt x="14808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f">
            <a:extLst xmlns:a="http://schemas.openxmlformats.org/drawingml/2006/main">
              <a:ext uri="{FF2B5EF4-FFF2-40B4-BE49-F238E27FC236}">
                <a16:creationId xmlns:a16="http://schemas.microsoft.com/office/drawing/2014/main" id="{892E3806-6A39-41F9-955B-447CDCFB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05" y="1607801"/>
            <a:ext cx="203305" cy="97903"/>
          </a:xfrm>
          <a:custGeom xmlns:a="http://schemas.openxmlformats.org/drawingml/2006/main">
            <a:pathLst>
              <a:path w="203305" h="97903">
                <a:moveTo>
                  <a:pt x="58496" y="97903"/>
                </a:moveTo>
                <a:lnTo>
                  <a:pt x="58496" y="76631"/>
                </a:lnTo>
                <a:lnTo>
                  <a:pt x="47588" y="76631"/>
                </a:lnTo>
                <a:cubicBezTo>
                  <a:pt x="35407" y="76631"/>
                  <a:pt x="26316" y="75336"/>
                  <a:pt x="20317" y="72745"/>
                </a:cubicBezTo>
                <a:cubicBezTo>
                  <a:pt x="14317" y="70155"/>
                  <a:pt x="9431" y="65382"/>
                  <a:pt x="5659" y="58428"/>
                </a:cubicBezTo>
                <a:cubicBezTo>
                  <a:pt x="1886" y="51474"/>
                  <a:pt x="0" y="42679"/>
                  <a:pt x="0" y="32043"/>
                </a:cubicBezTo>
                <a:cubicBezTo>
                  <a:pt x="0" y="21135"/>
                  <a:pt x="1636" y="10454"/>
                  <a:pt x="4909" y="0"/>
                </a:cubicBezTo>
                <a:lnTo>
                  <a:pt x="31634" y="5181"/>
                </a:lnTo>
                <a:cubicBezTo>
                  <a:pt x="30180" y="11272"/>
                  <a:pt x="29453" y="17135"/>
                  <a:pt x="29453" y="22771"/>
                </a:cubicBezTo>
                <a:cubicBezTo>
                  <a:pt x="29453" y="28316"/>
                  <a:pt x="30748" y="32293"/>
                  <a:pt x="33339" y="34702"/>
                </a:cubicBezTo>
                <a:cubicBezTo>
                  <a:pt x="35929" y="37111"/>
                  <a:pt x="40906" y="38316"/>
                  <a:pt x="48270" y="38316"/>
                </a:cubicBezTo>
                <a:lnTo>
                  <a:pt x="58496" y="38316"/>
                </a:lnTo>
                <a:lnTo>
                  <a:pt x="58496" y="9681"/>
                </a:lnTo>
                <a:lnTo>
                  <a:pt x="88631" y="9681"/>
                </a:lnTo>
                <a:lnTo>
                  <a:pt x="88631" y="38316"/>
                </a:lnTo>
                <a:lnTo>
                  <a:pt x="203305" y="38316"/>
                </a:lnTo>
                <a:lnTo>
                  <a:pt x="203305" y="76631"/>
                </a:lnTo>
                <a:lnTo>
                  <a:pt x="88631" y="76631"/>
                </a:lnTo>
                <a:lnTo>
                  <a:pt x="88631" y="97903"/>
                </a:lnTo>
                <a:lnTo>
                  <a:pt x="58496" y="979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e">
            <a:extLst xmlns:a="http://schemas.openxmlformats.org/drawingml/2006/main">
              <a:ext uri="{FF2B5EF4-FFF2-40B4-BE49-F238E27FC236}">
                <a16:creationId xmlns:a16="http://schemas.microsoft.com/office/drawing/2014/main" id="{29874EEB-4596-47BD-9A02-C21D5811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29" y="1470698"/>
            <a:ext cx="151354" cy="135809"/>
          </a:xfrm>
          <a:custGeom xmlns:a="http://schemas.openxmlformats.org/drawingml/2006/main">
            <a:pathLst>
              <a:path w="151354" h="135809">
                <a:moveTo>
                  <a:pt x="101993" y="40770"/>
                </a:moveTo>
                <a:lnTo>
                  <a:pt x="108402" y="2591"/>
                </a:lnTo>
                <a:cubicBezTo>
                  <a:pt x="122401" y="7500"/>
                  <a:pt x="133060" y="15249"/>
                  <a:pt x="140377" y="25839"/>
                </a:cubicBezTo>
                <a:cubicBezTo>
                  <a:pt x="147695" y="36429"/>
                  <a:pt x="151354" y="49679"/>
                  <a:pt x="151354" y="65587"/>
                </a:cubicBezTo>
                <a:cubicBezTo>
                  <a:pt x="151354" y="90767"/>
                  <a:pt x="143127" y="109402"/>
                  <a:pt x="126674" y="121492"/>
                </a:cubicBezTo>
                <a:cubicBezTo>
                  <a:pt x="113493" y="131037"/>
                  <a:pt x="96857" y="135809"/>
                  <a:pt x="76768" y="135809"/>
                </a:cubicBezTo>
                <a:cubicBezTo>
                  <a:pt x="52769" y="135809"/>
                  <a:pt x="33975" y="129537"/>
                  <a:pt x="20385" y="116992"/>
                </a:cubicBezTo>
                <a:cubicBezTo>
                  <a:pt x="6795" y="104448"/>
                  <a:pt x="0" y="88585"/>
                  <a:pt x="0" y="69405"/>
                </a:cubicBezTo>
                <a:cubicBezTo>
                  <a:pt x="0" y="47861"/>
                  <a:pt x="7113" y="30862"/>
                  <a:pt x="21340" y="18408"/>
                </a:cubicBezTo>
                <a:cubicBezTo>
                  <a:pt x="35566" y="5954"/>
                  <a:pt x="57360" y="0"/>
                  <a:pt x="86722" y="545"/>
                </a:cubicBezTo>
                <a:lnTo>
                  <a:pt x="86722" y="96539"/>
                </a:lnTo>
                <a:cubicBezTo>
                  <a:pt x="98085" y="96266"/>
                  <a:pt x="106925" y="93176"/>
                  <a:pt x="113243" y="87267"/>
                </a:cubicBezTo>
                <a:cubicBezTo>
                  <a:pt x="119560" y="81358"/>
                  <a:pt x="122719" y="73995"/>
                  <a:pt x="122719" y="65178"/>
                </a:cubicBezTo>
                <a:cubicBezTo>
                  <a:pt x="122719" y="59178"/>
                  <a:pt x="121083" y="54133"/>
                  <a:pt x="117811" y="50042"/>
                </a:cubicBezTo>
                <a:cubicBezTo>
                  <a:pt x="114538" y="45952"/>
                  <a:pt x="109266" y="42861"/>
                  <a:pt x="101993" y="40770"/>
                </a:cubicBezTo>
                <a:moveTo>
                  <a:pt x="63269" y="38588"/>
                </a:moveTo>
                <a:cubicBezTo>
                  <a:pt x="52178" y="38861"/>
                  <a:pt x="43747" y="41725"/>
                  <a:pt x="37975" y="47179"/>
                </a:cubicBezTo>
                <a:cubicBezTo>
                  <a:pt x="32202" y="52633"/>
                  <a:pt x="29316" y="59269"/>
                  <a:pt x="29316" y="67087"/>
                </a:cubicBezTo>
                <a:cubicBezTo>
                  <a:pt x="29316" y="75450"/>
                  <a:pt x="32362" y="82358"/>
                  <a:pt x="38452" y="87812"/>
                </a:cubicBezTo>
                <a:cubicBezTo>
                  <a:pt x="44543" y="93267"/>
                  <a:pt x="52815" y="95948"/>
                  <a:pt x="63269" y="95857"/>
                </a:cubicBezTo>
                <a:lnTo>
                  <a:pt x="63269" y="38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r">
            <a:extLst xmlns:a="http://schemas.openxmlformats.org/drawingml/2006/main">
              <a:ext uri="{FF2B5EF4-FFF2-40B4-BE49-F238E27FC236}">
                <a16:creationId xmlns:a16="http://schemas.microsoft.com/office/drawing/2014/main" id="{DCF1476B-B050-4FD5-B621-28A48A9E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29" y="1347550"/>
            <a:ext cx="148081" cy="93812"/>
          </a:xfrm>
          <a:custGeom xmlns:a="http://schemas.openxmlformats.org/drawingml/2006/main">
            <a:pathLst>
              <a:path w="148081" h="93812">
                <a:moveTo>
                  <a:pt x="148081" y="55496"/>
                </a:moveTo>
                <a:lnTo>
                  <a:pt x="148081" y="93812"/>
                </a:lnTo>
                <a:lnTo>
                  <a:pt x="3273" y="93812"/>
                </a:lnTo>
                <a:lnTo>
                  <a:pt x="3273" y="58223"/>
                </a:lnTo>
                <a:lnTo>
                  <a:pt x="23862" y="58223"/>
                </a:lnTo>
                <a:cubicBezTo>
                  <a:pt x="14135" y="52133"/>
                  <a:pt x="7727" y="46656"/>
                  <a:pt x="4636" y="41793"/>
                </a:cubicBezTo>
                <a:cubicBezTo>
                  <a:pt x="1545" y="36929"/>
                  <a:pt x="0" y="31407"/>
                  <a:pt x="0" y="25226"/>
                </a:cubicBezTo>
                <a:cubicBezTo>
                  <a:pt x="0" y="16499"/>
                  <a:pt x="2409" y="8090"/>
                  <a:pt x="7227" y="0"/>
                </a:cubicBezTo>
                <a:lnTo>
                  <a:pt x="40634" y="11863"/>
                </a:lnTo>
                <a:cubicBezTo>
                  <a:pt x="36452" y="18317"/>
                  <a:pt x="34361" y="24317"/>
                  <a:pt x="34361" y="29862"/>
                </a:cubicBezTo>
                <a:cubicBezTo>
                  <a:pt x="34361" y="35225"/>
                  <a:pt x="35839" y="39770"/>
                  <a:pt x="38793" y="43497"/>
                </a:cubicBezTo>
                <a:cubicBezTo>
                  <a:pt x="41747" y="47224"/>
                  <a:pt x="47088" y="50156"/>
                  <a:pt x="54815" y="52292"/>
                </a:cubicBezTo>
                <a:cubicBezTo>
                  <a:pt x="62541" y="54428"/>
                  <a:pt x="78722" y="55496"/>
                  <a:pt x="103357" y="55496"/>
                </a:cubicBezTo>
                <a:lnTo>
                  <a:pt x="148081" y="554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e">
            <a:extLst xmlns:a="http://schemas.openxmlformats.org/drawingml/2006/main">
              <a:ext uri="{FF2B5EF4-FFF2-40B4-BE49-F238E27FC236}">
                <a16:creationId xmlns:a16="http://schemas.microsoft.com/office/drawing/2014/main" id="{AB0AFAEE-F618-4CA7-A23F-F64240A7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29" y="1205853"/>
            <a:ext cx="151354" cy="135809"/>
          </a:xfrm>
          <a:custGeom xmlns:a="http://schemas.openxmlformats.org/drawingml/2006/main">
            <a:pathLst>
              <a:path w="151354" h="135809">
                <a:moveTo>
                  <a:pt x="101993" y="40770"/>
                </a:moveTo>
                <a:lnTo>
                  <a:pt x="108402" y="2591"/>
                </a:lnTo>
                <a:cubicBezTo>
                  <a:pt x="122401" y="7500"/>
                  <a:pt x="133060" y="15249"/>
                  <a:pt x="140377" y="25839"/>
                </a:cubicBezTo>
                <a:cubicBezTo>
                  <a:pt x="147695" y="36429"/>
                  <a:pt x="151354" y="49679"/>
                  <a:pt x="151354" y="65587"/>
                </a:cubicBezTo>
                <a:cubicBezTo>
                  <a:pt x="151354" y="90767"/>
                  <a:pt x="143127" y="109402"/>
                  <a:pt x="126674" y="121492"/>
                </a:cubicBezTo>
                <a:cubicBezTo>
                  <a:pt x="113493" y="131037"/>
                  <a:pt x="96857" y="135809"/>
                  <a:pt x="76768" y="135809"/>
                </a:cubicBezTo>
                <a:cubicBezTo>
                  <a:pt x="52769" y="135809"/>
                  <a:pt x="33975" y="129537"/>
                  <a:pt x="20385" y="116992"/>
                </a:cubicBezTo>
                <a:cubicBezTo>
                  <a:pt x="6795" y="104448"/>
                  <a:pt x="0" y="88585"/>
                  <a:pt x="0" y="69405"/>
                </a:cubicBezTo>
                <a:cubicBezTo>
                  <a:pt x="0" y="47861"/>
                  <a:pt x="7113" y="30862"/>
                  <a:pt x="21340" y="18408"/>
                </a:cubicBezTo>
                <a:cubicBezTo>
                  <a:pt x="35566" y="5954"/>
                  <a:pt x="57360" y="0"/>
                  <a:pt x="86722" y="545"/>
                </a:cubicBezTo>
                <a:lnTo>
                  <a:pt x="86722" y="96539"/>
                </a:lnTo>
                <a:cubicBezTo>
                  <a:pt x="98085" y="96266"/>
                  <a:pt x="106925" y="93176"/>
                  <a:pt x="113243" y="87267"/>
                </a:cubicBezTo>
                <a:cubicBezTo>
                  <a:pt x="119560" y="81358"/>
                  <a:pt x="122719" y="73995"/>
                  <a:pt x="122719" y="65178"/>
                </a:cubicBezTo>
                <a:cubicBezTo>
                  <a:pt x="122719" y="59178"/>
                  <a:pt x="121083" y="54133"/>
                  <a:pt x="117811" y="50042"/>
                </a:cubicBezTo>
                <a:cubicBezTo>
                  <a:pt x="114538" y="45952"/>
                  <a:pt x="109266" y="42861"/>
                  <a:pt x="101993" y="40770"/>
                </a:cubicBezTo>
                <a:moveTo>
                  <a:pt x="63269" y="38588"/>
                </a:moveTo>
                <a:cubicBezTo>
                  <a:pt x="52178" y="38861"/>
                  <a:pt x="43747" y="41725"/>
                  <a:pt x="37975" y="47179"/>
                </a:cubicBezTo>
                <a:cubicBezTo>
                  <a:pt x="32202" y="52633"/>
                  <a:pt x="29316" y="59269"/>
                  <a:pt x="29316" y="67087"/>
                </a:cubicBezTo>
                <a:cubicBezTo>
                  <a:pt x="29316" y="75450"/>
                  <a:pt x="32362" y="82358"/>
                  <a:pt x="38452" y="87812"/>
                </a:cubicBezTo>
                <a:cubicBezTo>
                  <a:pt x="44543" y="93267"/>
                  <a:pt x="52815" y="95948"/>
                  <a:pt x="63269" y="95857"/>
                </a:cubicBezTo>
                <a:lnTo>
                  <a:pt x="63269" y="38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n">
            <a:extLst xmlns:a="http://schemas.openxmlformats.org/drawingml/2006/main">
              <a:ext uri="{FF2B5EF4-FFF2-40B4-BE49-F238E27FC236}">
                <a16:creationId xmlns:a16="http://schemas.microsoft.com/office/drawing/2014/main" id="{8F405F38-CACF-4D89-B910-3B555372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29" y="1043162"/>
            <a:ext cx="148081" cy="131991"/>
          </a:xfrm>
          <a:custGeom xmlns:a="http://schemas.openxmlformats.org/drawingml/2006/main">
            <a:pathLst>
              <a:path w="148081" h="131991">
                <a:moveTo>
                  <a:pt x="148081" y="0"/>
                </a:moveTo>
                <a:lnTo>
                  <a:pt x="148081" y="38316"/>
                </a:lnTo>
                <a:lnTo>
                  <a:pt x="74177" y="38316"/>
                </a:lnTo>
                <a:cubicBezTo>
                  <a:pt x="58542" y="38316"/>
                  <a:pt x="48429" y="39134"/>
                  <a:pt x="43838" y="40770"/>
                </a:cubicBezTo>
                <a:cubicBezTo>
                  <a:pt x="39247" y="42406"/>
                  <a:pt x="35680" y="45065"/>
                  <a:pt x="33134" y="48747"/>
                </a:cubicBezTo>
                <a:cubicBezTo>
                  <a:pt x="30589" y="52428"/>
                  <a:pt x="29316" y="56860"/>
                  <a:pt x="29316" y="62041"/>
                </a:cubicBezTo>
                <a:cubicBezTo>
                  <a:pt x="29316" y="68677"/>
                  <a:pt x="31134" y="74632"/>
                  <a:pt x="34770" y="79904"/>
                </a:cubicBezTo>
                <a:cubicBezTo>
                  <a:pt x="38407" y="85176"/>
                  <a:pt x="43224" y="88790"/>
                  <a:pt x="49224" y="90744"/>
                </a:cubicBezTo>
                <a:cubicBezTo>
                  <a:pt x="55224" y="92699"/>
                  <a:pt x="66314" y="93676"/>
                  <a:pt x="82495" y="93676"/>
                </a:cubicBezTo>
                <a:lnTo>
                  <a:pt x="148081" y="93676"/>
                </a:lnTo>
                <a:lnTo>
                  <a:pt x="148081" y="131991"/>
                </a:lnTo>
                <a:lnTo>
                  <a:pt x="3273" y="131991"/>
                </a:lnTo>
                <a:lnTo>
                  <a:pt x="3273" y="96403"/>
                </a:lnTo>
                <a:lnTo>
                  <a:pt x="24544" y="96403"/>
                </a:lnTo>
                <a:cubicBezTo>
                  <a:pt x="8181" y="83767"/>
                  <a:pt x="0" y="67859"/>
                  <a:pt x="0" y="48679"/>
                </a:cubicBezTo>
                <a:cubicBezTo>
                  <a:pt x="0" y="40225"/>
                  <a:pt x="1523" y="32498"/>
                  <a:pt x="4568" y="25498"/>
                </a:cubicBezTo>
                <a:cubicBezTo>
                  <a:pt x="7613" y="18499"/>
                  <a:pt x="11499" y="13204"/>
                  <a:pt x="16226" y="9613"/>
                </a:cubicBezTo>
                <a:cubicBezTo>
                  <a:pt x="20953" y="6022"/>
                  <a:pt x="26316" y="3523"/>
                  <a:pt x="32316" y="2113"/>
                </a:cubicBezTo>
                <a:cubicBezTo>
                  <a:pt x="38316" y="704"/>
                  <a:pt x="46906" y="0"/>
                  <a:pt x="58087" y="0"/>
                </a:cubicBezTo>
                <a:lnTo>
                  <a:pt x="14808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c">
            <a:extLst xmlns:a="http://schemas.openxmlformats.org/drawingml/2006/main">
              <a:ext uri="{FF2B5EF4-FFF2-40B4-BE49-F238E27FC236}">
                <a16:creationId xmlns:a16="http://schemas.microsoft.com/office/drawing/2014/main" id="{FA5F2F8A-72EB-4C81-A814-B4F873CB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29" y="876306"/>
            <a:ext cx="151354" cy="136627"/>
          </a:xfrm>
          <a:custGeom xmlns:a="http://schemas.openxmlformats.org/drawingml/2006/main">
            <a:pathLst>
              <a:path w="151354" h="136627">
                <a:moveTo>
                  <a:pt x="46088" y="1909"/>
                </a:moveTo>
                <a:lnTo>
                  <a:pt x="52906" y="39679"/>
                </a:lnTo>
                <a:cubicBezTo>
                  <a:pt x="45361" y="40952"/>
                  <a:pt x="39679" y="43838"/>
                  <a:pt x="35861" y="48338"/>
                </a:cubicBezTo>
                <a:cubicBezTo>
                  <a:pt x="32043" y="52837"/>
                  <a:pt x="30134" y="58678"/>
                  <a:pt x="30134" y="65859"/>
                </a:cubicBezTo>
                <a:cubicBezTo>
                  <a:pt x="30134" y="75404"/>
                  <a:pt x="33430" y="83017"/>
                  <a:pt x="40020" y="88699"/>
                </a:cubicBezTo>
                <a:cubicBezTo>
                  <a:pt x="46611" y="94380"/>
                  <a:pt x="57633" y="97221"/>
                  <a:pt x="73086" y="97221"/>
                </a:cubicBezTo>
                <a:cubicBezTo>
                  <a:pt x="90267" y="97221"/>
                  <a:pt x="102402" y="94335"/>
                  <a:pt x="109493" y="88562"/>
                </a:cubicBezTo>
                <a:cubicBezTo>
                  <a:pt x="116583" y="82790"/>
                  <a:pt x="120129" y="75041"/>
                  <a:pt x="120129" y="65314"/>
                </a:cubicBezTo>
                <a:cubicBezTo>
                  <a:pt x="120129" y="58042"/>
                  <a:pt x="118060" y="52088"/>
                  <a:pt x="113924" y="47451"/>
                </a:cubicBezTo>
                <a:cubicBezTo>
                  <a:pt x="109788" y="42815"/>
                  <a:pt x="102675" y="39543"/>
                  <a:pt x="92585" y="37634"/>
                </a:cubicBezTo>
                <a:lnTo>
                  <a:pt x="98994" y="0"/>
                </a:lnTo>
                <a:cubicBezTo>
                  <a:pt x="116265" y="3909"/>
                  <a:pt x="129310" y="11408"/>
                  <a:pt x="138127" y="22499"/>
                </a:cubicBezTo>
                <a:cubicBezTo>
                  <a:pt x="146945" y="33589"/>
                  <a:pt x="151354" y="48451"/>
                  <a:pt x="151354" y="67087"/>
                </a:cubicBezTo>
                <a:cubicBezTo>
                  <a:pt x="151354" y="88267"/>
                  <a:pt x="144672" y="105152"/>
                  <a:pt x="131310" y="117742"/>
                </a:cubicBezTo>
                <a:cubicBezTo>
                  <a:pt x="117947" y="130332"/>
                  <a:pt x="99448" y="136627"/>
                  <a:pt x="75813" y="136627"/>
                </a:cubicBezTo>
                <a:cubicBezTo>
                  <a:pt x="51906" y="136627"/>
                  <a:pt x="33293" y="130310"/>
                  <a:pt x="19976" y="117674"/>
                </a:cubicBezTo>
                <a:cubicBezTo>
                  <a:pt x="6659" y="105039"/>
                  <a:pt x="0" y="87949"/>
                  <a:pt x="0" y="66405"/>
                </a:cubicBezTo>
                <a:cubicBezTo>
                  <a:pt x="0" y="48770"/>
                  <a:pt x="3795" y="34748"/>
                  <a:pt x="11386" y="24339"/>
                </a:cubicBezTo>
                <a:cubicBezTo>
                  <a:pt x="18976" y="13931"/>
                  <a:pt x="30543" y="6454"/>
                  <a:pt x="46088" y="19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e">
            <a:extLst xmlns:a="http://schemas.openxmlformats.org/drawingml/2006/main">
              <a:ext uri="{FF2B5EF4-FFF2-40B4-BE49-F238E27FC236}">
                <a16:creationId xmlns:a16="http://schemas.microsoft.com/office/drawing/2014/main" id="{529C2B29-CADE-44E1-B777-EFD771A3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29" y="724250"/>
            <a:ext cx="151354" cy="135809"/>
          </a:xfrm>
          <a:custGeom xmlns:a="http://schemas.openxmlformats.org/drawingml/2006/main">
            <a:pathLst>
              <a:path w="151354" h="135809">
                <a:moveTo>
                  <a:pt x="101993" y="40770"/>
                </a:moveTo>
                <a:lnTo>
                  <a:pt x="108402" y="2591"/>
                </a:lnTo>
                <a:cubicBezTo>
                  <a:pt x="122401" y="7500"/>
                  <a:pt x="133060" y="15249"/>
                  <a:pt x="140377" y="25839"/>
                </a:cubicBezTo>
                <a:cubicBezTo>
                  <a:pt x="147695" y="36429"/>
                  <a:pt x="151354" y="49679"/>
                  <a:pt x="151354" y="65587"/>
                </a:cubicBezTo>
                <a:cubicBezTo>
                  <a:pt x="151354" y="90767"/>
                  <a:pt x="143127" y="109402"/>
                  <a:pt x="126674" y="121492"/>
                </a:cubicBezTo>
                <a:cubicBezTo>
                  <a:pt x="113493" y="131037"/>
                  <a:pt x="96857" y="135809"/>
                  <a:pt x="76768" y="135809"/>
                </a:cubicBezTo>
                <a:cubicBezTo>
                  <a:pt x="52769" y="135809"/>
                  <a:pt x="33975" y="129537"/>
                  <a:pt x="20385" y="116992"/>
                </a:cubicBezTo>
                <a:cubicBezTo>
                  <a:pt x="6795" y="104448"/>
                  <a:pt x="0" y="88585"/>
                  <a:pt x="0" y="69405"/>
                </a:cubicBezTo>
                <a:cubicBezTo>
                  <a:pt x="0" y="47861"/>
                  <a:pt x="7113" y="30862"/>
                  <a:pt x="21340" y="18408"/>
                </a:cubicBezTo>
                <a:cubicBezTo>
                  <a:pt x="35566" y="5954"/>
                  <a:pt x="57360" y="0"/>
                  <a:pt x="86722" y="545"/>
                </a:cubicBezTo>
                <a:lnTo>
                  <a:pt x="86722" y="96539"/>
                </a:lnTo>
                <a:cubicBezTo>
                  <a:pt x="98085" y="96266"/>
                  <a:pt x="106925" y="93176"/>
                  <a:pt x="113243" y="87267"/>
                </a:cubicBezTo>
                <a:cubicBezTo>
                  <a:pt x="119560" y="81358"/>
                  <a:pt x="122719" y="73995"/>
                  <a:pt x="122719" y="65178"/>
                </a:cubicBezTo>
                <a:cubicBezTo>
                  <a:pt x="122719" y="59178"/>
                  <a:pt x="121083" y="54133"/>
                  <a:pt x="117811" y="50042"/>
                </a:cubicBezTo>
                <a:cubicBezTo>
                  <a:pt x="114538" y="45952"/>
                  <a:pt x="109266" y="42861"/>
                  <a:pt x="101993" y="40770"/>
                </a:cubicBezTo>
                <a:moveTo>
                  <a:pt x="63269" y="38588"/>
                </a:moveTo>
                <a:cubicBezTo>
                  <a:pt x="52178" y="38861"/>
                  <a:pt x="43747" y="41725"/>
                  <a:pt x="37975" y="47179"/>
                </a:cubicBezTo>
                <a:cubicBezTo>
                  <a:pt x="32202" y="52633"/>
                  <a:pt x="29316" y="59269"/>
                  <a:pt x="29316" y="67087"/>
                </a:cubicBezTo>
                <a:cubicBezTo>
                  <a:pt x="29316" y="75450"/>
                  <a:pt x="32362" y="82358"/>
                  <a:pt x="38452" y="87812"/>
                </a:cubicBezTo>
                <a:cubicBezTo>
                  <a:pt x="44543" y="93267"/>
                  <a:pt x="52815" y="95948"/>
                  <a:pt x="63269" y="95857"/>
                </a:cubicBezTo>
                <a:lnTo>
                  <a:pt x="63269" y="38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G">
            <a:extLst xmlns:a="http://schemas.openxmlformats.org/drawingml/2006/main">
              <a:ext uri="{FF2B5EF4-FFF2-40B4-BE49-F238E27FC236}">
                <a16:creationId xmlns:a16="http://schemas.microsoft.com/office/drawing/2014/main" id="{C544F822-02AF-4AEB-B222-EDF57BF2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8" y="5805729"/>
            <a:ext cx="206714" cy="186942"/>
          </a:xfrm>
          <a:custGeom xmlns:a="http://schemas.openxmlformats.org/drawingml/2006/main">
            <a:pathLst>
              <a:path w="206714" h="186942">
                <a:moveTo>
                  <a:pt x="129810" y="86994"/>
                </a:moveTo>
                <a:lnTo>
                  <a:pt x="96130" y="86994"/>
                </a:lnTo>
                <a:lnTo>
                  <a:pt x="96130" y="0"/>
                </a:lnTo>
                <a:lnTo>
                  <a:pt x="175761" y="0"/>
                </a:lnTo>
                <a:cubicBezTo>
                  <a:pt x="183943" y="8454"/>
                  <a:pt x="191147" y="20703"/>
                  <a:pt x="197374" y="36748"/>
                </a:cubicBezTo>
                <a:cubicBezTo>
                  <a:pt x="203600" y="52792"/>
                  <a:pt x="206714" y="69041"/>
                  <a:pt x="206714" y="85494"/>
                </a:cubicBezTo>
                <a:cubicBezTo>
                  <a:pt x="206714" y="106402"/>
                  <a:pt x="202328" y="124628"/>
                  <a:pt x="193556" y="140173"/>
                </a:cubicBezTo>
                <a:cubicBezTo>
                  <a:pt x="184783" y="155717"/>
                  <a:pt x="172239" y="167398"/>
                  <a:pt x="155922" y="175216"/>
                </a:cubicBezTo>
                <a:cubicBezTo>
                  <a:pt x="139605" y="183034"/>
                  <a:pt x="121856" y="186942"/>
                  <a:pt x="102675" y="186942"/>
                </a:cubicBezTo>
                <a:cubicBezTo>
                  <a:pt x="81858" y="186942"/>
                  <a:pt x="63360" y="182579"/>
                  <a:pt x="47179" y="173852"/>
                </a:cubicBezTo>
                <a:cubicBezTo>
                  <a:pt x="30998" y="165126"/>
                  <a:pt x="18590" y="152354"/>
                  <a:pt x="9954" y="135537"/>
                </a:cubicBezTo>
                <a:cubicBezTo>
                  <a:pt x="3318" y="122719"/>
                  <a:pt x="0" y="106766"/>
                  <a:pt x="0" y="87676"/>
                </a:cubicBezTo>
                <a:cubicBezTo>
                  <a:pt x="0" y="62860"/>
                  <a:pt x="5204" y="43474"/>
                  <a:pt x="15613" y="29521"/>
                </a:cubicBezTo>
                <a:cubicBezTo>
                  <a:pt x="26021" y="15567"/>
                  <a:pt x="40406" y="6590"/>
                  <a:pt x="58769" y="2591"/>
                </a:cubicBezTo>
                <a:lnTo>
                  <a:pt x="66268" y="42679"/>
                </a:lnTo>
                <a:cubicBezTo>
                  <a:pt x="56451" y="45497"/>
                  <a:pt x="48701" y="50792"/>
                  <a:pt x="43020" y="58564"/>
                </a:cubicBezTo>
                <a:cubicBezTo>
                  <a:pt x="37338" y="66337"/>
                  <a:pt x="34498" y="76041"/>
                  <a:pt x="34498" y="87676"/>
                </a:cubicBezTo>
                <a:cubicBezTo>
                  <a:pt x="34498" y="105311"/>
                  <a:pt x="40088" y="119333"/>
                  <a:pt x="51269" y="129742"/>
                </a:cubicBezTo>
                <a:cubicBezTo>
                  <a:pt x="62450" y="140150"/>
                  <a:pt x="79040" y="145354"/>
                  <a:pt x="101039" y="145354"/>
                </a:cubicBezTo>
                <a:cubicBezTo>
                  <a:pt x="124765" y="145354"/>
                  <a:pt x="142559" y="140082"/>
                  <a:pt x="154422" y="129537"/>
                </a:cubicBezTo>
                <a:cubicBezTo>
                  <a:pt x="166285" y="118992"/>
                  <a:pt x="172216" y="105175"/>
                  <a:pt x="172216" y="88085"/>
                </a:cubicBezTo>
                <a:cubicBezTo>
                  <a:pt x="172216" y="79631"/>
                  <a:pt x="170557" y="71154"/>
                  <a:pt x="167239" y="62655"/>
                </a:cubicBezTo>
                <a:cubicBezTo>
                  <a:pt x="163921" y="54156"/>
                  <a:pt x="159899" y="46861"/>
                  <a:pt x="155172" y="40770"/>
                </a:cubicBezTo>
                <a:lnTo>
                  <a:pt x="129810" y="40770"/>
                </a:lnTo>
                <a:lnTo>
                  <a:pt x="129810" y="869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o">
            <a:extLst xmlns:a="http://schemas.openxmlformats.org/drawingml/2006/main">
              <a:ext uri="{FF2B5EF4-FFF2-40B4-BE49-F238E27FC236}">
                <a16:creationId xmlns:a16="http://schemas.microsoft.com/office/drawing/2014/main" id="{9AB8C539-1C69-4171-9106-5D4097A0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02" y="5627729"/>
            <a:ext cx="151354" cy="149445"/>
          </a:xfrm>
          <a:custGeom xmlns:a="http://schemas.openxmlformats.org/drawingml/2006/main">
            <a:pathLst>
              <a:path w="151354" h="149445">
                <a:moveTo>
                  <a:pt x="73632" y="149445"/>
                </a:moveTo>
                <a:cubicBezTo>
                  <a:pt x="60905" y="149445"/>
                  <a:pt x="48588" y="146309"/>
                  <a:pt x="36679" y="140036"/>
                </a:cubicBezTo>
                <a:cubicBezTo>
                  <a:pt x="24771" y="133764"/>
                  <a:pt x="15681" y="124878"/>
                  <a:pt x="9408" y="113379"/>
                </a:cubicBezTo>
                <a:cubicBezTo>
                  <a:pt x="3136" y="101880"/>
                  <a:pt x="0" y="89040"/>
                  <a:pt x="0" y="74859"/>
                </a:cubicBezTo>
                <a:cubicBezTo>
                  <a:pt x="0" y="52951"/>
                  <a:pt x="7113" y="34998"/>
                  <a:pt x="21340" y="20999"/>
                </a:cubicBezTo>
                <a:cubicBezTo>
                  <a:pt x="35566" y="7000"/>
                  <a:pt x="53542" y="0"/>
                  <a:pt x="75268" y="0"/>
                </a:cubicBezTo>
                <a:cubicBezTo>
                  <a:pt x="97175" y="0"/>
                  <a:pt x="115333" y="7068"/>
                  <a:pt x="129742" y="21203"/>
                </a:cubicBezTo>
                <a:cubicBezTo>
                  <a:pt x="144150" y="35339"/>
                  <a:pt x="151354" y="53133"/>
                  <a:pt x="151354" y="74586"/>
                </a:cubicBezTo>
                <a:cubicBezTo>
                  <a:pt x="151354" y="87858"/>
                  <a:pt x="148354" y="100516"/>
                  <a:pt x="142354" y="112561"/>
                </a:cubicBezTo>
                <a:cubicBezTo>
                  <a:pt x="136355" y="124606"/>
                  <a:pt x="127560" y="133764"/>
                  <a:pt x="115970" y="140036"/>
                </a:cubicBezTo>
                <a:cubicBezTo>
                  <a:pt x="104380" y="146309"/>
                  <a:pt x="90267" y="149445"/>
                  <a:pt x="73632" y="149445"/>
                </a:cubicBezTo>
                <a:moveTo>
                  <a:pt x="75677" y="110175"/>
                </a:moveTo>
                <a:cubicBezTo>
                  <a:pt x="90040" y="110175"/>
                  <a:pt x="101039" y="106766"/>
                  <a:pt x="108675" y="99948"/>
                </a:cubicBezTo>
                <a:cubicBezTo>
                  <a:pt x="116311" y="93130"/>
                  <a:pt x="120129" y="84722"/>
                  <a:pt x="120129" y="74722"/>
                </a:cubicBezTo>
                <a:cubicBezTo>
                  <a:pt x="120129" y="64723"/>
                  <a:pt x="116311" y="56337"/>
                  <a:pt x="108675" y="49565"/>
                </a:cubicBezTo>
                <a:cubicBezTo>
                  <a:pt x="101039" y="42793"/>
                  <a:pt x="89949" y="39407"/>
                  <a:pt x="75404" y="39407"/>
                </a:cubicBezTo>
                <a:cubicBezTo>
                  <a:pt x="61223" y="39407"/>
                  <a:pt x="50315" y="42793"/>
                  <a:pt x="42679" y="49565"/>
                </a:cubicBezTo>
                <a:cubicBezTo>
                  <a:pt x="35043" y="56337"/>
                  <a:pt x="31225" y="64723"/>
                  <a:pt x="31225" y="74722"/>
                </a:cubicBezTo>
                <a:cubicBezTo>
                  <a:pt x="31225" y="84722"/>
                  <a:pt x="35043" y="93130"/>
                  <a:pt x="42679" y="99948"/>
                </a:cubicBezTo>
                <a:cubicBezTo>
                  <a:pt x="50315" y="106766"/>
                  <a:pt x="61314" y="110175"/>
                  <a:pt x="75677" y="1101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a">
            <a:extLst xmlns:a="http://schemas.openxmlformats.org/drawingml/2006/main">
              <a:ext uri="{FF2B5EF4-FFF2-40B4-BE49-F238E27FC236}">
                <a16:creationId xmlns:a16="http://schemas.microsoft.com/office/drawing/2014/main" id="{BC5DA82D-59C8-4CCF-82F7-6ACF16C4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02" y="5471971"/>
            <a:ext cx="151354" cy="135946"/>
          </a:xfrm>
          <a:custGeom xmlns:a="http://schemas.openxmlformats.org/drawingml/2006/main">
            <a:pathLst>
              <a:path w="151354" h="135946">
                <a:moveTo>
                  <a:pt x="47451" y="97221"/>
                </a:moveTo>
                <a:lnTo>
                  <a:pt x="41179" y="131991"/>
                </a:lnTo>
                <a:cubicBezTo>
                  <a:pt x="27180" y="128083"/>
                  <a:pt x="16817" y="121356"/>
                  <a:pt x="10090" y="111811"/>
                </a:cubicBezTo>
                <a:cubicBezTo>
                  <a:pt x="3363" y="102266"/>
                  <a:pt x="0" y="88085"/>
                  <a:pt x="0" y="69268"/>
                </a:cubicBezTo>
                <a:cubicBezTo>
                  <a:pt x="0" y="52178"/>
                  <a:pt x="2023" y="39452"/>
                  <a:pt x="6068" y="31089"/>
                </a:cubicBezTo>
                <a:cubicBezTo>
                  <a:pt x="10113" y="22726"/>
                  <a:pt x="15249" y="16840"/>
                  <a:pt x="21476" y="13431"/>
                </a:cubicBezTo>
                <a:cubicBezTo>
                  <a:pt x="27703" y="10022"/>
                  <a:pt x="39134" y="8318"/>
                  <a:pt x="55769" y="8318"/>
                </a:cubicBezTo>
                <a:lnTo>
                  <a:pt x="100493" y="8727"/>
                </a:lnTo>
                <a:cubicBezTo>
                  <a:pt x="113220" y="8727"/>
                  <a:pt x="122606" y="8113"/>
                  <a:pt x="128651" y="6886"/>
                </a:cubicBezTo>
                <a:cubicBezTo>
                  <a:pt x="134696" y="5659"/>
                  <a:pt x="141173" y="3363"/>
                  <a:pt x="148081" y="0"/>
                </a:cubicBezTo>
                <a:lnTo>
                  <a:pt x="148081" y="37907"/>
                </a:lnTo>
                <a:cubicBezTo>
                  <a:pt x="145536" y="38907"/>
                  <a:pt x="141763" y="40134"/>
                  <a:pt x="136764" y="41588"/>
                </a:cubicBezTo>
                <a:cubicBezTo>
                  <a:pt x="134491" y="42225"/>
                  <a:pt x="132991" y="42679"/>
                  <a:pt x="132264" y="42952"/>
                </a:cubicBezTo>
                <a:cubicBezTo>
                  <a:pt x="138627" y="49497"/>
                  <a:pt x="143400" y="56496"/>
                  <a:pt x="146581" y="63950"/>
                </a:cubicBezTo>
                <a:cubicBezTo>
                  <a:pt x="149763" y="71404"/>
                  <a:pt x="151354" y="79358"/>
                  <a:pt x="151354" y="87812"/>
                </a:cubicBezTo>
                <a:cubicBezTo>
                  <a:pt x="151354" y="102721"/>
                  <a:pt x="147309" y="114470"/>
                  <a:pt x="139218" y="123060"/>
                </a:cubicBezTo>
                <a:cubicBezTo>
                  <a:pt x="131128" y="131651"/>
                  <a:pt x="120901" y="135946"/>
                  <a:pt x="108538" y="135946"/>
                </a:cubicBezTo>
                <a:cubicBezTo>
                  <a:pt x="100357" y="135946"/>
                  <a:pt x="93062" y="133991"/>
                  <a:pt x="86653" y="130082"/>
                </a:cubicBezTo>
                <a:cubicBezTo>
                  <a:pt x="80245" y="126174"/>
                  <a:pt x="75336" y="120697"/>
                  <a:pt x="71927" y="113652"/>
                </a:cubicBezTo>
                <a:cubicBezTo>
                  <a:pt x="68518" y="106607"/>
                  <a:pt x="65541" y="96448"/>
                  <a:pt x="62996" y="83176"/>
                </a:cubicBezTo>
                <a:cubicBezTo>
                  <a:pt x="59632" y="65268"/>
                  <a:pt x="56496" y="52860"/>
                  <a:pt x="53587" y="45952"/>
                </a:cubicBezTo>
                <a:lnTo>
                  <a:pt x="49769" y="45952"/>
                </a:lnTo>
                <a:cubicBezTo>
                  <a:pt x="42406" y="45952"/>
                  <a:pt x="37157" y="47770"/>
                  <a:pt x="34021" y="51406"/>
                </a:cubicBezTo>
                <a:cubicBezTo>
                  <a:pt x="30884" y="55042"/>
                  <a:pt x="29316" y="61905"/>
                  <a:pt x="29316" y="71995"/>
                </a:cubicBezTo>
                <a:cubicBezTo>
                  <a:pt x="29316" y="78813"/>
                  <a:pt x="30657" y="84131"/>
                  <a:pt x="33339" y="87949"/>
                </a:cubicBezTo>
                <a:cubicBezTo>
                  <a:pt x="36020" y="91767"/>
                  <a:pt x="40725" y="94857"/>
                  <a:pt x="47451" y="97221"/>
                </a:cubicBezTo>
                <a:moveTo>
                  <a:pt x="78540" y="45952"/>
                </a:moveTo>
                <a:cubicBezTo>
                  <a:pt x="80177" y="50860"/>
                  <a:pt x="82131" y="58633"/>
                  <a:pt x="84404" y="69268"/>
                </a:cubicBezTo>
                <a:cubicBezTo>
                  <a:pt x="86676" y="79904"/>
                  <a:pt x="88903" y="86858"/>
                  <a:pt x="91085" y="90130"/>
                </a:cubicBezTo>
                <a:cubicBezTo>
                  <a:pt x="94630" y="95130"/>
                  <a:pt x="99130" y="97630"/>
                  <a:pt x="104584" y="97630"/>
                </a:cubicBezTo>
                <a:cubicBezTo>
                  <a:pt x="109947" y="97630"/>
                  <a:pt x="114583" y="95630"/>
                  <a:pt x="118492" y="91630"/>
                </a:cubicBezTo>
                <a:cubicBezTo>
                  <a:pt x="122401" y="87631"/>
                  <a:pt x="124356" y="82540"/>
                  <a:pt x="124356" y="76359"/>
                </a:cubicBezTo>
                <a:cubicBezTo>
                  <a:pt x="124356" y="69450"/>
                  <a:pt x="122083" y="62860"/>
                  <a:pt x="117538" y="56587"/>
                </a:cubicBezTo>
                <a:cubicBezTo>
                  <a:pt x="114083" y="51951"/>
                  <a:pt x="109856" y="48906"/>
                  <a:pt x="104857" y="47451"/>
                </a:cubicBezTo>
                <a:cubicBezTo>
                  <a:pt x="101584" y="46452"/>
                  <a:pt x="95357" y="45952"/>
                  <a:pt x="86176" y="45952"/>
                </a:cubicBezTo>
                <a:lnTo>
                  <a:pt x="78540" y="459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l">
            <a:extLst xmlns:a="http://schemas.openxmlformats.org/drawingml/2006/main">
              <a:ext uri="{FF2B5EF4-FFF2-40B4-BE49-F238E27FC236}">
                <a16:creationId xmlns:a16="http://schemas.microsoft.com/office/drawing/2014/main" id="{5A9CA3D8-5899-4ABA-8D70-4667F076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7" y="5403826"/>
            <a:ext cx="199896" cy="38316"/>
          </a:xfrm>
          <a:custGeom xmlns:a="http://schemas.openxmlformats.org/drawingml/2006/main">
            <a:pathLst>
              <a:path w="199896" h="38316">
                <a:moveTo>
                  <a:pt x="199896" y="38316"/>
                </a:moveTo>
                <a:lnTo>
                  <a:pt x="0" y="38316"/>
                </a:lnTo>
                <a:lnTo>
                  <a:pt x="0" y="0"/>
                </a:lnTo>
                <a:lnTo>
                  <a:pt x="199896" y="0"/>
                </a:lnTo>
                <a:lnTo>
                  <a:pt x="199896" y="383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I">
            <a:extLst xmlns:a="http://schemas.openxmlformats.org/drawingml/2006/main">
              <a:ext uri="{FF2B5EF4-FFF2-40B4-BE49-F238E27FC236}">
                <a16:creationId xmlns:a16="http://schemas.microsoft.com/office/drawing/2014/main" id="{FB74C7E0-6B24-456D-908E-BDC74D53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7" y="5247191"/>
            <a:ext cx="199896" cy="40361"/>
          </a:xfrm>
          <a:custGeom xmlns:a="http://schemas.openxmlformats.org/drawingml/2006/main">
            <a:pathLst>
              <a:path w="199896" h="40361">
                <a:moveTo>
                  <a:pt x="199896" y="40361"/>
                </a:moveTo>
                <a:lnTo>
                  <a:pt x="0" y="40361"/>
                </a:lnTo>
                <a:lnTo>
                  <a:pt x="0" y="0"/>
                </a:lnTo>
                <a:lnTo>
                  <a:pt x="199896" y="0"/>
                </a:lnTo>
                <a:lnTo>
                  <a:pt x="199896" y="403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n">
            <a:extLst xmlns:a="http://schemas.openxmlformats.org/drawingml/2006/main">
              <a:ext uri="{FF2B5EF4-FFF2-40B4-BE49-F238E27FC236}">
                <a16:creationId xmlns:a16="http://schemas.microsoft.com/office/drawing/2014/main" id="{2638FD64-A3E7-4D50-A129-26487160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02" y="5077106"/>
            <a:ext cx="148081" cy="131991"/>
          </a:xfrm>
          <a:custGeom xmlns:a="http://schemas.openxmlformats.org/drawingml/2006/main">
            <a:pathLst>
              <a:path w="148081" h="131991">
                <a:moveTo>
                  <a:pt x="148081" y="0"/>
                </a:moveTo>
                <a:lnTo>
                  <a:pt x="148081" y="38316"/>
                </a:lnTo>
                <a:lnTo>
                  <a:pt x="74177" y="38316"/>
                </a:lnTo>
                <a:cubicBezTo>
                  <a:pt x="58542" y="38316"/>
                  <a:pt x="48429" y="39134"/>
                  <a:pt x="43838" y="40770"/>
                </a:cubicBezTo>
                <a:cubicBezTo>
                  <a:pt x="39247" y="42406"/>
                  <a:pt x="35680" y="45065"/>
                  <a:pt x="33134" y="48747"/>
                </a:cubicBezTo>
                <a:cubicBezTo>
                  <a:pt x="30589" y="52428"/>
                  <a:pt x="29316" y="56860"/>
                  <a:pt x="29316" y="62041"/>
                </a:cubicBezTo>
                <a:cubicBezTo>
                  <a:pt x="29316" y="68677"/>
                  <a:pt x="31134" y="74632"/>
                  <a:pt x="34770" y="79904"/>
                </a:cubicBezTo>
                <a:cubicBezTo>
                  <a:pt x="38407" y="85176"/>
                  <a:pt x="43224" y="88790"/>
                  <a:pt x="49224" y="90744"/>
                </a:cubicBezTo>
                <a:cubicBezTo>
                  <a:pt x="55224" y="92699"/>
                  <a:pt x="66314" y="93676"/>
                  <a:pt x="82495" y="93676"/>
                </a:cubicBezTo>
                <a:lnTo>
                  <a:pt x="148081" y="93676"/>
                </a:lnTo>
                <a:lnTo>
                  <a:pt x="148081" y="131991"/>
                </a:lnTo>
                <a:lnTo>
                  <a:pt x="3273" y="131991"/>
                </a:lnTo>
                <a:lnTo>
                  <a:pt x="3273" y="96403"/>
                </a:lnTo>
                <a:lnTo>
                  <a:pt x="24544" y="96403"/>
                </a:lnTo>
                <a:cubicBezTo>
                  <a:pt x="8181" y="83767"/>
                  <a:pt x="0" y="67859"/>
                  <a:pt x="0" y="48679"/>
                </a:cubicBezTo>
                <a:cubicBezTo>
                  <a:pt x="0" y="40225"/>
                  <a:pt x="1523" y="32498"/>
                  <a:pt x="4568" y="25498"/>
                </a:cubicBezTo>
                <a:cubicBezTo>
                  <a:pt x="7613" y="18499"/>
                  <a:pt x="11499" y="13204"/>
                  <a:pt x="16226" y="9613"/>
                </a:cubicBezTo>
                <a:cubicBezTo>
                  <a:pt x="20953" y="6022"/>
                  <a:pt x="26316" y="3523"/>
                  <a:pt x="32316" y="2113"/>
                </a:cubicBezTo>
                <a:cubicBezTo>
                  <a:pt x="38316" y="704"/>
                  <a:pt x="46906" y="0"/>
                  <a:pt x="58087" y="0"/>
                </a:cubicBezTo>
                <a:lnTo>
                  <a:pt x="14808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f">
            <a:extLst xmlns:a="http://schemas.openxmlformats.org/drawingml/2006/main">
              <a:ext uri="{FF2B5EF4-FFF2-40B4-BE49-F238E27FC236}">
                <a16:creationId xmlns:a16="http://schemas.microsoft.com/office/drawing/2014/main" id="{ED92611C-B9FA-4C3D-B1E5-C79D0DA4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8" y="4957208"/>
            <a:ext cx="203305" cy="97903"/>
          </a:xfrm>
          <a:custGeom xmlns:a="http://schemas.openxmlformats.org/drawingml/2006/main">
            <a:pathLst>
              <a:path w="203305" h="97903">
                <a:moveTo>
                  <a:pt x="58496" y="97903"/>
                </a:moveTo>
                <a:lnTo>
                  <a:pt x="58496" y="76631"/>
                </a:lnTo>
                <a:lnTo>
                  <a:pt x="47588" y="76631"/>
                </a:lnTo>
                <a:cubicBezTo>
                  <a:pt x="35407" y="76631"/>
                  <a:pt x="26316" y="75336"/>
                  <a:pt x="20317" y="72745"/>
                </a:cubicBezTo>
                <a:cubicBezTo>
                  <a:pt x="14317" y="70155"/>
                  <a:pt x="9431" y="65382"/>
                  <a:pt x="5659" y="58428"/>
                </a:cubicBezTo>
                <a:cubicBezTo>
                  <a:pt x="1886" y="51474"/>
                  <a:pt x="0" y="42679"/>
                  <a:pt x="0" y="32043"/>
                </a:cubicBezTo>
                <a:cubicBezTo>
                  <a:pt x="0" y="21135"/>
                  <a:pt x="1636" y="10454"/>
                  <a:pt x="4909" y="0"/>
                </a:cubicBezTo>
                <a:lnTo>
                  <a:pt x="31634" y="5181"/>
                </a:lnTo>
                <a:cubicBezTo>
                  <a:pt x="30180" y="11272"/>
                  <a:pt x="29453" y="17135"/>
                  <a:pt x="29453" y="22771"/>
                </a:cubicBezTo>
                <a:cubicBezTo>
                  <a:pt x="29453" y="28316"/>
                  <a:pt x="30748" y="32293"/>
                  <a:pt x="33339" y="34702"/>
                </a:cubicBezTo>
                <a:cubicBezTo>
                  <a:pt x="35929" y="37111"/>
                  <a:pt x="40906" y="38316"/>
                  <a:pt x="48270" y="38316"/>
                </a:cubicBezTo>
                <a:lnTo>
                  <a:pt x="58496" y="38316"/>
                </a:lnTo>
                <a:lnTo>
                  <a:pt x="58496" y="9681"/>
                </a:lnTo>
                <a:lnTo>
                  <a:pt x="88631" y="9681"/>
                </a:lnTo>
                <a:lnTo>
                  <a:pt x="88631" y="38316"/>
                </a:lnTo>
                <a:lnTo>
                  <a:pt x="203305" y="38316"/>
                </a:lnTo>
                <a:lnTo>
                  <a:pt x="203305" y="76631"/>
                </a:lnTo>
                <a:lnTo>
                  <a:pt x="88631" y="76631"/>
                </a:lnTo>
                <a:lnTo>
                  <a:pt x="88631" y="97903"/>
                </a:lnTo>
                <a:lnTo>
                  <a:pt x="58496" y="979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e">
            <a:extLst xmlns:a="http://schemas.openxmlformats.org/drawingml/2006/main">
              <a:ext uri="{FF2B5EF4-FFF2-40B4-BE49-F238E27FC236}">
                <a16:creationId xmlns:a16="http://schemas.microsoft.com/office/drawing/2014/main" id="{F7728930-C1C3-4033-AD1D-25B3D017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02" y="4820022"/>
            <a:ext cx="151354" cy="135809"/>
          </a:xfrm>
          <a:custGeom xmlns:a="http://schemas.openxmlformats.org/drawingml/2006/main">
            <a:pathLst>
              <a:path w="151354" h="135809">
                <a:moveTo>
                  <a:pt x="101993" y="40770"/>
                </a:moveTo>
                <a:lnTo>
                  <a:pt x="108402" y="2591"/>
                </a:lnTo>
                <a:cubicBezTo>
                  <a:pt x="122401" y="7500"/>
                  <a:pt x="133060" y="15249"/>
                  <a:pt x="140377" y="25839"/>
                </a:cubicBezTo>
                <a:cubicBezTo>
                  <a:pt x="147695" y="36429"/>
                  <a:pt x="151354" y="49679"/>
                  <a:pt x="151354" y="65587"/>
                </a:cubicBezTo>
                <a:cubicBezTo>
                  <a:pt x="151354" y="90767"/>
                  <a:pt x="143127" y="109402"/>
                  <a:pt x="126674" y="121492"/>
                </a:cubicBezTo>
                <a:cubicBezTo>
                  <a:pt x="113493" y="131037"/>
                  <a:pt x="96857" y="135809"/>
                  <a:pt x="76768" y="135809"/>
                </a:cubicBezTo>
                <a:cubicBezTo>
                  <a:pt x="52769" y="135809"/>
                  <a:pt x="33975" y="129537"/>
                  <a:pt x="20385" y="116992"/>
                </a:cubicBezTo>
                <a:cubicBezTo>
                  <a:pt x="6795" y="104448"/>
                  <a:pt x="0" y="88585"/>
                  <a:pt x="0" y="69405"/>
                </a:cubicBezTo>
                <a:cubicBezTo>
                  <a:pt x="0" y="47861"/>
                  <a:pt x="7113" y="30862"/>
                  <a:pt x="21340" y="18408"/>
                </a:cubicBezTo>
                <a:cubicBezTo>
                  <a:pt x="35566" y="5954"/>
                  <a:pt x="57360" y="0"/>
                  <a:pt x="86722" y="545"/>
                </a:cubicBezTo>
                <a:lnTo>
                  <a:pt x="86722" y="96539"/>
                </a:lnTo>
                <a:cubicBezTo>
                  <a:pt x="98085" y="96266"/>
                  <a:pt x="106925" y="93176"/>
                  <a:pt x="113243" y="87267"/>
                </a:cubicBezTo>
                <a:cubicBezTo>
                  <a:pt x="119560" y="81358"/>
                  <a:pt x="122719" y="73995"/>
                  <a:pt x="122719" y="65178"/>
                </a:cubicBezTo>
                <a:cubicBezTo>
                  <a:pt x="122719" y="59178"/>
                  <a:pt x="121083" y="54133"/>
                  <a:pt x="117811" y="50042"/>
                </a:cubicBezTo>
                <a:cubicBezTo>
                  <a:pt x="114538" y="45952"/>
                  <a:pt x="109266" y="42861"/>
                  <a:pt x="101993" y="40770"/>
                </a:cubicBezTo>
                <a:moveTo>
                  <a:pt x="63269" y="38588"/>
                </a:moveTo>
                <a:cubicBezTo>
                  <a:pt x="52178" y="38861"/>
                  <a:pt x="43747" y="41725"/>
                  <a:pt x="37975" y="47179"/>
                </a:cubicBezTo>
                <a:cubicBezTo>
                  <a:pt x="32202" y="52633"/>
                  <a:pt x="29316" y="59269"/>
                  <a:pt x="29316" y="67087"/>
                </a:cubicBezTo>
                <a:cubicBezTo>
                  <a:pt x="29316" y="75450"/>
                  <a:pt x="32362" y="82358"/>
                  <a:pt x="38452" y="87812"/>
                </a:cubicBezTo>
                <a:cubicBezTo>
                  <a:pt x="44543" y="93267"/>
                  <a:pt x="52815" y="95948"/>
                  <a:pt x="63269" y="95857"/>
                </a:cubicBezTo>
                <a:lnTo>
                  <a:pt x="63269" y="38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r">
            <a:extLst xmlns:a="http://schemas.openxmlformats.org/drawingml/2006/main">
              <a:ext uri="{FF2B5EF4-FFF2-40B4-BE49-F238E27FC236}">
                <a16:creationId xmlns:a16="http://schemas.microsoft.com/office/drawing/2014/main" id="{AFA44615-27B5-4006-BCA4-C7288CCB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02" y="4696790"/>
            <a:ext cx="148081" cy="93812"/>
          </a:xfrm>
          <a:custGeom xmlns:a="http://schemas.openxmlformats.org/drawingml/2006/main">
            <a:pathLst>
              <a:path w="148081" h="93812">
                <a:moveTo>
                  <a:pt x="148081" y="55496"/>
                </a:moveTo>
                <a:lnTo>
                  <a:pt x="148081" y="93812"/>
                </a:lnTo>
                <a:lnTo>
                  <a:pt x="3273" y="93812"/>
                </a:lnTo>
                <a:lnTo>
                  <a:pt x="3273" y="58223"/>
                </a:lnTo>
                <a:lnTo>
                  <a:pt x="23862" y="58223"/>
                </a:lnTo>
                <a:cubicBezTo>
                  <a:pt x="14135" y="52133"/>
                  <a:pt x="7727" y="46656"/>
                  <a:pt x="4636" y="41793"/>
                </a:cubicBezTo>
                <a:cubicBezTo>
                  <a:pt x="1545" y="36929"/>
                  <a:pt x="0" y="31407"/>
                  <a:pt x="0" y="25226"/>
                </a:cubicBezTo>
                <a:cubicBezTo>
                  <a:pt x="0" y="16499"/>
                  <a:pt x="2409" y="8090"/>
                  <a:pt x="7227" y="0"/>
                </a:cubicBezTo>
                <a:lnTo>
                  <a:pt x="40634" y="11863"/>
                </a:lnTo>
                <a:cubicBezTo>
                  <a:pt x="36452" y="18317"/>
                  <a:pt x="34361" y="24317"/>
                  <a:pt x="34361" y="29862"/>
                </a:cubicBezTo>
                <a:cubicBezTo>
                  <a:pt x="34361" y="35225"/>
                  <a:pt x="35839" y="39770"/>
                  <a:pt x="38793" y="43497"/>
                </a:cubicBezTo>
                <a:cubicBezTo>
                  <a:pt x="41747" y="47224"/>
                  <a:pt x="47088" y="50156"/>
                  <a:pt x="54815" y="52292"/>
                </a:cubicBezTo>
                <a:cubicBezTo>
                  <a:pt x="62541" y="54428"/>
                  <a:pt x="78722" y="55496"/>
                  <a:pt x="103357" y="55496"/>
                </a:cubicBezTo>
                <a:lnTo>
                  <a:pt x="148081" y="554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e">
            <a:extLst xmlns:a="http://schemas.openxmlformats.org/drawingml/2006/main">
              <a:ext uri="{FF2B5EF4-FFF2-40B4-BE49-F238E27FC236}">
                <a16:creationId xmlns:a16="http://schemas.microsoft.com/office/drawing/2014/main" id="{D7F65165-C65A-4F21-8F16-6831ACE7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02" y="4555009"/>
            <a:ext cx="151354" cy="135809"/>
          </a:xfrm>
          <a:custGeom xmlns:a="http://schemas.openxmlformats.org/drawingml/2006/main">
            <a:pathLst>
              <a:path w="151354" h="135809">
                <a:moveTo>
                  <a:pt x="101993" y="40770"/>
                </a:moveTo>
                <a:lnTo>
                  <a:pt x="108402" y="2591"/>
                </a:lnTo>
                <a:cubicBezTo>
                  <a:pt x="122401" y="7500"/>
                  <a:pt x="133060" y="15249"/>
                  <a:pt x="140377" y="25839"/>
                </a:cubicBezTo>
                <a:cubicBezTo>
                  <a:pt x="147695" y="36429"/>
                  <a:pt x="151354" y="49679"/>
                  <a:pt x="151354" y="65587"/>
                </a:cubicBezTo>
                <a:cubicBezTo>
                  <a:pt x="151354" y="90767"/>
                  <a:pt x="143127" y="109402"/>
                  <a:pt x="126674" y="121492"/>
                </a:cubicBezTo>
                <a:cubicBezTo>
                  <a:pt x="113493" y="131037"/>
                  <a:pt x="96857" y="135809"/>
                  <a:pt x="76768" y="135809"/>
                </a:cubicBezTo>
                <a:cubicBezTo>
                  <a:pt x="52769" y="135809"/>
                  <a:pt x="33975" y="129537"/>
                  <a:pt x="20385" y="116992"/>
                </a:cubicBezTo>
                <a:cubicBezTo>
                  <a:pt x="6795" y="104448"/>
                  <a:pt x="0" y="88585"/>
                  <a:pt x="0" y="69405"/>
                </a:cubicBezTo>
                <a:cubicBezTo>
                  <a:pt x="0" y="47861"/>
                  <a:pt x="7113" y="30862"/>
                  <a:pt x="21340" y="18408"/>
                </a:cubicBezTo>
                <a:cubicBezTo>
                  <a:pt x="35566" y="5954"/>
                  <a:pt x="57360" y="0"/>
                  <a:pt x="86722" y="545"/>
                </a:cubicBezTo>
                <a:lnTo>
                  <a:pt x="86722" y="96539"/>
                </a:lnTo>
                <a:cubicBezTo>
                  <a:pt x="98085" y="96266"/>
                  <a:pt x="106925" y="93176"/>
                  <a:pt x="113243" y="87267"/>
                </a:cubicBezTo>
                <a:cubicBezTo>
                  <a:pt x="119560" y="81358"/>
                  <a:pt x="122719" y="73995"/>
                  <a:pt x="122719" y="65178"/>
                </a:cubicBezTo>
                <a:cubicBezTo>
                  <a:pt x="122719" y="59178"/>
                  <a:pt x="121083" y="54133"/>
                  <a:pt x="117811" y="50042"/>
                </a:cubicBezTo>
                <a:cubicBezTo>
                  <a:pt x="114538" y="45952"/>
                  <a:pt x="109266" y="42861"/>
                  <a:pt x="101993" y="40770"/>
                </a:cubicBezTo>
                <a:moveTo>
                  <a:pt x="63269" y="38588"/>
                </a:moveTo>
                <a:cubicBezTo>
                  <a:pt x="52178" y="38861"/>
                  <a:pt x="43747" y="41725"/>
                  <a:pt x="37975" y="47179"/>
                </a:cubicBezTo>
                <a:cubicBezTo>
                  <a:pt x="32202" y="52633"/>
                  <a:pt x="29316" y="59269"/>
                  <a:pt x="29316" y="67087"/>
                </a:cubicBezTo>
                <a:cubicBezTo>
                  <a:pt x="29316" y="75450"/>
                  <a:pt x="32362" y="82358"/>
                  <a:pt x="38452" y="87812"/>
                </a:cubicBezTo>
                <a:cubicBezTo>
                  <a:pt x="44543" y="93267"/>
                  <a:pt x="52815" y="95948"/>
                  <a:pt x="63269" y="95857"/>
                </a:cubicBezTo>
                <a:lnTo>
                  <a:pt x="63269" y="38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n">
            <a:extLst xmlns:a="http://schemas.openxmlformats.org/drawingml/2006/main">
              <a:ext uri="{FF2B5EF4-FFF2-40B4-BE49-F238E27FC236}">
                <a16:creationId xmlns:a16="http://schemas.microsoft.com/office/drawing/2014/main" id="{4571A7BB-3CBF-4342-83DF-E2D35470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02" y="4392234"/>
            <a:ext cx="148081" cy="131991"/>
          </a:xfrm>
          <a:custGeom xmlns:a="http://schemas.openxmlformats.org/drawingml/2006/main">
            <a:pathLst>
              <a:path w="148081" h="131991">
                <a:moveTo>
                  <a:pt x="148081" y="0"/>
                </a:moveTo>
                <a:lnTo>
                  <a:pt x="148081" y="38316"/>
                </a:lnTo>
                <a:lnTo>
                  <a:pt x="74177" y="38316"/>
                </a:lnTo>
                <a:cubicBezTo>
                  <a:pt x="58542" y="38316"/>
                  <a:pt x="48429" y="39134"/>
                  <a:pt x="43838" y="40770"/>
                </a:cubicBezTo>
                <a:cubicBezTo>
                  <a:pt x="39247" y="42406"/>
                  <a:pt x="35680" y="45065"/>
                  <a:pt x="33134" y="48747"/>
                </a:cubicBezTo>
                <a:cubicBezTo>
                  <a:pt x="30589" y="52428"/>
                  <a:pt x="29316" y="56860"/>
                  <a:pt x="29316" y="62041"/>
                </a:cubicBezTo>
                <a:cubicBezTo>
                  <a:pt x="29316" y="68677"/>
                  <a:pt x="31134" y="74632"/>
                  <a:pt x="34770" y="79904"/>
                </a:cubicBezTo>
                <a:cubicBezTo>
                  <a:pt x="38407" y="85176"/>
                  <a:pt x="43224" y="88790"/>
                  <a:pt x="49224" y="90744"/>
                </a:cubicBezTo>
                <a:cubicBezTo>
                  <a:pt x="55224" y="92699"/>
                  <a:pt x="66314" y="93676"/>
                  <a:pt x="82495" y="93676"/>
                </a:cubicBezTo>
                <a:lnTo>
                  <a:pt x="148081" y="93676"/>
                </a:lnTo>
                <a:lnTo>
                  <a:pt x="148081" y="131991"/>
                </a:lnTo>
                <a:lnTo>
                  <a:pt x="3273" y="131991"/>
                </a:lnTo>
                <a:lnTo>
                  <a:pt x="3273" y="96403"/>
                </a:lnTo>
                <a:lnTo>
                  <a:pt x="24544" y="96403"/>
                </a:lnTo>
                <a:cubicBezTo>
                  <a:pt x="8181" y="83767"/>
                  <a:pt x="0" y="67859"/>
                  <a:pt x="0" y="48679"/>
                </a:cubicBezTo>
                <a:cubicBezTo>
                  <a:pt x="0" y="40225"/>
                  <a:pt x="1523" y="32498"/>
                  <a:pt x="4568" y="25498"/>
                </a:cubicBezTo>
                <a:cubicBezTo>
                  <a:pt x="7613" y="18499"/>
                  <a:pt x="11499" y="13204"/>
                  <a:pt x="16226" y="9613"/>
                </a:cubicBezTo>
                <a:cubicBezTo>
                  <a:pt x="20953" y="6022"/>
                  <a:pt x="26316" y="3523"/>
                  <a:pt x="32316" y="2113"/>
                </a:cubicBezTo>
                <a:cubicBezTo>
                  <a:pt x="38316" y="704"/>
                  <a:pt x="46906" y="0"/>
                  <a:pt x="58087" y="0"/>
                </a:cubicBezTo>
                <a:lnTo>
                  <a:pt x="14808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c">
            <a:extLst xmlns:a="http://schemas.openxmlformats.org/drawingml/2006/main">
              <a:ext uri="{FF2B5EF4-FFF2-40B4-BE49-F238E27FC236}">
                <a16:creationId xmlns:a16="http://schemas.microsoft.com/office/drawing/2014/main" id="{CEF16FBD-5B6E-43E3-9916-0E0AB4F5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02" y="4225294"/>
            <a:ext cx="151354" cy="136627"/>
          </a:xfrm>
          <a:custGeom xmlns:a="http://schemas.openxmlformats.org/drawingml/2006/main">
            <a:pathLst>
              <a:path w="151354" h="136627">
                <a:moveTo>
                  <a:pt x="46088" y="1909"/>
                </a:moveTo>
                <a:lnTo>
                  <a:pt x="52906" y="39679"/>
                </a:lnTo>
                <a:cubicBezTo>
                  <a:pt x="45361" y="40952"/>
                  <a:pt x="39679" y="43838"/>
                  <a:pt x="35861" y="48338"/>
                </a:cubicBezTo>
                <a:cubicBezTo>
                  <a:pt x="32043" y="52837"/>
                  <a:pt x="30134" y="58678"/>
                  <a:pt x="30134" y="65859"/>
                </a:cubicBezTo>
                <a:cubicBezTo>
                  <a:pt x="30134" y="75404"/>
                  <a:pt x="33430" y="83017"/>
                  <a:pt x="40020" y="88699"/>
                </a:cubicBezTo>
                <a:cubicBezTo>
                  <a:pt x="46611" y="94380"/>
                  <a:pt x="57633" y="97221"/>
                  <a:pt x="73086" y="97221"/>
                </a:cubicBezTo>
                <a:cubicBezTo>
                  <a:pt x="90267" y="97221"/>
                  <a:pt x="102402" y="94335"/>
                  <a:pt x="109493" y="88562"/>
                </a:cubicBezTo>
                <a:cubicBezTo>
                  <a:pt x="116583" y="82790"/>
                  <a:pt x="120129" y="75041"/>
                  <a:pt x="120129" y="65314"/>
                </a:cubicBezTo>
                <a:cubicBezTo>
                  <a:pt x="120129" y="58042"/>
                  <a:pt x="118060" y="52088"/>
                  <a:pt x="113924" y="47451"/>
                </a:cubicBezTo>
                <a:cubicBezTo>
                  <a:pt x="109788" y="42815"/>
                  <a:pt x="102675" y="39543"/>
                  <a:pt x="92585" y="37634"/>
                </a:cubicBezTo>
                <a:lnTo>
                  <a:pt x="98994" y="0"/>
                </a:lnTo>
                <a:cubicBezTo>
                  <a:pt x="116265" y="3909"/>
                  <a:pt x="129310" y="11408"/>
                  <a:pt x="138127" y="22499"/>
                </a:cubicBezTo>
                <a:cubicBezTo>
                  <a:pt x="146945" y="33589"/>
                  <a:pt x="151354" y="48451"/>
                  <a:pt x="151354" y="67087"/>
                </a:cubicBezTo>
                <a:cubicBezTo>
                  <a:pt x="151354" y="88267"/>
                  <a:pt x="144672" y="105152"/>
                  <a:pt x="131310" y="117742"/>
                </a:cubicBezTo>
                <a:cubicBezTo>
                  <a:pt x="117947" y="130332"/>
                  <a:pt x="99448" y="136627"/>
                  <a:pt x="75813" y="136627"/>
                </a:cubicBezTo>
                <a:cubicBezTo>
                  <a:pt x="51906" y="136627"/>
                  <a:pt x="33293" y="130310"/>
                  <a:pt x="19976" y="117674"/>
                </a:cubicBezTo>
                <a:cubicBezTo>
                  <a:pt x="6659" y="105039"/>
                  <a:pt x="0" y="87949"/>
                  <a:pt x="0" y="66405"/>
                </a:cubicBezTo>
                <a:cubicBezTo>
                  <a:pt x="0" y="48770"/>
                  <a:pt x="3795" y="34748"/>
                  <a:pt x="11386" y="24339"/>
                </a:cubicBezTo>
                <a:cubicBezTo>
                  <a:pt x="18976" y="13931"/>
                  <a:pt x="30543" y="6454"/>
                  <a:pt x="46088" y="19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e">
            <a:extLst xmlns:a="http://schemas.openxmlformats.org/drawingml/2006/main">
              <a:ext uri="{FF2B5EF4-FFF2-40B4-BE49-F238E27FC236}">
                <a16:creationId xmlns:a16="http://schemas.microsoft.com/office/drawing/2014/main" id="{C3ED7BA3-05CD-458B-B836-F3CB4BBE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02" y="4073156"/>
            <a:ext cx="151354" cy="135809"/>
          </a:xfrm>
          <a:custGeom xmlns:a="http://schemas.openxmlformats.org/drawingml/2006/main">
            <a:pathLst>
              <a:path w="151354" h="135809">
                <a:moveTo>
                  <a:pt x="101993" y="40770"/>
                </a:moveTo>
                <a:lnTo>
                  <a:pt x="108402" y="2591"/>
                </a:lnTo>
                <a:cubicBezTo>
                  <a:pt x="122401" y="7500"/>
                  <a:pt x="133060" y="15249"/>
                  <a:pt x="140377" y="25839"/>
                </a:cubicBezTo>
                <a:cubicBezTo>
                  <a:pt x="147695" y="36429"/>
                  <a:pt x="151354" y="49679"/>
                  <a:pt x="151354" y="65587"/>
                </a:cubicBezTo>
                <a:cubicBezTo>
                  <a:pt x="151354" y="90767"/>
                  <a:pt x="143127" y="109402"/>
                  <a:pt x="126674" y="121492"/>
                </a:cubicBezTo>
                <a:cubicBezTo>
                  <a:pt x="113493" y="131037"/>
                  <a:pt x="96857" y="135809"/>
                  <a:pt x="76768" y="135809"/>
                </a:cubicBezTo>
                <a:cubicBezTo>
                  <a:pt x="52769" y="135809"/>
                  <a:pt x="33975" y="129537"/>
                  <a:pt x="20385" y="116992"/>
                </a:cubicBezTo>
                <a:cubicBezTo>
                  <a:pt x="6795" y="104448"/>
                  <a:pt x="0" y="88585"/>
                  <a:pt x="0" y="69405"/>
                </a:cubicBezTo>
                <a:cubicBezTo>
                  <a:pt x="0" y="47861"/>
                  <a:pt x="7113" y="30862"/>
                  <a:pt x="21340" y="18408"/>
                </a:cubicBezTo>
                <a:cubicBezTo>
                  <a:pt x="35566" y="5954"/>
                  <a:pt x="57360" y="0"/>
                  <a:pt x="86722" y="545"/>
                </a:cubicBezTo>
                <a:lnTo>
                  <a:pt x="86722" y="96539"/>
                </a:lnTo>
                <a:cubicBezTo>
                  <a:pt x="98085" y="96266"/>
                  <a:pt x="106925" y="93176"/>
                  <a:pt x="113243" y="87267"/>
                </a:cubicBezTo>
                <a:cubicBezTo>
                  <a:pt x="119560" y="81358"/>
                  <a:pt x="122719" y="73995"/>
                  <a:pt x="122719" y="65178"/>
                </a:cubicBezTo>
                <a:cubicBezTo>
                  <a:pt x="122719" y="59178"/>
                  <a:pt x="121083" y="54133"/>
                  <a:pt x="117811" y="50042"/>
                </a:cubicBezTo>
                <a:cubicBezTo>
                  <a:pt x="114538" y="45952"/>
                  <a:pt x="109266" y="42861"/>
                  <a:pt x="101993" y="40770"/>
                </a:cubicBezTo>
                <a:moveTo>
                  <a:pt x="63269" y="38588"/>
                </a:moveTo>
                <a:cubicBezTo>
                  <a:pt x="52178" y="38861"/>
                  <a:pt x="43747" y="41725"/>
                  <a:pt x="37975" y="47179"/>
                </a:cubicBezTo>
                <a:cubicBezTo>
                  <a:pt x="32202" y="52633"/>
                  <a:pt x="29316" y="59269"/>
                  <a:pt x="29316" y="67087"/>
                </a:cubicBezTo>
                <a:cubicBezTo>
                  <a:pt x="29316" y="75450"/>
                  <a:pt x="32362" y="82358"/>
                  <a:pt x="38452" y="87812"/>
                </a:cubicBezTo>
                <a:cubicBezTo>
                  <a:pt x="44543" y="93267"/>
                  <a:pt x="52815" y="95948"/>
                  <a:pt x="63269" y="95857"/>
                </a:cubicBezTo>
                <a:lnTo>
                  <a:pt x="63269" y="38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T">
            <a:extLst xmlns:a="http://schemas.openxmlformats.org/drawingml/2006/main">
              <a:ext uri="{FF2B5EF4-FFF2-40B4-BE49-F238E27FC236}">
                <a16:creationId xmlns:a16="http://schemas.microsoft.com/office/drawing/2014/main" id="{DAC2BC58-683C-476B-84B7-7F4D1F10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281" y="3391541"/>
            <a:ext cx="99826" cy="125618"/>
          </a:xfrm>
          <a:custGeom xmlns:a="http://schemas.openxmlformats.org/drawingml/2006/main">
            <a:pathLst>
              <a:path w="99826" h="125618">
                <a:moveTo>
                  <a:pt x="37274" y="125618"/>
                </a:moveTo>
                <a:lnTo>
                  <a:pt x="37274" y="21250"/>
                </a:lnTo>
                <a:lnTo>
                  <a:pt x="0" y="21250"/>
                </a:lnTo>
                <a:lnTo>
                  <a:pt x="0" y="0"/>
                </a:lnTo>
                <a:lnTo>
                  <a:pt x="99826" y="0"/>
                </a:lnTo>
                <a:lnTo>
                  <a:pt x="99826" y="21250"/>
                </a:lnTo>
                <a:lnTo>
                  <a:pt x="62637" y="21250"/>
                </a:lnTo>
                <a:lnTo>
                  <a:pt x="62637" y="125618"/>
                </a:lnTo>
                <a:lnTo>
                  <a:pt x="37274" y="125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ype2.2:Goalgivenfalsebelief">
            <a:extLst xmlns:a="http://schemas.openxmlformats.org/drawingml/2006/main">
              <a:ext uri="{FF2B5EF4-FFF2-40B4-BE49-F238E27FC236}">
                <a16:creationId xmlns:a16="http://schemas.microsoft.com/office/drawing/2014/main" id="{59030C0D-7001-498A-B99C-00D76F15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403" y="3389399"/>
            <a:ext cx="2552009" cy="164691"/>
          </a:xfrm>
          <a:custGeom xmlns:a="http://schemas.openxmlformats.org/drawingml/2006/main">
            <a:pathLst>
              <a:path w="2552009" h="164691">
                <a:moveTo>
                  <a:pt x="0" y="36760"/>
                </a:moveTo>
                <a:lnTo>
                  <a:pt x="25621" y="36760"/>
                </a:lnTo>
                <a:lnTo>
                  <a:pt x="47385" y="101368"/>
                </a:lnTo>
                <a:lnTo>
                  <a:pt x="68636" y="36760"/>
                </a:lnTo>
                <a:lnTo>
                  <a:pt x="93571" y="36760"/>
                </a:lnTo>
                <a:lnTo>
                  <a:pt x="61438" y="124332"/>
                </a:lnTo>
                <a:lnTo>
                  <a:pt x="55697" y="140185"/>
                </a:lnTo>
                <a:cubicBezTo>
                  <a:pt x="53583" y="145497"/>
                  <a:pt x="51570" y="149553"/>
                  <a:pt x="49656" y="152352"/>
                </a:cubicBezTo>
                <a:cubicBezTo>
                  <a:pt x="47742" y="155151"/>
                  <a:pt x="45543" y="157422"/>
                  <a:pt x="43058" y="159164"/>
                </a:cubicBezTo>
                <a:cubicBezTo>
                  <a:pt x="40573" y="160907"/>
                  <a:pt x="37517" y="162263"/>
                  <a:pt x="33889" y="163235"/>
                </a:cubicBezTo>
                <a:cubicBezTo>
                  <a:pt x="30262" y="164206"/>
                  <a:pt x="26163" y="164691"/>
                  <a:pt x="21593" y="164691"/>
                </a:cubicBezTo>
                <a:cubicBezTo>
                  <a:pt x="16966" y="164691"/>
                  <a:pt x="12425" y="164206"/>
                  <a:pt x="7969" y="163235"/>
                </a:cubicBezTo>
                <a:lnTo>
                  <a:pt x="5827" y="144383"/>
                </a:lnTo>
                <a:cubicBezTo>
                  <a:pt x="9597" y="145126"/>
                  <a:pt x="12996" y="145497"/>
                  <a:pt x="16024" y="145497"/>
                </a:cubicBezTo>
                <a:cubicBezTo>
                  <a:pt x="21622" y="145497"/>
                  <a:pt x="25763" y="143855"/>
                  <a:pt x="28448" y="140570"/>
                </a:cubicBezTo>
                <a:cubicBezTo>
                  <a:pt x="31133" y="137286"/>
                  <a:pt x="33190" y="133101"/>
                  <a:pt x="34618" y="128017"/>
                </a:cubicBezTo>
                <a:lnTo>
                  <a:pt x="0" y="36760"/>
                </a:lnTo>
                <a:close/>
                <a:moveTo>
                  <a:pt x="107738" y="36760"/>
                </a:moveTo>
                <a:lnTo>
                  <a:pt x="130188" y="36760"/>
                </a:lnTo>
                <a:lnTo>
                  <a:pt x="130188" y="50127"/>
                </a:lnTo>
                <a:cubicBezTo>
                  <a:pt x="133102" y="45557"/>
                  <a:pt x="137043" y="41844"/>
                  <a:pt x="142013" y="38988"/>
                </a:cubicBezTo>
                <a:cubicBezTo>
                  <a:pt x="146983" y="36132"/>
                  <a:pt x="152496" y="34703"/>
                  <a:pt x="158551" y="34703"/>
                </a:cubicBezTo>
                <a:cubicBezTo>
                  <a:pt x="169119" y="34703"/>
                  <a:pt x="178087" y="38845"/>
                  <a:pt x="185457" y="47128"/>
                </a:cubicBezTo>
                <a:cubicBezTo>
                  <a:pt x="192826" y="55411"/>
                  <a:pt x="196510" y="66950"/>
                  <a:pt x="196510" y="81746"/>
                </a:cubicBezTo>
                <a:cubicBezTo>
                  <a:pt x="196510" y="96941"/>
                  <a:pt x="192797" y="108752"/>
                  <a:pt x="185371" y="117178"/>
                </a:cubicBezTo>
                <a:cubicBezTo>
                  <a:pt x="177945" y="125603"/>
                  <a:pt x="168947" y="129816"/>
                  <a:pt x="158379" y="129816"/>
                </a:cubicBezTo>
                <a:cubicBezTo>
                  <a:pt x="153352" y="129816"/>
                  <a:pt x="148797" y="128817"/>
                  <a:pt x="144712" y="126817"/>
                </a:cubicBezTo>
                <a:cubicBezTo>
                  <a:pt x="140628" y="124818"/>
                  <a:pt x="136329" y="121391"/>
                  <a:pt x="131816" y="116535"/>
                </a:cubicBezTo>
                <a:lnTo>
                  <a:pt x="131816" y="162378"/>
                </a:lnTo>
                <a:lnTo>
                  <a:pt x="107738" y="162378"/>
                </a:lnTo>
                <a:lnTo>
                  <a:pt x="107738" y="36760"/>
                </a:lnTo>
                <a:moveTo>
                  <a:pt x="131559" y="80718"/>
                </a:moveTo>
                <a:cubicBezTo>
                  <a:pt x="131559" y="90943"/>
                  <a:pt x="133587" y="98498"/>
                  <a:pt x="137643" y="103382"/>
                </a:cubicBezTo>
                <a:cubicBezTo>
                  <a:pt x="141699" y="108266"/>
                  <a:pt x="146640" y="110708"/>
                  <a:pt x="152467" y="110708"/>
                </a:cubicBezTo>
                <a:cubicBezTo>
                  <a:pt x="158065" y="110708"/>
                  <a:pt x="162721" y="108466"/>
                  <a:pt x="166434" y="103982"/>
                </a:cubicBezTo>
                <a:cubicBezTo>
                  <a:pt x="170147" y="99497"/>
                  <a:pt x="172004" y="92143"/>
                  <a:pt x="172004" y="81917"/>
                </a:cubicBezTo>
                <a:cubicBezTo>
                  <a:pt x="172004" y="72377"/>
                  <a:pt x="170090" y="65294"/>
                  <a:pt x="166263" y="60667"/>
                </a:cubicBezTo>
                <a:cubicBezTo>
                  <a:pt x="162435" y="56040"/>
                  <a:pt x="157694" y="53726"/>
                  <a:pt x="152039" y="53726"/>
                </a:cubicBezTo>
                <a:cubicBezTo>
                  <a:pt x="146155" y="53726"/>
                  <a:pt x="141270" y="55997"/>
                  <a:pt x="137386" y="60538"/>
                </a:cubicBezTo>
                <a:cubicBezTo>
                  <a:pt x="133501" y="65080"/>
                  <a:pt x="131559" y="71806"/>
                  <a:pt x="131559" y="80718"/>
                </a:cubicBezTo>
                <a:close/>
                <a:moveTo>
                  <a:pt x="267800" y="98798"/>
                </a:moveTo>
                <a:lnTo>
                  <a:pt x="291793" y="102825"/>
                </a:lnTo>
                <a:cubicBezTo>
                  <a:pt x="288708" y="111622"/>
                  <a:pt x="283838" y="118320"/>
                  <a:pt x="277183" y="122919"/>
                </a:cubicBezTo>
                <a:cubicBezTo>
                  <a:pt x="270528" y="127517"/>
                  <a:pt x="262202" y="129816"/>
                  <a:pt x="252205" y="129816"/>
                </a:cubicBezTo>
                <a:cubicBezTo>
                  <a:pt x="236382" y="129816"/>
                  <a:pt x="224671" y="124647"/>
                  <a:pt x="217074" y="114307"/>
                </a:cubicBezTo>
                <a:cubicBezTo>
                  <a:pt x="211075" y="106024"/>
                  <a:pt x="208076" y="95570"/>
                  <a:pt x="208076" y="82945"/>
                </a:cubicBezTo>
                <a:cubicBezTo>
                  <a:pt x="208076" y="67864"/>
                  <a:pt x="212018" y="56054"/>
                  <a:pt x="219901" y="47514"/>
                </a:cubicBezTo>
                <a:cubicBezTo>
                  <a:pt x="227784" y="38973"/>
                  <a:pt x="237753" y="34703"/>
                  <a:pt x="249806" y="34703"/>
                </a:cubicBezTo>
                <a:cubicBezTo>
                  <a:pt x="263345" y="34703"/>
                  <a:pt x="274027" y="39173"/>
                  <a:pt x="281853" y="48113"/>
                </a:cubicBezTo>
                <a:cubicBezTo>
                  <a:pt x="289679" y="57054"/>
                  <a:pt x="293421" y="70749"/>
                  <a:pt x="293078" y="89201"/>
                </a:cubicBezTo>
                <a:lnTo>
                  <a:pt x="232754" y="89201"/>
                </a:lnTo>
                <a:cubicBezTo>
                  <a:pt x="232926" y="96341"/>
                  <a:pt x="234868" y="101897"/>
                  <a:pt x="238581" y="105867"/>
                </a:cubicBezTo>
                <a:cubicBezTo>
                  <a:pt x="242294" y="109837"/>
                  <a:pt x="246921" y="111822"/>
                  <a:pt x="252462" y="111822"/>
                </a:cubicBezTo>
                <a:cubicBezTo>
                  <a:pt x="256233" y="111822"/>
                  <a:pt x="259403" y="110794"/>
                  <a:pt x="261974" y="108737"/>
                </a:cubicBezTo>
                <a:cubicBezTo>
                  <a:pt x="264544" y="106681"/>
                  <a:pt x="266487" y="103368"/>
                  <a:pt x="267800" y="98798"/>
                </a:cubicBezTo>
                <a:moveTo>
                  <a:pt x="269171" y="74462"/>
                </a:moveTo>
                <a:cubicBezTo>
                  <a:pt x="269000" y="67493"/>
                  <a:pt x="267201" y="62195"/>
                  <a:pt x="263773" y="58567"/>
                </a:cubicBezTo>
                <a:cubicBezTo>
                  <a:pt x="260346" y="54940"/>
                  <a:pt x="256176" y="53126"/>
                  <a:pt x="251263" y="53126"/>
                </a:cubicBezTo>
                <a:cubicBezTo>
                  <a:pt x="246007" y="53126"/>
                  <a:pt x="241666" y="55040"/>
                  <a:pt x="238238" y="58867"/>
                </a:cubicBezTo>
                <a:cubicBezTo>
                  <a:pt x="234811" y="62695"/>
                  <a:pt x="233126" y="67893"/>
                  <a:pt x="233183" y="74462"/>
                </a:cubicBezTo>
                <a:lnTo>
                  <a:pt x="269171" y="74462"/>
                </a:lnTo>
                <a:close/>
                <a:moveTo>
                  <a:pt x="437249" y="105396"/>
                </a:moveTo>
                <a:lnTo>
                  <a:pt x="437249" y="127760"/>
                </a:lnTo>
                <a:lnTo>
                  <a:pt x="352847" y="127760"/>
                </a:lnTo>
                <a:cubicBezTo>
                  <a:pt x="353761" y="119305"/>
                  <a:pt x="356503" y="111294"/>
                  <a:pt x="361073" y="103725"/>
                </a:cubicBezTo>
                <a:cubicBezTo>
                  <a:pt x="365643" y="96156"/>
                  <a:pt x="374669" y="86116"/>
                  <a:pt x="388150" y="73605"/>
                </a:cubicBezTo>
                <a:cubicBezTo>
                  <a:pt x="399004" y="63494"/>
                  <a:pt x="405659" y="56639"/>
                  <a:pt x="408116" y="53041"/>
                </a:cubicBezTo>
                <a:cubicBezTo>
                  <a:pt x="411429" y="48071"/>
                  <a:pt x="413086" y="43158"/>
                  <a:pt x="413086" y="38302"/>
                </a:cubicBezTo>
                <a:cubicBezTo>
                  <a:pt x="413086" y="32933"/>
                  <a:pt x="411643" y="28805"/>
                  <a:pt x="408758" y="25920"/>
                </a:cubicBezTo>
                <a:cubicBezTo>
                  <a:pt x="405874" y="23036"/>
                  <a:pt x="401889" y="21593"/>
                  <a:pt x="396805" y="21593"/>
                </a:cubicBezTo>
                <a:cubicBezTo>
                  <a:pt x="391778" y="21593"/>
                  <a:pt x="387779" y="23107"/>
                  <a:pt x="384809" y="26135"/>
                </a:cubicBezTo>
                <a:cubicBezTo>
                  <a:pt x="381838" y="29162"/>
                  <a:pt x="380124" y="34189"/>
                  <a:pt x="379667" y="41216"/>
                </a:cubicBezTo>
                <a:lnTo>
                  <a:pt x="355675" y="38816"/>
                </a:lnTo>
                <a:cubicBezTo>
                  <a:pt x="357103" y="25563"/>
                  <a:pt x="361587" y="16052"/>
                  <a:pt x="369128" y="10282"/>
                </a:cubicBezTo>
                <a:cubicBezTo>
                  <a:pt x="376668" y="4513"/>
                  <a:pt x="386094" y="1628"/>
                  <a:pt x="397405" y="1628"/>
                </a:cubicBezTo>
                <a:cubicBezTo>
                  <a:pt x="409801" y="1628"/>
                  <a:pt x="419541" y="4970"/>
                  <a:pt x="426624" y="11653"/>
                </a:cubicBezTo>
                <a:cubicBezTo>
                  <a:pt x="433708" y="18337"/>
                  <a:pt x="437249" y="26649"/>
                  <a:pt x="437249" y="36589"/>
                </a:cubicBezTo>
                <a:cubicBezTo>
                  <a:pt x="437249" y="42244"/>
                  <a:pt x="436235" y="47628"/>
                  <a:pt x="434207" y="52741"/>
                </a:cubicBezTo>
                <a:cubicBezTo>
                  <a:pt x="432180" y="57853"/>
                  <a:pt x="428966" y="63209"/>
                  <a:pt x="424568" y="68807"/>
                </a:cubicBezTo>
                <a:cubicBezTo>
                  <a:pt x="421654" y="72520"/>
                  <a:pt x="416399" y="77861"/>
                  <a:pt x="408801" y="84831"/>
                </a:cubicBezTo>
                <a:cubicBezTo>
                  <a:pt x="401204" y="91800"/>
                  <a:pt x="396391" y="96427"/>
                  <a:pt x="394363" y="98712"/>
                </a:cubicBezTo>
                <a:cubicBezTo>
                  <a:pt x="392335" y="100997"/>
                  <a:pt x="390693" y="103225"/>
                  <a:pt x="389436" y="105396"/>
                </a:cubicBezTo>
                <a:lnTo>
                  <a:pt x="437249" y="105396"/>
                </a:lnTo>
                <a:close/>
                <a:moveTo>
                  <a:pt x="458101" y="127760"/>
                </a:moveTo>
                <a:lnTo>
                  <a:pt x="458101" y="103682"/>
                </a:lnTo>
                <a:lnTo>
                  <a:pt x="482179" y="103682"/>
                </a:lnTo>
                <a:lnTo>
                  <a:pt x="482179" y="127760"/>
                </a:lnTo>
                <a:lnTo>
                  <a:pt x="458101" y="127760"/>
                </a:lnTo>
                <a:close/>
                <a:moveTo>
                  <a:pt x="583220" y="105396"/>
                </a:moveTo>
                <a:lnTo>
                  <a:pt x="583220" y="127760"/>
                </a:lnTo>
                <a:lnTo>
                  <a:pt x="498818" y="127760"/>
                </a:lnTo>
                <a:cubicBezTo>
                  <a:pt x="499732" y="119305"/>
                  <a:pt x="502474" y="111294"/>
                  <a:pt x="507044" y="103725"/>
                </a:cubicBezTo>
                <a:cubicBezTo>
                  <a:pt x="511614" y="96156"/>
                  <a:pt x="520640" y="86116"/>
                  <a:pt x="534121" y="73605"/>
                </a:cubicBezTo>
                <a:cubicBezTo>
                  <a:pt x="544975" y="63494"/>
                  <a:pt x="551630" y="56639"/>
                  <a:pt x="554086" y="53041"/>
                </a:cubicBezTo>
                <a:cubicBezTo>
                  <a:pt x="557400" y="48071"/>
                  <a:pt x="559056" y="43158"/>
                  <a:pt x="559056" y="38302"/>
                </a:cubicBezTo>
                <a:cubicBezTo>
                  <a:pt x="559056" y="32933"/>
                  <a:pt x="557614" y="28805"/>
                  <a:pt x="554729" y="25920"/>
                </a:cubicBezTo>
                <a:cubicBezTo>
                  <a:pt x="551844" y="23036"/>
                  <a:pt x="547860" y="21593"/>
                  <a:pt x="542776" y="21593"/>
                </a:cubicBezTo>
                <a:cubicBezTo>
                  <a:pt x="537749" y="21593"/>
                  <a:pt x="533750" y="23107"/>
                  <a:pt x="530780" y="26135"/>
                </a:cubicBezTo>
                <a:cubicBezTo>
                  <a:pt x="527809" y="29162"/>
                  <a:pt x="526095" y="34189"/>
                  <a:pt x="525638" y="41216"/>
                </a:cubicBezTo>
                <a:lnTo>
                  <a:pt x="501646" y="38816"/>
                </a:lnTo>
                <a:cubicBezTo>
                  <a:pt x="503074" y="25563"/>
                  <a:pt x="507558" y="16052"/>
                  <a:pt x="515099" y="10282"/>
                </a:cubicBezTo>
                <a:cubicBezTo>
                  <a:pt x="522639" y="4513"/>
                  <a:pt x="532065" y="1628"/>
                  <a:pt x="543376" y="1628"/>
                </a:cubicBezTo>
                <a:cubicBezTo>
                  <a:pt x="555772" y="1628"/>
                  <a:pt x="565511" y="4970"/>
                  <a:pt x="572595" y="11653"/>
                </a:cubicBezTo>
                <a:cubicBezTo>
                  <a:pt x="579678" y="18337"/>
                  <a:pt x="583220" y="26649"/>
                  <a:pt x="583220" y="36589"/>
                </a:cubicBezTo>
                <a:cubicBezTo>
                  <a:pt x="583220" y="42244"/>
                  <a:pt x="582206" y="47628"/>
                  <a:pt x="580178" y="52741"/>
                </a:cubicBezTo>
                <a:cubicBezTo>
                  <a:pt x="578150" y="57853"/>
                  <a:pt x="574937" y="63209"/>
                  <a:pt x="570538" y="68807"/>
                </a:cubicBezTo>
                <a:cubicBezTo>
                  <a:pt x="567625" y="72520"/>
                  <a:pt x="562370" y="77861"/>
                  <a:pt x="554772" y="84831"/>
                </a:cubicBezTo>
                <a:cubicBezTo>
                  <a:pt x="547174" y="91800"/>
                  <a:pt x="542362" y="96427"/>
                  <a:pt x="540334" y="98712"/>
                </a:cubicBezTo>
                <a:cubicBezTo>
                  <a:pt x="538306" y="100997"/>
                  <a:pt x="536663" y="103225"/>
                  <a:pt x="535407" y="105396"/>
                </a:cubicBezTo>
                <a:lnTo>
                  <a:pt x="583220" y="105396"/>
                </a:lnTo>
                <a:close/>
                <a:moveTo>
                  <a:pt x="608699" y="60838"/>
                </a:moveTo>
                <a:lnTo>
                  <a:pt x="608699" y="36760"/>
                </a:lnTo>
                <a:lnTo>
                  <a:pt x="632777" y="36760"/>
                </a:lnTo>
                <a:lnTo>
                  <a:pt x="632777" y="60838"/>
                </a:lnTo>
                <a:lnTo>
                  <a:pt x="608699" y="60838"/>
                </a:lnTo>
                <a:moveTo>
                  <a:pt x="608699" y="127760"/>
                </a:moveTo>
                <a:lnTo>
                  <a:pt x="608699" y="103682"/>
                </a:lnTo>
                <a:lnTo>
                  <a:pt x="632777" y="103682"/>
                </a:lnTo>
                <a:lnTo>
                  <a:pt x="632777" y="127760"/>
                </a:lnTo>
                <a:lnTo>
                  <a:pt x="608699" y="127760"/>
                </a:lnTo>
                <a:close/>
                <a:moveTo>
                  <a:pt x="770221" y="81574"/>
                </a:moveTo>
                <a:lnTo>
                  <a:pt x="770221" y="60410"/>
                </a:lnTo>
                <a:lnTo>
                  <a:pt x="824890" y="60410"/>
                </a:lnTo>
                <a:lnTo>
                  <a:pt x="824890" y="110451"/>
                </a:lnTo>
                <a:cubicBezTo>
                  <a:pt x="819577" y="115592"/>
                  <a:pt x="811879" y="120119"/>
                  <a:pt x="801797" y="124033"/>
                </a:cubicBezTo>
                <a:cubicBezTo>
                  <a:pt x="791714" y="127946"/>
                  <a:pt x="781503" y="129902"/>
                  <a:pt x="771164" y="129902"/>
                </a:cubicBezTo>
                <a:cubicBezTo>
                  <a:pt x="758025" y="129902"/>
                  <a:pt x="746571" y="127146"/>
                  <a:pt x="736803" y="121633"/>
                </a:cubicBezTo>
                <a:cubicBezTo>
                  <a:pt x="727035" y="116121"/>
                  <a:pt x="719694" y="108237"/>
                  <a:pt x="714781" y="97984"/>
                </a:cubicBezTo>
                <a:cubicBezTo>
                  <a:pt x="709868" y="87730"/>
                  <a:pt x="707412" y="76576"/>
                  <a:pt x="707412" y="64523"/>
                </a:cubicBezTo>
                <a:cubicBezTo>
                  <a:pt x="707412" y="51441"/>
                  <a:pt x="710154" y="39816"/>
                  <a:pt x="715638" y="29648"/>
                </a:cubicBezTo>
                <a:cubicBezTo>
                  <a:pt x="721122" y="19480"/>
                  <a:pt x="729148" y="11682"/>
                  <a:pt x="739716" y="6255"/>
                </a:cubicBezTo>
                <a:cubicBezTo>
                  <a:pt x="747771" y="2085"/>
                  <a:pt x="757796" y="0"/>
                  <a:pt x="769793" y="0"/>
                </a:cubicBezTo>
                <a:cubicBezTo>
                  <a:pt x="785388" y="0"/>
                  <a:pt x="797570" y="3270"/>
                  <a:pt x="806338" y="9811"/>
                </a:cubicBezTo>
                <a:cubicBezTo>
                  <a:pt x="815107" y="16352"/>
                  <a:pt x="820748" y="25392"/>
                  <a:pt x="823261" y="36931"/>
                </a:cubicBezTo>
                <a:lnTo>
                  <a:pt x="798069" y="41644"/>
                </a:lnTo>
                <a:cubicBezTo>
                  <a:pt x="796299" y="35475"/>
                  <a:pt x="792971" y="30605"/>
                  <a:pt x="788087" y="27034"/>
                </a:cubicBezTo>
                <a:cubicBezTo>
                  <a:pt x="783203" y="23464"/>
                  <a:pt x="777105" y="21679"/>
                  <a:pt x="769793" y="21679"/>
                </a:cubicBezTo>
                <a:cubicBezTo>
                  <a:pt x="758710" y="21679"/>
                  <a:pt x="749899" y="25192"/>
                  <a:pt x="743358" y="32218"/>
                </a:cubicBezTo>
                <a:cubicBezTo>
                  <a:pt x="736817" y="39245"/>
                  <a:pt x="733547" y="49670"/>
                  <a:pt x="733547" y="63494"/>
                </a:cubicBezTo>
                <a:cubicBezTo>
                  <a:pt x="733547" y="78404"/>
                  <a:pt x="736860" y="89586"/>
                  <a:pt x="743487" y="97041"/>
                </a:cubicBezTo>
                <a:cubicBezTo>
                  <a:pt x="750113" y="104496"/>
                  <a:pt x="758796" y="108223"/>
                  <a:pt x="769535" y="108223"/>
                </a:cubicBezTo>
                <a:cubicBezTo>
                  <a:pt x="774848" y="108223"/>
                  <a:pt x="780175" y="107181"/>
                  <a:pt x="785516" y="105096"/>
                </a:cubicBezTo>
                <a:cubicBezTo>
                  <a:pt x="790857" y="103011"/>
                  <a:pt x="795442" y="100483"/>
                  <a:pt x="799269" y="97512"/>
                </a:cubicBezTo>
                <a:lnTo>
                  <a:pt x="799269" y="81574"/>
                </a:lnTo>
                <a:lnTo>
                  <a:pt x="770221" y="81574"/>
                </a:lnTo>
                <a:close/>
                <a:moveTo>
                  <a:pt x="842378" y="80975"/>
                </a:moveTo>
                <a:cubicBezTo>
                  <a:pt x="842378" y="72977"/>
                  <a:pt x="844348" y="65237"/>
                  <a:pt x="848290" y="57753"/>
                </a:cubicBezTo>
                <a:cubicBezTo>
                  <a:pt x="852232" y="50270"/>
                  <a:pt x="857816" y="44557"/>
                  <a:pt x="865042" y="40616"/>
                </a:cubicBezTo>
                <a:cubicBezTo>
                  <a:pt x="872268" y="36674"/>
                  <a:pt x="880337" y="34703"/>
                  <a:pt x="889249" y="34703"/>
                </a:cubicBezTo>
                <a:cubicBezTo>
                  <a:pt x="903016" y="34703"/>
                  <a:pt x="914298" y="39173"/>
                  <a:pt x="923095" y="48113"/>
                </a:cubicBezTo>
                <a:cubicBezTo>
                  <a:pt x="931892" y="57054"/>
                  <a:pt x="936291" y="68350"/>
                  <a:pt x="936291" y="82003"/>
                </a:cubicBezTo>
                <a:cubicBezTo>
                  <a:pt x="936291" y="95770"/>
                  <a:pt x="931850" y="107181"/>
                  <a:pt x="922967" y="116235"/>
                </a:cubicBezTo>
                <a:cubicBezTo>
                  <a:pt x="914084" y="125289"/>
                  <a:pt x="902901" y="129816"/>
                  <a:pt x="889420" y="129816"/>
                </a:cubicBezTo>
                <a:cubicBezTo>
                  <a:pt x="881080" y="129816"/>
                  <a:pt x="873125" y="127931"/>
                  <a:pt x="865556" y="124161"/>
                </a:cubicBezTo>
                <a:cubicBezTo>
                  <a:pt x="857987" y="120391"/>
                  <a:pt x="852232" y="114864"/>
                  <a:pt x="848290" y="107581"/>
                </a:cubicBezTo>
                <a:cubicBezTo>
                  <a:pt x="844348" y="100297"/>
                  <a:pt x="842378" y="91428"/>
                  <a:pt x="842378" y="80975"/>
                </a:cubicBezTo>
                <a:moveTo>
                  <a:pt x="867056" y="82260"/>
                </a:moveTo>
                <a:cubicBezTo>
                  <a:pt x="867056" y="91286"/>
                  <a:pt x="869198" y="98198"/>
                  <a:pt x="873482" y="102996"/>
                </a:cubicBezTo>
                <a:cubicBezTo>
                  <a:pt x="877766" y="107795"/>
                  <a:pt x="883051" y="110194"/>
                  <a:pt x="889334" y="110194"/>
                </a:cubicBezTo>
                <a:cubicBezTo>
                  <a:pt x="895618" y="110194"/>
                  <a:pt x="900888" y="107795"/>
                  <a:pt x="905144" y="102996"/>
                </a:cubicBezTo>
                <a:cubicBezTo>
                  <a:pt x="909399" y="98198"/>
                  <a:pt x="911527" y="91229"/>
                  <a:pt x="911527" y="82089"/>
                </a:cubicBezTo>
                <a:cubicBezTo>
                  <a:pt x="911527" y="73177"/>
                  <a:pt x="909399" y="66322"/>
                  <a:pt x="905144" y="61524"/>
                </a:cubicBezTo>
                <a:cubicBezTo>
                  <a:pt x="900888" y="56725"/>
                  <a:pt x="895618" y="54326"/>
                  <a:pt x="889334" y="54326"/>
                </a:cubicBezTo>
                <a:cubicBezTo>
                  <a:pt x="883051" y="54326"/>
                  <a:pt x="877766" y="56725"/>
                  <a:pt x="873482" y="61524"/>
                </a:cubicBezTo>
                <a:cubicBezTo>
                  <a:pt x="869198" y="66322"/>
                  <a:pt x="867056" y="73234"/>
                  <a:pt x="867056" y="82260"/>
                </a:cubicBezTo>
                <a:close/>
                <a:moveTo>
                  <a:pt x="972620" y="64523"/>
                </a:moveTo>
                <a:lnTo>
                  <a:pt x="950770" y="60581"/>
                </a:lnTo>
                <a:cubicBezTo>
                  <a:pt x="953226" y="51784"/>
                  <a:pt x="957454" y="45272"/>
                  <a:pt x="963452" y="41044"/>
                </a:cubicBezTo>
                <a:cubicBezTo>
                  <a:pt x="969450" y="36817"/>
                  <a:pt x="978361" y="34703"/>
                  <a:pt x="990186" y="34703"/>
                </a:cubicBezTo>
                <a:cubicBezTo>
                  <a:pt x="1000926" y="34703"/>
                  <a:pt x="1008923" y="35974"/>
                  <a:pt x="1014179" y="38516"/>
                </a:cubicBezTo>
                <a:cubicBezTo>
                  <a:pt x="1019434" y="41059"/>
                  <a:pt x="1023133" y="44286"/>
                  <a:pt x="1025275" y="48199"/>
                </a:cubicBezTo>
                <a:cubicBezTo>
                  <a:pt x="1027417" y="52112"/>
                  <a:pt x="1028489" y="59296"/>
                  <a:pt x="1028489" y="69750"/>
                </a:cubicBezTo>
                <a:lnTo>
                  <a:pt x="1028232" y="97855"/>
                </a:lnTo>
                <a:cubicBezTo>
                  <a:pt x="1028232" y="105853"/>
                  <a:pt x="1028617" y="111751"/>
                  <a:pt x="1029388" y="115549"/>
                </a:cubicBezTo>
                <a:cubicBezTo>
                  <a:pt x="1030159" y="119348"/>
                  <a:pt x="1031602" y="123418"/>
                  <a:pt x="1033716" y="127760"/>
                </a:cubicBezTo>
                <a:lnTo>
                  <a:pt x="1009894" y="127760"/>
                </a:lnTo>
                <a:cubicBezTo>
                  <a:pt x="1009266" y="126160"/>
                  <a:pt x="1008495" y="123790"/>
                  <a:pt x="1007581" y="120648"/>
                </a:cubicBezTo>
                <a:cubicBezTo>
                  <a:pt x="1007181" y="119220"/>
                  <a:pt x="1006895" y="118277"/>
                  <a:pt x="1006724" y="117820"/>
                </a:cubicBezTo>
                <a:cubicBezTo>
                  <a:pt x="1002611" y="121819"/>
                  <a:pt x="998212" y="124818"/>
                  <a:pt x="993528" y="126817"/>
                </a:cubicBezTo>
                <a:cubicBezTo>
                  <a:pt x="988844" y="128817"/>
                  <a:pt x="983845" y="129816"/>
                  <a:pt x="978533" y="129816"/>
                </a:cubicBezTo>
                <a:cubicBezTo>
                  <a:pt x="969164" y="129816"/>
                  <a:pt x="961781" y="127274"/>
                  <a:pt x="956383" y="122190"/>
                </a:cubicBezTo>
                <a:cubicBezTo>
                  <a:pt x="950984" y="117106"/>
                  <a:pt x="948285" y="110680"/>
                  <a:pt x="948285" y="102911"/>
                </a:cubicBezTo>
                <a:cubicBezTo>
                  <a:pt x="948285" y="97769"/>
                  <a:pt x="949513" y="93185"/>
                  <a:pt x="951970" y="89158"/>
                </a:cubicBezTo>
                <a:cubicBezTo>
                  <a:pt x="954426" y="85130"/>
                  <a:pt x="957868" y="82046"/>
                  <a:pt x="962295" y="79904"/>
                </a:cubicBezTo>
                <a:cubicBezTo>
                  <a:pt x="966722" y="77761"/>
                  <a:pt x="973106" y="75890"/>
                  <a:pt x="981446" y="74291"/>
                </a:cubicBezTo>
                <a:cubicBezTo>
                  <a:pt x="992700" y="72177"/>
                  <a:pt x="1000497" y="70207"/>
                  <a:pt x="1004839" y="68379"/>
                </a:cubicBezTo>
                <a:lnTo>
                  <a:pt x="1004839" y="65979"/>
                </a:lnTo>
                <a:cubicBezTo>
                  <a:pt x="1004839" y="61352"/>
                  <a:pt x="1003696" y="58053"/>
                  <a:pt x="1001411" y="56082"/>
                </a:cubicBezTo>
                <a:cubicBezTo>
                  <a:pt x="999126" y="54112"/>
                  <a:pt x="994813" y="53126"/>
                  <a:pt x="988473" y="53126"/>
                </a:cubicBezTo>
                <a:cubicBezTo>
                  <a:pt x="984188" y="53126"/>
                  <a:pt x="980846" y="53969"/>
                  <a:pt x="978447" y="55654"/>
                </a:cubicBezTo>
                <a:cubicBezTo>
                  <a:pt x="976048" y="57339"/>
                  <a:pt x="974106" y="60295"/>
                  <a:pt x="972620" y="64523"/>
                </a:cubicBezTo>
                <a:moveTo>
                  <a:pt x="1004839" y="84059"/>
                </a:moveTo>
                <a:cubicBezTo>
                  <a:pt x="1001754" y="85088"/>
                  <a:pt x="996870" y="86316"/>
                  <a:pt x="990186" y="87744"/>
                </a:cubicBezTo>
                <a:cubicBezTo>
                  <a:pt x="983503" y="89172"/>
                  <a:pt x="979133" y="90572"/>
                  <a:pt x="977076" y="91943"/>
                </a:cubicBezTo>
                <a:cubicBezTo>
                  <a:pt x="973934" y="94170"/>
                  <a:pt x="972363" y="96998"/>
                  <a:pt x="972363" y="100426"/>
                </a:cubicBezTo>
                <a:cubicBezTo>
                  <a:pt x="972363" y="103796"/>
                  <a:pt x="973620" y="106709"/>
                  <a:pt x="976134" y="109166"/>
                </a:cubicBezTo>
                <a:cubicBezTo>
                  <a:pt x="978647" y="111622"/>
                  <a:pt x="981846" y="112850"/>
                  <a:pt x="985731" y="112850"/>
                </a:cubicBezTo>
                <a:cubicBezTo>
                  <a:pt x="990072" y="112850"/>
                  <a:pt x="994214" y="111422"/>
                  <a:pt x="998155" y="108566"/>
                </a:cubicBezTo>
                <a:cubicBezTo>
                  <a:pt x="1001069" y="106395"/>
                  <a:pt x="1002982" y="103739"/>
                  <a:pt x="1003896" y="100597"/>
                </a:cubicBezTo>
                <a:cubicBezTo>
                  <a:pt x="1004525" y="98541"/>
                  <a:pt x="1004839" y="94627"/>
                  <a:pt x="1004839" y="88858"/>
                </a:cubicBezTo>
                <a:lnTo>
                  <a:pt x="1004839" y="84059"/>
                </a:lnTo>
                <a:close/>
                <a:moveTo>
                  <a:pt x="1051653" y="127760"/>
                </a:moveTo>
                <a:lnTo>
                  <a:pt x="1051653" y="2142"/>
                </a:lnTo>
                <a:lnTo>
                  <a:pt x="1075731" y="2142"/>
                </a:lnTo>
                <a:lnTo>
                  <a:pt x="1075731" y="127760"/>
                </a:lnTo>
                <a:lnTo>
                  <a:pt x="1051653" y="127760"/>
                </a:lnTo>
                <a:close/>
                <a:moveTo>
                  <a:pt x="1147313" y="133758"/>
                </a:moveTo>
                <a:lnTo>
                  <a:pt x="1174818" y="137100"/>
                </a:lnTo>
                <a:cubicBezTo>
                  <a:pt x="1175275" y="140299"/>
                  <a:pt x="1176332" y="142498"/>
                  <a:pt x="1177989" y="143698"/>
                </a:cubicBezTo>
                <a:cubicBezTo>
                  <a:pt x="1180274" y="145412"/>
                  <a:pt x="1183872" y="146268"/>
                  <a:pt x="1188785" y="146268"/>
                </a:cubicBezTo>
                <a:cubicBezTo>
                  <a:pt x="1195069" y="146268"/>
                  <a:pt x="1199782" y="145326"/>
                  <a:pt x="1202924" y="143441"/>
                </a:cubicBezTo>
                <a:cubicBezTo>
                  <a:pt x="1205037" y="142184"/>
                  <a:pt x="1206637" y="140156"/>
                  <a:pt x="1207722" y="137357"/>
                </a:cubicBezTo>
                <a:cubicBezTo>
                  <a:pt x="1208465" y="135358"/>
                  <a:pt x="1208836" y="131673"/>
                  <a:pt x="1208836" y="126303"/>
                </a:cubicBezTo>
                <a:lnTo>
                  <a:pt x="1208836" y="113022"/>
                </a:lnTo>
                <a:cubicBezTo>
                  <a:pt x="1201638" y="122847"/>
                  <a:pt x="1192555" y="127760"/>
                  <a:pt x="1181587" y="127760"/>
                </a:cubicBezTo>
                <a:cubicBezTo>
                  <a:pt x="1169363" y="127760"/>
                  <a:pt x="1159680" y="122590"/>
                  <a:pt x="1152539" y="112251"/>
                </a:cubicBezTo>
                <a:cubicBezTo>
                  <a:pt x="1146941" y="104082"/>
                  <a:pt x="1144142" y="93913"/>
                  <a:pt x="1144142" y="81746"/>
                </a:cubicBezTo>
                <a:cubicBezTo>
                  <a:pt x="1144142" y="66493"/>
                  <a:pt x="1147812" y="54840"/>
                  <a:pt x="1155153" y="46785"/>
                </a:cubicBezTo>
                <a:cubicBezTo>
                  <a:pt x="1162493" y="38731"/>
                  <a:pt x="1171619" y="34703"/>
                  <a:pt x="1182530" y="34703"/>
                </a:cubicBezTo>
                <a:cubicBezTo>
                  <a:pt x="1193784" y="34703"/>
                  <a:pt x="1203066" y="39645"/>
                  <a:pt x="1210378" y="49527"/>
                </a:cubicBezTo>
                <a:lnTo>
                  <a:pt x="1210378" y="36760"/>
                </a:lnTo>
                <a:lnTo>
                  <a:pt x="1232914" y="36760"/>
                </a:lnTo>
                <a:lnTo>
                  <a:pt x="1232914" y="118420"/>
                </a:lnTo>
                <a:cubicBezTo>
                  <a:pt x="1232914" y="129159"/>
                  <a:pt x="1232029" y="137186"/>
                  <a:pt x="1230258" y="142498"/>
                </a:cubicBezTo>
                <a:cubicBezTo>
                  <a:pt x="1228487" y="147811"/>
                  <a:pt x="1226002" y="151981"/>
                  <a:pt x="1222803" y="155009"/>
                </a:cubicBezTo>
                <a:cubicBezTo>
                  <a:pt x="1219604" y="158036"/>
                  <a:pt x="1215334" y="160407"/>
                  <a:pt x="1209993" y="162121"/>
                </a:cubicBezTo>
                <a:cubicBezTo>
                  <a:pt x="1204652" y="163834"/>
                  <a:pt x="1197897" y="164691"/>
                  <a:pt x="1189728" y="164691"/>
                </a:cubicBezTo>
                <a:cubicBezTo>
                  <a:pt x="1174304" y="164691"/>
                  <a:pt x="1163365" y="162049"/>
                  <a:pt x="1156910" y="156765"/>
                </a:cubicBezTo>
                <a:cubicBezTo>
                  <a:pt x="1150454" y="151481"/>
                  <a:pt x="1147227" y="144783"/>
                  <a:pt x="1147227" y="136671"/>
                </a:cubicBezTo>
                <a:cubicBezTo>
                  <a:pt x="1147227" y="135872"/>
                  <a:pt x="1147255" y="134901"/>
                  <a:pt x="1147313" y="133758"/>
                </a:cubicBezTo>
                <a:moveTo>
                  <a:pt x="1168820" y="80375"/>
                </a:moveTo>
                <a:cubicBezTo>
                  <a:pt x="1168820" y="90029"/>
                  <a:pt x="1170691" y="97098"/>
                  <a:pt x="1174433" y="101582"/>
                </a:cubicBezTo>
                <a:cubicBezTo>
                  <a:pt x="1178174" y="106067"/>
                  <a:pt x="1182787" y="108309"/>
                  <a:pt x="1188271" y="108309"/>
                </a:cubicBezTo>
                <a:cubicBezTo>
                  <a:pt x="1194155" y="108309"/>
                  <a:pt x="1199125" y="106010"/>
                  <a:pt x="1203181" y="101411"/>
                </a:cubicBezTo>
                <a:cubicBezTo>
                  <a:pt x="1207237" y="96813"/>
                  <a:pt x="1209265" y="90000"/>
                  <a:pt x="1209265" y="80975"/>
                </a:cubicBezTo>
                <a:cubicBezTo>
                  <a:pt x="1209265" y="71549"/>
                  <a:pt x="1207322" y="64551"/>
                  <a:pt x="1203438" y="59981"/>
                </a:cubicBezTo>
                <a:cubicBezTo>
                  <a:pt x="1199553" y="55411"/>
                  <a:pt x="1194641" y="53126"/>
                  <a:pt x="1188700" y="53126"/>
                </a:cubicBezTo>
                <a:cubicBezTo>
                  <a:pt x="1182930" y="53126"/>
                  <a:pt x="1178174" y="55368"/>
                  <a:pt x="1174433" y="59853"/>
                </a:cubicBezTo>
                <a:cubicBezTo>
                  <a:pt x="1170691" y="64337"/>
                  <a:pt x="1168820" y="71178"/>
                  <a:pt x="1168820" y="80375"/>
                </a:cubicBezTo>
                <a:close/>
                <a:moveTo>
                  <a:pt x="1256220" y="24421"/>
                </a:moveTo>
                <a:lnTo>
                  <a:pt x="1256220" y="2142"/>
                </a:lnTo>
                <a:lnTo>
                  <a:pt x="1280298" y="2142"/>
                </a:lnTo>
                <a:lnTo>
                  <a:pt x="1280298" y="24421"/>
                </a:lnTo>
                <a:lnTo>
                  <a:pt x="1256220" y="24421"/>
                </a:lnTo>
                <a:moveTo>
                  <a:pt x="1256220" y="127760"/>
                </a:moveTo>
                <a:lnTo>
                  <a:pt x="1256220" y="36760"/>
                </a:lnTo>
                <a:lnTo>
                  <a:pt x="1280298" y="36760"/>
                </a:lnTo>
                <a:lnTo>
                  <a:pt x="1280298" y="127760"/>
                </a:lnTo>
                <a:lnTo>
                  <a:pt x="1256220" y="127760"/>
                </a:lnTo>
                <a:close/>
                <a:moveTo>
                  <a:pt x="1330183" y="127760"/>
                </a:moveTo>
                <a:lnTo>
                  <a:pt x="1293509" y="36760"/>
                </a:lnTo>
                <a:lnTo>
                  <a:pt x="1318787" y="36760"/>
                </a:lnTo>
                <a:lnTo>
                  <a:pt x="1335924" y="83202"/>
                </a:lnTo>
                <a:lnTo>
                  <a:pt x="1340894" y="98712"/>
                </a:lnTo>
                <a:cubicBezTo>
                  <a:pt x="1342208" y="94770"/>
                  <a:pt x="1343037" y="92171"/>
                  <a:pt x="1343379" y="90914"/>
                </a:cubicBezTo>
                <a:cubicBezTo>
                  <a:pt x="1344179" y="88344"/>
                  <a:pt x="1345036" y="85773"/>
                  <a:pt x="1345950" y="83202"/>
                </a:cubicBezTo>
                <a:lnTo>
                  <a:pt x="1363259" y="36760"/>
                </a:lnTo>
                <a:lnTo>
                  <a:pt x="1388022" y="36760"/>
                </a:lnTo>
                <a:lnTo>
                  <a:pt x="1351862" y="127760"/>
                </a:lnTo>
                <a:lnTo>
                  <a:pt x="1330183" y="127760"/>
                </a:lnTo>
                <a:close/>
                <a:moveTo>
                  <a:pt x="1454888" y="98798"/>
                </a:moveTo>
                <a:lnTo>
                  <a:pt x="1478880" y="102825"/>
                </a:lnTo>
                <a:cubicBezTo>
                  <a:pt x="1475796" y="111622"/>
                  <a:pt x="1470926" y="118320"/>
                  <a:pt x="1464271" y="122919"/>
                </a:cubicBezTo>
                <a:cubicBezTo>
                  <a:pt x="1457616" y="127517"/>
                  <a:pt x="1449290" y="129816"/>
                  <a:pt x="1439293" y="129816"/>
                </a:cubicBezTo>
                <a:cubicBezTo>
                  <a:pt x="1423469" y="129816"/>
                  <a:pt x="1411759" y="124647"/>
                  <a:pt x="1404161" y="114307"/>
                </a:cubicBezTo>
                <a:cubicBezTo>
                  <a:pt x="1398163" y="106024"/>
                  <a:pt x="1395164" y="95570"/>
                  <a:pt x="1395164" y="82945"/>
                </a:cubicBezTo>
                <a:cubicBezTo>
                  <a:pt x="1395164" y="67864"/>
                  <a:pt x="1399106" y="56054"/>
                  <a:pt x="1406989" y="47514"/>
                </a:cubicBezTo>
                <a:cubicBezTo>
                  <a:pt x="1414872" y="38973"/>
                  <a:pt x="1424840" y="34703"/>
                  <a:pt x="1436894" y="34703"/>
                </a:cubicBezTo>
                <a:cubicBezTo>
                  <a:pt x="1450432" y="34703"/>
                  <a:pt x="1461115" y="39173"/>
                  <a:pt x="1468941" y="48113"/>
                </a:cubicBezTo>
                <a:cubicBezTo>
                  <a:pt x="1476767" y="57054"/>
                  <a:pt x="1480509" y="70749"/>
                  <a:pt x="1480166" y="89201"/>
                </a:cubicBezTo>
                <a:lnTo>
                  <a:pt x="1419842" y="89201"/>
                </a:lnTo>
                <a:cubicBezTo>
                  <a:pt x="1420013" y="96341"/>
                  <a:pt x="1421955" y="101897"/>
                  <a:pt x="1425669" y="105867"/>
                </a:cubicBezTo>
                <a:cubicBezTo>
                  <a:pt x="1429382" y="109837"/>
                  <a:pt x="1434009" y="111822"/>
                  <a:pt x="1439550" y="111822"/>
                </a:cubicBezTo>
                <a:cubicBezTo>
                  <a:pt x="1443320" y="111822"/>
                  <a:pt x="1446491" y="110794"/>
                  <a:pt x="1449061" y="108737"/>
                </a:cubicBezTo>
                <a:cubicBezTo>
                  <a:pt x="1451632" y="106681"/>
                  <a:pt x="1453574" y="103368"/>
                  <a:pt x="1454888" y="98798"/>
                </a:cubicBezTo>
                <a:moveTo>
                  <a:pt x="1456259" y="74462"/>
                </a:moveTo>
                <a:cubicBezTo>
                  <a:pt x="1456088" y="67493"/>
                  <a:pt x="1454288" y="62195"/>
                  <a:pt x="1450861" y="58567"/>
                </a:cubicBezTo>
                <a:cubicBezTo>
                  <a:pt x="1447433" y="54940"/>
                  <a:pt x="1443263" y="53126"/>
                  <a:pt x="1438350" y="53126"/>
                </a:cubicBezTo>
                <a:cubicBezTo>
                  <a:pt x="1433095" y="53126"/>
                  <a:pt x="1428753" y="55040"/>
                  <a:pt x="1425326" y="58867"/>
                </a:cubicBezTo>
                <a:cubicBezTo>
                  <a:pt x="1421898" y="62695"/>
                  <a:pt x="1420213" y="67893"/>
                  <a:pt x="1420270" y="74462"/>
                </a:cubicBezTo>
                <a:lnTo>
                  <a:pt x="1456259" y="74462"/>
                </a:lnTo>
                <a:close/>
                <a:moveTo>
                  <a:pt x="1581992" y="127760"/>
                </a:moveTo>
                <a:lnTo>
                  <a:pt x="1557913" y="127760"/>
                </a:lnTo>
                <a:lnTo>
                  <a:pt x="1557913" y="81317"/>
                </a:lnTo>
                <a:cubicBezTo>
                  <a:pt x="1557913" y="71492"/>
                  <a:pt x="1557399" y="65137"/>
                  <a:pt x="1556371" y="62252"/>
                </a:cubicBezTo>
                <a:cubicBezTo>
                  <a:pt x="1555343" y="59367"/>
                  <a:pt x="1553672" y="57125"/>
                  <a:pt x="1551358" y="55525"/>
                </a:cubicBezTo>
                <a:cubicBezTo>
                  <a:pt x="1549045" y="53926"/>
                  <a:pt x="1546260" y="53126"/>
                  <a:pt x="1543004" y="53126"/>
                </a:cubicBezTo>
                <a:cubicBezTo>
                  <a:pt x="1538834" y="53126"/>
                  <a:pt x="1535092" y="54269"/>
                  <a:pt x="1531779" y="56554"/>
                </a:cubicBezTo>
                <a:cubicBezTo>
                  <a:pt x="1528465" y="58839"/>
                  <a:pt x="1526195" y="61866"/>
                  <a:pt x="1524967" y="65637"/>
                </a:cubicBezTo>
                <a:cubicBezTo>
                  <a:pt x="1523738" y="69407"/>
                  <a:pt x="1523124" y="76376"/>
                  <a:pt x="1523124" y="86544"/>
                </a:cubicBezTo>
                <a:lnTo>
                  <a:pt x="1523124" y="127760"/>
                </a:lnTo>
                <a:lnTo>
                  <a:pt x="1499046" y="127760"/>
                </a:lnTo>
                <a:lnTo>
                  <a:pt x="1499046" y="36760"/>
                </a:lnTo>
                <a:lnTo>
                  <a:pt x="1521411" y="36760"/>
                </a:lnTo>
                <a:lnTo>
                  <a:pt x="1521411" y="50127"/>
                </a:lnTo>
                <a:cubicBezTo>
                  <a:pt x="1529351" y="39845"/>
                  <a:pt x="1539348" y="34703"/>
                  <a:pt x="1551401" y="34703"/>
                </a:cubicBezTo>
                <a:cubicBezTo>
                  <a:pt x="1556714" y="34703"/>
                  <a:pt x="1561569" y="35660"/>
                  <a:pt x="1565968" y="37574"/>
                </a:cubicBezTo>
                <a:cubicBezTo>
                  <a:pt x="1570367" y="39488"/>
                  <a:pt x="1573694" y="41930"/>
                  <a:pt x="1575951" y="44900"/>
                </a:cubicBezTo>
                <a:cubicBezTo>
                  <a:pt x="1578207" y="47871"/>
                  <a:pt x="1579778" y="51241"/>
                  <a:pt x="1580663" y="55011"/>
                </a:cubicBezTo>
                <a:cubicBezTo>
                  <a:pt x="1581549" y="58782"/>
                  <a:pt x="1581992" y="64180"/>
                  <a:pt x="1581992" y="71206"/>
                </a:cubicBezTo>
                <a:lnTo>
                  <a:pt x="1581992" y="127760"/>
                </a:lnTo>
                <a:close/>
                <a:moveTo>
                  <a:pt x="1644301" y="36760"/>
                </a:moveTo>
                <a:lnTo>
                  <a:pt x="1657668" y="36760"/>
                </a:lnTo>
                <a:lnTo>
                  <a:pt x="1657668" y="29905"/>
                </a:lnTo>
                <a:cubicBezTo>
                  <a:pt x="1657668" y="22250"/>
                  <a:pt x="1658482" y="16538"/>
                  <a:pt x="1660110" y="12767"/>
                </a:cubicBezTo>
                <a:cubicBezTo>
                  <a:pt x="1661738" y="8997"/>
                  <a:pt x="1664737" y="5927"/>
                  <a:pt x="1669107" y="3556"/>
                </a:cubicBezTo>
                <a:cubicBezTo>
                  <a:pt x="1673477" y="1185"/>
                  <a:pt x="1679004" y="0"/>
                  <a:pt x="1685688" y="0"/>
                </a:cubicBezTo>
                <a:cubicBezTo>
                  <a:pt x="1692543" y="0"/>
                  <a:pt x="1699255" y="1028"/>
                  <a:pt x="1705824" y="3085"/>
                </a:cubicBezTo>
                <a:lnTo>
                  <a:pt x="1702568" y="19879"/>
                </a:lnTo>
                <a:cubicBezTo>
                  <a:pt x="1698741" y="18965"/>
                  <a:pt x="1695056" y="18508"/>
                  <a:pt x="1691514" y="18508"/>
                </a:cubicBezTo>
                <a:cubicBezTo>
                  <a:pt x="1688030" y="18508"/>
                  <a:pt x="1685530" y="19323"/>
                  <a:pt x="1684017" y="20951"/>
                </a:cubicBezTo>
                <a:cubicBezTo>
                  <a:pt x="1682503" y="22579"/>
                  <a:pt x="1681746" y="25706"/>
                  <a:pt x="1681746" y="30333"/>
                </a:cubicBezTo>
                <a:lnTo>
                  <a:pt x="1681746" y="36760"/>
                </a:lnTo>
                <a:lnTo>
                  <a:pt x="1699740" y="36760"/>
                </a:lnTo>
                <a:lnTo>
                  <a:pt x="1699740" y="55697"/>
                </a:lnTo>
                <a:lnTo>
                  <a:pt x="1681746" y="55697"/>
                </a:lnTo>
                <a:lnTo>
                  <a:pt x="1681746" y="127760"/>
                </a:lnTo>
                <a:lnTo>
                  <a:pt x="1657668" y="127760"/>
                </a:lnTo>
                <a:lnTo>
                  <a:pt x="1657668" y="55697"/>
                </a:lnTo>
                <a:lnTo>
                  <a:pt x="1644301" y="55697"/>
                </a:lnTo>
                <a:lnTo>
                  <a:pt x="1644301" y="36760"/>
                </a:lnTo>
                <a:close/>
                <a:moveTo>
                  <a:pt x="1731430" y="64523"/>
                </a:moveTo>
                <a:lnTo>
                  <a:pt x="1709580" y="60581"/>
                </a:lnTo>
                <a:cubicBezTo>
                  <a:pt x="1712036" y="51784"/>
                  <a:pt x="1716263" y="45272"/>
                  <a:pt x="1722261" y="41044"/>
                </a:cubicBezTo>
                <a:cubicBezTo>
                  <a:pt x="1728259" y="36817"/>
                  <a:pt x="1737171" y="34703"/>
                  <a:pt x="1748996" y="34703"/>
                </a:cubicBezTo>
                <a:cubicBezTo>
                  <a:pt x="1759735" y="34703"/>
                  <a:pt x="1767733" y="35974"/>
                  <a:pt x="1772988" y="38516"/>
                </a:cubicBezTo>
                <a:cubicBezTo>
                  <a:pt x="1778244" y="41059"/>
                  <a:pt x="1781943" y="44286"/>
                  <a:pt x="1784085" y="48199"/>
                </a:cubicBezTo>
                <a:cubicBezTo>
                  <a:pt x="1786227" y="52112"/>
                  <a:pt x="1787298" y="59296"/>
                  <a:pt x="1787298" y="69750"/>
                </a:cubicBezTo>
                <a:lnTo>
                  <a:pt x="1787041" y="97855"/>
                </a:lnTo>
                <a:cubicBezTo>
                  <a:pt x="1787041" y="105853"/>
                  <a:pt x="1787427" y="111751"/>
                  <a:pt x="1788198" y="115549"/>
                </a:cubicBezTo>
                <a:cubicBezTo>
                  <a:pt x="1788969" y="119348"/>
                  <a:pt x="1790411" y="123418"/>
                  <a:pt x="1792525" y="127760"/>
                </a:cubicBezTo>
                <a:lnTo>
                  <a:pt x="1768704" y="127760"/>
                </a:lnTo>
                <a:cubicBezTo>
                  <a:pt x="1768075" y="126160"/>
                  <a:pt x="1767304" y="123790"/>
                  <a:pt x="1766390" y="120648"/>
                </a:cubicBezTo>
                <a:cubicBezTo>
                  <a:pt x="1765990" y="119220"/>
                  <a:pt x="1765705" y="118277"/>
                  <a:pt x="1765533" y="117820"/>
                </a:cubicBezTo>
                <a:cubicBezTo>
                  <a:pt x="1761420" y="121819"/>
                  <a:pt x="1757022" y="124818"/>
                  <a:pt x="1752338" y="126817"/>
                </a:cubicBezTo>
                <a:cubicBezTo>
                  <a:pt x="1747653" y="128817"/>
                  <a:pt x="1742655" y="129816"/>
                  <a:pt x="1737342" y="129816"/>
                </a:cubicBezTo>
                <a:cubicBezTo>
                  <a:pt x="1727974" y="129816"/>
                  <a:pt x="1720590" y="127274"/>
                  <a:pt x="1715192" y="122190"/>
                </a:cubicBezTo>
                <a:cubicBezTo>
                  <a:pt x="1709794" y="117106"/>
                  <a:pt x="1707095" y="110680"/>
                  <a:pt x="1707095" y="102911"/>
                </a:cubicBezTo>
                <a:cubicBezTo>
                  <a:pt x="1707095" y="97769"/>
                  <a:pt x="1708323" y="93185"/>
                  <a:pt x="1710779" y="89158"/>
                </a:cubicBezTo>
                <a:cubicBezTo>
                  <a:pt x="1713236" y="85130"/>
                  <a:pt x="1716677" y="82046"/>
                  <a:pt x="1721104" y="79904"/>
                </a:cubicBezTo>
                <a:cubicBezTo>
                  <a:pt x="1725532" y="77761"/>
                  <a:pt x="1731915" y="75890"/>
                  <a:pt x="1740256" y="74291"/>
                </a:cubicBezTo>
                <a:cubicBezTo>
                  <a:pt x="1751509" y="72177"/>
                  <a:pt x="1759307" y="70207"/>
                  <a:pt x="1763648" y="68379"/>
                </a:cubicBezTo>
                <a:lnTo>
                  <a:pt x="1763648" y="65979"/>
                </a:lnTo>
                <a:cubicBezTo>
                  <a:pt x="1763648" y="61352"/>
                  <a:pt x="1762506" y="58053"/>
                  <a:pt x="1760221" y="56082"/>
                </a:cubicBezTo>
                <a:cubicBezTo>
                  <a:pt x="1757936" y="54112"/>
                  <a:pt x="1753623" y="53126"/>
                  <a:pt x="1747282" y="53126"/>
                </a:cubicBezTo>
                <a:cubicBezTo>
                  <a:pt x="1742998" y="53126"/>
                  <a:pt x="1739656" y="53969"/>
                  <a:pt x="1737257" y="55654"/>
                </a:cubicBezTo>
                <a:cubicBezTo>
                  <a:pt x="1734857" y="57339"/>
                  <a:pt x="1732915" y="60295"/>
                  <a:pt x="1731430" y="64523"/>
                </a:cubicBezTo>
                <a:moveTo>
                  <a:pt x="1763648" y="84059"/>
                </a:moveTo>
                <a:cubicBezTo>
                  <a:pt x="1760564" y="85088"/>
                  <a:pt x="1755679" y="86316"/>
                  <a:pt x="1748996" y="87744"/>
                </a:cubicBezTo>
                <a:cubicBezTo>
                  <a:pt x="1742312" y="89172"/>
                  <a:pt x="1737942" y="90572"/>
                  <a:pt x="1735886" y="91943"/>
                </a:cubicBezTo>
                <a:cubicBezTo>
                  <a:pt x="1732744" y="94170"/>
                  <a:pt x="1731173" y="96998"/>
                  <a:pt x="1731173" y="100426"/>
                </a:cubicBezTo>
                <a:cubicBezTo>
                  <a:pt x="1731173" y="103796"/>
                  <a:pt x="1732429" y="106709"/>
                  <a:pt x="1734943" y="109166"/>
                </a:cubicBezTo>
                <a:cubicBezTo>
                  <a:pt x="1737456" y="111622"/>
                  <a:pt x="1740655" y="112850"/>
                  <a:pt x="1744540" y="112850"/>
                </a:cubicBezTo>
                <a:cubicBezTo>
                  <a:pt x="1748881" y="112850"/>
                  <a:pt x="1753023" y="111422"/>
                  <a:pt x="1756965" y="108566"/>
                </a:cubicBezTo>
                <a:cubicBezTo>
                  <a:pt x="1759878" y="106395"/>
                  <a:pt x="1761792" y="103739"/>
                  <a:pt x="1762706" y="100597"/>
                </a:cubicBezTo>
                <a:cubicBezTo>
                  <a:pt x="1763334" y="98541"/>
                  <a:pt x="1763648" y="94627"/>
                  <a:pt x="1763648" y="88858"/>
                </a:cubicBezTo>
                <a:lnTo>
                  <a:pt x="1763648" y="84059"/>
                </a:lnTo>
                <a:close/>
                <a:moveTo>
                  <a:pt x="1810463" y="127760"/>
                </a:moveTo>
                <a:lnTo>
                  <a:pt x="1810463" y="2142"/>
                </a:lnTo>
                <a:lnTo>
                  <a:pt x="1834541" y="2142"/>
                </a:lnTo>
                <a:lnTo>
                  <a:pt x="1834541" y="127760"/>
                </a:lnTo>
                <a:lnTo>
                  <a:pt x="1810463" y="127760"/>
                </a:lnTo>
                <a:close/>
                <a:moveTo>
                  <a:pt x="1850923" y="101797"/>
                </a:moveTo>
                <a:lnTo>
                  <a:pt x="1875087" y="98112"/>
                </a:lnTo>
                <a:cubicBezTo>
                  <a:pt x="1876115" y="102796"/>
                  <a:pt x="1878200" y="106352"/>
                  <a:pt x="1881342" y="108780"/>
                </a:cubicBezTo>
                <a:cubicBezTo>
                  <a:pt x="1884484" y="111208"/>
                  <a:pt x="1888882" y="112422"/>
                  <a:pt x="1894538" y="112422"/>
                </a:cubicBezTo>
                <a:cubicBezTo>
                  <a:pt x="1900764" y="112422"/>
                  <a:pt x="1905449" y="111279"/>
                  <a:pt x="1908591" y="108994"/>
                </a:cubicBezTo>
                <a:cubicBezTo>
                  <a:pt x="1910704" y="107395"/>
                  <a:pt x="1911761" y="105253"/>
                  <a:pt x="1911761" y="102568"/>
                </a:cubicBezTo>
                <a:cubicBezTo>
                  <a:pt x="1911761" y="100740"/>
                  <a:pt x="1911190" y="99226"/>
                  <a:pt x="1910047" y="98026"/>
                </a:cubicBezTo>
                <a:cubicBezTo>
                  <a:pt x="1908848" y="96884"/>
                  <a:pt x="1906163" y="95827"/>
                  <a:pt x="1901993" y="94856"/>
                </a:cubicBezTo>
                <a:cubicBezTo>
                  <a:pt x="1882570" y="90572"/>
                  <a:pt x="1870260" y="86659"/>
                  <a:pt x="1865061" y="83117"/>
                </a:cubicBezTo>
                <a:cubicBezTo>
                  <a:pt x="1857864" y="78204"/>
                  <a:pt x="1854265" y="71378"/>
                  <a:pt x="1854265" y="62638"/>
                </a:cubicBezTo>
                <a:cubicBezTo>
                  <a:pt x="1854265" y="54754"/>
                  <a:pt x="1857378" y="48128"/>
                  <a:pt x="1863605" y="42758"/>
                </a:cubicBezTo>
                <a:cubicBezTo>
                  <a:pt x="1869831" y="37388"/>
                  <a:pt x="1879485" y="34703"/>
                  <a:pt x="1892567" y="34703"/>
                </a:cubicBezTo>
                <a:cubicBezTo>
                  <a:pt x="1905020" y="34703"/>
                  <a:pt x="1914274" y="36731"/>
                  <a:pt x="1920330" y="40787"/>
                </a:cubicBezTo>
                <a:cubicBezTo>
                  <a:pt x="1926385" y="44843"/>
                  <a:pt x="1930555" y="50841"/>
                  <a:pt x="1932840" y="58782"/>
                </a:cubicBezTo>
                <a:lnTo>
                  <a:pt x="1910133" y="62980"/>
                </a:lnTo>
                <a:cubicBezTo>
                  <a:pt x="1909162" y="59439"/>
                  <a:pt x="1907320" y="56725"/>
                  <a:pt x="1904606" y="54840"/>
                </a:cubicBezTo>
                <a:cubicBezTo>
                  <a:pt x="1901893" y="52955"/>
                  <a:pt x="1898022" y="52012"/>
                  <a:pt x="1892995" y="52012"/>
                </a:cubicBezTo>
                <a:cubicBezTo>
                  <a:pt x="1886655" y="52012"/>
                  <a:pt x="1882113" y="52898"/>
                  <a:pt x="1879371" y="54669"/>
                </a:cubicBezTo>
                <a:cubicBezTo>
                  <a:pt x="1877543" y="55925"/>
                  <a:pt x="1876629" y="57553"/>
                  <a:pt x="1876629" y="59553"/>
                </a:cubicBezTo>
                <a:cubicBezTo>
                  <a:pt x="1876629" y="61267"/>
                  <a:pt x="1877429" y="62723"/>
                  <a:pt x="1879028" y="63923"/>
                </a:cubicBezTo>
                <a:cubicBezTo>
                  <a:pt x="1881199" y="65522"/>
                  <a:pt x="1888697" y="67779"/>
                  <a:pt x="1901521" y="70692"/>
                </a:cubicBezTo>
                <a:cubicBezTo>
                  <a:pt x="1914346" y="73605"/>
                  <a:pt x="1923300" y="77176"/>
                  <a:pt x="1928384" y="81403"/>
                </a:cubicBezTo>
                <a:cubicBezTo>
                  <a:pt x="1933411" y="85687"/>
                  <a:pt x="1935925" y="91657"/>
                  <a:pt x="1935925" y="99312"/>
                </a:cubicBezTo>
                <a:cubicBezTo>
                  <a:pt x="1935925" y="107652"/>
                  <a:pt x="1932440" y="114821"/>
                  <a:pt x="1925471" y="120819"/>
                </a:cubicBezTo>
                <a:cubicBezTo>
                  <a:pt x="1918502" y="126817"/>
                  <a:pt x="1908191" y="129816"/>
                  <a:pt x="1894538" y="129816"/>
                </a:cubicBezTo>
                <a:cubicBezTo>
                  <a:pt x="1882142" y="129816"/>
                  <a:pt x="1872330" y="127303"/>
                  <a:pt x="1865104" y="122276"/>
                </a:cubicBezTo>
                <a:cubicBezTo>
                  <a:pt x="1857878" y="117249"/>
                  <a:pt x="1853151" y="110423"/>
                  <a:pt x="1850923" y="101797"/>
                </a:cubicBezTo>
                <a:close/>
                <a:moveTo>
                  <a:pt x="2009131" y="98798"/>
                </a:moveTo>
                <a:lnTo>
                  <a:pt x="2033124" y="102825"/>
                </a:lnTo>
                <a:cubicBezTo>
                  <a:pt x="2030039" y="111622"/>
                  <a:pt x="2025169" y="118320"/>
                  <a:pt x="2018514" y="122919"/>
                </a:cubicBezTo>
                <a:cubicBezTo>
                  <a:pt x="2011859" y="127517"/>
                  <a:pt x="2003533" y="129816"/>
                  <a:pt x="1993536" y="129816"/>
                </a:cubicBezTo>
                <a:cubicBezTo>
                  <a:pt x="1977713" y="129816"/>
                  <a:pt x="1966002" y="124647"/>
                  <a:pt x="1958404" y="114307"/>
                </a:cubicBezTo>
                <a:cubicBezTo>
                  <a:pt x="1952406" y="106024"/>
                  <a:pt x="1949407" y="95570"/>
                  <a:pt x="1949407" y="82945"/>
                </a:cubicBezTo>
                <a:cubicBezTo>
                  <a:pt x="1949407" y="67864"/>
                  <a:pt x="1953349" y="56054"/>
                  <a:pt x="1961232" y="47514"/>
                </a:cubicBezTo>
                <a:cubicBezTo>
                  <a:pt x="1969115" y="38973"/>
                  <a:pt x="1979084" y="34703"/>
                  <a:pt x="1991137" y="34703"/>
                </a:cubicBezTo>
                <a:cubicBezTo>
                  <a:pt x="2004676" y="34703"/>
                  <a:pt x="2015358" y="39173"/>
                  <a:pt x="2023184" y="48113"/>
                </a:cubicBezTo>
                <a:cubicBezTo>
                  <a:pt x="2031010" y="57054"/>
                  <a:pt x="2034752" y="70749"/>
                  <a:pt x="2034409" y="89201"/>
                </a:cubicBezTo>
                <a:lnTo>
                  <a:pt x="1974085" y="89201"/>
                </a:lnTo>
                <a:cubicBezTo>
                  <a:pt x="1974257" y="96341"/>
                  <a:pt x="1976199" y="101897"/>
                  <a:pt x="1979912" y="105867"/>
                </a:cubicBezTo>
                <a:cubicBezTo>
                  <a:pt x="1983625" y="109837"/>
                  <a:pt x="1988252" y="111822"/>
                  <a:pt x="1993793" y="111822"/>
                </a:cubicBezTo>
                <a:cubicBezTo>
                  <a:pt x="1997563" y="111822"/>
                  <a:pt x="2000734" y="110794"/>
                  <a:pt x="2003305" y="108737"/>
                </a:cubicBezTo>
                <a:cubicBezTo>
                  <a:pt x="2005875" y="106681"/>
                  <a:pt x="2007817" y="103368"/>
                  <a:pt x="2009131" y="98798"/>
                </a:cubicBezTo>
                <a:moveTo>
                  <a:pt x="2010502" y="74462"/>
                </a:moveTo>
                <a:cubicBezTo>
                  <a:pt x="2010331" y="67493"/>
                  <a:pt x="2008531" y="62195"/>
                  <a:pt x="2005104" y="58567"/>
                </a:cubicBezTo>
                <a:cubicBezTo>
                  <a:pt x="2001676" y="54940"/>
                  <a:pt x="1997506" y="53126"/>
                  <a:pt x="1992594" y="53126"/>
                </a:cubicBezTo>
                <a:cubicBezTo>
                  <a:pt x="1987338" y="53126"/>
                  <a:pt x="1982997" y="55040"/>
                  <a:pt x="1979569" y="58867"/>
                </a:cubicBezTo>
                <a:cubicBezTo>
                  <a:pt x="1976142" y="62695"/>
                  <a:pt x="1974456" y="67893"/>
                  <a:pt x="1974514" y="74462"/>
                </a:cubicBezTo>
                <a:lnTo>
                  <a:pt x="2010502" y="74462"/>
                </a:lnTo>
                <a:close/>
                <a:moveTo>
                  <a:pt x="2101376" y="127760"/>
                </a:moveTo>
                <a:lnTo>
                  <a:pt x="2101376" y="2142"/>
                </a:lnTo>
                <a:lnTo>
                  <a:pt x="2125454" y="2142"/>
                </a:lnTo>
                <a:lnTo>
                  <a:pt x="2125454" y="47385"/>
                </a:lnTo>
                <a:cubicBezTo>
                  <a:pt x="2132880" y="38931"/>
                  <a:pt x="2141678" y="34703"/>
                  <a:pt x="2151846" y="34703"/>
                </a:cubicBezTo>
                <a:cubicBezTo>
                  <a:pt x="2162928" y="34703"/>
                  <a:pt x="2172097" y="38716"/>
                  <a:pt x="2179352" y="46742"/>
                </a:cubicBezTo>
                <a:cubicBezTo>
                  <a:pt x="2186607" y="54769"/>
                  <a:pt x="2190234" y="66294"/>
                  <a:pt x="2190234" y="81317"/>
                </a:cubicBezTo>
                <a:cubicBezTo>
                  <a:pt x="2190234" y="96855"/>
                  <a:pt x="2186535" y="108823"/>
                  <a:pt x="2179137" y="117220"/>
                </a:cubicBezTo>
                <a:cubicBezTo>
                  <a:pt x="2171740" y="125618"/>
                  <a:pt x="2162757" y="129816"/>
                  <a:pt x="2152189" y="129816"/>
                </a:cubicBezTo>
                <a:cubicBezTo>
                  <a:pt x="2146990" y="129816"/>
                  <a:pt x="2141863" y="128517"/>
                  <a:pt x="2136808" y="125918"/>
                </a:cubicBezTo>
                <a:cubicBezTo>
                  <a:pt x="2131752" y="123318"/>
                  <a:pt x="2127397" y="119477"/>
                  <a:pt x="2123741" y="114393"/>
                </a:cubicBezTo>
                <a:lnTo>
                  <a:pt x="2123741" y="127760"/>
                </a:lnTo>
                <a:lnTo>
                  <a:pt x="2101376" y="127760"/>
                </a:lnTo>
                <a:moveTo>
                  <a:pt x="2125283" y="80289"/>
                </a:moveTo>
                <a:cubicBezTo>
                  <a:pt x="2125283" y="89715"/>
                  <a:pt x="2126768" y="96684"/>
                  <a:pt x="2129739" y="101197"/>
                </a:cubicBezTo>
                <a:cubicBezTo>
                  <a:pt x="2133909" y="107595"/>
                  <a:pt x="2139450" y="110794"/>
                  <a:pt x="2146362" y="110794"/>
                </a:cubicBezTo>
                <a:cubicBezTo>
                  <a:pt x="2151675" y="110794"/>
                  <a:pt x="2156202" y="108523"/>
                  <a:pt x="2159943" y="103982"/>
                </a:cubicBezTo>
                <a:cubicBezTo>
                  <a:pt x="2163685" y="99440"/>
                  <a:pt x="2165556" y="92285"/>
                  <a:pt x="2165556" y="82517"/>
                </a:cubicBezTo>
                <a:cubicBezTo>
                  <a:pt x="2165556" y="72120"/>
                  <a:pt x="2163671" y="64623"/>
                  <a:pt x="2159901" y="60024"/>
                </a:cubicBezTo>
                <a:cubicBezTo>
                  <a:pt x="2156130" y="55425"/>
                  <a:pt x="2151303" y="53126"/>
                  <a:pt x="2145419" y="53126"/>
                </a:cubicBezTo>
                <a:cubicBezTo>
                  <a:pt x="2139650" y="53126"/>
                  <a:pt x="2134851" y="55368"/>
                  <a:pt x="2131024" y="59853"/>
                </a:cubicBezTo>
                <a:cubicBezTo>
                  <a:pt x="2127197" y="64337"/>
                  <a:pt x="2125283" y="71149"/>
                  <a:pt x="2125283" y="80289"/>
                </a:cubicBezTo>
                <a:close/>
                <a:moveTo>
                  <a:pt x="2261781" y="98798"/>
                </a:moveTo>
                <a:lnTo>
                  <a:pt x="2285774" y="102825"/>
                </a:lnTo>
                <a:cubicBezTo>
                  <a:pt x="2282689" y="111622"/>
                  <a:pt x="2277819" y="118320"/>
                  <a:pt x="2271164" y="122919"/>
                </a:cubicBezTo>
                <a:cubicBezTo>
                  <a:pt x="2264509" y="127517"/>
                  <a:pt x="2256183" y="129816"/>
                  <a:pt x="2246186" y="129816"/>
                </a:cubicBezTo>
                <a:cubicBezTo>
                  <a:pt x="2230363" y="129816"/>
                  <a:pt x="2218652" y="124647"/>
                  <a:pt x="2211054" y="114307"/>
                </a:cubicBezTo>
                <a:cubicBezTo>
                  <a:pt x="2205056" y="106024"/>
                  <a:pt x="2202057" y="95570"/>
                  <a:pt x="2202057" y="82945"/>
                </a:cubicBezTo>
                <a:cubicBezTo>
                  <a:pt x="2202057" y="67864"/>
                  <a:pt x="2205999" y="56054"/>
                  <a:pt x="2213882" y="47514"/>
                </a:cubicBezTo>
                <a:cubicBezTo>
                  <a:pt x="2221765" y="38973"/>
                  <a:pt x="2231734" y="34703"/>
                  <a:pt x="2243787" y="34703"/>
                </a:cubicBezTo>
                <a:cubicBezTo>
                  <a:pt x="2257326" y="34703"/>
                  <a:pt x="2268008" y="39173"/>
                  <a:pt x="2275834" y="48113"/>
                </a:cubicBezTo>
                <a:cubicBezTo>
                  <a:pt x="2283660" y="57054"/>
                  <a:pt x="2287402" y="70749"/>
                  <a:pt x="2287059" y="89201"/>
                </a:cubicBezTo>
                <a:lnTo>
                  <a:pt x="2226735" y="89201"/>
                </a:lnTo>
                <a:cubicBezTo>
                  <a:pt x="2226907" y="96341"/>
                  <a:pt x="2228849" y="101897"/>
                  <a:pt x="2232562" y="105867"/>
                </a:cubicBezTo>
                <a:cubicBezTo>
                  <a:pt x="2236275" y="109837"/>
                  <a:pt x="2240902" y="111822"/>
                  <a:pt x="2246443" y="111822"/>
                </a:cubicBezTo>
                <a:cubicBezTo>
                  <a:pt x="2250214" y="111822"/>
                  <a:pt x="2253384" y="110794"/>
                  <a:pt x="2255955" y="108737"/>
                </a:cubicBezTo>
                <a:cubicBezTo>
                  <a:pt x="2258525" y="106681"/>
                  <a:pt x="2260468" y="103368"/>
                  <a:pt x="2261781" y="98798"/>
                </a:cubicBezTo>
                <a:moveTo>
                  <a:pt x="2263152" y="74462"/>
                </a:moveTo>
                <a:cubicBezTo>
                  <a:pt x="2262981" y="67493"/>
                  <a:pt x="2261182" y="62195"/>
                  <a:pt x="2257754" y="58567"/>
                </a:cubicBezTo>
                <a:cubicBezTo>
                  <a:pt x="2254327" y="54940"/>
                  <a:pt x="2250157" y="53126"/>
                  <a:pt x="2245244" y="53126"/>
                </a:cubicBezTo>
                <a:cubicBezTo>
                  <a:pt x="2239988" y="53126"/>
                  <a:pt x="2235647" y="55040"/>
                  <a:pt x="2232219" y="58867"/>
                </a:cubicBezTo>
                <a:cubicBezTo>
                  <a:pt x="2228792" y="62695"/>
                  <a:pt x="2227107" y="67893"/>
                  <a:pt x="2227164" y="74462"/>
                </a:cubicBezTo>
                <a:lnTo>
                  <a:pt x="2263152" y="74462"/>
                </a:lnTo>
                <a:close/>
                <a:moveTo>
                  <a:pt x="2306111" y="127760"/>
                </a:moveTo>
                <a:lnTo>
                  <a:pt x="2306111" y="2142"/>
                </a:lnTo>
                <a:lnTo>
                  <a:pt x="2330189" y="2142"/>
                </a:lnTo>
                <a:lnTo>
                  <a:pt x="2330189" y="127760"/>
                </a:lnTo>
                <a:lnTo>
                  <a:pt x="2306111" y="127760"/>
                </a:lnTo>
                <a:close/>
                <a:moveTo>
                  <a:pt x="2355054" y="24421"/>
                </a:moveTo>
                <a:lnTo>
                  <a:pt x="2355054" y="2142"/>
                </a:lnTo>
                <a:lnTo>
                  <a:pt x="2379132" y="2142"/>
                </a:lnTo>
                <a:lnTo>
                  <a:pt x="2379132" y="24421"/>
                </a:lnTo>
                <a:lnTo>
                  <a:pt x="2355054" y="24421"/>
                </a:lnTo>
                <a:moveTo>
                  <a:pt x="2355054" y="127760"/>
                </a:moveTo>
                <a:lnTo>
                  <a:pt x="2355054" y="36760"/>
                </a:lnTo>
                <a:lnTo>
                  <a:pt x="2379132" y="36760"/>
                </a:lnTo>
                <a:lnTo>
                  <a:pt x="2379132" y="127760"/>
                </a:lnTo>
                <a:lnTo>
                  <a:pt x="2355054" y="127760"/>
                </a:lnTo>
                <a:close/>
                <a:moveTo>
                  <a:pt x="2456695" y="98798"/>
                </a:moveTo>
                <a:lnTo>
                  <a:pt x="2480688" y="102825"/>
                </a:lnTo>
                <a:cubicBezTo>
                  <a:pt x="2477603" y="111622"/>
                  <a:pt x="2472733" y="118320"/>
                  <a:pt x="2466078" y="122919"/>
                </a:cubicBezTo>
                <a:cubicBezTo>
                  <a:pt x="2459423" y="127517"/>
                  <a:pt x="2451097" y="129816"/>
                  <a:pt x="2441100" y="129816"/>
                </a:cubicBezTo>
                <a:cubicBezTo>
                  <a:pt x="2425277" y="129816"/>
                  <a:pt x="2413566" y="124647"/>
                  <a:pt x="2405968" y="114307"/>
                </a:cubicBezTo>
                <a:cubicBezTo>
                  <a:pt x="2399970" y="106024"/>
                  <a:pt x="2396971" y="95570"/>
                  <a:pt x="2396971" y="82945"/>
                </a:cubicBezTo>
                <a:cubicBezTo>
                  <a:pt x="2396971" y="67864"/>
                  <a:pt x="2400913" y="56054"/>
                  <a:pt x="2408796" y="47514"/>
                </a:cubicBezTo>
                <a:cubicBezTo>
                  <a:pt x="2416679" y="38973"/>
                  <a:pt x="2426648" y="34703"/>
                  <a:pt x="2438701" y="34703"/>
                </a:cubicBezTo>
                <a:cubicBezTo>
                  <a:pt x="2452239" y="34703"/>
                  <a:pt x="2462922" y="39173"/>
                  <a:pt x="2470748" y="48113"/>
                </a:cubicBezTo>
                <a:cubicBezTo>
                  <a:pt x="2478574" y="57054"/>
                  <a:pt x="2482316" y="70749"/>
                  <a:pt x="2481973" y="89201"/>
                </a:cubicBezTo>
                <a:lnTo>
                  <a:pt x="2421649" y="89201"/>
                </a:lnTo>
                <a:cubicBezTo>
                  <a:pt x="2421820" y="96341"/>
                  <a:pt x="2423763" y="101897"/>
                  <a:pt x="2427476" y="105867"/>
                </a:cubicBezTo>
                <a:cubicBezTo>
                  <a:pt x="2431189" y="109837"/>
                  <a:pt x="2435816" y="111822"/>
                  <a:pt x="2441357" y="111822"/>
                </a:cubicBezTo>
                <a:cubicBezTo>
                  <a:pt x="2445127" y="111822"/>
                  <a:pt x="2448298" y="110794"/>
                  <a:pt x="2450868" y="108737"/>
                </a:cubicBezTo>
                <a:cubicBezTo>
                  <a:pt x="2453439" y="106681"/>
                  <a:pt x="2455381" y="103368"/>
                  <a:pt x="2456695" y="98798"/>
                </a:cubicBezTo>
                <a:moveTo>
                  <a:pt x="2458066" y="74462"/>
                </a:moveTo>
                <a:cubicBezTo>
                  <a:pt x="2457895" y="67493"/>
                  <a:pt x="2456095" y="62195"/>
                  <a:pt x="2452668" y="58567"/>
                </a:cubicBezTo>
                <a:cubicBezTo>
                  <a:pt x="2449240" y="54940"/>
                  <a:pt x="2445070" y="53126"/>
                  <a:pt x="2440158" y="53126"/>
                </a:cubicBezTo>
                <a:cubicBezTo>
                  <a:pt x="2434902" y="53126"/>
                  <a:pt x="2430561" y="55040"/>
                  <a:pt x="2427133" y="58867"/>
                </a:cubicBezTo>
                <a:cubicBezTo>
                  <a:pt x="2423706" y="62695"/>
                  <a:pt x="2422020" y="67893"/>
                  <a:pt x="2422078" y="74462"/>
                </a:cubicBezTo>
                <a:lnTo>
                  <a:pt x="2458066" y="74462"/>
                </a:lnTo>
                <a:close/>
                <a:moveTo>
                  <a:pt x="2490485" y="36760"/>
                </a:moveTo>
                <a:lnTo>
                  <a:pt x="2503853" y="36760"/>
                </a:lnTo>
                <a:lnTo>
                  <a:pt x="2503853" y="29905"/>
                </a:lnTo>
                <a:cubicBezTo>
                  <a:pt x="2503853" y="22250"/>
                  <a:pt x="2504667" y="16538"/>
                  <a:pt x="2506295" y="12767"/>
                </a:cubicBezTo>
                <a:cubicBezTo>
                  <a:pt x="2507923" y="8997"/>
                  <a:pt x="2510922" y="5927"/>
                  <a:pt x="2515292" y="3556"/>
                </a:cubicBezTo>
                <a:cubicBezTo>
                  <a:pt x="2519662" y="1185"/>
                  <a:pt x="2525189" y="0"/>
                  <a:pt x="2531872" y="0"/>
                </a:cubicBezTo>
                <a:cubicBezTo>
                  <a:pt x="2538727" y="0"/>
                  <a:pt x="2545440" y="1028"/>
                  <a:pt x="2552009" y="3085"/>
                </a:cubicBezTo>
                <a:lnTo>
                  <a:pt x="2548753" y="19879"/>
                </a:lnTo>
                <a:cubicBezTo>
                  <a:pt x="2544926" y="18965"/>
                  <a:pt x="2541241" y="18508"/>
                  <a:pt x="2537699" y="18508"/>
                </a:cubicBezTo>
                <a:cubicBezTo>
                  <a:pt x="2534215" y="18508"/>
                  <a:pt x="2531715" y="19323"/>
                  <a:pt x="2530202" y="20951"/>
                </a:cubicBezTo>
                <a:cubicBezTo>
                  <a:pt x="2528688" y="22579"/>
                  <a:pt x="2527931" y="25706"/>
                  <a:pt x="2527931" y="30333"/>
                </a:cubicBezTo>
                <a:lnTo>
                  <a:pt x="2527931" y="36760"/>
                </a:lnTo>
                <a:lnTo>
                  <a:pt x="2545925" y="36760"/>
                </a:lnTo>
                <a:lnTo>
                  <a:pt x="2545925" y="55697"/>
                </a:lnTo>
                <a:lnTo>
                  <a:pt x="2527931" y="55697"/>
                </a:lnTo>
                <a:lnTo>
                  <a:pt x="2527931" y="127760"/>
                </a:lnTo>
                <a:lnTo>
                  <a:pt x="2503853" y="127760"/>
                </a:lnTo>
                <a:lnTo>
                  <a:pt x="2503853" y="55697"/>
                </a:lnTo>
                <a:lnTo>
                  <a:pt x="2490485" y="55697"/>
                </a:lnTo>
                <a:lnTo>
                  <a:pt x="2490485" y="367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T">
            <a:extLst xmlns:a="http://schemas.openxmlformats.org/drawingml/2006/main">
              <a:ext uri="{FF2B5EF4-FFF2-40B4-BE49-F238E27FC236}">
                <a16:creationId xmlns:a16="http://schemas.microsoft.com/office/drawing/2014/main" id="{7A6C0E88-2968-4096-AD10-53F4F609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57" y="3393067"/>
            <a:ext cx="99826" cy="125618"/>
          </a:xfrm>
          <a:custGeom xmlns:a="http://schemas.openxmlformats.org/drawingml/2006/main">
            <a:pathLst>
              <a:path w="99826" h="125618">
                <a:moveTo>
                  <a:pt x="37274" y="125618"/>
                </a:moveTo>
                <a:lnTo>
                  <a:pt x="37274" y="21250"/>
                </a:lnTo>
                <a:lnTo>
                  <a:pt x="0" y="21250"/>
                </a:lnTo>
                <a:lnTo>
                  <a:pt x="0" y="0"/>
                </a:lnTo>
                <a:lnTo>
                  <a:pt x="99826" y="0"/>
                </a:lnTo>
                <a:lnTo>
                  <a:pt x="99826" y="21250"/>
                </a:lnTo>
                <a:lnTo>
                  <a:pt x="62637" y="21250"/>
                </a:lnTo>
                <a:lnTo>
                  <a:pt x="62637" y="125618"/>
                </a:lnTo>
                <a:lnTo>
                  <a:pt x="37274" y="125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ype2.3:Goalgivenupdatedbelief">
            <a:extLst xmlns:a="http://schemas.openxmlformats.org/drawingml/2006/main">
              <a:ext uri="{FF2B5EF4-FFF2-40B4-BE49-F238E27FC236}">
                <a16:creationId xmlns:a16="http://schemas.microsoft.com/office/drawing/2014/main" id="{B60F0810-B107-4F72-9375-48F0B509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479" y="3390925"/>
            <a:ext cx="2832755" cy="164691"/>
          </a:xfrm>
          <a:custGeom xmlns:a="http://schemas.openxmlformats.org/drawingml/2006/main">
            <a:pathLst>
              <a:path w="2832755" h="164691">
                <a:moveTo>
                  <a:pt x="0" y="36760"/>
                </a:moveTo>
                <a:lnTo>
                  <a:pt x="25621" y="36760"/>
                </a:lnTo>
                <a:lnTo>
                  <a:pt x="47385" y="101368"/>
                </a:lnTo>
                <a:lnTo>
                  <a:pt x="68636" y="36760"/>
                </a:lnTo>
                <a:lnTo>
                  <a:pt x="93571" y="36760"/>
                </a:lnTo>
                <a:lnTo>
                  <a:pt x="61438" y="124332"/>
                </a:lnTo>
                <a:lnTo>
                  <a:pt x="55697" y="140185"/>
                </a:lnTo>
                <a:cubicBezTo>
                  <a:pt x="53583" y="145497"/>
                  <a:pt x="51570" y="149553"/>
                  <a:pt x="49656" y="152352"/>
                </a:cubicBezTo>
                <a:cubicBezTo>
                  <a:pt x="47742" y="155151"/>
                  <a:pt x="45543" y="157422"/>
                  <a:pt x="43058" y="159164"/>
                </a:cubicBezTo>
                <a:cubicBezTo>
                  <a:pt x="40573" y="160907"/>
                  <a:pt x="37517" y="162263"/>
                  <a:pt x="33889" y="163235"/>
                </a:cubicBezTo>
                <a:cubicBezTo>
                  <a:pt x="30262" y="164206"/>
                  <a:pt x="26163" y="164691"/>
                  <a:pt x="21593" y="164691"/>
                </a:cubicBezTo>
                <a:cubicBezTo>
                  <a:pt x="16966" y="164691"/>
                  <a:pt x="12425" y="164206"/>
                  <a:pt x="7969" y="163235"/>
                </a:cubicBezTo>
                <a:lnTo>
                  <a:pt x="5827" y="144383"/>
                </a:lnTo>
                <a:cubicBezTo>
                  <a:pt x="9597" y="145126"/>
                  <a:pt x="12996" y="145497"/>
                  <a:pt x="16024" y="145497"/>
                </a:cubicBezTo>
                <a:cubicBezTo>
                  <a:pt x="21622" y="145497"/>
                  <a:pt x="25763" y="143855"/>
                  <a:pt x="28448" y="140570"/>
                </a:cubicBezTo>
                <a:cubicBezTo>
                  <a:pt x="31133" y="137286"/>
                  <a:pt x="33190" y="133101"/>
                  <a:pt x="34618" y="128017"/>
                </a:cubicBezTo>
                <a:lnTo>
                  <a:pt x="0" y="36760"/>
                </a:lnTo>
                <a:close/>
                <a:moveTo>
                  <a:pt x="107738" y="36760"/>
                </a:moveTo>
                <a:lnTo>
                  <a:pt x="130189" y="36760"/>
                </a:lnTo>
                <a:lnTo>
                  <a:pt x="130189" y="50127"/>
                </a:lnTo>
                <a:cubicBezTo>
                  <a:pt x="133102" y="45557"/>
                  <a:pt x="137044" y="41844"/>
                  <a:pt x="142013" y="38988"/>
                </a:cubicBezTo>
                <a:cubicBezTo>
                  <a:pt x="146983" y="36132"/>
                  <a:pt x="152496" y="34703"/>
                  <a:pt x="158551" y="34703"/>
                </a:cubicBezTo>
                <a:cubicBezTo>
                  <a:pt x="169119" y="34703"/>
                  <a:pt x="178088" y="38845"/>
                  <a:pt x="185457" y="47128"/>
                </a:cubicBezTo>
                <a:cubicBezTo>
                  <a:pt x="192826" y="55411"/>
                  <a:pt x="196511" y="66950"/>
                  <a:pt x="196511" y="81746"/>
                </a:cubicBezTo>
                <a:cubicBezTo>
                  <a:pt x="196511" y="96941"/>
                  <a:pt x="192798" y="108752"/>
                  <a:pt x="185371" y="117178"/>
                </a:cubicBezTo>
                <a:cubicBezTo>
                  <a:pt x="177945" y="125603"/>
                  <a:pt x="168948" y="129816"/>
                  <a:pt x="158380" y="129816"/>
                </a:cubicBezTo>
                <a:cubicBezTo>
                  <a:pt x="153353" y="129816"/>
                  <a:pt x="148797" y="128817"/>
                  <a:pt x="144713" y="126817"/>
                </a:cubicBezTo>
                <a:cubicBezTo>
                  <a:pt x="140628" y="124818"/>
                  <a:pt x="136330" y="121391"/>
                  <a:pt x="131817" y="116535"/>
                </a:cubicBezTo>
                <a:lnTo>
                  <a:pt x="131817" y="162378"/>
                </a:lnTo>
                <a:lnTo>
                  <a:pt x="107738" y="162378"/>
                </a:lnTo>
                <a:lnTo>
                  <a:pt x="107738" y="36760"/>
                </a:lnTo>
                <a:moveTo>
                  <a:pt x="131560" y="80718"/>
                </a:moveTo>
                <a:cubicBezTo>
                  <a:pt x="131560" y="90943"/>
                  <a:pt x="133588" y="98498"/>
                  <a:pt x="137643" y="103382"/>
                </a:cubicBezTo>
                <a:cubicBezTo>
                  <a:pt x="141699" y="108266"/>
                  <a:pt x="146641" y="110708"/>
                  <a:pt x="152467" y="110708"/>
                </a:cubicBezTo>
                <a:cubicBezTo>
                  <a:pt x="158066" y="110708"/>
                  <a:pt x="162721" y="108466"/>
                  <a:pt x="166434" y="103982"/>
                </a:cubicBezTo>
                <a:cubicBezTo>
                  <a:pt x="170147" y="99497"/>
                  <a:pt x="172004" y="92143"/>
                  <a:pt x="172004" y="81917"/>
                </a:cubicBezTo>
                <a:cubicBezTo>
                  <a:pt x="172004" y="72377"/>
                  <a:pt x="170090" y="65294"/>
                  <a:pt x="166263" y="60667"/>
                </a:cubicBezTo>
                <a:cubicBezTo>
                  <a:pt x="162436" y="56040"/>
                  <a:pt x="157694" y="53726"/>
                  <a:pt x="152039" y="53726"/>
                </a:cubicBezTo>
                <a:cubicBezTo>
                  <a:pt x="146155" y="53726"/>
                  <a:pt x="141271" y="55997"/>
                  <a:pt x="137386" y="60538"/>
                </a:cubicBezTo>
                <a:cubicBezTo>
                  <a:pt x="133502" y="65080"/>
                  <a:pt x="131560" y="71806"/>
                  <a:pt x="131560" y="80718"/>
                </a:cubicBezTo>
                <a:close/>
                <a:moveTo>
                  <a:pt x="267800" y="98798"/>
                </a:moveTo>
                <a:lnTo>
                  <a:pt x="291793" y="102825"/>
                </a:lnTo>
                <a:cubicBezTo>
                  <a:pt x="288708" y="111622"/>
                  <a:pt x="283838" y="118320"/>
                  <a:pt x="277183" y="122919"/>
                </a:cubicBezTo>
                <a:cubicBezTo>
                  <a:pt x="270528" y="127517"/>
                  <a:pt x="262202" y="129816"/>
                  <a:pt x="252205" y="129816"/>
                </a:cubicBezTo>
                <a:cubicBezTo>
                  <a:pt x="236382" y="129816"/>
                  <a:pt x="224671" y="124647"/>
                  <a:pt x="217074" y="114307"/>
                </a:cubicBezTo>
                <a:cubicBezTo>
                  <a:pt x="211075" y="106024"/>
                  <a:pt x="208076" y="95570"/>
                  <a:pt x="208076" y="82945"/>
                </a:cubicBezTo>
                <a:cubicBezTo>
                  <a:pt x="208076" y="67864"/>
                  <a:pt x="212018" y="56054"/>
                  <a:pt x="219901" y="47514"/>
                </a:cubicBezTo>
                <a:cubicBezTo>
                  <a:pt x="227784" y="38973"/>
                  <a:pt x="237753" y="34703"/>
                  <a:pt x="249806" y="34703"/>
                </a:cubicBezTo>
                <a:cubicBezTo>
                  <a:pt x="263345" y="34703"/>
                  <a:pt x="274027" y="39173"/>
                  <a:pt x="281853" y="48113"/>
                </a:cubicBezTo>
                <a:cubicBezTo>
                  <a:pt x="289679" y="57054"/>
                  <a:pt x="293421" y="70749"/>
                  <a:pt x="293078" y="89201"/>
                </a:cubicBezTo>
                <a:lnTo>
                  <a:pt x="232754" y="89201"/>
                </a:lnTo>
                <a:cubicBezTo>
                  <a:pt x="232926" y="96341"/>
                  <a:pt x="234868" y="101897"/>
                  <a:pt x="238581" y="105867"/>
                </a:cubicBezTo>
                <a:cubicBezTo>
                  <a:pt x="242294" y="109837"/>
                  <a:pt x="246921" y="111822"/>
                  <a:pt x="252462" y="111822"/>
                </a:cubicBezTo>
                <a:cubicBezTo>
                  <a:pt x="256233" y="111822"/>
                  <a:pt x="259403" y="110794"/>
                  <a:pt x="261974" y="108737"/>
                </a:cubicBezTo>
                <a:cubicBezTo>
                  <a:pt x="264544" y="106681"/>
                  <a:pt x="266487" y="103368"/>
                  <a:pt x="267800" y="98798"/>
                </a:cubicBezTo>
                <a:moveTo>
                  <a:pt x="269171" y="74462"/>
                </a:moveTo>
                <a:cubicBezTo>
                  <a:pt x="269000" y="67493"/>
                  <a:pt x="267201" y="62195"/>
                  <a:pt x="263773" y="58567"/>
                </a:cubicBezTo>
                <a:cubicBezTo>
                  <a:pt x="260346" y="54940"/>
                  <a:pt x="256176" y="53126"/>
                  <a:pt x="251263" y="53126"/>
                </a:cubicBezTo>
                <a:cubicBezTo>
                  <a:pt x="246007" y="53126"/>
                  <a:pt x="241666" y="55040"/>
                  <a:pt x="238238" y="58867"/>
                </a:cubicBezTo>
                <a:cubicBezTo>
                  <a:pt x="234811" y="62695"/>
                  <a:pt x="233126" y="67893"/>
                  <a:pt x="233183" y="74462"/>
                </a:cubicBezTo>
                <a:lnTo>
                  <a:pt x="269171" y="74462"/>
                </a:lnTo>
                <a:close/>
                <a:moveTo>
                  <a:pt x="437249" y="105396"/>
                </a:moveTo>
                <a:lnTo>
                  <a:pt x="437249" y="127760"/>
                </a:lnTo>
                <a:lnTo>
                  <a:pt x="352847" y="127760"/>
                </a:lnTo>
                <a:cubicBezTo>
                  <a:pt x="353761" y="119305"/>
                  <a:pt x="356503" y="111294"/>
                  <a:pt x="361073" y="103725"/>
                </a:cubicBezTo>
                <a:cubicBezTo>
                  <a:pt x="365643" y="96156"/>
                  <a:pt x="374669" y="86116"/>
                  <a:pt x="388150" y="73605"/>
                </a:cubicBezTo>
                <a:cubicBezTo>
                  <a:pt x="399004" y="63494"/>
                  <a:pt x="405659" y="56639"/>
                  <a:pt x="408116" y="53041"/>
                </a:cubicBezTo>
                <a:cubicBezTo>
                  <a:pt x="411429" y="48071"/>
                  <a:pt x="413086" y="43158"/>
                  <a:pt x="413086" y="38302"/>
                </a:cubicBezTo>
                <a:cubicBezTo>
                  <a:pt x="413086" y="32933"/>
                  <a:pt x="411643" y="28805"/>
                  <a:pt x="408758" y="25920"/>
                </a:cubicBezTo>
                <a:cubicBezTo>
                  <a:pt x="405874" y="23036"/>
                  <a:pt x="401889" y="21593"/>
                  <a:pt x="396805" y="21593"/>
                </a:cubicBezTo>
                <a:cubicBezTo>
                  <a:pt x="391778" y="21593"/>
                  <a:pt x="387779" y="23107"/>
                  <a:pt x="384809" y="26135"/>
                </a:cubicBezTo>
                <a:cubicBezTo>
                  <a:pt x="381838" y="29162"/>
                  <a:pt x="380124" y="34189"/>
                  <a:pt x="379667" y="41216"/>
                </a:cubicBezTo>
                <a:lnTo>
                  <a:pt x="355675" y="38816"/>
                </a:lnTo>
                <a:cubicBezTo>
                  <a:pt x="357103" y="25563"/>
                  <a:pt x="361587" y="16052"/>
                  <a:pt x="369128" y="10282"/>
                </a:cubicBezTo>
                <a:cubicBezTo>
                  <a:pt x="376668" y="4513"/>
                  <a:pt x="386094" y="1628"/>
                  <a:pt x="397405" y="1628"/>
                </a:cubicBezTo>
                <a:cubicBezTo>
                  <a:pt x="409801" y="1628"/>
                  <a:pt x="419541" y="4970"/>
                  <a:pt x="426624" y="11653"/>
                </a:cubicBezTo>
                <a:cubicBezTo>
                  <a:pt x="433708" y="18337"/>
                  <a:pt x="437249" y="26649"/>
                  <a:pt x="437249" y="36589"/>
                </a:cubicBezTo>
                <a:cubicBezTo>
                  <a:pt x="437249" y="42244"/>
                  <a:pt x="436235" y="47628"/>
                  <a:pt x="434207" y="52741"/>
                </a:cubicBezTo>
                <a:cubicBezTo>
                  <a:pt x="432180" y="57853"/>
                  <a:pt x="428966" y="63209"/>
                  <a:pt x="424568" y="68807"/>
                </a:cubicBezTo>
                <a:cubicBezTo>
                  <a:pt x="421654" y="72520"/>
                  <a:pt x="416399" y="77861"/>
                  <a:pt x="408801" y="84831"/>
                </a:cubicBezTo>
                <a:cubicBezTo>
                  <a:pt x="401204" y="91800"/>
                  <a:pt x="396391" y="96427"/>
                  <a:pt x="394363" y="98712"/>
                </a:cubicBezTo>
                <a:cubicBezTo>
                  <a:pt x="392335" y="100997"/>
                  <a:pt x="390693" y="103225"/>
                  <a:pt x="389436" y="105396"/>
                </a:cubicBezTo>
                <a:lnTo>
                  <a:pt x="437249" y="105396"/>
                </a:lnTo>
                <a:close/>
                <a:moveTo>
                  <a:pt x="458101" y="127760"/>
                </a:moveTo>
                <a:lnTo>
                  <a:pt x="458101" y="103682"/>
                </a:lnTo>
                <a:lnTo>
                  <a:pt x="482179" y="103682"/>
                </a:lnTo>
                <a:lnTo>
                  <a:pt x="482179" y="127760"/>
                </a:lnTo>
                <a:lnTo>
                  <a:pt x="458101" y="127760"/>
                </a:lnTo>
                <a:close/>
                <a:moveTo>
                  <a:pt x="501047" y="94428"/>
                </a:moveTo>
                <a:lnTo>
                  <a:pt x="524354" y="91600"/>
                </a:lnTo>
                <a:cubicBezTo>
                  <a:pt x="525096" y="97541"/>
                  <a:pt x="527096" y="102082"/>
                  <a:pt x="530352" y="105224"/>
                </a:cubicBezTo>
                <a:cubicBezTo>
                  <a:pt x="533608" y="108366"/>
                  <a:pt x="537549" y="109937"/>
                  <a:pt x="542177" y="109937"/>
                </a:cubicBezTo>
                <a:cubicBezTo>
                  <a:pt x="547146" y="109937"/>
                  <a:pt x="551331" y="108052"/>
                  <a:pt x="554730" y="104282"/>
                </a:cubicBezTo>
                <a:cubicBezTo>
                  <a:pt x="558129" y="100511"/>
                  <a:pt x="559828" y="95427"/>
                  <a:pt x="559828" y="89029"/>
                </a:cubicBezTo>
                <a:cubicBezTo>
                  <a:pt x="559828" y="82974"/>
                  <a:pt x="558200" y="78175"/>
                  <a:pt x="554944" y="74634"/>
                </a:cubicBezTo>
                <a:cubicBezTo>
                  <a:pt x="551688" y="71092"/>
                  <a:pt x="547718" y="69321"/>
                  <a:pt x="543033" y="69321"/>
                </a:cubicBezTo>
                <a:cubicBezTo>
                  <a:pt x="539949" y="69321"/>
                  <a:pt x="536264" y="69921"/>
                  <a:pt x="531980" y="71121"/>
                </a:cubicBezTo>
                <a:lnTo>
                  <a:pt x="534636" y="51498"/>
                </a:lnTo>
                <a:cubicBezTo>
                  <a:pt x="541148" y="51670"/>
                  <a:pt x="546118" y="50256"/>
                  <a:pt x="549546" y="47257"/>
                </a:cubicBezTo>
                <a:cubicBezTo>
                  <a:pt x="552973" y="44258"/>
                  <a:pt x="554687" y="40273"/>
                  <a:pt x="554687" y="35303"/>
                </a:cubicBezTo>
                <a:cubicBezTo>
                  <a:pt x="554687" y="31076"/>
                  <a:pt x="553430" y="27706"/>
                  <a:pt x="550917" y="25192"/>
                </a:cubicBezTo>
                <a:cubicBezTo>
                  <a:pt x="548403" y="22679"/>
                  <a:pt x="545061" y="21422"/>
                  <a:pt x="540891" y="21422"/>
                </a:cubicBezTo>
                <a:cubicBezTo>
                  <a:pt x="536778" y="21422"/>
                  <a:pt x="533265" y="22850"/>
                  <a:pt x="530352" y="25706"/>
                </a:cubicBezTo>
                <a:cubicBezTo>
                  <a:pt x="527438" y="28562"/>
                  <a:pt x="525667" y="32733"/>
                  <a:pt x="525039" y="38217"/>
                </a:cubicBezTo>
                <a:lnTo>
                  <a:pt x="502846" y="34446"/>
                </a:lnTo>
                <a:cubicBezTo>
                  <a:pt x="504388" y="26849"/>
                  <a:pt x="506716" y="20779"/>
                  <a:pt x="509830" y="16238"/>
                </a:cubicBezTo>
                <a:cubicBezTo>
                  <a:pt x="512943" y="11696"/>
                  <a:pt x="517284" y="8126"/>
                  <a:pt x="522854" y="5527"/>
                </a:cubicBezTo>
                <a:cubicBezTo>
                  <a:pt x="528424" y="2928"/>
                  <a:pt x="534665" y="1628"/>
                  <a:pt x="541577" y="1628"/>
                </a:cubicBezTo>
                <a:cubicBezTo>
                  <a:pt x="553402" y="1628"/>
                  <a:pt x="562884" y="5398"/>
                  <a:pt x="570025" y="12939"/>
                </a:cubicBezTo>
                <a:cubicBezTo>
                  <a:pt x="575909" y="19108"/>
                  <a:pt x="578851" y="26078"/>
                  <a:pt x="578851" y="33847"/>
                </a:cubicBezTo>
                <a:cubicBezTo>
                  <a:pt x="578851" y="44872"/>
                  <a:pt x="572824" y="53669"/>
                  <a:pt x="560771" y="60238"/>
                </a:cubicBezTo>
                <a:cubicBezTo>
                  <a:pt x="567968" y="61781"/>
                  <a:pt x="573724" y="65237"/>
                  <a:pt x="578037" y="70606"/>
                </a:cubicBezTo>
                <a:cubicBezTo>
                  <a:pt x="582350" y="75976"/>
                  <a:pt x="584506" y="82460"/>
                  <a:pt x="584506" y="90057"/>
                </a:cubicBezTo>
                <a:cubicBezTo>
                  <a:pt x="584506" y="101083"/>
                  <a:pt x="580479" y="110480"/>
                  <a:pt x="572424" y="118249"/>
                </a:cubicBezTo>
                <a:cubicBezTo>
                  <a:pt x="564370" y="126018"/>
                  <a:pt x="554344" y="129902"/>
                  <a:pt x="542348" y="129902"/>
                </a:cubicBezTo>
                <a:cubicBezTo>
                  <a:pt x="530980" y="129902"/>
                  <a:pt x="521554" y="126632"/>
                  <a:pt x="514071" y="120091"/>
                </a:cubicBezTo>
                <a:cubicBezTo>
                  <a:pt x="506588" y="113550"/>
                  <a:pt x="502246" y="104996"/>
                  <a:pt x="501047" y="94428"/>
                </a:cubicBezTo>
                <a:close/>
                <a:moveTo>
                  <a:pt x="608699" y="60838"/>
                </a:moveTo>
                <a:lnTo>
                  <a:pt x="608699" y="36760"/>
                </a:lnTo>
                <a:lnTo>
                  <a:pt x="632777" y="36760"/>
                </a:lnTo>
                <a:lnTo>
                  <a:pt x="632777" y="60838"/>
                </a:lnTo>
                <a:lnTo>
                  <a:pt x="608699" y="60838"/>
                </a:lnTo>
                <a:moveTo>
                  <a:pt x="608699" y="127760"/>
                </a:moveTo>
                <a:lnTo>
                  <a:pt x="608699" y="103682"/>
                </a:lnTo>
                <a:lnTo>
                  <a:pt x="632777" y="103682"/>
                </a:lnTo>
                <a:lnTo>
                  <a:pt x="632777" y="127760"/>
                </a:lnTo>
                <a:lnTo>
                  <a:pt x="608699" y="127760"/>
                </a:lnTo>
                <a:close/>
                <a:moveTo>
                  <a:pt x="770221" y="81574"/>
                </a:moveTo>
                <a:lnTo>
                  <a:pt x="770221" y="60410"/>
                </a:lnTo>
                <a:lnTo>
                  <a:pt x="824890" y="60410"/>
                </a:lnTo>
                <a:lnTo>
                  <a:pt x="824890" y="110451"/>
                </a:lnTo>
                <a:cubicBezTo>
                  <a:pt x="819577" y="115592"/>
                  <a:pt x="811879" y="120119"/>
                  <a:pt x="801797" y="124033"/>
                </a:cubicBezTo>
                <a:cubicBezTo>
                  <a:pt x="791714" y="127946"/>
                  <a:pt x="781503" y="129902"/>
                  <a:pt x="771164" y="129902"/>
                </a:cubicBezTo>
                <a:cubicBezTo>
                  <a:pt x="758025" y="129902"/>
                  <a:pt x="746571" y="127146"/>
                  <a:pt x="736803" y="121633"/>
                </a:cubicBezTo>
                <a:cubicBezTo>
                  <a:pt x="727035" y="116121"/>
                  <a:pt x="719694" y="108237"/>
                  <a:pt x="714781" y="97984"/>
                </a:cubicBezTo>
                <a:cubicBezTo>
                  <a:pt x="709868" y="87730"/>
                  <a:pt x="707412" y="76576"/>
                  <a:pt x="707412" y="64523"/>
                </a:cubicBezTo>
                <a:cubicBezTo>
                  <a:pt x="707412" y="51441"/>
                  <a:pt x="710154" y="39816"/>
                  <a:pt x="715638" y="29648"/>
                </a:cubicBezTo>
                <a:cubicBezTo>
                  <a:pt x="721122" y="19480"/>
                  <a:pt x="729148" y="11682"/>
                  <a:pt x="739716" y="6255"/>
                </a:cubicBezTo>
                <a:cubicBezTo>
                  <a:pt x="747771" y="2085"/>
                  <a:pt x="757796" y="0"/>
                  <a:pt x="769793" y="0"/>
                </a:cubicBezTo>
                <a:cubicBezTo>
                  <a:pt x="785388" y="0"/>
                  <a:pt x="797570" y="3270"/>
                  <a:pt x="806338" y="9811"/>
                </a:cubicBezTo>
                <a:cubicBezTo>
                  <a:pt x="815107" y="16352"/>
                  <a:pt x="820748" y="25392"/>
                  <a:pt x="823261" y="36931"/>
                </a:cubicBezTo>
                <a:lnTo>
                  <a:pt x="798069" y="41644"/>
                </a:lnTo>
                <a:cubicBezTo>
                  <a:pt x="796299" y="35475"/>
                  <a:pt x="792971" y="30605"/>
                  <a:pt x="788087" y="27034"/>
                </a:cubicBezTo>
                <a:cubicBezTo>
                  <a:pt x="783203" y="23464"/>
                  <a:pt x="777105" y="21679"/>
                  <a:pt x="769793" y="21679"/>
                </a:cubicBezTo>
                <a:cubicBezTo>
                  <a:pt x="758710" y="21679"/>
                  <a:pt x="749899" y="25192"/>
                  <a:pt x="743358" y="32218"/>
                </a:cubicBezTo>
                <a:cubicBezTo>
                  <a:pt x="736817" y="39245"/>
                  <a:pt x="733547" y="49670"/>
                  <a:pt x="733547" y="63494"/>
                </a:cubicBezTo>
                <a:cubicBezTo>
                  <a:pt x="733547" y="78404"/>
                  <a:pt x="736860" y="89586"/>
                  <a:pt x="743487" y="97041"/>
                </a:cubicBezTo>
                <a:cubicBezTo>
                  <a:pt x="750113" y="104496"/>
                  <a:pt x="758796" y="108223"/>
                  <a:pt x="769535" y="108223"/>
                </a:cubicBezTo>
                <a:cubicBezTo>
                  <a:pt x="774848" y="108223"/>
                  <a:pt x="780175" y="107181"/>
                  <a:pt x="785516" y="105096"/>
                </a:cubicBezTo>
                <a:cubicBezTo>
                  <a:pt x="790857" y="103011"/>
                  <a:pt x="795442" y="100483"/>
                  <a:pt x="799269" y="97512"/>
                </a:cubicBezTo>
                <a:lnTo>
                  <a:pt x="799269" y="81574"/>
                </a:lnTo>
                <a:lnTo>
                  <a:pt x="770221" y="81574"/>
                </a:lnTo>
                <a:close/>
                <a:moveTo>
                  <a:pt x="842377" y="80975"/>
                </a:moveTo>
                <a:cubicBezTo>
                  <a:pt x="842377" y="72977"/>
                  <a:pt x="844348" y="65237"/>
                  <a:pt x="848290" y="57753"/>
                </a:cubicBezTo>
                <a:cubicBezTo>
                  <a:pt x="852231" y="50270"/>
                  <a:pt x="857815" y="44557"/>
                  <a:pt x="865042" y="40616"/>
                </a:cubicBezTo>
                <a:cubicBezTo>
                  <a:pt x="872268" y="36674"/>
                  <a:pt x="880337" y="34703"/>
                  <a:pt x="889248" y="34703"/>
                </a:cubicBezTo>
                <a:cubicBezTo>
                  <a:pt x="903015" y="34703"/>
                  <a:pt x="914298" y="39173"/>
                  <a:pt x="923095" y="48113"/>
                </a:cubicBezTo>
                <a:cubicBezTo>
                  <a:pt x="931892" y="57054"/>
                  <a:pt x="936291" y="68350"/>
                  <a:pt x="936291" y="82003"/>
                </a:cubicBezTo>
                <a:cubicBezTo>
                  <a:pt x="936291" y="95770"/>
                  <a:pt x="931849" y="107181"/>
                  <a:pt x="922966" y="116235"/>
                </a:cubicBezTo>
                <a:cubicBezTo>
                  <a:pt x="914083" y="125289"/>
                  <a:pt x="902901" y="129816"/>
                  <a:pt x="889420" y="129816"/>
                </a:cubicBezTo>
                <a:cubicBezTo>
                  <a:pt x="881079" y="129816"/>
                  <a:pt x="873125" y="127931"/>
                  <a:pt x="865556" y="124161"/>
                </a:cubicBezTo>
                <a:cubicBezTo>
                  <a:pt x="857987" y="120391"/>
                  <a:pt x="852231" y="114864"/>
                  <a:pt x="848290" y="107581"/>
                </a:cubicBezTo>
                <a:cubicBezTo>
                  <a:pt x="844348" y="100297"/>
                  <a:pt x="842377" y="91428"/>
                  <a:pt x="842377" y="80975"/>
                </a:cubicBezTo>
                <a:moveTo>
                  <a:pt x="867055" y="82260"/>
                </a:moveTo>
                <a:cubicBezTo>
                  <a:pt x="867055" y="91286"/>
                  <a:pt x="869197" y="98198"/>
                  <a:pt x="873482" y="102996"/>
                </a:cubicBezTo>
                <a:cubicBezTo>
                  <a:pt x="877766" y="107795"/>
                  <a:pt x="883050" y="110194"/>
                  <a:pt x="889334" y="110194"/>
                </a:cubicBezTo>
                <a:cubicBezTo>
                  <a:pt x="895618" y="110194"/>
                  <a:pt x="900888" y="107795"/>
                  <a:pt x="905143" y="102996"/>
                </a:cubicBezTo>
                <a:cubicBezTo>
                  <a:pt x="909399" y="98198"/>
                  <a:pt x="911527" y="91229"/>
                  <a:pt x="911527" y="82089"/>
                </a:cubicBezTo>
                <a:cubicBezTo>
                  <a:pt x="911527" y="73177"/>
                  <a:pt x="909399" y="66322"/>
                  <a:pt x="905143" y="61524"/>
                </a:cubicBezTo>
                <a:cubicBezTo>
                  <a:pt x="900888" y="56725"/>
                  <a:pt x="895618" y="54326"/>
                  <a:pt x="889334" y="54326"/>
                </a:cubicBezTo>
                <a:cubicBezTo>
                  <a:pt x="883050" y="54326"/>
                  <a:pt x="877766" y="56725"/>
                  <a:pt x="873482" y="61524"/>
                </a:cubicBezTo>
                <a:cubicBezTo>
                  <a:pt x="869197" y="66322"/>
                  <a:pt x="867055" y="73234"/>
                  <a:pt x="867055" y="82260"/>
                </a:cubicBezTo>
                <a:close/>
                <a:moveTo>
                  <a:pt x="972621" y="64523"/>
                </a:moveTo>
                <a:lnTo>
                  <a:pt x="950770" y="60581"/>
                </a:lnTo>
                <a:cubicBezTo>
                  <a:pt x="953227" y="51784"/>
                  <a:pt x="957454" y="45272"/>
                  <a:pt x="963452" y="41044"/>
                </a:cubicBezTo>
                <a:cubicBezTo>
                  <a:pt x="969450" y="36817"/>
                  <a:pt x="978362" y="34703"/>
                  <a:pt x="990187" y="34703"/>
                </a:cubicBezTo>
                <a:cubicBezTo>
                  <a:pt x="1000926" y="34703"/>
                  <a:pt x="1008924" y="35974"/>
                  <a:pt x="1014179" y="38516"/>
                </a:cubicBezTo>
                <a:cubicBezTo>
                  <a:pt x="1019435" y="41059"/>
                  <a:pt x="1023133" y="44286"/>
                  <a:pt x="1025276" y="48199"/>
                </a:cubicBezTo>
                <a:cubicBezTo>
                  <a:pt x="1027418" y="52112"/>
                  <a:pt x="1028489" y="59296"/>
                  <a:pt x="1028489" y="69750"/>
                </a:cubicBezTo>
                <a:lnTo>
                  <a:pt x="1028232" y="97855"/>
                </a:lnTo>
                <a:cubicBezTo>
                  <a:pt x="1028232" y="105853"/>
                  <a:pt x="1028617" y="111751"/>
                  <a:pt x="1029389" y="115549"/>
                </a:cubicBezTo>
                <a:cubicBezTo>
                  <a:pt x="1030160" y="119348"/>
                  <a:pt x="1031602" y="123418"/>
                  <a:pt x="1033716" y="127760"/>
                </a:cubicBezTo>
                <a:lnTo>
                  <a:pt x="1009895" y="127760"/>
                </a:lnTo>
                <a:cubicBezTo>
                  <a:pt x="1009266" y="126160"/>
                  <a:pt x="1008495" y="123790"/>
                  <a:pt x="1007581" y="120648"/>
                </a:cubicBezTo>
                <a:cubicBezTo>
                  <a:pt x="1007181" y="119220"/>
                  <a:pt x="1006896" y="118277"/>
                  <a:pt x="1006724" y="117820"/>
                </a:cubicBezTo>
                <a:cubicBezTo>
                  <a:pt x="1002611" y="121819"/>
                  <a:pt x="998213" y="124818"/>
                  <a:pt x="993528" y="126817"/>
                </a:cubicBezTo>
                <a:cubicBezTo>
                  <a:pt x="988844" y="128817"/>
                  <a:pt x="983846" y="129816"/>
                  <a:pt x="978533" y="129816"/>
                </a:cubicBezTo>
                <a:cubicBezTo>
                  <a:pt x="969165" y="129816"/>
                  <a:pt x="961781" y="127274"/>
                  <a:pt x="956383" y="122190"/>
                </a:cubicBezTo>
                <a:cubicBezTo>
                  <a:pt x="950985" y="117106"/>
                  <a:pt x="948285" y="110680"/>
                  <a:pt x="948285" y="102911"/>
                </a:cubicBezTo>
                <a:cubicBezTo>
                  <a:pt x="948285" y="97769"/>
                  <a:pt x="949514" y="93185"/>
                  <a:pt x="951970" y="89158"/>
                </a:cubicBezTo>
                <a:cubicBezTo>
                  <a:pt x="954426" y="85130"/>
                  <a:pt x="957868" y="82046"/>
                  <a:pt x="962295" y="79904"/>
                </a:cubicBezTo>
                <a:cubicBezTo>
                  <a:pt x="966723" y="77761"/>
                  <a:pt x="973106" y="75890"/>
                  <a:pt x="981446" y="74291"/>
                </a:cubicBezTo>
                <a:cubicBezTo>
                  <a:pt x="992700" y="72177"/>
                  <a:pt x="1000498" y="70207"/>
                  <a:pt x="1004839" y="68379"/>
                </a:cubicBezTo>
                <a:lnTo>
                  <a:pt x="1004839" y="65979"/>
                </a:lnTo>
                <a:cubicBezTo>
                  <a:pt x="1004839" y="61352"/>
                  <a:pt x="1003697" y="58053"/>
                  <a:pt x="1001412" y="56082"/>
                </a:cubicBezTo>
                <a:cubicBezTo>
                  <a:pt x="999127" y="54112"/>
                  <a:pt x="994814" y="53126"/>
                  <a:pt x="988473" y="53126"/>
                </a:cubicBezTo>
                <a:cubicBezTo>
                  <a:pt x="984188" y="53126"/>
                  <a:pt x="980847" y="53969"/>
                  <a:pt x="978447" y="55654"/>
                </a:cubicBezTo>
                <a:cubicBezTo>
                  <a:pt x="976048" y="57339"/>
                  <a:pt x="974106" y="60295"/>
                  <a:pt x="972621" y="64523"/>
                </a:cubicBezTo>
                <a:moveTo>
                  <a:pt x="1004839" y="84059"/>
                </a:moveTo>
                <a:cubicBezTo>
                  <a:pt x="1001754" y="85088"/>
                  <a:pt x="996870" y="86316"/>
                  <a:pt x="990187" y="87744"/>
                </a:cubicBezTo>
                <a:cubicBezTo>
                  <a:pt x="983503" y="89172"/>
                  <a:pt x="979133" y="90572"/>
                  <a:pt x="977076" y="91943"/>
                </a:cubicBezTo>
                <a:cubicBezTo>
                  <a:pt x="973935" y="94170"/>
                  <a:pt x="972364" y="96998"/>
                  <a:pt x="972364" y="100426"/>
                </a:cubicBezTo>
                <a:cubicBezTo>
                  <a:pt x="972364" y="103796"/>
                  <a:pt x="973620" y="106709"/>
                  <a:pt x="976134" y="109166"/>
                </a:cubicBezTo>
                <a:cubicBezTo>
                  <a:pt x="978647" y="111622"/>
                  <a:pt x="981846" y="112850"/>
                  <a:pt x="985731" y="112850"/>
                </a:cubicBezTo>
                <a:cubicBezTo>
                  <a:pt x="990072" y="112850"/>
                  <a:pt x="994214" y="111422"/>
                  <a:pt x="998156" y="108566"/>
                </a:cubicBezTo>
                <a:cubicBezTo>
                  <a:pt x="1001069" y="106395"/>
                  <a:pt x="1002983" y="103739"/>
                  <a:pt x="1003897" y="100597"/>
                </a:cubicBezTo>
                <a:cubicBezTo>
                  <a:pt x="1004525" y="98541"/>
                  <a:pt x="1004839" y="94627"/>
                  <a:pt x="1004839" y="88858"/>
                </a:cubicBezTo>
                <a:lnTo>
                  <a:pt x="1004839" y="84059"/>
                </a:lnTo>
                <a:close/>
                <a:moveTo>
                  <a:pt x="1051653" y="127760"/>
                </a:moveTo>
                <a:lnTo>
                  <a:pt x="1051653" y="2142"/>
                </a:lnTo>
                <a:lnTo>
                  <a:pt x="1075731" y="2142"/>
                </a:lnTo>
                <a:lnTo>
                  <a:pt x="1075731" y="127760"/>
                </a:lnTo>
                <a:lnTo>
                  <a:pt x="1051653" y="127760"/>
                </a:lnTo>
                <a:close/>
                <a:moveTo>
                  <a:pt x="1147313" y="133758"/>
                </a:moveTo>
                <a:lnTo>
                  <a:pt x="1174819" y="137100"/>
                </a:lnTo>
                <a:cubicBezTo>
                  <a:pt x="1175276" y="140299"/>
                  <a:pt x="1176333" y="142498"/>
                  <a:pt x="1177989" y="143698"/>
                </a:cubicBezTo>
                <a:cubicBezTo>
                  <a:pt x="1180274" y="145412"/>
                  <a:pt x="1183873" y="146268"/>
                  <a:pt x="1188786" y="146268"/>
                </a:cubicBezTo>
                <a:cubicBezTo>
                  <a:pt x="1195070" y="146268"/>
                  <a:pt x="1199782" y="145326"/>
                  <a:pt x="1202924" y="143441"/>
                </a:cubicBezTo>
                <a:cubicBezTo>
                  <a:pt x="1205038" y="142184"/>
                  <a:pt x="1206637" y="140156"/>
                  <a:pt x="1207723" y="137357"/>
                </a:cubicBezTo>
                <a:cubicBezTo>
                  <a:pt x="1208465" y="135358"/>
                  <a:pt x="1208837" y="131673"/>
                  <a:pt x="1208837" y="126303"/>
                </a:cubicBezTo>
                <a:lnTo>
                  <a:pt x="1208837" y="113022"/>
                </a:lnTo>
                <a:cubicBezTo>
                  <a:pt x="1201639" y="122847"/>
                  <a:pt x="1192556" y="127760"/>
                  <a:pt x="1181588" y="127760"/>
                </a:cubicBezTo>
                <a:cubicBezTo>
                  <a:pt x="1169363" y="127760"/>
                  <a:pt x="1159681" y="122590"/>
                  <a:pt x="1152540" y="112251"/>
                </a:cubicBezTo>
                <a:cubicBezTo>
                  <a:pt x="1146942" y="104082"/>
                  <a:pt x="1144143" y="93913"/>
                  <a:pt x="1144143" y="81746"/>
                </a:cubicBezTo>
                <a:cubicBezTo>
                  <a:pt x="1144143" y="66493"/>
                  <a:pt x="1147813" y="54840"/>
                  <a:pt x="1155153" y="46785"/>
                </a:cubicBezTo>
                <a:cubicBezTo>
                  <a:pt x="1162494" y="38731"/>
                  <a:pt x="1171620" y="34703"/>
                  <a:pt x="1182531" y="34703"/>
                </a:cubicBezTo>
                <a:cubicBezTo>
                  <a:pt x="1193784" y="34703"/>
                  <a:pt x="1203067" y="39645"/>
                  <a:pt x="1210379" y="49527"/>
                </a:cubicBezTo>
                <a:lnTo>
                  <a:pt x="1210379" y="36760"/>
                </a:lnTo>
                <a:lnTo>
                  <a:pt x="1232915" y="36760"/>
                </a:lnTo>
                <a:lnTo>
                  <a:pt x="1232915" y="118420"/>
                </a:lnTo>
                <a:cubicBezTo>
                  <a:pt x="1232915" y="129159"/>
                  <a:pt x="1232029" y="137186"/>
                  <a:pt x="1230259" y="142498"/>
                </a:cubicBezTo>
                <a:cubicBezTo>
                  <a:pt x="1228488" y="147811"/>
                  <a:pt x="1226003" y="151981"/>
                  <a:pt x="1222804" y="155009"/>
                </a:cubicBezTo>
                <a:cubicBezTo>
                  <a:pt x="1219605" y="158036"/>
                  <a:pt x="1215335" y="160407"/>
                  <a:pt x="1209993" y="162121"/>
                </a:cubicBezTo>
                <a:cubicBezTo>
                  <a:pt x="1204652" y="163834"/>
                  <a:pt x="1197897" y="164691"/>
                  <a:pt x="1189728" y="164691"/>
                </a:cubicBezTo>
                <a:cubicBezTo>
                  <a:pt x="1174305" y="164691"/>
                  <a:pt x="1163365" y="162049"/>
                  <a:pt x="1156910" y="156765"/>
                </a:cubicBezTo>
                <a:cubicBezTo>
                  <a:pt x="1150455" y="151481"/>
                  <a:pt x="1147227" y="144783"/>
                  <a:pt x="1147227" y="136671"/>
                </a:cubicBezTo>
                <a:cubicBezTo>
                  <a:pt x="1147227" y="135872"/>
                  <a:pt x="1147256" y="134901"/>
                  <a:pt x="1147313" y="133758"/>
                </a:cubicBezTo>
                <a:moveTo>
                  <a:pt x="1168821" y="80375"/>
                </a:moveTo>
                <a:cubicBezTo>
                  <a:pt x="1168821" y="90029"/>
                  <a:pt x="1170691" y="97098"/>
                  <a:pt x="1174433" y="101582"/>
                </a:cubicBezTo>
                <a:cubicBezTo>
                  <a:pt x="1178175" y="106067"/>
                  <a:pt x="1182788" y="108309"/>
                  <a:pt x="1188272" y="108309"/>
                </a:cubicBezTo>
                <a:cubicBezTo>
                  <a:pt x="1194156" y="108309"/>
                  <a:pt x="1199125" y="106010"/>
                  <a:pt x="1203181" y="101411"/>
                </a:cubicBezTo>
                <a:cubicBezTo>
                  <a:pt x="1207237" y="96813"/>
                  <a:pt x="1209265" y="90000"/>
                  <a:pt x="1209265" y="80975"/>
                </a:cubicBezTo>
                <a:cubicBezTo>
                  <a:pt x="1209265" y="71549"/>
                  <a:pt x="1207323" y="64551"/>
                  <a:pt x="1203438" y="59981"/>
                </a:cubicBezTo>
                <a:cubicBezTo>
                  <a:pt x="1199554" y="55411"/>
                  <a:pt x="1194641" y="53126"/>
                  <a:pt x="1188700" y="53126"/>
                </a:cubicBezTo>
                <a:cubicBezTo>
                  <a:pt x="1182930" y="53126"/>
                  <a:pt x="1178175" y="55368"/>
                  <a:pt x="1174433" y="59853"/>
                </a:cubicBezTo>
                <a:cubicBezTo>
                  <a:pt x="1170691" y="64337"/>
                  <a:pt x="1168821" y="71178"/>
                  <a:pt x="1168821" y="80375"/>
                </a:cubicBezTo>
                <a:close/>
                <a:moveTo>
                  <a:pt x="1256219" y="24421"/>
                </a:moveTo>
                <a:lnTo>
                  <a:pt x="1256219" y="2142"/>
                </a:lnTo>
                <a:lnTo>
                  <a:pt x="1280297" y="2142"/>
                </a:lnTo>
                <a:lnTo>
                  <a:pt x="1280297" y="24421"/>
                </a:lnTo>
                <a:lnTo>
                  <a:pt x="1256219" y="24421"/>
                </a:lnTo>
                <a:moveTo>
                  <a:pt x="1256219" y="127760"/>
                </a:moveTo>
                <a:lnTo>
                  <a:pt x="1256219" y="36760"/>
                </a:lnTo>
                <a:lnTo>
                  <a:pt x="1280297" y="36760"/>
                </a:lnTo>
                <a:lnTo>
                  <a:pt x="1280297" y="127760"/>
                </a:lnTo>
                <a:lnTo>
                  <a:pt x="1256219" y="127760"/>
                </a:lnTo>
                <a:close/>
                <a:moveTo>
                  <a:pt x="1330184" y="127760"/>
                </a:moveTo>
                <a:lnTo>
                  <a:pt x="1293510" y="36760"/>
                </a:lnTo>
                <a:lnTo>
                  <a:pt x="1318788" y="36760"/>
                </a:lnTo>
                <a:lnTo>
                  <a:pt x="1335925" y="83202"/>
                </a:lnTo>
                <a:lnTo>
                  <a:pt x="1340895" y="98712"/>
                </a:lnTo>
                <a:cubicBezTo>
                  <a:pt x="1342209" y="94770"/>
                  <a:pt x="1343037" y="92171"/>
                  <a:pt x="1343380" y="90914"/>
                </a:cubicBezTo>
                <a:cubicBezTo>
                  <a:pt x="1344180" y="88344"/>
                  <a:pt x="1345037" y="85773"/>
                  <a:pt x="1345951" y="83202"/>
                </a:cubicBezTo>
                <a:lnTo>
                  <a:pt x="1363260" y="36760"/>
                </a:lnTo>
                <a:lnTo>
                  <a:pt x="1388023" y="36760"/>
                </a:lnTo>
                <a:lnTo>
                  <a:pt x="1351863" y="127760"/>
                </a:lnTo>
                <a:lnTo>
                  <a:pt x="1330184" y="127760"/>
                </a:lnTo>
                <a:close/>
                <a:moveTo>
                  <a:pt x="1454888" y="98798"/>
                </a:moveTo>
                <a:lnTo>
                  <a:pt x="1478880" y="102825"/>
                </a:lnTo>
                <a:cubicBezTo>
                  <a:pt x="1475796" y="111622"/>
                  <a:pt x="1470926" y="118320"/>
                  <a:pt x="1464271" y="122919"/>
                </a:cubicBezTo>
                <a:cubicBezTo>
                  <a:pt x="1457616" y="127517"/>
                  <a:pt x="1449290" y="129816"/>
                  <a:pt x="1439293" y="129816"/>
                </a:cubicBezTo>
                <a:cubicBezTo>
                  <a:pt x="1423469" y="129816"/>
                  <a:pt x="1411759" y="124647"/>
                  <a:pt x="1404161" y="114307"/>
                </a:cubicBezTo>
                <a:cubicBezTo>
                  <a:pt x="1398163" y="106024"/>
                  <a:pt x="1395164" y="95570"/>
                  <a:pt x="1395164" y="82945"/>
                </a:cubicBezTo>
                <a:cubicBezTo>
                  <a:pt x="1395164" y="67864"/>
                  <a:pt x="1399106" y="56054"/>
                  <a:pt x="1406989" y="47514"/>
                </a:cubicBezTo>
                <a:cubicBezTo>
                  <a:pt x="1414872" y="38973"/>
                  <a:pt x="1424840" y="34703"/>
                  <a:pt x="1436894" y="34703"/>
                </a:cubicBezTo>
                <a:cubicBezTo>
                  <a:pt x="1450432" y="34703"/>
                  <a:pt x="1461115" y="39173"/>
                  <a:pt x="1468941" y="48113"/>
                </a:cubicBezTo>
                <a:cubicBezTo>
                  <a:pt x="1476767" y="57054"/>
                  <a:pt x="1480509" y="70749"/>
                  <a:pt x="1480166" y="89201"/>
                </a:cubicBezTo>
                <a:lnTo>
                  <a:pt x="1419842" y="89201"/>
                </a:lnTo>
                <a:cubicBezTo>
                  <a:pt x="1420013" y="96341"/>
                  <a:pt x="1421955" y="101897"/>
                  <a:pt x="1425669" y="105867"/>
                </a:cubicBezTo>
                <a:cubicBezTo>
                  <a:pt x="1429382" y="109837"/>
                  <a:pt x="1434009" y="111822"/>
                  <a:pt x="1439550" y="111822"/>
                </a:cubicBezTo>
                <a:cubicBezTo>
                  <a:pt x="1443320" y="111822"/>
                  <a:pt x="1446491" y="110794"/>
                  <a:pt x="1449061" y="108737"/>
                </a:cubicBezTo>
                <a:cubicBezTo>
                  <a:pt x="1451632" y="106681"/>
                  <a:pt x="1453574" y="103368"/>
                  <a:pt x="1454888" y="98798"/>
                </a:cubicBezTo>
                <a:moveTo>
                  <a:pt x="1456259" y="74462"/>
                </a:moveTo>
                <a:cubicBezTo>
                  <a:pt x="1456088" y="67493"/>
                  <a:pt x="1454288" y="62195"/>
                  <a:pt x="1450861" y="58567"/>
                </a:cubicBezTo>
                <a:cubicBezTo>
                  <a:pt x="1447433" y="54940"/>
                  <a:pt x="1443263" y="53126"/>
                  <a:pt x="1438350" y="53126"/>
                </a:cubicBezTo>
                <a:cubicBezTo>
                  <a:pt x="1433095" y="53126"/>
                  <a:pt x="1428753" y="55040"/>
                  <a:pt x="1425326" y="58867"/>
                </a:cubicBezTo>
                <a:cubicBezTo>
                  <a:pt x="1421898" y="62695"/>
                  <a:pt x="1420213" y="67893"/>
                  <a:pt x="1420270" y="74462"/>
                </a:cubicBezTo>
                <a:lnTo>
                  <a:pt x="1456259" y="74462"/>
                </a:lnTo>
                <a:close/>
                <a:moveTo>
                  <a:pt x="1581992" y="127760"/>
                </a:moveTo>
                <a:lnTo>
                  <a:pt x="1557914" y="127760"/>
                </a:lnTo>
                <a:lnTo>
                  <a:pt x="1557914" y="81317"/>
                </a:lnTo>
                <a:cubicBezTo>
                  <a:pt x="1557914" y="71492"/>
                  <a:pt x="1557400" y="65137"/>
                  <a:pt x="1556371" y="62252"/>
                </a:cubicBezTo>
                <a:cubicBezTo>
                  <a:pt x="1555343" y="59367"/>
                  <a:pt x="1553672" y="57125"/>
                  <a:pt x="1551359" y="55525"/>
                </a:cubicBezTo>
                <a:cubicBezTo>
                  <a:pt x="1549045" y="53926"/>
                  <a:pt x="1546260" y="53126"/>
                  <a:pt x="1543004" y="53126"/>
                </a:cubicBezTo>
                <a:cubicBezTo>
                  <a:pt x="1538834" y="53126"/>
                  <a:pt x="1535092" y="54269"/>
                  <a:pt x="1531779" y="56554"/>
                </a:cubicBezTo>
                <a:cubicBezTo>
                  <a:pt x="1528466" y="58839"/>
                  <a:pt x="1526195" y="61866"/>
                  <a:pt x="1524967" y="65637"/>
                </a:cubicBezTo>
                <a:cubicBezTo>
                  <a:pt x="1523739" y="69407"/>
                  <a:pt x="1523125" y="76376"/>
                  <a:pt x="1523125" y="86544"/>
                </a:cubicBezTo>
                <a:lnTo>
                  <a:pt x="1523125" y="127760"/>
                </a:lnTo>
                <a:lnTo>
                  <a:pt x="1499046" y="127760"/>
                </a:lnTo>
                <a:lnTo>
                  <a:pt x="1499046" y="36760"/>
                </a:lnTo>
                <a:lnTo>
                  <a:pt x="1521411" y="36760"/>
                </a:lnTo>
                <a:lnTo>
                  <a:pt x="1521411" y="50127"/>
                </a:lnTo>
                <a:cubicBezTo>
                  <a:pt x="1529351" y="39845"/>
                  <a:pt x="1539348" y="34703"/>
                  <a:pt x="1551401" y="34703"/>
                </a:cubicBezTo>
                <a:cubicBezTo>
                  <a:pt x="1556714" y="34703"/>
                  <a:pt x="1561570" y="35660"/>
                  <a:pt x="1565968" y="37574"/>
                </a:cubicBezTo>
                <a:cubicBezTo>
                  <a:pt x="1570367" y="39488"/>
                  <a:pt x="1573694" y="41930"/>
                  <a:pt x="1575951" y="44900"/>
                </a:cubicBezTo>
                <a:cubicBezTo>
                  <a:pt x="1578207" y="47871"/>
                  <a:pt x="1579778" y="51241"/>
                  <a:pt x="1580664" y="55011"/>
                </a:cubicBezTo>
                <a:cubicBezTo>
                  <a:pt x="1581549" y="58782"/>
                  <a:pt x="1581992" y="64180"/>
                  <a:pt x="1581992" y="71206"/>
                </a:cubicBezTo>
                <a:lnTo>
                  <a:pt x="1581992" y="127760"/>
                </a:lnTo>
                <a:close/>
                <a:moveTo>
                  <a:pt x="1714736" y="127760"/>
                </a:moveTo>
                <a:lnTo>
                  <a:pt x="1714736" y="114136"/>
                </a:lnTo>
                <a:cubicBezTo>
                  <a:pt x="1711422" y="118991"/>
                  <a:pt x="1707067" y="122819"/>
                  <a:pt x="1701668" y="125618"/>
                </a:cubicBezTo>
                <a:cubicBezTo>
                  <a:pt x="1696270" y="128417"/>
                  <a:pt x="1690572" y="129816"/>
                  <a:pt x="1684574" y="129816"/>
                </a:cubicBezTo>
                <a:cubicBezTo>
                  <a:pt x="1678461" y="129816"/>
                  <a:pt x="1672977" y="128474"/>
                  <a:pt x="1668122" y="125789"/>
                </a:cubicBezTo>
                <a:cubicBezTo>
                  <a:pt x="1663266" y="123104"/>
                  <a:pt x="1659753" y="119334"/>
                  <a:pt x="1657582" y="114478"/>
                </a:cubicBezTo>
                <a:cubicBezTo>
                  <a:pt x="1655411" y="109623"/>
                  <a:pt x="1654326" y="102911"/>
                  <a:pt x="1654326" y="94342"/>
                </a:cubicBezTo>
                <a:lnTo>
                  <a:pt x="1654326" y="36760"/>
                </a:lnTo>
                <a:lnTo>
                  <a:pt x="1678404" y="36760"/>
                </a:lnTo>
                <a:lnTo>
                  <a:pt x="1678404" y="78575"/>
                </a:lnTo>
                <a:cubicBezTo>
                  <a:pt x="1678404" y="91371"/>
                  <a:pt x="1678847" y="99212"/>
                  <a:pt x="1679732" y="102097"/>
                </a:cubicBezTo>
                <a:cubicBezTo>
                  <a:pt x="1680618" y="104981"/>
                  <a:pt x="1682232" y="107266"/>
                  <a:pt x="1684574" y="108952"/>
                </a:cubicBezTo>
                <a:cubicBezTo>
                  <a:pt x="1686916" y="110637"/>
                  <a:pt x="1689886" y="111479"/>
                  <a:pt x="1693485" y="111479"/>
                </a:cubicBezTo>
                <a:cubicBezTo>
                  <a:pt x="1697598" y="111479"/>
                  <a:pt x="1701283" y="110351"/>
                  <a:pt x="1704539" y="108095"/>
                </a:cubicBezTo>
                <a:cubicBezTo>
                  <a:pt x="1707795" y="105838"/>
                  <a:pt x="1710023" y="103039"/>
                  <a:pt x="1711222" y="99697"/>
                </a:cubicBezTo>
                <a:cubicBezTo>
                  <a:pt x="1712422" y="96355"/>
                  <a:pt x="1713022" y="88172"/>
                  <a:pt x="1713022" y="75148"/>
                </a:cubicBezTo>
                <a:lnTo>
                  <a:pt x="1713022" y="36760"/>
                </a:lnTo>
                <a:lnTo>
                  <a:pt x="1737100" y="36760"/>
                </a:lnTo>
                <a:lnTo>
                  <a:pt x="1737100" y="127760"/>
                </a:lnTo>
                <a:lnTo>
                  <a:pt x="1714736" y="127760"/>
                </a:lnTo>
                <a:close/>
                <a:moveTo>
                  <a:pt x="1760834" y="36760"/>
                </a:moveTo>
                <a:lnTo>
                  <a:pt x="1783284" y="36760"/>
                </a:lnTo>
                <a:lnTo>
                  <a:pt x="1783284" y="50127"/>
                </a:lnTo>
                <a:cubicBezTo>
                  <a:pt x="1786197" y="45557"/>
                  <a:pt x="1790139" y="41844"/>
                  <a:pt x="1795109" y="38988"/>
                </a:cubicBezTo>
                <a:cubicBezTo>
                  <a:pt x="1800078" y="36132"/>
                  <a:pt x="1805591" y="34703"/>
                  <a:pt x="1811646" y="34703"/>
                </a:cubicBezTo>
                <a:cubicBezTo>
                  <a:pt x="1822214" y="34703"/>
                  <a:pt x="1831183" y="38845"/>
                  <a:pt x="1838552" y="47128"/>
                </a:cubicBezTo>
                <a:cubicBezTo>
                  <a:pt x="1845921" y="55411"/>
                  <a:pt x="1849606" y="66950"/>
                  <a:pt x="1849606" y="81746"/>
                </a:cubicBezTo>
                <a:cubicBezTo>
                  <a:pt x="1849606" y="96941"/>
                  <a:pt x="1845893" y="108752"/>
                  <a:pt x="1838466" y="117178"/>
                </a:cubicBezTo>
                <a:cubicBezTo>
                  <a:pt x="1831040" y="125603"/>
                  <a:pt x="1822043" y="129816"/>
                  <a:pt x="1811475" y="129816"/>
                </a:cubicBezTo>
                <a:cubicBezTo>
                  <a:pt x="1806448" y="129816"/>
                  <a:pt x="1801892" y="128817"/>
                  <a:pt x="1797808" y="126817"/>
                </a:cubicBezTo>
                <a:cubicBezTo>
                  <a:pt x="1793723" y="124818"/>
                  <a:pt x="1789425" y="121391"/>
                  <a:pt x="1784912" y="116535"/>
                </a:cubicBezTo>
                <a:lnTo>
                  <a:pt x="1784912" y="162378"/>
                </a:lnTo>
                <a:lnTo>
                  <a:pt x="1760834" y="162378"/>
                </a:lnTo>
                <a:lnTo>
                  <a:pt x="1760834" y="36760"/>
                </a:lnTo>
                <a:moveTo>
                  <a:pt x="1784655" y="80718"/>
                </a:moveTo>
                <a:cubicBezTo>
                  <a:pt x="1784655" y="90943"/>
                  <a:pt x="1786683" y="98498"/>
                  <a:pt x="1790739" y="103382"/>
                </a:cubicBezTo>
                <a:cubicBezTo>
                  <a:pt x="1794794" y="108266"/>
                  <a:pt x="1799736" y="110708"/>
                  <a:pt x="1805562" y="110708"/>
                </a:cubicBezTo>
                <a:cubicBezTo>
                  <a:pt x="1811161" y="110708"/>
                  <a:pt x="1815816" y="108466"/>
                  <a:pt x="1819530" y="103982"/>
                </a:cubicBezTo>
                <a:cubicBezTo>
                  <a:pt x="1823243" y="99497"/>
                  <a:pt x="1825099" y="92143"/>
                  <a:pt x="1825099" y="81917"/>
                </a:cubicBezTo>
                <a:cubicBezTo>
                  <a:pt x="1825099" y="72377"/>
                  <a:pt x="1823186" y="65294"/>
                  <a:pt x="1819358" y="60667"/>
                </a:cubicBezTo>
                <a:cubicBezTo>
                  <a:pt x="1815531" y="56040"/>
                  <a:pt x="1810789" y="53726"/>
                  <a:pt x="1805134" y="53726"/>
                </a:cubicBezTo>
                <a:cubicBezTo>
                  <a:pt x="1799250" y="53726"/>
                  <a:pt x="1794366" y="55997"/>
                  <a:pt x="1790482" y="60538"/>
                </a:cubicBezTo>
                <a:cubicBezTo>
                  <a:pt x="1786597" y="65080"/>
                  <a:pt x="1784655" y="71806"/>
                  <a:pt x="1784655" y="80718"/>
                </a:cubicBezTo>
                <a:close/>
                <a:moveTo>
                  <a:pt x="1951658" y="127760"/>
                </a:moveTo>
                <a:lnTo>
                  <a:pt x="1929293" y="127760"/>
                </a:lnTo>
                <a:lnTo>
                  <a:pt x="1929293" y="114393"/>
                </a:lnTo>
                <a:cubicBezTo>
                  <a:pt x="1925580" y="119591"/>
                  <a:pt x="1921196" y="123461"/>
                  <a:pt x="1916140" y="126003"/>
                </a:cubicBezTo>
                <a:cubicBezTo>
                  <a:pt x="1911085" y="128545"/>
                  <a:pt x="1905986" y="129816"/>
                  <a:pt x="1900845" y="129816"/>
                </a:cubicBezTo>
                <a:cubicBezTo>
                  <a:pt x="1890391" y="129816"/>
                  <a:pt x="1881437" y="125603"/>
                  <a:pt x="1873982" y="117178"/>
                </a:cubicBezTo>
                <a:cubicBezTo>
                  <a:pt x="1866527" y="108752"/>
                  <a:pt x="1862800" y="96998"/>
                  <a:pt x="1862800" y="81917"/>
                </a:cubicBezTo>
                <a:cubicBezTo>
                  <a:pt x="1862800" y="66493"/>
                  <a:pt x="1866427" y="54769"/>
                  <a:pt x="1873682" y="46742"/>
                </a:cubicBezTo>
                <a:cubicBezTo>
                  <a:pt x="1880937" y="38716"/>
                  <a:pt x="1890106" y="34703"/>
                  <a:pt x="1901188" y="34703"/>
                </a:cubicBezTo>
                <a:cubicBezTo>
                  <a:pt x="1911356" y="34703"/>
                  <a:pt x="1920153" y="38931"/>
                  <a:pt x="1927580" y="47385"/>
                </a:cubicBezTo>
                <a:lnTo>
                  <a:pt x="1927580" y="2142"/>
                </a:lnTo>
                <a:lnTo>
                  <a:pt x="1951658" y="2142"/>
                </a:lnTo>
                <a:lnTo>
                  <a:pt x="1951658" y="127760"/>
                </a:lnTo>
                <a:moveTo>
                  <a:pt x="1887392" y="80289"/>
                </a:moveTo>
                <a:cubicBezTo>
                  <a:pt x="1887392" y="90000"/>
                  <a:pt x="1888735" y="97027"/>
                  <a:pt x="1891419" y="101368"/>
                </a:cubicBezTo>
                <a:cubicBezTo>
                  <a:pt x="1895304" y="107652"/>
                  <a:pt x="1900731" y="110794"/>
                  <a:pt x="1907700" y="110794"/>
                </a:cubicBezTo>
                <a:cubicBezTo>
                  <a:pt x="1913241" y="110794"/>
                  <a:pt x="1917954" y="108437"/>
                  <a:pt x="1921839" y="103725"/>
                </a:cubicBezTo>
                <a:cubicBezTo>
                  <a:pt x="1925723" y="99012"/>
                  <a:pt x="1927665" y="91971"/>
                  <a:pt x="1927665" y="82603"/>
                </a:cubicBezTo>
                <a:cubicBezTo>
                  <a:pt x="1927665" y="72149"/>
                  <a:pt x="1925780" y="64623"/>
                  <a:pt x="1922010" y="60024"/>
                </a:cubicBezTo>
                <a:cubicBezTo>
                  <a:pt x="1918240" y="55425"/>
                  <a:pt x="1913413" y="53126"/>
                  <a:pt x="1907529" y="53126"/>
                </a:cubicBezTo>
                <a:cubicBezTo>
                  <a:pt x="1901816" y="53126"/>
                  <a:pt x="1897032" y="55397"/>
                  <a:pt x="1893176" y="59938"/>
                </a:cubicBezTo>
                <a:cubicBezTo>
                  <a:pt x="1889320" y="64480"/>
                  <a:pt x="1887392" y="71263"/>
                  <a:pt x="1887392" y="80289"/>
                </a:cubicBezTo>
                <a:close/>
                <a:moveTo>
                  <a:pt x="1992872" y="64523"/>
                </a:moveTo>
                <a:lnTo>
                  <a:pt x="1971021" y="60581"/>
                </a:lnTo>
                <a:cubicBezTo>
                  <a:pt x="1973478" y="51784"/>
                  <a:pt x="1977705" y="45272"/>
                  <a:pt x="1983703" y="41044"/>
                </a:cubicBezTo>
                <a:cubicBezTo>
                  <a:pt x="1989701" y="36817"/>
                  <a:pt x="1998613" y="34703"/>
                  <a:pt x="2010438" y="34703"/>
                </a:cubicBezTo>
                <a:cubicBezTo>
                  <a:pt x="2021177" y="34703"/>
                  <a:pt x="2029175" y="35974"/>
                  <a:pt x="2034430" y="38516"/>
                </a:cubicBezTo>
                <a:cubicBezTo>
                  <a:pt x="2039686" y="41059"/>
                  <a:pt x="2043384" y="44286"/>
                  <a:pt x="2045527" y="48199"/>
                </a:cubicBezTo>
                <a:cubicBezTo>
                  <a:pt x="2047669" y="52112"/>
                  <a:pt x="2048740" y="59296"/>
                  <a:pt x="2048740" y="69750"/>
                </a:cubicBezTo>
                <a:lnTo>
                  <a:pt x="2048483" y="97855"/>
                </a:lnTo>
                <a:cubicBezTo>
                  <a:pt x="2048483" y="105853"/>
                  <a:pt x="2048868" y="111751"/>
                  <a:pt x="2049640" y="115549"/>
                </a:cubicBezTo>
                <a:cubicBezTo>
                  <a:pt x="2050411" y="119348"/>
                  <a:pt x="2051853" y="123418"/>
                  <a:pt x="2053967" y="127760"/>
                </a:cubicBezTo>
                <a:lnTo>
                  <a:pt x="2030146" y="127760"/>
                </a:lnTo>
                <a:cubicBezTo>
                  <a:pt x="2029517" y="126160"/>
                  <a:pt x="2028746" y="123790"/>
                  <a:pt x="2027832" y="120648"/>
                </a:cubicBezTo>
                <a:cubicBezTo>
                  <a:pt x="2027432" y="119220"/>
                  <a:pt x="2027147" y="118277"/>
                  <a:pt x="2026975" y="117820"/>
                </a:cubicBezTo>
                <a:cubicBezTo>
                  <a:pt x="2022862" y="121819"/>
                  <a:pt x="2018464" y="124818"/>
                  <a:pt x="2013779" y="126817"/>
                </a:cubicBezTo>
                <a:cubicBezTo>
                  <a:pt x="2009095" y="128817"/>
                  <a:pt x="2004097" y="129816"/>
                  <a:pt x="1998784" y="129816"/>
                </a:cubicBezTo>
                <a:cubicBezTo>
                  <a:pt x="1989416" y="129816"/>
                  <a:pt x="1982032" y="127274"/>
                  <a:pt x="1976634" y="122190"/>
                </a:cubicBezTo>
                <a:cubicBezTo>
                  <a:pt x="1971236" y="117106"/>
                  <a:pt x="1968536" y="110680"/>
                  <a:pt x="1968536" y="102911"/>
                </a:cubicBezTo>
                <a:cubicBezTo>
                  <a:pt x="1968536" y="97769"/>
                  <a:pt x="1969765" y="93185"/>
                  <a:pt x="1972221" y="89158"/>
                </a:cubicBezTo>
                <a:cubicBezTo>
                  <a:pt x="1974677" y="85130"/>
                  <a:pt x="1978119" y="82046"/>
                  <a:pt x="1982546" y="79904"/>
                </a:cubicBezTo>
                <a:cubicBezTo>
                  <a:pt x="1986973" y="77761"/>
                  <a:pt x="1993357" y="75890"/>
                  <a:pt x="2001697" y="74291"/>
                </a:cubicBezTo>
                <a:cubicBezTo>
                  <a:pt x="2012951" y="72177"/>
                  <a:pt x="2020749" y="70207"/>
                  <a:pt x="2025090" y="68379"/>
                </a:cubicBezTo>
                <a:lnTo>
                  <a:pt x="2025090" y="65979"/>
                </a:lnTo>
                <a:cubicBezTo>
                  <a:pt x="2025090" y="61352"/>
                  <a:pt x="2023948" y="58053"/>
                  <a:pt x="2021663" y="56082"/>
                </a:cubicBezTo>
                <a:cubicBezTo>
                  <a:pt x="2019378" y="54112"/>
                  <a:pt x="2015065" y="53126"/>
                  <a:pt x="2008724" y="53126"/>
                </a:cubicBezTo>
                <a:cubicBezTo>
                  <a:pt x="2004439" y="53126"/>
                  <a:pt x="2001098" y="53969"/>
                  <a:pt x="1998698" y="55654"/>
                </a:cubicBezTo>
                <a:cubicBezTo>
                  <a:pt x="1996299" y="57339"/>
                  <a:pt x="1994357" y="60295"/>
                  <a:pt x="1992872" y="64523"/>
                </a:cubicBezTo>
                <a:moveTo>
                  <a:pt x="2025090" y="84059"/>
                </a:moveTo>
                <a:cubicBezTo>
                  <a:pt x="2022005" y="85088"/>
                  <a:pt x="2017121" y="86316"/>
                  <a:pt x="2010438" y="87744"/>
                </a:cubicBezTo>
                <a:cubicBezTo>
                  <a:pt x="2003754" y="89172"/>
                  <a:pt x="1999384" y="90572"/>
                  <a:pt x="1997327" y="91943"/>
                </a:cubicBezTo>
                <a:cubicBezTo>
                  <a:pt x="1994185" y="94170"/>
                  <a:pt x="1992615" y="96998"/>
                  <a:pt x="1992615" y="100426"/>
                </a:cubicBezTo>
                <a:cubicBezTo>
                  <a:pt x="1992615" y="103796"/>
                  <a:pt x="1993871" y="106709"/>
                  <a:pt x="1996385" y="109166"/>
                </a:cubicBezTo>
                <a:cubicBezTo>
                  <a:pt x="1998898" y="111622"/>
                  <a:pt x="2002097" y="112850"/>
                  <a:pt x="2005982" y="112850"/>
                </a:cubicBezTo>
                <a:cubicBezTo>
                  <a:pt x="2010323" y="112850"/>
                  <a:pt x="2014465" y="111422"/>
                  <a:pt x="2018406" y="108566"/>
                </a:cubicBezTo>
                <a:cubicBezTo>
                  <a:pt x="2021320" y="106395"/>
                  <a:pt x="2023234" y="103739"/>
                  <a:pt x="2024148" y="100597"/>
                </a:cubicBezTo>
                <a:cubicBezTo>
                  <a:pt x="2024776" y="98541"/>
                  <a:pt x="2025090" y="94627"/>
                  <a:pt x="2025090" y="88858"/>
                </a:cubicBezTo>
                <a:lnTo>
                  <a:pt x="2025090" y="84059"/>
                </a:lnTo>
                <a:close/>
                <a:moveTo>
                  <a:pt x="2113635" y="36760"/>
                </a:moveTo>
                <a:lnTo>
                  <a:pt x="2113635" y="55954"/>
                </a:lnTo>
                <a:lnTo>
                  <a:pt x="2097183" y="55954"/>
                </a:lnTo>
                <a:lnTo>
                  <a:pt x="2097183" y="92628"/>
                </a:lnTo>
                <a:cubicBezTo>
                  <a:pt x="2097183" y="100054"/>
                  <a:pt x="2097340" y="104382"/>
                  <a:pt x="2097654" y="105610"/>
                </a:cubicBezTo>
                <a:cubicBezTo>
                  <a:pt x="2097969" y="106838"/>
                  <a:pt x="2098683" y="107852"/>
                  <a:pt x="2099797" y="108652"/>
                </a:cubicBezTo>
                <a:cubicBezTo>
                  <a:pt x="2100911" y="109451"/>
                  <a:pt x="2102267" y="109851"/>
                  <a:pt x="2103867" y="109851"/>
                </a:cubicBezTo>
                <a:cubicBezTo>
                  <a:pt x="2106095" y="109851"/>
                  <a:pt x="2109322" y="109080"/>
                  <a:pt x="2113549" y="107538"/>
                </a:cubicBezTo>
                <a:lnTo>
                  <a:pt x="2115606" y="126218"/>
                </a:lnTo>
                <a:cubicBezTo>
                  <a:pt x="2110008" y="128617"/>
                  <a:pt x="2103667" y="129816"/>
                  <a:pt x="2096583" y="129816"/>
                </a:cubicBezTo>
                <a:cubicBezTo>
                  <a:pt x="2092242" y="129816"/>
                  <a:pt x="2088329" y="129088"/>
                  <a:pt x="2084844" y="127631"/>
                </a:cubicBezTo>
                <a:cubicBezTo>
                  <a:pt x="2081360" y="126175"/>
                  <a:pt x="2078803" y="124290"/>
                  <a:pt x="2077175" y="121976"/>
                </a:cubicBezTo>
                <a:cubicBezTo>
                  <a:pt x="2075547" y="119662"/>
                  <a:pt x="2074419" y="116535"/>
                  <a:pt x="2073791" y="112593"/>
                </a:cubicBezTo>
                <a:cubicBezTo>
                  <a:pt x="2073276" y="109794"/>
                  <a:pt x="2073019" y="104139"/>
                  <a:pt x="2073019" y="95627"/>
                </a:cubicBezTo>
                <a:lnTo>
                  <a:pt x="2073019" y="55954"/>
                </a:lnTo>
                <a:lnTo>
                  <a:pt x="2061966" y="55954"/>
                </a:lnTo>
                <a:lnTo>
                  <a:pt x="2061966" y="36760"/>
                </a:lnTo>
                <a:lnTo>
                  <a:pt x="2073019" y="36760"/>
                </a:lnTo>
                <a:lnTo>
                  <a:pt x="2073019" y="18680"/>
                </a:lnTo>
                <a:lnTo>
                  <a:pt x="2097183" y="4627"/>
                </a:lnTo>
                <a:lnTo>
                  <a:pt x="2097183" y="36760"/>
                </a:lnTo>
                <a:lnTo>
                  <a:pt x="2113635" y="36760"/>
                </a:lnTo>
                <a:close/>
                <a:moveTo>
                  <a:pt x="2183198" y="98798"/>
                </a:moveTo>
                <a:lnTo>
                  <a:pt x="2207191" y="102825"/>
                </a:lnTo>
                <a:cubicBezTo>
                  <a:pt x="2204106" y="111622"/>
                  <a:pt x="2199236" y="118320"/>
                  <a:pt x="2192581" y="122919"/>
                </a:cubicBezTo>
                <a:cubicBezTo>
                  <a:pt x="2185926" y="127517"/>
                  <a:pt x="2177600" y="129816"/>
                  <a:pt x="2167603" y="129816"/>
                </a:cubicBezTo>
                <a:cubicBezTo>
                  <a:pt x="2151779" y="129816"/>
                  <a:pt x="2140069" y="124647"/>
                  <a:pt x="2132471" y="114307"/>
                </a:cubicBezTo>
                <a:cubicBezTo>
                  <a:pt x="2126473" y="106024"/>
                  <a:pt x="2123474" y="95570"/>
                  <a:pt x="2123474" y="82945"/>
                </a:cubicBezTo>
                <a:cubicBezTo>
                  <a:pt x="2123474" y="67864"/>
                  <a:pt x="2127416" y="56054"/>
                  <a:pt x="2135299" y="47514"/>
                </a:cubicBezTo>
                <a:cubicBezTo>
                  <a:pt x="2143182" y="38973"/>
                  <a:pt x="2153150" y="34703"/>
                  <a:pt x="2165204" y="34703"/>
                </a:cubicBezTo>
                <a:cubicBezTo>
                  <a:pt x="2178742" y="34703"/>
                  <a:pt x="2189425" y="39173"/>
                  <a:pt x="2197251" y="48113"/>
                </a:cubicBezTo>
                <a:cubicBezTo>
                  <a:pt x="2205077" y="57054"/>
                  <a:pt x="2208819" y="70749"/>
                  <a:pt x="2208476" y="89201"/>
                </a:cubicBezTo>
                <a:lnTo>
                  <a:pt x="2148152" y="89201"/>
                </a:lnTo>
                <a:cubicBezTo>
                  <a:pt x="2148323" y="96341"/>
                  <a:pt x="2150266" y="101897"/>
                  <a:pt x="2153979" y="105867"/>
                </a:cubicBezTo>
                <a:cubicBezTo>
                  <a:pt x="2157692" y="109837"/>
                  <a:pt x="2162319" y="111822"/>
                  <a:pt x="2167860" y="111822"/>
                </a:cubicBezTo>
                <a:cubicBezTo>
                  <a:pt x="2171630" y="111822"/>
                  <a:pt x="2174801" y="110794"/>
                  <a:pt x="2177371" y="108737"/>
                </a:cubicBezTo>
                <a:cubicBezTo>
                  <a:pt x="2179942" y="106681"/>
                  <a:pt x="2181884" y="103368"/>
                  <a:pt x="2183198" y="98798"/>
                </a:cubicBezTo>
                <a:moveTo>
                  <a:pt x="2184569" y="74462"/>
                </a:moveTo>
                <a:cubicBezTo>
                  <a:pt x="2184398" y="67493"/>
                  <a:pt x="2182598" y="62195"/>
                  <a:pt x="2179171" y="58567"/>
                </a:cubicBezTo>
                <a:cubicBezTo>
                  <a:pt x="2175743" y="54940"/>
                  <a:pt x="2171573" y="53126"/>
                  <a:pt x="2166661" y="53126"/>
                </a:cubicBezTo>
                <a:cubicBezTo>
                  <a:pt x="2161405" y="53126"/>
                  <a:pt x="2157064" y="55040"/>
                  <a:pt x="2153636" y="58867"/>
                </a:cubicBezTo>
                <a:cubicBezTo>
                  <a:pt x="2150209" y="62695"/>
                  <a:pt x="2148523" y="67893"/>
                  <a:pt x="2148580" y="74462"/>
                </a:cubicBezTo>
                <a:lnTo>
                  <a:pt x="2184569" y="74462"/>
                </a:lnTo>
                <a:close/>
                <a:moveTo>
                  <a:pt x="2310988" y="127760"/>
                </a:moveTo>
                <a:lnTo>
                  <a:pt x="2288623" y="127760"/>
                </a:lnTo>
                <a:lnTo>
                  <a:pt x="2288623" y="114393"/>
                </a:lnTo>
                <a:cubicBezTo>
                  <a:pt x="2284910" y="119591"/>
                  <a:pt x="2280526" y="123461"/>
                  <a:pt x="2275470" y="126003"/>
                </a:cubicBezTo>
                <a:cubicBezTo>
                  <a:pt x="2270415" y="128545"/>
                  <a:pt x="2265316" y="129816"/>
                  <a:pt x="2260175" y="129816"/>
                </a:cubicBezTo>
                <a:cubicBezTo>
                  <a:pt x="2249721" y="129816"/>
                  <a:pt x="2240767" y="125603"/>
                  <a:pt x="2233312" y="117178"/>
                </a:cubicBezTo>
                <a:cubicBezTo>
                  <a:pt x="2225857" y="108752"/>
                  <a:pt x="2222130" y="96998"/>
                  <a:pt x="2222130" y="81917"/>
                </a:cubicBezTo>
                <a:cubicBezTo>
                  <a:pt x="2222130" y="66493"/>
                  <a:pt x="2225757" y="54769"/>
                  <a:pt x="2233012" y="46742"/>
                </a:cubicBezTo>
                <a:cubicBezTo>
                  <a:pt x="2240267" y="38716"/>
                  <a:pt x="2249435" y="34703"/>
                  <a:pt x="2260518" y="34703"/>
                </a:cubicBezTo>
                <a:cubicBezTo>
                  <a:pt x="2270686" y="34703"/>
                  <a:pt x="2279483" y="38931"/>
                  <a:pt x="2286909" y="47385"/>
                </a:cubicBezTo>
                <a:lnTo>
                  <a:pt x="2286909" y="2142"/>
                </a:lnTo>
                <a:lnTo>
                  <a:pt x="2310988" y="2142"/>
                </a:lnTo>
                <a:lnTo>
                  <a:pt x="2310988" y="127760"/>
                </a:lnTo>
                <a:moveTo>
                  <a:pt x="2246722" y="80289"/>
                </a:moveTo>
                <a:cubicBezTo>
                  <a:pt x="2246722" y="90000"/>
                  <a:pt x="2248064" y="97027"/>
                  <a:pt x="2250749" y="101368"/>
                </a:cubicBezTo>
                <a:cubicBezTo>
                  <a:pt x="2254634" y="107652"/>
                  <a:pt x="2260061" y="110794"/>
                  <a:pt x="2267030" y="110794"/>
                </a:cubicBezTo>
                <a:cubicBezTo>
                  <a:pt x="2272571" y="110794"/>
                  <a:pt x="2277284" y="108437"/>
                  <a:pt x="2281168" y="103725"/>
                </a:cubicBezTo>
                <a:cubicBezTo>
                  <a:pt x="2285053" y="99012"/>
                  <a:pt x="2286995" y="91971"/>
                  <a:pt x="2286995" y="82603"/>
                </a:cubicBezTo>
                <a:cubicBezTo>
                  <a:pt x="2286995" y="72149"/>
                  <a:pt x="2285110" y="64623"/>
                  <a:pt x="2281340" y="60024"/>
                </a:cubicBezTo>
                <a:cubicBezTo>
                  <a:pt x="2277569" y="55425"/>
                  <a:pt x="2272742" y="53126"/>
                  <a:pt x="2266859" y="53126"/>
                </a:cubicBezTo>
                <a:cubicBezTo>
                  <a:pt x="2261146" y="53126"/>
                  <a:pt x="2256362" y="55397"/>
                  <a:pt x="2252506" y="59938"/>
                </a:cubicBezTo>
                <a:cubicBezTo>
                  <a:pt x="2248650" y="64480"/>
                  <a:pt x="2246722" y="71263"/>
                  <a:pt x="2246722" y="80289"/>
                </a:cubicBezTo>
                <a:close/>
                <a:moveTo>
                  <a:pt x="2382122" y="127760"/>
                </a:moveTo>
                <a:lnTo>
                  <a:pt x="2382122" y="2142"/>
                </a:lnTo>
                <a:lnTo>
                  <a:pt x="2406200" y="2142"/>
                </a:lnTo>
                <a:lnTo>
                  <a:pt x="2406200" y="47385"/>
                </a:lnTo>
                <a:cubicBezTo>
                  <a:pt x="2413626" y="38931"/>
                  <a:pt x="2422424" y="34703"/>
                  <a:pt x="2432592" y="34703"/>
                </a:cubicBezTo>
                <a:cubicBezTo>
                  <a:pt x="2443674" y="34703"/>
                  <a:pt x="2452843" y="38716"/>
                  <a:pt x="2460098" y="46742"/>
                </a:cubicBezTo>
                <a:cubicBezTo>
                  <a:pt x="2467352" y="54769"/>
                  <a:pt x="2470980" y="66294"/>
                  <a:pt x="2470980" y="81317"/>
                </a:cubicBezTo>
                <a:cubicBezTo>
                  <a:pt x="2470980" y="96855"/>
                  <a:pt x="2467281" y="108823"/>
                  <a:pt x="2459883" y="117220"/>
                </a:cubicBezTo>
                <a:cubicBezTo>
                  <a:pt x="2452486" y="125618"/>
                  <a:pt x="2443503" y="129816"/>
                  <a:pt x="2432935" y="129816"/>
                </a:cubicBezTo>
                <a:cubicBezTo>
                  <a:pt x="2427736" y="129816"/>
                  <a:pt x="2422609" y="128517"/>
                  <a:pt x="2417554" y="125918"/>
                </a:cubicBezTo>
                <a:cubicBezTo>
                  <a:pt x="2412498" y="123318"/>
                  <a:pt x="2408142" y="119477"/>
                  <a:pt x="2404486" y="114393"/>
                </a:cubicBezTo>
                <a:lnTo>
                  <a:pt x="2404486" y="127760"/>
                </a:lnTo>
                <a:lnTo>
                  <a:pt x="2382122" y="127760"/>
                </a:lnTo>
                <a:moveTo>
                  <a:pt x="2406029" y="80289"/>
                </a:moveTo>
                <a:cubicBezTo>
                  <a:pt x="2406029" y="89715"/>
                  <a:pt x="2407514" y="96684"/>
                  <a:pt x="2410485" y="101197"/>
                </a:cubicBezTo>
                <a:cubicBezTo>
                  <a:pt x="2414655" y="107595"/>
                  <a:pt x="2420196" y="110794"/>
                  <a:pt x="2427108" y="110794"/>
                </a:cubicBezTo>
                <a:cubicBezTo>
                  <a:pt x="2432421" y="110794"/>
                  <a:pt x="2436948" y="108523"/>
                  <a:pt x="2440689" y="103982"/>
                </a:cubicBezTo>
                <a:cubicBezTo>
                  <a:pt x="2444431" y="99440"/>
                  <a:pt x="2446302" y="92285"/>
                  <a:pt x="2446302" y="82517"/>
                </a:cubicBezTo>
                <a:cubicBezTo>
                  <a:pt x="2446302" y="72120"/>
                  <a:pt x="2444417" y="64623"/>
                  <a:pt x="2440647" y="60024"/>
                </a:cubicBezTo>
                <a:cubicBezTo>
                  <a:pt x="2436876" y="55425"/>
                  <a:pt x="2432049" y="53126"/>
                  <a:pt x="2426165" y="53126"/>
                </a:cubicBezTo>
                <a:cubicBezTo>
                  <a:pt x="2420396" y="53126"/>
                  <a:pt x="2415597" y="55368"/>
                  <a:pt x="2411770" y="59853"/>
                </a:cubicBezTo>
                <a:cubicBezTo>
                  <a:pt x="2407943" y="64337"/>
                  <a:pt x="2406029" y="71149"/>
                  <a:pt x="2406029" y="80289"/>
                </a:cubicBezTo>
                <a:close/>
                <a:moveTo>
                  <a:pt x="2542527" y="98798"/>
                </a:moveTo>
                <a:lnTo>
                  <a:pt x="2566520" y="102825"/>
                </a:lnTo>
                <a:cubicBezTo>
                  <a:pt x="2563435" y="111622"/>
                  <a:pt x="2558565" y="118320"/>
                  <a:pt x="2551910" y="122919"/>
                </a:cubicBezTo>
                <a:cubicBezTo>
                  <a:pt x="2545255" y="127517"/>
                  <a:pt x="2536929" y="129816"/>
                  <a:pt x="2526932" y="129816"/>
                </a:cubicBezTo>
                <a:cubicBezTo>
                  <a:pt x="2511109" y="129816"/>
                  <a:pt x="2499398" y="124647"/>
                  <a:pt x="2491800" y="114307"/>
                </a:cubicBezTo>
                <a:cubicBezTo>
                  <a:pt x="2485802" y="106024"/>
                  <a:pt x="2482803" y="95570"/>
                  <a:pt x="2482803" y="82945"/>
                </a:cubicBezTo>
                <a:cubicBezTo>
                  <a:pt x="2482803" y="67864"/>
                  <a:pt x="2486745" y="56054"/>
                  <a:pt x="2494628" y="47514"/>
                </a:cubicBezTo>
                <a:cubicBezTo>
                  <a:pt x="2502511" y="38973"/>
                  <a:pt x="2512480" y="34703"/>
                  <a:pt x="2524533" y="34703"/>
                </a:cubicBezTo>
                <a:cubicBezTo>
                  <a:pt x="2538072" y="34703"/>
                  <a:pt x="2548754" y="39173"/>
                  <a:pt x="2556580" y="48113"/>
                </a:cubicBezTo>
                <a:cubicBezTo>
                  <a:pt x="2564406" y="57054"/>
                  <a:pt x="2568148" y="70749"/>
                  <a:pt x="2567805" y="89201"/>
                </a:cubicBezTo>
                <a:lnTo>
                  <a:pt x="2507481" y="89201"/>
                </a:lnTo>
                <a:cubicBezTo>
                  <a:pt x="2507653" y="96341"/>
                  <a:pt x="2509595" y="101897"/>
                  <a:pt x="2513308" y="105867"/>
                </a:cubicBezTo>
                <a:cubicBezTo>
                  <a:pt x="2517021" y="109837"/>
                  <a:pt x="2521648" y="111822"/>
                  <a:pt x="2527189" y="111822"/>
                </a:cubicBezTo>
                <a:cubicBezTo>
                  <a:pt x="2530960" y="111822"/>
                  <a:pt x="2534130" y="110794"/>
                  <a:pt x="2536701" y="108737"/>
                </a:cubicBezTo>
                <a:cubicBezTo>
                  <a:pt x="2539271" y="106681"/>
                  <a:pt x="2541214" y="103368"/>
                  <a:pt x="2542527" y="98798"/>
                </a:cubicBezTo>
                <a:moveTo>
                  <a:pt x="2543898" y="74462"/>
                </a:moveTo>
                <a:cubicBezTo>
                  <a:pt x="2543727" y="67493"/>
                  <a:pt x="2541928" y="62195"/>
                  <a:pt x="2538500" y="58567"/>
                </a:cubicBezTo>
                <a:cubicBezTo>
                  <a:pt x="2535073" y="54940"/>
                  <a:pt x="2530902" y="53126"/>
                  <a:pt x="2525990" y="53126"/>
                </a:cubicBezTo>
                <a:cubicBezTo>
                  <a:pt x="2520734" y="53126"/>
                  <a:pt x="2516393" y="55040"/>
                  <a:pt x="2512965" y="58867"/>
                </a:cubicBezTo>
                <a:cubicBezTo>
                  <a:pt x="2509538" y="62695"/>
                  <a:pt x="2507853" y="67893"/>
                  <a:pt x="2507910" y="74462"/>
                </a:cubicBezTo>
                <a:lnTo>
                  <a:pt x="2543898" y="74462"/>
                </a:lnTo>
                <a:close/>
                <a:moveTo>
                  <a:pt x="2586856" y="127760"/>
                </a:moveTo>
                <a:lnTo>
                  <a:pt x="2586856" y="2142"/>
                </a:lnTo>
                <a:lnTo>
                  <a:pt x="2610934" y="2142"/>
                </a:lnTo>
                <a:lnTo>
                  <a:pt x="2610934" y="127760"/>
                </a:lnTo>
                <a:lnTo>
                  <a:pt x="2586856" y="127760"/>
                </a:lnTo>
                <a:close/>
                <a:moveTo>
                  <a:pt x="2635800" y="24421"/>
                </a:moveTo>
                <a:lnTo>
                  <a:pt x="2635800" y="2142"/>
                </a:lnTo>
                <a:lnTo>
                  <a:pt x="2659878" y="2142"/>
                </a:lnTo>
                <a:lnTo>
                  <a:pt x="2659878" y="24421"/>
                </a:lnTo>
                <a:lnTo>
                  <a:pt x="2635800" y="24421"/>
                </a:lnTo>
                <a:moveTo>
                  <a:pt x="2635800" y="127760"/>
                </a:moveTo>
                <a:lnTo>
                  <a:pt x="2635800" y="36760"/>
                </a:lnTo>
                <a:lnTo>
                  <a:pt x="2659878" y="36760"/>
                </a:lnTo>
                <a:lnTo>
                  <a:pt x="2659878" y="127760"/>
                </a:lnTo>
                <a:lnTo>
                  <a:pt x="2635800" y="127760"/>
                </a:lnTo>
                <a:close/>
                <a:moveTo>
                  <a:pt x="2737441" y="98798"/>
                </a:moveTo>
                <a:lnTo>
                  <a:pt x="2761433" y="102825"/>
                </a:lnTo>
                <a:cubicBezTo>
                  <a:pt x="2758349" y="111622"/>
                  <a:pt x="2753479" y="118320"/>
                  <a:pt x="2746824" y="122919"/>
                </a:cubicBezTo>
                <a:cubicBezTo>
                  <a:pt x="2740169" y="127517"/>
                  <a:pt x="2731843" y="129816"/>
                  <a:pt x="2721846" y="129816"/>
                </a:cubicBezTo>
                <a:cubicBezTo>
                  <a:pt x="2706022" y="129816"/>
                  <a:pt x="2694312" y="124647"/>
                  <a:pt x="2686714" y="114307"/>
                </a:cubicBezTo>
                <a:cubicBezTo>
                  <a:pt x="2680716" y="106024"/>
                  <a:pt x="2677717" y="95570"/>
                  <a:pt x="2677717" y="82945"/>
                </a:cubicBezTo>
                <a:cubicBezTo>
                  <a:pt x="2677717" y="67864"/>
                  <a:pt x="2681658" y="56054"/>
                  <a:pt x="2689542" y="47514"/>
                </a:cubicBezTo>
                <a:cubicBezTo>
                  <a:pt x="2697425" y="38973"/>
                  <a:pt x="2707393" y="34703"/>
                  <a:pt x="2719447" y="34703"/>
                </a:cubicBezTo>
                <a:cubicBezTo>
                  <a:pt x="2732985" y="34703"/>
                  <a:pt x="2743668" y="39173"/>
                  <a:pt x="2751494" y="48113"/>
                </a:cubicBezTo>
                <a:cubicBezTo>
                  <a:pt x="2759320" y="57054"/>
                  <a:pt x="2763061" y="70749"/>
                  <a:pt x="2762719" y="89201"/>
                </a:cubicBezTo>
                <a:lnTo>
                  <a:pt x="2702395" y="89201"/>
                </a:lnTo>
                <a:cubicBezTo>
                  <a:pt x="2702566" y="96341"/>
                  <a:pt x="2704508" y="101897"/>
                  <a:pt x="2708221" y="105867"/>
                </a:cubicBezTo>
                <a:cubicBezTo>
                  <a:pt x="2711935" y="109837"/>
                  <a:pt x="2716562" y="111822"/>
                  <a:pt x="2722103" y="111822"/>
                </a:cubicBezTo>
                <a:cubicBezTo>
                  <a:pt x="2725873" y="111822"/>
                  <a:pt x="2729044" y="110794"/>
                  <a:pt x="2731614" y="108737"/>
                </a:cubicBezTo>
                <a:cubicBezTo>
                  <a:pt x="2734185" y="106681"/>
                  <a:pt x="2736127" y="103368"/>
                  <a:pt x="2737441" y="98798"/>
                </a:cubicBezTo>
                <a:moveTo>
                  <a:pt x="2738812" y="74462"/>
                </a:moveTo>
                <a:cubicBezTo>
                  <a:pt x="2738641" y="67493"/>
                  <a:pt x="2736841" y="62195"/>
                  <a:pt x="2733414" y="58567"/>
                </a:cubicBezTo>
                <a:cubicBezTo>
                  <a:pt x="2729986" y="54940"/>
                  <a:pt x="2725816" y="53126"/>
                  <a:pt x="2720903" y="53126"/>
                </a:cubicBezTo>
                <a:cubicBezTo>
                  <a:pt x="2715648" y="53126"/>
                  <a:pt x="2711306" y="55040"/>
                  <a:pt x="2707879" y="58867"/>
                </a:cubicBezTo>
                <a:cubicBezTo>
                  <a:pt x="2704451" y="62695"/>
                  <a:pt x="2702766" y="67893"/>
                  <a:pt x="2702823" y="74462"/>
                </a:cubicBezTo>
                <a:lnTo>
                  <a:pt x="2738812" y="74462"/>
                </a:lnTo>
                <a:close/>
                <a:moveTo>
                  <a:pt x="2771231" y="36760"/>
                </a:moveTo>
                <a:lnTo>
                  <a:pt x="2784599" y="36760"/>
                </a:lnTo>
                <a:lnTo>
                  <a:pt x="2784599" y="29905"/>
                </a:lnTo>
                <a:cubicBezTo>
                  <a:pt x="2784599" y="22250"/>
                  <a:pt x="2785413" y="16538"/>
                  <a:pt x="2787041" y="12767"/>
                </a:cubicBezTo>
                <a:cubicBezTo>
                  <a:pt x="2788669" y="8997"/>
                  <a:pt x="2791668" y="5927"/>
                  <a:pt x="2796038" y="3556"/>
                </a:cubicBezTo>
                <a:cubicBezTo>
                  <a:pt x="2800408" y="1185"/>
                  <a:pt x="2805935" y="0"/>
                  <a:pt x="2812618" y="0"/>
                </a:cubicBezTo>
                <a:cubicBezTo>
                  <a:pt x="2819473" y="0"/>
                  <a:pt x="2826186" y="1028"/>
                  <a:pt x="2832755" y="3085"/>
                </a:cubicBezTo>
                <a:lnTo>
                  <a:pt x="2829499" y="19879"/>
                </a:lnTo>
                <a:cubicBezTo>
                  <a:pt x="2825671" y="18965"/>
                  <a:pt x="2821987" y="18508"/>
                  <a:pt x="2818445" y="18508"/>
                </a:cubicBezTo>
                <a:cubicBezTo>
                  <a:pt x="2814961" y="18508"/>
                  <a:pt x="2812461" y="19323"/>
                  <a:pt x="2810948" y="20951"/>
                </a:cubicBezTo>
                <a:cubicBezTo>
                  <a:pt x="2809434" y="22579"/>
                  <a:pt x="2808677" y="25706"/>
                  <a:pt x="2808677" y="30333"/>
                </a:cubicBezTo>
                <a:lnTo>
                  <a:pt x="2808677" y="36760"/>
                </a:lnTo>
                <a:lnTo>
                  <a:pt x="2826671" y="36760"/>
                </a:lnTo>
                <a:lnTo>
                  <a:pt x="2826671" y="55697"/>
                </a:lnTo>
                <a:lnTo>
                  <a:pt x="2808677" y="55697"/>
                </a:lnTo>
                <a:lnTo>
                  <a:pt x="2808677" y="127760"/>
                </a:lnTo>
                <a:lnTo>
                  <a:pt x="2784599" y="127760"/>
                </a:lnTo>
                <a:lnTo>
                  <a:pt x="2784599" y="55697"/>
                </a:lnTo>
                <a:lnTo>
                  <a:pt x="2771231" y="55697"/>
                </a:lnTo>
                <a:lnTo>
                  <a:pt x="2771231" y="367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Scene:…Thereisawaterglassinsidethe">
            <a:extLst xmlns:a="http://schemas.openxmlformats.org/drawingml/2006/main">
              <a:ext uri="{FF2B5EF4-FFF2-40B4-BE49-F238E27FC236}">
                <a16:creationId xmlns:a16="http://schemas.microsoft.com/office/drawing/2014/main" id="{F85583DF-4213-4DA6-8E3D-12CBFBFB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531" y="4741029"/>
            <a:ext cx="2668465" cy="131753"/>
          </a:xfrm>
          <a:custGeom xmlns:a="http://schemas.openxmlformats.org/drawingml/2006/main">
            <a:pathLst>
              <a:path w="2668465" h="131753">
                <a:moveTo>
                  <a:pt x="0" y="69510"/>
                </a:moveTo>
                <a:lnTo>
                  <a:pt x="19742" y="67590"/>
                </a:lnTo>
                <a:cubicBezTo>
                  <a:pt x="20931" y="74217"/>
                  <a:pt x="23341" y="79084"/>
                  <a:pt x="26974" y="82191"/>
                </a:cubicBezTo>
                <a:cubicBezTo>
                  <a:pt x="30608" y="85299"/>
                  <a:pt x="35509" y="86853"/>
                  <a:pt x="41678" y="86853"/>
                </a:cubicBezTo>
                <a:cubicBezTo>
                  <a:pt x="48213" y="86853"/>
                  <a:pt x="53138" y="85470"/>
                  <a:pt x="56451" y="82705"/>
                </a:cubicBezTo>
                <a:cubicBezTo>
                  <a:pt x="59764" y="79941"/>
                  <a:pt x="61421" y="76707"/>
                  <a:pt x="61421" y="73006"/>
                </a:cubicBezTo>
                <a:cubicBezTo>
                  <a:pt x="61421" y="70629"/>
                  <a:pt x="60724" y="68607"/>
                  <a:pt x="59330" y="66939"/>
                </a:cubicBezTo>
                <a:cubicBezTo>
                  <a:pt x="57936" y="65271"/>
                  <a:pt x="55503" y="63820"/>
                  <a:pt x="52029" y="62586"/>
                </a:cubicBezTo>
                <a:cubicBezTo>
                  <a:pt x="49653" y="61763"/>
                  <a:pt x="44238" y="60301"/>
                  <a:pt x="35783" y="58199"/>
                </a:cubicBezTo>
                <a:cubicBezTo>
                  <a:pt x="24906" y="55503"/>
                  <a:pt x="17275" y="52189"/>
                  <a:pt x="12887" y="48259"/>
                </a:cubicBezTo>
                <a:cubicBezTo>
                  <a:pt x="6718" y="42729"/>
                  <a:pt x="3633" y="35989"/>
                  <a:pt x="3633" y="28037"/>
                </a:cubicBezTo>
                <a:cubicBezTo>
                  <a:pt x="3633" y="22919"/>
                  <a:pt x="5084" y="18131"/>
                  <a:pt x="7986" y="13676"/>
                </a:cubicBezTo>
                <a:cubicBezTo>
                  <a:pt x="10888" y="9220"/>
                  <a:pt x="15070" y="5827"/>
                  <a:pt x="20531" y="3496"/>
                </a:cubicBezTo>
                <a:cubicBezTo>
                  <a:pt x="25992" y="1165"/>
                  <a:pt x="32584" y="0"/>
                  <a:pt x="40307" y="0"/>
                </a:cubicBezTo>
                <a:cubicBezTo>
                  <a:pt x="52921" y="0"/>
                  <a:pt x="62415" y="2765"/>
                  <a:pt x="68790" y="8295"/>
                </a:cubicBezTo>
                <a:cubicBezTo>
                  <a:pt x="75165" y="13824"/>
                  <a:pt x="78513" y="21205"/>
                  <a:pt x="78832" y="30436"/>
                </a:cubicBezTo>
                <a:lnTo>
                  <a:pt x="58542" y="31327"/>
                </a:lnTo>
                <a:cubicBezTo>
                  <a:pt x="57673" y="26163"/>
                  <a:pt x="55811" y="22450"/>
                  <a:pt x="52955" y="20188"/>
                </a:cubicBezTo>
                <a:cubicBezTo>
                  <a:pt x="50099" y="17926"/>
                  <a:pt x="45814" y="16795"/>
                  <a:pt x="40102" y="16795"/>
                </a:cubicBezTo>
                <a:cubicBezTo>
                  <a:pt x="34206" y="16795"/>
                  <a:pt x="29591" y="18006"/>
                  <a:pt x="26255" y="20428"/>
                </a:cubicBezTo>
                <a:cubicBezTo>
                  <a:pt x="24107" y="21982"/>
                  <a:pt x="23033" y="24061"/>
                  <a:pt x="23033" y="26666"/>
                </a:cubicBezTo>
                <a:cubicBezTo>
                  <a:pt x="23033" y="29042"/>
                  <a:pt x="24038" y="31076"/>
                  <a:pt x="26049" y="32767"/>
                </a:cubicBezTo>
                <a:cubicBezTo>
                  <a:pt x="28608" y="34915"/>
                  <a:pt x="34823" y="37154"/>
                  <a:pt x="44695" y="39485"/>
                </a:cubicBezTo>
                <a:cubicBezTo>
                  <a:pt x="54566" y="41815"/>
                  <a:pt x="61866" y="44226"/>
                  <a:pt x="66596" y="46717"/>
                </a:cubicBezTo>
                <a:cubicBezTo>
                  <a:pt x="71326" y="49207"/>
                  <a:pt x="75028" y="52612"/>
                  <a:pt x="77701" y="56931"/>
                </a:cubicBezTo>
                <a:cubicBezTo>
                  <a:pt x="80375" y="61249"/>
                  <a:pt x="81712" y="66585"/>
                  <a:pt x="81712" y="72937"/>
                </a:cubicBezTo>
                <a:cubicBezTo>
                  <a:pt x="81712" y="78695"/>
                  <a:pt x="80112" y="84088"/>
                  <a:pt x="76913" y="89115"/>
                </a:cubicBezTo>
                <a:cubicBezTo>
                  <a:pt x="73714" y="94142"/>
                  <a:pt x="69190" y="97878"/>
                  <a:pt x="63340" y="100323"/>
                </a:cubicBezTo>
                <a:cubicBezTo>
                  <a:pt x="57491" y="102768"/>
                  <a:pt x="50201" y="103990"/>
                  <a:pt x="41473" y="103990"/>
                </a:cubicBezTo>
                <a:cubicBezTo>
                  <a:pt x="28768" y="103990"/>
                  <a:pt x="19011" y="101054"/>
                  <a:pt x="12202" y="95182"/>
                </a:cubicBezTo>
                <a:cubicBezTo>
                  <a:pt x="5393" y="89309"/>
                  <a:pt x="1325" y="80752"/>
                  <a:pt x="0" y="69510"/>
                </a:cubicBezTo>
                <a:close/>
                <a:moveTo>
                  <a:pt x="162023" y="50933"/>
                </a:moveTo>
                <a:lnTo>
                  <a:pt x="143035" y="54360"/>
                </a:lnTo>
                <a:cubicBezTo>
                  <a:pt x="142395" y="50567"/>
                  <a:pt x="140944" y="47711"/>
                  <a:pt x="138682" y="45791"/>
                </a:cubicBezTo>
                <a:cubicBezTo>
                  <a:pt x="136420" y="43872"/>
                  <a:pt x="133484" y="42912"/>
                  <a:pt x="129873" y="42912"/>
                </a:cubicBezTo>
                <a:cubicBezTo>
                  <a:pt x="125075" y="42912"/>
                  <a:pt x="121248" y="44569"/>
                  <a:pt x="118391" y="47882"/>
                </a:cubicBezTo>
                <a:cubicBezTo>
                  <a:pt x="115535" y="51195"/>
                  <a:pt x="114107" y="56736"/>
                  <a:pt x="114107" y="64505"/>
                </a:cubicBezTo>
                <a:cubicBezTo>
                  <a:pt x="114107" y="73143"/>
                  <a:pt x="115558" y="79244"/>
                  <a:pt x="118460" y="82808"/>
                </a:cubicBezTo>
                <a:cubicBezTo>
                  <a:pt x="121362" y="86373"/>
                  <a:pt x="125258" y="88155"/>
                  <a:pt x="130148" y="88155"/>
                </a:cubicBezTo>
                <a:cubicBezTo>
                  <a:pt x="133804" y="88155"/>
                  <a:pt x="136797" y="87116"/>
                  <a:pt x="139128" y="85036"/>
                </a:cubicBezTo>
                <a:cubicBezTo>
                  <a:pt x="141458" y="82957"/>
                  <a:pt x="143104" y="79381"/>
                  <a:pt x="144063" y="74308"/>
                </a:cubicBezTo>
                <a:lnTo>
                  <a:pt x="162983" y="77530"/>
                </a:lnTo>
                <a:cubicBezTo>
                  <a:pt x="161018" y="86213"/>
                  <a:pt x="157248" y="92771"/>
                  <a:pt x="151672" y="97204"/>
                </a:cubicBezTo>
                <a:cubicBezTo>
                  <a:pt x="146097" y="101637"/>
                  <a:pt x="138625" y="103853"/>
                  <a:pt x="129256" y="103853"/>
                </a:cubicBezTo>
                <a:cubicBezTo>
                  <a:pt x="118608" y="103853"/>
                  <a:pt x="110120" y="100494"/>
                  <a:pt x="103790" y="93776"/>
                </a:cubicBezTo>
                <a:cubicBezTo>
                  <a:pt x="97461" y="87058"/>
                  <a:pt x="94296" y="77758"/>
                  <a:pt x="94296" y="65876"/>
                </a:cubicBezTo>
                <a:cubicBezTo>
                  <a:pt x="94296" y="53857"/>
                  <a:pt x="97472" y="44500"/>
                  <a:pt x="103824" y="37805"/>
                </a:cubicBezTo>
                <a:cubicBezTo>
                  <a:pt x="110177" y="31110"/>
                  <a:pt x="118768" y="27763"/>
                  <a:pt x="129599" y="27763"/>
                </a:cubicBezTo>
                <a:cubicBezTo>
                  <a:pt x="138465" y="27763"/>
                  <a:pt x="145514" y="29671"/>
                  <a:pt x="150747" y="33487"/>
                </a:cubicBezTo>
                <a:cubicBezTo>
                  <a:pt x="155980" y="37303"/>
                  <a:pt x="159738" y="43118"/>
                  <a:pt x="162023" y="50933"/>
                </a:cubicBezTo>
                <a:close/>
                <a:moveTo>
                  <a:pt x="218523" y="79038"/>
                </a:moveTo>
                <a:lnTo>
                  <a:pt x="237717" y="82260"/>
                </a:lnTo>
                <a:cubicBezTo>
                  <a:pt x="235249" y="89298"/>
                  <a:pt x="231353" y="94656"/>
                  <a:pt x="226029" y="98335"/>
                </a:cubicBezTo>
                <a:cubicBezTo>
                  <a:pt x="220705" y="102014"/>
                  <a:pt x="214044" y="103853"/>
                  <a:pt x="206047" y="103853"/>
                </a:cubicBezTo>
                <a:cubicBezTo>
                  <a:pt x="193388" y="103853"/>
                  <a:pt x="184019" y="99717"/>
                  <a:pt x="177941" y="91446"/>
                </a:cubicBezTo>
                <a:cubicBezTo>
                  <a:pt x="173143" y="84819"/>
                  <a:pt x="170744" y="76456"/>
                  <a:pt x="170744" y="66356"/>
                </a:cubicBezTo>
                <a:cubicBezTo>
                  <a:pt x="170744" y="54292"/>
                  <a:pt x="173897" y="44843"/>
                  <a:pt x="180204" y="38011"/>
                </a:cubicBezTo>
                <a:cubicBezTo>
                  <a:pt x="186510" y="31179"/>
                  <a:pt x="194485" y="27763"/>
                  <a:pt x="204127" y="27763"/>
                </a:cubicBezTo>
                <a:cubicBezTo>
                  <a:pt x="214958" y="27763"/>
                  <a:pt x="223504" y="31339"/>
                  <a:pt x="229765" y="38491"/>
                </a:cubicBezTo>
                <a:cubicBezTo>
                  <a:pt x="236026" y="45643"/>
                  <a:pt x="239019" y="56599"/>
                  <a:pt x="238745" y="71360"/>
                </a:cubicBezTo>
                <a:lnTo>
                  <a:pt x="190486" y="71360"/>
                </a:lnTo>
                <a:cubicBezTo>
                  <a:pt x="190623" y="77073"/>
                  <a:pt x="192177" y="81517"/>
                  <a:pt x="195147" y="84693"/>
                </a:cubicBezTo>
                <a:cubicBezTo>
                  <a:pt x="198118" y="87870"/>
                  <a:pt x="201820" y="89458"/>
                  <a:pt x="206252" y="89458"/>
                </a:cubicBezTo>
                <a:cubicBezTo>
                  <a:pt x="209269" y="89458"/>
                  <a:pt x="211805" y="88635"/>
                  <a:pt x="213862" y="86990"/>
                </a:cubicBezTo>
                <a:cubicBezTo>
                  <a:pt x="215918" y="85345"/>
                  <a:pt x="217472" y="82694"/>
                  <a:pt x="218523" y="79038"/>
                </a:cubicBezTo>
                <a:moveTo>
                  <a:pt x="219620" y="59570"/>
                </a:moveTo>
                <a:cubicBezTo>
                  <a:pt x="219483" y="53994"/>
                  <a:pt x="218043" y="49756"/>
                  <a:pt x="215301" y="46854"/>
                </a:cubicBezTo>
                <a:cubicBezTo>
                  <a:pt x="212559" y="43952"/>
                  <a:pt x="209223" y="42501"/>
                  <a:pt x="205293" y="42501"/>
                </a:cubicBezTo>
                <a:cubicBezTo>
                  <a:pt x="201088" y="42501"/>
                  <a:pt x="197615" y="44032"/>
                  <a:pt x="194873" y="47094"/>
                </a:cubicBezTo>
                <a:cubicBezTo>
                  <a:pt x="192131" y="50156"/>
                  <a:pt x="190783" y="54314"/>
                  <a:pt x="190829" y="59570"/>
                </a:cubicBezTo>
                <a:lnTo>
                  <a:pt x="219620" y="59570"/>
                </a:lnTo>
                <a:close/>
                <a:moveTo>
                  <a:pt x="320402" y="102208"/>
                </a:moveTo>
                <a:lnTo>
                  <a:pt x="301140" y="102208"/>
                </a:lnTo>
                <a:lnTo>
                  <a:pt x="301140" y="65054"/>
                </a:lnTo>
                <a:cubicBezTo>
                  <a:pt x="301140" y="57193"/>
                  <a:pt x="300728" y="52109"/>
                  <a:pt x="299906" y="49802"/>
                </a:cubicBezTo>
                <a:cubicBezTo>
                  <a:pt x="299083" y="47494"/>
                  <a:pt x="297746" y="45700"/>
                  <a:pt x="295896" y="44420"/>
                </a:cubicBezTo>
                <a:cubicBezTo>
                  <a:pt x="294045" y="43141"/>
                  <a:pt x="291817" y="42501"/>
                  <a:pt x="289212" y="42501"/>
                </a:cubicBezTo>
                <a:cubicBezTo>
                  <a:pt x="285876" y="42501"/>
                  <a:pt x="282883" y="43415"/>
                  <a:pt x="280232" y="45243"/>
                </a:cubicBezTo>
                <a:cubicBezTo>
                  <a:pt x="277581" y="47071"/>
                  <a:pt x="275765" y="49493"/>
                  <a:pt x="274782" y="52509"/>
                </a:cubicBezTo>
                <a:cubicBezTo>
                  <a:pt x="273800" y="55525"/>
                  <a:pt x="273308" y="61101"/>
                  <a:pt x="273308" y="69235"/>
                </a:cubicBezTo>
                <a:lnTo>
                  <a:pt x="273308" y="102208"/>
                </a:lnTo>
                <a:lnTo>
                  <a:pt x="254046" y="102208"/>
                </a:lnTo>
                <a:lnTo>
                  <a:pt x="254046" y="29408"/>
                </a:lnTo>
                <a:lnTo>
                  <a:pt x="271937" y="29408"/>
                </a:lnTo>
                <a:lnTo>
                  <a:pt x="271937" y="40102"/>
                </a:lnTo>
                <a:cubicBezTo>
                  <a:pt x="278290" y="31876"/>
                  <a:pt x="286287" y="27763"/>
                  <a:pt x="295930" y="27763"/>
                </a:cubicBezTo>
                <a:cubicBezTo>
                  <a:pt x="300180" y="27763"/>
                  <a:pt x="304065" y="28528"/>
                  <a:pt x="307583" y="30059"/>
                </a:cubicBezTo>
                <a:cubicBezTo>
                  <a:pt x="311102" y="31590"/>
                  <a:pt x="313764" y="33544"/>
                  <a:pt x="315569" y="35920"/>
                </a:cubicBezTo>
                <a:cubicBezTo>
                  <a:pt x="317375" y="38297"/>
                  <a:pt x="318631" y="40993"/>
                  <a:pt x="319340" y="44009"/>
                </a:cubicBezTo>
                <a:cubicBezTo>
                  <a:pt x="320048" y="47025"/>
                  <a:pt x="320402" y="51344"/>
                  <a:pt x="320402" y="56965"/>
                </a:cubicBezTo>
                <a:lnTo>
                  <a:pt x="320402" y="102208"/>
                </a:lnTo>
                <a:close/>
                <a:moveTo>
                  <a:pt x="382021" y="79038"/>
                </a:moveTo>
                <a:lnTo>
                  <a:pt x="401215" y="82260"/>
                </a:lnTo>
                <a:cubicBezTo>
                  <a:pt x="398748" y="89298"/>
                  <a:pt x="394852" y="94656"/>
                  <a:pt x="389528" y="98335"/>
                </a:cubicBezTo>
                <a:cubicBezTo>
                  <a:pt x="384204" y="102014"/>
                  <a:pt x="377543" y="103853"/>
                  <a:pt x="369545" y="103853"/>
                </a:cubicBezTo>
                <a:cubicBezTo>
                  <a:pt x="356886" y="103853"/>
                  <a:pt x="347518" y="99717"/>
                  <a:pt x="341440" y="91446"/>
                </a:cubicBezTo>
                <a:cubicBezTo>
                  <a:pt x="336641" y="84819"/>
                  <a:pt x="334242" y="76456"/>
                  <a:pt x="334242" y="66356"/>
                </a:cubicBezTo>
                <a:cubicBezTo>
                  <a:pt x="334242" y="54292"/>
                  <a:pt x="337395" y="44843"/>
                  <a:pt x="343702" y="38011"/>
                </a:cubicBezTo>
                <a:cubicBezTo>
                  <a:pt x="350009" y="31179"/>
                  <a:pt x="357983" y="27763"/>
                  <a:pt x="367626" y="27763"/>
                </a:cubicBezTo>
                <a:cubicBezTo>
                  <a:pt x="378457" y="27763"/>
                  <a:pt x="387003" y="31339"/>
                  <a:pt x="393264" y="38491"/>
                </a:cubicBezTo>
                <a:cubicBezTo>
                  <a:pt x="399524" y="45643"/>
                  <a:pt x="402518" y="56599"/>
                  <a:pt x="402244" y="71360"/>
                </a:cubicBezTo>
                <a:lnTo>
                  <a:pt x="353984" y="71360"/>
                </a:lnTo>
                <a:cubicBezTo>
                  <a:pt x="354122" y="77073"/>
                  <a:pt x="355675" y="81517"/>
                  <a:pt x="358646" y="84693"/>
                </a:cubicBezTo>
                <a:cubicBezTo>
                  <a:pt x="361616" y="87870"/>
                  <a:pt x="365318" y="89458"/>
                  <a:pt x="369751" y="89458"/>
                </a:cubicBezTo>
                <a:cubicBezTo>
                  <a:pt x="372767" y="89458"/>
                  <a:pt x="375303" y="88635"/>
                  <a:pt x="377360" y="86990"/>
                </a:cubicBezTo>
                <a:cubicBezTo>
                  <a:pt x="379416" y="85345"/>
                  <a:pt x="380970" y="82694"/>
                  <a:pt x="382021" y="79038"/>
                </a:cubicBezTo>
                <a:moveTo>
                  <a:pt x="383118" y="59570"/>
                </a:moveTo>
                <a:cubicBezTo>
                  <a:pt x="382981" y="53994"/>
                  <a:pt x="381541" y="49756"/>
                  <a:pt x="378799" y="46854"/>
                </a:cubicBezTo>
                <a:cubicBezTo>
                  <a:pt x="376058" y="43952"/>
                  <a:pt x="372721" y="42501"/>
                  <a:pt x="368791" y="42501"/>
                </a:cubicBezTo>
                <a:cubicBezTo>
                  <a:pt x="364587" y="42501"/>
                  <a:pt x="361114" y="44032"/>
                  <a:pt x="358372" y="47094"/>
                </a:cubicBezTo>
                <a:cubicBezTo>
                  <a:pt x="355630" y="50156"/>
                  <a:pt x="354281" y="54314"/>
                  <a:pt x="354327" y="59570"/>
                </a:cubicBezTo>
                <a:lnTo>
                  <a:pt x="383118" y="59570"/>
                </a:lnTo>
                <a:close/>
                <a:moveTo>
                  <a:pt x="421383" y="48670"/>
                </a:moveTo>
                <a:lnTo>
                  <a:pt x="421383" y="29408"/>
                </a:lnTo>
                <a:lnTo>
                  <a:pt x="440646" y="29408"/>
                </a:lnTo>
                <a:lnTo>
                  <a:pt x="440646" y="48670"/>
                </a:lnTo>
                <a:lnTo>
                  <a:pt x="421383" y="48670"/>
                </a:lnTo>
                <a:moveTo>
                  <a:pt x="421383" y="102208"/>
                </a:moveTo>
                <a:lnTo>
                  <a:pt x="421383" y="82945"/>
                </a:lnTo>
                <a:lnTo>
                  <a:pt x="440646" y="82945"/>
                </a:lnTo>
                <a:lnTo>
                  <a:pt x="440646" y="102208"/>
                </a:lnTo>
                <a:lnTo>
                  <a:pt x="421383" y="102208"/>
                </a:lnTo>
                <a:close/>
                <a:moveTo>
                  <a:pt x="508765" y="102208"/>
                </a:moveTo>
                <a:lnTo>
                  <a:pt x="508765" y="88155"/>
                </a:lnTo>
                <a:lnTo>
                  <a:pt x="522817" y="88155"/>
                </a:lnTo>
                <a:lnTo>
                  <a:pt x="522817" y="102208"/>
                </a:lnTo>
                <a:lnTo>
                  <a:pt x="508765" y="102208"/>
                </a:lnTo>
                <a:moveTo>
                  <a:pt x="555584" y="102208"/>
                </a:moveTo>
                <a:lnTo>
                  <a:pt x="555584" y="88155"/>
                </a:lnTo>
                <a:lnTo>
                  <a:pt x="569637" y="88155"/>
                </a:lnTo>
                <a:lnTo>
                  <a:pt x="569637" y="102208"/>
                </a:lnTo>
                <a:lnTo>
                  <a:pt x="555584" y="102208"/>
                </a:lnTo>
                <a:moveTo>
                  <a:pt x="602335" y="102208"/>
                </a:moveTo>
                <a:lnTo>
                  <a:pt x="602335" y="88155"/>
                </a:lnTo>
                <a:lnTo>
                  <a:pt x="616457" y="88155"/>
                </a:lnTo>
                <a:lnTo>
                  <a:pt x="616457" y="102208"/>
                </a:lnTo>
                <a:lnTo>
                  <a:pt x="602335" y="102208"/>
                </a:lnTo>
                <a:close/>
                <a:moveTo>
                  <a:pt x="704662" y="102208"/>
                </a:moveTo>
                <a:lnTo>
                  <a:pt x="704662" y="13573"/>
                </a:lnTo>
                <a:lnTo>
                  <a:pt x="671552" y="13573"/>
                </a:lnTo>
                <a:lnTo>
                  <a:pt x="671552" y="1714"/>
                </a:lnTo>
                <a:lnTo>
                  <a:pt x="751207" y="1714"/>
                </a:lnTo>
                <a:lnTo>
                  <a:pt x="751207" y="13573"/>
                </a:lnTo>
                <a:lnTo>
                  <a:pt x="717961" y="13573"/>
                </a:lnTo>
                <a:lnTo>
                  <a:pt x="717961" y="102208"/>
                </a:lnTo>
                <a:lnTo>
                  <a:pt x="704662" y="102208"/>
                </a:lnTo>
                <a:close/>
                <a:moveTo>
                  <a:pt x="763211" y="102208"/>
                </a:moveTo>
                <a:lnTo>
                  <a:pt x="763211" y="1714"/>
                </a:lnTo>
                <a:lnTo>
                  <a:pt x="775550" y="1714"/>
                </a:lnTo>
                <a:lnTo>
                  <a:pt x="775550" y="37771"/>
                </a:lnTo>
                <a:cubicBezTo>
                  <a:pt x="781308" y="31099"/>
                  <a:pt x="788574" y="27763"/>
                  <a:pt x="797349" y="27763"/>
                </a:cubicBezTo>
                <a:cubicBezTo>
                  <a:pt x="802741" y="27763"/>
                  <a:pt x="807425" y="28825"/>
                  <a:pt x="811401" y="30950"/>
                </a:cubicBezTo>
                <a:cubicBezTo>
                  <a:pt x="815377" y="33075"/>
                  <a:pt x="818222" y="36012"/>
                  <a:pt x="819936" y="39759"/>
                </a:cubicBezTo>
                <a:cubicBezTo>
                  <a:pt x="821650" y="43506"/>
                  <a:pt x="822506" y="48945"/>
                  <a:pt x="822506" y="56074"/>
                </a:cubicBezTo>
                <a:lnTo>
                  <a:pt x="822506" y="102208"/>
                </a:lnTo>
                <a:lnTo>
                  <a:pt x="810167" y="102208"/>
                </a:lnTo>
                <a:lnTo>
                  <a:pt x="810167" y="56074"/>
                </a:lnTo>
                <a:cubicBezTo>
                  <a:pt x="810167" y="49904"/>
                  <a:pt x="808831" y="45414"/>
                  <a:pt x="806157" y="42604"/>
                </a:cubicBezTo>
                <a:cubicBezTo>
                  <a:pt x="803484" y="39793"/>
                  <a:pt x="799702" y="38388"/>
                  <a:pt x="794812" y="38388"/>
                </a:cubicBezTo>
                <a:cubicBezTo>
                  <a:pt x="791156" y="38388"/>
                  <a:pt x="787717" y="39336"/>
                  <a:pt x="784495" y="41233"/>
                </a:cubicBezTo>
                <a:cubicBezTo>
                  <a:pt x="781274" y="43129"/>
                  <a:pt x="778977" y="45700"/>
                  <a:pt x="777606" y="48945"/>
                </a:cubicBezTo>
                <a:cubicBezTo>
                  <a:pt x="776235" y="52189"/>
                  <a:pt x="775550" y="56668"/>
                  <a:pt x="775550" y="62380"/>
                </a:cubicBezTo>
                <a:lnTo>
                  <a:pt x="775550" y="102208"/>
                </a:lnTo>
                <a:lnTo>
                  <a:pt x="763211" y="102208"/>
                </a:lnTo>
                <a:close/>
                <a:moveTo>
                  <a:pt x="890879" y="78764"/>
                </a:moveTo>
                <a:lnTo>
                  <a:pt x="903629" y="80341"/>
                </a:lnTo>
                <a:cubicBezTo>
                  <a:pt x="901618" y="87790"/>
                  <a:pt x="897894" y="93571"/>
                  <a:pt x="892455" y="97684"/>
                </a:cubicBezTo>
                <a:cubicBezTo>
                  <a:pt x="887017" y="101797"/>
                  <a:pt x="880071" y="103853"/>
                  <a:pt x="871616" y="103853"/>
                </a:cubicBezTo>
                <a:cubicBezTo>
                  <a:pt x="860968" y="103853"/>
                  <a:pt x="852525" y="100574"/>
                  <a:pt x="846287" y="94016"/>
                </a:cubicBezTo>
                <a:cubicBezTo>
                  <a:pt x="840049" y="87458"/>
                  <a:pt x="836930" y="78261"/>
                  <a:pt x="836930" y="66425"/>
                </a:cubicBezTo>
                <a:cubicBezTo>
                  <a:pt x="836930" y="54177"/>
                  <a:pt x="840083" y="44672"/>
                  <a:pt x="846390" y="37908"/>
                </a:cubicBezTo>
                <a:cubicBezTo>
                  <a:pt x="852696" y="31145"/>
                  <a:pt x="860877" y="27763"/>
                  <a:pt x="870931" y="27763"/>
                </a:cubicBezTo>
                <a:cubicBezTo>
                  <a:pt x="880665" y="27763"/>
                  <a:pt x="888617" y="31076"/>
                  <a:pt x="894786" y="37702"/>
                </a:cubicBezTo>
                <a:cubicBezTo>
                  <a:pt x="900956" y="44329"/>
                  <a:pt x="904040" y="53652"/>
                  <a:pt x="904040" y="65671"/>
                </a:cubicBezTo>
                <a:cubicBezTo>
                  <a:pt x="904040" y="66402"/>
                  <a:pt x="904018" y="67499"/>
                  <a:pt x="903972" y="68961"/>
                </a:cubicBezTo>
                <a:lnTo>
                  <a:pt x="849680" y="68961"/>
                </a:lnTo>
                <a:cubicBezTo>
                  <a:pt x="850137" y="76959"/>
                  <a:pt x="852399" y="83083"/>
                  <a:pt x="856467" y="87333"/>
                </a:cubicBezTo>
                <a:cubicBezTo>
                  <a:pt x="860534" y="91583"/>
                  <a:pt x="865607" y="93708"/>
                  <a:pt x="871685" y="93708"/>
                </a:cubicBezTo>
                <a:cubicBezTo>
                  <a:pt x="876209" y="93708"/>
                  <a:pt x="880071" y="92520"/>
                  <a:pt x="883270" y="90143"/>
                </a:cubicBezTo>
                <a:cubicBezTo>
                  <a:pt x="886469" y="87767"/>
                  <a:pt x="889005" y="83974"/>
                  <a:pt x="890879" y="78764"/>
                </a:cubicBezTo>
                <a:moveTo>
                  <a:pt x="850366" y="58816"/>
                </a:moveTo>
                <a:lnTo>
                  <a:pt x="891016" y="58816"/>
                </a:lnTo>
                <a:cubicBezTo>
                  <a:pt x="890467" y="52692"/>
                  <a:pt x="888914" y="48099"/>
                  <a:pt x="886354" y="45037"/>
                </a:cubicBezTo>
                <a:cubicBezTo>
                  <a:pt x="882424" y="40285"/>
                  <a:pt x="877329" y="37908"/>
                  <a:pt x="871068" y="37908"/>
                </a:cubicBezTo>
                <a:cubicBezTo>
                  <a:pt x="865401" y="37908"/>
                  <a:pt x="860637" y="39805"/>
                  <a:pt x="856775" y="43598"/>
                </a:cubicBezTo>
                <a:cubicBezTo>
                  <a:pt x="852914" y="47391"/>
                  <a:pt x="850777" y="52464"/>
                  <a:pt x="850366" y="58816"/>
                </a:cubicBezTo>
                <a:close/>
                <a:moveTo>
                  <a:pt x="918738" y="102208"/>
                </a:moveTo>
                <a:lnTo>
                  <a:pt x="918738" y="29408"/>
                </a:lnTo>
                <a:lnTo>
                  <a:pt x="929843" y="29408"/>
                </a:lnTo>
                <a:lnTo>
                  <a:pt x="929843" y="40444"/>
                </a:lnTo>
                <a:cubicBezTo>
                  <a:pt x="932676" y="35280"/>
                  <a:pt x="935293" y="31876"/>
                  <a:pt x="937692" y="30231"/>
                </a:cubicBezTo>
                <a:cubicBezTo>
                  <a:pt x="940091" y="28585"/>
                  <a:pt x="942730" y="27763"/>
                  <a:pt x="945609" y="27763"/>
                </a:cubicBezTo>
                <a:cubicBezTo>
                  <a:pt x="949768" y="27763"/>
                  <a:pt x="953995" y="29088"/>
                  <a:pt x="958291" y="31739"/>
                </a:cubicBezTo>
                <a:lnTo>
                  <a:pt x="954041" y="43186"/>
                </a:lnTo>
                <a:cubicBezTo>
                  <a:pt x="951025" y="41404"/>
                  <a:pt x="948009" y="40513"/>
                  <a:pt x="944993" y="40513"/>
                </a:cubicBezTo>
                <a:cubicBezTo>
                  <a:pt x="942296" y="40513"/>
                  <a:pt x="939874" y="41324"/>
                  <a:pt x="937726" y="42947"/>
                </a:cubicBezTo>
                <a:cubicBezTo>
                  <a:pt x="935578" y="44569"/>
                  <a:pt x="934047" y="46820"/>
                  <a:pt x="933133" y="49699"/>
                </a:cubicBezTo>
                <a:cubicBezTo>
                  <a:pt x="931762" y="54086"/>
                  <a:pt x="931077" y="58884"/>
                  <a:pt x="931077" y="64094"/>
                </a:cubicBezTo>
                <a:lnTo>
                  <a:pt x="931077" y="102208"/>
                </a:lnTo>
                <a:lnTo>
                  <a:pt x="918738" y="102208"/>
                </a:lnTo>
                <a:close/>
                <a:moveTo>
                  <a:pt x="1015096" y="78764"/>
                </a:moveTo>
                <a:lnTo>
                  <a:pt x="1027846" y="80341"/>
                </a:lnTo>
                <a:cubicBezTo>
                  <a:pt x="1025835" y="87790"/>
                  <a:pt x="1022111" y="93571"/>
                  <a:pt x="1016672" y="97684"/>
                </a:cubicBezTo>
                <a:cubicBezTo>
                  <a:pt x="1011234" y="101797"/>
                  <a:pt x="1004288" y="103853"/>
                  <a:pt x="995833" y="103853"/>
                </a:cubicBezTo>
                <a:cubicBezTo>
                  <a:pt x="985185" y="103853"/>
                  <a:pt x="976742" y="100574"/>
                  <a:pt x="970504" y="94016"/>
                </a:cubicBezTo>
                <a:cubicBezTo>
                  <a:pt x="964266" y="87458"/>
                  <a:pt x="961147" y="78261"/>
                  <a:pt x="961147" y="66425"/>
                </a:cubicBezTo>
                <a:cubicBezTo>
                  <a:pt x="961147" y="54177"/>
                  <a:pt x="964300" y="44672"/>
                  <a:pt x="970607" y="37908"/>
                </a:cubicBezTo>
                <a:cubicBezTo>
                  <a:pt x="976913" y="31145"/>
                  <a:pt x="985094" y="27763"/>
                  <a:pt x="995148" y="27763"/>
                </a:cubicBezTo>
                <a:cubicBezTo>
                  <a:pt x="1004882" y="27763"/>
                  <a:pt x="1012834" y="31076"/>
                  <a:pt x="1019003" y="37702"/>
                </a:cubicBezTo>
                <a:cubicBezTo>
                  <a:pt x="1025173" y="44329"/>
                  <a:pt x="1028257" y="53652"/>
                  <a:pt x="1028257" y="65671"/>
                </a:cubicBezTo>
                <a:cubicBezTo>
                  <a:pt x="1028257" y="66402"/>
                  <a:pt x="1028234" y="67499"/>
                  <a:pt x="1028189" y="68961"/>
                </a:cubicBezTo>
                <a:lnTo>
                  <a:pt x="973897" y="68961"/>
                </a:lnTo>
                <a:cubicBezTo>
                  <a:pt x="974354" y="76959"/>
                  <a:pt x="976616" y="83083"/>
                  <a:pt x="980684" y="87333"/>
                </a:cubicBezTo>
                <a:cubicBezTo>
                  <a:pt x="984751" y="91583"/>
                  <a:pt x="989824" y="93708"/>
                  <a:pt x="995902" y="93708"/>
                </a:cubicBezTo>
                <a:cubicBezTo>
                  <a:pt x="1000426" y="93708"/>
                  <a:pt x="1004288" y="92520"/>
                  <a:pt x="1007487" y="90143"/>
                </a:cubicBezTo>
                <a:cubicBezTo>
                  <a:pt x="1010686" y="87767"/>
                  <a:pt x="1013222" y="83974"/>
                  <a:pt x="1015096" y="78764"/>
                </a:cubicBezTo>
                <a:moveTo>
                  <a:pt x="974583" y="58816"/>
                </a:moveTo>
                <a:lnTo>
                  <a:pt x="1015233" y="58816"/>
                </a:lnTo>
                <a:cubicBezTo>
                  <a:pt x="1014684" y="52692"/>
                  <a:pt x="1013131" y="48099"/>
                  <a:pt x="1010571" y="45037"/>
                </a:cubicBezTo>
                <a:cubicBezTo>
                  <a:pt x="1006641" y="40285"/>
                  <a:pt x="1001546" y="37908"/>
                  <a:pt x="995285" y="37908"/>
                </a:cubicBezTo>
                <a:cubicBezTo>
                  <a:pt x="989618" y="37908"/>
                  <a:pt x="984854" y="39805"/>
                  <a:pt x="980992" y="43598"/>
                </a:cubicBezTo>
                <a:cubicBezTo>
                  <a:pt x="977131" y="47391"/>
                  <a:pt x="974994" y="52464"/>
                  <a:pt x="974583" y="58816"/>
                </a:cubicBezTo>
                <a:close/>
                <a:moveTo>
                  <a:pt x="1081684" y="15904"/>
                </a:moveTo>
                <a:lnTo>
                  <a:pt x="1081684" y="1714"/>
                </a:lnTo>
                <a:lnTo>
                  <a:pt x="1094023" y="1714"/>
                </a:lnTo>
                <a:lnTo>
                  <a:pt x="1094023" y="15904"/>
                </a:lnTo>
                <a:lnTo>
                  <a:pt x="1081684" y="15904"/>
                </a:lnTo>
                <a:moveTo>
                  <a:pt x="1081684" y="102208"/>
                </a:moveTo>
                <a:lnTo>
                  <a:pt x="1081684" y="29408"/>
                </a:lnTo>
                <a:lnTo>
                  <a:pt x="1094023" y="29408"/>
                </a:lnTo>
                <a:lnTo>
                  <a:pt x="1094023" y="102208"/>
                </a:lnTo>
                <a:lnTo>
                  <a:pt x="1081684" y="102208"/>
                </a:lnTo>
                <a:close/>
                <a:moveTo>
                  <a:pt x="1108184" y="80478"/>
                </a:moveTo>
                <a:lnTo>
                  <a:pt x="1120386" y="78558"/>
                </a:lnTo>
                <a:cubicBezTo>
                  <a:pt x="1121071" y="83448"/>
                  <a:pt x="1122979" y="87196"/>
                  <a:pt x="1126109" y="89800"/>
                </a:cubicBezTo>
                <a:cubicBezTo>
                  <a:pt x="1129240" y="92405"/>
                  <a:pt x="1133616" y="93708"/>
                  <a:pt x="1139237" y="93708"/>
                </a:cubicBezTo>
                <a:cubicBezTo>
                  <a:pt x="1144904" y="93708"/>
                  <a:pt x="1149108" y="92554"/>
                  <a:pt x="1151850" y="90246"/>
                </a:cubicBezTo>
                <a:cubicBezTo>
                  <a:pt x="1154592" y="87938"/>
                  <a:pt x="1155963" y="85230"/>
                  <a:pt x="1155963" y="82123"/>
                </a:cubicBezTo>
                <a:cubicBezTo>
                  <a:pt x="1155963" y="79335"/>
                  <a:pt x="1154752" y="77142"/>
                  <a:pt x="1152330" y="75542"/>
                </a:cubicBezTo>
                <a:cubicBezTo>
                  <a:pt x="1150639" y="74445"/>
                  <a:pt x="1146435" y="73051"/>
                  <a:pt x="1139717" y="71360"/>
                </a:cubicBezTo>
                <a:cubicBezTo>
                  <a:pt x="1130668" y="69075"/>
                  <a:pt x="1124396" y="67099"/>
                  <a:pt x="1120900" y="65431"/>
                </a:cubicBezTo>
                <a:cubicBezTo>
                  <a:pt x="1117404" y="63763"/>
                  <a:pt x="1114753" y="61455"/>
                  <a:pt x="1112948" y="58507"/>
                </a:cubicBezTo>
                <a:cubicBezTo>
                  <a:pt x="1111143" y="55560"/>
                  <a:pt x="1110240" y="52304"/>
                  <a:pt x="1110240" y="48739"/>
                </a:cubicBezTo>
                <a:cubicBezTo>
                  <a:pt x="1110240" y="45494"/>
                  <a:pt x="1110983" y="42490"/>
                  <a:pt x="1112468" y="39725"/>
                </a:cubicBezTo>
                <a:cubicBezTo>
                  <a:pt x="1113953" y="36960"/>
                  <a:pt x="1115976" y="34663"/>
                  <a:pt x="1118535" y="32835"/>
                </a:cubicBezTo>
                <a:cubicBezTo>
                  <a:pt x="1120454" y="31419"/>
                  <a:pt x="1123070" y="30219"/>
                  <a:pt x="1126384" y="29237"/>
                </a:cubicBezTo>
                <a:cubicBezTo>
                  <a:pt x="1129697" y="28254"/>
                  <a:pt x="1133250" y="27763"/>
                  <a:pt x="1137043" y="27763"/>
                </a:cubicBezTo>
                <a:cubicBezTo>
                  <a:pt x="1142756" y="27763"/>
                  <a:pt x="1147771" y="28585"/>
                  <a:pt x="1152090" y="30231"/>
                </a:cubicBezTo>
                <a:cubicBezTo>
                  <a:pt x="1156409" y="31876"/>
                  <a:pt x="1159596" y="34104"/>
                  <a:pt x="1161653" y="36914"/>
                </a:cubicBezTo>
                <a:cubicBezTo>
                  <a:pt x="1163709" y="39725"/>
                  <a:pt x="1165126" y="43484"/>
                  <a:pt x="1165903" y="48191"/>
                </a:cubicBezTo>
                <a:lnTo>
                  <a:pt x="1153838" y="49836"/>
                </a:lnTo>
                <a:cubicBezTo>
                  <a:pt x="1153290" y="46088"/>
                  <a:pt x="1151701" y="43164"/>
                  <a:pt x="1149074" y="41061"/>
                </a:cubicBezTo>
                <a:cubicBezTo>
                  <a:pt x="1146446" y="38959"/>
                  <a:pt x="1142733" y="37908"/>
                  <a:pt x="1137934" y="37908"/>
                </a:cubicBezTo>
                <a:cubicBezTo>
                  <a:pt x="1132268" y="37908"/>
                  <a:pt x="1128223" y="38845"/>
                  <a:pt x="1125801" y="40719"/>
                </a:cubicBezTo>
                <a:cubicBezTo>
                  <a:pt x="1123379" y="42592"/>
                  <a:pt x="1122168" y="44786"/>
                  <a:pt x="1122168" y="47299"/>
                </a:cubicBezTo>
                <a:cubicBezTo>
                  <a:pt x="1122168" y="48899"/>
                  <a:pt x="1122671" y="50338"/>
                  <a:pt x="1123676" y="51618"/>
                </a:cubicBezTo>
                <a:cubicBezTo>
                  <a:pt x="1124681" y="52943"/>
                  <a:pt x="1126258" y="54040"/>
                  <a:pt x="1128406" y="54908"/>
                </a:cubicBezTo>
                <a:cubicBezTo>
                  <a:pt x="1129640" y="55365"/>
                  <a:pt x="1133273" y="56417"/>
                  <a:pt x="1139305" y="58062"/>
                </a:cubicBezTo>
                <a:cubicBezTo>
                  <a:pt x="1148034" y="60392"/>
                  <a:pt x="1154124" y="62300"/>
                  <a:pt x="1157574" y="63786"/>
                </a:cubicBezTo>
                <a:cubicBezTo>
                  <a:pt x="1161024" y="65271"/>
                  <a:pt x="1163732" y="67430"/>
                  <a:pt x="1165697" y="70264"/>
                </a:cubicBezTo>
                <a:cubicBezTo>
                  <a:pt x="1167662" y="73097"/>
                  <a:pt x="1168645" y="76616"/>
                  <a:pt x="1168645" y="80820"/>
                </a:cubicBezTo>
                <a:cubicBezTo>
                  <a:pt x="1168645" y="84933"/>
                  <a:pt x="1167445" y="88806"/>
                  <a:pt x="1165046" y="92440"/>
                </a:cubicBezTo>
                <a:cubicBezTo>
                  <a:pt x="1162647" y="96073"/>
                  <a:pt x="1159185" y="98883"/>
                  <a:pt x="1154661" y="100871"/>
                </a:cubicBezTo>
                <a:cubicBezTo>
                  <a:pt x="1150136" y="102859"/>
                  <a:pt x="1145018" y="103853"/>
                  <a:pt x="1139305" y="103853"/>
                </a:cubicBezTo>
                <a:cubicBezTo>
                  <a:pt x="1129845" y="103853"/>
                  <a:pt x="1122636" y="101888"/>
                  <a:pt x="1117678" y="97958"/>
                </a:cubicBezTo>
                <a:cubicBezTo>
                  <a:pt x="1112719" y="94028"/>
                  <a:pt x="1109555" y="88201"/>
                  <a:pt x="1108184" y="80478"/>
                </a:cubicBezTo>
                <a:close/>
                <a:moveTo>
                  <a:pt x="1269118" y="93228"/>
                </a:moveTo>
                <a:cubicBezTo>
                  <a:pt x="1264548" y="97112"/>
                  <a:pt x="1260149" y="99854"/>
                  <a:pt x="1255922" y="101454"/>
                </a:cubicBezTo>
                <a:cubicBezTo>
                  <a:pt x="1251695" y="103053"/>
                  <a:pt x="1247159" y="103853"/>
                  <a:pt x="1242315" y="103853"/>
                </a:cubicBezTo>
                <a:cubicBezTo>
                  <a:pt x="1234317" y="103853"/>
                  <a:pt x="1228171" y="101899"/>
                  <a:pt x="1223875" y="97992"/>
                </a:cubicBezTo>
                <a:cubicBezTo>
                  <a:pt x="1219579" y="94085"/>
                  <a:pt x="1217431" y="89092"/>
                  <a:pt x="1217431" y="83014"/>
                </a:cubicBezTo>
                <a:cubicBezTo>
                  <a:pt x="1217431" y="79449"/>
                  <a:pt x="1218242" y="76193"/>
                  <a:pt x="1219865" y="73246"/>
                </a:cubicBezTo>
                <a:cubicBezTo>
                  <a:pt x="1221487" y="70298"/>
                  <a:pt x="1223612" y="67933"/>
                  <a:pt x="1226240" y="66151"/>
                </a:cubicBezTo>
                <a:cubicBezTo>
                  <a:pt x="1228868" y="64368"/>
                  <a:pt x="1231827" y="63020"/>
                  <a:pt x="1235117" y="62106"/>
                </a:cubicBezTo>
                <a:cubicBezTo>
                  <a:pt x="1237539" y="61466"/>
                  <a:pt x="1241195" y="60849"/>
                  <a:pt x="1246085" y="60255"/>
                </a:cubicBezTo>
                <a:cubicBezTo>
                  <a:pt x="1256048" y="59067"/>
                  <a:pt x="1263383" y="57650"/>
                  <a:pt x="1268090" y="56005"/>
                </a:cubicBezTo>
                <a:cubicBezTo>
                  <a:pt x="1268135" y="54314"/>
                  <a:pt x="1268158" y="53240"/>
                  <a:pt x="1268158" y="52783"/>
                </a:cubicBezTo>
                <a:cubicBezTo>
                  <a:pt x="1268158" y="47756"/>
                  <a:pt x="1266993" y="44215"/>
                  <a:pt x="1264662" y="42158"/>
                </a:cubicBezTo>
                <a:cubicBezTo>
                  <a:pt x="1261509" y="39371"/>
                  <a:pt x="1256825" y="37977"/>
                  <a:pt x="1250609" y="37977"/>
                </a:cubicBezTo>
                <a:cubicBezTo>
                  <a:pt x="1244806" y="37977"/>
                  <a:pt x="1240521" y="38993"/>
                  <a:pt x="1237756" y="41027"/>
                </a:cubicBezTo>
                <a:cubicBezTo>
                  <a:pt x="1234992" y="43061"/>
                  <a:pt x="1232946" y="46660"/>
                  <a:pt x="1231621" y="51824"/>
                </a:cubicBezTo>
                <a:lnTo>
                  <a:pt x="1219556" y="50179"/>
                </a:lnTo>
                <a:cubicBezTo>
                  <a:pt x="1220653" y="45014"/>
                  <a:pt x="1222458" y="40844"/>
                  <a:pt x="1224972" y="37668"/>
                </a:cubicBezTo>
                <a:cubicBezTo>
                  <a:pt x="1227485" y="34492"/>
                  <a:pt x="1231118" y="32047"/>
                  <a:pt x="1235871" y="30333"/>
                </a:cubicBezTo>
                <a:cubicBezTo>
                  <a:pt x="1240624" y="28620"/>
                  <a:pt x="1246131" y="27763"/>
                  <a:pt x="1252392" y="27763"/>
                </a:cubicBezTo>
                <a:cubicBezTo>
                  <a:pt x="1258607" y="27763"/>
                  <a:pt x="1263657" y="28494"/>
                  <a:pt x="1267541" y="29956"/>
                </a:cubicBezTo>
                <a:cubicBezTo>
                  <a:pt x="1271426" y="31419"/>
                  <a:pt x="1274282" y="33258"/>
                  <a:pt x="1276110" y="35475"/>
                </a:cubicBezTo>
                <a:cubicBezTo>
                  <a:pt x="1277938" y="37691"/>
                  <a:pt x="1279218" y="40490"/>
                  <a:pt x="1279949" y="43872"/>
                </a:cubicBezTo>
                <a:cubicBezTo>
                  <a:pt x="1280360" y="45974"/>
                  <a:pt x="1280566" y="49767"/>
                  <a:pt x="1280566" y="55251"/>
                </a:cubicBezTo>
                <a:lnTo>
                  <a:pt x="1280566" y="71703"/>
                </a:lnTo>
                <a:cubicBezTo>
                  <a:pt x="1280566" y="83174"/>
                  <a:pt x="1280829" y="90429"/>
                  <a:pt x="1281354" y="93468"/>
                </a:cubicBezTo>
                <a:cubicBezTo>
                  <a:pt x="1281880" y="96507"/>
                  <a:pt x="1282919" y="99420"/>
                  <a:pt x="1284473" y="102208"/>
                </a:cubicBezTo>
                <a:lnTo>
                  <a:pt x="1271586" y="102208"/>
                </a:lnTo>
                <a:cubicBezTo>
                  <a:pt x="1270306" y="99649"/>
                  <a:pt x="1269484" y="96655"/>
                  <a:pt x="1269118" y="93228"/>
                </a:cubicBezTo>
                <a:moveTo>
                  <a:pt x="1268090" y="65671"/>
                </a:moveTo>
                <a:cubicBezTo>
                  <a:pt x="1263611" y="67499"/>
                  <a:pt x="1256893" y="69053"/>
                  <a:pt x="1247936" y="70332"/>
                </a:cubicBezTo>
                <a:cubicBezTo>
                  <a:pt x="1242863" y="71063"/>
                  <a:pt x="1239276" y="71886"/>
                  <a:pt x="1237174" y="72800"/>
                </a:cubicBezTo>
                <a:cubicBezTo>
                  <a:pt x="1235071" y="73714"/>
                  <a:pt x="1233449" y="75051"/>
                  <a:pt x="1232307" y="76810"/>
                </a:cubicBezTo>
                <a:cubicBezTo>
                  <a:pt x="1231164" y="78570"/>
                  <a:pt x="1230593" y="80523"/>
                  <a:pt x="1230593" y="82671"/>
                </a:cubicBezTo>
                <a:cubicBezTo>
                  <a:pt x="1230593" y="85962"/>
                  <a:pt x="1231838" y="88704"/>
                  <a:pt x="1234329" y="90897"/>
                </a:cubicBezTo>
                <a:cubicBezTo>
                  <a:pt x="1236820" y="93091"/>
                  <a:pt x="1240464" y="94188"/>
                  <a:pt x="1245263" y="94188"/>
                </a:cubicBezTo>
                <a:cubicBezTo>
                  <a:pt x="1250015" y="94188"/>
                  <a:pt x="1254243" y="93148"/>
                  <a:pt x="1257944" y="91069"/>
                </a:cubicBezTo>
                <a:cubicBezTo>
                  <a:pt x="1261646" y="88989"/>
                  <a:pt x="1264365" y="86144"/>
                  <a:pt x="1266102" y="82534"/>
                </a:cubicBezTo>
                <a:cubicBezTo>
                  <a:pt x="1267427" y="79746"/>
                  <a:pt x="1268090" y="75633"/>
                  <a:pt x="1268090" y="70195"/>
                </a:cubicBezTo>
                <a:lnTo>
                  <a:pt x="1268090" y="65671"/>
                </a:lnTo>
                <a:close/>
                <a:moveTo>
                  <a:pt x="1351404" y="102208"/>
                </a:moveTo>
                <a:lnTo>
                  <a:pt x="1329125" y="29408"/>
                </a:lnTo>
                <a:lnTo>
                  <a:pt x="1341876" y="29408"/>
                </a:lnTo>
                <a:lnTo>
                  <a:pt x="1353461" y="71429"/>
                </a:lnTo>
                <a:lnTo>
                  <a:pt x="1357779" y="87058"/>
                </a:lnTo>
                <a:cubicBezTo>
                  <a:pt x="1357962" y="86282"/>
                  <a:pt x="1359219" y="81277"/>
                  <a:pt x="1361549" y="72046"/>
                </a:cubicBezTo>
                <a:lnTo>
                  <a:pt x="1373134" y="29408"/>
                </a:lnTo>
                <a:lnTo>
                  <a:pt x="1385816" y="29408"/>
                </a:lnTo>
                <a:lnTo>
                  <a:pt x="1396716" y="71635"/>
                </a:lnTo>
                <a:lnTo>
                  <a:pt x="1400349" y="85550"/>
                </a:lnTo>
                <a:lnTo>
                  <a:pt x="1404530" y="71498"/>
                </a:lnTo>
                <a:lnTo>
                  <a:pt x="1417006" y="29408"/>
                </a:lnTo>
                <a:lnTo>
                  <a:pt x="1429003" y="29408"/>
                </a:lnTo>
                <a:lnTo>
                  <a:pt x="1406244" y="102208"/>
                </a:lnTo>
                <a:lnTo>
                  <a:pt x="1393425" y="102208"/>
                </a:lnTo>
                <a:lnTo>
                  <a:pt x="1381840" y="58610"/>
                </a:lnTo>
                <a:lnTo>
                  <a:pt x="1379030" y="46203"/>
                </a:lnTo>
                <a:lnTo>
                  <a:pt x="1364291" y="102208"/>
                </a:lnTo>
                <a:lnTo>
                  <a:pt x="1351404" y="102208"/>
                </a:lnTo>
                <a:close/>
                <a:moveTo>
                  <a:pt x="1486891" y="93228"/>
                </a:moveTo>
                <a:cubicBezTo>
                  <a:pt x="1482321" y="97112"/>
                  <a:pt x="1477923" y="99854"/>
                  <a:pt x="1473695" y="101454"/>
                </a:cubicBezTo>
                <a:cubicBezTo>
                  <a:pt x="1469468" y="103053"/>
                  <a:pt x="1464932" y="103853"/>
                  <a:pt x="1460088" y="103853"/>
                </a:cubicBezTo>
                <a:cubicBezTo>
                  <a:pt x="1452091" y="103853"/>
                  <a:pt x="1445944" y="101899"/>
                  <a:pt x="1441648" y="97992"/>
                </a:cubicBezTo>
                <a:cubicBezTo>
                  <a:pt x="1437352" y="94085"/>
                  <a:pt x="1435205" y="89092"/>
                  <a:pt x="1435205" y="83014"/>
                </a:cubicBezTo>
                <a:cubicBezTo>
                  <a:pt x="1435205" y="79449"/>
                  <a:pt x="1436016" y="76193"/>
                  <a:pt x="1437638" y="73246"/>
                </a:cubicBezTo>
                <a:cubicBezTo>
                  <a:pt x="1439260" y="70298"/>
                  <a:pt x="1441385" y="67933"/>
                  <a:pt x="1444013" y="66151"/>
                </a:cubicBezTo>
                <a:cubicBezTo>
                  <a:pt x="1446641" y="64368"/>
                  <a:pt x="1449600" y="63020"/>
                  <a:pt x="1452890" y="62106"/>
                </a:cubicBezTo>
                <a:cubicBezTo>
                  <a:pt x="1455313" y="61466"/>
                  <a:pt x="1458968" y="60849"/>
                  <a:pt x="1463858" y="60255"/>
                </a:cubicBezTo>
                <a:cubicBezTo>
                  <a:pt x="1473821" y="59067"/>
                  <a:pt x="1481156" y="57650"/>
                  <a:pt x="1485863" y="56005"/>
                </a:cubicBezTo>
                <a:cubicBezTo>
                  <a:pt x="1485909" y="54314"/>
                  <a:pt x="1485931" y="53240"/>
                  <a:pt x="1485931" y="52783"/>
                </a:cubicBezTo>
                <a:cubicBezTo>
                  <a:pt x="1485931" y="47756"/>
                  <a:pt x="1484766" y="44215"/>
                  <a:pt x="1482435" y="42158"/>
                </a:cubicBezTo>
                <a:cubicBezTo>
                  <a:pt x="1479282" y="39371"/>
                  <a:pt x="1474598" y="37977"/>
                  <a:pt x="1468383" y="37977"/>
                </a:cubicBezTo>
                <a:cubicBezTo>
                  <a:pt x="1462579" y="37977"/>
                  <a:pt x="1458294" y="38993"/>
                  <a:pt x="1455530" y="41027"/>
                </a:cubicBezTo>
                <a:cubicBezTo>
                  <a:pt x="1452765" y="43061"/>
                  <a:pt x="1450720" y="46660"/>
                  <a:pt x="1449394" y="51824"/>
                </a:cubicBezTo>
                <a:lnTo>
                  <a:pt x="1437330" y="50179"/>
                </a:lnTo>
                <a:cubicBezTo>
                  <a:pt x="1438426" y="45014"/>
                  <a:pt x="1440232" y="40844"/>
                  <a:pt x="1442745" y="37668"/>
                </a:cubicBezTo>
                <a:cubicBezTo>
                  <a:pt x="1445259" y="34492"/>
                  <a:pt x="1448892" y="32047"/>
                  <a:pt x="1453644" y="30333"/>
                </a:cubicBezTo>
                <a:cubicBezTo>
                  <a:pt x="1458397" y="28620"/>
                  <a:pt x="1463904" y="27763"/>
                  <a:pt x="1470165" y="27763"/>
                </a:cubicBezTo>
                <a:cubicBezTo>
                  <a:pt x="1476380" y="27763"/>
                  <a:pt x="1481430" y="28494"/>
                  <a:pt x="1485315" y="29956"/>
                </a:cubicBezTo>
                <a:cubicBezTo>
                  <a:pt x="1489199" y="31419"/>
                  <a:pt x="1492055" y="33258"/>
                  <a:pt x="1493883" y="35475"/>
                </a:cubicBezTo>
                <a:cubicBezTo>
                  <a:pt x="1495711" y="37691"/>
                  <a:pt x="1496991" y="40490"/>
                  <a:pt x="1497722" y="43872"/>
                </a:cubicBezTo>
                <a:cubicBezTo>
                  <a:pt x="1498133" y="45974"/>
                  <a:pt x="1498339" y="49767"/>
                  <a:pt x="1498339" y="55251"/>
                </a:cubicBezTo>
                <a:lnTo>
                  <a:pt x="1498339" y="71703"/>
                </a:lnTo>
                <a:cubicBezTo>
                  <a:pt x="1498339" y="83174"/>
                  <a:pt x="1498602" y="90429"/>
                  <a:pt x="1499127" y="93468"/>
                </a:cubicBezTo>
                <a:cubicBezTo>
                  <a:pt x="1499653" y="96507"/>
                  <a:pt x="1500693" y="99420"/>
                  <a:pt x="1502246" y="102208"/>
                </a:cubicBezTo>
                <a:lnTo>
                  <a:pt x="1489359" y="102208"/>
                </a:lnTo>
                <a:cubicBezTo>
                  <a:pt x="1488079" y="99649"/>
                  <a:pt x="1487257" y="96655"/>
                  <a:pt x="1486891" y="93228"/>
                </a:cubicBezTo>
                <a:moveTo>
                  <a:pt x="1485863" y="65671"/>
                </a:moveTo>
                <a:cubicBezTo>
                  <a:pt x="1481384" y="67499"/>
                  <a:pt x="1474666" y="69053"/>
                  <a:pt x="1465709" y="70332"/>
                </a:cubicBezTo>
                <a:cubicBezTo>
                  <a:pt x="1460637" y="71063"/>
                  <a:pt x="1457049" y="71886"/>
                  <a:pt x="1454947" y="72800"/>
                </a:cubicBezTo>
                <a:cubicBezTo>
                  <a:pt x="1452845" y="73714"/>
                  <a:pt x="1451222" y="75051"/>
                  <a:pt x="1450080" y="76810"/>
                </a:cubicBezTo>
                <a:cubicBezTo>
                  <a:pt x="1448937" y="78570"/>
                  <a:pt x="1448366" y="80523"/>
                  <a:pt x="1448366" y="82671"/>
                </a:cubicBezTo>
                <a:cubicBezTo>
                  <a:pt x="1448366" y="85962"/>
                  <a:pt x="1449611" y="88704"/>
                  <a:pt x="1452102" y="90897"/>
                </a:cubicBezTo>
                <a:cubicBezTo>
                  <a:pt x="1454593" y="93091"/>
                  <a:pt x="1458237" y="94188"/>
                  <a:pt x="1463036" y="94188"/>
                </a:cubicBezTo>
                <a:cubicBezTo>
                  <a:pt x="1467789" y="94188"/>
                  <a:pt x="1472016" y="93148"/>
                  <a:pt x="1475718" y="91069"/>
                </a:cubicBezTo>
                <a:cubicBezTo>
                  <a:pt x="1479419" y="88989"/>
                  <a:pt x="1482138" y="86144"/>
                  <a:pt x="1483875" y="82534"/>
                </a:cubicBezTo>
                <a:cubicBezTo>
                  <a:pt x="1485200" y="79746"/>
                  <a:pt x="1485863" y="75633"/>
                  <a:pt x="1485863" y="70195"/>
                </a:cubicBezTo>
                <a:lnTo>
                  <a:pt x="1485863" y="65671"/>
                </a:lnTo>
                <a:close/>
                <a:moveTo>
                  <a:pt x="1544159" y="91171"/>
                </a:moveTo>
                <a:lnTo>
                  <a:pt x="1545941" y="102071"/>
                </a:lnTo>
                <a:cubicBezTo>
                  <a:pt x="1542468" y="102802"/>
                  <a:pt x="1539360" y="103168"/>
                  <a:pt x="1536618" y="103168"/>
                </a:cubicBezTo>
                <a:cubicBezTo>
                  <a:pt x="1532140" y="103168"/>
                  <a:pt x="1528666" y="102459"/>
                  <a:pt x="1526199" y="101043"/>
                </a:cubicBezTo>
                <a:cubicBezTo>
                  <a:pt x="1523731" y="99626"/>
                  <a:pt x="1521994" y="97764"/>
                  <a:pt x="1520989" y="95456"/>
                </a:cubicBezTo>
                <a:cubicBezTo>
                  <a:pt x="1519983" y="93148"/>
                  <a:pt x="1519481" y="88292"/>
                  <a:pt x="1519481" y="80889"/>
                </a:cubicBezTo>
                <a:lnTo>
                  <a:pt x="1519481" y="39005"/>
                </a:lnTo>
                <a:lnTo>
                  <a:pt x="1510432" y="39005"/>
                </a:lnTo>
                <a:lnTo>
                  <a:pt x="1510432" y="29408"/>
                </a:lnTo>
                <a:lnTo>
                  <a:pt x="1519481" y="29408"/>
                </a:lnTo>
                <a:lnTo>
                  <a:pt x="1519481" y="11379"/>
                </a:lnTo>
                <a:lnTo>
                  <a:pt x="1531751" y="3976"/>
                </a:lnTo>
                <a:lnTo>
                  <a:pt x="1531751" y="29408"/>
                </a:lnTo>
                <a:lnTo>
                  <a:pt x="1544159" y="29408"/>
                </a:lnTo>
                <a:lnTo>
                  <a:pt x="1544159" y="39005"/>
                </a:lnTo>
                <a:lnTo>
                  <a:pt x="1531751" y="39005"/>
                </a:lnTo>
                <a:lnTo>
                  <a:pt x="1531751" y="81574"/>
                </a:lnTo>
                <a:cubicBezTo>
                  <a:pt x="1531751" y="85093"/>
                  <a:pt x="1531968" y="87355"/>
                  <a:pt x="1532402" y="88361"/>
                </a:cubicBezTo>
                <a:cubicBezTo>
                  <a:pt x="1532837" y="89366"/>
                  <a:pt x="1533545" y="90166"/>
                  <a:pt x="1534528" y="90760"/>
                </a:cubicBezTo>
                <a:cubicBezTo>
                  <a:pt x="1535510" y="91354"/>
                  <a:pt x="1536915" y="91651"/>
                  <a:pt x="1538743" y="91651"/>
                </a:cubicBezTo>
                <a:cubicBezTo>
                  <a:pt x="1540114" y="91651"/>
                  <a:pt x="1541919" y="91491"/>
                  <a:pt x="1544159" y="91171"/>
                </a:cubicBezTo>
                <a:close/>
                <a:moveTo>
                  <a:pt x="1605578" y="78764"/>
                </a:moveTo>
                <a:lnTo>
                  <a:pt x="1618328" y="80341"/>
                </a:lnTo>
                <a:cubicBezTo>
                  <a:pt x="1616317" y="87790"/>
                  <a:pt x="1612593" y="93571"/>
                  <a:pt x="1607154" y="97684"/>
                </a:cubicBezTo>
                <a:cubicBezTo>
                  <a:pt x="1601716" y="101797"/>
                  <a:pt x="1594770" y="103853"/>
                  <a:pt x="1586315" y="103853"/>
                </a:cubicBezTo>
                <a:cubicBezTo>
                  <a:pt x="1575667" y="103853"/>
                  <a:pt x="1567224" y="100574"/>
                  <a:pt x="1560986" y="94016"/>
                </a:cubicBezTo>
                <a:cubicBezTo>
                  <a:pt x="1554748" y="87458"/>
                  <a:pt x="1551629" y="78261"/>
                  <a:pt x="1551629" y="66425"/>
                </a:cubicBezTo>
                <a:cubicBezTo>
                  <a:pt x="1551629" y="54177"/>
                  <a:pt x="1554782" y="44672"/>
                  <a:pt x="1561089" y="37908"/>
                </a:cubicBezTo>
                <a:cubicBezTo>
                  <a:pt x="1567396" y="31145"/>
                  <a:pt x="1575576" y="27763"/>
                  <a:pt x="1585630" y="27763"/>
                </a:cubicBezTo>
                <a:cubicBezTo>
                  <a:pt x="1595364" y="27763"/>
                  <a:pt x="1603316" y="31076"/>
                  <a:pt x="1609485" y="37702"/>
                </a:cubicBezTo>
                <a:cubicBezTo>
                  <a:pt x="1615655" y="44329"/>
                  <a:pt x="1618739" y="53652"/>
                  <a:pt x="1618739" y="65671"/>
                </a:cubicBezTo>
                <a:cubicBezTo>
                  <a:pt x="1618739" y="66402"/>
                  <a:pt x="1618717" y="67499"/>
                  <a:pt x="1618671" y="68961"/>
                </a:cubicBezTo>
                <a:lnTo>
                  <a:pt x="1564379" y="68961"/>
                </a:lnTo>
                <a:cubicBezTo>
                  <a:pt x="1564836" y="76959"/>
                  <a:pt x="1567098" y="83083"/>
                  <a:pt x="1571166" y="87333"/>
                </a:cubicBezTo>
                <a:cubicBezTo>
                  <a:pt x="1575233" y="91583"/>
                  <a:pt x="1580306" y="93708"/>
                  <a:pt x="1586384" y="93708"/>
                </a:cubicBezTo>
                <a:cubicBezTo>
                  <a:pt x="1590908" y="93708"/>
                  <a:pt x="1594770" y="92520"/>
                  <a:pt x="1597969" y="90143"/>
                </a:cubicBezTo>
                <a:cubicBezTo>
                  <a:pt x="1601168" y="87767"/>
                  <a:pt x="1603704" y="83974"/>
                  <a:pt x="1605578" y="78764"/>
                </a:cubicBezTo>
                <a:moveTo>
                  <a:pt x="1565065" y="58816"/>
                </a:moveTo>
                <a:lnTo>
                  <a:pt x="1605715" y="58816"/>
                </a:lnTo>
                <a:cubicBezTo>
                  <a:pt x="1605167" y="52692"/>
                  <a:pt x="1603613" y="48099"/>
                  <a:pt x="1601054" y="45037"/>
                </a:cubicBezTo>
                <a:cubicBezTo>
                  <a:pt x="1597123" y="40285"/>
                  <a:pt x="1592028" y="37908"/>
                  <a:pt x="1585767" y="37908"/>
                </a:cubicBezTo>
                <a:cubicBezTo>
                  <a:pt x="1580100" y="37908"/>
                  <a:pt x="1575336" y="39805"/>
                  <a:pt x="1571474" y="43598"/>
                </a:cubicBezTo>
                <a:cubicBezTo>
                  <a:pt x="1567613" y="47391"/>
                  <a:pt x="1565476" y="52464"/>
                  <a:pt x="1565065" y="58816"/>
                </a:cubicBezTo>
                <a:close/>
                <a:moveTo>
                  <a:pt x="1633437" y="102208"/>
                </a:moveTo>
                <a:lnTo>
                  <a:pt x="1633437" y="29408"/>
                </a:lnTo>
                <a:lnTo>
                  <a:pt x="1644542" y="29408"/>
                </a:lnTo>
                <a:lnTo>
                  <a:pt x="1644542" y="40444"/>
                </a:lnTo>
                <a:cubicBezTo>
                  <a:pt x="1647375" y="35280"/>
                  <a:pt x="1649992" y="31876"/>
                  <a:pt x="1652391" y="30231"/>
                </a:cubicBezTo>
                <a:cubicBezTo>
                  <a:pt x="1654790" y="28585"/>
                  <a:pt x="1657429" y="27763"/>
                  <a:pt x="1660309" y="27763"/>
                </a:cubicBezTo>
                <a:cubicBezTo>
                  <a:pt x="1664467" y="27763"/>
                  <a:pt x="1668694" y="29088"/>
                  <a:pt x="1672990" y="31739"/>
                </a:cubicBezTo>
                <a:lnTo>
                  <a:pt x="1668740" y="43186"/>
                </a:lnTo>
                <a:cubicBezTo>
                  <a:pt x="1665724" y="41404"/>
                  <a:pt x="1662708" y="40513"/>
                  <a:pt x="1659692" y="40513"/>
                </a:cubicBezTo>
                <a:cubicBezTo>
                  <a:pt x="1656995" y="40513"/>
                  <a:pt x="1654573" y="41324"/>
                  <a:pt x="1652425" y="42947"/>
                </a:cubicBezTo>
                <a:cubicBezTo>
                  <a:pt x="1650277" y="44569"/>
                  <a:pt x="1648746" y="46820"/>
                  <a:pt x="1647832" y="49699"/>
                </a:cubicBezTo>
                <a:cubicBezTo>
                  <a:pt x="1646461" y="54086"/>
                  <a:pt x="1645776" y="58884"/>
                  <a:pt x="1645776" y="64094"/>
                </a:cubicBezTo>
                <a:lnTo>
                  <a:pt x="1645776" y="102208"/>
                </a:lnTo>
                <a:lnTo>
                  <a:pt x="1633437" y="102208"/>
                </a:lnTo>
                <a:close/>
                <a:moveTo>
                  <a:pt x="1716220" y="108240"/>
                </a:moveTo>
                <a:lnTo>
                  <a:pt x="1728216" y="110023"/>
                </a:lnTo>
                <a:cubicBezTo>
                  <a:pt x="1728719" y="113724"/>
                  <a:pt x="1730113" y="116421"/>
                  <a:pt x="1732398" y="118112"/>
                </a:cubicBezTo>
                <a:cubicBezTo>
                  <a:pt x="1735460" y="120397"/>
                  <a:pt x="1739641" y="121539"/>
                  <a:pt x="1744943" y="121539"/>
                </a:cubicBezTo>
                <a:cubicBezTo>
                  <a:pt x="1750655" y="121539"/>
                  <a:pt x="1755065" y="120397"/>
                  <a:pt x="1758173" y="118112"/>
                </a:cubicBezTo>
                <a:cubicBezTo>
                  <a:pt x="1761280" y="115827"/>
                  <a:pt x="1763383" y="112628"/>
                  <a:pt x="1764479" y="108515"/>
                </a:cubicBezTo>
                <a:cubicBezTo>
                  <a:pt x="1765119" y="106001"/>
                  <a:pt x="1765416" y="100723"/>
                  <a:pt x="1765371" y="92680"/>
                </a:cubicBezTo>
                <a:cubicBezTo>
                  <a:pt x="1759978" y="99032"/>
                  <a:pt x="1753260" y="102208"/>
                  <a:pt x="1745217" y="102208"/>
                </a:cubicBezTo>
                <a:cubicBezTo>
                  <a:pt x="1735209" y="102208"/>
                  <a:pt x="1727462" y="98598"/>
                  <a:pt x="1721978" y="91377"/>
                </a:cubicBezTo>
                <a:cubicBezTo>
                  <a:pt x="1716494" y="84156"/>
                  <a:pt x="1713752" y="75496"/>
                  <a:pt x="1713752" y="65397"/>
                </a:cubicBezTo>
                <a:cubicBezTo>
                  <a:pt x="1713752" y="58450"/>
                  <a:pt x="1715009" y="52041"/>
                  <a:pt x="1717523" y="46168"/>
                </a:cubicBezTo>
                <a:cubicBezTo>
                  <a:pt x="1720036" y="40296"/>
                  <a:pt x="1723681" y="35760"/>
                  <a:pt x="1728456" y="32561"/>
                </a:cubicBezTo>
                <a:cubicBezTo>
                  <a:pt x="1733232" y="29362"/>
                  <a:pt x="1738842" y="27763"/>
                  <a:pt x="1745285" y="27763"/>
                </a:cubicBezTo>
                <a:cubicBezTo>
                  <a:pt x="1753877" y="27763"/>
                  <a:pt x="1760960" y="31236"/>
                  <a:pt x="1766536" y="38182"/>
                </a:cubicBezTo>
                <a:lnTo>
                  <a:pt x="1766536" y="29408"/>
                </a:lnTo>
                <a:lnTo>
                  <a:pt x="1777915" y="29408"/>
                </a:lnTo>
                <a:lnTo>
                  <a:pt x="1777915" y="92337"/>
                </a:lnTo>
                <a:cubicBezTo>
                  <a:pt x="1777915" y="103670"/>
                  <a:pt x="1776761" y="111702"/>
                  <a:pt x="1774453" y="116432"/>
                </a:cubicBezTo>
                <a:cubicBezTo>
                  <a:pt x="1772146" y="121162"/>
                  <a:pt x="1768490" y="124898"/>
                  <a:pt x="1763485" y="127640"/>
                </a:cubicBezTo>
                <a:cubicBezTo>
                  <a:pt x="1758481" y="130382"/>
                  <a:pt x="1752323" y="131753"/>
                  <a:pt x="1745011" y="131753"/>
                </a:cubicBezTo>
                <a:cubicBezTo>
                  <a:pt x="1736328" y="131753"/>
                  <a:pt x="1729313" y="129799"/>
                  <a:pt x="1723966" y="125892"/>
                </a:cubicBezTo>
                <a:cubicBezTo>
                  <a:pt x="1718619" y="121985"/>
                  <a:pt x="1716037" y="116101"/>
                  <a:pt x="1716220" y="108240"/>
                </a:cubicBezTo>
                <a:moveTo>
                  <a:pt x="1726434" y="64505"/>
                </a:moveTo>
                <a:cubicBezTo>
                  <a:pt x="1726434" y="74057"/>
                  <a:pt x="1728331" y="81026"/>
                  <a:pt x="1732124" y="85413"/>
                </a:cubicBezTo>
                <a:cubicBezTo>
                  <a:pt x="1735917" y="89800"/>
                  <a:pt x="1740670" y="91994"/>
                  <a:pt x="1746382" y="91994"/>
                </a:cubicBezTo>
                <a:cubicBezTo>
                  <a:pt x="1752049" y="91994"/>
                  <a:pt x="1756802" y="89812"/>
                  <a:pt x="1760641" y="85447"/>
                </a:cubicBezTo>
                <a:cubicBezTo>
                  <a:pt x="1764479" y="81083"/>
                  <a:pt x="1766399" y="74240"/>
                  <a:pt x="1766399" y="64917"/>
                </a:cubicBezTo>
                <a:cubicBezTo>
                  <a:pt x="1766399" y="56005"/>
                  <a:pt x="1764422" y="49287"/>
                  <a:pt x="1760469" y="44763"/>
                </a:cubicBezTo>
                <a:cubicBezTo>
                  <a:pt x="1756516" y="40239"/>
                  <a:pt x="1751752" y="37977"/>
                  <a:pt x="1746177" y="37977"/>
                </a:cubicBezTo>
                <a:cubicBezTo>
                  <a:pt x="1740693" y="37977"/>
                  <a:pt x="1736031" y="40205"/>
                  <a:pt x="1732192" y="44660"/>
                </a:cubicBezTo>
                <a:cubicBezTo>
                  <a:pt x="1728354" y="49116"/>
                  <a:pt x="1726434" y="55731"/>
                  <a:pt x="1726434" y="64505"/>
                </a:cubicBezTo>
                <a:close/>
                <a:moveTo>
                  <a:pt x="1796040" y="102208"/>
                </a:moveTo>
                <a:lnTo>
                  <a:pt x="1796040" y="1714"/>
                </a:lnTo>
                <a:lnTo>
                  <a:pt x="1808379" y="1714"/>
                </a:lnTo>
                <a:lnTo>
                  <a:pt x="1808379" y="102208"/>
                </a:lnTo>
                <a:lnTo>
                  <a:pt x="1796040" y="102208"/>
                </a:lnTo>
                <a:close/>
                <a:moveTo>
                  <a:pt x="1875323" y="93228"/>
                </a:moveTo>
                <a:cubicBezTo>
                  <a:pt x="1870753" y="97112"/>
                  <a:pt x="1866355" y="99854"/>
                  <a:pt x="1862128" y="101454"/>
                </a:cubicBezTo>
                <a:cubicBezTo>
                  <a:pt x="1857900" y="103053"/>
                  <a:pt x="1853365" y="103853"/>
                  <a:pt x="1848520" y="103853"/>
                </a:cubicBezTo>
                <a:cubicBezTo>
                  <a:pt x="1840523" y="103853"/>
                  <a:pt x="1834376" y="101899"/>
                  <a:pt x="1830080" y="97992"/>
                </a:cubicBezTo>
                <a:cubicBezTo>
                  <a:pt x="1825785" y="94085"/>
                  <a:pt x="1823637" y="89092"/>
                  <a:pt x="1823637" y="83014"/>
                </a:cubicBezTo>
                <a:cubicBezTo>
                  <a:pt x="1823637" y="79449"/>
                  <a:pt x="1824448" y="76193"/>
                  <a:pt x="1826070" y="73246"/>
                </a:cubicBezTo>
                <a:cubicBezTo>
                  <a:pt x="1827693" y="70298"/>
                  <a:pt x="1829818" y="67933"/>
                  <a:pt x="1832445" y="66151"/>
                </a:cubicBezTo>
                <a:cubicBezTo>
                  <a:pt x="1835073" y="64368"/>
                  <a:pt x="1838032" y="63020"/>
                  <a:pt x="1841323" y="62106"/>
                </a:cubicBezTo>
                <a:cubicBezTo>
                  <a:pt x="1843745" y="61466"/>
                  <a:pt x="1847401" y="60849"/>
                  <a:pt x="1852291" y="60255"/>
                </a:cubicBezTo>
                <a:cubicBezTo>
                  <a:pt x="1862253" y="59067"/>
                  <a:pt x="1869588" y="57650"/>
                  <a:pt x="1874295" y="56005"/>
                </a:cubicBezTo>
                <a:cubicBezTo>
                  <a:pt x="1874341" y="54314"/>
                  <a:pt x="1874364" y="53240"/>
                  <a:pt x="1874364" y="52783"/>
                </a:cubicBezTo>
                <a:cubicBezTo>
                  <a:pt x="1874364" y="47756"/>
                  <a:pt x="1873198" y="44215"/>
                  <a:pt x="1870868" y="42158"/>
                </a:cubicBezTo>
                <a:cubicBezTo>
                  <a:pt x="1867714" y="39371"/>
                  <a:pt x="1863030" y="37977"/>
                  <a:pt x="1856815" y="37977"/>
                </a:cubicBezTo>
                <a:cubicBezTo>
                  <a:pt x="1851011" y="37977"/>
                  <a:pt x="1846727" y="38993"/>
                  <a:pt x="1843962" y="41027"/>
                </a:cubicBezTo>
                <a:cubicBezTo>
                  <a:pt x="1841197" y="43061"/>
                  <a:pt x="1839152" y="46660"/>
                  <a:pt x="1837827" y="51824"/>
                </a:cubicBezTo>
                <a:lnTo>
                  <a:pt x="1825762" y="50179"/>
                </a:lnTo>
                <a:cubicBezTo>
                  <a:pt x="1826859" y="45014"/>
                  <a:pt x="1828664" y="40844"/>
                  <a:pt x="1831177" y="37668"/>
                </a:cubicBezTo>
                <a:cubicBezTo>
                  <a:pt x="1833691" y="34492"/>
                  <a:pt x="1837324" y="32047"/>
                  <a:pt x="1842077" y="30333"/>
                </a:cubicBezTo>
                <a:cubicBezTo>
                  <a:pt x="1846830" y="28620"/>
                  <a:pt x="1852336" y="27763"/>
                  <a:pt x="1858597" y="27763"/>
                </a:cubicBezTo>
                <a:cubicBezTo>
                  <a:pt x="1864812" y="27763"/>
                  <a:pt x="1869862" y="28494"/>
                  <a:pt x="1873747" y="29956"/>
                </a:cubicBezTo>
                <a:cubicBezTo>
                  <a:pt x="1877631" y="31419"/>
                  <a:pt x="1880488" y="33258"/>
                  <a:pt x="1882316" y="35475"/>
                </a:cubicBezTo>
                <a:cubicBezTo>
                  <a:pt x="1884144" y="37691"/>
                  <a:pt x="1885423" y="40490"/>
                  <a:pt x="1886154" y="43872"/>
                </a:cubicBezTo>
                <a:cubicBezTo>
                  <a:pt x="1886566" y="45974"/>
                  <a:pt x="1886771" y="49767"/>
                  <a:pt x="1886771" y="55251"/>
                </a:cubicBezTo>
                <a:lnTo>
                  <a:pt x="1886771" y="71703"/>
                </a:lnTo>
                <a:cubicBezTo>
                  <a:pt x="1886771" y="83174"/>
                  <a:pt x="1887034" y="90429"/>
                  <a:pt x="1887560" y="93468"/>
                </a:cubicBezTo>
                <a:cubicBezTo>
                  <a:pt x="1888085" y="96507"/>
                  <a:pt x="1889125" y="99420"/>
                  <a:pt x="1890679" y="102208"/>
                </a:cubicBezTo>
                <a:lnTo>
                  <a:pt x="1877791" y="102208"/>
                </a:lnTo>
                <a:cubicBezTo>
                  <a:pt x="1876512" y="99649"/>
                  <a:pt x="1875689" y="96655"/>
                  <a:pt x="1875323" y="93228"/>
                </a:cubicBezTo>
                <a:moveTo>
                  <a:pt x="1874295" y="65671"/>
                </a:moveTo>
                <a:cubicBezTo>
                  <a:pt x="1869817" y="67499"/>
                  <a:pt x="1863099" y="69053"/>
                  <a:pt x="1854142" y="70332"/>
                </a:cubicBezTo>
                <a:cubicBezTo>
                  <a:pt x="1849069" y="71063"/>
                  <a:pt x="1845481" y="71886"/>
                  <a:pt x="1843379" y="72800"/>
                </a:cubicBezTo>
                <a:cubicBezTo>
                  <a:pt x="1841277" y="73714"/>
                  <a:pt x="1839655" y="75051"/>
                  <a:pt x="1838512" y="76810"/>
                </a:cubicBezTo>
                <a:cubicBezTo>
                  <a:pt x="1837370" y="78570"/>
                  <a:pt x="1836798" y="80523"/>
                  <a:pt x="1836798" y="82671"/>
                </a:cubicBezTo>
                <a:cubicBezTo>
                  <a:pt x="1836798" y="85962"/>
                  <a:pt x="1838044" y="88704"/>
                  <a:pt x="1840534" y="90897"/>
                </a:cubicBezTo>
                <a:cubicBezTo>
                  <a:pt x="1843025" y="93091"/>
                  <a:pt x="1846670" y="94188"/>
                  <a:pt x="1851468" y="94188"/>
                </a:cubicBezTo>
                <a:cubicBezTo>
                  <a:pt x="1856221" y="94188"/>
                  <a:pt x="1860448" y="93148"/>
                  <a:pt x="1864150" y="91069"/>
                </a:cubicBezTo>
                <a:cubicBezTo>
                  <a:pt x="1867851" y="88989"/>
                  <a:pt x="1870571" y="86144"/>
                  <a:pt x="1872307" y="82534"/>
                </a:cubicBezTo>
                <a:cubicBezTo>
                  <a:pt x="1873633" y="79746"/>
                  <a:pt x="1874295" y="75633"/>
                  <a:pt x="1874295" y="70195"/>
                </a:cubicBezTo>
                <a:lnTo>
                  <a:pt x="1874295" y="65671"/>
                </a:lnTo>
                <a:close/>
                <a:moveTo>
                  <a:pt x="1900715" y="80478"/>
                </a:moveTo>
                <a:lnTo>
                  <a:pt x="1912917" y="78558"/>
                </a:lnTo>
                <a:cubicBezTo>
                  <a:pt x="1913602" y="83448"/>
                  <a:pt x="1915510" y="87196"/>
                  <a:pt x="1918641" y="89800"/>
                </a:cubicBezTo>
                <a:cubicBezTo>
                  <a:pt x="1921771" y="92405"/>
                  <a:pt x="1926147" y="93708"/>
                  <a:pt x="1931768" y="93708"/>
                </a:cubicBezTo>
                <a:cubicBezTo>
                  <a:pt x="1937435" y="93708"/>
                  <a:pt x="1941639" y="92554"/>
                  <a:pt x="1944381" y="90246"/>
                </a:cubicBezTo>
                <a:cubicBezTo>
                  <a:pt x="1947123" y="87938"/>
                  <a:pt x="1948494" y="85230"/>
                  <a:pt x="1948494" y="82123"/>
                </a:cubicBezTo>
                <a:cubicBezTo>
                  <a:pt x="1948494" y="79335"/>
                  <a:pt x="1947283" y="77142"/>
                  <a:pt x="1944861" y="75542"/>
                </a:cubicBezTo>
                <a:cubicBezTo>
                  <a:pt x="1943170" y="74445"/>
                  <a:pt x="1938966" y="73051"/>
                  <a:pt x="1932248" y="71360"/>
                </a:cubicBezTo>
                <a:cubicBezTo>
                  <a:pt x="1923199" y="69075"/>
                  <a:pt x="1916927" y="67099"/>
                  <a:pt x="1913431" y="65431"/>
                </a:cubicBezTo>
                <a:cubicBezTo>
                  <a:pt x="1909935" y="63763"/>
                  <a:pt x="1907284" y="61455"/>
                  <a:pt x="1905479" y="58507"/>
                </a:cubicBezTo>
                <a:cubicBezTo>
                  <a:pt x="1903674" y="55560"/>
                  <a:pt x="1902772" y="52304"/>
                  <a:pt x="1902772" y="48739"/>
                </a:cubicBezTo>
                <a:cubicBezTo>
                  <a:pt x="1902772" y="45494"/>
                  <a:pt x="1903514" y="42490"/>
                  <a:pt x="1904999" y="39725"/>
                </a:cubicBezTo>
                <a:cubicBezTo>
                  <a:pt x="1906485" y="36960"/>
                  <a:pt x="1908507" y="34663"/>
                  <a:pt x="1911066" y="32835"/>
                </a:cubicBezTo>
                <a:cubicBezTo>
                  <a:pt x="1912985" y="31419"/>
                  <a:pt x="1915602" y="30219"/>
                  <a:pt x="1918915" y="29237"/>
                </a:cubicBezTo>
                <a:cubicBezTo>
                  <a:pt x="1922228" y="28254"/>
                  <a:pt x="1925781" y="27763"/>
                  <a:pt x="1929575" y="27763"/>
                </a:cubicBezTo>
                <a:cubicBezTo>
                  <a:pt x="1935287" y="27763"/>
                  <a:pt x="1940303" y="28585"/>
                  <a:pt x="1944621" y="30231"/>
                </a:cubicBezTo>
                <a:cubicBezTo>
                  <a:pt x="1948940" y="31876"/>
                  <a:pt x="1952127" y="34104"/>
                  <a:pt x="1954184" y="36914"/>
                </a:cubicBezTo>
                <a:cubicBezTo>
                  <a:pt x="1956240" y="39725"/>
                  <a:pt x="1957657" y="43484"/>
                  <a:pt x="1958434" y="48191"/>
                </a:cubicBezTo>
                <a:lnTo>
                  <a:pt x="1946369" y="49836"/>
                </a:lnTo>
                <a:cubicBezTo>
                  <a:pt x="1945821" y="46088"/>
                  <a:pt x="1944233" y="43164"/>
                  <a:pt x="1941605" y="41061"/>
                </a:cubicBezTo>
                <a:cubicBezTo>
                  <a:pt x="1938977" y="38959"/>
                  <a:pt x="1935264" y="37908"/>
                  <a:pt x="1930466" y="37908"/>
                </a:cubicBezTo>
                <a:cubicBezTo>
                  <a:pt x="1924799" y="37908"/>
                  <a:pt x="1920754" y="38845"/>
                  <a:pt x="1918332" y="40719"/>
                </a:cubicBezTo>
                <a:cubicBezTo>
                  <a:pt x="1915910" y="42592"/>
                  <a:pt x="1914699" y="44786"/>
                  <a:pt x="1914699" y="47299"/>
                </a:cubicBezTo>
                <a:cubicBezTo>
                  <a:pt x="1914699" y="48899"/>
                  <a:pt x="1915202" y="50338"/>
                  <a:pt x="1916207" y="51618"/>
                </a:cubicBezTo>
                <a:cubicBezTo>
                  <a:pt x="1917213" y="52943"/>
                  <a:pt x="1918789" y="54040"/>
                  <a:pt x="1920937" y="54908"/>
                </a:cubicBezTo>
                <a:cubicBezTo>
                  <a:pt x="1922171" y="55365"/>
                  <a:pt x="1925804" y="56417"/>
                  <a:pt x="1931837" y="58062"/>
                </a:cubicBezTo>
                <a:cubicBezTo>
                  <a:pt x="1940565" y="60392"/>
                  <a:pt x="1946655" y="62300"/>
                  <a:pt x="1950105" y="63786"/>
                </a:cubicBezTo>
                <a:cubicBezTo>
                  <a:pt x="1953556" y="65271"/>
                  <a:pt x="1956263" y="67430"/>
                  <a:pt x="1958228" y="70264"/>
                </a:cubicBezTo>
                <a:cubicBezTo>
                  <a:pt x="1960194" y="73097"/>
                  <a:pt x="1961176" y="76616"/>
                  <a:pt x="1961176" y="80820"/>
                </a:cubicBezTo>
                <a:cubicBezTo>
                  <a:pt x="1961176" y="84933"/>
                  <a:pt x="1959976" y="88806"/>
                  <a:pt x="1957577" y="92440"/>
                </a:cubicBezTo>
                <a:cubicBezTo>
                  <a:pt x="1955178" y="96073"/>
                  <a:pt x="1951716" y="98883"/>
                  <a:pt x="1947192" y="100871"/>
                </a:cubicBezTo>
                <a:cubicBezTo>
                  <a:pt x="1942668" y="102859"/>
                  <a:pt x="1937549" y="103853"/>
                  <a:pt x="1931837" y="103853"/>
                </a:cubicBezTo>
                <a:cubicBezTo>
                  <a:pt x="1922377" y="103853"/>
                  <a:pt x="1915168" y="101888"/>
                  <a:pt x="1910209" y="97958"/>
                </a:cubicBezTo>
                <a:cubicBezTo>
                  <a:pt x="1905251" y="94028"/>
                  <a:pt x="1902086" y="88201"/>
                  <a:pt x="1900715" y="80478"/>
                </a:cubicBezTo>
                <a:close/>
                <a:moveTo>
                  <a:pt x="1970686" y="80478"/>
                </a:moveTo>
                <a:lnTo>
                  <a:pt x="1982888" y="78558"/>
                </a:lnTo>
                <a:cubicBezTo>
                  <a:pt x="1983573" y="83448"/>
                  <a:pt x="1985481" y="87196"/>
                  <a:pt x="1988612" y="89800"/>
                </a:cubicBezTo>
                <a:cubicBezTo>
                  <a:pt x="1991742" y="92405"/>
                  <a:pt x="1996118" y="93708"/>
                  <a:pt x="2001739" y="93708"/>
                </a:cubicBezTo>
                <a:cubicBezTo>
                  <a:pt x="2007406" y="93708"/>
                  <a:pt x="2011610" y="92554"/>
                  <a:pt x="2014352" y="90246"/>
                </a:cubicBezTo>
                <a:cubicBezTo>
                  <a:pt x="2017094" y="87938"/>
                  <a:pt x="2018465" y="85230"/>
                  <a:pt x="2018465" y="82123"/>
                </a:cubicBezTo>
                <a:cubicBezTo>
                  <a:pt x="2018465" y="79335"/>
                  <a:pt x="2017254" y="77142"/>
                  <a:pt x="2014832" y="75542"/>
                </a:cubicBezTo>
                <a:cubicBezTo>
                  <a:pt x="2013141" y="74445"/>
                  <a:pt x="2008937" y="73051"/>
                  <a:pt x="2002219" y="71360"/>
                </a:cubicBezTo>
                <a:cubicBezTo>
                  <a:pt x="1993170" y="69075"/>
                  <a:pt x="1986898" y="67099"/>
                  <a:pt x="1983402" y="65431"/>
                </a:cubicBezTo>
                <a:cubicBezTo>
                  <a:pt x="1979906" y="63763"/>
                  <a:pt x="1977255" y="61455"/>
                  <a:pt x="1975450" y="58507"/>
                </a:cubicBezTo>
                <a:cubicBezTo>
                  <a:pt x="1973645" y="55560"/>
                  <a:pt x="1972742" y="52304"/>
                  <a:pt x="1972742" y="48739"/>
                </a:cubicBezTo>
                <a:cubicBezTo>
                  <a:pt x="1972742" y="45494"/>
                  <a:pt x="1973485" y="42490"/>
                  <a:pt x="1974970" y="39725"/>
                </a:cubicBezTo>
                <a:cubicBezTo>
                  <a:pt x="1976455" y="36960"/>
                  <a:pt x="1978478" y="34663"/>
                  <a:pt x="1981037" y="32835"/>
                </a:cubicBezTo>
                <a:cubicBezTo>
                  <a:pt x="1982956" y="31419"/>
                  <a:pt x="1985573" y="30219"/>
                  <a:pt x="1988886" y="29237"/>
                </a:cubicBezTo>
                <a:cubicBezTo>
                  <a:pt x="1992199" y="28254"/>
                  <a:pt x="1995752" y="27763"/>
                  <a:pt x="1999545" y="27763"/>
                </a:cubicBezTo>
                <a:cubicBezTo>
                  <a:pt x="2005258" y="27763"/>
                  <a:pt x="2010273" y="28585"/>
                  <a:pt x="2014592" y="30231"/>
                </a:cubicBezTo>
                <a:cubicBezTo>
                  <a:pt x="2018911" y="31876"/>
                  <a:pt x="2022098" y="34104"/>
                  <a:pt x="2024155" y="36914"/>
                </a:cubicBezTo>
                <a:cubicBezTo>
                  <a:pt x="2026211" y="39725"/>
                  <a:pt x="2027628" y="43484"/>
                  <a:pt x="2028405" y="48191"/>
                </a:cubicBezTo>
                <a:lnTo>
                  <a:pt x="2016340" y="49836"/>
                </a:lnTo>
                <a:cubicBezTo>
                  <a:pt x="2015792" y="46088"/>
                  <a:pt x="2014204" y="43164"/>
                  <a:pt x="2011576" y="41061"/>
                </a:cubicBezTo>
                <a:cubicBezTo>
                  <a:pt x="2008948" y="38959"/>
                  <a:pt x="2005235" y="37908"/>
                  <a:pt x="2000436" y="37908"/>
                </a:cubicBezTo>
                <a:cubicBezTo>
                  <a:pt x="1994770" y="37908"/>
                  <a:pt x="1990725" y="38845"/>
                  <a:pt x="1988303" y="40719"/>
                </a:cubicBezTo>
                <a:cubicBezTo>
                  <a:pt x="1985881" y="42592"/>
                  <a:pt x="1984670" y="44786"/>
                  <a:pt x="1984670" y="47299"/>
                </a:cubicBezTo>
                <a:cubicBezTo>
                  <a:pt x="1984670" y="48899"/>
                  <a:pt x="1985173" y="50338"/>
                  <a:pt x="1986178" y="51618"/>
                </a:cubicBezTo>
                <a:cubicBezTo>
                  <a:pt x="1987183" y="52943"/>
                  <a:pt x="1988760" y="54040"/>
                  <a:pt x="1990908" y="54908"/>
                </a:cubicBezTo>
                <a:cubicBezTo>
                  <a:pt x="1992142" y="55365"/>
                  <a:pt x="1995775" y="56417"/>
                  <a:pt x="2001807" y="58062"/>
                </a:cubicBezTo>
                <a:cubicBezTo>
                  <a:pt x="2010536" y="60392"/>
                  <a:pt x="2016626" y="62300"/>
                  <a:pt x="2020076" y="63786"/>
                </a:cubicBezTo>
                <a:cubicBezTo>
                  <a:pt x="2023526" y="65271"/>
                  <a:pt x="2026234" y="67430"/>
                  <a:pt x="2028199" y="70264"/>
                </a:cubicBezTo>
                <a:cubicBezTo>
                  <a:pt x="2030164" y="73097"/>
                  <a:pt x="2031147" y="76616"/>
                  <a:pt x="2031147" y="80820"/>
                </a:cubicBezTo>
                <a:cubicBezTo>
                  <a:pt x="2031147" y="84933"/>
                  <a:pt x="2029947" y="88806"/>
                  <a:pt x="2027548" y="92440"/>
                </a:cubicBezTo>
                <a:cubicBezTo>
                  <a:pt x="2025149" y="96073"/>
                  <a:pt x="2021687" y="98883"/>
                  <a:pt x="2017163" y="100871"/>
                </a:cubicBezTo>
                <a:cubicBezTo>
                  <a:pt x="2012638" y="102859"/>
                  <a:pt x="2007520" y="103853"/>
                  <a:pt x="2001807" y="103853"/>
                </a:cubicBezTo>
                <a:cubicBezTo>
                  <a:pt x="1992348" y="103853"/>
                  <a:pt x="1985138" y="101888"/>
                  <a:pt x="1980180" y="97958"/>
                </a:cubicBezTo>
                <a:cubicBezTo>
                  <a:pt x="1975221" y="94028"/>
                  <a:pt x="1972057" y="88201"/>
                  <a:pt x="1970686" y="80478"/>
                </a:cubicBezTo>
                <a:close/>
                <a:moveTo>
                  <a:pt x="2084183" y="15904"/>
                </a:moveTo>
                <a:lnTo>
                  <a:pt x="2084183" y="1714"/>
                </a:lnTo>
                <a:lnTo>
                  <a:pt x="2096522" y="1714"/>
                </a:lnTo>
                <a:lnTo>
                  <a:pt x="2096522" y="15904"/>
                </a:lnTo>
                <a:lnTo>
                  <a:pt x="2084183" y="15904"/>
                </a:lnTo>
                <a:moveTo>
                  <a:pt x="2084183" y="102208"/>
                </a:moveTo>
                <a:lnTo>
                  <a:pt x="2084183" y="29408"/>
                </a:lnTo>
                <a:lnTo>
                  <a:pt x="2096522" y="29408"/>
                </a:lnTo>
                <a:lnTo>
                  <a:pt x="2096522" y="102208"/>
                </a:lnTo>
                <a:lnTo>
                  <a:pt x="2084183" y="102208"/>
                </a:lnTo>
                <a:close/>
                <a:moveTo>
                  <a:pt x="2115618" y="102208"/>
                </a:moveTo>
                <a:lnTo>
                  <a:pt x="2115618" y="29408"/>
                </a:lnTo>
                <a:lnTo>
                  <a:pt x="2126723" y="29408"/>
                </a:lnTo>
                <a:lnTo>
                  <a:pt x="2126723" y="39759"/>
                </a:lnTo>
                <a:cubicBezTo>
                  <a:pt x="2132070" y="31761"/>
                  <a:pt x="2139793" y="27763"/>
                  <a:pt x="2149893" y="27763"/>
                </a:cubicBezTo>
                <a:cubicBezTo>
                  <a:pt x="2154280" y="27763"/>
                  <a:pt x="2158313" y="28551"/>
                  <a:pt x="2161992" y="30128"/>
                </a:cubicBezTo>
                <a:cubicBezTo>
                  <a:pt x="2165671" y="31704"/>
                  <a:pt x="2168424" y="33772"/>
                  <a:pt x="2170252" y="36331"/>
                </a:cubicBezTo>
                <a:cubicBezTo>
                  <a:pt x="2172080" y="38891"/>
                  <a:pt x="2173360" y="41930"/>
                  <a:pt x="2174091" y="45449"/>
                </a:cubicBezTo>
                <a:cubicBezTo>
                  <a:pt x="2174548" y="47734"/>
                  <a:pt x="2174777" y="51732"/>
                  <a:pt x="2174777" y="57445"/>
                </a:cubicBezTo>
                <a:lnTo>
                  <a:pt x="2174777" y="102208"/>
                </a:lnTo>
                <a:lnTo>
                  <a:pt x="2162438" y="102208"/>
                </a:lnTo>
                <a:lnTo>
                  <a:pt x="2162438" y="57925"/>
                </a:lnTo>
                <a:cubicBezTo>
                  <a:pt x="2162438" y="52898"/>
                  <a:pt x="2161958" y="49139"/>
                  <a:pt x="2160998" y="46648"/>
                </a:cubicBezTo>
                <a:cubicBezTo>
                  <a:pt x="2160038" y="44158"/>
                  <a:pt x="2158336" y="42170"/>
                  <a:pt x="2155891" y="40684"/>
                </a:cubicBezTo>
                <a:cubicBezTo>
                  <a:pt x="2153446" y="39199"/>
                  <a:pt x="2150578" y="38457"/>
                  <a:pt x="2147288" y="38457"/>
                </a:cubicBezTo>
                <a:cubicBezTo>
                  <a:pt x="2142033" y="38457"/>
                  <a:pt x="2137497" y="40125"/>
                  <a:pt x="2133681" y="43461"/>
                </a:cubicBezTo>
                <a:cubicBezTo>
                  <a:pt x="2129865" y="46797"/>
                  <a:pt x="2127957" y="53126"/>
                  <a:pt x="2127957" y="62449"/>
                </a:cubicBezTo>
                <a:lnTo>
                  <a:pt x="2127957" y="102208"/>
                </a:lnTo>
                <a:lnTo>
                  <a:pt x="2115618" y="102208"/>
                </a:lnTo>
                <a:close/>
                <a:moveTo>
                  <a:pt x="2188515" y="80478"/>
                </a:moveTo>
                <a:lnTo>
                  <a:pt x="2200717" y="78558"/>
                </a:lnTo>
                <a:cubicBezTo>
                  <a:pt x="2201402" y="83448"/>
                  <a:pt x="2203310" y="87196"/>
                  <a:pt x="2206441" y="89800"/>
                </a:cubicBezTo>
                <a:cubicBezTo>
                  <a:pt x="2209571" y="92405"/>
                  <a:pt x="2213947" y="93708"/>
                  <a:pt x="2219568" y="93708"/>
                </a:cubicBezTo>
                <a:cubicBezTo>
                  <a:pt x="2225235" y="93708"/>
                  <a:pt x="2229439" y="92554"/>
                  <a:pt x="2232181" y="90246"/>
                </a:cubicBezTo>
                <a:cubicBezTo>
                  <a:pt x="2234923" y="87938"/>
                  <a:pt x="2236294" y="85230"/>
                  <a:pt x="2236294" y="82123"/>
                </a:cubicBezTo>
                <a:cubicBezTo>
                  <a:pt x="2236294" y="79335"/>
                  <a:pt x="2235083" y="77142"/>
                  <a:pt x="2232661" y="75542"/>
                </a:cubicBezTo>
                <a:cubicBezTo>
                  <a:pt x="2230970" y="74445"/>
                  <a:pt x="2226766" y="73051"/>
                  <a:pt x="2220048" y="71360"/>
                </a:cubicBezTo>
                <a:cubicBezTo>
                  <a:pt x="2210999" y="69075"/>
                  <a:pt x="2204727" y="67099"/>
                  <a:pt x="2201231" y="65431"/>
                </a:cubicBezTo>
                <a:cubicBezTo>
                  <a:pt x="2197735" y="63763"/>
                  <a:pt x="2195084" y="61455"/>
                  <a:pt x="2193279" y="58507"/>
                </a:cubicBezTo>
                <a:cubicBezTo>
                  <a:pt x="2191474" y="55560"/>
                  <a:pt x="2190572" y="52304"/>
                  <a:pt x="2190572" y="48739"/>
                </a:cubicBezTo>
                <a:cubicBezTo>
                  <a:pt x="2190572" y="45494"/>
                  <a:pt x="2191314" y="42490"/>
                  <a:pt x="2192799" y="39725"/>
                </a:cubicBezTo>
                <a:cubicBezTo>
                  <a:pt x="2194285" y="36960"/>
                  <a:pt x="2196307" y="34663"/>
                  <a:pt x="2198866" y="32835"/>
                </a:cubicBezTo>
                <a:cubicBezTo>
                  <a:pt x="2200785" y="31419"/>
                  <a:pt x="2203402" y="30219"/>
                  <a:pt x="2206715" y="29237"/>
                </a:cubicBezTo>
                <a:cubicBezTo>
                  <a:pt x="2210028" y="28254"/>
                  <a:pt x="2213581" y="27763"/>
                  <a:pt x="2217375" y="27763"/>
                </a:cubicBezTo>
                <a:cubicBezTo>
                  <a:pt x="2223087" y="27763"/>
                  <a:pt x="2228103" y="28585"/>
                  <a:pt x="2232421" y="30231"/>
                </a:cubicBezTo>
                <a:cubicBezTo>
                  <a:pt x="2236740" y="31876"/>
                  <a:pt x="2239927" y="34104"/>
                  <a:pt x="2241984" y="36914"/>
                </a:cubicBezTo>
                <a:cubicBezTo>
                  <a:pt x="2244040" y="39725"/>
                  <a:pt x="2245457" y="43484"/>
                  <a:pt x="2246234" y="48191"/>
                </a:cubicBezTo>
                <a:lnTo>
                  <a:pt x="2234169" y="49836"/>
                </a:lnTo>
                <a:cubicBezTo>
                  <a:pt x="2233621" y="46088"/>
                  <a:pt x="2232033" y="43164"/>
                  <a:pt x="2229405" y="41061"/>
                </a:cubicBezTo>
                <a:cubicBezTo>
                  <a:pt x="2226777" y="38959"/>
                  <a:pt x="2223064" y="37908"/>
                  <a:pt x="2218266" y="37908"/>
                </a:cubicBezTo>
                <a:cubicBezTo>
                  <a:pt x="2212599" y="37908"/>
                  <a:pt x="2208554" y="38845"/>
                  <a:pt x="2206132" y="40719"/>
                </a:cubicBezTo>
                <a:cubicBezTo>
                  <a:pt x="2203710" y="42592"/>
                  <a:pt x="2202499" y="44786"/>
                  <a:pt x="2202499" y="47299"/>
                </a:cubicBezTo>
                <a:cubicBezTo>
                  <a:pt x="2202499" y="48899"/>
                  <a:pt x="2203002" y="50338"/>
                  <a:pt x="2204007" y="51618"/>
                </a:cubicBezTo>
                <a:cubicBezTo>
                  <a:pt x="2205013" y="52943"/>
                  <a:pt x="2206589" y="54040"/>
                  <a:pt x="2208737" y="54908"/>
                </a:cubicBezTo>
                <a:cubicBezTo>
                  <a:pt x="2209971" y="55365"/>
                  <a:pt x="2213604" y="56417"/>
                  <a:pt x="2219637" y="58062"/>
                </a:cubicBezTo>
                <a:cubicBezTo>
                  <a:pt x="2228365" y="60392"/>
                  <a:pt x="2234455" y="62300"/>
                  <a:pt x="2237905" y="63786"/>
                </a:cubicBezTo>
                <a:cubicBezTo>
                  <a:pt x="2241356" y="65271"/>
                  <a:pt x="2244063" y="67430"/>
                  <a:pt x="2246028" y="70264"/>
                </a:cubicBezTo>
                <a:cubicBezTo>
                  <a:pt x="2247993" y="73097"/>
                  <a:pt x="2248976" y="76616"/>
                  <a:pt x="2248976" y="80820"/>
                </a:cubicBezTo>
                <a:cubicBezTo>
                  <a:pt x="2248976" y="84933"/>
                  <a:pt x="2247776" y="88806"/>
                  <a:pt x="2245377" y="92440"/>
                </a:cubicBezTo>
                <a:cubicBezTo>
                  <a:pt x="2242978" y="96073"/>
                  <a:pt x="2239516" y="98883"/>
                  <a:pt x="2234992" y="100871"/>
                </a:cubicBezTo>
                <a:cubicBezTo>
                  <a:pt x="2230468" y="102859"/>
                  <a:pt x="2225349" y="103853"/>
                  <a:pt x="2219637" y="103853"/>
                </a:cubicBezTo>
                <a:cubicBezTo>
                  <a:pt x="2210177" y="103853"/>
                  <a:pt x="2202968" y="101888"/>
                  <a:pt x="2198009" y="97958"/>
                </a:cubicBezTo>
                <a:cubicBezTo>
                  <a:pt x="2193051" y="94028"/>
                  <a:pt x="2189886" y="88201"/>
                  <a:pt x="2188515" y="80478"/>
                </a:cubicBezTo>
                <a:close/>
                <a:moveTo>
                  <a:pt x="2263490" y="15904"/>
                </a:moveTo>
                <a:lnTo>
                  <a:pt x="2263490" y="1714"/>
                </a:lnTo>
                <a:lnTo>
                  <a:pt x="2275829" y="1714"/>
                </a:lnTo>
                <a:lnTo>
                  <a:pt x="2275829" y="15904"/>
                </a:lnTo>
                <a:lnTo>
                  <a:pt x="2263490" y="15904"/>
                </a:lnTo>
                <a:moveTo>
                  <a:pt x="2263490" y="102208"/>
                </a:moveTo>
                <a:lnTo>
                  <a:pt x="2263490" y="29408"/>
                </a:lnTo>
                <a:lnTo>
                  <a:pt x="2275829" y="29408"/>
                </a:lnTo>
                <a:lnTo>
                  <a:pt x="2275829" y="102208"/>
                </a:lnTo>
                <a:lnTo>
                  <a:pt x="2263490" y="102208"/>
                </a:lnTo>
                <a:close/>
                <a:moveTo>
                  <a:pt x="2342156" y="102208"/>
                </a:moveTo>
                <a:lnTo>
                  <a:pt x="2342156" y="93022"/>
                </a:lnTo>
                <a:cubicBezTo>
                  <a:pt x="2337540" y="100243"/>
                  <a:pt x="2330753" y="103853"/>
                  <a:pt x="2321796" y="103853"/>
                </a:cubicBezTo>
                <a:cubicBezTo>
                  <a:pt x="2315992" y="103853"/>
                  <a:pt x="2310657" y="102254"/>
                  <a:pt x="2305790" y="99055"/>
                </a:cubicBezTo>
                <a:cubicBezTo>
                  <a:pt x="2300923" y="95856"/>
                  <a:pt x="2297153" y="91388"/>
                  <a:pt x="2294479" y="85653"/>
                </a:cubicBezTo>
                <a:cubicBezTo>
                  <a:pt x="2291806" y="79918"/>
                  <a:pt x="2290469" y="73326"/>
                  <a:pt x="2290469" y="65876"/>
                </a:cubicBezTo>
                <a:cubicBezTo>
                  <a:pt x="2290469" y="58610"/>
                  <a:pt x="2291680" y="52018"/>
                  <a:pt x="2294102" y="46100"/>
                </a:cubicBezTo>
                <a:cubicBezTo>
                  <a:pt x="2296524" y="40182"/>
                  <a:pt x="2300157" y="35646"/>
                  <a:pt x="2305002" y="32493"/>
                </a:cubicBezTo>
                <a:cubicBezTo>
                  <a:pt x="2309846" y="29339"/>
                  <a:pt x="2315261" y="27763"/>
                  <a:pt x="2321248" y="27763"/>
                </a:cubicBezTo>
                <a:cubicBezTo>
                  <a:pt x="2325635" y="27763"/>
                  <a:pt x="2329542" y="28688"/>
                  <a:pt x="2332970" y="30539"/>
                </a:cubicBezTo>
                <a:cubicBezTo>
                  <a:pt x="2336397" y="32390"/>
                  <a:pt x="2339185" y="34801"/>
                  <a:pt x="2341333" y="37771"/>
                </a:cubicBezTo>
                <a:lnTo>
                  <a:pt x="2341333" y="1714"/>
                </a:lnTo>
                <a:lnTo>
                  <a:pt x="2353603" y="1714"/>
                </a:lnTo>
                <a:lnTo>
                  <a:pt x="2353603" y="102208"/>
                </a:lnTo>
                <a:lnTo>
                  <a:pt x="2342156" y="102208"/>
                </a:lnTo>
                <a:moveTo>
                  <a:pt x="2303151" y="65876"/>
                </a:moveTo>
                <a:cubicBezTo>
                  <a:pt x="2303151" y="75199"/>
                  <a:pt x="2305116" y="82169"/>
                  <a:pt x="2309046" y="86784"/>
                </a:cubicBezTo>
                <a:cubicBezTo>
                  <a:pt x="2312976" y="91400"/>
                  <a:pt x="2317615" y="93708"/>
                  <a:pt x="2322962" y="93708"/>
                </a:cubicBezTo>
                <a:cubicBezTo>
                  <a:pt x="2328354" y="93708"/>
                  <a:pt x="2332936" y="91503"/>
                  <a:pt x="2336706" y="87093"/>
                </a:cubicBezTo>
                <a:cubicBezTo>
                  <a:pt x="2340476" y="82683"/>
                  <a:pt x="2342361" y="75953"/>
                  <a:pt x="2342361" y="66905"/>
                </a:cubicBezTo>
                <a:cubicBezTo>
                  <a:pt x="2342361" y="56942"/>
                  <a:pt x="2340442" y="49630"/>
                  <a:pt x="2336603" y="44969"/>
                </a:cubicBezTo>
                <a:cubicBezTo>
                  <a:pt x="2332764" y="40307"/>
                  <a:pt x="2328034" y="37977"/>
                  <a:pt x="2322413" y="37977"/>
                </a:cubicBezTo>
                <a:cubicBezTo>
                  <a:pt x="2316929" y="37977"/>
                  <a:pt x="2312348" y="40216"/>
                  <a:pt x="2308669" y="44695"/>
                </a:cubicBezTo>
                <a:cubicBezTo>
                  <a:pt x="2304990" y="49173"/>
                  <a:pt x="2303151" y="56234"/>
                  <a:pt x="2303151" y="65876"/>
                </a:cubicBezTo>
                <a:close/>
                <a:moveTo>
                  <a:pt x="2422593" y="78764"/>
                </a:moveTo>
                <a:lnTo>
                  <a:pt x="2435343" y="80341"/>
                </a:lnTo>
                <a:cubicBezTo>
                  <a:pt x="2433332" y="87790"/>
                  <a:pt x="2429608" y="93571"/>
                  <a:pt x="2424169" y="97684"/>
                </a:cubicBezTo>
                <a:cubicBezTo>
                  <a:pt x="2418731" y="101797"/>
                  <a:pt x="2411785" y="103853"/>
                  <a:pt x="2403330" y="103853"/>
                </a:cubicBezTo>
                <a:cubicBezTo>
                  <a:pt x="2392682" y="103853"/>
                  <a:pt x="2384239" y="100574"/>
                  <a:pt x="2378001" y="94016"/>
                </a:cubicBezTo>
                <a:cubicBezTo>
                  <a:pt x="2371763" y="87458"/>
                  <a:pt x="2368644" y="78261"/>
                  <a:pt x="2368644" y="66425"/>
                </a:cubicBezTo>
                <a:cubicBezTo>
                  <a:pt x="2368644" y="54177"/>
                  <a:pt x="2371797" y="44672"/>
                  <a:pt x="2378104" y="37908"/>
                </a:cubicBezTo>
                <a:cubicBezTo>
                  <a:pt x="2384410" y="31145"/>
                  <a:pt x="2392591" y="27763"/>
                  <a:pt x="2402645" y="27763"/>
                </a:cubicBezTo>
                <a:cubicBezTo>
                  <a:pt x="2412379" y="27763"/>
                  <a:pt x="2420331" y="31076"/>
                  <a:pt x="2426500" y="37702"/>
                </a:cubicBezTo>
                <a:cubicBezTo>
                  <a:pt x="2432670" y="44329"/>
                  <a:pt x="2435754" y="53652"/>
                  <a:pt x="2435754" y="65671"/>
                </a:cubicBezTo>
                <a:cubicBezTo>
                  <a:pt x="2435754" y="66402"/>
                  <a:pt x="2435732" y="67499"/>
                  <a:pt x="2435686" y="68961"/>
                </a:cubicBezTo>
                <a:lnTo>
                  <a:pt x="2381394" y="68961"/>
                </a:lnTo>
                <a:cubicBezTo>
                  <a:pt x="2381851" y="76959"/>
                  <a:pt x="2384113" y="83083"/>
                  <a:pt x="2388181" y="87333"/>
                </a:cubicBezTo>
                <a:cubicBezTo>
                  <a:pt x="2392248" y="91583"/>
                  <a:pt x="2397321" y="93708"/>
                  <a:pt x="2403399" y="93708"/>
                </a:cubicBezTo>
                <a:cubicBezTo>
                  <a:pt x="2407923" y="93708"/>
                  <a:pt x="2411785" y="92520"/>
                  <a:pt x="2414984" y="90143"/>
                </a:cubicBezTo>
                <a:cubicBezTo>
                  <a:pt x="2418183" y="87767"/>
                  <a:pt x="2420719" y="83974"/>
                  <a:pt x="2422593" y="78764"/>
                </a:cubicBezTo>
                <a:moveTo>
                  <a:pt x="2382080" y="58816"/>
                </a:moveTo>
                <a:lnTo>
                  <a:pt x="2422730" y="58816"/>
                </a:lnTo>
                <a:cubicBezTo>
                  <a:pt x="2422182" y="52692"/>
                  <a:pt x="2420628" y="48099"/>
                  <a:pt x="2418069" y="45037"/>
                </a:cubicBezTo>
                <a:cubicBezTo>
                  <a:pt x="2414138" y="40285"/>
                  <a:pt x="2409043" y="37908"/>
                  <a:pt x="2402782" y="37908"/>
                </a:cubicBezTo>
                <a:cubicBezTo>
                  <a:pt x="2397115" y="37908"/>
                  <a:pt x="2392351" y="39805"/>
                  <a:pt x="2388489" y="43598"/>
                </a:cubicBezTo>
                <a:cubicBezTo>
                  <a:pt x="2384628" y="47391"/>
                  <a:pt x="2382491" y="52464"/>
                  <a:pt x="2382080" y="58816"/>
                </a:cubicBezTo>
                <a:close/>
                <a:moveTo>
                  <a:pt x="2516053" y="91171"/>
                </a:moveTo>
                <a:lnTo>
                  <a:pt x="2517835" y="102071"/>
                </a:lnTo>
                <a:cubicBezTo>
                  <a:pt x="2514362" y="102802"/>
                  <a:pt x="2511254" y="103168"/>
                  <a:pt x="2508512" y="103168"/>
                </a:cubicBezTo>
                <a:cubicBezTo>
                  <a:pt x="2504033" y="103168"/>
                  <a:pt x="2500560" y="102459"/>
                  <a:pt x="2498092" y="101043"/>
                </a:cubicBezTo>
                <a:cubicBezTo>
                  <a:pt x="2495625" y="99626"/>
                  <a:pt x="2493888" y="97764"/>
                  <a:pt x="2492883" y="95456"/>
                </a:cubicBezTo>
                <a:cubicBezTo>
                  <a:pt x="2491877" y="93148"/>
                  <a:pt x="2491375" y="88292"/>
                  <a:pt x="2491375" y="80889"/>
                </a:cubicBezTo>
                <a:lnTo>
                  <a:pt x="2491375" y="39005"/>
                </a:lnTo>
                <a:lnTo>
                  <a:pt x="2482326" y="39005"/>
                </a:lnTo>
                <a:lnTo>
                  <a:pt x="2482326" y="29408"/>
                </a:lnTo>
                <a:lnTo>
                  <a:pt x="2491375" y="29408"/>
                </a:lnTo>
                <a:lnTo>
                  <a:pt x="2491375" y="11379"/>
                </a:lnTo>
                <a:lnTo>
                  <a:pt x="2503645" y="3976"/>
                </a:lnTo>
                <a:lnTo>
                  <a:pt x="2503645" y="29408"/>
                </a:lnTo>
                <a:lnTo>
                  <a:pt x="2516053" y="29408"/>
                </a:lnTo>
                <a:lnTo>
                  <a:pt x="2516053" y="39005"/>
                </a:lnTo>
                <a:lnTo>
                  <a:pt x="2503645" y="39005"/>
                </a:lnTo>
                <a:lnTo>
                  <a:pt x="2503645" y="81574"/>
                </a:lnTo>
                <a:cubicBezTo>
                  <a:pt x="2503645" y="85093"/>
                  <a:pt x="2503862" y="87355"/>
                  <a:pt x="2504296" y="88361"/>
                </a:cubicBezTo>
                <a:cubicBezTo>
                  <a:pt x="2504730" y="89366"/>
                  <a:pt x="2505439" y="90166"/>
                  <a:pt x="2506421" y="90760"/>
                </a:cubicBezTo>
                <a:cubicBezTo>
                  <a:pt x="2507404" y="91354"/>
                  <a:pt x="2508809" y="91651"/>
                  <a:pt x="2510637" y="91651"/>
                </a:cubicBezTo>
                <a:cubicBezTo>
                  <a:pt x="2512008" y="91651"/>
                  <a:pt x="2513813" y="91491"/>
                  <a:pt x="2516053" y="91171"/>
                </a:cubicBezTo>
                <a:close/>
                <a:moveTo>
                  <a:pt x="2527635" y="102208"/>
                </a:moveTo>
                <a:lnTo>
                  <a:pt x="2527635" y="1714"/>
                </a:lnTo>
                <a:lnTo>
                  <a:pt x="2539974" y="1714"/>
                </a:lnTo>
                <a:lnTo>
                  <a:pt x="2539974" y="37771"/>
                </a:lnTo>
                <a:cubicBezTo>
                  <a:pt x="2545732" y="31099"/>
                  <a:pt x="2552998" y="27763"/>
                  <a:pt x="2561773" y="27763"/>
                </a:cubicBezTo>
                <a:cubicBezTo>
                  <a:pt x="2567165" y="27763"/>
                  <a:pt x="2571850" y="28825"/>
                  <a:pt x="2575826" y="30950"/>
                </a:cubicBezTo>
                <a:cubicBezTo>
                  <a:pt x="2579801" y="33075"/>
                  <a:pt x="2582646" y="36012"/>
                  <a:pt x="2584360" y="39759"/>
                </a:cubicBezTo>
                <a:cubicBezTo>
                  <a:pt x="2586074" y="43506"/>
                  <a:pt x="2586931" y="48945"/>
                  <a:pt x="2586931" y="56074"/>
                </a:cubicBezTo>
                <a:lnTo>
                  <a:pt x="2586931" y="102208"/>
                </a:lnTo>
                <a:lnTo>
                  <a:pt x="2574592" y="102208"/>
                </a:lnTo>
                <a:lnTo>
                  <a:pt x="2574592" y="56074"/>
                </a:lnTo>
                <a:cubicBezTo>
                  <a:pt x="2574592" y="49904"/>
                  <a:pt x="2573255" y="45414"/>
                  <a:pt x="2570581" y="42604"/>
                </a:cubicBezTo>
                <a:cubicBezTo>
                  <a:pt x="2567908" y="39793"/>
                  <a:pt x="2564126" y="38388"/>
                  <a:pt x="2559236" y="38388"/>
                </a:cubicBezTo>
                <a:cubicBezTo>
                  <a:pt x="2555580" y="38388"/>
                  <a:pt x="2552142" y="39336"/>
                  <a:pt x="2548920" y="41233"/>
                </a:cubicBezTo>
                <a:cubicBezTo>
                  <a:pt x="2545698" y="43129"/>
                  <a:pt x="2543401" y="45700"/>
                  <a:pt x="2542030" y="48945"/>
                </a:cubicBezTo>
                <a:cubicBezTo>
                  <a:pt x="2540659" y="52189"/>
                  <a:pt x="2539974" y="56668"/>
                  <a:pt x="2539974" y="62380"/>
                </a:cubicBezTo>
                <a:lnTo>
                  <a:pt x="2539974" y="102208"/>
                </a:lnTo>
                <a:lnTo>
                  <a:pt x="2527635" y="102208"/>
                </a:lnTo>
                <a:close/>
                <a:moveTo>
                  <a:pt x="2655303" y="78764"/>
                </a:moveTo>
                <a:lnTo>
                  <a:pt x="2668053" y="80341"/>
                </a:lnTo>
                <a:cubicBezTo>
                  <a:pt x="2666043" y="87790"/>
                  <a:pt x="2662318" y="93571"/>
                  <a:pt x="2656880" y="97684"/>
                </a:cubicBezTo>
                <a:cubicBezTo>
                  <a:pt x="2651441" y="101797"/>
                  <a:pt x="2644495" y="103853"/>
                  <a:pt x="2636041" y="103853"/>
                </a:cubicBezTo>
                <a:cubicBezTo>
                  <a:pt x="2625392" y="103853"/>
                  <a:pt x="2616949" y="100574"/>
                  <a:pt x="2610711" y="94016"/>
                </a:cubicBezTo>
                <a:cubicBezTo>
                  <a:pt x="2604473" y="87458"/>
                  <a:pt x="2601354" y="78261"/>
                  <a:pt x="2601354" y="66425"/>
                </a:cubicBezTo>
                <a:cubicBezTo>
                  <a:pt x="2601354" y="54177"/>
                  <a:pt x="2604508" y="44672"/>
                  <a:pt x="2610814" y="37908"/>
                </a:cubicBezTo>
                <a:cubicBezTo>
                  <a:pt x="2617121" y="31145"/>
                  <a:pt x="2625301" y="27763"/>
                  <a:pt x="2635355" y="27763"/>
                </a:cubicBezTo>
                <a:cubicBezTo>
                  <a:pt x="2645089" y="27763"/>
                  <a:pt x="2653041" y="31076"/>
                  <a:pt x="2659210" y="37702"/>
                </a:cubicBezTo>
                <a:cubicBezTo>
                  <a:pt x="2665380" y="44329"/>
                  <a:pt x="2668465" y="53652"/>
                  <a:pt x="2668465" y="65671"/>
                </a:cubicBezTo>
                <a:cubicBezTo>
                  <a:pt x="2668465" y="66402"/>
                  <a:pt x="2668442" y="67499"/>
                  <a:pt x="2668396" y="68961"/>
                </a:cubicBezTo>
                <a:lnTo>
                  <a:pt x="2614105" y="68961"/>
                </a:lnTo>
                <a:cubicBezTo>
                  <a:pt x="2614562" y="76959"/>
                  <a:pt x="2616824" y="83083"/>
                  <a:pt x="2620891" y="87333"/>
                </a:cubicBezTo>
                <a:cubicBezTo>
                  <a:pt x="2624958" y="91583"/>
                  <a:pt x="2630031" y="93708"/>
                  <a:pt x="2636109" y="93708"/>
                </a:cubicBezTo>
                <a:cubicBezTo>
                  <a:pt x="2640633" y="93708"/>
                  <a:pt x="2644495" y="92520"/>
                  <a:pt x="2647694" y="90143"/>
                </a:cubicBezTo>
                <a:cubicBezTo>
                  <a:pt x="2650893" y="87767"/>
                  <a:pt x="2653429" y="83974"/>
                  <a:pt x="2655303" y="78764"/>
                </a:cubicBezTo>
                <a:moveTo>
                  <a:pt x="2614790" y="58816"/>
                </a:moveTo>
                <a:lnTo>
                  <a:pt x="2655440" y="58816"/>
                </a:lnTo>
                <a:cubicBezTo>
                  <a:pt x="2654892" y="52692"/>
                  <a:pt x="2653338" y="48099"/>
                  <a:pt x="2650779" y="45037"/>
                </a:cubicBezTo>
                <a:cubicBezTo>
                  <a:pt x="2646849" y="40285"/>
                  <a:pt x="2641753" y="37908"/>
                  <a:pt x="2635492" y="37908"/>
                </a:cubicBezTo>
                <a:cubicBezTo>
                  <a:pt x="2629825" y="37908"/>
                  <a:pt x="2625061" y="39805"/>
                  <a:pt x="2621199" y="43598"/>
                </a:cubicBezTo>
                <a:cubicBezTo>
                  <a:pt x="2617338" y="47391"/>
                  <a:pt x="2615201" y="52464"/>
                  <a:pt x="2614790" y="588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seventhcabinet…Thefridgestorestwo">
            <a:extLst xmlns:a="http://schemas.openxmlformats.org/drawingml/2006/main">
              <a:ext uri="{FF2B5EF4-FFF2-40B4-BE49-F238E27FC236}">
                <a16:creationId xmlns:a16="http://schemas.microsoft.com/office/drawing/2014/main" id="{D131CC83-6729-4CD5-A5D7-167DADAB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77" y="4908887"/>
            <a:ext cx="2450327" cy="131753"/>
          </a:xfrm>
          <a:custGeom xmlns:a="http://schemas.openxmlformats.org/drawingml/2006/main">
            <a:pathLst>
              <a:path w="2450327" h="131753">
                <a:moveTo>
                  <a:pt x="0" y="80478"/>
                </a:moveTo>
                <a:lnTo>
                  <a:pt x="12202" y="78558"/>
                </a:lnTo>
                <a:cubicBezTo>
                  <a:pt x="12887" y="83448"/>
                  <a:pt x="14795" y="87196"/>
                  <a:pt x="17926" y="89800"/>
                </a:cubicBezTo>
                <a:cubicBezTo>
                  <a:pt x="21056" y="92405"/>
                  <a:pt x="25432" y="93708"/>
                  <a:pt x="31053" y="93708"/>
                </a:cubicBezTo>
                <a:cubicBezTo>
                  <a:pt x="36720" y="93708"/>
                  <a:pt x="40924" y="92554"/>
                  <a:pt x="43666" y="90246"/>
                </a:cubicBezTo>
                <a:cubicBezTo>
                  <a:pt x="46408" y="87938"/>
                  <a:pt x="47779" y="85230"/>
                  <a:pt x="47779" y="82123"/>
                </a:cubicBezTo>
                <a:cubicBezTo>
                  <a:pt x="47779" y="79335"/>
                  <a:pt x="46568" y="77142"/>
                  <a:pt x="44146" y="75542"/>
                </a:cubicBezTo>
                <a:cubicBezTo>
                  <a:pt x="42455" y="74445"/>
                  <a:pt x="38251" y="73051"/>
                  <a:pt x="31533" y="71360"/>
                </a:cubicBezTo>
                <a:cubicBezTo>
                  <a:pt x="22484" y="69075"/>
                  <a:pt x="16212" y="67099"/>
                  <a:pt x="12716" y="65431"/>
                </a:cubicBezTo>
                <a:cubicBezTo>
                  <a:pt x="9220" y="63763"/>
                  <a:pt x="6569" y="61455"/>
                  <a:pt x="4764" y="58507"/>
                </a:cubicBezTo>
                <a:cubicBezTo>
                  <a:pt x="2959" y="55560"/>
                  <a:pt x="2056" y="52304"/>
                  <a:pt x="2056" y="48739"/>
                </a:cubicBezTo>
                <a:cubicBezTo>
                  <a:pt x="2056" y="45494"/>
                  <a:pt x="2799" y="42490"/>
                  <a:pt x="4284" y="39725"/>
                </a:cubicBezTo>
                <a:cubicBezTo>
                  <a:pt x="5770" y="36960"/>
                  <a:pt x="7792" y="34663"/>
                  <a:pt x="10351" y="32835"/>
                </a:cubicBezTo>
                <a:cubicBezTo>
                  <a:pt x="12270" y="31419"/>
                  <a:pt x="14887" y="30219"/>
                  <a:pt x="18200" y="29237"/>
                </a:cubicBezTo>
                <a:cubicBezTo>
                  <a:pt x="21513" y="28254"/>
                  <a:pt x="25066" y="27763"/>
                  <a:pt x="28860" y="27763"/>
                </a:cubicBezTo>
                <a:cubicBezTo>
                  <a:pt x="34572" y="27763"/>
                  <a:pt x="39588" y="28585"/>
                  <a:pt x="43906" y="30231"/>
                </a:cubicBezTo>
                <a:cubicBezTo>
                  <a:pt x="48225" y="31876"/>
                  <a:pt x="51412" y="34104"/>
                  <a:pt x="53469" y="36914"/>
                </a:cubicBezTo>
                <a:cubicBezTo>
                  <a:pt x="55525" y="39725"/>
                  <a:pt x="56942" y="43484"/>
                  <a:pt x="57719" y="48191"/>
                </a:cubicBezTo>
                <a:lnTo>
                  <a:pt x="45654" y="49836"/>
                </a:lnTo>
                <a:cubicBezTo>
                  <a:pt x="45106" y="46088"/>
                  <a:pt x="43518" y="43164"/>
                  <a:pt x="40890" y="41061"/>
                </a:cubicBezTo>
                <a:cubicBezTo>
                  <a:pt x="38262" y="38959"/>
                  <a:pt x="34549" y="37908"/>
                  <a:pt x="29751" y="37908"/>
                </a:cubicBezTo>
                <a:cubicBezTo>
                  <a:pt x="24084" y="37908"/>
                  <a:pt x="20039" y="38845"/>
                  <a:pt x="17617" y="40719"/>
                </a:cubicBezTo>
                <a:cubicBezTo>
                  <a:pt x="15195" y="42592"/>
                  <a:pt x="13984" y="44786"/>
                  <a:pt x="13984" y="47299"/>
                </a:cubicBezTo>
                <a:cubicBezTo>
                  <a:pt x="13984" y="48899"/>
                  <a:pt x="14487" y="50338"/>
                  <a:pt x="15492" y="51618"/>
                </a:cubicBezTo>
                <a:cubicBezTo>
                  <a:pt x="16498" y="52943"/>
                  <a:pt x="18074" y="54040"/>
                  <a:pt x="20222" y="54908"/>
                </a:cubicBezTo>
                <a:cubicBezTo>
                  <a:pt x="21456" y="55365"/>
                  <a:pt x="25089" y="56417"/>
                  <a:pt x="31122" y="58062"/>
                </a:cubicBezTo>
                <a:cubicBezTo>
                  <a:pt x="39850" y="60392"/>
                  <a:pt x="45940" y="62300"/>
                  <a:pt x="49390" y="63786"/>
                </a:cubicBezTo>
                <a:cubicBezTo>
                  <a:pt x="52841" y="65271"/>
                  <a:pt x="55548" y="67430"/>
                  <a:pt x="57513" y="70264"/>
                </a:cubicBezTo>
                <a:cubicBezTo>
                  <a:pt x="59478" y="73097"/>
                  <a:pt x="60461" y="76616"/>
                  <a:pt x="60461" y="80820"/>
                </a:cubicBezTo>
                <a:cubicBezTo>
                  <a:pt x="60461" y="84933"/>
                  <a:pt x="59261" y="88806"/>
                  <a:pt x="56862" y="92440"/>
                </a:cubicBezTo>
                <a:cubicBezTo>
                  <a:pt x="54463" y="96073"/>
                  <a:pt x="51001" y="98883"/>
                  <a:pt x="46477" y="100871"/>
                </a:cubicBezTo>
                <a:cubicBezTo>
                  <a:pt x="41953" y="102859"/>
                  <a:pt x="36834" y="103853"/>
                  <a:pt x="31122" y="103853"/>
                </a:cubicBezTo>
                <a:cubicBezTo>
                  <a:pt x="21662" y="103853"/>
                  <a:pt x="14453" y="101888"/>
                  <a:pt x="9494" y="97958"/>
                </a:cubicBezTo>
                <a:cubicBezTo>
                  <a:pt x="4536" y="94028"/>
                  <a:pt x="1371" y="88201"/>
                  <a:pt x="0" y="80478"/>
                </a:cubicBezTo>
                <a:close/>
                <a:moveTo>
                  <a:pt x="124714" y="78764"/>
                </a:moveTo>
                <a:lnTo>
                  <a:pt x="137464" y="80341"/>
                </a:lnTo>
                <a:cubicBezTo>
                  <a:pt x="135453" y="87790"/>
                  <a:pt x="131729" y="93571"/>
                  <a:pt x="126290" y="97684"/>
                </a:cubicBezTo>
                <a:cubicBezTo>
                  <a:pt x="120852" y="101797"/>
                  <a:pt x="113906" y="103853"/>
                  <a:pt x="105451" y="103853"/>
                </a:cubicBezTo>
                <a:cubicBezTo>
                  <a:pt x="94803" y="103853"/>
                  <a:pt x="86360" y="100574"/>
                  <a:pt x="80122" y="94016"/>
                </a:cubicBezTo>
                <a:cubicBezTo>
                  <a:pt x="73884" y="87458"/>
                  <a:pt x="70765" y="78261"/>
                  <a:pt x="70765" y="66425"/>
                </a:cubicBezTo>
                <a:cubicBezTo>
                  <a:pt x="70765" y="54177"/>
                  <a:pt x="73918" y="44672"/>
                  <a:pt x="80225" y="37908"/>
                </a:cubicBezTo>
                <a:cubicBezTo>
                  <a:pt x="86532" y="31145"/>
                  <a:pt x="94712" y="27763"/>
                  <a:pt x="104766" y="27763"/>
                </a:cubicBezTo>
                <a:cubicBezTo>
                  <a:pt x="114500" y="27763"/>
                  <a:pt x="122452" y="31076"/>
                  <a:pt x="128621" y="37702"/>
                </a:cubicBezTo>
                <a:cubicBezTo>
                  <a:pt x="134791" y="44329"/>
                  <a:pt x="137875" y="53652"/>
                  <a:pt x="137875" y="65671"/>
                </a:cubicBezTo>
                <a:cubicBezTo>
                  <a:pt x="137875" y="66402"/>
                  <a:pt x="137853" y="67499"/>
                  <a:pt x="137807" y="68961"/>
                </a:cubicBezTo>
                <a:lnTo>
                  <a:pt x="83515" y="68961"/>
                </a:lnTo>
                <a:cubicBezTo>
                  <a:pt x="83972" y="76959"/>
                  <a:pt x="86234" y="83083"/>
                  <a:pt x="90302" y="87333"/>
                </a:cubicBezTo>
                <a:cubicBezTo>
                  <a:pt x="94369" y="91583"/>
                  <a:pt x="99442" y="93708"/>
                  <a:pt x="105520" y="93708"/>
                </a:cubicBezTo>
                <a:cubicBezTo>
                  <a:pt x="110044" y="93708"/>
                  <a:pt x="113906" y="92520"/>
                  <a:pt x="117105" y="90143"/>
                </a:cubicBezTo>
                <a:cubicBezTo>
                  <a:pt x="120304" y="87767"/>
                  <a:pt x="122840" y="83974"/>
                  <a:pt x="124714" y="78764"/>
                </a:cubicBezTo>
                <a:moveTo>
                  <a:pt x="84201" y="58816"/>
                </a:moveTo>
                <a:lnTo>
                  <a:pt x="124851" y="58816"/>
                </a:lnTo>
                <a:cubicBezTo>
                  <a:pt x="124303" y="52692"/>
                  <a:pt x="122749" y="48099"/>
                  <a:pt x="120190" y="45037"/>
                </a:cubicBezTo>
                <a:cubicBezTo>
                  <a:pt x="116259" y="40285"/>
                  <a:pt x="111164" y="37908"/>
                  <a:pt x="104903" y="37908"/>
                </a:cubicBezTo>
                <a:cubicBezTo>
                  <a:pt x="99236" y="37908"/>
                  <a:pt x="94472" y="39805"/>
                  <a:pt x="90610" y="43598"/>
                </a:cubicBezTo>
                <a:cubicBezTo>
                  <a:pt x="86749" y="47391"/>
                  <a:pt x="84612" y="52464"/>
                  <a:pt x="84201" y="58816"/>
                </a:cubicBezTo>
                <a:close/>
                <a:moveTo>
                  <a:pt x="172905" y="102208"/>
                </a:moveTo>
                <a:lnTo>
                  <a:pt x="145210" y="29408"/>
                </a:lnTo>
                <a:lnTo>
                  <a:pt x="158235" y="29408"/>
                </a:lnTo>
                <a:lnTo>
                  <a:pt x="173864" y="73006"/>
                </a:lnTo>
                <a:cubicBezTo>
                  <a:pt x="175555" y="77713"/>
                  <a:pt x="177109" y="82603"/>
                  <a:pt x="178526" y="87675"/>
                </a:cubicBezTo>
                <a:cubicBezTo>
                  <a:pt x="179622" y="83837"/>
                  <a:pt x="181153" y="79221"/>
                  <a:pt x="183119" y="73828"/>
                </a:cubicBezTo>
                <a:lnTo>
                  <a:pt x="199296" y="29408"/>
                </a:lnTo>
                <a:lnTo>
                  <a:pt x="211978" y="29408"/>
                </a:lnTo>
                <a:lnTo>
                  <a:pt x="184421" y="102208"/>
                </a:lnTo>
                <a:lnTo>
                  <a:pt x="172905" y="102208"/>
                </a:lnTo>
                <a:close/>
                <a:moveTo>
                  <a:pt x="272461" y="78764"/>
                </a:moveTo>
                <a:lnTo>
                  <a:pt x="285211" y="80341"/>
                </a:lnTo>
                <a:cubicBezTo>
                  <a:pt x="283200" y="87790"/>
                  <a:pt x="279476" y="93571"/>
                  <a:pt x="274037" y="97684"/>
                </a:cubicBezTo>
                <a:cubicBezTo>
                  <a:pt x="268599" y="101797"/>
                  <a:pt x="261653" y="103853"/>
                  <a:pt x="253198" y="103853"/>
                </a:cubicBezTo>
                <a:cubicBezTo>
                  <a:pt x="242550" y="103853"/>
                  <a:pt x="234107" y="100574"/>
                  <a:pt x="227869" y="94016"/>
                </a:cubicBezTo>
                <a:cubicBezTo>
                  <a:pt x="221631" y="87458"/>
                  <a:pt x="218512" y="78261"/>
                  <a:pt x="218512" y="66425"/>
                </a:cubicBezTo>
                <a:cubicBezTo>
                  <a:pt x="218512" y="54177"/>
                  <a:pt x="221665" y="44672"/>
                  <a:pt x="227972" y="37908"/>
                </a:cubicBezTo>
                <a:cubicBezTo>
                  <a:pt x="234278" y="31145"/>
                  <a:pt x="242459" y="27763"/>
                  <a:pt x="252513" y="27763"/>
                </a:cubicBezTo>
                <a:cubicBezTo>
                  <a:pt x="262247" y="27763"/>
                  <a:pt x="270198" y="31076"/>
                  <a:pt x="276368" y="37702"/>
                </a:cubicBezTo>
                <a:cubicBezTo>
                  <a:pt x="282537" y="44329"/>
                  <a:pt x="285622" y="53652"/>
                  <a:pt x="285622" y="65671"/>
                </a:cubicBezTo>
                <a:cubicBezTo>
                  <a:pt x="285622" y="66402"/>
                  <a:pt x="285599" y="67499"/>
                  <a:pt x="285554" y="68961"/>
                </a:cubicBezTo>
                <a:lnTo>
                  <a:pt x="231262" y="68961"/>
                </a:lnTo>
                <a:cubicBezTo>
                  <a:pt x="231719" y="76959"/>
                  <a:pt x="233981" y="83083"/>
                  <a:pt x="238049" y="87333"/>
                </a:cubicBezTo>
                <a:cubicBezTo>
                  <a:pt x="242116" y="91583"/>
                  <a:pt x="247189" y="93708"/>
                  <a:pt x="253267" y="93708"/>
                </a:cubicBezTo>
                <a:cubicBezTo>
                  <a:pt x="257791" y="93708"/>
                  <a:pt x="261653" y="92520"/>
                  <a:pt x="264852" y="90143"/>
                </a:cubicBezTo>
                <a:cubicBezTo>
                  <a:pt x="268051" y="87767"/>
                  <a:pt x="270587" y="83974"/>
                  <a:pt x="272461" y="78764"/>
                </a:cubicBezTo>
                <a:moveTo>
                  <a:pt x="231948" y="58816"/>
                </a:moveTo>
                <a:lnTo>
                  <a:pt x="272598" y="58816"/>
                </a:lnTo>
                <a:cubicBezTo>
                  <a:pt x="272049" y="52692"/>
                  <a:pt x="270496" y="48099"/>
                  <a:pt x="267936" y="45037"/>
                </a:cubicBezTo>
                <a:cubicBezTo>
                  <a:pt x="264006" y="40285"/>
                  <a:pt x="258911" y="37908"/>
                  <a:pt x="252650" y="37908"/>
                </a:cubicBezTo>
                <a:cubicBezTo>
                  <a:pt x="246983" y="37908"/>
                  <a:pt x="242219" y="39805"/>
                  <a:pt x="238357" y="43598"/>
                </a:cubicBezTo>
                <a:cubicBezTo>
                  <a:pt x="234495" y="47391"/>
                  <a:pt x="232359" y="52464"/>
                  <a:pt x="231948" y="58816"/>
                </a:cubicBezTo>
                <a:close/>
                <a:moveTo>
                  <a:pt x="300429" y="102208"/>
                </a:moveTo>
                <a:lnTo>
                  <a:pt x="300429" y="29408"/>
                </a:lnTo>
                <a:lnTo>
                  <a:pt x="311534" y="29408"/>
                </a:lnTo>
                <a:lnTo>
                  <a:pt x="311534" y="39759"/>
                </a:lnTo>
                <a:cubicBezTo>
                  <a:pt x="316881" y="31761"/>
                  <a:pt x="324604" y="27763"/>
                  <a:pt x="334704" y="27763"/>
                </a:cubicBezTo>
                <a:cubicBezTo>
                  <a:pt x="339091" y="27763"/>
                  <a:pt x="343124" y="28551"/>
                  <a:pt x="346803" y="30128"/>
                </a:cubicBezTo>
                <a:cubicBezTo>
                  <a:pt x="350482" y="31704"/>
                  <a:pt x="353235" y="33772"/>
                  <a:pt x="355063" y="36331"/>
                </a:cubicBezTo>
                <a:cubicBezTo>
                  <a:pt x="356891" y="38891"/>
                  <a:pt x="358171" y="41930"/>
                  <a:pt x="358902" y="45449"/>
                </a:cubicBezTo>
                <a:cubicBezTo>
                  <a:pt x="359359" y="47734"/>
                  <a:pt x="359588" y="51732"/>
                  <a:pt x="359588" y="57445"/>
                </a:cubicBezTo>
                <a:lnTo>
                  <a:pt x="359588" y="102208"/>
                </a:lnTo>
                <a:lnTo>
                  <a:pt x="347249" y="102208"/>
                </a:lnTo>
                <a:lnTo>
                  <a:pt x="347249" y="57925"/>
                </a:lnTo>
                <a:cubicBezTo>
                  <a:pt x="347249" y="52898"/>
                  <a:pt x="346769" y="49139"/>
                  <a:pt x="345809" y="46648"/>
                </a:cubicBezTo>
                <a:cubicBezTo>
                  <a:pt x="344849" y="44158"/>
                  <a:pt x="343147" y="42170"/>
                  <a:pt x="340702" y="40684"/>
                </a:cubicBezTo>
                <a:cubicBezTo>
                  <a:pt x="338257" y="39199"/>
                  <a:pt x="335390" y="38457"/>
                  <a:pt x="332099" y="38457"/>
                </a:cubicBezTo>
                <a:cubicBezTo>
                  <a:pt x="326844" y="38457"/>
                  <a:pt x="322308" y="40125"/>
                  <a:pt x="318492" y="43461"/>
                </a:cubicBezTo>
                <a:cubicBezTo>
                  <a:pt x="314676" y="46797"/>
                  <a:pt x="312768" y="53126"/>
                  <a:pt x="312768" y="62449"/>
                </a:cubicBezTo>
                <a:lnTo>
                  <a:pt x="312768" y="102208"/>
                </a:lnTo>
                <a:lnTo>
                  <a:pt x="300429" y="102208"/>
                </a:lnTo>
                <a:close/>
                <a:moveTo>
                  <a:pt x="405174" y="91171"/>
                </a:moveTo>
                <a:lnTo>
                  <a:pt x="406956" y="102071"/>
                </a:lnTo>
                <a:cubicBezTo>
                  <a:pt x="403483" y="102802"/>
                  <a:pt x="400375" y="103168"/>
                  <a:pt x="397633" y="103168"/>
                </a:cubicBezTo>
                <a:cubicBezTo>
                  <a:pt x="393154" y="103168"/>
                  <a:pt x="389681" y="102459"/>
                  <a:pt x="387213" y="101043"/>
                </a:cubicBezTo>
                <a:cubicBezTo>
                  <a:pt x="384746" y="99626"/>
                  <a:pt x="383009" y="97764"/>
                  <a:pt x="382004" y="95456"/>
                </a:cubicBezTo>
                <a:cubicBezTo>
                  <a:pt x="380998" y="93148"/>
                  <a:pt x="380496" y="88292"/>
                  <a:pt x="380496" y="80889"/>
                </a:cubicBezTo>
                <a:lnTo>
                  <a:pt x="380496" y="39005"/>
                </a:lnTo>
                <a:lnTo>
                  <a:pt x="371447" y="39005"/>
                </a:lnTo>
                <a:lnTo>
                  <a:pt x="371447" y="29408"/>
                </a:lnTo>
                <a:lnTo>
                  <a:pt x="380496" y="29408"/>
                </a:lnTo>
                <a:lnTo>
                  <a:pt x="380496" y="11379"/>
                </a:lnTo>
                <a:lnTo>
                  <a:pt x="392766" y="3976"/>
                </a:lnTo>
                <a:lnTo>
                  <a:pt x="392766" y="29408"/>
                </a:lnTo>
                <a:lnTo>
                  <a:pt x="405174" y="29408"/>
                </a:lnTo>
                <a:lnTo>
                  <a:pt x="405174" y="39005"/>
                </a:lnTo>
                <a:lnTo>
                  <a:pt x="392766" y="39005"/>
                </a:lnTo>
                <a:lnTo>
                  <a:pt x="392766" y="81574"/>
                </a:lnTo>
                <a:cubicBezTo>
                  <a:pt x="392766" y="85093"/>
                  <a:pt x="392983" y="87355"/>
                  <a:pt x="393417" y="88361"/>
                </a:cubicBezTo>
                <a:cubicBezTo>
                  <a:pt x="393851" y="89366"/>
                  <a:pt x="394560" y="90166"/>
                  <a:pt x="395542" y="90760"/>
                </a:cubicBezTo>
                <a:cubicBezTo>
                  <a:pt x="396525" y="91354"/>
                  <a:pt x="397930" y="91651"/>
                  <a:pt x="399758" y="91651"/>
                </a:cubicBezTo>
                <a:cubicBezTo>
                  <a:pt x="401129" y="91651"/>
                  <a:pt x="402934" y="91491"/>
                  <a:pt x="405174" y="91171"/>
                </a:cubicBezTo>
                <a:close/>
                <a:moveTo>
                  <a:pt x="416728" y="102208"/>
                </a:moveTo>
                <a:lnTo>
                  <a:pt x="416728" y="1714"/>
                </a:lnTo>
                <a:lnTo>
                  <a:pt x="429067" y="1714"/>
                </a:lnTo>
                <a:lnTo>
                  <a:pt x="429067" y="37771"/>
                </a:lnTo>
                <a:cubicBezTo>
                  <a:pt x="434826" y="31099"/>
                  <a:pt x="442092" y="27763"/>
                  <a:pt x="450866" y="27763"/>
                </a:cubicBezTo>
                <a:cubicBezTo>
                  <a:pt x="456259" y="27763"/>
                  <a:pt x="460943" y="28825"/>
                  <a:pt x="464919" y="30950"/>
                </a:cubicBezTo>
                <a:cubicBezTo>
                  <a:pt x="468895" y="33075"/>
                  <a:pt x="471740" y="36012"/>
                  <a:pt x="473454" y="39759"/>
                </a:cubicBezTo>
                <a:cubicBezTo>
                  <a:pt x="475167" y="43506"/>
                  <a:pt x="476024" y="48945"/>
                  <a:pt x="476024" y="56074"/>
                </a:cubicBezTo>
                <a:lnTo>
                  <a:pt x="476024" y="102208"/>
                </a:lnTo>
                <a:lnTo>
                  <a:pt x="463685" y="102208"/>
                </a:lnTo>
                <a:lnTo>
                  <a:pt x="463685" y="56074"/>
                </a:lnTo>
                <a:cubicBezTo>
                  <a:pt x="463685" y="49904"/>
                  <a:pt x="462348" y="45414"/>
                  <a:pt x="459675" y="42604"/>
                </a:cubicBezTo>
                <a:cubicBezTo>
                  <a:pt x="457002" y="39793"/>
                  <a:pt x="453220" y="38388"/>
                  <a:pt x="448330" y="38388"/>
                </a:cubicBezTo>
                <a:cubicBezTo>
                  <a:pt x="444674" y="38388"/>
                  <a:pt x="441235" y="39336"/>
                  <a:pt x="438013" y="41233"/>
                </a:cubicBezTo>
                <a:cubicBezTo>
                  <a:pt x="434791" y="43129"/>
                  <a:pt x="432495" y="45700"/>
                  <a:pt x="431124" y="48945"/>
                </a:cubicBezTo>
                <a:cubicBezTo>
                  <a:pt x="429753" y="52189"/>
                  <a:pt x="429067" y="56668"/>
                  <a:pt x="429067" y="62380"/>
                </a:cubicBezTo>
                <a:lnTo>
                  <a:pt x="429067" y="102208"/>
                </a:lnTo>
                <a:lnTo>
                  <a:pt x="416728" y="102208"/>
                </a:lnTo>
                <a:close/>
                <a:moveTo>
                  <a:pt x="580533" y="75542"/>
                </a:moveTo>
                <a:lnTo>
                  <a:pt x="592666" y="77119"/>
                </a:lnTo>
                <a:cubicBezTo>
                  <a:pt x="591341" y="85482"/>
                  <a:pt x="587948" y="92028"/>
                  <a:pt x="582487" y="96758"/>
                </a:cubicBezTo>
                <a:cubicBezTo>
                  <a:pt x="577026" y="101488"/>
                  <a:pt x="570319" y="103853"/>
                  <a:pt x="562367" y="103853"/>
                </a:cubicBezTo>
                <a:cubicBezTo>
                  <a:pt x="552405" y="103853"/>
                  <a:pt x="544396" y="100597"/>
                  <a:pt x="538341" y="94085"/>
                </a:cubicBezTo>
                <a:cubicBezTo>
                  <a:pt x="532285" y="87573"/>
                  <a:pt x="529258" y="78238"/>
                  <a:pt x="529258" y="66082"/>
                </a:cubicBezTo>
                <a:cubicBezTo>
                  <a:pt x="529258" y="58222"/>
                  <a:pt x="530560" y="51344"/>
                  <a:pt x="533165" y="45449"/>
                </a:cubicBezTo>
                <a:cubicBezTo>
                  <a:pt x="535770" y="39553"/>
                  <a:pt x="539734" y="35132"/>
                  <a:pt x="545058" y="32184"/>
                </a:cubicBezTo>
                <a:cubicBezTo>
                  <a:pt x="550382" y="29237"/>
                  <a:pt x="556175" y="27763"/>
                  <a:pt x="562436" y="27763"/>
                </a:cubicBezTo>
                <a:cubicBezTo>
                  <a:pt x="570342" y="27763"/>
                  <a:pt x="576808" y="29762"/>
                  <a:pt x="581835" y="33761"/>
                </a:cubicBezTo>
                <a:cubicBezTo>
                  <a:pt x="586862" y="37760"/>
                  <a:pt x="590084" y="43438"/>
                  <a:pt x="591501" y="50795"/>
                </a:cubicBezTo>
                <a:lnTo>
                  <a:pt x="579505" y="52646"/>
                </a:lnTo>
                <a:cubicBezTo>
                  <a:pt x="578362" y="47756"/>
                  <a:pt x="576340" y="44078"/>
                  <a:pt x="573438" y="41610"/>
                </a:cubicBezTo>
                <a:cubicBezTo>
                  <a:pt x="570536" y="39142"/>
                  <a:pt x="567029" y="37908"/>
                  <a:pt x="562916" y="37908"/>
                </a:cubicBezTo>
                <a:cubicBezTo>
                  <a:pt x="556700" y="37908"/>
                  <a:pt x="551651" y="40136"/>
                  <a:pt x="547766" y="44592"/>
                </a:cubicBezTo>
                <a:cubicBezTo>
                  <a:pt x="543882" y="49047"/>
                  <a:pt x="541939" y="56097"/>
                  <a:pt x="541939" y="65739"/>
                </a:cubicBezTo>
                <a:cubicBezTo>
                  <a:pt x="541939" y="75519"/>
                  <a:pt x="543813" y="82626"/>
                  <a:pt x="547560" y="87058"/>
                </a:cubicBezTo>
                <a:cubicBezTo>
                  <a:pt x="551308" y="91491"/>
                  <a:pt x="556198" y="93708"/>
                  <a:pt x="562230" y="93708"/>
                </a:cubicBezTo>
                <a:cubicBezTo>
                  <a:pt x="567074" y="93708"/>
                  <a:pt x="571119" y="92223"/>
                  <a:pt x="574363" y="89252"/>
                </a:cubicBezTo>
                <a:cubicBezTo>
                  <a:pt x="577608" y="86282"/>
                  <a:pt x="579665" y="81712"/>
                  <a:pt x="580533" y="75542"/>
                </a:cubicBezTo>
                <a:close/>
                <a:moveTo>
                  <a:pt x="650475" y="93228"/>
                </a:moveTo>
                <a:cubicBezTo>
                  <a:pt x="645905" y="97112"/>
                  <a:pt x="641507" y="99854"/>
                  <a:pt x="637279" y="101454"/>
                </a:cubicBezTo>
                <a:cubicBezTo>
                  <a:pt x="633052" y="103053"/>
                  <a:pt x="628516" y="103853"/>
                  <a:pt x="623672" y="103853"/>
                </a:cubicBezTo>
                <a:cubicBezTo>
                  <a:pt x="615675" y="103853"/>
                  <a:pt x="609528" y="101899"/>
                  <a:pt x="605232" y="97992"/>
                </a:cubicBezTo>
                <a:cubicBezTo>
                  <a:pt x="600936" y="94085"/>
                  <a:pt x="598789" y="89092"/>
                  <a:pt x="598789" y="83014"/>
                </a:cubicBezTo>
                <a:cubicBezTo>
                  <a:pt x="598789" y="79449"/>
                  <a:pt x="599600" y="76193"/>
                  <a:pt x="601222" y="73246"/>
                </a:cubicBezTo>
                <a:cubicBezTo>
                  <a:pt x="602844" y="70298"/>
                  <a:pt x="604969" y="67933"/>
                  <a:pt x="607597" y="66151"/>
                </a:cubicBezTo>
                <a:cubicBezTo>
                  <a:pt x="610225" y="64368"/>
                  <a:pt x="613184" y="63020"/>
                  <a:pt x="616474" y="62106"/>
                </a:cubicBezTo>
                <a:cubicBezTo>
                  <a:pt x="618896" y="61466"/>
                  <a:pt x="622552" y="60849"/>
                  <a:pt x="627442" y="60255"/>
                </a:cubicBezTo>
                <a:cubicBezTo>
                  <a:pt x="637405" y="59067"/>
                  <a:pt x="644740" y="57650"/>
                  <a:pt x="649447" y="56005"/>
                </a:cubicBezTo>
                <a:cubicBezTo>
                  <a:pt x="649493" y="54314"/>
                  <a:pt x="649515" y="53240"/>
                  <a:pt x="649515" y="52783"/>
                </a:cubicBezTo>
                <a:cubicBezTo>
                  <a:pt x="649515" y="47756"/>
                  <a:pt x="648350" y="44215"/>
                  <a:pt x="646019" y="42158"/>
                </a:cubicBezTo>
                <a:cubicBezTo>
                  <a:pt x="642866" y="39371"/>
                  <a:pt x="638182" y="37977"/>
                  <a:pt x="631967" y="37977"/>
                </a:cubicBezTo>
                <a:cubicBezTo>
                  <a:pt x="626163" y="37977"/>
                  <a:pt x="621878" y="38993"/>
                  <a:pt x="619114" y="41027"/>
                </a:cubicBezTo>
                <a:cubicBezTo>
                  <a:pt x="616349" y="43061"/>
                  <a:pt x="614304" y="46660"/>
                  <a:pt x="612978" y="51824"/>
                </a:cubicBezTo>
                <a:lnTo>
                  <a:pt x="600914" y="50179"/>
                </a:lnTo>
                <a:cubicBezTo>
                  <a:pt x="602010" y="45014"/>
                  <a:pt x="603816" y="40844"/>
                  <a:pt x="606329" y="37668"/>
                </a:cubicBezTo>
                <a:cubicBezTo>
                  <a:pt x="608842" y="34492"/>
                  <a:pt x="612476" y="32047"/>
                  <a:pt x="617228" y="30333"/>
                </a:cubicBezTo>
                <a:cubicBezTo>
                  <a:pt x="621981" y="28620"/>
                  <a:pt x="627488" y="27763"/>
                  <a:pt x="633749" y="27763"/>
                </a:cubicBezTo>
                <a:cubicBezTo>
                  <a:pt x="639964" y="27763"/>
                  <a:pt x="645014" y="28494"/>
                  <a:pt x="648899" y="29956"/>
                </a:cubicBezTo>
                <a:cubicBezTo>
                  <a:pt x="652783" y="31419"/>
                  <a:pt x="655639" y="33258"/>
                  <a:pt x="657467" y="35475"/>
                </a:cubicBezTo>
                <a:cubicBezTo>
                  <a:pt x="659295" y="37691"/>
                  <a:pt x="660575" y="40490"/>
                  <a:pt x="661306" y="43872"/>
                </a:cubicBezTo>
                <a:cubicBezTo>
                  <a:pt x="661717" y="45974"/>
                  <a:pt x="661923" y="49767"/>
                  <a:pt x="661923" y="55251"/>
                </a:cubicBezTo>
                <a:lnTo>
                  <a:pt x="661923" y="71703"/>
                </a:lnTo>
                <a:cubicBezTo>
                  <a:pt x="661923" y="83174"/>
                  <a:pt x="662186" y="90429"/>
                  <a:pt x="662711" y="93468"/>
                </a:cubicBezTo>
                <a:cubicBezTo>
                  <a:pt x="663237" y="96507"/>
                  <a:pt x="664277" y="99420"/>
                  <a:pt x="665830" y="102208"/>
                </a:cubicBezTo>
                <a:lnTo>
                  <a:pt x="652943" y="102208"/>
                </a:lnTo>
                <a:cubicBezTo>
                  <a:pt x="651663" y="99649"/>
                  <a:pt x="650841" y="96655"/>
                  <a:pt x="650475" y="93228"/>
                </a:cubicBezTo>
                <a:moveTo>
                  <a:pt x="649447" y="65671"/>
                </a:moveTo>
                <a:cubicBezTo>
                  <a:pt x="644968" y="67499"/>
                  <a:pt x="638250" y="69053"/>
                  <a:pt x="629293" y="70332"/>
                </a:cubicBezTo>
                <a:cubicBezTo>
                  <a:pt x="624221" y="71063"/>
                  <a:pt x="620633" y="71886"/>
                  <a:pt x="618531" y="72800"/>
                </a:cubicBezTo>
                <a:cubicBezTo>
                  <a:pt x="616429" y="73714"/>
                  <a:pt x="614806" y="75051"/>
                  <a:pt x="613664" y="76810"/>
                </a:cubicBezTo>
                <a:cubicBezTo>
                  <a:pt x="612521" y="78570"/>
                  <a:pt x="611950" y="80523"/>
                  <a:pt x="611950" y="82671"/>
                </a:cubicBezTo>
                <a:cubicBezTo>
                  <a:pt x="611950" y="85962"/>
                  <a:pt x="613195" y="88704"/>
                  <a:pt x="615686" y="90897"/>
                </a:cubicBezTo>
                <a:cubicBezTo>
                  <a:pt x="618177" y="93091"/>
                  <a:pt x="621821" y="94188"/>
                  <a:pt x="626620" y="94188"/>
                </a:cubicBezTo>
                <a:cubicBezTo>
                  <a:pt x="631373" y="94188"/>
                  <a:pt x="635600" y="93148"/>
                  <a:pt x="639302" y="91069"/>
                </a:cubicBezTo>
                <a:cubicBezTo>
                  <a:pt x="643003" y="88989"/>
                  <a:pt x="645722" y="86144"/>
                  <a:pt x="647459" y="82534"/>
                </a:cubicBezTo>
                <a:cubicBezTo>
                  <a:pt x="648784" y="79746"/>
                  <a:pt x="649447" y="75633"/>
                  <a:pt x="649447" y="70195"/>
                </a:cubicBezTo>
                <a:lnTo>
                  <a:pt x="649447" y="65671"/>
                </a:lnTo>
                <a:close/>
                <a:moveTo>
                  <a:pt x="692154" y="102208"/>
                </a:moveTo>
                <a:lnTo>
                  <a:pt x="680706" y="102208"/>
                </a:lnTo>
                <a:lnTo>
                  <a:pt x="680706" y="1714"/>
                </a:lnTo>
                <a:lnTo>
                  <a:pt x="693045" y="1714"/>
                </a:lnTo>
                <a:lnTo>
                  <a:pt x="693045" y="37565"/>
                </a:lnTo>
                <a:cubicBezTo>
                  <a:pt x="698255" y="31030"/>
                  <a:pt x="704904" y="27763"/>
                  <a:pt x="712993" y="27763"/>
                </a:cubicBezTo>
                <a:cubicBezTo>
                  <a:pt x="717471" y="27763"/>
                  <a:pt x="721710" y="28665"/>
                  <a:pt x="725709" y="30470"/>
                </a:cubicBezTo>
                <a:cubicBezTo>
                  <a:pt x="729708" y="32276"/>
                  <a:pt x="732998" y="34812"/>
                  <a:pt x="735580" y="38079"/>
                </a:cubicBezTo>
                <a:cubicBezTo>
                  <a:pt x="738162" y="41347"/>
                  <a:pt x="740184" y="45289"/>
                  <a:pt x="741647" y="49904"/>
                </a:cubicBezTo>
                <a:cubicBezTo>
                  <a:pt x="743109" y="54520"/>
                  <a:pt x="743840" y="59456"/>
                  <a:pt x="743840" y="64711"/>
                </a:cubicBezTo>
                <a:cubicBezTo>
                  <a:pt x="743840" y="77187"/>
                  <a:pt x="740756" y="86830"/>
                  <a:pt x="734586" y="93639"/>
                </a:cubicBezTo>
                <a:cubicBezTo>
                  <a:pt x="728417" y="100448"/>
                  <a:pt x="721013" y="103853"/>
                  <a:pt x="712376" y="103853"/>
                </a:cubicBezTo>
                <a:cubicBezTo>
                  <a:pt x="703784" y="103853"/>
                  <a:pt x="697044" y="100266"/>
                  <a:pt x="692154" y="93091"/>
                </a:cubicBezTo>
                <a:lnTo>
                  <a:pt x="692154" y="102208"/>
                </a:lnTo>
                <a:moveTo>
                  <a:pt x="692017" y="65260"/>
                </a:moveTo>
                <a:cubicBezTo>
                  <a:pt x="692017" y="73988"/>
                  <a:pt x="693205" y="80295"/>
                  <a:pt x="695581" y="84179"/>
                </a:cubicBezTo>
                <a:cubicBezTo>
                  <a:pt x="699466" y="90532"/>
                  <a:pt x="704721" y="93708"/>
                  <a:pt x="711348" y="93708"/>
                </a:cubicBezTo>
                <a:cubicBezTo>
                  <a:pt x="716740" y="93708"/>
                  <a:pt x="721402" y="91366"/>
                  <a:pt x="725332" y="86681"/>
                </a:cubicBezTo>
                <a:cubicBezTo>
                  <a:pt x="729262" y="81997"/>
                  <a:pt x="731227" y="75016"/>
                  <a:pt x="731227" y="65739"/>
                </a:cubicBezTo>
                <a:cubicBezTo>
                  <a:pt x="731227" y="56234"/>
                  <a:pt x="729342" y="49219"/>
                  <a:pt x="725572" y="44695"/>
                </a:cubicBezTo>
                <a:cubicBezTo>
                  <a:pt x="721801" y="40170"/>
                  <a:pt x="717243" y="37908"/>
                  <a:pt x="711896" y="37908"/>
                </a:cubicBezTo>
                <a:cubicBezTo>
                  <a:pt x="706503" y="37908"/>
                  <a:pt x="701842" y="40250"/>
                  <a:pt x="697912" y="44934"/>
                </a:cubicBezTo>
                <a:cubicBezTo>
                  <a:pt x="693982" y="49619"/>
                  <a:pt x="692017" y="56394"/>
                  <a:pt x="692017" y="65260"/>
                </a:cubicBezTo>
                <a:close/>
                <a:moveTo>
                  <a:pt x="758647" y="15904"/>
                </a:moveTo>
                <a:lnTo>
                  <a:pt x="758647" y="1714"/>
                </a:lnTo>
                <a:lnTo>
                  <a:pt x="770986" y="1714"/>
                </a:lnTo>
                <a:lnTo>
                  <a:pt x="770986" y="15904"/>
                </a:lnTo>
                <a:lnTo>
                  <a:pt x="758647" y="15904"/>
                </a:lnTo>
                <a:moveTo>
                  <a:pt x="758647" y="102208"/>
                </a:moveTo>
                <a:lnTo>
                  <a:pt x="758647" y="29408"/>
                </a:lnTo>
                <a:lnTo>
                  <a:pt x="770986" y="29408"/>
                </a:lnTo>
                <a:lnTo>
                  <a:pt x="770986" y="102208"/>
                </a:lnTo>
                <a:lnTo>
                  <a:pt x="758647" y="102208"/>
                </a:lnTo>
                <a:close/>
                <a:moveTo>
                  <a:pt x="790054" y="102208"/>
                </a:moveTo>
                <a:lnTo>
                  <a:pt x="790054" y="29408"/>
                </a:lnTo>
                <a:lnTo>
                  <a:pt x="801159" y="29408"/>
                </a:lnTo>
                <a:lnTo>
                  <a:pt x="801159" y="39759"/>
                </a:lnTo>
                <a:cubicBezTo>
                  <a:pt x="806506" y="31761"/>
                  <a:pt x="814229" y="27763"/>
                  <a:pt x="824329" y="27763"/>
                </a:cubicBezTo>
                <a:cubicBezTo>
                  <a:pt x="828716" y="27763"/>
                  <a:pt x="832749" y="28551"/>
                  <a:pt x="836428" y="30128"/>
                </a:cubicBezTo>
                <a:cubicBezTo>
                  <a:pt x="840107" y="31704"/>
                  <a:pt x="842860" y="33772"/>
                  <a:pt x="844688" y="36331"/>
                </a:cubicBezTo>
                <a:cubicBezTo>
                  <a:pt x="846516" y="38891"/>
                  <a:pt x="847796" y="41930"/>
                  <a:pt x="848527" y="45449"/>
                </a:cubicBezTo>
                <a:cubicBezTo>
                  <a:pt x="848984" y="47734"/>
                  <a:pt x="849213" y="51732"/>
                  <a:pt x="849213" y="57445"/>
                </a:cubicBezTo>
                <a:lnTo>
                  <a:pt x="849213" y="102208"/>
                </a:lnTo>
                <a:lnTo>
                  <a:pt x="836874" y="102208"/>
                </a:lnTo>
                <a:lnTo>
                  <a:pt x="836874" y="57925"/>
                </a:lnTo>
                <a:cubicBezTo>
                  <a:pt x="836874" y="52898"/>
                  <a:pt x="836394" y="49139"/>
                  <a:pt x="835434" y="46648"/>
                </a:cubicBezTo>
                <a:cubicBezTo>
                  <a:pt x="834474" y="44158"/>
                  <a:pt x="832772" y="42170"/>
                  <a:pt x="830327" y="40684"/>
                </a:cubicBezTo>
                <a:cubicBezTo>
                  <a:pt x="827882" y="39199"/>
                  <a:pt x="825014" y="38457"/>
                  <a:pt x="821724" y="38457"/>
                </a:cubicBezTo>
                <a:cubicBezTo>
                  <a:pt x="816469" y="38457"/>
                  <a:pt x="811933" y="40125"/>
                  <a:pt x="808117" y="43461"/>
                </a:cubicBezTo>
                <a:cubicBezTo>
                  <a:pt x="804301" y="46797"/>
                  <a:pt x="802393" y="53126"/>
                  <a:pt x="802393" y="62449"/>
                </a:cubicBezTo>
                <a:lnTo>
                  <a:pt x="802393" y="102208"/>
                </a:lnTo>
                <a:lnTo>
                  <a:pt x="790054" y="102208"/>
                </a:lnTo>
                <a:close/>
                <a:moveTo>
                  <a:pt x="917694" y="78764"/>
                </a:moveTo>
                <a:lnTo>
                  <a:pt x="930444" y="80341"/>
                </a:lnTo>
                <a:cubicBezTo>
                  <a:pt x="928434" y="87790"/>
                  <a:pt x="924709" y="93571"/>
                  <a:pt x="919271" y="97684"/>
                </a:cubicBezTo>
                <a:cubicBezTo>
                  <a:pt x="913832" y="101797"/>
                  <a:pt x="906886" y="103853"/>
                  <a:pt x="898432" y="103853"/>
                </a:cubicBezTo>
                <a:cubicBezTo>
                  <a:pt x="887783" y="103853"/>
                  <a:pt x="879340" y="100574"/>
                  <a:pt x="873102" y="94016"/>
                </a:cubicBezTo>
                <a:cubicBezTo>
                  <a:pt x="866864" y="87458"/>
                  <a:pt x="863745" y="78261"/>
                  <a:pt x="863745" y="66425"/>
                </a:cubicBezTo>
                <a:cubicBezTo>
                  <a:pt x="863745" y="54177"/>
                  <a:pt x="866899" y="44672"/>
                  <a:pt x="873205" y="37908"/>
                </a:cubicBezTo>
                <a:cubicBezTo>
                  <a:pt x="879512" y="31145"/>
                  <a:pt x="887692" y="27763"/>
                  <a:pt x="897746" y="27763"/>
                </a:cubicBezTo>
                <a:cubicBezTo>
                  <a:pt x="907480" y="27763"/>
                  <a:pt x="915432" y="31076"/>
                  <a:pt x="921601" y="37702"/>
                </a:cubicBezTo>
                <a:cubicBezTo>
                  <a:pt x="927771" y="44329"/>
                  <a:pt x="930856" y="53652"/>
                  <a:pt x="930856" y="65671"/>
                </a:cubicBezTo>
                <a:cubicBezTo>
                  <a:pt x="930856" y="66402"/>
                  <a:pt x="930833" y="67499"/>
                  <a:pt x="930787" y="68961"/>
                </a:cubicBezTo>
                <a:lnTo>
                  <a:pt x="876496" y="68961"/>
                </a:lnTo>
                <a:cubicBezTo>
                  <a:pt x="876953" y="76959"/>
                  <a:pt x="879215" y="83083"/>
                  <a:pt x="883282" y="87333"/>
                </a:cubicBezTo>
                <a:cubicBezTo>
                  <a:pt x="887349" y="91583"/>
                  <a:pt x="892422" y="93708"/>
                  <a:pt x="898500" y="93708"/>
                </a:cubicBezTo>
                <a:cubicBezTo>
                  <a:pt x="903024" y="93708"/>
                  <a:pt x="906886" y="92520"/>
                  <a:pt x="910085" y="90143"/>
                </a:cubicBezTo>
                <a:cubicBezTo>
                  <a:pt x="913284" y="87767"/>
                  <a:pt x="915820" y="83974"/>
                  <a:pt x="917694" y="78764"/>
                </a:cubicBezTo>
                <a:moveTo>
                  <a:pt x="877181" y="58816"/>
                </a:moveTo>
                <a:lnTo>
                  <a:pt x="917831" y="58816"/>
                </a:lnTo>
                <a:cubicBezTo>
                  <a:pt x="917283" y="52692"/>
                  <a:pt x="915729" y="48099"/>
                  <a:pt x="913170" y="45037"/>
                </a:cubicBezTo>
                <a:cubicBezTo>
                  <a:pt x="909240" y="40285"/>
                  <a:pt x="904144" y="37908"/>
                  <a:pt x="897883" y="37908"/>
                </a:cubicBezTo>
                <a:cubicBezTo>
                  <a:pt x="892216" y="37908"/>
                  <a:pt x="887452" y="39805"/>
                  <a:pt x="883591" y="43598"/>
                </a:cubicBezTo>
                <a:cubicBezTo>
                  <a:pt x="879729" y="47391"/>
                  <a:pt x="877592" y="52464"/>
                  <a:pt x="877181" y="58816"/>
                </a:cubicBezTo>
                <a:close/>
                <a:moveTo>
                  <a:pt x="972603" y="91171"/>
                </a:moveTo>
                <a:lnTo>
                  <a:pt x="974385" y="102071"/>
                </a:lnTo>
                <a:cubicBezTo>
                  <a:pt x="970912" y="102802"/>
                  <a:pt x="967804" y="103168"/>
                  <a:pt x="965062" y="103168"/>
                </a:cubicBezTo>
                <a:cubicBezTo>
                  <a:pt x="960584" y="103168"/>
                  <a:pt x="957110" y="102459"/>
                  <a:pt x="954643" y="101043"/>
                </a:cubicBezTo>
                <a:cubicBezTo>
                  <a:pt x="952175" y="99626"/>
                  <a:pt x="950438" y="97764"/>
                  <a:pt x="949433" y="95456"/>
                </a:cubicBezTo>
                <a:cubicBezTo>
                  <a:pt x="948427" y="93148"/>
                  <a:pt x="947925" y="88292"/>
                  <a:pt x="947925" y="80889"/>
                </a:cubicBezTo>
                <a:lnTo>
                  <a:pt x="947925" y="39005"/>
                </a:lnTo>
                <a:lnTo>
                  <a:pt x="938876" y="39005"/>
                </a:lnTo>
                <a:lnTo>
                  <a:pt x="938876" y="29408"/>
                </a:lnTo>
                <a:lnTo>
                  <a:pt x="947925" y="29408"/>
                </a:lnTo>
                <a:lnTo>
                  <a:pt x="947925" y="11379"/>
                </a:lnTo>
                <a:lnTo>
                  <a:pt x="960195" y="3976"/>
                </a:lnTo>
                <a:lnTo>
                  <a:pt x="960195" y="29408"/>
                </a:lnTo>
                <a:lnTo>
                  <a:pt x="972603" y="29408"/>
                </a:lnTo>
                <a:lnTo>
                  <a:pt x="972603" y="39005"/>
                </a:lnTo>
                <a:lnTo>
                  <a:pt x="960195" y="39005"/>
                </a:lnTo>
                <a:lnTo>
                  <a:pt x="960195" y="81574"/>
                </a:lnTo>
                <a:cubicBezTo>
                  <a:pt x="960195" y="85093"/>
                  <a:pt x="960412" y="87355"/>
                  <a:pt x="960846" y="88361"/>
                </a:cubicBezTo>
                <a:cubicBezTo>
                  <a:pt x="961281" y="89366"/>
                  <a:pt x="961989" y="90166"/>
                  <a:pt x="962971" y="90760"/>
                </a:cubicBezTo>
                <a:cubicBezTo>
                  <a:pt x="963954" y="91354"/>
                  <a:pt x="965359" y="91651"/>
                  <a:pt x="967187" y="91651"/>
                </a:cubicBezTo>
                <a:cubicBezTo>
                  <a:pt x="968558" y="91651"/>
                  <a:pt x="970363" y="91491"/>
                  <a:pt x="972603" y="91171"/>
                </a:cubicBezTo>
                <a:close/>
                <a:moveTo>
                  <a:pt x="991287" y="102208"/>
                </a:moveTo>
                <a:lnTo>
                  <a:pt x="991287" y="88155"/>
                </a:lnTo>
                <a:lnTo>
                  <a:pt x="1005339" y="88155"/>
                </a:lnTo>
                <a:lnTo>
                  <a:pt x="1005339" y="102208"/>
                </a:lnTo>
                <a:lnTo>
                  <a:pt x="991287" y="102208"/>
                </a:lnTo>
                <a:moveTo>
                  <a:pt x="1038106" y="102208"/>
                </a:moveTo>
                <a:lnTo>
                  <a:pt x="1038106" y="88155"/>
                </a:lnTo>
                <a:lnTo>
                  <a:pt x="1052159" y="88155"/>
                </a:lnTo>
                <a:lnTo>
                  <a:pt x="1052159" y="102208"/>
                </a:lnTo>
                <a:lnTo>
                  <a:pt x="1038106" y="102208"/>
                </a:lnTo>
                <a:moveTo>
                  <a:pt x="1084857" y="102208"/>
                </a:moveTo>
                <a:lnTo>
                  <a:pt x="1084857" y="88155"/>
                </a:lnTo>
                <a:lnTo>
                  <a:pt x="1098979" y="88155"/>
                </a:lnTo>
                <a:lnTo>
                  <a:pt x="1098979" y="102208"/>
                </a:lnTo>
                <a:lnTo>
                  <a:pt x="1084857" y="102208"/>
                </a:lnTo>
                <a:close/>
                <a:moveTo>
                  <a:pt x="1187128" y="102208"/>
                </a:moveTo>
                <a:lnTo>
                  <a:pt x="1187128" y="13573"/>
                </a:lnTo>
                <a:lnTo>
                  <a:pt x="1154019" y="13573"/>
                </a:lnTo>
                <a:lnTo>
                  <a:pt x="1154019" y="1714"/>
                </a:lnTo>
                <a:lnTo>
                  <a:pt x="1233674" y="1714"/>
                </a:lnTo>
                <a:lnTo>
                  <a:pt x="1233674" y="13573"/>
                </a:lnTo>
                <a:lnTo>
                  <a:pt x="1200427" y="13573"/>
                </a:lnTo>
                <a:lnTo>
                  <a:pt x="1200427" y="102208"/>
                </a:lnTo>
                <a:lnTo>
                  <a:pt x="1187128" y="102208"/>
                </a:lnTo>
                <a:close/>
                <a:moveTo>
                  <a:pt x="1245649" y="102208"/>
                </a:moveTo>
                <a:lnTo>
                  <a:pt x="1245649" y="1714"/>
                </a:lnTo>
                <a:lnTo>
                  <a:pt x="1257988" y="1714"/>
                </a:lnTo>
                <a:lnTo>
                  <a:pt x="1257988" y="37771"/>
                </a:lnTo>
                <a:cubicBezTo>
                  <a:pt x="1263746" y="31099"/>
                  <a:pt x="1271012" y="27763"/>
                  <a:pt x="1279787" y="27763"/>
                </a:cubicBezTo>
                <a:cubicBezTo>
                  <a:pt x="1285179" y="27763"/>
                  <a:pt x="1289863" y="28825"/>
                  <a:pt x="1293839" y="30950"/>
                </a:cubicBezTo>
                <a:cubicBezTo>
                  <a:pt x="1297815" y="33075"/>
                  <a:pt x="1300660" y="36012"/>
                  <a:pt x="1302374" y="39759"/>
                </a:cubicBezTo>
                <a:cubicBezTo>
                  <a:pt x="1304087" y="43506"/>
                  <a:pt x="1304944" y="48945"/>
                  <a:pt x="1304944" y="56074"/>
                </a:cubicBezTo>
                <a:lnTo>
                  <a:pt x="1304944" y="102208"/>
                </a:lnTo>
                <a:lnTo>
                  <a:pt x="1292605" y="102208"/>
                </a:lnTo>
                <a:lnTo>
                  <a:pt x="1292605" y="56074"/>
                </a:lnTo>
                <a:cubicBezTo>
                  <a:pt x="1292605" y="49904"/>
                  <a:pt x="1291269" y="45414"/>
                  <a:pt x="1288595" y="42604"/>
                </a:cubicBezTo>
                <a:cubicBezTo>
                  <a:pt x="1285922" y="39793"/>
                  <a:pt x="1282140" y="38388"/>
                  <a:pt x="1277250" y="38388"/>
                </a:cubicBezTo>
                <a:cubicBezTo>
                  <a:pt x="1273594" y="38388"/>
                  <a:pt x="1270155" y="39336"/>
                  <a:pt x="1266933" y="41233"/>
                </a:cubicBezTo>
                <a:cubicBezTo>
                  <a:pt x="1263712" y="43129"/>
                  <a:pt x="1261415" y="45700"/>
                  <a:pt x="1260044" y="48945"/>
                </a:cubicBezTo>
                <a:cubicBezTo>
                  <a:pt x="1258673" y="52189"/>
                  <a:pt x="1257988" y="56668"/>
                  <a:pt x="1257988" y="62380"/>
                </a:cubicBezTo>
                <a:lnTo>
                  <a:pt x="1257988" y="102208"/>
                </a:lnTo>
                <a:lnTo>
                  <a:pt x="1245649" y="102208"/>
                </a:lnTo>
                <a:close/>
                <a:moveTo>
                  <a:pt x="1373289" y="78764"/>
                </a:moveTo>
                <a:lnTo>
                  <a:pt x="1386039" y="80341"/>
                </a:lnTo>
                <a:cubicBezTo>
                  <a:pt x="1384028" y="87790"/>
                  <a:pt x="1380304" y="93571"/>
                  <a:pt x="1374865" y="97684"/>
                </a:cubicBezTo>
                <a:cubicBezTo>
                  <a:pt x="1369427" y="101797"/>
                  <a:pt x="1362481" y="103853"/>
                  <a:pt x="1354026" y="103853"/>
                </a:cubicBezTo>
                <a:cubicBezTo>
                  <a:pt x="1343378" y="103853"/>
                  <a:pt x="1334935" y="100574"/>
                  <a:pt x="1328697" y="94016"/>
                </a:cubicBezTo>
                <a:cubicBezTo>
                  <a:pt x="1322459" y="87458"/>
                  <a:pt x="1319340" y="78261"/>
                  <a:pt x="1319340" y="66425"/>
                </a:cubicBezTo>
                <a:cubicBezTo>
                  <a:pt x="1319340" y="54177"/>
                  <a:pt x="1322493" y="44672"/>
                  <a:pt x="1328800" y="37908"/>
                </a:cubicBezTo>
                <a:cubicBezTo>
                  <a:pt x="1335106" y="31145"/>
                  <a:pt x="1343287" y="27763"/>
                  <a:pt x="1353341" y="27763"/>
                </a:cubicBezTo>
                <a:cubicBezTo>
                  <a:pt x="1363075" y="27763"/>
                  <a:pt x="1371027" y="31076"/>
                  <a:pt x="1377196" y="37702"/>
                </a:cubicBezTo>
                <a:cubicBezTo>
                  <a:pt x="1383366" y="44329"/>
                  <a:pt x="1386450" y="53652"/>
                  <a:pt x="1386450" y="65671"/>
                </a:cubicBezTo>
                <a:cubicBezTo>
                  <a:pt x="1386450" y="66402"/>
                  <a:pt x="1386427" y="67499"/>
                  <a:pt x="1386382" y="68961"/>
                </a:cubicBezTo>
                <a:lnTo>
                  <a:pt x="1332090" y="68961"/>
                </a:lnTo>
                <a:cubicBezTo>
                  <a:pt x="1332547" y="76959"/>
                  <a:pt x="1334809" y="83083"/>
                  <a:pt x="1338877" y="87333"/>
                </a:cubicBezTo>
                <a:cubicBezTo>
                  <a:pt x="1342944" y="91583"/>
                  <a:pt x="1348017" y="93708"/>
                  <a:pt x="1354095" y="93708"/>
                </a:cubicBezTo>
                <a:cubicBezTo>
                  <a:pt x="1358619" y="93708"/>
                  <a:pt x="1362481" y="92520"/>
                  <a:pt x="1365680" y="90143"/>
                </a:cubicBezTo>
                <a:cubicBezTo>
                  <a:pt x="1368879" y="87767"/>
                  <a:pt x="1371415" y="83974"/>
                  <a:pt x="1373289" y="78764"/>
                </a:cubicBezTo>
                <a:moveTo>
                  <a:pt x="1332776" y="58816"/>
                </a:moveTo>
                <a:lnTo>
                  <a:pt x="1373426" y="58816"/>
                </a:lnTo>
                <a:cubicBezTo>
                  <a:pt x="1372877" y="52692"/>
                  <a:pt x="1371324" y="48099"/>
                  <a:pt x="1368764" y="45037"/>
                </a:cubicBezTo>
                <a:cubicBezTo>
                  <a:pt x="1364834" y="40285"/>
                  <a:pt x="1359739" y="37908"/>
                  <a:pt x="1353478" y="37908"/>
                </a:cubicBezTo>
                <a:cubicBezTo>
                  <a:pt x="1347811" y="37908"/>
                  <a:pt x="1343047" y="39805"/>
                  <a:pt x="1339185" y="43598"/>
                </a:cubicBezTo>
                <a:cubicBezTo>
                  <a:pt x="1335324" y="47391"/>
                  <a:pt x="1333187" y="52464"/>
                  <a:pt x="1332776" y="58816"/>
                </a:cubicBezTo>
                <a:close/>
                <a:moveTo>
                  <a:pt x="1442700" y="102208"/>
                </a:moveTo>
                <a:lnTo>
                  <a:pt x="1442700" y="39005"/>
                </a:lnTo>
                <a:lnTo>
                  <a:pt x="1431800" y="39005"/>
                </a:lnTo>
                <a:lnTo>
                  <a:pt x="1431800" y="29408"/>
                </a:lnTo>
                <a:lnTo>
                  <a:pt x="1442700" y="29408"/>
                </a:lnTo>
                <a:lnTo>
                  <a:pt x="1442700" y="21662"/>
                </a:lnTo>
                <a:cubicBezTo>
                  <a:pt x="1442700" y="16772"/>
                  <a:pt x="1443134" y="13139"/>
                  <a:pt x="1444002" y="10762"/>
                </a:cubicBezTo>
                <a:cubicBezTo>
                  <a:pt x="1445190" y="7563"/>
                  <a:pt x="1447281" y="4970"/>
                  <a:pt x="1450274" y="2982"/>
                </a:cubicBezTo>
                <a:cubicBezTo>
                  <a:pt x="1453268" y="994"/>
                  <a:pt x="1457461" y="0"/>
                  <a:pt x="1462853" y="0"/>
                </a:cubicBezTo>
                <a:cubicBezTo>
                  <a:pt x="1466327" y="0"/>
                  <a:pt x="1470165" y="411"/>
                  <a:pt x="1474370" y="1234"/>
                </a:cubicBezTo>
                <a:lnTo>
                  <a:pt x="1472519" y="11996"/>
                </a:lnTo>
                <a:cubicBezTo>
                  <a:pt x="1469960" y="11539"/>
                  <a:pt x="1467538" y="11311"/>
                  <a:pt x="1465253" y="11311"/>
                </a:cubicBezTo>
                <a:cubicBezTo>
                  <a:pt x="1461505" y="11311"/>
                  <a:pt x="1458855" y="12110"/>
                  <a:pt x="1457301" y="13710"/>
                </a:cubicBezTo>
                <a:cubicBezTo>
                  <a:pt x="1455747" y="15309"/>
                  <a:pt x="1454970" y="18303"/>
                  <a:pt x="1454970" y="22690"/>
                </a:cubicBezTo>
                <a:lnTo>
                  <a:pt x="1454970" y="29408"/>
                </a:lnTo>
                <a:lnTo>
                  <a:pt x="1469160" y="29408"/>
                </a:lnTo>
                <a:lnTo>
                  <a:pt x="1469160" y="39005"/>
                </a:lnTo>
                <a:lnTo>
                  <a:pt x="1454970" y="39005"/>
                </a:lnTo>
                <a:lnTo>
                  <a:pt x="1454970" y="102208"/>
                </a:lnTo>
                <a:lnTo>
                  <a:pt x="1442700" y="102208"/>
                </a:lnTo>
                <a:close/>
                <a:moveTo>
                  <a:pt x="1478110" y="102208"/>
                </a:moveTo>
                <a:lnTo>
                  <a:pt x="1478110" y="29408"/>
                </a:lnTo>
                <a:lnTo>
                  <a:pt x="1489215" y="29408"/>
                </a:lnTo>
                <a:lnTo>
                  <a:pt x="1489215" y="40444"/>
                </a:lnTo>
                <a:cubicBezTo>
                  <a:pt x="1492048" y="35280"/>
                  <a:pt x="1494665" y="31876"/>
                  <a:pt x="1497064" y="30231"/>
                </a:cubicBezTo>
                <a:cubicBezTo>
                  <a:pt x="1499463" y="28585"/>
                  <a:pt x="1502102" y="27763"/>
                  <a:pt x="1504981" y="27763"/>
                </a:cubicBezTo>
                <a:cubicBezTo>
                  <a:pt x="1509140" y="27763"/>
                  <a:pt x="1513367" y="29088"/>
                  <a:pt x="1517663" y="31739"/>
                </a:cubicBezTo>
                <a:lnTo>
                  <a:pt x="1513413" y="43186"/>
                </a:lnTo>
                <a:cubicBezTo>
                  <a:pt x="1510397" y="41404"/>
                  <a:pt x="1507381" y="40513"/>
                  <a:pt x="1504364" y="40513"/>
                </a:cubicBezTo>
                <a:cubicBezTo>
                  <a:pt x="1501668" y="40513"/>
                  <a:pt x="1499246" y="41324"/>
                  <a:pt x="1497098" y="42947"/>
                </a:cubicBezTo>
                <a:cubicBezTo>
                  <a:pt x="1494950" y="44569"/>
                  <a:pt x="1493419" y="46820"/>
                  <a:pt x="1492505" y="49699"/>
                </a:cubicBezTo>
                <a:cubicBezTo>
                  <a:pt x="1491134" y="54086"/>
                  <a:pt x="1490449" y="58884"/>
                  <a:pt x="1490449" y="64094"/>
                </a:cubicBezTo>
                <a:lnTo>
                  <a:pt x="1490449" y="102208"/>
                </a:lnTo>
                <a:lnTo>
                  <a:pt x="1478110" y="102208"/>
                </a:lnTo>
                <a:close/>
                <a:moveTo>
                  <a:pt x="1524672" y="15904"/>
                </a:moveTo>
                <a:lnTo>
                  <a:pt x="1524672" y="1714"/>
                </a:lnTo>
                <a:lnTo>
                  <a:pt x="1537011" y="1714"/>
                </a:lnTo>
                <a:lnTo>
                  <a:pt x="1537011" y="15904"/>
                </a:lnTo>
                <a:lnTo>
                  <a:pt x="1524672" y="15904"/>
                </a:lnTo>
                <a:moveTo>
                  <a:pt x="1524672" y="102208"/>
                </a:moveTo>
                <a:lnTo>
                  <a:pt x="1524672" y="29408"/>
                </a:lnTo>
                <a:lnTo>
                  <a:pt x="1537011" y="29408"/>
                </a:lnTo>
                <a:lnTo>
                  <a:pt x="1537011" y="102208"/>
                </a:lnTo>
                <a:lnTo>
                  <a:pt x="1524672" y="102208"/>
                </a:lnTo>
                <a:close/>
                <a:moveTo>
                  <a:pt x="1603310" y="102208"/>
                </a:moveTo>
                <a:lnTo>
                  <a:pt x="1603310" y="93022"/>
                </a:lnTo>
                <a:cubicBezTo>
                  <a:pt x="1598695" y="100243"/>
                  <a:pt x="1591908" y="103853"/>
                  <a:pt x="1582951" y="103853"/>
                </a:cubicBezTo>
                <a:cubicBezTo>
                  <a:pt x="1577147" y="103853"/>
                  <a:pt x="1571812" y="102254"/>
                  <a:pt x="1566945" y="99055"/>
                </a:cubicBezTo>
                <a:cubicBezTo>
                  <a:pt x="1562078" y="95856"/>
                  <a:pt x="1558307" y="91388"/>
                  <a:pt x="1555634" y="85653"/>
                </a:cubicBezTo>
                <a:cubicBezTo>
                  <a:pt x="1552960" y="79918"/>
                  <a:pt x="1551624" y="73326"/>
                  <a:pt x="1551624" y="65876"/>
                </a:cubicBezTo>
                <a:cubicBezTo>
                  <a:pt x="1551624" y="58610"/>
                  <a:pt x="1552835" y="52018"/>
                  <a:pt x="1555257" y="46100"/>
                </a:cubicBezTo>
                <a:cubicBezTo>
                  <a:pt x="1557679" y="40182"/>
                  <a:pt x="1561312" y="35646"/>
                  <a:pt x="1566156" y="32493"/>
                </a:cubicBezTo>
                <a:cubicBezTo>
                  <a:pt x="1571000" y="29339"/>
                  <a:pt x="1576416" y="27763"/>
                  <a:pt x="1582403" y="27763"/>
                </a:cubicBezTo>
                <a:cubicBezTo>
                  <a:pt x="1586790" y="27763"/>
                  <a:pt x="1590697" y="28688"/>
                  <a:pt x="1594125" y="30539"/>
                </a:cubicBezTo>
                <a:cubicBezTo>
                  <a:pt x="1597552" y="32390"/>
                  <a:pt x="1600340" y="34801"/>
                  <a:pt x="1602488" y="37771"/>
                </a:cubicBezTo>
                <a:lnTo>
                  <a:pt x="1602488" y="1714"/>
                </a:lnTo>
                <a:lnTo>
                  <a:pt x="1614758" y="1714"/>
                </a:lnTo>
                <a:lnTo>
                  <a:pt x="1614758" y="102208"/>
                </a:lnTo>
                <a:lnTo>
                  <a:pt x="1603310" y="102208"/>
                </a:lnTo>
                <a:moveTo>
                  <a:pt x="1564305" y="65876"/>
                </a:moveTo>
                <a:cubicBezTo>
                  <a:pt x="1564305" y="75199"/>
                  <a:pt x="1566271" y="82169"/>
                  <a:pt x="1570201" y="86784"/>
                </a:cubicBezTo>
                <a:cubicBezTo>
                  <a:pt x="1574131" y="91400"/>
                  <a:pt x="1578769" y="93708"/>
                  <a:pt x="1584116" y="93708"/>
                </a:cubicBezTo>
                <a:cubicBezTo>
                  <a:pt x="1589509" y="93708"/>
                  <a:pt x="1594090" y="91503"/>
                  <a:pt x="1597861" y="87093"/>
                </a:cubicBezTo>
                <a:cubicBezTo>
                  <a:pt x="1601631" y="82683"/>
                  <a:pt x="1603516" y="75953"/>
                  <a:pt x="1603516" y="66905"/>
                </a:cubicBezTo>
                <a:cubicBezTo>
                  <a:pt x="1603516" y="56942"/>
                  <a:pt x="1601597" y="49630"/>
                  <a:pt x="1597758" y="44969"/>
                </a:cubicBezTo>
                <a:cubicBezTo>
                  <a:pt x="1593919" y="40307"/>
                  <a:pt x="1589189" y="37977"/>
                  <a:pt x="1583568" y="37977"/>
                </a:cubicBezTo>
                <a:cubicBezTo>
                  <a:pt x="1578084" y="37977"/>
                  <a:pt x="1573503" y="40216"/>
                  <a:pt x="1569824" y="44695"/>
                </a:cubicBezTo>
                <a:cubicBezTo>
                  <a:pt x="1566145" y="49173"/>
                  <a:pt x="1564305" y="56234"/>
                  <a:pt x="1564305" y="65876"/>
                </a:cubicBezTo>
                <a:close/>
                <a:moveTo>
                  <a:pt x="1631622" y="108240"/>
                </a:moveTo>
                <a:lnTo>
                  <a:pt x="1643618" y="110023"/>
                </a:lnTo>
                <a:cubicBezTo>
                  <a:pt x="1644121" y="113724"/>
                  <a:pt x="1645514" y="116421"/>
                  <a:pt x="1647799" y="118112"/>
                </a:cubicBezTo>
                <a:cubicBezTo>
                  <a:pt x="1650861" y="120397"/>
                  <a:pt x="1655043" y="121539"/>
                  <a:pt x="1660344" y="121539"/>
                </a:cubicBezTo>
                <a:cubicBezTo>
                  <a:pt x="1666057" y="121539"/>
                  <a:pt x="1670467" y="120397"/>
                  <a:pt x="1673574" y="118112"/>
                </a:cubicBezTo>
                <a:cubicBezTo>
                  <a:pt x="1676682" y="115827"/>
                  <a:pt x="1678784" y="112628"/>
                  <a:pt x="1679881" y="108515"/>
                </a:cubicBezTo>
                <a:cubicBezTo>
                  <a:pt x="1680521" y="106001"/>
                  <a:pt x="1680818" y="100723"/>
                  <a:pt x="1680772" y="92680"/>
                </a:cubicBezTo>
                <a:cubicBezTo>
                  <a:pt x="1675379" y="99032"/>
                  <a:pt x="1668661" y="102208"/>
                  <a:pt x="1660618" y="102208"/>
                </a:cubicBezTo>
                <a:cubicBezTo>
                  <a:pt x="1650610" y="102208"/>
                  <a:pt x="1642864" y="98598"/>
                  <a:pt x="1637380" y="91377"/>
                </a:cubicBezTo>
                <a:cubicBezTo>
                  <a:pt x="1631896" y="84156"/>
                  <a:pt x="1629154" y="75496"/>
                  <a:pt x="1629154" y="65397"/>
                </a:cubicBezTo>
                <a:cubicBezTo>
                  <a:pt x="1629154" y="58450"/>
                  <a:pt x="1630411" y="52041"/>
                  <a:pt x="1632924" y="46168"/>
                </a:cubicBezTo>
                <a:cubicBezTo>
                  <a:pt x="1635438" y="40296"/>
                  <a:pt x="1639082" y="35760"/>
                  <a:pt x="1643858" y="32561"/>
                </a:cubicBezTo>
                <a:cubicBezTo>
                  <a:pt x="1648633" y="29362"/>
                  <a:pt x="1654243" y="27763"/>
                  <a:pt x="1660687" y="27763"/>
                </a:cubicBezTo>
                <a:cubicBezTo>
                  <a:pt x="1669278" y="27763"/>
                  <a:pt x="1676362" y="31236"/>
                  <a:pt x="1681937" y="38182"/>
                </a:cubicBezTo>
                <a:lnTo>
                  <a:pt x="1681937" y="29408"/>
                </a:lnTo>
                <a:lnTo>
                  <a:pt x="1693317" y="29408"/>
                </a:lnTo>
                <a:lnTo>
                  <a:pt x="1693317" y="92337"/>
                </a:lnTo>
                <a:cubicBezTo>
                  <a:pt x="1693317" y="103670"/>
                  <a:pt x="1692163" y="111702"/>
                  <a:pt x="1689855" y="116432"/>
                </a:cubicBezTo>
                <a:cubicBezTo>
                  <a:pt x="1687547" y="121162"/>
                  <a:pt x="1683891" y="124898"/>
                  <a:pt x="1678887" y="127640"/>
                </a:cubicBezTo>
                <a:cubicBezTo>
                  <a:pt x="1673883" y="130382"/>
                  <a:pt x="1667725" y="131753"/>
                  <a:pt x="1660413" y="131753"/>
                </a:cubicBezTo>
                <a:cubicBezTo>
                  <a:pt x="1651730" y="131753"/>
                  <a:pt x="1644715" y="129799"/>
                  <a:pt x="1639368" y="125892"/>
                </a:cubicBezTo>
                <a:cubicBezTo>
                  <a:pt x="1634021" y="121985"/>
                  <a:pt x="1631439" y="116101"/>
                  <a:pt x="1631622" y="108240"/>
                </a:cubicBezTo>
                <a:moveTo>
                  <a:pt x="1641836" y="64505"/>
                </a:moveTo>
                <a:cubicBezTo>
                  <a:pt x="1641836" y="74057"/>
                  <a:pt x="1643732" y="81026"/>
                  <a:pt x="1647525" y="85413"/>
                </a:cubicBezTo>
                <a:cubicBezTo>
                  <a:pt x="1651318" y="89800"/>
                  <a:pt x="1656071" y="91994"/>
                  <a:pt x="1661784" y="91994"/>
                </a:cubicBezTo>
                <a:cubicBezTo>
                  <a:pt x="1667450" y="91994"/>
                  <a:pt x="1672203" y="89812"/>
                  <a:pt x="1676042" y="85447"/>
                </a:cubicBezTo>
                <a:cubicBezTo>
                  <a:pt x="1679881" y="81083"/>
                  <a:pt x="1681800" y="74240"/>
                  <a:pt x="1681800" y="64917"/>
                </a:cubicBezTo>
                <a:cubicBezTo>
                  <a:pt x="1681800" y="56005"/>
                  <a:pt x="1679824" y="49287"/>
                  <a:pt x="1675871" y="44763"/>
                </a:cubicBezTo>
                <a:cubicBezTo>
                  <a:pt x="1671918" y="40239"/>
                  <a:pt x="1667153" y="37977"/>
                  <a:pt x="1661578" y="37977"/>
                </a:cubicBezTo>
                <a:cubicBezTo>
                  <a:pt x="1656094" y="37977"/>
                  <a:pt x="1651433" y="40205"/>
                  <a:pt x="1647594" y="44660"/>
                </a:cubicBezTo>
                <a:cubicBezTo>
                  <a:pt x="1643755" y="49116"/>
                  <a:pt x="1641836" y="55731"/>
                  <a:pt x="1641836" y="64505"/>
                </a:cubicBezTo>
                <a:close/>
                <a:moveTo>
                  <a:pt x="1761524" y="78764"/>
                </a:moveTo>
                <a:lnTo>
                  <a:pt x="1774274" y="80341"/>
                </a:lnTo>
                <a:cubicBezTo>
                  <a:pt x="1772263" y="87790"/>
                  <a:pt x="1768539" y="93571"/>
                  <a:pt x="1763100" y="97684"/>
                </a:cubicBezTo>
                <a:cubicBezTo>
                  <a:pt x="1757662" y="101797"/>
                  <a:pt x="1750716" y="103853"/>
                  <a:pt x="1742261" y="103853"/>
                </a:cubicBezTo>
                <a:cubicBezTo>
                  <a:pt x="1731613" y="103853"/>
                  <a:pt x="1723170" y="100574"/>
                  <a:pt x="1716932" y="94016"/>
                </a:cubicBezTo>
                <a:cubicBezTo>
                  <a:pt x="1710694" y="87458"/>
                  <a:pt x="1707575" y="78261"/>
                  <a:pt x="1707575" y="66425"/>
                </a:cubicBezTo>
                <a:cubicBezTo>
                  <a:pt x="1707575" y="54177"/>
                  <a:pt x="1710728" y="44672"/>
                  <a:pt x="1717035" y="37908"/>
                </a:cubicBezTo>
                <a:cubicBezTo>
                  <a:pt x="1723342" y="31145"/>
                  <a:pt x="1731522" y="27763"/>
                  <a:pt x="1741576" y="27763"/>
                </a:cubicBezTo>
                <a:cubicBezTo>
                  <a:pt x="1751310" y="27763"/>
                  <a:pt x="1759262" y="31076"/>
                  <a:pt x="1765431" y="37702"/>
                </a:cubicBezTo>
                <a:cubicBezTo>
                  <a:pt x="1771601" y="44329"/>
                  <a:pt x="1774685" y="53652"/>
                  <a:pt x="1774685" y="65671"/>
                </a:cubicBezTo>
                <a:cubicBezTo>
                  <a:pt x="1774685" y="66402"/>
                  <a:pt x="1774663" y="67499"/>
                  <a:pt x="1774617" y="68961"/>
                </a:cubicBezTo>
                <a:lnTo>
                  <a:pt x="1720325" y="68961"/>
                </a:lnTo>
                <a:cubicBezTo>
                  <a:pt x="1720782" y="76959"/>
                  <a:pt x="1723044" y="83083"/>
                  <a:pt x="1727112" y="87333"/>
                </a:cubicBezTo>
                <a:cubicBezTo>
                  <a:pt x="1731179" y="91583"/>
                  <a:pt x="1736252" y="93708"/>
                  <a:pt x="1742330" y="93708"/>
                </a:cubicBezTo>
                <a:cubicBezTo>
                  <a:pt x="1746854" y="93708"/>
                  <a:pt x="1750716" y="92520"/>
                  <a:pt x="1753915" y="90143"/>
                </a:cubicBezTo>
                <a:cubicBezTo>
                  <a:pt x="1757114" y="87767"/>
                  <a:pt x="1759650" y="83974"/>
                  <a:pt x="1761524" y="78764"/>
                </a:cubicBezTo>
                <a:moveTo>
                  <a:pt x="1721011" y="58816"/>
                </a:moveTo>
                <a:lnTo>
                  <a:pt x="1761661" y="58816"/>
                </a:lnTo>
                <a:cubicBezTo>
                  <a:pt x="1761113" y="52692"/>
                  <a:pt x="1759559" y="48099"/>
                  <a:pt x="1757000" y="45037"/>
                </a:cubicBezTo>
                <a:cubicBezTo>
                  <a:pt x="1753069" y="40285"/>
                  <a:pt x="1747974" y="37908"/>
                  <a:pt x="1741713" y="37908"/>
                </a:cubicBezTo>
                <a:cubicBezTo>
                  <a:pt x="1736046" y="37908"/>
                  <a:pt x="1731282" y="39805"/>
                  <a:pt x="1727420" y="43598"/>
                </a:cubicBezTo>
                <a:cubicBezTo>
                  <a:pt x="1723559" y="47391"/>
                  <a:pt x="1721422" y="52464"/>
                  <a:pt x="1721011" y="58816"/>
                </a:cubicBezTo>
                <a:close/>
                <a:moveTo>
                  <a:pt x="1823052" y="80478"/>
                </a:moveTo>
                <a:lnTo>
                  <a:pt x="1835254" y="78558"/>
                </a:lnTo>
                <a:cubicBezTo>
                  <a:pt x="1835939" y="83448"/>
                  <a:pt x="1837847" y="87196"/>
                  <a:pt x="1840978" y="89800"/>
                </a:cubicBezTo>
                <a:cubicBezTo>
                  <a:pt x="1844108" y="92405"/>
                  <a:pt x="1848484" y="93708"/>
                  <a:pt x="1854105" y="93708"/>
                </a:cubicBezTo>
                <a:cubicBezTo>
                  <a:pt x="1859772" y="93708"/>
                  <a:pt x="1863976" y="92554"/>
                  <a:pt x="1866718" y="90246"/>
                </a:cubicBezTo>
                <a:cubicBezTo>
                  <a:pt x="1869460" y="87938"/>
                  <a:pt x="1870831" y="85230"/>
                  <a:pt x="1870831" y="82123"/>
                </a:cubicBezTo>
                <a:cubicBezTo>
                  <a:pt x="1870831" y="79335"/>
                  <a:pt x="1869620" y="77142"/>
                  <a:pt x="1867198" y="75542"/>
                </a:cubicBezTo>
                <a:cubicBezTo>
                  <a:pt x="1865507" y="74445"/>
                  <a:pt x="1861303" y="73051"/>
                  <a:pt x="1854585" y="71360"/>
                </a:cubicBezTo>
                <a:cubicBezTo>
                  <a:pt x="1845536" y="69075"/>
                  <a:pt x="1839264" y="67099"/>
                  <a:pt x="1835768" y="65431"/>
                </a:cubicBezTo>
                <a:cubicBezTo>
                  <a:pt x="1832272" y="63763"/>
                  <a:pt x="1829621" y="61455"/>
                  <a:pt x="1827816" y="58507"/>
                </a:cubicBezTo>
                <a:cubicBezTo>
                  <a:pt x="1826011" y="55560"/>
                  <a:pt x="1825108" y="52304"/>
                  <a:pt x="1825108" y="48739"/>
                </a:cubicBezTo>
                <a:cubicBezTo>
                  <a:pt x="1825108" y="45494"/>
                  <a:pt x="1825851" y="42490"/>
                  <a:pt x="1827336" y="39725"/>
                </a:cubicBezTo>
                <a:cubicBezTo>
                  <a:pt x="1828821" y="36960"/>
                  <a:pt x="1830844" y="34663"/>
                  <a:pt x="1833403" y="32835"/>
                </a:cubicBezTo>
                <a:cubicBezTo>
                  <a:pt x="1835322" y="31419"/>
                  <a:pt x="1837939" y="30219"/>
                  <a:pt x="1841252" y="29237"/>
                </a:cubicBezTo>
                <a:cubicBezTo>
                  <a:pt x="1844565" y="28254"/>
                  <a:pt x="1848118" y="27763"/>
                  <a:pt x="1851911" y="27763"/>
                </a:cubicBezTo>
                <a:cubicBezTo>
                  <a:pt x="1857624" y="27763"/>
                  <a:pt x="1862639" y="28585"/>
                  <a:pt x="1866958" y="30231"/>
                </a:cubicBezTo>
                <a:cubicBezTo>
                  <a:pt x="1871277" y="31876"/>
                  <a:pt x="1874464" y="34104"/>
                  <a:pt x="1876521" y="36914"/>
                </a:cubicBezTo>
                <a:cubicBezTo>
                  <a:pt x="1878577" y="39725"/>
                  <a:pt x="1879994" y="43484"/>
                  <a:pt x="1880771" y="48191"/>
                </a:cubicBezTo>
                <a:lnTo>
                  <a:pt x="1868706" y="49836"/>
                </a:lnTo>
                <a:cubicBezTo>
                  <a:pt x="1868158" y="46088"/>
                  <a:pt x="1866570" y="43164"/>
                  <a:pt x="1863942" y="41061"/>
                </a:cubicBezTo>
                <a:cubicBezTo>
                  <a:pt x="1861314" y="38959"/>
                  <a:pt x="1857601" y="37908"/>
                  <a:pt x="1852803" y="37908"/>
                </a:cubicBezTo>
                <a:cubicBezTo>
                  <a:pt x="1847136" y="37908"/>
                  <a:pt x="1843091" y="38845"/>
                  <a:pt x="1840669" y="40719"/>
                </a:cubicBezTo>
                <a:cubicBezTo>
                  <a:pt x="1838247" y="42592"/>
                  <a:pt x="1837036" y="44786"/>
                  <a:pt x="1837036" y="47299"/>
                </a:cubicBezTo>
                <a:cubicBezTo>
                  <a:pt x="1837036" y="48899"/>
                  <a:pt x="1837539" y="50338"/>
                  <a:pt x="1838544" y="51618"/>
                </a:cubicBezTo>
                <a:cubicBezTo>
                  <a:pt x="1839550" y="52943"/>
                  <a:pt x="1841126" y="54040"/>
                  <a:pt x="1843274" y="54908"/>
                </a:cubicBezTo>
                <a:cubicBezTo>
                  <a:pt x="1844508" y="55365"/>
                  <a:pt x="1848141" y="56417"/>
                  <a:pt x="1854174" y="58062"/>
                </a:cubicBezTo>
                <a:cubicBezTo>
                  <a:pt x="1862902" y="60392"/>
                  <a:pt x="1868992" y="62300"/>
                  <a:pt x="1872442" y="63786"/>
                </a:cubicBezTo>
                <a:cubicBezTo>
                  <a:pt x="1875892" y="65271"/>
                  <a:pt x="1878600" y="67430"/>
                  <a:pt x="1880565" y="70264"/>
                </a:cubicBezTo>
                <a:cubicBezTo>
                  <a:pt x="1882530" y="73097"/>
                  <a:pt x="1883513" y="76616"/>
                  <a:pt x="1883513" y="80820"/>
                </a:cubicBezTo>
                <a:cubicBezTo>
                  <a:pt x="1883513" y="84933"/>
                  <a:pt x="1882313" y="88806"/>
                  <a:pt x="1879914" y="92440"/>
                </a:cubicBezTo>
                <a:cubicBezTo>
                  <a:pt x="1877515" y="96073"/>
                  <a:pt x="1874053" y="98883"/>
                  <a:pt x="1869529" y="100871"/>
                </a:cubicBezTo>
                <a:cubicBezTo>
                  <a:pt x="1865004" y="102859"/>
                  <a:pt x="1859886" y="103853"/>
                  <a:pt x="1854174" y="103853"/>
                </a:cubicBezTo>
                <a:cubicBezTo>
                  <a:pt x="1844714" y="103853"/>
                  <a:pt x="1837504" y="101888"/>
                  <a:pt x="1832546" y="97958"/>
                </a:cubicBezTo>
                <a:cubicBezTo>
                  <a:pt x="1827588" y="94028"/>
                  <a:pt x="1824423" y="88201"/>
                  <a:pt x="1823052" y="80478"/>
                </a:cubicBezTo>
                <a:close/>
                <a:moveTo>
                  <a:pt x="1924870" y="91171"/>
                </a:moveTo>
                <a:lnTo>
                  <a:pt x="1926652" y="102071"/>
                </a:lnTo>
                <a:cubicBezTo>
                  <a:pt x="1923179" y="102802"/>
                  <a:pt x="1920071" y="103168"/>
                  <a:pt x="1917329" y="103168"/>
                </a:cubicBezTo>
                <a:cubicBezTo>
                  <a:pt x="1912851" y="103168"/>
                  <a:pt x="1909377" y="102459"/>
                  <a:pt x="1906910" y="101043"/>
                </a:cubicBezTo>
                <a:cubicBezTo>
                  <a:pt x="1904442" y="99626"/>
                  <a:pt x="1902705" y="97764"/>
                  <a:pt x="1901700" y="95456"/>
                </a:cubicBezTo>
                <a:cubicBezTo>
                  <a:pt x="1900694" y="93148"/>
                  <a:pt x="1900192" y="88292"/>
                  <a:pt x="1900192" y="80889"/>
                </a:cubicBezTo>
                <a:lnTo>
                  <a:pt x="1900192" y="39005"/>
                </a:lnTo>
                <a:lnTo>
                  <a:pt x="1891143" y="39005"/>
                </a:lnTo>
                <a:lnTo>
                  <a:pt x="1891143" y="29408"/>
                </a:lnTo>
                <a:lnTo>
                  <a:pt x="1900192" y="29408"/>
                </a:lnTo>
                <a:lnTo>
                  <a:pt x="1900192" y="11379"/>
                </a:lnTo>
                <a:lnTo>
                  <a:pt x="1912462" y="3976"/>
                </a:lnTo>
                <a:lnTo>
                  <a:pt x="1912462" y="29408"/>
                </a:lnTo>
                <a:lnTo>
                  <a:pt x="1924870" y="29408"/>
                </a:lnTo>
                <a:lnTo>
                  <a:pt x="1924870" y="39005"/>
                </a:lnTo>
                <a:lnTo>
                  <a:pt x="1912462" y="39005"/>
                </a:lnTo>
                <a:lnTo>
                  <a:pt x="1912462" y="81574"/>
                </a:lnTo>
                <a:cubicBezTo>
                  <a:pt x="1912462" y="85093"/>
                  <a:pt x="1912679" y="87355"/>
                  <a:pt x="1913113" y="88361"/>
                </a:cubicBezTo>
                <a:cubicBezTo>
                  <a:pt x="1913548" y="89366"/>
                  <a:pt x="1914256" y="90166"/>
                  <a:pt x="1915238" y="90760"/>
                </a:cubicBezTo>
                <a:cubicBezTo>
                  <a:pt x="1916221" y="91354"/>
                  <a:pt x="1917626" y="91651"/>
                  <a:pt x="1919454" y="91651"/>
                </a:cubicBezTo>
                <a:cubicBezTo>
                  <a:pt x="1920825" y="91651"/>
                  <a:pt x="1922630" y="91491"/>
                  <a:pt x="1924870" y="91171"/>
                </a:cubicBezTo>
                <a:close/>
                <a:moveTo>
                  <a:pt x="1931832" y="65808"/>
                </a:moveTo>
                <a:cubicBezTo>
                  <a:pt x="1931832" y="52326"/>
                  <a:pt x="1935580" y="42341"/>
                  <a:pt x="1943074" y="35852"/>
                </a:cubicBezTo>
                <a:cubicBezTo>
                  <a:pt x="1949335" y="30459"/>
                  <a:pt x="1956967" y="27763"/>
                  <a:pt x="1965970" y="27763"/>
                </a:cubicBezTo>
                <a:cubicBezTo>
                  <a:pt x="1975978" y="27763"/>
                  <a:pt x="1984159" y="31042"/>
                  <a:pt x="1990511" y="37600"/>
                </a:cubicBezTo>
                <a:cubicBezTo>
                  <a:pt x="1996863" y="44158"/>
                  <a:pt x="2000039" y="53218"/>
                  <a:pt x="2000039" y="64780"/>
                </a:cubicBezTo>
                <a:cubicBezTo>
                  <a:pt x="2000039" y="74148"/>
                  <a:pt x="1998634" y="81517"/>
                  <a:pt x="1995824" y="86887"/>
                </a:cubicBezTo>
                <a:cubicBezTo>
                  <a:pt x="1993013" y="92257"/>
                  <a:pt x="1988923" y="96427"/>
                  <a:pt x="1983553" y="99397"/>
                </a:cubicBezTo>
                <a:cubicBezTo>
                  <a:pt x="1978183" y="102368"/>
                  <a:pt x="1972322" y="103853"/>
                  <a:pt x="1965970" y="103853"/>
                </a:cubicBezTo>
                <a:cubicBezTo>
                  <a:pt x="1955779" y="103853"/>
                  <a:pt x="1947542" y="100586"/>
                  <a:pt x="1941258" y="94051"/>
                </a:cubicBezTo>
                <a:cubicBezTo>
                  <a:pt x="1934974" y="87515"/>
                  <a:pt x="1931832" y="78101"/>
                  <a:pt x="1931832" y="65808"/>
                </a:cubicBezTo>
                <a:moveTo>
                  <a:pt x="1944514" y="65808"/>
                </a:moveTo>
                <a:cubicBezTo>
                  <a:pt x="1944514" y="75131"/>
                  <a:pt x="1946548" y="82111"/>
                  <a:pt x="1950615" y="86750"/>
                </a:cubicBezTo>
                <a:cubicBezTo>
                  <a:pt x="1954682" y="91388"/>
                  <a:pt x="1959801" y="93708"/>
                  <a:pt x="1965970" y="93708"/>
                </a:cubicBezTo>
                <a:cubicBezTo>
                  <a:pt x="1972094" y="93708"/>
                  <a:pt x="1977189" y="91377"/>
                  <a:pt x="1981257" y="86716"/>
                </a:cubicBezTo>
                <a:cubicBezTo>
                  <a:pt x="1985324" y="82054"/>
                  <a:pt x="1987358" y="74948"/>
                  <a:pt x="1987358" y="65397"/>
                </a:cubicBezTo>
                <a:cubicBezTo>
                  <a:pt x="1987358" y="56394"/>
                  <a:pt x="1985313" y="49573"/>
                  <a:pt x="1981222" y="44934"/>
                </a:cubicBezTo>
                <a:cubicBezTo>
                  <a:pt x="1977132" y="40296"/>
                  <a:pt x="1972048" y="37977"/>
                  <a:pt x="1965970" y="37977"/>
                </a:cubicBezTo>
                <a:cubicBezTo>
                  <a:pt x="1959801" y="37977"/>
                  <a:pt x="1954682" y="40285"/>
                  <a:pt x="1950615" y="44900"/>
                </a:cubicBezTo>
                <a:cubicBezTo>
                  <a:pt x="1946548" y="49516"/>
                  <a:pt x="1944514" y="56485"/>
                  <a:pt x="1944514" y="65808"/>
                </a:cubicBezTo>
                <a:close/>
                <a:moveTo>
                  <a:pt x="2014092" y="102208"/>
                </a:moveTo>
                <a:lnTo>
                  <a:pt x="2014092" y="29408"/>
                </a:lnTo>
                <a:lnTo>
                  <a:pt x="2025197" y="29408"/>
                </a:lnTo>
                <a:lnTo>
                  <a:pt x="2025197" y="40444"/>
                </a:lnTo>
                <a:cubicBezTo>
                  <a:pt x="2028031" y="35280"/>
                  <a:pt x="2030647" y="31876"/>
                  <a:pt x="2033046" y="30231"/>
                </a:cubicBezTo>
                <a:cubicBezTo>
                  <a:pt x="2035445" y="28585"/>
                  <a:pt x="2038085" y="27763"/>
                  <a:pt x="2040964" y="27763"/>
                </a:cubicBezTo>
                <a:cubicBezTo>
                  <a:pt x="2045122" y="27763"/>
                  <a:pt x="2049350" y="29088"/>
                  <a:pt x="2053646" y="31739"/>
                </a:cubicBezTo>
                <a:lnTo>
                  <a:pt x="2049395" y="43186"/>
                </a:lnTo>
                <a:cubicBezTo>
                  <a:pt x="2046379" y="41404"/>
                  <a:pt x="2043363" y="40513"/>
                  <a:pt x="2040347" y="40513"/>
                </a:cubicBezTo>
                <a:cubicBezTo>
                  <a:pt x="2037651" y="40513"/>
                  <a:pt x="2035228" y="41324"/>
                  <a:pt x="2033081" y="42947"/>
                </a:cubicBezTo>
                <a:cubicBezTo>
                  <a:pt x="2030933" y="44569"/>
                  <a:pt x="2029402" y="46820"/>
                  <a:pt x="2028488" y="49699"/>
                </a:cubicBezTo>
                <a:cubicBezTo>
                  <a:pt x="2027117" y="54086"/>
                  <a:pt x="2026431" y="58884"/>
                  <a:pt x="2026431" y="64094"/>
                </a:cubicBezTo>
                <a:lnTo>
                  <a:pt x="2026431" y="102208"/>
                </a:lnTo>
                <a:lnTo>
                  <a:pt x="2014092" y="102208"/>
                </a:lnTo>
                <a:close/>
                <a:moveTo>
                  <a:pt x="2110422" y="78764"/>
                </a:moveTo>
                <a:lnTo>
                  <a:pt x="2123172" y="80341"/>
                </a:lnTo>
                <a:cubicBezTo>
                  <a:pt x="2121161" y="87790"/>
                  <a:pt x="2117437" y="93571"/>
                  <a:pt x="2111998" y="97684"/>
                </a:cubicBezTo>
                <a:cubicBezTo>
                  <a:pt x="2106560" y="101797"/>
                  <a:pt x="2099614" y="103853"/>
                  <a:pt x="2091159" y="103853"/>
                </a:cubicBezTo>
                <a:cubicBezTo>
                  <a:pt x="2080511" y="103853"/>
                  <a:pt x="2072068" y="100574"/>
                  <a:pt x="2065830" y="94016"/>
                </a:cubicBezTo>
                <a:cubicBezTo>
                  <a:pt x="2059592" y="87458"/>
                  <a:pt x="2056473" y="78261"/>
                  <a:pt x="2056473" y="66425"/>
                </a:cubicBezTo>
                <a:cubicBezTo>
                  <a:pt x="2056473" y="54177"/>
                  <a:pt x="2059626" y="44672"/>
                  <a:pt x="2065933" y="37908"/>
                </a:cubicBezTo>
                <a:cubicBezTo>
                  <a:pt x="2072239" y="31145"/>
                  <a:pt x="2080420" y="27763"/>
                  <a:pt x="2090474" y="27763"/>
                </a:cubicBezTo>
                <a:cubicBezTo>
                  <a:pt x="2100208" y="27763"/>
                  <a:pt x="2108160" y="31076"/>
                  <a:pt x="2114329" y="37702"/>
                </a:cubicBezTo>
                <a:cubicBezTo>
                  <a:pt x="2120499" y="44329"/>
                  <a:pt x="2123583" y="53652"/>
                  <a:pt x="2123583" y="65671"/>
                </a:cubicBezTo>
                <a:cubicBezTo>
                  <a:pt x="2123583" y="66402"/>
                  <a:pt x="2123560" y="67499"/>
                  <a:pt x="2123515" y="68961"/>
                </a:cubicBezTo>
                <a:lnTo>
                  <a:pt x="2069223" y="68961"/>
                </a:lnTo>
                <a:cubicBezTo>
                  <a:pt x="2069680" y="76959"/>
                  <a:pt x="2071942" y="83083"/>
                  <a:pt x="2076010" y="87333"/>
                </a:cubicBezTo>
                <a:cubicBezTo>
                  <a:pt x="2080077" y="91583"/>
                  <a:pt x="2085150" y="93708"/>
                  <a:pt x="2091228" y="93708"/>
                </a:cubicBezTo>
                <a:cubicBezTo>
                  <a:pt x="2095752" y="93708"/>
                  <a:pt x="2099614" y="92520"/>
                  <a:pt x="2102813" y="90143"/>
                </a:cubicBezTo>
                <a:cubicBezTo>
                  <a:pt x="2106012" y="87767"/>
                  <a:pt x="2108548" y="83974"/>
                  <a:pt x="2110422" y="78764"/>
                </a:cubicBezTo>
                <a:moveTo>
                  <a:pt x="2069909" y="58816"/>
                </a:moveTo>
                <a:lnTo>
                  <a:pt x="2110559" y="58816"/>
                </a:lnTo>
                <a:cubicBezTo>
                  <a:pt x="2110010" y="52692"/>
                  <a:pt x="2108457" y="48099"/>
                  <a:pt x="2105897" y="45037"/>
                </a:cubicBezTo>
                <a:cubicBezTo>
                  <a:pt x="2101967" y="40285"/>
                  <a:pt x="2096872" y="37908"/>
                  <a:pt x="2090611" y="37908"/>
                </a:cubicBezTo>
                <a:cubicBezTo>
                  <a:pt x="2084944" y="37908"/>
                  <a:pt x="2080180" y="39805"/>
                  <a:pt x="2076318" y="43598"/>
                </a:cubicBezTo>
                <a:cubicBezTo>
                  <a:pt x="2072457" y="47391"/>
                  <a:pt x="2070320" y="52464"/>
                  <a:pt x="2069909" y="58816"/>
                </a:cubicBezTo>
                <a:close/>
                <a:moveTo>
                  <a:pt x="2133455" y="80478"/>
                </a:moveTo>
                <a:lnTo>
                  <a:pt x="2145657" y="78558"/>
                </a:lnTo>
                <a:cubicBezTo>
                  <a:pt x="2146342" y="83448"/>
                  <a:pt x="2148250" y="87196"/>
                  <a:pt x="2151380" y="89800"/>
                </a:cubicBezTo>
                <a:cubicBezTo>
                  <a:pt x="2154511" y="92405"/>
                  <a:pt x="2158887" y="93708"/>
                  <a:pt x="2164508" y="93708"/>
                </a:cubicBezTo>
                <a:cubicBezTo>
                  <a:pt x="2170175" y="93708"/>
                  <a:pt x="2174379" y="92554"/>
                  <a:pt x="2177121" y="90246"/>
                </a:cubicBezTo>
                <a:cubicBezTo>
                  <a:pt x="2179863" y="87938"/>
                  <a:pt x="2181234" y="85230"/>
                  <a:pt x="2181234" y="82123"/>
                </a:cubicBezTo>
                <a:cubicBezTo>
                  <a:pt x="2181234" y="79335"/>
                  <a:pt x="2180023" y="77142"/>
                  <a:pt x="2177601" y="75542"/>
                </a:cubicBezTo>
                <a:cubicBezTo>
                  <a:pt x="2175910" y="74445"/>
                  <a:pt x="2171706" y="73051"/>
                  <a:pt x="2164988" y="71360"/>
                </a:cubicBezTo>
                <a:cubicBezTo>
                  <a:pt x="2155939" y="69075"/>
                  <a:pt x="2149667" y="67099"/>
                  <a:pt x="2146171" y="65431"/>
                </a:cubicBezTo>
                <a:cubicBezTo>
                  <a:pt x="2142675" y="63763"/>
                  <a:pt x="2140024" y="61455"/>
                  <a:pt x="2138219" y="58507"/>
                </a:cubicBezTo>
                <a:cubicBezTo>
                  <a:pt x="2136414" y="55560"/>
                  <a:pt x="2135511" y="52304"/>
                  <a:pt x="2135511" y="48739"/>
                </a:cubicBezTo>
                <a:cubicBezTo>
                  <a:pt x="2135511" y="45494"/>
                  <a:pt x="2136254" y="42490"/>
                  <a:pt x="2137739" y="39725"/>
                </a:cubicBezTo>
                <a:cubicBezTo>
                  <a:pt x="2139224" y="36960"/>
                  <a:pt x="2141246" y="34663"/>
                  <a:pt x="2143806" y="32835"/>
                </a:cubicBezTo>
                <a:cubicBezTo>
                  <a:pt x="2145725" y="31419"/>
                  <a:pt x="2148341" y="30219"/>
                  <a:pt x="2151655" y="29237"/>
                </a:cubicBezTo>
                <a:cubicBezTo>
                  <a:pt x="2154968" y="28254"/>
                  <a:pt x="2158521" y="27763"/>
                  <a:pt x="2162314" y="27763"/>
                </a:cubicBezTo>
                <a:cubicBezTo>
                  <a:pt x="2168027" y="27763"/>
                  <a:pt x="2173042" y="28585"/>
                  <a:pt x="2177361" y="30231"/>
                </a:cubicBezTo>
                <a:cubicBezTo>
                  <a:pt x="2181680" y="31876"/>
                  <a:pt x="2184867" y="34104"/>
                  <a:pt x="2186924" y="36914"/>
                </a:cubicBezTo>
                <a:cubicBezTo>
                  <a:pt x="2188980" y="39725"/>
                  <a:pt x="2190397" y="43484"/>
                  <a:pt x="2191174" y="48191"/>
                </a:cubicBezTo>
                <a:lnTo>
                  <a:pt x="2179109" y="49836"/>
                </a:lnTo>
                <a:cubicBezTo>
                  <a:pt x="2178561" y="46088"/>
                  <a:pt x="2176972" y="43164"/>
                  <a:pt x="2174345" y="41061"/>
                </a:cubicBezTo>
                <a:cubicBezTo>
                  <a:pt x="2171717" y="38959"/>
                  <a:pt x="2168004" y="37908"/>
                  <a:pt x="2163205" y="37908"/>
                </a:cubicBezTo>
                <a:cubicBezTo>
                  <a:pt x="2157539" y="37908"/>
                  <a:pt x="2153494" y="38845"/>
                  <a:pt x="2151072" y="40719"/>
                </a:cubicBezTo>
                <a:cubicBezTo>
                  <a:pt x="2148650" y="42592"/>
                  <a:pt x="2147439" y="44786"/>
                  <a:pt x="2147439" y="47299"/>
                </a:cubicBezTo>
                <a:cubicBezTo>
                  <a:pt x="2147439" y="48899"/>
                  <a:pt x="2147942" y="50338"/>
                  <a:pt x="2148947" y="51618"/>
                </a:cubicBezTo>
                <a:cubicBezTo>
                  <a:pt x="2149952" y="52943"/>
                  <a:pt x="2151529" y="54040"/>
                  <a:pt x="2153677" y="54908"/>
                </a:cubicBezTo>
                <a:cubicBezTo>
                  <a:pt x="2154911" y="55365"/>
                  <a:pt x="2158544" y="56417"/>
                  <a:pt x="2164576" y="58062"/>
                </a:cubicBezTo>
                <a:cubicBezTo>
                  <a:pt x="2173305" y="60392"/>
                  <a:pt x="2179395" y="62300"/>
                  <a:pt x="2182845" y="63786"/>
                </a:cubicBezTo>
                <a:cubicBezTo>
                  <a:pt x="2186295" y="65271"/>
                  <a:pt x="2189003" y="67430"/>
                  <a:pt x="2190968" y="70264"/>
                </a:cubicBezTo>
                <a:cubicBezTo>
                  <a:pt x="2192933" y="73097"/>
                  <a:pt x="2193916" y="76616"/>
                  <a:pt x="2193916" y="80820"/>
                </a:cubicBezTo>
                <a:cubicBezTo>
                  <a:pt x="2193916" y="84933"/>
                  <a:pt x="2192716" y="88806"/>
                  <a:pt x="2190317" y="92440"/>
                </a:cubicBezTo>
                <a:cubicBezTo>
                  <a:pt x="2187918" y="96073"/>
                  <a:pt x="2184456" y="98883"/>
                  <a:pt x="2179931" y="100871"/>
                </a:cubicBezTo>
                <a:cubicBezTo>
                  <a:pt x="2175407" y="102859"/>
                  <a:pt x="2170289" y="103853"/>
                  <a:pt x="2164576" y="103853"/>
                </a:cubicBezTo>
                <a:cubicBezTo>
                  <a:pt x="2155116" y="103853"/>
                  <a:pt x="2147907" y="101888"/>
                  <a:pt x="2142949" y="97958"/>
                </a:cubicBezTo>
                <a:cubicBezTo>
                  <a:pt x="2137990" y="94028"/>
                  <a:pt x="2134826" y="88201"/>
                  <a:pt x="2133455" y="80478"/>
                </a:cubicBezTo>
                <a:close/>
                <a:moveTo>
                  <a:pt x="2273768" y="91171"/>
                </a:moveTo>
                <a:lnTo>
                  <a:pt x="2275550" y="102071"/>
                </a:lnTo>
                <a:cubicBezTo>
                  <a:pt x="2272077" y="102802"/>
                  <a:pt x="2268970" y="103168"/>
                  <a:pt x="2266228" y="103168"/>
                </a:cubicBezTo>
                <a:cubicBezTo>
                  <a:pt x="2261749" y="103168"/>
                  <a:pt x="2258276" y="102459"/>
                  <a:pt x="2255808" y="101043"/>
                </a:cubicBezTo>
                <a:cubicBezTo>
                  <a:pt x="2253340" y="99626"/>
                  <a:pt x="2251604" y="97764"/>
                  <a:pt x="2250598" y="95456"/>
                </a:cubicBezTo>
                <a:cubicBezTo>
                  <a:pt x="2249593" y="93148"/>
                  <a:pt x="2249090" y="88292"/>
                  <a:pt x="2249090" y="80889"/>
                </a:cubicBezTo>
                <a:lnTo>
                  <a:pt x="2249090" y="39005"/>
                </a:lnTo>
                <a:lnTo>
                  <a:pt x="2240042" y="39005"/>
                </a:lnTo>
                <a:lnTo>
                  <a:pt x="2240042" y="29408"/>
                </a:lnTo>
                <a:lnTo>
                  <a:pt x="2249090" y="29408"/>
                </a:lnTo>
                <a:lnTo>
                  <a:pt x="2249090" y="11379"/>
                </a:lnTo>
                <a:lnTo>
                  <a:pt x="2261361" y="3976"/>
                </a:lnTo>
                <a:lnTo>
                  <a:pt x="2261361" y="29408"/>
                </a:lnTo>
                <a:lnTo>
                  <a:pt x="2273768" y="29408"/>
                </a:lnTo>
                <a:lnTo>
                  <a:pt x="2273768" y="39005"/>
                </a:lnTo>
                <a:lnTo>
                  <a:pt x="2261361" y="39005"/>
                </a:lnTo>
                <a:lnTo>
                  <a:pt x="2261361" y="81574"/>
                </a:lnTo>
                <a:cubicBezTo>
                  <a:pt x="2261361" y="85093"/>
                  <a:pt x="2261578" y="87355"/>
                  <a:pt x="2262012" y="88361"/>
                </a:cubicBezTo>
                <a:cubicBezTo>
                  <a:pt x="2262446" y="89366"/>
                  <a:pt x="2263154" y="90166"/>
                  <a:pt x="2264137" y="90760"/>
                </a:cubicBezTo>
                <a:cubicBezTo>
                  <a:pt x="2265119" y="91354"/>
                  <a:pt x="2266525" y="91651"/>
                  <a:pt x="2268353" y="91651"/>
                </a:cubicBezTo>
                <a:cubicBezTo>
                  <a:pt x="2269724" y="91651"/>
                  <a:pt x="2271529" y="91491"/>
                  <a:pt x="2273768" y="91171"/>
                </a:cubicBezTo>
                <a:close/>
                <a:moveTo>
                  <a:pt x="2298759" y="102208"/>
                </a:moveTo>
                <a:lnTo>
                  <a:pt x="2276480" y="29408"/>
                </a:lnTo>
                <a:lnTo>
                  <a:pt x="2289230" y="29408"/>
                </a:lnTo>
                <a:lnTo>
                  <a:pt x="2300815" y="71429"/>
                </a:lnTo>
                <a:lnTo>
                  <a:pt x="2305134" y="87058"/>
                </a:lnTo>
                <a:cubicBezTo>
                  <a:pt x="2305317" y="86282"/>
                  <a:pt x="2306573" y="81277"/>
                  <a:pt x="2308904" y="72046"/>
                </a:cubicBezTo>
                <a:lnTo>
                  <a:pt x="2320489" y="29408"/>
                </a:lnTo>
                <a:lnTo>
                  <a:pt x="2333171" y="29408"/>
                </a:lnTo>
                <a:lnTo>
                  <a:pt x="2344070" y="71635"/>
                </a:lnTo>
                <a:lnTo>
                  <a:pt x="2347703" y="85550"/>
                </a:lnTo>
                <a:lnTo>
                  <a:pt x="2351885" y="71498"/>
                </a:lnTo>
                <a:lnTo>
                  <a:pt x="2364361" y="29408"/>
                </a:lnTo>
                <a:lnTo>
                  <a:pt x="2376357" y="29408"/>
                </a:lnTo>
                <a:lnTo>
                  <a:pt x="2353599" y="102208"/>
                </a:lnTo>
                <a:lnTo>
                  <a:pt x="2340780" y="102208"/>
                </a:lnTo>
                <a:lnTo>
                  <a:pt x="2329195" y="58610"/>
                </a:lnTo>
                <a:lnTo>
                  <a:pt x="2326384" y="46203"/>
                </a:lnTo>
                <a:lnTo>
                  <a:pt x="2311646" y="102208"/>
                </a:lnTo>
                <a:lnTo>
                  <a:pt x="2298759" y="102208"/>
                </a:lnTo>
                <a:close/>
                <a:moveTo>
                  <a:pt x="2382120" y="65808"/>
                </a:moveTo>
                <a:cubicBezTo>
                  <a:pt x="2382120" y="52326"/>
                  <a:pt x="2385867" y="42341"/>
                  <a:pt x="2393362" y="35852"/>
                </a:cubicBezTo>
                <a:cubicBezTo>
                  <a:pt x="2399623" y="30459"/>
                  <a:pt x="2407255" y="27763"/>
                  <a:pt x="2416258" y="27763"/>
                </a:cubicBezTo>
                <a:cubicBezTo>
                  <a:pt x="2426266" y="27763"/>
                  <a:pt x="2434446" y="31042"/>
                  <a:pt x="2440799" y="37600"/>
                </a:cubicBezTo>
                <a:cubicBezTo>
                  <a:pt x="2447151" y="44158"/>
                  <a:pt x="2450327" y="53218"/>
                  <a:pt x="2450327" y="64780"/>
                </a:cubicBezTo>
                <a:cubicBezTo>
                  <a:pt x="2450327" y="74148"/>
                  <a:pt x="2448922" y="81517"/>
                  <a:pt x="2446111" y="86887"/>
                </a:cubicBezTo>
                <a:cubicBezTo>
                  <a:pt x="2443301" y="92257"/>
                  <a:pt x="2439211" y="96427"/>
                  <a:pt x="2433841" y="99397"/>
                </a:cubicBezTo>
                <a:cubicBezTo>
                  <a:pt x="2428471" y="102368"/>
                  <a:pt x="2422610" y="103853"/>
                  <a:pt x="2416258" y="103853"/>
                </a:cubicBezTo>
                <a:cubicBezTo>
                  <a:pt x="2406067" y="103853"/>
                  <a:pt x="2397829" y="100586"/>
                  <a:pt x="2391545" y="94051"/>
                </a:cubicBezTo>
                <a:cubicBezTo>
                  <a:pt x="2385262" y="87515"/>
                  <a:pt x="2382120" y="78101"/>
                  <a:pt x="2382120" y="65808"/>
                </a:cubicBezTo>
                <a:moveTo>
                  <a:pt x="2394802" y="65808"/>
                </a:moveTo>
                <a:cubicBezTo>
                  <a:pt x="2394802" y="75131"/>
                  <a:pt x="2396835" y="82111"/>
                  <a:pt x="2400903" y="86750"/>
                </a:cubicBezTo>
                <a:cubicBezTo>
                  <a:pt x="2404970" y="91388"/>
                  <a:pt x="2410088" y="93708"/>
                  <a:pt x="2416258" y="93708"/>
                </a:cubicBezTo>
                <a:cubicBezTo>
                  <a:pt x="2422382" y="93708"/>
                  <a:pt x="2427477" y="91377"/>
                  <a:pt x="2431544" y="86716"/>
                </a:cubicBezTo>
                <a:cubicBezTo>
                  <a:pt x="2435612" y="82054"/>
                  <a:pt x="2437645" y="74948"/>
                  <a:pt x="2437645" y="65397"/>
                </a:cubicBezTo>
                <a:cubicBezTo>
                  <a:pt x="2437645" y="56394"/>
                  <a:pt x="2435600" y="49573"/>
                  <a:pt x="2431510" y="44934"/>
                </a:cubicBezTo>
                <a:cubicBezTo>
                  <a:pt x="2427420" y="40296"/>
                  <a:pt x="2422336" y="37977"/>
                  <a:pt x="2416258" y="37977"/>
                </a:cubicBezTo>
                <a:cubicBezTo>
                  <a:pt x="2410088" y="37977"/>
                  <a:pt x="2404970" y="40285"/>
                  <a:pt x="2400903" y="44900"/>
                </a:cubicBezTo>
                <a:cubicBezTo>
                  <a:pt x="2396835" y="49516"/>
                  <a:pt x="2394802" y="56485"/>
                  <a:pt x="2394802" y="658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cupcakes…">
            <a:extLst xmlns:a="http://schemas.openxmlformats.org/drawingml/2006/main">
              <a:ext uri="{FF2B5EF4-FFF2-40B4-BE49-F238E27FC236}">
                <a16:creationId xmlns:a16="http://schemas.microsoft.com/office/drawing/2014/main" id="{B8728C38-52E5-4927-86EF-DC5CB88C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943" y="5078458"/>
            <a:ext cx="709579" cy="128394"/>
          </a:xfrm>
          <a:custGeom xmlns:a="http://schemas.openxmlformats.org/drawingml/2006/main">
            <a:pathLst>
              <a:path w="709579" h="128394">
                <a:moveTo>
                  <a:pt x="51275" y="73828"/>
                </a:moveTo>
                <a:lnTo>
                  <a:pt x="63409" y="75405"/>
                </a:lnTo>
                <a:cubicBezTo>
                  <a:pt x="62083" y="83768"/>
                  <a:pt x="58690" y="90315"/>
                  <a:pt x="53229" y="95044"/>
                </a:cubicBezTo>
                <a:cubicBezTo>
                  <a:pt x="47768" y="99774"/>
                  <a:pt x="41061" y="102139"/>
                  <a:pt x="33110" y="102139"/>
                </a:cubicBezTo>
                <a:cubicBezTo>
                  <a:pt x="23147" y="102139"/>
                  <a:pt x="15138" y="98883"/>
                  <a:pt x="9083" y="92371"/>
                </a:cubicBezTo>
                <a:cubicBezTo>
                  <a:pt x="3028" y="85859"/>
                  <a:pt x="0" y="76525"/>
                  <a:pt x="0" y="64368"/>
                </a:cubicBezTo>
                <a:cubicBezTo>
                  <a:pt x="0" y="56508"/>
                  <a:pt x="1302" y="49630"/>
                  <a:pt x="3907" y="43735"/>
                </a:cubicBezTo>
                <a:cubicBezTo>
                  <a:pt x="6512" y="37840"/>
                  <a:pt x="10477" y="33418"/>
                  <a:pt x="15801" y="30470"/>
                </a:cubicBezTo>
                <a:cubicBezTo>
                  <a:pt x="21125" y="27523"/>
                  <a:pt x="26917" y="26049"/>
                  <a:pt x="33178" y="26049"/>
                </a:cubicBezTo>
                <a:cubicBezTo>
                  <a:pt x="41084" y="26049"/>
                  <a:pt x="47551" y="28048"/>
                  <a:pt x="52578" y="32047"/>
                </a:cubicBezTo>
                <a:cubicBezTo>
                  <a:pt x="57605" y="36046"/>
                  <a:pt x="60827" y="41724"/>
                  <a:pt x="62243" y="49082"/>
                </a:cubicBezTo>
                <a:lnTo>
                  <a:pt x="50247" y="50933"/>
                </a:lnTo>
                <a:cubicBezTo>
                  <a:pt x="49105" y="46043"/>
                  <a:pt x="47082" y="42364"/>
                  <a:pt x="44180" y="39896"/>
                </a:cubicBezTo>
                <a:cubicBezTo>
                  <a:pt x="41278" y="37428"/>
                  <a:pt x="37771" y="36194"/>
                  <a:pt x="33658" y="36194"/>
                </a:cubicBezTo>
                <a:cubicBezTo>
                  <a:pt x="27443" y="36194"/>
                  <a:pt x="22393" y="38422"/>
                  <a:pt x="18508" y="42878"/>
                </a:cubicBezTo>
                <a:cubicBezTo>
                  <a:pt x="14624" y="47334"/>
                  <a:pt x="12682" y="54383"/>
                  <a:pt x="12682" y="64026"/>
                </a:cubicBezTo>
                <a:cubicBezTo>
                  <a:pt x="12682" y="73805"/>
                  <a:pt x="14555" y="80912"/>
                  <a:pt x="18303" y="85345"/>
                </a:cubicBezTo>
                <a:cubicBezTo>
                  <a:pt x="22050" y="89778"/>
                  <a:pt x="26940" y="91994"/>
                  <a:pt x="32973" y="91994"/>
                </a:cubicBezTo>
                <a:cubicBezTo>
                  <a:pt x="37817" y="91994"/>
                  <a:pt x="41861" y="90509"/>
                  <a:pt x="45106" y="87538"/>
                </a:cubicBezTo>
                <a:cubicBezTo>
                  <a:pt x="48351" y="84568"/>
                  <a:pt x="50407" y="79998"/>
                  <a:pt x="51275" y="73828"/>
                </a:cubicBezTo>
                <a:close/>
                <a:moveTo>
                  <a:pt x="121423" y="100494"/>
                </a:moveTo>
                <a:lnTo>
                  <a:pt x="121423" y="89800"/>
                </a:lnTo>
                <a:cubicBezTo>
                  <a:pt x="115757" y="98026"/>
                  <a:pt x="108056" y="102139"/>
                  <a:pt x="98322" y="102139"/>
                </a:cubicBezTo>
                <a:cubicBezTo>
                  <a:pt x="94026" y="102139"/>
                  <a:pt x="90016" y="101317"/>
                  <a:pt x="86292" y="99672"/>
                </a:cubicBezTo>
                <a:cubicBezTo>
                  <a:pt x="82567" y="98026"/>
                  <a:pt x="79802" y="95958"/>
                  <a:pt x="77997" y="93468"/>
                </a:cubicBezTo>
                <a:cubicBezTo>
                  <a:pt x="76192" y="90977"/>
                  <a:pt x="74924" y="87927"/>
                  <a:pt x="74193" y="84316"/>
                </a:cubicBezTo>
                <a:cubicBezTo>
                  <a:pt x="73690" y="81894"/>
                  <a:pt x="73439" y="78056"/>
                  <a:pt x="73439" y="72800"/>
                </a:cubicBezTo>
                <a:lnTo>
                  <a:pt x="73439" y="27694"/>
                </a:lnTo>
                <a:lnTo>
                  <a:pt x="85777" y="27694"/>
                </a:lnTo>
                <a:lnTo>
                  <a:pt x="85777" y="68070"/>
                </a:lnTo>
                <a:cubicBezTo>
                  <a:pt x="85777" y="74514"/>
                  <a:pt x="86029" y="78855"/>
                  <a:pt x="86532" y="81095"/>
                </a:cubicBezTo>
                <a:cubicBezTo>
                  <a:pt x="87308" y="84339"/>
                  <a:pt x="88954" y="86887"/>
                  <a:pt x="91467" y="88738"/>
                </a:cubicBezTo>
                <a:cubicBezTo>
                  <a:pt x="93981" y="90589"/>
                  <a:pt x="97088" y="91514"/>
                  <a:pt x="100790" y="91514"/>
                </a:cubicBezTo>
                <a:cubicBezTo>
                  <a:pt x="104492" y="91514"/>
                  <a:pt x="107965" y="90566"/>
                  <a:pt x="111210" y="88669"/>
                </a:cubicBezTo>
                <a:cubicBezTo>
                  <a:pt x="114454" y="86773"/>
                  <a:pt x="116751" y="84191"/>
                  <a:pt x="118099" y="80923"/>
                </a:cubicBezTo>
                <a:cubicBezTo>
                  <a:pt x="119447" y="77656"/>
                  <a:pt x="120121" y="72914"/>
                  <a:pt x="120121" y="66699"/>
                </a:cubicBezTo>
                <a:lnTo>
                  <a:pt x="120121" y="27694"/>
                </a:lnTo>
                <a:lnTo>
                  <a:pt x="132460" y="27694"/>
                </a:lnTo>
                <a:lnTo>
                  <a:pt x="132460" y="100494"/>
                </a:lnTo>
                <a:lnTo>
                  <a:pt x="121423" y="100494"/>
                </a:lnTo>
                <a:close/>
                <a:moveTo>
                  <a:pt x="151517" y="128394"/>
                </a:moveTo>
                <a:lnTo>
                  <a:pt x="151517" y="27694"/>
                </a:lnTo>
                <a:lnTo>
                  <a:pt x="162759" y="27694"/>
                </a:lnTo>
                <a:lnTo>
                  <a:pt x="162759" y="37154"/>
                </a:lnTo>
                <a:cubicBezTo>
                  <a:pt x="165410" y="33452"/>
                  <a:pt x="168403" y="30676"/>
                  <a:pt x="171739" y="28825"/>
                </a:cubicBezTo>
                <a:cubicBezTo>
                  <a:pt x="175075" y="26974"/>
                  <a:pt x="179120" y="26049"/>
                  <a:pt x="183873" y="26049"/>
                </a:cubicBezTo>
                <a:cubicBezTo>
                  <a:pt x="190088" y="26049"/>
                  <a:pt x="195572" y="27648"/>
                  <a:pt x="200325" y="30847"/>
                </a:cubicBezTo>
                <a:cubicBezTo>
                  <a:pt x="205077" y="34046"/>
                  <a:pt x="208665" y="38559"/>
                  <a:pt x="211087" y="44386"/>
                </a:cubicBezTo>
                <a:cubicBezTo>
                  <a:pt x="213509" y="50213"/>
                  <a:pt x="214720" y="56599"/>
                  <a:pt x="214720" y="63546"/>
                </a:cubicBezTo>
                <a:cubicBezTo>
                  <a:pt x="214720" y="70995"/>
                  <a:pt x="213383" y="77701"/>
                  <a:pt x="210710" y="83665"/>
                </a:cubicBezTo>
                <a:cubicBezTo>
                  <a:pt x="208036" y="89629"/>
                  <a:pt x="204152" y="94199"/>
                  <a:pt x="199056" y="97375"/>
                </a:cubicBezTo>
                <a:cubicBezTo>
                  <a:pt x="193961" y="100551"/>
                  <a:pt x="188603" y="102139"/>
                  <a:pt x="182981" y="102139"/>
                </a:cubicBezTo>
                <a:cubicBezTo>
                  <a:pt x="178868" y="102139"/>
                  <a:pt x="175178" y="101271"/>
                  <a:pt x="171911" y="99534"/>
                </a:cubicBezTo>
                <a:cubicBezTo>
                  <a:pt x="168643" y="97798"/>
                  <a:pt x="165958" y="95604"/>
                  <a:pt x="163856" y="92954"/>
                </a:cubicBezTo>
                <a:lnTo>
                  <a:pt x="163856" y="128394"/>
                </a:lnTo>
                <a:lnTo>
                  <a:pt x="151517" y="128394"/>
                </a:lnTo>
                <a:moveTo>
                  <a:pt x="162691" y="64505"/>
                </a:moveTo>
                <a:cubicBezTo>
                  <a:pt x="162691" y="73874"/>
                  <a:pt x="164587" y="80798"/>
                  <a:pt x="168380" y="85276"/>
                </a:cubicBezTo>
                <a:cubicBezTo>
                  <a:pt x="172173" y="89755"/>
                  <a:pt x="176766" y="91994"/>
                  <a:pt x="182159" y="91994"/>
                </a:cubicBezTo>
                <a:cubicBezTo>
                  <a:pt x="187643" y="91994"/>
                  <a:pt x="192338" y="89675"/>
                  <a:pt x="196246" y="85036"/>
                </a:cubicBezTo>
                <a:cubicBezTo>
                  <a:pt x="200153" y="80398"/>
                  <a:pt x="202107" y="73211"/>
                  <a:pt x="202107" y="63477"/>
                </a:cubicBezTo>
                <a:cubicBezTo>
                  <a:pt x="202107" y="54200"/>
                  <a:pt x="200199" y="47254"/>
                  <a:pt x="196383" y="42638"/>
                </a:cubicBezTo>
                <a:cubicBezTo>
                  <a:pt x="192567" y="38022"/>
                  <a:pt x="188008" y="35715"/>
                  <a:pt x="182707" y="35715"/>
                </a:cubicBezTo>
                <a:cubicBezTo>
                  <a:pt x="177452" y="35715"/>
                  <a:pt x="172802" y="38171"/>
                  <a:pt x="168757" y="43084"/>
                </a:cubicBezTo>
                <a:cubicBezTo>
                  <a:pt x="164713" y="47996"/>
                  <a:pt x="162691" y="55137"/>
                  <a:pt x="162691" y="64505"/>
                </a:cubicBezTo>
                <a:close/>
                <a:moveTo>
                  <a:pt x="276826" y="73828"/>
                </a:moveTo>
                <a:lnTo>
                  <a:pt x="288960" y="75405"/>
                </a:lnTo>
                <a:cubicBezTo>
                  <a:pt x="287634" y="83768"/>
                  <a:pt x="284241" y="90315"/>
                  <a:pt x="278780" y="95044"/>
                </a:cubicBezTo>
                <a:cubicBezTo>
                  <a:pt x="273319" y="99774"/>
                  <a:pt x="266612" y="102139"/>
                  <a:pt x="258661" y="102139"/>
                </a:cubicBezTo>
                <a:cubicBezTo>
                  <a:pt x="248698" y="102139"/>
                  <a:pt x="240689" y="98883"/>
                  <a:pt x="234634" y="92371"/>
                </a:cubicBezTo>
                <a:cubicBezTo>
                  <a:pt x="228579" y="85859"/>
                  <a:pt x="225551" y="76525"/>
                  <a:pt x="225551" y="64368"/>
                </a:cubicBezTo>
                <a:cubicBezTo>
                  <a:pt x="225551" y="56508"/>
                  <a:pt x="226853" y="49630"/>
                  <a:pt x="229458" y="43735"/>
                </a:cubicBezTo>
                <a:cubicBezTo>
                  <a:pt x="232063" y="37840"/>
                  <a:pt x="236028" y="33418"/>
                  <a:pt x="241352" y="30470"/>
                </a:cubicBezTo>
                <a:cubicBezTo>
                  <a:pt x="246676" y="27523"/>
                  <a:pt x="252468" y="26049"/>
                  <a:pt x="258729" y="26049"/>
                </a:cubicBezTo>
                <a:cubicBezTo>
                  <a:pt x="266635" y="26049"/>
                  <a:pt x="273102" y="28048"/>
                  <a:pt x="278129" y="32047"/>
                </a:cubicBezTo>
                <a:cubicBezTo>
                  <a:pt x="283156" y="36046"/>
                  <a:pt x="286378" y="41724"/>
                  <a:pt x="287794" y="49082"/>
                </a:cubicBezTo>
                <a:lnTo>
                  <a:pt x="275798" y="50933"/>
                </a:lnTo>
                <a:cubicBezTo>
                  <a:pt x="274656" y="46043"/>
                  <a:pt x="272633" y="42364"/>
                  <a:pt x="269731" y="39896"/>
                </a:cubicBezTo>
                <a:cubicBezTo>
                  <a:pt x="266830" y="37428"/>
                  <a:pt x="263322" y="36194"/>
                  <a:pt x="259209" y="36194"/>
                </a:cubicBezTo>
                <a:cubicBezTo>
                  <a:pt x="252994" y="36194"/>
                  <a:pt x="247944" y="38422"/>
                  <a:pt x="244060" y="42878"/>
                </a:cubicBezTo>
                <a:cubicBezTo>
                  <a:pt x="240175" y="47334"/>
                  <a:pt x="238233" y="54383"/>
                  <a:pt x="238233" y="64026"/>
                </a:cubicBezTo>
                <a:cubicBezTo>
                  <a:pt x="238233" y="73805"/>
                  <a:pt x="240106" y="80912"/>
                  <a:pt x="243854" y="85345"/>
                </a:cubicBezTo>
                <a:cubicBezTo>
                  <a:pt x="247601" y="89778"/>
                  <a:pt x="252491" y="91994"/>
                  <a:pt x="258524" y="91994"/>
                </a:cubicBezTo>
                <a:cubicBezTo>
                  <a:pt x="263368" y="91994"/>
                  <a:pt x="267412" y="90509"/>
                  <a:pt x="270657" y="87538"/>
                </a:cubicBezTo>
                <a:cubicBezTo>
                  <a:pt x="273902" y="84568"/>
                  <a:pt x="275958" y="79998"/>
                  <a:pt x="276826" y="73828"/>
                </a:cubicBezTo>
                <a:close/>
                <a:moveTo>
                  <a:pt x="346769" y="91514"/>
                </a:moveTo>
                <a:cubicBezTo>
                  <a:pt x="342199" y="95399"/>
                  <a:pt x="337800" y="98141"/>
                  <a:pt x="333573" y="99740"/>
                </a:cubicBezTo>
                <a:cubicBezTo>
                  <a:pt x="329346" y="101340"/>
                  <a:pt x="324810" y="102139"/>
                  <a:pt x="319966" y="102139"/>
                </a:cubicBezTo>
                <a:cubicBezTo>
                  <a:pt x="311968" y="102139"/>
                  <a:pt x="305822" y="100186"/>
                  <a:pt x="301526" y="96278"/>
                </a:cubicBezTo>
                <a:cubicBezTo>
                  <a:pt x="297230" y="92371"/>
                  <a:pt x="295082" y="87378"/>
                  <a:pt x="295082" y="81300"/>
                </a:cubicBezTo>
                <a:cubicBezTo>
                  <a:pt x="295082" y="77736"/>
                  <a:pt x="295893" y="74479"/>
                  <a:pt x="297516" y="71532"/>
                </a:cubicBezTo>
                <a:cubicBezTo>
                  <a:pt x="299138" y="68584"/>
                  <a:pt x="301263" y="66219"/>
                  <a:pt x="303891" y="64437"/>
                </a:cubicBezTo>
                <a:cubicBezTo>
                  <a:pt x="306519" y="62655"/>
                  <a:pt x="309478" y="61306"/>
                  <a:pt x="312768" y="60392"/>
                </a:cubicBezTo>
                <a:cubicBezTo>
                  <a:pt x="315190" y="59753"/>
                  <a:pt x="318846" y="59136"/>
                  <a:pt x="323736" y="58542"/>
                </a:cubicBezTo>
                <a:cubicBezTo>
                  <a:pt x="333699" y="57353"/>
                  <a:pt x="341034" y="55937"/>
                  <a:pt x="345741" y="54292"/>
                </a:cubicBezTo>
                <a:cubicBezTo>
                  <a:pt x="345786" y="52601"/>
                  <a:pt x="345809" y="51527"/>
                  <a:pt x="345809" y="51070"/>
                </a:cubicBezTo>
                <a:cubicBezTo>
                  <a:pt x="345809" y="46043"/>
                  <a:pt x="344644" y="42501"/>
                  <a:pt x="342313" y="40444"/>
                </a:cubicBezTo>
                <a:cubicBezTo>
                  <a:pt x="339160" y="37657"/>
                  <a:pt x="334476" y="36263"/>
                  <a:pt x="328260" y="36263"/>
                </a:cubicBezTo>
                <a:cubicBezTo>
                  <a:pt x="322456" y="36263"/>
                  <a:pt x="318172" y="37280"/>
                  <a:pt x="315407" y="39313"/>
                </a:cubicBezTo>
                <a:cubicBezTo>
                  <a:pt x="312642" y="41347"/>
                  <a:pt x="310597" y="44946"/>
                  <a:pt x="309272" y="50110"/>
                </a:cubicBezTo>
                <a:lnTo>
                  <a:pt x="297207" y="48465"/>
                </a:lnTo>
                <a:cubicBezTo>
                  <a:pt x="298304" y="43301"/>
                  <a:pt x="300109" y="39131"/>
                  <a:pt x="302623" y="35954"/>
                </a:cubicBezTo>
                <a:cubicBezTo>
                  <a:pt x="305136" y="32778"/>
                  <a:pt x="308769" y="30333"/>
                  <a:pt x="313522" y="28620"/>
                </a:cubicBezTo>
                <a:cubicBezTo>
                  <a:pt x="318275" y="26906"/>
                  <a:pt x="323782" y="26049"/>
                  <a:pt x="330043" y="26049"/>
                </a:cubicBezTo>
                <a:cubicBezTo>
                  <a:pt x="336258" y="26049"/>
                  <a:pt x="341308" y="26780"/>
                  <a:pt x="345192" y="28243"/>
                </a:cubicBezTo>
                <a:cubicBezTo>
                  <a:pt x="349077" y="29705"/>
                  <a:pt x="351933" y="31544"/>
                  <a:pt x="353761" y="33761"/>
                </a:cubicBezTo>
                <a:cubicBezTo>
                  <a:pt x="355589" y="35977"/>
                  <a:pt x="356869" y="38776"/>
                  <a:pt x="357600" y="42158"/>
                </a:cubicBezTo>
                <a:cubicBezTo>
                  <a:pt x="358011" y="44260"/>
                  <a:pt x="358217" y="48053"/>
                  <a:pt x="358217" y="53537"/>
                </a:cubicBezTo>
                <a:lnTo>
                  <a:pt x="358217" y="69989"/>
                </a:lnTo>
                <a:cubicBezTo>
                  <a:pt x="358217" y="81460"/>
                  <a:pt x="358479" y="88715"/>
                  <a:pt x="359005" y="91754"/>
                </a:cubicBezTo>
                <a:cubicBezTo>
                  <a:pt x="359531" y="94793"/>
                  <a:pt x="360570" y="97706"/>
                  <a:pt x="362124" y="100494"/>
                </a:cubicBezTo>
                <a:lnTo>
                  <a:pt x="349237" y="100494"/>
                </a:lnTo>
                <a:cubicBezTo>
                  <a:pt x="347957" y="97935"/>
                  <a:pt x="347134" y="94942"/>
                  <a:pt x="346769" y="91514"/>
                </a:cubicBezTo>
                <a:moveTo>
                  <a:pt x="345741" y="63957"/>
                </a:moveTo>
                <a:cubicBezTo>
                  <a:pt x="341262" y="65785"/>
                  <a:pt x="334544" y="67339"/>
                  <a:pt x="325587" y="68618"/>
                </a:cubicBezTo>
                <a:cubicBezTo>
                  <a:pt x="320514" y="69350"/>
                  <a:pt x="316927" y="70172"/>
                  <a:pt x="314825" y="71086"/>
                </a:cubicBezTo>
                <a:cubicBezTo>
                  <a:pt x="312722" y="72000"/>
                  <a:pt x="311100" y="73337"/>
                  <a:pt x="309958" y="75096"/>
                </a:cubicBezTo>
                <a:cubicBezTo>
                  <a:pt x="308815" y="76856"/>
                  <a:pt x="308244" y="78810"/>
                  <a:pt x="308244" y="80957"/>
                </a:cubicBezTo>
                <a:cubicBezTo>
                  <a:pt x="308244" y="84248"/>
                  <a:pt x="309489" y="86990"/>
                  <a:pt x="311980" y="89183"/>
                </a:cubicBezTo>
                <a:cubicBezTo>
                  <a:pt x="314470" y="91377"/>
                  <a:pt x="318115" y="92474"/>
                  <a:pt x="322913" y="92474"/>
                </a:cubicBezTo>
                <a:cubicBezTo>
                  <a:pt x="327666" y="92474"/>
                  <a:pt x="331894" y="91434"/>
                  <a:pt x="335595" y="89355"/>
                </a:cubicBezTo>
                <a:cubicBezTo>
                  <a:pt x="339297" y="87275"/>
                  <a:pt x="342016" y="84431"/>
                  <a:pt x="343753" y="80820"/>
                </a:cubicBezTo>
                <a:cubicBezTo>
                  <a:pt x="345078" y="78033"/>
                  <a:pt x="345741" y="73920"/>
                  <a:pt x="345741" y="68481"/>
                </a:cubicBezTo>
                <a:lnTo>
                  <a:pt x="345741" y="63957"/>
                </a:lnTo>
                <a:close/>
                <a:moveTo>
                  <a:pt x="377137" y="100494"/>
                </a:moveTo>
                <a:lnTo>
                  <a:pt x="377137" y="0"/>
                </a:lnTo>
                <a:lnTo>
                  <a:pt x="389476" y="0"/>
                </a:lnTo>
                <a:lnTo>
                  <a:pt x="389476" y="57308"/>
                </a:lnTo>
                <a:lnTo>
                  <a:pt x="418678" y="27694"/>
                </a:lnTo>
                <a:lnTo>
                  <a:pt x="434650" y="27694"/>
                </a:lnTo>
                <a:lnTo>
                  <a:pt x="406819" y="54703"/>
                </a:lnTo>
                <a:lnTo>
                  <a:pt x="437461" y="100494"/>
                </a:lnTo>
                <a:lnTo>
                  <a:pt x="422242" y="100494"/>
                </a:lnTo>
                <a:lnTo>
                  <a:pt x="398181" y="63272"/>
                </a:lnTo>
                <a:lnTo>
                  <a:pt x="389476" y="71635"/>
                </a:lnTo>
                <a:lnTo>
                  <a:pt x="389476" y="100494"/>
                </a:lnTo>
                <a:lnTo>
                  <a:pt x="377137" y="100494"/>
                </a:lnTo>
                <a:close/>
                <a:moveTo>
                  <a:pt x="496846" y="77050"/>
                </a:moveTo>
                <a:lnTo>
                  <a:pt x="509596" y="78627"/>
                </a:lnTo>
                <a:cubicBezTo>
                  <a:pt x="507586" y="86076"/>
                  <a:pt x="503861" y="91857"/>
                  <a:pt x="498423" y="95970"/>
                </a:cubicBezTo>
                <a:cubicBezTo>
                  <a:pt x="492984" y="100083"/>
                  <a:pt x="486038" y="102139"/>
                  <a:pt x="477583" y="102139"/>
                </a:cubicBezTo>
                <a:cubicBezTo>
                  <a:pt x="466935" y="102139"/>
                  <a:pt x="458492" y="98860"/>
                  <a:pt x="452254" y="92302"/>
                </a:cubicBezTo>
                <a:cubicBezTo>
                  <a:pt x="446016" y="85745"/>
                  <a:pt x="442897" y="76547"/>
                  <a:pt x="442897" y="64711"/>
                </a:cubicBezTo>
                <a:cubicBezTo>
                  <a:pt x="442897" y="52464"/>
                  <a:pt x="446051" y="42958"/>
                  <a:pt x="452357" y="36194"/>
                </a:cubicBezTo>
                <a:cubicBezTo>
                  <a:pt x="458664" y="29431"/>
                  <a:pt x="466844" y="26049"/>
                  <a:pt x="476898" y="26049"/>
                </a:cubicBezTo>
                <a:cubicBezTo>
                  <a:pt x="486632" y="26049"/>
                  <a:pt x="494584" y="29362"/>
                  <a:pt x="500753" y="35989"/>
                </a:cubicBezTo>
                <a:cubicBezTo>
                  <a:pt x="506923" y="42615"/>
                  <a:pt x="510008" y="51938"/>
                  <a:pt x="510008" y="63957"/>
                </a:cubicBezTo>
                <a:cubicBezTo>
                  <a:pt x="510008" y="64688"/>
                  <a:pt x="509985" y="65785"/>
                  <a:pt x="509939" y="67247"/>
                </a:cubicBezTo>
                <a:lnTo>
                  <a:pt x="455648" y="67247"/>
                </a:lnTo>
                <a:cubicBezTo>
                  <a:pt x="456105" y="75245"/>
                  <a:pt x="458367" y="81369"/>
                  <a:pt x="462434" y="85619"/>
                </a:cubicBezTo>
                <a:cubicBezTo>
                  <a:pt x="466501" y="89869"/>
                  <a:pt x="471574" y="91994"/>
                  <a:pt x="477652" y="91994"/>
                </a:cubicBezTo>
                <a:cubicBezTo>
                  <a:pt x="482176" y="91994"/>
                  <a:pt x="486038" y="90806"/>
                  <a:pt x="489237" y="88429"/>
                </a:cubicBezTo>
                <a:cubicBezTo>
                  <a:pt x="492436" y="86053"/>
                  <a:pt x="494972" y="82260"/>
                  <a:pt x="496846" y="77050"/>
                </a:cubicBezTo>
                <a:moveTo>
                  <a:pt x="456333" y="57102"/>
                </a:moveTo>
                <a:lnTo>
                  <a:pt x="496983" y="57102"/>
                </a:lnTo>
                <a:cubicBezTo>
                  <a:pt x="496435" y="50978"/>
                  <a:pt x="494881" y="46385"/>
                  <a:pt x="492322" y="43324"/>
                </a:cubicBezTo>
                <a:cubicBezTo>
                  <a:pt x="488392" y="38571"/>
                  <a:pt x="483296" y="36194"/>
                  <a:pt x="477035" y="36194"/>
                </a:cubicBezTo>
                <a:cubicBezTo>
                  <a:pt x="471368" y="36194"/>
                  <a:pt x="466604" y="38091"/>
                  <a:pt x="462742" y="41884"/>
                </a:cubicBezTo>
                <a:cubicBezTo>
                  <a:pt x="458881" y="45677"/>
                  <a:pt x="456744" y="50750"/>
                  <a:pt x="456333" y="57102"/>
                </a:cubicBezTo>
                <a:close/>
                <a:moveTo>
                  <a:pt x="519879" y="78764"/>
                </a:moveTo>
                <a:lnTo>
                  <a:pt x="532081" y="76844"/>
                </a:lnTo>
                <a:cubicBezTo>
                  <a:pt x="532766" y="81734"/>
                  <a:pt x="534674" y="85482"/>
                  <a:pt x="537805" y="88087"/>
                </a:cubicBezTo>
                <a:cubicBezTo>
                  <a:pt x="540935" y="90692"/>
                  <a:pt x="545311" y="91994"/>
                  <a:pt x="550932" y="91994"/>
                </a:cubicBezTo>
                <a:cubicBezTo>
                  <a:pt x="556599" y="91994"/>
                  <a:pt x="560803" y="90840"/>
                  <a:pt x="563545" y="88532"/>
                </a:cubicBezTo>
                <a:cubicBezTo>
                  <a:pt x="566287" y="86224"/>
                  <a:pt x="567658" y="83517"/>
                  <a:pt x="567658" y="80409"/>
                </a:cubicBezTo>
                <a:cubicBezTo>
                  <a:pt x="567658" y="77621"/>
                  <a:pt x="566447" y="75428"/>
                  <a:pt x="564025" y="73828"/>
                </a:cubicBezTo>
                <a:cubicBezTo>
                  <a:pt x="562334" y="72731"/>
                  <a:pt x="558130" y="71338"/>
                  <a:pt x="551412" y="69647"/>
                </a:cubicBezTo>
                <a:cubicBezTo>
                  <a:pt x="542363" y="67362"/>
                  <a:pt x="536091" y="65385"/>
                  <a:pt x="532595" y="63717"/>
                </a:cubicBezTo>
                <a:cubicBezTo>
                  <a:pt x="529099" y="62049"/>
                  <a:pt x="526448" y="59741"/>
                  <a:pt x="524643" y="56794"/>
                </a:cubicBezTo>
                <a:cubicBezTo>
                  <a:pt x="522838" y="53846"/>
                  <a:pt x="521935" y="50590"/>
                  <a:pt x="521935" y="47025"/>
                </a:cubicBezTo>
                <a:cubicBezTo>
                  <a:pt x="521935" y="43781"/>
                  <a:pt x="522678" y="40776"/>
                  <a:pt x="524163" y="38011"/>
                </a:cubicBezTo>
                <a:cubicBezTo>
                  <a:pt x="525649" y="35246"/>
                  <a:pt x="527671" y="32950"/>
                  <a:pt x="530230" y="31122"/>
                </a:cubicBezTo>
                <a:cubicBezTo>
                  <a:pt x="532149" y="29705"/>
                  <a:pt x="534766" y="28505"/>
                  <a:pt x="538079" y="27523"/>
                </a:cubicBezTo>
                <a:cubicBezTo>
                  <a:pt x="541392" y="26540"/>
                  <a:pt x="544945" y="26049"/>
                  <a:pt x="548738" y="26049"/>
                </a:cubicBezTo>
                <a:cubicBezTo>
                  <a:pt x="554451" y="26049"/>
                  <a:pt x="559467" y="26872"/>
                  <a:pt x="563785" y="28517"/>
                </a:cubicBezTo>
                <a:cubicBezTo>
                  <a:pt x="568104" y="30162"/>
                  <a:pt x="571291" y="32390"/>
                  <a:pt x="573348" y="35200"/>
                </a:cubicBezTo>
                <a:cubicBezTo>
                  <a:pt x="575404" y="38011"/>
                  <a:pt x="576821" y="41770"/>
                  <a:pt x="577598" y="46477"/>
                </a:cubicBezTo>
                <a:lnTo>
                  <a:pt x="565533" y="48122"/>
                </a:lnTo>
                <a:cubicBezTo>
                  <a:pt x="564985" y="44375"/>
                  <a:pt x="563397" y="41450"/>
                  <a:pt x="560769" y="39348"/>
                </a:cubicBezTo>
                <a:cubicBezTo>
                  <a:pt x="558141" y="37245"/>
                  <a:pt x="554428" y="36194"/>
                  <a:pt x="549630" y="36194"/>
                </a:cubicBezTo>
                <a:cubicBezTo>
                  <a:pt x="543963" y="36194"/>
                  <a:pt x="539918" y="37131"/>
                  <a:pt x="537496" y="39005"/>
                </a:cubicBezTo>
                <a:cubicBezTo>
                  <a:pt x="535074" y="40879"/>
                  <a:pt x="533863" y="43072"/>
                  <a:pt x="533863" y="45586"/>
                </a:cubicBezTo>
                <a:cubicBezTo>
                  <a:pt x="533863" y="47185"/>
                  <a:pt x="534366" y="48625"/>
                  <a:pt x="535371" y="49904"/>
                </a:cubicBezTo>
                <a:cubicBezTo>
                  <a:pt x="536377" y="51230"/>
                  <a:pt x="537953" y="52326"/>
                  <a:pt x="540101" y="53195"/>
                </a:cubicBezTo>
                <a:cubicBezTo>
                  <a:pt x="541335" y="53652"/>
                  <a:pt x="544968" y="54703"/>
                  <a:pt x="551001" y="56348"/>
                </a:cubicBezTo>
                <a:cubicBezTo>
                  <a:pt x="559729" y="58679"/>
                  <a:pt x="565819" y="60587"/>
                  <a:pt x="569269" y="62072"/>
                </a:cubicBezTo>
                <a:cubicBezTo>
                  <a:pt x="572719" y="63557"/>
                  <a:pt x="575427" y="65717"/>
                  <a:pt x="577392" y="68550"/>
                </a:cubicBezTo>
                <a:cubicBezTo>
                  <a:pt x="579357" y="71383"/>
                  <a:pt x="580340" y="74902"/>
                  <a:pt x="580340" y="79107"/>
                </a:cubicBezTo>
                <a:cubicBezTo>
                  <a:pt x="580340" y="83220"/>
                  <a:pt x="579140" y="87093"/>
                  <a:pt x="576741" y="90726"/>
                </a:cubicBezTo>
                <a:cubicBezTo>
                  <a:pt x="574342" y="94359"/>
                  <a:pt x="570880" y="97170"/>
                  <a:pt x="566356" y="99157"/>
                </a:cubicBezTo>
                <a:cubicBezTo>
                  <a:pt x="561831" y="101145"/>
                  <a:pt x="556713" y="102139"/>
                  <a:pt x="551001" y="102139"/>
                </a:cubicBezTo>
                <a:cubicBezTo>
                  <a:pt x="541541" y="102139"/>
                  <a:pt x="534332" y="100174"/>
                  <a:pt x="529373" y="96244"/>
                </a:cubicBezTo>
                <a:cubicBezTo>
                  <a:pt x="524415" y="92314"/>
                  <a:pt x="521250" y="86487"/>
                  <a:pt x="519879" y="78764"/>
                </a:cubicBezTo>
                <a:close/>
                <a:moveTo>
                  <a:pt x="601887" y="100494"/>
                </a:moveTo>
                <a:lnTo>
                  <a:pt x="601887" y="86441"/>
                </a:lnTo>
                <a:lnTo>
                  <a:pt x="615939" y="86441"/>
                </a:lnTo>
                <a:lnTo>
                  <a:pt x="615939" y="100494"/>
                </a:lnTo>
                <a:lnTo>
                  <a:pt x="601887" y="100494"/>
                </a:lnTo>
                <a:moveTo>
                  <a:pt x="648706" y="100494"/>
                </a:moveTo>
                <a:lnTo>
                  <a:pt x="648706" y="86441"/>
                </a:lnTo>
                <a:lnTo>
                  <a:pt x="662759" y="86441"/>
                </a:lnTo>
                <a:lnTo>
                  <a:pt x="662759" y="100494"/>
                </a:lnTo>
                <a:lnTo>
                  <a:pt x="648706" y="100494"/>
                </a:lnTo>
                <a:moveTo>
                  <a:pt x="695457" y="100494"/>
                </a:moveTo>
                <a:lnTo>
                  <a:pt x="695457" y="86441"/>
                </a:lnTo>
                <a:lnTo>
                  <a:pt x="709579" y="86441"/>
                </a:lnTo>
                <a:lnTo>
                  <a:pt x="709579" y="100494"/>
                </a:lnTo>
                <a:lnTo>
                  <a:pt x="695457" y="100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Actions:Mark…advancestowardsthe">
            <a:extLst xmlns:a="http://schemas.openxmlformats.org/drawingml/2006/main">
              <a:ext uri="{FF2B5EF4-FFF2-40B4-BE49-F238E27FC236}">
                <a16:creationId xmlns:a16="http://schemas.microsoft.com/office/drawing/2014/main" id="{6F9A149B-E088-4B56-B283-971DB2AA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459" y="5246317"/>
            <a:ext cx="2440707" cy="102139"/>
          </a:xfrm>
          <a:custGeom xmlns:a="http://schemas.openxmlformats.org/drawingml/2006/main">
            <a:pathLst>
              <a:path w="2440707" h="102139">
                <a:moveTo>
                  <a:pt x="100837" y="100494"/>
                </a:moveTo>
                <a:lnTo>
                  <a:pt x="78764" y="100494"/>
                </a:lnTo>
                <a:lnTo>
                  <a:pt x="69989" y="77667"/>
                </a:lnTo>
                <a:lnTo>
                  <a:pt x="29819" y="77667"/>
                </a:lnTo>
                <a:lnTo>
                  <a:pt x="21525" y="100494"/>
                </a:lnTo>
                <a:lnTo>
                  <a:pt x="0" y="100494"/>
                </a:lnTo>
                <a:lnTo>
                  <a:pt x="39142" y="0"/>
                </a:lnTo>
                <a:lnTo>
                  <a:pt x="60598" y="0"/>
                </a:lnTo>
                <a:lnTo>
                  <a:pt x="100837" y="100494"/>
                </a:lnTo>
                <a:moveTo>
                  <a:pt x="63477" y="60735"/>
                </a:moveTo>
                <a:lnTo>
                  <a:pt x="49630" y="23444"/>
                </a:lnTo>
                <a:lnTo>
                  <a:pt x="36057" y="60735"/>
                </a:lnTo>
                <a:lnTo>
                  <a:pt x="63477" y="60735"/>
                </a:lnTo>
                <a:close/>
                <a:moveTo>
                  <a:pt x="174972" y="49219"/>
                </a:moveTo>
                <a:lnTo>
                  <a:pt x="155984" y="52646"/>
                </a:lnTo>
                <a:cubicBezTo>
                  <a:pt x="155344" y="48853"/>
                  <a:pt x="153893" y="45997"/>
                  <a:pt x="151631" y="44078"/>
                </a:cubicBezTo>
                <a:cubicBezTo>
                  <a:pt x="149369" y="42158"/>
                  <a:pt x="146433" y="41199"/>
                  <a:pt x="142822" y="41199"/>
                </a:cubicBezTo>
                <a:cubicBezTo>
                  <a:pt x="138024" y="41199"/>
                  <a:pt x="134196" y="42855"/>
                  <a:pt x="131340" y="46168"/>
                </a:cubicBezTo>
                <a:cubicBezTo>
                  <a:pt x="128484" y="49482"/>
                  <a:pt x="127056" y="55023"/>
                  <a:pt x="127056" y="62792"/>
                </a:cubicBezTo>
                <a:cubicBezTo>
                  <a:pt x="127056" y="71429"/>
                  <a:pt x="128507" y="77530"/>
                  <a:pt x="131409" y="81095"/>
                </a:cubicBezTo>
                <a:cubicBezTo>
                  <a:pt x="134311" y="84659"/>
                  <a:pt x="138207" y="86441"/>
                  <a:pt x="143096" y="86441"/>
                </a:cubicBezTo>
                <a:cubicBezTo>
                  <a:pt x="146752" y="86441"/>
                  <a:pt x="149746" y="85402"/>
                  <a:pt x="152077" y="83322"/>
                </a:cubicBezTo>
                <a:cubicBezTo>
                  <a:pt x="154407" y="81243"/>
                  <a:pt x="156052" y="77667"/>
                  <a:pt x="157012" y="72594"/>
                </a:cubicBezTo>
                <a:lnTo>
                  <a:pt x="175932" y="75816"/>
                </a:lnTo>
                <a:cubicBezTo>
                  <a:pt x="173967" y="84499"/>
                  <a:pt x="170197" y="91057"/>
                  <a:pt x="164621" y="95490"/>
                </a:cubicBezTo>
                <a:cubicBezTo>
                  <a:pt x="159046" y="99923"/>
                  <a:pt x="151574" y="102139"/>
                  <a:pt x="142205" y="102139"/>
                </a:cubicBezTo>
                <a:cubicBezTo>
                  <a:pt x="131557" y="102139"/>
                  <a:pt x="123068" y="98780"/>
                  <a:pt x="116739" y="92063"/>
                </a:cubicBezTo>
                <a:cubicBezTo>
                  <a:pt x="110410" y="85345"/>
                  <a:pt x="107245" y="76045"/>
                  <a:pt x="107245" y="64163"/>
                </a:cubicBezTo>
                <a:cubicBezTo>
                  <a:pt x="107245" y="52144"/>
                  <a:pt x="110421" y="42787"/>
                  <a:pt x="116773" y="36092"/>
                </a:cubicBezTo>
                <a:cubicBezTo>
                  <a:pt x="123126" y="29396"/>
                  <a:pt x="131717" y="26049"/>
                  <a:pt x="142548" y="26049"/>
                </a:cubicBezTo>
                <a:cubicBezTo>
                  <a:pt x="151414" y="26049"/>
                  <a:pt x="158463" y="27957"/>
                  <a:pt x="163696" y="31773"/>
                </a:cubicBezTo>
                <a:cubicBezTo>
                  <a:pt x="168928" y="35589"/>
                  <a:pt x="172687" y="41404"/>
                  <a:pt x="174972" y="49219"/>
                </a:cubicBezTo>
                <a:close/>
                <a:moveTo>
                  <a:pt x="222711" y="27694"/>
                </a:moveTo>
                <a:lnTo>
                  <a:pt x="222711" y="43049"/>
                </a:lnTo>
                <a:lnTo>
                  <a:pt x="209549" y="43049"/>
                </a:lnTo>
                <a:lnTo>
                  <a:pt x="209549" y="72389"/>
                </a:lnTo>
                <a:cubicBezTo>
                  <a:pt x="209549" y="78330"/>
                  <a:pt x="209675" y="81791"/>
                  <a:pt x="209926" y="82774"/>
                </a:cubicBezTo>
                <a:cubicBezTo>
                  <a:pt x="210178" y="83757"/>
                  <a:pt x="210749" y="84568"/>
                  <a:pt x="211640" y="85208"/>
                </a:cubicBezTo>
                <a:cubicBezTo>
                  <a:pt x="212531" y="85847"/>
                  <a:pt x="213617" y="86167"/>
                  <a:pt x="214896" y="86167"/>
                </a:cubicBezTo>
                <a:cubicBezTo>
                  <a:pt x="216679" y="86167"/>
                  <a:pt x="219261" y="85550"/>
                  <a:pt x="222643" y="84316"/>
                </a:cubicBezTo>
                <a:lnTo>
                  <a:pt x="224288" y="99260"/>
                </a:lnTo>
                <a:cubicBezTo>
                  <a:pt x="219809" y="101180"/>
                  <a:pt x="214736" y="102139"/>
                  <a:pt x="209070" y="102139"/>
                </a:cubicBezTo>
                <a:cubicBezTo>
                  <a:pt x="205596" y="102139"/>
                  <a:pt x="202466" y="101557"/>
                  <a:pt x="199678" y="100391"/>
                </a:cubicBezTo>
                <a:cubicBezTo>
                  <a:pt x="196891" y="99226"/>
                  <a:pt x="194846" y="97718"/>
                  <a:pt x="193543" y="95867"/>
                </a:cubicBezTo>
                <a:cubicBezTo>
                  <a:pt x="192241" y="94016"/>
                  <a:pt x="191338" y="91514"/>
                  <a:pt x="190835" y="88361"/>
                </a:cubicBezTo>
                <a:cubicBezTo>
                  <a:pt x="190424" y="86122"/>
                  <a:pt x="190218" y="81597"/>
                  <a:pt x="190218" y="74788"/>
                </a:cubicBezTo>
                <a:lnTo>
                  <a:pt x="190218" y="43049"/>
                </a:lnTo>
                <a:lnTo>
                  <a:pt x="181375" y="43049"/>
                </a:lnTo>
                <a:lnTo>
                  <a:pt x="181375" y="27694"/>
                </a:lnTo>
                <a:lnTo>
                  <a:pt x="190218" y="27694"/>
                </a:lnTo>
                <a:lnTo>
                  <a:pt x="190218" y="13230"/>
                </a:lnTo>
                <a:lnTo>
                  <a:pt x="209549" y="1988"/>
                </a:lnTo>
                <a:lnTo>
                  <a:pt x="209549" y="27694"/>
                </a:lnTo>
                <a:lnTo>
                  <a:pt x="222711" y="27694"/>
                </a:lnTo>
                <a:close/>
                <a:moveTo>
                  <a:pt x="235712" y="17823"/>
                </a:moveTo>
                <a:lnTo>
                  <a:pt x="235712" y="0"/>
                </a:lnTo>
                <a:lnTo>
                  <a:pt x="254974" y="0"/>
                </a:lnTo>
                <a:lnTo>
                  <a:pt x="254974" y="17823"/>
                </a:lnTo>
                <a:lnTo>
                  <a:pt x="235712" y="17823"/>
                </a:lnTo>
                <a:moveTo>
                  <a:pt x="235712" y="100494"/>
                </a:moveTo>
                <a:lnTo>
                  <a:pt x="235712" y="27694"/>
                </a:lnTo>
                <a:lnTo>
                  <a:pt x="254974" y="27694"/>
                </a:lnTo>
                <a:lnTo>
                  <a:pt x="254974" y="100494"/>
                </a:lnTo>
                <a:lnTo>
                  <a:pt x="235712" y="100494"/>
                </a:lnTo>
                <a:close/>
                <a:moveTo>
                  <a:pt x="269780" y="63066"/>
                </a:moveTo>
                <a:cubicBezTo>
                  <a:pt x="269780" y="56668"/>
                  <a:pt x="271356" y="50476"/>
                  <a:pt x="274509" y="44489"/>
                </a:cubicBezTo>
                <a:cubicBezTo>
                  <a:pt x="277663" y="38502"/>
                  <a:pt x="282130" y="33932"/>
                  <a:pt x="287911" y="30779"/>
                </a:cubicBezTo>
                <a:cubicBezTo>
                  <a:pt x="293692" y="27626"/>
                  <a:pt x="300147" y="26049"/>
                  <a:pt x="307276" y="26049"/>
                </a:cubicBezTo>
                <a:cubicBezTo>
                  <a:pt x="318290" y="26049"/>
                  <a:pt x="327316" y="29625"/>
                  <a:pt x="334354" y="36777"/>
                </a:cubicBezTo>
                <a:cubicBezTo>
                  <a:pt x="341391" y="43929"/>
                  <a:pt x="344910" y="52966"/>
                  <a:pt x="344910" y="63889"/>
                </a:cubicBezTo>
                <a:cubicBezTo>
                  <a:pt x="344910" y="74902"/>
                  <a:pt x="341357" y="84031"/>
                  <a:pt x="334251" y="91274"/>
                </a:cubicBezTo>
                <a:cubicBezTo>
                  <a:pt x="327144" y="98518"/>
                  <a:pt x="318199" y="102139"/>
                  <a:pt x="307413" y="102139"/>
                </a:cubicBezTo>
                <a:cubicBezTo>
                  <a:pt x="300741" y="102139"/>
                  <a:pt x="294378" y="100631"/>
                  <a:pt x="288322" y="97615"/>
                </a:cubicBezTo>
                <a:cubicBezTo>
                  <a:pt x="282267" y="94599"/>
                  <a:pt x="277663" y="90177"/>
                  <a:pt x="274509" y="84351"/>
                </a:cubicBezTo>
                <a:cubicBezTo>
                  <a:pt x="271356" y="78524"/>
                  <a:pt x="269780" y="71429"/>
                  <a:pt x="269780" y="63066"/>
                </a:cubicBezTo>
                <a:moveTo>
                  <a:pt x="289522" y="64094"/>
                </a:moveTo>
                <a:cubicBezTo>
                  <a:pt x="289522" y="71315"/>
                  <a:pt x="291236" y="76844"/>
                  <a:pt x="294663" y="80683"/>
                </a:cubicBezTo>
                <a:cubicBezTo>
                  <a:pt x="298091" y="84522"/>
                  <a:pt x="302318" y="86441"/>
                  <a:pt x="307345" y="86441"/>
                </a:cubicBezTo>
                <a:cubicBezTo>
                  <a:pt x="312372" y="86441"/>
                  <a:pt x="316588" y="84522"/>
                  <a:pt x="319992" y="80683"/>
                </a:cubicBezTo>
                <a:cubicBezTo>
                  <a:pt x="323397" y="76844"/>
                  <a:pt x="325099" y="71269"/>
                  <a:pt x="325099" y="63957"/>
                </a:cubicBezTo>
                <a:cubicBezTo>
                  <a:pt x="325099" y="56828"/>
                  <a:pt x="323397" y="51344"/>
                  <a:pt x="319992" y="47505"/>
                </a:cubicBezTo>
                <a:cubicBezTo>
                  <a:pt x="316588" y="43666"/>
                  <a:pt x="312372" y="41747"/>
                  <a:pt x="307345" y="41747"/>
                </a:cubicBezTo>
                <a:cubicBezTo>
                  <a:pt x="302318" y="41747"/>
                  <a:pt x="298091" y="43666"/>
                  <a:pt x="294663" y="47505"/>
                </a:cubicBezTo>
                <a:cubicBezTo>
                  <a:pt x="291236" y="51344"/>
                  <a:pt x="289522" y="56874"/>
                  <a:pt x="289522" y="64094"/>
                </a:cubicBezTo>
                <a:close/>
                <a:moveTo>
                  <a:pt x="426149" y="100494"/>
                </a:moveTo>
                <a:lnTo>
                  <a:pt x="406886" y="100494"/>
                </a:lnTo>
                <a:lnTo>
                  <a:pt x="406886" y="63340"/>
                </a:lnTo>
                <a:cubicBezTo>
                  <a:pt x="406886" y="55480"/>
                  <a:pt x="406475" y="50396"/>
                  <a:pt x="405652" y="48088"/>
                </a:cubicBezTo>
                <a:cubicBezTo>
                  <a:pt x="404830" y="45780"/>
                  <a:pt x="403493" y="43986"/>
                  <a:pt x="401642" y="42707"/>
                </a:cubicBezTo>
                <a:cubicBezTo>
                  <a:pt x="399791" y="41427"/>
                  <a:pt x="397563" y="40787"/>
                  <a:pt x="394958" y="40787"/>
                </a:cubicBezTo>
                <a:cubicBezTo>
                  <a:pt x="391622" y="40787"/>
                  <a:pt x="388629" y="41701"/>
                  <a:pt x="385978" y="43529"/>
                </a:cubicBezTo>
                <a:cubicBezTo>
                  <a:pt x="383328" y="45357"/>
                  <a:pt x="381511" y="47779"/>
                  <a:pt x="380529" y="50795"/>
                </a:cubicBezTo>
                <a:cubicBezTo>
                  <a:pt x="379546" y="53812"/>
                  <a:pt x="379055" y="59387"/>
                  <a:pt x="379055" y="67522"/>
                </a:cubicBezTo>
                <a:lnTo>
                  <a:pt x="379055" y="100494"/>
                </a:lnTo>
                <a:lnTo>
                  <a:pt x="359792" y="100494"/>
                </a:lnTo>
                <a:lnTo>
                  <a:pt x="359792" y="27694"/>
                </a:lnTo>
                <a:lnTo>
                  <a:pt x="377684" y="27694"/>
                </a:lnTo>
                <a:lnTo>
                  <a:pt x="377684" y="38388"/>
                </a:lnTo>
                <a:cubicBezTo>
                  <a:pt x="384036" y="30162"/>
                  <a:pt x="392034" y="26049"/>
                  <a:pt x="401676" y="26049"/>
                </a:cubicBezTo>
                <a:cubicBezTo>
                  <a:pt x="405926" y="26049"/>
                  <a:pt x="409811" y="26814"/>
                  <a:pt x="413330" y="28345"/>
                </a:cubicBezTo>
                <a:cubicBezTo>
                  <a:pt x="416849" y="29876"/>
                  <a:pt x="419511" y="31830"/>
                  <a:pt x="421316" y="34206"/>
                </a:cubicBezTo>
                <a:cubicBezTo>
                  <a:pt x="423121" y="36583"/>
                  <a:pt x="424378" y="39279"/>
                  <a:pt x="425086" y="42295"/>
                </a:cubicBezTo>
                <a:cubicBezTo>
                  <a:pt x="425794" y="45312"/>
                  <a:pt x="426149" y="49630"/>
                  <a:pt x="426149" y="55251"/>
                </a:cubicBezTo>
                <a:lnTo>
                  <a:pt x="426149" y="100494"/>
                </a:lnTo>
                <a:close/>
                <a:moveTo>
                  <a:pt x="438837" y="79724"/>
                </a:moveTo>
                <a:lnTo>
                  <a:pt x="458168" y="76776"/>
                </a:lnTo>
                <a:cubicBezTo>
                  <a:pt x="458991" y="80523"/>
                  <a:pt x="460659" y="83368"/>
                  <a:pt x="463173" y="85310"/>
                </a:cubicBezTo>
                <a:cubicBezTo>
                  <a:pt x="465686" y="87253"/>
                  <a:pt x="469205" y="88224"/>
                  <a:pt x="473729" y="88224"/>
                </a:cubicBezTo>
                <a:cubicBezTo>
                  <a:pt x="478711" y="88224"/>
                  <a:pt x="482458" y="87310"/>
                  <a:pt x="484972" y="85482"/>
                </a:cubicBezTo>
                <a:cubicBezTo>
                  <a:pt x="486662" y="84202"/>
                  <a:pt x="487508" y="82488"/>
                  <a:pt x="487508" y="80341"/>
                </a:cubicBezTo>
                <a:cubicBezTo>
                  <a:pt x="487508" y="78878"/>
                  <a:pt x="487051" y="77667"/>
                  <a:pt x="486137" y="76707"/>
                </a:cubicBezTo>
                <a:cubicBezTo>
                  <a:pt x="485177" y="75793"/>
                  <a:pt x="483029" y="74948"/>
                  <a:pt x="479693" y="74171"/>
                </a:cubicBezTo>
                <a:cubicBezTo>
                  <a:pt x="464155" y="70744"/>
                  <a:pt x="454307" y="67613"/>
                  <a:pt x="450148" y="64780"/>
                </a:cubicBezTo>
                <a:cubicBezTo>
                  <a:pt x="444390" y="60849"/>
                  <a:pt x="441511" y="55388"/>
                  <a:pt x="441511" y="48396"/>
                </a:cubicBezTo>
                <a:cubicBezTo>
                  <a:pt x="441511" y="42090"/>
                  <a:pt x="444001" y="36788"/>
                  <a:pt x="448983" y="32493"/>
                </a:cubicBezTo>
                <a:cubicBezTo>
                  <a:pt x="453964" y="28197"/>
                  <a:pt x="461687" y="26049"/>
                  <a:pt x="472153" y="26049"/>
                </a:cubicBezTo>
                <a:cubicBezTo>
                  <a:pt x="482115" y="26049"/>
                  <a:pt x="489519" y="27671"/>
                  <a:pt x="494363" y="30916"/>
                </a:cubicBezTo>
                <a:cubicBezTo>
                  <a:pt x="499207" y="34161"/>
                  <a:pt x="502543" y="38959"/>
                  <a:pt x="504371" y="45312"/>
                </a:cubicBezTo>
                <a:lnTo>
                  <a:pt x="486205" y="48670"/>
                </a:lnTo>
                <a:cubicBezTo>
                  <a:pt x="485429" y="45837"/>
                  <a:pt x="483955" y="43666"/>
                  <a:pt x="481784" y="42158"/>
                </a:cubicBezTo>
                <a:cubicBezTo>
                  <a:pt x="479613" y="40650"/>
                  <a:pt x="476517" y="39896"/>
                  <a:pt x="472495" y="39896"/>
                </a:cubicBezTo>
                <a:cubicBezTo>
                  <a:pt x="467423" y="39896"/>
                  <a:pt x="463790" y="40604"/>
                  <a:pt x="461596" y="42021"/>
                </a:cubicBezTo>
                <a:cubicBezTo>
                  <a:pt x="460134" y="43027"/>
                  <a:pt x="459402" y="44329"/>
                  <a:pt x="459402" y="45928"/>
                </a:cubicBezTo>
                <a:cubicBezTo>
                  <a:pt x="459402" y="47299"/>
                  <a:pt x="460042" y="48465"/>
                  <a:pt x="461322" y="49424"/>
                </a:cubicBezTo>
                <a:cubicBezTo>
                  <a:pt x="463058" y="50704"/>
                  <a:pt x="469056" y="52509"/>
                  <a:pt x="479316" y="54840"/>
                </a:cubicBezTo>
                <a:cubicBezTo>
                  <a:pt x="489576" y="57171"/>
                  <a:pt x="496739" y="60027"/>
                  <a:pt x="500807" y="63409"/>
                </a:cubicBezTo>
                <a:cubicBezTo>
                  <a:pt x="504828" y="66836"/>
                  <a:pt x="506839" y="71612"/>
                  <a:pt x="506839" y="77736"/>
                </a:cubicBezTo>
                <a:cubicBezTo>
                  <a:pt x="506839" y="84408"/>
                  <a:pt x="504051" y="90143"/>
                  <a:pt x="498476" y="94942"/>
                </a:cubicBezTo>
                <a:cubicBezTo>
                  <a:pt x="492900" y="99740"/>
                  <a:pt x="484652" y="102139"/>
                  <a:pt x="473729" y="102139"/>
                </a:cubicBezTo>
                <a:cubicBezTo>
                  <a:pt x="463812" y="102139"/>
                  <a:pt x="455963" y="100129"/>
                  <a:pt x="450182" y="96107"/>
                </a:cubicBezTo>
                <a:cubicBezTo>
                  <a:pt x="444401" y="92085"/>
                  <a:pt x="440620" y="86624"/>
                  <a:pt x="438837" y="79724"/>
                </a:cubicBezTo>
                <a:close/>
                <a:moveTo>
                  <a:pt x="527158" y="46957"/>
                </a:moveTo>
                <a:lnTo>
                  <a:pt x="527158" y="27694"/>
                </a:lnTo>
                <a:lnTo>
                  <a:pt x="546420" y="27694"/>
                </a:lnTo>
                <a:lnTo>
                  <a:pt x="546420" y="46957"/>
                </a:lnTo>
                <a:lnTo>
                  <a:pt x="527158" y="46957"/>
                </a:lnTo>
                <a:moveTo>
                  <a:pt x="527158" y="100494"/>
                </a:moveTo>
                <a:lnTo>
                  <a:pt x="527158" y="81232"/>
                </a:lnTo>
                <a:lnTo>
                  <a:pt x="546420" y="81232"/>
                </a:lnTo>
                <a:lnTo>
                  <a:pt x="546420" y="100494"/>
                </a:lnTo>
                <a:lnTo>
                  <a:pt x="527158" y="100494"/>
                </a:lnTo>
                <a:close/>
                <a:moveTo>
                  <a:pt x="608413" y="100494"/>
                </a:moveTo>
                <a:lnTo>
                  <a:pt x="608413" y="0"/>
                </a:lnTo>
                <a:lnTo>
                  <a:pt x="628430" y="0"/>
                </a:lnTo>
                <a:lnTo>
                  <a:pt x="652217" y="71155"/>
                </a:lnTo>
                <a:cubicBezTo>
                  <a:pt x="654410" y="77781"/>
                  <a:pt x="656010" y="82740"/>
                  <a:pt x="657015" y="86030"/>
                </a:cubicBezTo>
                <a:cubicBezTo>
                  <a:pt x="658158" y="82374"/>
                  <a:pt x="659940" y="77004"/>
                  <a:pt x="662362" y="69921"/>
                </a:cubicBezTo>
                <a:lnTo>
                  <a:pt x="686423" y="0"/>
                </a:lnTo>
                <a:lnTo>
                  <a:pt x="704315" y="0"/>
                </a:lnTo>
                <a:lnTo>
                  <a:pt x="704315" y="100494"/>
                </a:lnTo>
                <a:lnTo>
                  <a:pt x="691496" y="100494"/>
                </a:lnTo>
                <a:lnTo>
                  <a:pt x="691496" y="16383"/>
                </a:lnTo>
                <a:lnTo>
                  <a:pt x="662294" y="100494"/>
                </a:lnTo>
                <a:lnTo>
                  <a:pt x="650297" y="100494"/>
                </a:lnTo>
                <a:lnTo>
                  <a:pt x="621232" y="14944"/>
                </a:lnTo>
                <a:lnTo>
                  <a:pt x="621232" y="100494"/>
                </a:lnTo>
                <a:lnTo>
                  <a:pt x="608413" y="100494"/>
                </a:lnTo>
                <a:close/>
                <a:moveTo>
                  <a:pt x="771025" y="91514"/>
                </a:moveTo>
                <a:cubicBezTo>
                  <a:pt x="766455" y="95399"/>
                  <a:pt x="762056" y="98141"/>
                  <a:pt x="757829" y="99740"/>
                </a:cubicBezTo>
                <a:cubicBezTo>
                  <a:pt x="753602" y="101340"/>
                  <a:pt x="749066" y="102139"/>
                  <a:pt x="744222" y="102139"/>
                </a:cubicBezTo>
                <a:cubicBezTo>
                  <a:pt x="736224" y="102139"/>
                  <a:pt x="730077" y="100186"/>
                  <a:pt x="725782" y="96278"/>
                </a:cubicBezTo>
                <a:cubicBezTo>
                  <a:pt x="721486" y="92371"/>
                  <a:pt x="719338" y="87378"/>
                  <a:pt x="719338" y="81300"/>
                </a:cubicBezTo>
                <a:cubicBezTo>
                  <a:pt x="719338" y="77736"/>
                  <a:pt x="720149" y="74479"/>
                  <a:pt x="721771" y="71532"/>
                </a:cubicBezTo>
                <a:cubicBezTo>
                  <a:pt x="723394" y="68584"/>
                  <a:pt x="725519" y="66219"/>
                  <a:pt x="728147" y="64437"/>
                </a:cubicBezTo>
                <a:cubicBezTo>
                  <a:pt x="730774" y="62655"/>
                  <a:pt x="733733" y="61306"/>
                  <a:pt x="737024" y="60392"/>
                </a:cubicBezTo>
                <a:cubicBezTo>
                  <a:pt x="739446" y="59753"/>
                  <a:pt x="743102" y="59136"/>
                  <a:pt x="747992" y="58542"/>
                </a:cubicBezTo>
                <a:cubicBezTo>
                  <a:pt x="757954" y="57353"/>
                  <a:pt x="765289" y="55937"/>
                  <a:pt x="769996" y="54292"/>
                </a:cubicBezTo>
                <a:cubicBezTo>
                  <a:pt x="770042" y="52601"/>
                  <a:pt x="770065" y="51527"/>
                  <a:pt x="770065" y="51070"/>
                </a:cubicBezTo>
                <a:cubicBezTo>
                  <a:pt x="770065" y="46043"/>
                  <a:pt x="768900" y="42501"/>
                  <a:pt x="766569" y="40444"/>
                </a:cubicBezTo>
                <a:cubicBezTo>
                  <a:pt x="763416" y="37657"/>
                  <a:pt x="758731" y="36263"/>
                  <a:pt x="752516" y="36263"/>
                </a:cubicBezTo>
                <a:cubicBezTo>
                  <a:pt x="746712" y="36263"/>
                  <a:pt x="742428" y="37280"/>
                  <a:pt x="739663" y="39313"/>
                </a:cubicBezTo>
                <a:cubicBezTo>
                  <a:pt x="736898" y="41347"/>
                  <a:pt x="734853" y="44946"/>
                  <a:pt x="733528" y="50110"/>
                </a:cubicBezTo>
                <a:lnTo>
                  <a:pt x="721463" y="48465"/>
                </a:lnTo>
                <a:cubicBezTo>
                  <a:pt x="722560" y="43301"/>
                  <a:pt x="724365" y="39131"/>
                  <a:pt x="726878" y="35954"/>
                </a:cubicBezTo>
                <a:cubicBezTo>
                  <a:pt x="729392" y="32778"/>
                  <a:pt x="733025" y="30333"/>
                  <a:pt x="737778" y="28620"/>
                </a:cubicBezTo>
                <a:cubicBezTo>
                  <a:pt x="742531" y="26906"/>
                  <a:pt x="748038" y="26049"/>
                  <a:pt x="754298" y="26049"/>
                </a:cubicBezTo>
                <a:cubicBezTo>
                  <a:pt x="760514" y="26049"/>
                  <a:pt x="765563" y="26780"/>
                  <a:pt x="769448" y="28243"/>
                </a:cubicBezTo>
                <a:cubicBezTo>
                  <a:pt x="773332" y="29705"/>
                  <a:pt x="776189" y="31544"/>
                  <a:pt x="778017" y="33761"/>
                </a:cubicBezTo>
                <a:cubicBezTo>
                  <a:pt x="779845" y="35977"/>
                  <a:pt x="781124" y="38776"/>
                  <a:pt x="781855" y="42158"/>
                </a:cubicBezTo>
                <a:cubicBezTo>
                  <a:pt x="782267" y="44260"/>
                  <a:pt x="782472" y="48053"/>
                  <a:pt x="782472" y="53537"/>
                </a:cubicBezTo>
                <a:lnTo>
                  <a:pt x="782472" y="69989"/>
                </a:lnTo>
                <a:cubicBezTo>
                  <a:pt x="782472" y="81460"/>
                  <a:pt x="782735" y="88715"/>
                  <a:pt x="783261" y="91754"/>
                </a:cubicBezTo>
                <a:cubicBezTo>
                  <a:pt x="783786" y="94793"/>
                  <a:pt x="784826" y="97706"/>
                  <a:pt x="786380" y="100494"/>
                </a:cubicBezTo>
                <a:lnTo>
                  <a:pt x="773492" y="100494"/>
                </a:lnTo>
                <a:cubicBezTo>
                  <a:pt x="772213" y="97935"/>
                  <a:pt x="771390" y="94942"/>
                  <a:pt x="771025" y="91514"/>
                </a:cubicBezTo>
                <a:moveTo>
                  <a:pt x="769996" y="63957"/>
                </a:moveTo>
                <a:cubicBezTo>
                  <a:pt x="765518" y="65785"/>
                  <a:pt x="758800" y="67339"/>
                  <a:pt x="749843" y="68618"/>
                </a:cubicBezTo>
                <a:cubicBezTo>
                  <a:pt x="744770" y="69350"/>
                  <a:pt x="741183" y="70172"/>
                  <a:pt x="739080" y="71086"/>
                </a:cubicBezTo>
                <a:cubicBezTo>
                  <a:pt x="736978" y="72000"/>
                  <a:pt x="735356" y="73337"/>
                  <a:pt x="734213" y="75096"/>
                </a:cubicBezTo>
                <a:cubicBezTo>
                  <a:pt x="733071" y="76856"/>
                  <a:pt x="732500" y="78810"/>
                  <a:pt x="732500" y="80957"/>
                </a:cubicBezTo>
                <a:cubicBezTo>
                  <a:pt x="732500" y="84248"/>
                  <a:pt x="733745" y="86990"/>
                  <a:pt x="736236" y="89183"/>
                </a:cubicBezTo>
                <a:cubicBezTo>
                  <a:pt x="738726" y="91377"/>
                  <a:pt x="742371" y="92474"/>
                  <a:pt x="747169" y="92474"/>
                </a:cubicBezTo>
                <a:cubicBezTo>
                  <a:pt x="751922" y="92474"/>
                  <a:pt x="756149" y="91434"/>
                  <a:pt x="759851" y="89355"/>
                </a:cubicBezTo>
                <a:cubicBezTo>
                  <a:pt x="763553" y="87275"/>
                  <a:pt x="766272" y="84431"/>
                  <a:pt x="768008" y="80820"/>
                </a:cubicBezTo>
                <a:cubicBezTo>
                  <a:pt x="769334" y="78033"/>
                  <a:pt x="769996" y="73920"/>
                  <a:pt x="769996" y="68481"/>
                </a:cubicBezTo>
                <a:lnTo>
                  <a:pt x="769996" y="63957"/>
                </a:lnTo>
                <a:close/>
                <a:moveTo>
                  <a:pt x="801187" y="100494"/>
                </a:moveTo>
                <a:lnTo>
                  <a:pt x="801187" y="27694"/>
                </a:lnTo>
                <a:lnTo>
                  <a:pt x="812292" y="27694"/>
                </a:lnTo>
                <a:lnTo>
                  <a:pt x="812292" y="38731"/>
                </a:lnTo>
                <a:cubicBezTo>
                  <a:pt x="815125" y="33567"/>
                  <a:pt x="817742" y="30162"/>
                  <a:pt x="820141" y="28517"/>
                </a:cubicBezTo>
                <a:cubicBezTo>
                  <a:pt x="822540" y="26872"/>
                  <a:pt x="825179" y="26049"/>
                  <a:pt x="828058" y="26049"/>
                </a:cubicBezTo>
                <a:cubicBezTo>
                  <a:pt x="832217" y="26049"/>
                  <a:pt x="836444" y="27374"/>
                  <a:pt x="840740" y="30025"/>
                </a:cubicBezTo>
                <a:lnTo>
                  <a:pt x="836490" y="41473"/>
                </a:lnTo>
                <a:cubicBezTo>
                  <a:pt x="833474" y="39690"/>
                  <a:pt x="830458" y="38799"/>
                  <a:pt x="827441" y="38799"/>
                </a:cubicBezTo>
                <a:cubicBezTo>
                  <a:pt x="824745" y="38799"/>
                  <a:pt x="822323" y="39610"/>
                  <a:pt x="820175" y="41233"/>
                </a:cubicBezTo>
                <a:cubicBezTo>
                  <a:pt x="818027" y="42855"/>
                  <a:pt x="816496" y="45106"/>
                  <a:pt x="815582" y="47985"/>
                </a:cubicBezTo>
                <a:cubicBezTo>
                  <a:pt x="814211" y="52372"/>
                  <a:pt x="813526" y="57171"/>
                  <a:pt x="813526" y="62380"/>
                </a:cubicBezTo>
                <a:lnTo>
                  <a:pt x="813526" y="100494"/>
                </a:lnTo>
                <a:lnTo>
                  <a:pt x="801187" y="100494"/>
                </a:lnTo>
                <a:close/>
                <a:moveTo>
                  <a:pt x="847749" y="100494"/>
                </a:moveTo>
                <a:lnTo>
                  <a:pt x="847749" y="0"/>
                </a:lnTo>
                <a:lnTo>
                  <a:pt x="860088" y="0"/>
                </a:lnTo>
                <a:lnTo>
                  <a:pt x="860088" y="57308"/>
                </a:lnTo>
                <a:lnTo>
                  <a:pt x="889290" y="27694"/>
                </a:lnTo>
                <a:lnTo>
                  <a:pt x="905262" y="27694"/>
                </a:lnTo>
                <a:lnTo>
                  <a:pt x="877431" y="54703"/>
                </a:lnTo>
                <a:lnTo>
                  <a:pt x="908073" y="100494"/>
                </a:lnTo>
                <a:lnTo>
                  <a:pt x="892855" y="100494"/>
                </a:lnTo>
                <a:lnTo>
                  <a:pt x="868794" y="63272"/>
                </a:lnTo>
                <a:lnTo>
                  <a:pt x="860088" y="71635"/>
                </a:lnTo>
                <a:lnTo>
                  <a:pt x="860088" y="100494"/>
                </a:lnTo>
                <a:lnTo>
                  <a:pt x="847749" y="100494"/>
                </a:lnTo>
                <a:close/>
                <a:moveTo>
                  <a:pt x="924752" y="100494"/>
                </a:moveTo>
                <a:lnTo>
                  <a:pt x="924752" y="86441"/>
                </a:lnTo>
                <a:lnTo>
                  <a:pt x="938805" y="86441"/>
                </a:lnTo>
                <a:lnTo>
                  <a:pt x="938805" y="100494"/>
                </a:lnTo>
                <a:lnTo>
                  <a:pt x="924752" y="100494"/>
                </a:lnTo>
                <a:moveTo>
                  <a:pt x="971572" y="100494"/>
                </a:moveTo>
                <a:lnTo>
                  <a:pt x="971572" y="86441"/>
                </a:lnTo>
                <a:lnTo>
                  <a:pt x="985624" y="86441"/>
                </a:lnTo>
                <a:lnTo>
                  <a:pt x="985624" y="100494"/>
                </a:lnTo>
                <a:lnTo>
                  <a:pt x="971572" y="100494"/>
                </a:lnTo>
                <a:moveTo>
                  <a:pt x="1018323" y="100494"/>
                </a:moveTo>
                <a:lnTo>
                  <a:pt x="1018323" y="86441"/>
                </a:lnTo>
                <a:lnTo>
                  <a:pt x="1032444" y="86441"/>
                </a:lnTo>
                <a:lnTo>
                  <a:pt x="1032444" y="100494"/>
                </a:lnTo>
                <a:lnTo>
                  <a:pt x="1018323" y="100494"/>
                </a:lnTo>
                <a:close/>
                <a:moveTo>
                  <a:pt x="1143480" y="91514"/>
                </a:moveTo>
                <a:cubicBezTo>
                  <a:pt x="1138910" y="95399"/>
                  <a:pt x="1134511" y="98141"/>
                  <a:pt x="1130284" y="99740"/>
                </a:cubicBezTo>
                <a:cubicBezTo>
                  <a:pt x="1126057" y="101340"/>
                  <a:pt x="1121521" y="102139"/>
                  <a:pt x="1116677" y="102139"/>
                </a:cubicBezTo>
                <a:cubicBezTo>
                  <a:pt x="1108679" y="102139"/>
                  <a:pt x="1102533" y="100186"/>
                  <a:pt x="1098237" y="96278"/>
                </a:cubicBezTo>
                <a:cubicBezTo>
                  <a:pt x="1093941" y="92371"/>
                  <a:pt x="1091793" y="87378"/>
                  <a:pt x="1091793" y="81300"/>
                </a:cubicBezTo>
                <a:cubicBezTo>
                  <a:pt x="1091793" y="77736"/>
                  <a:pt x="1092604" y="74479"/>
                  <a:pt x="1094227" y="71532"/>
                </a:cubicBezTo>
                <a:cubicBezTo>
                  <a:pt x="1095849" y="68584"/>
                  <a:pt x="1097974" y="66219"/>
                  <a:pt x="1100602" y="64437"/>
                </a:cubicBezTo>
                <a:cubicBezTo>
                  <a:pt x="1103230" y="62655"/>
                  <a:pt x="1106189" y="61306"/>
                  <a:pt x="1109479" y="60392"/>
                </a:cubicBezTo>
                <a:cubicBezTo>
                  <a:pt x="1111901" y="59753"/>
                  <a:pt x="1115557" y="59136"/>
                  <a:pt x="1120447" y="58542"/>
                </a:cubicBezTo>
                <a:cubicBezTo>
                  <a:pt x="1130410" y="57353"/>
                  <a:pt x="1137744" y="55937"/>
                  <a:pt x="1142451" y="54292"/>
                </a:cubicBezTo>
                <a:cubicBezTo>
                  <a:pt x="1142497" y="52601"/>
                  <a:pt x="1142520" y="51527"/>
                  <a:pt x="1142520" y="51070"/>
                </a:cubicBezTo>
                <a:cubicBezTo>
                  <a:pt x="1142520" y="46043"/>
                  <a:pt x="1141355" y="42501"/>
                  <a:pt x="1139024" y="40444"/>
                </a:cubicBezTo>
                <a:cubicBezTo>
                  <a:pt x="1135871" y="37657"/>
                  <a:pt x="1131186" y="36263"/>
                  <a:pt x="1124971" y="36263"/>
                </a:cubicBezTo>
                <a:cubicBezTo>
                  <a:pt x="1119167" y="36263"/>
                  <a:pt x="1114883" y="37280"/>
                  <a:pt x="1112118" y="39313"/>
                </a:cubicBezTo>
                <a:cubicBezTo>
                  <a:pt x="1109353" y="41347"/>
                  <a:pt x="1107308" y="44946"/>
                  <a:pt x="1105983" y="50110"/>
                </a:cubicBezTo>
                <a:lnTo>
                  <a:pt x="1093918" y="48465"/>
                </a:lnTo>
                <a:cubicBezTo>
                  <a:pt x="1095015" y="43301"/>
                  <a:pt x="1096820" y="39131"/>
                  <a:pt x="1099334" y="35954"/>
                </a:cubicBezTo>
                <a:cubicBezTo>
                  <a:pt x="1101847" y="32778"/>
                  <a:pt x="1105480" y="30333"/>
                  <a:pt x="1110233" y="28620"/>
                </a:cubicBezTo>
                <a:cubicBezTo>
                  <a:pt x="1114986" y="26906"/>
                  <a:pt x="1120493" y="26049"/>
                  <a:pt x="1126754" y="26049"/>
                </a:cubicBezTo>
                <a:cubicBezTo>
                  <a:pt x="1132969" y="26049"/>
                  <a:pt x="1138019" y="26780"/>
                  <a:pt x="1141903" y="28243"/>
                </a:cubicBezTo>
                <a:cubicBezTo>
                  <a:pt x="1145788" y="29705"/>
                  <a:pt x="1148644" y="31544"/>
                  <a:pt x="1150472" y="33761"/>
                </a:cubicBezTo>
                <a:cubicBezTo>
                  <a:pt x="1152300" y="35977"/>
                  <a:pt x="1153579" y="38776"/>
                  <a:pt x="1154311" y="42158"/>
                </a:cubicBezTo>
                <a:cubicBezTo>
                  <a:pt x="1154722" y="44260"/>
                  <a:pt x="1154928" y="48053"/>
                  <a:pt x="1154928" y="53537"/>
                </a:cubicBezTo>
                <a:lnTo>
                  <a:pt x="1154928" y="69989"/>
                </a:lnTo>
                <a:cubicBezTo>
                  <a:pt x="1154928" y="81460"/>
                  <a:pt x="1155190" y="88715"/>
                  <a:pt x="1155716" y="91754"/>
                </a:cubicBezTo>
                <a:cubicBezTo>
                  <a:pt x="1156241" y="94793"/>
                  <a:pt x="1157281" y="97706"/>
                  <a:pt x="1158835" y="100494"/>
                </a:cubicBezTo>
                <a:lnTo>
                  <a:pt x="1145948" y="100494"/>
                </a:lnTo>
                <a:cubicBezTo>
                  <a:pt x="1144668" y="97935"/>
                  <a:pt x="1143845" y="94942"/>
                  <a:pt x="1143480" y="91514"/>
                </a:cubicBezTo>
                <a:moveTo>
                  <a:pt x="1142451" y="63957"/>
                </a:moveTo>
                <a:cubicBezTo>
                  <a:pt x="1137973" y="65785"/>
                  <a:pt x="1131255" y="67339"/>
                  <a:pt x="1122298" y="68618"/>
                </a:cubicBezTo>
                <a:cubicBezTo>
                  <a:pt x="1117225" y="69350"/>
                  <a:pt x="1113638" y="70172"/>
                  <a:pt x="1111535" y="71086"/>
                </a:cubicBezTo>
                <a:cubicBezTo>
                  <a:pt x="1109433" y="72000"/>
                  <a:pt x="1107811" y="73337"/>
                  <a:pt x="1106668" y="75096"/>
                </a:cubicBezTo>
                <a:cubicBezTo>
                  <a:pt x="1105526" y="76856"/>
                  <a:pt x="1104955" y="78810"/>
                  <a:pt x="1104955" y="80957"/>
                </a:cubicBezTo>
                <a:cubicBezTo>
                  <a:pt x="1104955" y="84248"/>
                  <a:pt x="1106200" y="86990"/>
                  <a:pt x="1108691" y="89183"/>
                </a:cubicBezTo>
                <a:cubicBezTo>
                  <a:pt x="1111181" y="91377"/>
                  <a:pt x="1114826" y="92474"/>
                  <a:pt x="1119624" y="92474"/>
                </a:cubicBezTo>
                <a:cubicBezTo>
                  <a:pt x="1124377" y="92474"/>
                  <a:pt x="1128604" y="91434"/>
                  <a:pt x="1132306" y="89355"/>
                </a:cubicBezTo>
                <a:cubicBezTo>
                  <a:pt x="1136008" y="87275"/>
                  <a:pt x="1138727" y="84431"/>
                  <a:pt x="1140464" y="80820"/>
                </a:cubicBezTo>
                <a:cubicBezTo>
                  <a:pt x="1141789" y="78033"/>
                  <a:pt x="1142451" y="73920"/>
                  <a:pt x="1142451" y="68481"/>
                </a:cubicBezTo>
                <a:lnTo>
                  <a:pt x="1142451" y="63957"/>
                </a:lnTo>
                <a:close/>
                <a:moveTo>
                  <a:pt x="1221010" y="100494"/>
                </a:moveTo>
                <a:lnTo>
                  <a:pt x="1221010" y="91308"/>
                </a:lnTo>
                <a:cubicBezTo>
                  <a:pt x="1216394" y="98529"/>
                  <a:pt x="1209608" y="102139"/>
                  <a:pt x="1200651" y="102139"/>
                </a:cubicBezTo>
                <a:cubicBezTo>
                  <a:pt x="1194847" y="102139"/>
                  <a:pt x="1189511" y="100540"/>
                  <a:pt x="1184644" y="97341"/>
                </a:cubicBezTo>
                <a:cubicBezTo>
                  <a:pt x="1179777" y="94142"/>
                  <a:pt x="1176007" y="89675"/>
                  <a:pt x="1173333" y="83939"/>
                </a:cubicBezTo>
                <a:cubicBezTo>
                  <a:pt x="1170660" y="78204"/>
                  <a:pt x="1169323" y="71612"/>
                  <a:pt x="1169323" y="64163"/>
                </a:cubicBezTo>
                <a:cubicBezTo>
                  <a:pt x="1169323" y="56896"/>
                  <a:pt x="1170534" y="50304"/>
                  <a:pt x="1172956" y="44386"/>
                </a:cubicBezTo>
                <a:cubicBezTo>
                  <a:pt x="1175378" y="38468"/>
                  <a:pt x="1179012" y="33932"/>
                  <a:pt x="1183856" y="30779"/>
                </a:cubicBezTo>
                <a:cubicBezTo>
                  <a:pt x="1188700" y="27626"/>
                  <a:pt x="1194115" y="26049"/>
                  <a:pt x="1200102" y="26049"/>
                </a:cubicBezTo>
                <a:cubicBezTo>
                  <a:pt x="1204489" y="26049"/>
                  <a:pt x="1208397" y="26974"/>
                  <a:pt x="1211824" y="28825"/>
                </a:cubicBezTo>
                <a:cubicBezTo>
                  <a:pt x="1215252" y="30676"/>
                  <a:pt x="1218039" y="33087"/>
                  <a:pt x="1220187" y="36057"/>
                </a:cubicBezTo>
                <a:lnTo>
                  <a:pt x="1220187" y="0"/>
                </a:lnTo>
                <a:lnTo>
                  <a:pt x="1232458" y="0"/>
                </a:lnTo>
                <a:lnTo>
                  <a:pt x="1232458" y="100494"/>
                </a:lnTo>
                <a:lnTo>
                  <a:pt x="1221010" y="100494"/>
                </a:lnTo>
                <a:moveTo>
                  <a:pt x="1182005" y="64163"/>
                </a:moveTo>
                <a:cubicBezTo>
                  <a:pt x="1182005" y="73486"/>
                  <a:pt x="1183970" y="80455"/>
                  <a:pt x="1187900" y="85070"/>
                </a:cubicBezTo>
                <a:cubicBezTo>
                  <a:pt x="1191830" y="89686"/>
                  <a:pt x="1196469" y="91994"/>
                  <a:pt x="1201816" y="91994"/>
                </a:cubicBezTo>
                <a:cubicBezTo>
                  <a:pt x="1207208" y="91994"/>
                  <a:pt x="1211790" y="89789"/>
                  <a:pt x="1215560" y="85379"/>
                </a:cubicBezTo>
                <a:cubicBezTo>
                  <a:pt x="1219330" y="80969"/>
                  <a:pt x="1221215" y="74240"/>
                  <a:pt x="1221215" y="65191"/>
                </a:cubicBezTo>
                <a:cubicBezTo>
                  <a:pt x="1221215" y="55228"/>
                  <a:pt x="1219296" y="47916"/>
                  <a:pt x="1215457" y="43255"/>
                </a:cubicBezTo>
                <a:cubicBezTo>
                  <a:pt x="1211618" y="38594"/>
                  <a:pt x="1206889" y="36263"/>
                  <a:pt x="1201267" y="36263"/>
                </a:cubicBezTo>
                <a:cubicBezTo>
                  <a:pt x="1195783" y="36263"/>
                  <a:pt x="1191202" y="38502"/>
                  <a:pt x="1187523" y="42981"/>
                </a:cubicBezTo>
                <a:cubicBezTo>
                  <a:pt x="1183844" y="47459"/>
                  <a:pt x="1182005" y="54520"/>
                  <a:pt x="1182005" y="64163"/>
                </a:cubicBezTo>
                <a:close/>
                <a:moveTo>
                  <a:pt x="1271805" y="100494"/>
                </a:moveTo>
                <a:lnTo>
                  <a:pt x="1244111" y="27694"/>
                </a:lnTo>
                <a:lnTo>
                  <a:pt x="1257136" y="27694"/>
                </a:lnTo>
                <a:lnTo>
                  <a:pt x="1272765" y="71292"/>
                </a:lnTo>
                <a:cubicBezTo>
                  <a:pt x="1274456" y="75999"/>
                  <a:pt x="1276010" y="80889"/>
                  <a:pt x="1277427" y="85962"/>
                </a:cubicBezTo>
                <a:cubicBezTo>
                  <a:pt x="1278523" y="82123"/>
                  <a:pt x="1280054" y="77507"/>
                  <a:pt x="1282019" y="72115"/>
                </a:cubicBezTo>
                <a:lnTo>
                  <a:pt x="1298197" y="27694"/>
                </a:lnTo>
                <a:lnTo>
                  <a:pt x="1310879" y="27694"/>
                </a:lnTo>
                <a:lnTo>
                  <a:pt x="1283322" y="100494"/>
                </a:lnTo>
                <a:lnTo>
                  <a:pt x="1271805" y="100494"/>
                </a:lnTo>
                <a:close/>
                <a:moveTo>
                  <a:pt x="1369031" y="91514"/>
                </a:moveTo>
                <a:cubicBezTo>
                  <a:pt x="1364461" y="95399"/>
                  <a:pt x="1360062" y="98141"/>
                  <a:pt x="1355835" y="99740"/>
                </a:cubicBezTo>
                <a:cubicBezTo>
                  <a:pt x="1351608" y="101340"/>
                  <a:pt x="1347072" y="102139"/>
                  <a:pt x="1342228" y="102139"/>
                </a:cubicBezTo>
                <a:cubicBezTo>
                  <a:pt x="1334230" y="102139"/>
                  <a:pt x="1328084" y="100186"/>
                  <a:pt x="1323788" y="96278"/>
                </a:cubicBezTo>
                <a:cubicBezTo>
                  <a:pt x="1319492" y="92371"/>
                  <a:pt x="1317344" y="87378"/>
                  <a:pt x="1317344" y="81300"/>
                </a:cubicBezTo>
                <a:cubicBezTo>
                  <a:pt x="1317344" y="77736"/>
                  <a:pt x="1318155" y="74479"/>
                  <a:pt x="1319778" y="71532"/>
                </a:cubicBezTo>
                <a:cubicBezTo>
                  <a:pt x="1321400" y="68584"/>
                  <a:pt x="1323525" y="66219"/>
                  <a:pt x="1326153" y="64437"/>
                </a:cubicBezTo>
                <a:cubicBezTo>
                  <a:pt x="1328781" y="62655"/>
                  <a:pt x="1331740" y="61306"/>
                  <a:pt x="1335030" y="60392"/>
                </a:cubicBezTo>
                <a:cubicBezTo>
                  <a:pt x="1337452" y="59753"/>
                  <a:pt x="1341108" y="59136"/>
                  <a:pt x="1345998" y="58542"/>
                </a:cubicBezTo>
                <a:cubicBezTo>
                  <a:pt x="1355961" y="57353"/>
                  <a:pt x="1363295" y="55937"/>
                  <a:pt x="1368003" y="54292"/>
                </a:cubicBezTo>
                <a:cubicBezTo>
                  <a:pt x="1368048" y="52601"/>
                  <a:pt x="1368071" y="51527"/>
                  <a:pt x="1368071" y="51070"/>
                </a:cubicBezTo>
                <a:cubicBezTo>
                  <a:pt x="1368071" y="46043"/>
                  <a:pt x="1366906" y="42501"/>
                  <a:pt x="1364575" y="40444"/>
                </a:cubicBezTo>
                <a:cubicBezTo>
                  <a:pt x="1361422" y="37657"/>
                  <a:pt x="1356737" y="36263"/>
                  <a:pt x="1350522" y="36263"/>
                </a:cubicBezTo>
                <a:cubicBezTo>
                  <a:pt x="1344718" y="36263"/>
                  <a:pt x="1340434" y="37280"/>
                  <a:pt x="1337669" y="39313"/>
                </a:cubicBezTo>
                <a:cubicBezTo>
                  <a:pt x="1334904" y="41347"/>
                  <a:pt x="1332859" y="44946"/>
                  <a:pt x="1331534" y="50110"/>
                </a:cubicBezTo>
                <a:lnTo>
                  <a:pt x="1319469" y="48465"/>
                </a:lnTo>
                <a:cubicBezTo>
                  <a:pt x="1320566" y="43301"/>
                  <a:pt x="1322371" y="39131"/>
                  <a:pt x="1324885" y="35954"/>
                </a:cubicBezTo>
                <a:cubicBezTo>
                  <a:pt x="1327398" y="32778"/>
                  <a:pt x="1331031" y="30333"/>
                  <a:pt x="1335784" y="28620"/>
                </a:cubicBezTo>
                <a:cubicBezTo>
                  <a:pt x="1340537" y="26906"/>
                  <a:pt x="1346044" y="26049"/>
                  <a:pt x="1352305" y="26049"/>
                </a:cubicBezTo>
                <a:cubicBezTo>
                  <a:pt x="1358520" y="26049"/>
                  <a:pt x="1363570" y="26780"/>
                  <a:pt x="1367454" y="28243"/>
                </a:cubicBezTo>
                <a:cubicBezTo>
                  <a:pt x="1371339" y="29705"/>
                  <a:pt x="1374195" y="31544"/>
                  <a:pt x="1376023" y="33761"/>
                </a:cubicBezTo>
                <a:cubicBezTo>
                  <a:pt x="1377851" y="35977"/>
                  <a:pt x="1379130" y="38776"/>
                  <a:pt x="1379862" y="42158"/>
                </a:cubicBezTo>
                <a:cubicBezTo>
                  <a:pt x="1380273" y="44260"/>
                  <a:pt x="1380479" y="48053"/>
                  <a:pt x="1380479" y="53537"/>
                </a:cubicBezTo>
                <a:lnTo>
                  <a:pt x="1380479" y="69989"/>
                </a:lnTo>
                <a:cubicBezTo>
                  <a:pt x="1380479" y="81460"/>
                  <a:pt x="1380741" y="88715"/>
                  <a:pt x="1381267" y="91754"/>
                </a:cubicBezTo>
                <a:cubicBezTo>
                  <a:pt x="1381792" y="94793"/>
                  <a:pt x="1382832" y="97706"/>
                  <a:pt x="1384386" y="100494"/>
                </a:cubicBezTo>
                <a:lnTo>
                  <a:pt x="1371499" y="100494"/>
                </a:lnTo>
                <a:cubicBezTo>
                  <a:pt x="1370219" y="97935"/>
                  <a:pt x="1369396" y="94942"/>
                  <a:pt x="1369031" y="91514"/>
                </a:cubicBezTo>
                <a:moveTo>
                  <a:pt x="1368003" y="63957"/>
                </a:moveTo>
                <a:cubicBezTo>
                  <a:pt x="1363524" y="65785"/>
                  <a:pt x="1356806" y="67339"/>
                  <a:pt x="1347849" y="68618"/>
                </a:cubicBezTo>
                <a:cubicBezTo>
                  <a:pt x="1342776" y="69350"/>
                  <a:pt x="1339189" y="70172"/>
                  <a:pt x="1337087" y="71086"/>
                </a:cubicBezTo>
                <a:cubicBezTo>
                  <a:pt x="1334984" y="72000"/>
                  <a:pt x="1333362" y="73337"/>
                  <a:pt x="1332219" y="75096"/>
                </a:cubicBezTo>
                <a:cubicBezTo>
                  <a:pt x="1331077" y="76856"/>
                  <a:pt x="1330506" y="78810"/>
                  <a:pt x="1330506" y="80957"/>
                </a:cubicBezTo>
                <a:cubicBezTo>
                  <a:pt x="1330506" y="84248"/>
                  <a:pt x="1331751" y="86990"/>
                  <a:pt x="1334242" y="89183"/>
                </a:cubicBezTo>
                <a:cubicBezTo>
                  <a:pt x="1336732" y="91377"/>
                  <a:pt x="1340377" y="92474"/>
                  <a:pt x="1345175" y="92474"/>
                </a:cubicBezTo>
                <a:cubicBezTo>
                  <a:pt x="1349928" y="92474"/>
                  <a:pt x="1354155" y="91434"/>
                  <a:pt x="1357857" y="89355"/>
                </a:cubicBezTo>
                <a:cubicBezTo>
                  <a:pt x="1361559" y="87275"/>
                  <a:pt x="1364278" y="84431"/>
                  <a:pt x="1366015" y="80820"/>
                </a:cubicBezTo>
                <a:cubicBezTo>
                  <a:pt x="1367340" y="78033"/>
                  <a:pt x="1368003" y="73920"/>
                  <a:pt x="1368003" y="68481"/>
                </a:cubicBezTo>
                <a:lnTo>
                  <a:pt x="1368003" y="63957"/>
                </a:lnTo>
                <a:close/>
                <a:moveTo>
                  <a:pt x="1399330" y="100494"/>
                </a:moveTo>
                <a:lnTo>
                  <a:pt x="1399330" y="27694"/>
                </a:lnTo>
                <a:lnTo>
                  <a:pt x="1410435" y="27694"/>
                </a:lnTo>
                <a:lnTo>
                  <a:pt x="1410435" y="38045"/>
                </a:lnTo>
                <a:cubicBezTo>
                  <a:pt x="1415782" y="30048"/>
                  <a:pt x="1423505" y="26049"/>
                  <a:pt x="1433605" y="26049"/>
                </a:cubicBezTo>
                <a:cubicBezTo>
                  <a:pt x="1437992" y="26049"/>
                  <a:pt x="1442025" y="26837"/>
                  <a:pt x="1445704" y="28414"/>
                </a:cubicBezTo>
                <a:cubicBezTo>
                  <a:pt x="1449383" y="29991"/>
                  <a:pt x="1452136" y="32059"/>
                  <a:pt x="1453964" y="34618"/>
                </a:cubicBezTo>
                <a:cubicBezTo>
                  <a:pt x="1455792" y="37177"/>
                  <a:pt x="1457072" y="40216"/>
                  <a:pt x="1457803" y="43735"/>
                </a:cubicBezTo>
                <a:cubicBezTo>
                  <a:pt x="1458260" y="46020"/>
                  <a:pt x="1458489" y="50019"/>
                  <a:pt x="1458489" y="55731"/>
                </a:cubicBezTo>
                <a:lnTo>
                  <a:pt x="1458489" y="100494"/>
                </a:lnTo>
                <a:lnTo>
                  <a:pt x="1446150" y="100494"/>
                </a:lnTo>
                <a:lnTo>
                  <a:pt x="1446150" y="56211"/>
                </a:lnTo>
                <a:cubicBezTo>
                  <a:pt x="1446150" y="51184"/>
                  <a:pt x="1445670" y="47425"/>
                  <a:pt x="1444710" y="44934"/>
                </a:cubicBezTo>
                <a:cubicBezTo>
                  <a:pt x="1443750" y="42444"/>
                  <a:pt x="1442048" y="40456"/>
                  <a:pt x="1439603" y="38971"/>
                </a:cubicBezTo>
                <a:cubicBezTo>
                  <a:pt x="1437158" y="37485"/>
                  <a:pt x="1434290" y="36743"/>
                  <a:pt x="1431000" y="36743"/>
                </a:cubicBezTo>
                <a:cubicBezTo>
                  <a:pt x="1425745" y="36743"/>
                  <a:pt x="1421209" y="38411"/>
                  <a:pt x="1417393" y="41747"/>
                </a:cubicBezTo>
                <a:cubicBezTo>
                  <a:pt x="1413577" y="45083"/>
                  <a:pt x="1411669" y="51412"/>
                  <a:pt x="1411669" y="60735"/>
                </a:cubicBezTo>
                <a:lnTo>
                  <a:pt x="1411669" y="100494"/>
                </a:lnTo>
                <a:lnTo>
                  <a:pt x="1399330" y="100494"/>
                </a:lnTo>
                <a:close/>
                <a:moveTo>
                  <a:pt x="1524639" y="73828"/>
                </a:moveTo>
                <a:lnTo>
                  <a:pt x="1536772" y="75405"/>
                </a:lnTo>
                <a:cubicBezTo>
                  <a:pt x="1535447" y="83768"/>
                  <a:pt x="1532054" y="90315"/>
                  <a:pt x="1526593" y="95044"/>
                </a:cubicBezTo>
                <a:cubicBezTo>
                  <a:pt x="1521132" y="99774"/>
                  <a:pt x="1514425" y="102139"/>
                  <a:pt x="1506473" y="102139"/>
                </a:cubicBezTo>
                <a:cubicBezTo>
                  <a:pt x="1496511" y="102139"/>
                  <a:pt x="1488502" y="98883"/>
                  <a:pt x="1482447" y="92371"/>
                </a:cubicBezTo>
                <a:cubicBezTo>
                  <a:pt x="1476391" y="85859"/>
                  <a:pt x="1473364" y="76525"/>
                  <a:pt x="1473364" y="64368"/>
                </a:cubicBezTo>
                <a:cubicBezTo>
                  <a:pt x="1473364" y="56508"/>
                  <a:pt x="1474666" y="49630"/>
                  <a:pt x="1477271" y="43735"/>
                </a:cubicBezTo>
                <a:cubicBezTo>
                  <a:pt x="1479876" y="37840"/>
                  <a:pt x="1483840" y="33418"/>
                  <a:pt x="1489165" y="30470"/>
                </a:cubicBezTo>
                <a:cubicBezTo>
                  <a:pt x="1494489" y="27523"/>
                  <a:pt x="1500281" y="26049"/>
                  <a:pt x="1506542" y="26049"/>
                </a:cubicBezTo>
                <a:cubicBezTo>
                  <a:pt x="1514448" y="26049"/>
                  <a:pt x="1520915" y="28048"/>
                  <a:pt x="1525942" y="32047"/>
                </a:cubicBezTo>
                <a:cubicBezTo>
                  <a:pt x="1530969" y="36046"/>
                  <a:pt x="1534190" y="41724"/>
                  <a:pt x="1535607" y="49082"/>
                </a:cubicBezTo>
                <a:lnTo>
                  <a:pt x="1523611" y="50933"/>
                </a:lnTo>
                <a:cubicBezTo>
                  <a:pt x="1522468" y="46043"/>
                  <a:pt x="1520446" y="42364"/>
                  <a:pt x="1517544" y="39896"/>
                </a:cubicBezTo>
                <a:cubicBezTo>
                  <a:pt x="1514642" y="37428"/>
                  <a:pt x="1511135" y="36194"/>
                  <a:pt x="1507022" y="36194"/>
                </a:cubicBezTo>
                <a:cubicBezTo>
                  <a:pt x="1500807" y="36194"/>
                  <a:pt x="1495757" y="38422"/>
                  <a:pt x="1491872" y="42878"/>
                </a:cubicBezTo>
                <a:cubicBezTo>
                  <a:pt x="1487988" y="47334"/>
                  <a:pt x="1486045" y="54383"/>
                  <a:pt x="1486045" y="64026"/>
                </a:cubicBezTo>
                <a:cubicBezTo>
                  <a:pt x="1486045" y="73805"/>
                  <a:pt x="1487919" y="80912"/>
                  <a:pt x="1491667" y="85345"/>
                </a:cubicBezTo>
                <a:cubicBezTo>
                  <a:pt x="1495414" y="89778"/>
                  <a:pt x="1500304" y="91994"/>
                  <a:pt x="1506336" y="91994"/>
                </a:cubicBezTo>
                <a:cubicBezTo>
                  <a:pt x="1511180" y="91994"/>
                  <a:pt x="1515225" y="90509"/>
                  <a:pt x="1518470" y="87538"/>
                </a:cubicBezTo>
                <a:cubicBezTo>
                  <a:pt x="1521714" y="84568"/>
                  <a:pt x="1523771" y="79998"/>
                  <a:pt x="1524639" y="73828"/>
                </a:cubicBezTo>
                <a:close/>
                <a:moveTo>
                  <a:pt x="1596913" y="77050"/>
                </a:moveTo>
                <a:lnTo>
                  <a:pt x="1609663" y="78627"/>
                </a:lnTo>
                <a:cubicBezTo>
                  <a:pt x="1607652" y="86076"/>
                  <a:pt x="1603928" y="91857"/>
                  <a:pt x="1598489" y="95970"/>
                </a:cubicBezTo>
                <a:cubicBezTo>
                  <a:pt x="1593051" y="100083"/>
                  <a:pt x="1586105" y="102139"/>
                  <a:pt x="1577650" y="102139"/>
                </a:cubicBezTo>
                <a:cubicBezTo>
                  <a:pt x="1567002" y="102139"/>
                  <a:pt x="1558559" y="98860"/>
                  <a:pt x="1552321" y="92302"/>
                </a:cubicBezTo>
                <a:cubicBezTo>
                  <a:pt x="1546083" y="85745"/>
                  <a:pt x="1542964" y="76547"/>
                  <a:pt x="1542964" y="64711"/>
                </a:cubicBezTo>
                <a:cubicBezTo>
                  <a:pt x="1542964" y="52464"/>
                  <a:pt x="1546117" y="42958"/>
                  <a:pt x="1552424" y="36194"/>
                </a:cubicBezTo>
                <a:cubicBezTo>
                  <a:pt x="1558731" y="29431"/>
                  <a:pt x="1566911" y="26049"/>
                  <a:pt x="1576965" y="26049"/>
                </a:cubicBezTo>
                <a:cubicBezTo>
                  <a:pt x="1586699" y="26049"/>
                  <a:pt x="1594651" y="29362"/>
                  <a:pt x="1600820" y="35989"/>
                </a:cubicBezTo>
                <a:cubicBezTo>
                  <a:pt x="1606990" y="42615"/>
                  <a:pt x="1610074" y="51938"/>
                  <a:pt x="1610074" y="63957"/>
                </a:cubicBezTo>
                <a:cubicBezTo>
                  <a:pt x="1610074" y="64688"/>
                  <a:pt x="1610052" y="65785"/>
                  <a:pt x="1610006" y="67247"/>
                </a:cubicBezTo>
                <a:lnTo>
                  <a:pt x="1555714" y="67247"/>
                </a:lnTo>
                <a:cubicBezTo>
                  <a:pt x="1556171" y="75245"/>
                  <a:pt x="1558433" y="81369"/>
                  <a:pt x="1562501" y="85619"/>
                </a:cubicBezTo>
                <a:cubicBezTo>
                  <a:pt x="1566568" y="89869"/>
                  <a:pt x="1571641" y="91994"/>
                  <a:pt x="1577719" y="91994"/>
                </a:cubicBezTo>
                <a:cubicBezTo>
                  <a:pt x="1582243" y="91994"/>
                  <a:pt x="1586105" y="90806"/>
                  <a:pt x="1589304" y="88429"/>
                </a:cubicBezTo>
                <a:cubicBezTo>
                  <a:pt x="1592503" y="86053"/>
                  <a:pt x="1595039" y="82260"/>
                  <a:pt x="1596913" y="77050"/>
                </a:cubicBezTo>
                <a:moveTo>
                  <a:pt x="1556400" y="57102"/>
                </a:moveTo>
                <a:lnTo>
                  <a:pt x="1597050" y="57102"/>
                </a:lnTo>
                <a:cubicBezTo>
                  <a:pt x="1596502" y="50978"/>
                  <a:pt x="1594948" y="46385"/>
                  <a:pt x="1592389" y="43324"/>
                </a:cubicBezTo>
                <a:cubicBezTo>
                  <a:pt x="1588458" y="38571"/>
                  <a:pt x="1583363" y="36194"/>
                  <a:pt x="1577102" y="36194"/>
                </a:cubicBezTo>
                <a:cubicBezTo>
                  <a:pt x="1571435" y="36194"/>
                  <a:pt x="1566671" y="38091"/>
                  <a:pt x="1562809" y="41884"/>
                </a:cubicBezTo>
                <a:cubicBezTo>
                  <a:pt x="1558948" y="45677"/>
                  <a:pt x="1556811" y="50750"/>
                  <a:pt x="1556400" y="57102"/>
                </a:cubicBezTo>
                <a:close/>
                <a:moveTo>
                  <a:pt x="1619946" y="78764"/>
                </a:moveTo>
                <a:lnTo>
                  <a:pt x="1632148" y="76844"/>
                </a:lnTo>
                <a:cubicBezTo>
                  <a:pt x="1632833" y="81734"/>
                  <a:pt x="1634741" y="85482"/>
                  <a:pt x="1637872" y="88087"/>
                </a:cubicBezTo>
                <a:cubicBezTo>
                  <a:pt x="1641002" y="90692"/>
                  <a:pt x="1645378" y="91994"/>
                  <a:pt x="1650999" y="91994"/>
                </a:cubicBezTo>
                <a:cubicBezTo>
                  <a:pt x="1656666" y="91994"/>
                  <a:pt x="1660870" y="90840"/>
                  <a:pt x="1663612" y="88532"/>
                </a:cubicBezTo>
                <a:cubicBezTo>
                  <a:pt x="1666354" y="86224"/>
                  <a:pt x="1667725" y="83517"/>
                  <a:pt x="1667725" y="80409"/>
                </a:cubicBezTo>
                <a:cubicBezTo>
                  <a:pt x="1667725" y="77621"/>
                  <a:pt x="1666514" y="75428"/>
                  <a:pt x="1664092" y="73828"/>
                </a:cubicBezTo>
                <a:cubicBezTo>
                  <a:pt x="1662401" y="72731"/>
                  <a:pt x="1658197" y="71338"/>
                  <a:pt x="1651479" y="69647"/>
                </a:cubicBezTo>
                <a:cubicBezTo>
                  <a:pt x="1642430" y="67362"/>
                  <a:pt x="1636158" y="65385"/>
                  <a:pt x="1632662" y="63717"/>
                </a:cubicBezTo>
                <a:cubicBezTo>
                  <a:pt x="1629166" y="62049"/>
                  <a:pt x="1626515" y="59741"/>
                  <a:pt x="1624710" y="56794"/>
                </a:cubicBezTo>
                <a:cubicBezTo>
                  <a:pt x="1622905" y="53846"/>
                  <a:pt x="1622002" y="50590"/>
                  <a:pt x="1622002" y="47025"/>
                </a:cubicBezTo>
                <a:cubicBezTo>
                  <a:pt x="1622002" y="43781"/>
                  <a:pt x="1622745" y="40776"/>
                  <a:pt x="1624230" y="38011"/>
                </a:cubicBezTo>
                <a:cubicBezTo>
                  <a:pt x="1625715" y="35246"/>
                  <a:pt x="1627738" y="32950"/>
                  <a:pt x="1630297" y="31122"/>
                </a:cubicBezTo>
                <a:cubicBezTo>
                  <a:pt x="1632216" y="29705"/>
                  <a:pt x="1634832" y="28505"/>
                  <a:pt x="1638146" y="27523"/>
                </a:cubicBezTo>
                <a:cubicBezTo>
                  <a:pt x="1641459" y="26540"/>
                  <a:pt x="1645012" y="26049"/>
                  <a:pt x="1648805" y="26049"/>
                </a:cubicBezTo>
                <a:cubicBezTo>
                  <a:pt x="1654518" y="26049"/>
                  <a:pt x="1659533" y="26872"/>
                  <a:pt x="1663852" y="28517"/>
                </a:cubicBezTo>
                <a:cubicBezTo>
                  <a:pt x="1668171" y="30162"/>
                  <a:pt x="1671358" y="32390"/>
                  <a:pt x="1673415" y="35200"/>
                </a:cubicBezTo>
                <a:cubicBezTo>
                  <a:pt x="1675471" y="38011"/>
                  <a:pt x="1676888" y="41770"/>
                  <a:pt x="1677665" y="46477"/>
                </a:cubicBezTo>
                <a:lnTo>
                  <a:pt x="1665600" y="48122"/>
                </a:lnTo>
                <a:cubicBezTo>
                  <a:pt x="1665052" y="44375"/>
                  <a:pt x="1663463" y="41450"/>
                  <a:pt x="1660836" y="39348"/>
                </a:cubicBezTo>
                <a:cubicBezTo>
                  <a:pt x="1658208" y="37245"/>
                  <a:pt x="1654495" y="36194"/>
                  <a:pt x="1649696" y="36194"/>
                </a:cubicBezTo>
                <a:cubicBezTo>
                  <a:pt x="1644030" y="36194"/>
                  <a:pt x="1639985" y="37131"/>
                  <a:pt x="1637563" y="39005"/>
                </a:cubicBezTo>
                <a:cubicBezTo>
                  <a:pt x="1635141" y="40879"/>
                  <a:pt x="1633930" y="43072"/>
                  <a:pt x="1633930" y="45586"/>
                </a:cubicBezTo>
                <a:cubicBezTo>
                  <a:pt x="1633930" y="47185"/>
                  <a:pt x="1634433" y="48625"/>
                  <a:pt x="1635438" y="49904"/>
                </a:cubicBezTo>
                <a:cubicBezTo>
                  <a:pt x="1636443" y="51230"/>
                  <a:pt x="1638020" y="52326"/>
                  <a:pt x="1640168" y="53195"/>
                </a:cubicBezTo>
                <a:cubicBezTo>
                  <a:pt x="1641402" y="53652"/>
                  <a:pt x="1645035" y="54703"/>
                  <a:pt x="1651067" y="56348"/>
                </a:cubicBezTo>
                <a:cubicBezTo>
                  <a:pt x="1659796" y="58679"/>
                  <a:pt x="1665886" y="60587"/>
                  <a:pt x="1669336" y="62072"/>
                </a:cubicBezTo>
                <a:cubicBezTo>
                  <a:pt x="1672786" y="63557"/>
                  <a:pt x="1675494" y="65717"/>
                  <a:pt x="1677459" y="68550"/>
                </a:cubicBezTo>
                <a:cubicBezTo>
                  <a:pt x="1679424" y="71383"/>
                  <a:pt x="1680407" y="74902"/>
                  <a:pt x="1680407" y="79107"/>
                </a:cubicBezTo>
                <a:cubicBezTo>
                  <a:pt x="1680407" y="83220"/>
                  <a:pt x="1679207" y="87093"/>
                  <a:pt x="1676808" y="90726"/>
                </a:cubicBezTo>
                <a:cubicBezTo>
                  <a:pt x="1674409" y="94359"/>
                  <a:pt x="1670947" y="97170"/>
                  <a:pt x="1666423" y="99157"/>
                </a:cubicBezTo>
                <a:cubicBezTo>
                  <a:pt x="1661898" y="101145"/>
                  <a:pt x="1656780" y="102139"/>
                  <a:pt x="1651067" y="102139"/>
                </a:cubicBezTo>
                <a:cubicBezTo>
                  <a:pt x="1641607" y="102139"/>
                  <a:pt x="1634398" y="100174"/>
                  <a:pt x="1629440" y="96244"/>
                </a:cubicBezTo>
                <a:cubicBezTo>
                  <a:pt x="1624481" y="92314"/>
                  <a:pt x="1621317" y="86487"/>
                  <a:pt x="1619946" y="78764"/>
                </a:cubicBezTo>
                <a:close/>
                <a:moveTo>
                  <a:pt x="1760259" y="89458"/>
                </a:moveTo>
                <a:lnTo>
                  <a:pt x="1762041" y="100357"/>
                </a:lnTo>
                <a:cubicBezTo>
                  <a:pt x="1758568" y="101088"/>
                  <a:pt x="1755460" y="101454"/>
                  <a:pt x="1752718" y="101454"/>
                </a:cubicBezTo>
                <a:cubicBezTo>
                  <a:pt x="1748240" y="101454"/>
                  <a:pt x="1744766" y="100746"/>
                  <a:pt x="1742299" y="99329"/>
                </a:cubicBezTo>
                <a:cubicBezTo>
                  <a:pt x="1739831" y="97912"/>
                  <a:pt x="1738094" y="96050"/>
                  <a:pt x="1737089" y="93742"/>
                </a:cubicBezTo>
                <a:cubicBezTo>
                  <a:pt x="1736083" y="91434"/>
                  <a:pt x="1735581" y="86579"/>
                  <a:pt x="1735581" y="79175"/>
                </a:cubicBezTo>
                <a:lnTo>
                  <a:pt x="1735581" y="37291"/>
                </a:lnTo>
                <a:lnTo>
                  <a:pt x="1726532" y="37291"/>
                </a:lnTo>
                <a:lnTo>
                  <a:pt x="1726532" y="27694"/>
                </a:lnTo>
                <a:lnTo>
                  <a:pt x="1735581" y="27694"/>
                </a:lnTo>
                <a:lnTo>
                  <a:pt x="1735581" y="9666"/>
                </a:lnTo>
                <a:lnTo>
                  <a:pt x="1747851" y="2262"/>
                </a:lnTo>
                <a:lnTo>
                  <a:pt x="1747851" y="27694"/>
                </a:lnTo>
                <a:lnTo>
                  <a:pt x="1760259" y="27694"/>
                </a:lnTo>
                <a:lnTo>
                  <a:pt x="1760259" y="37291"/>
                </a:lnTo>
                <a:lnTo>
                  <a:pt x="1747851" y="37291"/>
                </a:lnTo>
                <a:lnTo>
                  <a:pt x="1747851" y="79861"/>
                </a:lnTo>
                <a:cubicBezTo>
                  <a:pt x="1747851" y="83380"/>
                  <a:pt x="1748068" y="85642"/>
                  <a:pt x="1748502" y="86647"/>
                </a:cubicBezTo>
                <a:cubicBezTo>
                  <a:pt x="1748937" y="87653"/>
                  <a:pt x="1749645" y="88452"/>
                  <a:pt x="1750627" y="89046"/>
                </a:cubicBezTo>
                <a:cubicBezTo>
                  <a:pt x="1751610" y="89640"/>
                  <a:pt x="1753015" y="89938"/>
                  <a:pt x="1754843" y="89938"/>
                </a:cubicBezTo>
                <a:cubicBezTo>
                  <a:pt x="1756214" y="89938"/>
                  <a:pt x="1758019" y="89778"/>
                  <a:pt x="1760259" y="89458"/>
                </a:cubicBezTo>
                <a:close/>
                <a:moveTo>
                  <a:pt x="1767221" y="64094"/>
                </a:moveTo>
                <a:cubicBezTo>
                  <a:pt x="1767221" y="50613"/>
                  <a:pt x="1770968" y="40627"/>
                  <a:pt x="1778463" y="34138"/>
                </a:cubicBezTo>
                <a:cubicBezTo>
                  <a:pt x="1784724" y="28745"/>
                  <a:pt x="1792356" y="26049"/>
                  <a:pt x="1801358" y="26049"/>
                </a:cubicBezTo>
                <a:cubicBezTo>
                  <a:pt x="1811367" y="26049"/>
                  <a:pt x="1819547" y="29328"/>
                  <a:pt x="1825899" y="35886"/>
                </a:cubicBezTo>
                <a:cubicBezTo>
                  <a:pt x="1832252" y="42444"/>
                  <a:pt x="1835428" y="51504"/>
                  <a:pt x="1835428" y="63066"/>
                </a:cubicBezTo>
                <a:cubicBezTo>
                  <a:pt x="1835428" y="72434"/>
                  <a:pt x="1834022" y="79804"/>
                  <a:pt x="1831212" y="85173"/>
                </a:cubicBezTo>
                <a:cubicBezTo>
                  <a:pt x="1828401" y="90543"/>
                  <a:pt x="1824311" y="94713"/>
                  <a:pt x="1818941" y="97684"/>
                </a:cubicBezTo>
                <a:cubicBezTo>
                  <a:pt x="1813572" y="100654"/>
                  <a:pt x="1807711" y="102139"/>
                  <a:pt x="1801358" y="102139"/>
                </a:cubicBezTo>
                <a:cubicBezTo>
                  <a:pt x="1791167" y="102139"/>
                  <a:pt x="1782930" y="98872"/>
                  <a:pt x="1776646" y="92337"/>
                </a:cubicBezTo>
                <a:cubicBezTo>
                  <a:pt x="1770362" y="85802"/>
                  <a:pt x="1767221" y="76387"/>
                  <a:pt x="1767221" y="64094"/>
                </a:cubicBezTo>
                <a:moveTo>
                  <a:pt x="1779902" y="64094"/>
                </a:moveTo>
                <a:cubicBezTo>
                  <a:pt x="1779902" y="73417"/>
                  <a:pt x="1781936" y="80398"/>
                  <a:pt x="1786003" y="85036"/>
                </a:cubicBezTo>
                <a:cubicBezTo>
                  <a:pt x="1790071" y="89675"/>
                  <a:pt x="1795189" y="91994"/>
                  <a:pt x="1801358" y="91994"/>
                </a:cubicBezTo>
                <a:cubicBezTo>
                  <a:pt x="1807482" y="91994"/>
                  <a:pt x="1812578" y="89663"/>
                  <a:pt x="1816645" y="85002"/>
                </a:cubicBezTo>
                <a:cubicBezTo>
                  <a:pt x="1820712" y="80341"/>
                  <a:pt x="1822746" y="73234"/>
                  <a:pt x="1822746" y="63683"/>
                </a:cubicBezTo>
                <a:cubicBezTo>
                  <a:pt x="1822746" y="54680"/>
                  <a:pt x="1820701" y="47859"/>
                  <a:pt x="1816611" y="43221"/>
                </a:cubicBezTo>
                <a:cubicBezTo>
                  <a:pt x="1812521" y="38582"/>
                  <a:pt x="1807437" y="36263"/>
                  <a:pt x="1801358" y="36263"/>
                </a:cubicBezTo>
                <a:cubicBezTo>
                  <a:pt x="1795189" y="36263"/>
                  <a:pt x="1790071" y="38571"/>
                  <a:pt x="1786003" y="43186"/>
                </a:cubicBezTo>
                <a:cubicBezTo>
                  <a:pt x="1781936" y="47802"/>
                  <a:pt x="1779902" y="54771"/>
                  <a:pt x="1779902" y="64094"/>
                </a:cubicBezTo>
                <a:close/>
                <a:moveTo>
                  <a:pt x="1863053" y="100494"/>
                </a:moveTo>
                <a:lnTo>
                  <a:pt x="1840775" y="27694"/>
                </a:lnTo>
                <a:lnTo>
                  <a:pt x="1853525" y="27694"/>
                </a:lnTo>
                <a:lnTo>
                  <a:pt x="1865110" y="69715"/>
                </a:lnTo>
                <a:lnTo>
                  <a:pt x="1869429" y="85345"/>
                </a:lnTo>
                <a:cubicBezTo>
                  <a:pt x="1869611" y="84568"/>
                  <a:pt x="1870868" y="79564"/>
                  <a:pt x="1873199" y="70332"/>
                </a:cubicBezTo>
                <a:lnTo>
                  <a:pt x="1884784" y="27694"/>
                </a:lnTo>
                <a:lnTo>
                  <a:pt x="1897466" y="27694"/>
                </a:lnTo>
                <a:lnTo>
                  <a:pt x="1908365" y="69921"/>
                </a:lnTo>
                <a:lnTo>
                  <a:pt x="1911998" y="83837"/>
                </a:lnTo>
                <a:lnTo>
                  <a:pt x="1916180" y="69784"/>
                </a:lnTo>
                <a:lnTo>
                  <a:pt x="1928656" y="27694"/>
                </a:lnTo>
                <a:lnTo>
                  <a:pt x="1940652" y="27694"/>
                </a:lnTo>
                <a:lnTo>
                  <a:pt x="1917893" y="100494"/>
                </a:lnTo>
                <a:lnTo>
                  <a:pt x="1905075" y="100494"/>
                </a:lnTo>
                <a:lnTo>
                  <a:pt x="1893490" y="56896"/>
                </a:lnTo>
                <a:lnTo>
                  <a:pt x="1890679" y="44489"/>
                </a:lnTo>
                <a:lnTo>
                  <a:pt x="1875941" y="100494"/>
                </a:lnTo>
                <a:lnTo>
                  <a:pt x="1863053" y="100494"/>
                </a:lnTo>
                <a:close/>
                <a:moveTo>
                  <a:pt x="1998513" y="91514"/>
                </a:moveTo>
                <a:cubicBezTo>
                  <a:pt x="1993943" y="95399"/>
                  <a:pt x="1989544" y="98141"/>
                  <a:pt x="1985317" y="99740"/>
                </a:cubicBezTo>
                <a:cubicBezTo>
                  <a:pt x="1981089" y="101340"/>
                  <a:pt x="1976554" y="102139"/>
                  <a:pt x="1971710" y="102139"/>
                </a:cubicBezTo>
                <a:cubicBezTo>
                  <a:pt x="1963712" y="102139"/>
                  <a:pt x="1957565" y="100186"/>
                  <a:pt x="1953270" y="96278"/>
                </a:cubicBezTo>
                <a:cubicBezTo>
                  <a:pt x="1948974" y="92371"/>
                  <a:pt x="1946826" y="87378"/>
                  <a:pt x="1946826" y="81300"/>
                </a:cubicBezTo>
                <a:cubicBezTo>
                  <a:pt x="1946826" y="77736"/>
                  <a:pt x="1947637" y="74479"/>
                  <a:pt x="1949259" y="71532"/>
                </a:cubicBezTo>
                <a:cubicBezTo>
                  <a:pt x="1950882" y="68584"/>
                  <a:pt x="1953007" y="66219"/>
                  <a:pt x="1955635" y="64437"/>
                </a:cubicBezTo>
                <a:cubicBezTo>
                  <a:pt x="1958262" y="62655"/>
                  <a:pt x="1961221" y="61306"/>
                  <a:pt x="1964512" y="60392"/>
                </a:cubicBezTo>
                <a:cubicBezTo>
                  <a:pt x="1966934" y="59753"/>
                  <a:pt x="1970590" y="59136"/>
                  <a:pt x="1975480" y="58542"/>
                </a:cubicBezTo>
                <a:cubicBezTo>
                  <a:pt x="1985442" y="57353"/>
                  <a:pt x="1992777" y="55937"/>
                  <a:pt x="1997484" y="54292"/>
                </a:cubicBezTo>
                <a:cubicBezTo>
                  <a:pt x="1997530" y="52601"/>
                  <a:pt x="1997553" y="51527"/>
                  <a:pt x="1997553" y="51070"/>
                </a:cubicBezTo>
                <a:cubicBezTo>
                  <a:pt x="1997553" y="46043"/>
                  <a:pt x="1996388" y="42501"/>
                  <a:pt x="1994057" y="40444"/>
                </a:cubicBezTo>
                <a:cubicBezTo>
                  <a:pt x="1990904" y="37657"/>
                  <a:pt x="1986219" y="36263"/>
                  <a:pt x="1980004" y="36263"/>
                </a:cubicBezTo>
                <a:cubicBezTo>
                  <a:pt x="1974200" y="36263"/>
                  <a:pt x="1969916" y="37280"/>
                  <a:pt x="1967151" y="39313"/>
                </a:cubicBezTo>
                <a:cubicBezTo>
                  <a:pt x="1964386" y="41347"/>
                  <a:pt x="1962341" y="44946"/>
                  <a:pt x="1961016" y="50110"/>
                </a:cubicBezTo>
                <a:lnTo>
                  <a:pt x="1948951" y="48465"/>
                </a:lnTo>
                <a:cubicBezTo>
                  <a:pt x="1950048" y="43301"/>
                  <a:pt x="1951853" y="39131"/>
                  <a:pt x="1954366" y="35954"/>
                </a:cubicBezTo>
                <a:cubicBezTo>
                  <a:pt x="1956880" y="32778"/>
                  <a:pt x="1960513" y="30333"/>
                  <a:pt x="1965266" y="28620"/>
                </a:cubicBezTo>
                <a:cubicBezTo>
                  <a:pt x="1970019" y="26906"/>
                  <a:pt x="1975526" y="26049"/>
                  <a:pt x="1981786" y="26049"/>
                </a:cubicBezTo>
                <a:cubicBezTo>
                  <a:pt x="1988002" y="26049"/>
                  <a:pt x="1993051" y="26780"/>
                  <a:pt x="1996936" y="28243"/>
                </a:cubicBezTo>
                <a:cubicBezTo>
                  <a:pt x="2000820" y="29705"/>
                  <a:pt x="2003677" y="31544"/>
                  <a:pt x="2005505" y="33761"/>
                </a:cubicBezTo>
                <a:cubicBezTo>
                  <a:pt x="2007333" y="35977"/>
                  <a:pt x="2008612" y="38776"/>
                  <a:pt x="2009343" y="42158"/>
                </a:cubicBezTo>
                <a:cubicBezTo>
                  <a:pt x="2009755" y="44260"/>
                  <a:pt x="2009960" y="48053"/>
                  <a:pt x="2009960" y="53537"/>
                </a:cubicBezTo>
                <a:lnTo>
                  <a:pt x="2009960" y="69989"/>
                </a:lnTo>
                <a:cubicBezTo>
                  <a:pt x="2009960" y="81460"/>
                  <a:pt x="2010223" y="88715"/>
                  <a:pt x="2010749" y="91754"/>
                </a:cubicBezTo>
                <a:cubicBezTo>
                  <a:pt x="2011274" y="94793"/>
                  <a:pt x="2012314" y="97706"/>
                  <a:pt x="2013868" y="100494"/>
                </a:cubicBezTo>
                <a:lnTo>
                  <a:pt x="2000980" y="100494"/>
                </a:lnTo>
                <a:cubicBezTo>
                  <a:pt x="1999701" y="97935"/>
                  <a:pt x="1998878" y="94942"/>
                  <a:pt x="1998513" y="91514"/>
                </a:cubicBezTo>
                <a:moveTo>
                  <a:pt x="1997484" y="63957"/>
                </a:moveTo>
                <a:cubicBezTo>
                  <a:pt x="1993006" y="65785"/>
                  <a:pt x="1986288" y="67339"/>
                  <a:pt x="1977331" y="68618"/>
                </a:cubicBezTo>
                <a:cubicBezTo>
                  <a:pt x="1972258" y="69350"/>
                  <a:pt x="1968671" y="70172"/>
                  <a:pt x="1966568" y="71086"/>
                </a:cubicBezTo>
                <a:cubicBezTo>
                  <a:pt x="1964466" y="72000"/>
                  <a:pt x="1962844" y="73337"/>
                  <a:pt x="1961701" y="75096"/>
                </a:cubicBezTo>
                <a:cubicBezTo>
                  <a:pt x="1960559" y="76856"/>
                  <a:pt x="1959988" y="78810"/>
                  <a:pt x="1959988" y="80957"/>
                </a:cubicBezTo>
                <a:cubicBezTo>
                  <a:pt x="1959988" y="84248"/>
                  <a:pt x="1961233" y="86990"/>
                  <a:pt x="1963724" y="89183"/>
                </a:cubicBezTo>
                <a:cubicBezTo>
                  <a:pt x="1966214" y="91377"/>
                  <a:pt x="1969859" y="92474"/>
                  <a:pt x="1974657" y="92474"/>
                </a:cubicBezTo>
                <a:cubicBezTo>
                  <a:pt x="1979410" y="92474"/>
                  <a:pt x="1983637" y="91434"/>
                  <a:pt x="1987339" y="89355"/>
                </a:cubicBezTo>
                <a:cubicBezTo>
                  <a:pt x="1991041" y="87275"/>
                  <a:pt x="1993760" y="84431"/>
                  <a:pt x="1995496" y="80820"/>
                </a:cubicBezTo>
                <a:cubicBezTo>
                  <a:pt x="1996822" y="78033"/>
                  <a:pt x="1997484" y="73920"/>
                  <a:pt x="1997484" y="68481"/>
                </a:cubicBezTo>
                <a:lnTo>
                  <a:pt x="1997484" y="63957"/>
                </a:lnTo>
                <a:close/>
                <a:moveTo>
                  <a:pt x="2028675" y="100494"/>
                </a:moveTo>
                <a:lnTo>
                  <a:pt x="2028675" y="27694"/>
                </a:lnTo>
                <a:lnTo>
                  <a:pt x="2039780" y="27694"/>
                </a:lnTo>
                <a:lnTo>
                  <a:pt x="2039780" y="38731"/>
                </a:lnTo>
                <a:cubicBezTo>
                  <a:pt x="2042613" y="33567"/>
                  <a:pt x="2045230" y="30162"/>
                  <a:pt x="2047629" y="28517"/>
                </a:cubicBezTo>
                <a:cubicBezTo>
                  <a:pt x="2050028" y="26872"/>
                  <a:pt x="2052667" y="26049"/>
                  <a:pt x="2055546" y="26049"/>
                </a:cubicBezTo>
                <a:cubicBezTo>
                  <a:pt x="2059705" y="26049"/>
                  <a:pt x="2063932" y="27374"/>
                  <a:pt x="2068228" y="30025"/>
                </a:cubicBezTo>
                <a:lnTo>
                  <a:pt x="2063978" y="41473"/>
                </a:lnTo>
                <a:cubicBezTo>
                  <a:pt x="2060962" y="39690"/>
                  <a:pt x="2057946" y="38799"/>
                  <a:pt x="2054929" y="38799"/>
                </a:cubicBezTo>
                <a:cubicBezTo>
                  <a:pt x="2052233" y="38799"/>
                  <a:pt x="2049811" y="39610"/>
                  <a:pt x="2047663" y="41233"/>
                </a:cubicBezTo>
                <a:cubicBezTo>
                  <a:pt x="2045515" y="42855"/>
                  <a:pt x="2043984" y="45106"/>
                  <a:pt x="2043070" y="47985"/>
                </a:cubicBezTo>
                <a:cubicBezTo>
                  <a:pt x="2041699" y="52372"/>
                  <a:pt x="2041014" y="57171"/>
                  <a:pt x="2041014" y="62380"/>
                </a:cubicBezTo>
                <a:lnTo>
                  <a:pt x="2041014" y="100494"/>
                </a:lnTo>
                <a:lnTo>
                  <a:pt x="2028675" y="100494"/>
                </a:lnTo>
                <a:close/>
                <a:moveTo>
                  <a:pt x="2122399" y="100494"/>
                </a:moveTo>
                <a:lnTo>
                  <a:pt x="2122399" y="91308"/>
                </a:lnTo>
                <a:cubicBezTo>
                  <a:pt x="2117784" y="98529"/>
                  <a:pt x="2110997" y="102139"/>
                  <a:pt x="2102040" y="102139"/>
                </a:cubicBezTo>
                <a:cubicBezTo>
                  <a:pt x="2096236" y="102139"/>
                  <a:pt x="2090901" y="100540"/>
                  <a:pt x="2086034" y="97341"/>
                </a:cubicBezTo>
                <a:cubicBezTo>
                  <a:pt x="2081167" y="94142"/>
                  <a:pt x="2077396" y="89675"/>
                  <a:pt x="2074723" y="83939"/>
                </a:cubicBezTo>
                <a:cubicBezTo>
                  <a:pt x="2072049" y="78204"/>
                  <a:pt x="2070713" y="71612"/>
                  <a:pt x="2070713" y="64163"/>
                </a:cubicBezTo>
                <a:cubicBezTo>
                  <a:pt x="2070713" y="56896"/>
                  <a:pt x="2071924" y="50304"/>
                  <a:pt x="2074346" y="44386"/>
                </a:cubicBezTo>
                <a:cubicBezTo>
                  <a:pt x="2076768" y="38468"/>
                  <a:pt x="2080401" y="33932"/>
                  <a:pt x="2085245" y="30779"/>
                </a:cubicBezTo>
                <a:cubicBezTo>
                  <a:pt x="2090089" y="27626"/>
                  <a:pt x="2095505" y="26049"/>
                  <a:pt x="2101492" y="26049"/>
                </a:cubicBezTo>
                <a:cubicBezTo>
                  <a:pt x="2105879" y="26049"/>
                  <a:pt x="2109786" y="26974"/>
                  <a:pt x="2113214" y="28825"/>
                </a:cubicBezTo>
                <a:cubicBezTo>
                  <a:pt x="2116641" y="30676"/>
                  <a:pt x="2119429" y="33087"/>
                  <a:pt x="2121577" y="36057"/>
                </a:cubicBezTo>
                <a:lnTo>
                  <a:pt x="2121577" y="0"/>
                </a:lnTo>
                <a:lnTo>
                  <a:pt x="2133847" y="0"/>
                </a:lnTo>
                <a:lnTo>
                  <a:pt x="2133847" y="100494"/>
                </a:lnTo>
                <a:lnTo>
                  <a:pt x="2122399" y="100494"/>
                </a:lnTo>
                <a:moveTo>
                  <a:pt x="2083394" y="64163"/>
                </a:moveTo>
                <a:cubicBezTo>
                  <a:pt x="2083394" y="73486"/>
                  <a:pt x="2085360" y="80455"/>
                  <a:pt x="2089290" y="85070"/>
                </a:cubicBezTo>
                <a:cubicBezTo>
                  <a:pt x="2093220" y="89686"/>
                  <a:pt x="2097858" y="91994"/>
                  <a:pt x="2103205" y="91994"/>
                </a:cubicBezTo>
                <a:cubicBezTo>
                  <a:pt x="2108598" y="91994"/>
                  <a:pt x="2113179" y="89789"/>
                  <a:pt x="2116950" y="85379"/>
                </a:cubicBezTo>
                <a:cubicBezTo>
                  <a:pt x="2120720" y="80969"/>
                  <a:pt x="2122605" y="74240"/>
                  <a:pt x="2122605" y="65191"/>
                </a:cubicBezTo>
                <a:cubicBezTo>
                  <a:pt x="2122605" y="55228"/>
                  <a:pt x="2120686" y="47916"/>
                  <a:pt x="2116847" y="43255"/>
                </a:cubicBezTo>
                <a:cubicBezTo>
                  <a:pt x="2113008" y="38594"/>
                  <a:pt x="2108278" y="36263"/>
                  <a:pt x="2102657" y="36263"/>
                </a:cubicBezTo>
                <a:cubicBezTo>
                  <a:pt x="2097173" y="36263"/>
                  <a:pt x="2092592" y="38502"/>
                  <a:pt x="2088913" y="42981"/>
                </a:cubicBezTo>
                <a:cubicBezTo>
                  <a:pt x="2085234" y="47459"/>
                  <a:pt x="2083394" y="54520"/>
                  <a:pt x="2083394" y="64163"/>
                </a:cubicBezTo>
                <a:close/>
                <a:moveTo>
                  <a:pt x="2148037" y="78764"/>
                </a:moveTo>
                <a:lnTo>
                  <a:pt x="2160239" y="76844"/>
                </a:lnTo>
                <a:cubicBezTo>
                  <a:pt x="2160925" y="81734"/>
                  <a:pt x="2162833" y="85482"/>
                  <a:pt x="2165963" y="88087"/>
                </a:cubicBezTo>
                <a:cubicBezTo>
                  <a:pt x="2169093" y="90692"/>
                  <a:pt x="2173469" y="91994"/>
                  <a:pt x="2179090" y="91994"/>
                </a:cubicBezTo>
                <a:cubicBezTo>
                  <a:pt x="2184757" y="91994"/>
                  <a:pt x="2188961" y="90840"/>
                  <a:pt x="2191703" y="88532"/>
                </a:cubicBezTo>
                <a:cubicBezTo>
                  <a:pt x="2194445" y="86224"/>
                  <a:pt x="2195816" y="83517"/>
                  <a:pt x="2195816" y="80409"/>
                </a:cubicBezTo>
                <a:cubicBezTo>
                  <a:pt x="2195816" y="77621"/>
                  <a:pt x="2194605" y="75428"/>
                  <a:pt x="2192183" y="73828"/>
                </a:cubicBezTo>
                <a:cubicBezTo>
                  <a:pt x="2190492" y="72731"/>
                  <a:pt x="2186288" y="71338"/>
                  <a:pt x="2179570" y="69647"/>
                </a:cubicBezTo>
                <a:cubicBezTo>
                  <a:pt x="2170522" y="67362"/>
                  <a:pt x="2164249" y="65385"/>
                  <a:pt x="2160753" y="63717"/>
                </a:cubicBezTo>
                <a:cubicBezTo>
                  <a:pt x="2157257" y="62049"/>
                  <a:pt x="2154607" y="59741"/>
                  <a:pt x="2152801" y="56794"/>
                </a:cubicBezTo>
                <a:cubicBezTo>
                  <a:pt x="2150996" y="53846"/>
                  <a:pt x="2150094" y="50590"/>
                  <a:pt x="2150094" y="47025"/>
                </a:cubicBezTo>
                <a:cubicBezTo>
                  <a:pt x="2150094" y="43781"/>
                  <a:pt x="2150836" y="40776"/>
                  <a:pt x="2152322" y="38011"/>
                </a:cubicBezTo>
                <a:cubicBezTo>
                  <a:pt x="2153807" y="35246"/>
                  <a:pt x="2155829" y="32950"/>
                  <a:pt x="2158388" y="31122"/>
                </a:cubicBezTo>
                <a:cubicBezTo>
                  <a:pt x="2160308" y="29705"/>
                  <a:pt x="2162924" y="28505"/>
                  <a:pt x="2166237" y="27523"/>
                </a:cubicBezTo>
                <a:cubicBezTo>
                  <a:pt x="2169550" y="26540"/>
                  <a:pt x="2173104" y="26049"/>
                  <a:pt x="2176897" y="26049"/>
                </a:cubicBezTo>
                <a:cubicBezTo>
                  <a:pt x="2182609" y="26049"/>
                  <a:pt x="2187625" y="26872"/>
                  <a:pt x="2191943" y="28517"/>
                </a:cubicBezTo>
                <a:cubicBezTo>
                  <a:pt x="2196262" y="30162"/>
                  <a:pt x="2199450" y="32390"/>
                  <a:pt x="2201506" y="35200"/>
                </a:cubicBezTo>
                <a:cubicBezTo>
                  <a:pt x="2203563" y="38011"/>
                  <a:pt x="2204979" y="41770"/>
                  <a:pt x="2205756" y="46477"/>
                </a:cubicBezTo>
                <a:lnTo>
                  <a:pt x="2193691" y="48122"/>
                </a:lnTo>
                <a:cubicBezTo>
                  <a:pt x="2193143" y="44375"/>
                  <a:pt x="2191555" y="41450"/>
                  <a:pt x="2188927" y="39348"/>
                </a:cubicBezTo>
                <a:cubicBezTo>
                  <a:pt x="2186299" y="37245"/>
                  <a:pt x="2182586" y="36194"/>
                  <a:pt x="2177788" y="36194"/>
                </a:cubicBezTo>
                <a:cubicBezTo>
                  <a:pt x="2172121" y="36194"/>
                  <a:pt x="2168077" y="37131"/>
                  <a:pt x="2165654" y="39005"/>
                </a:cubicBezTo>
                <a:cubicBezTo>
                  <a:pt x="2163232" y="40879"/>
                  <a:pt x="2162021" y="43072"/>
                  <a:pt x="2162021" y="45586"/>
                </a:cubicBezTo>
                <a:cubicBezTo>
                  <a:pt x="2162021" y="47185"/>
                  <a:pt x="2162524" y="48625"/>
                  <a:pt x="2163529" y="49904"/>
                </a:cubicBezTo>
                <a:cubicBezTo>
                  <a:pt x="2164535" y="51230"/>
                  <a:pt x="2166111" y="52326"/>
                  <a:pt x="2168259" y="53195"/>
                </a:cubicBezTo>
                <a:cubicBezTo>
                  <a:pt x="2169493" y="53652"/>
                  <a:pt x="2173126" y="54703"/>
                  <a:pt x="2179159" y="56348"/>
                </a:cubicBezTo>
                <a:cubicBezTo>
                  <a:pt x="2187888" y="58679"/>
                  <a:pt x="2193977" y="60587"/>
                  <a:pt x="2197427" y="62072"/>
                </a:cubicBezTo>
                <a:cubicBezTo>
                  <a:pt x="2200878" y="63557"/>
                  <a:pt x="2203585" y="65717"/>
                  <a:pt x="2205551" y="68550"/>
                </a:cubicBezTo>
                <a:cubicBezTo>
                  <a:pt x="2207516" y="71383"/>
                  <a:pt x="2208498" y="74902"/>
                  <a:pt x="2208498" y="79107"/>
                </a:cubicBezTo>
                <a:cubicBezTo>
                  <a:pt x="2208498" y="83220"/>
                  <a:pt x="2207299" y="87093"/>
                  <a:pt x="2204899" y="90726"/>
                </a:cubicBezTo>
                <a:cubicBezTo>
                  <a:pt x="2202500" y="94359"/>
                  <a:pt x="2199038" y="97170"/>
                  <a:pt x="2194514" y="99157"/>
                </a:cubicBezTo>
                <a:cubicBezTo>
                  <a:pt x="2189990" y="101145"/>
                  <a:pt x="2184871" y="102139"/>
                  <a:pt x="2179159" y="102139"/>
                </a:cubicBezTo>
                <a:cubicBezTo>
                  <a:pt x="2169699" y="102139"/>
                  <a:pt x="2162490" y="100174"/>
                  <a:pt x="2157531" y="96244"/>
                </a:cubicBezTo>
                <a:cubicBezTo>
                  <a:pt x="2152573" y="92314"/>
                  <a:pt x="2149408" y="86487"/>
                  <a:pt x="2148037" y="78764"/>
                </a:cubicBezTo>
                <a:close/>
                <a:moveTo>
                  <a:pt x="2288351" y="89458"/>
                </a:moveTo>
                <a:lnTo>
                  <a:pt x="2290133" y="100357"/>
                </a:lnTo>
                <a:cubicBezTo>
                  <a:pt x="2286660" y="101088"/>
                  <a:pt x="2283552" y="101454"/>
                  <a:pt x="2280810" y="101454"/>
                </a:cubicBezTo>
                <a:cubicBezTo>
                  <a:pt x="2276332" y="101454"/>
                  <a:pt x="2272858" y="100746"/>
                  <a:pt x="2270391" y="99329"/>
                </a:cubicBezTo>
                <a:cubicBezTo>
                  <a:pt x="2267923" y="97912"/>
                  <a:pt x="2266186" y="96050"/>
                  <a:pt x="2265181" y="93742"/>
                </a:cubicBezTo>
                <a:cubicBezTo>
                  <a:pt x="2264175" y="91434"/>
                  <a:pt x="2263673" y="86579"/>
                  <a:pt x="2263673" y="79175"/>
                </a:cubicBezTo>
                <a:lnTo>
                  <a:pt x="2263673" y="37291"/>
                </a:lnTo>
                <a:lnTo>
                  <a:pt x="2254624" y="37291"/>
                </a:lnTo>
                <a:lnTo>
                  <a:pt x="2254624" y="27694"/>
                </a:lnTo>
                <a:lnTo>
                  <a:pt x="2263673" y="27694"/>
                </a:lnTo>
                <a:lnTo>
                  <a:pt x="2263673" y="9666"/>
                </a:lnTo>
                <a:lnTo>
                  <a:pt x="2275943" y="2262"/>
                </a:lnTo>
                <a:lnTo>
                  <a:pt x="2275943" y="27694"/>
                </a:lnTo>
                <a:lnTo>
                  <a:pt x="2288351" y="27694"/>
                </a:lnTo>
                <a:lnTo>
                  <a:pt x="2288351" y="37291"/>
                </a:lnTo>
                <a:lnTo>
                  <a:pt x="2275943" y="37291"/>
                </a:lnTo>
                <a:lnTo>
                  <a:pt x="2275943" y="79861"/>
                </a:lnTo>
                <a:cubicBezTo>
                  <a:pt x="2275943" y="83380"/>
                  <a:pt x="2276160" y="85642"/>
                  <a:pt x="2276594" y="86647"/>
                </a:cubicBezTo>
                <a:cubicBezTo>
                  <a:pt x="2277029" y="87653"/>
                  <a:pt x="2277737" y="88452"/>
                  <a:pt x="2278719" y="89046"/>
                </a:cubicBezTo>
                <a:cubicBezTo>
                  <a:pt x="2279702" y="89640"/>
                  <a:pt x="2281107" y="89938"/>
                  <a:pt x="2282935" y="89938"/>
                </a:cubicBezTo>
                <a:cubicBezTo>
                  <a:pt x="2284306" y="89938"/>
                  <a:pt x="2286111" y="89778"/>
                  <a:pt x="2288351" y="89458"/>
                </a:cubicBezTo>
                <a:close/>
                <a:moveTo>
                  <a:pt x="2299905" y="100494"/>
                </a:moveTo>
                <a:lnTo>
                  <a:pt x="2299905" y="0"/>
                </a:lnTo>
                <a:lnTo>
                  <a:pt x="2312244" y="0"/>
                </a:lnTo>
                <a:lnTo>
                  <a:pt x="2312244" y="36057"/>
                </a:lnTo>
                <a:cubicBezTo>
                  <a:pt x="2318003" y="29385"/>
                  <a:pt x="2325269" y="26049"/>
                  <a:pt x="2334043" y="26049"/>
                </a:cubicBezTo>
                <a:cubicBezTo>
                  <a:pt x="2339436" y="26049"/>
                  <a:pt x="2344120" y="27111"/>
                  <a:pt x="2348096" y="29237"/>
                </a:cubicBezTo>
                <a:cubicBezTo>
                  <a:pt x="2352072" y="31362"/>
                  <a:pt x="2354917" y="34298"/>
                  <a:pt x="2356630" y="38045"/>
                </a:cubicBezTo>
                <a:cubicBezTo>
                  <a:pt x="2358344" y="41793"/>
                  <a:pt x="2359201" y="47231"/>
                  <a:pt x="2359201" y="54360"/>
                </a:cubicBezTo>
                <a:lnTo>
                  <a:pt x="2359201" y="100494"/>
                </a:lnTo>
                <a:lnTo>
                  <a:pt x="2346862" y="100494"/>
                </a:lnTo>
                <a:lnTo>
                  <a:pt x="2346862" y="54360"/>
                </a:lnTo>
                <a:cubicBezTo>
                  <a:pt x="2346862" y="48191"/>
                  <a:pt x="2345525" y="43701"/>
                  <a:pt x="2342852" y="40890"/>
                </a:cubicBezTo>
                <a:cubicBezTo>
                  <a:pt x="2340178" y="38079"/>
                  <a:pt x="2336397" y="36674"/>
                  <a:pt x="2331507" y="36674"/>
                </a:cubicBezTo>
                <a:cubicBezTo>
                  <a:pt x="2327851" y="36674"/>
                  <a:pt x="2324412" y="37622"/>
                  <a:pt x="2321190" y="39519"/>
                </a:cubicBezTo>
                <a:cubicBezTo>
                  <a:pt x="2317968" y="41416"/>
                  <a:pt x="2315672" y="43986"/>
                  <a:pt x="2314301" y="47231"/>
                </a:cubicBezTo>
                <a:cubicBezTo>
                  <a:pt x="2312930" y="50476"/>
                  <a:pt x="2312244" y="54954"/>
                  <a:pt x="2312244" y="60667"/>
                </a:cubicBezTo>
                <a:lnTo>
                  <a:pt x="2312244" y="100494"/>
                </a:lnTo>
                <a:lnTo>
                  <a:pt x="2299905" y="100494"/>
                </a:lnTo>
                <a:close/>
                <a:moveTo>
                  <a:pt x="2427545" y="77050"/>
                </a:moveTo>
                <a:lnTo>
                  <a:pt x="2440296" y="78627"/>
                </a:lnTo>
                <a:cubicBezTo>
                  <a:pt x="2438285" y="86076"/>
                  <a:pt x="2434560" y="91857"/>
                  <a:pt x="2429122" y="95970"/>
                </a:cubicBezTo>
                <a:cubicBezTo>
                  <a:pt x="2423684" y="100083"/>
                  <a:pt x="2416737" y="102139"/>
                  <a:pt x="2408283" y="102139"/>
                </a:cubicBezTo>
                <a:cubicBezTo>
                  <a:pt x="2397635" y="102139"/>
                  <a:pt x="2389192" y="98860"/>
                  <a:pt x="2382954" y="92302"/>
                </a:cubicBezTo>
                <a:cubicBezTo>
                  <a:pt x="2376716" y="85745"/>
                  <a:pt x="2373597" y="76547"/>
                  <a:pt x="2373597" y="64711"/>
                </a:cubicBezTo>
                <a:cubicBezTo>
                  <a:pt x="2373597" y="52464"/>
                  <a:pt x="2376750" y="42958"/>
                  <a:pt x="2383057" y="36194"/>
                </a:cubicBezTo>
                <a:cubicBezTo>
                  <a:pt x="2389363" y="29431"/>
                  <a:pt x="2397543" y="26049"/>
                  <a:pt x="2407597" y="26049"/>
                </a:cubicBezTo>
                <a:cubicBezTo>
                  <a:pt x="2417332" y="26049"/>
                  <a:pt x="2425283" y="29362"/>
                  <a:pt x="2431453" y="35989"/>
                </a:cubicBezTo>
                <a:cubicBezTo>
                  <a:pt x="2437622" y="42615"/>
                  <a:pt x="2440707" y="51938"/>
                  <a:pt x="2440707" y="63957"/>
                </a:cubicBezTo>
                <a:cubicBezTo>
                  <a:pt x="2440707" y="64688"/>
                  <a:pt x="2440684" y="65785"/>
                  <a:pt x="2440639" y="67247"/>
                </a:cubicBezTo>
                <a:lnTo>
                  <a:pt x="2386347" y="67247"/>
                </a:lnTo>
                <a:cubicBezTo>
                  <a:pt x="2386804" y="75245"/>
                  <a:pt x="2389066" y="81369"/>
                  <a:pt x="2393133" y="85619"/>
                </a:cubicBezTo>
                <a:cubicBezTo>
                  <a:pt x="2397201" y="89869"/>
                  <a:pt x="2402273" y="91994"/>
                  <a:pt x="2408352" y="91994"/>
                </a:cubicBezTo>
                <a:cubicBezTo>
                  <a:pt x="2412876" y="91994"/>
                  <a:pt x="2416737" y="90806"/>
                  <a:pt x="2419936" y="88429"/>
                </a:cubicBezTo>
                <a:cubicBezTo>
                  <a:pt x="2423135" y="86053"/>
                  <a:pt x="2425672" y="82260"/>
                  <a:pt x="2427545" y="77050"/>
                </a:cubicBezTo>
                <a:moveTo>
                  <a:pt x="2387032" y="57102"/>
                </a:moveTo>
                <a:lnTo>
                  <a:pt x="2427683" y="57102"/>
                </a:lnTo>
                <a:cubicBezTo>
                  <a:pt x="2427134" y="50978"/>
                  <a:pt x="2425580" y="46385"/>
                  <a:pt x="2423021" y="43324"/>
                </a:cubicBezTo>
                <a:cubicBezTo>
                  <a:pt x="2419091" y="38571"/>
                  <a:pt x="2413995" y="36194"/>
                  <a:pt x="2407735" y="36194"/>
                </a:cubicBezTo>
                <a:cubicBezTo>
                  <a:pt x="2402068" y="36194"/>
                  <a:pt x="2397304" y="38091"/>
                  <a:pt x="2393442" y="41884"/>
                </a:cubicBezTo>
                <a:cubicBezTo>
                  <a:pt x="2389580" y="45677"/>
                  <a:pt x="2387444" y="50750"/>
                  <a:pt x="2387032" y="571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seventhkitchencabinet.">
            <a:extLst xmlns:a="http://schemas.openxmlformats.org/drawingml/2006/main">
              <a:ext uri="{FF2B5EF4-FFF2-40B4-BE49-F238E27FC236}">
                <a16:creationId xmlns:a16="http://schemas.microsoft.com/office/drawing/2014/main" id="{B54A6255-A664-433F-B5D5-8F089699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77" y="5414174"/>
            <a:ext cx="1483470" cy="102139"/>
          </a:xfrm>
          <a:custGeom xmlns:a="http://schemas.openxmlformats.org/drawingml/2006/main">
            <a:pathLst>
              <a:path w="1483470" h="102139">
                <a:moveTo>
                  <a:pt x="0" y="78764"/>
                </a:moveTo>
                <a:lnTo>
                  <a:pt x="12202" y="76844"/>
                </a:lnTo>
                <a:cubicBezTo>
                  <a:pt x="12887" y="81734"/>
                  <a:pt x="14795" y="85482"/>
                  <a:pt x="17926" y="88087"/>
                </a:cubicBezTo>
                <a:cubicBezTo>
                  <a:pt x="21056" y="90692"/>
                  <a:pt x="25432" y="91994"/>
                  <a:pt x="31053" y="91994"/>
                </a:cubicBezTo>
                <a:cubicBezTo>
                  <a:pt x="36720" y="91994"/>
                  <a:pt x="40924" y="90840"/>
                  <a:pt x="43666" y="88532"/>
                </a:cubicBezTo>
                <a:cubicBezTo>
                  <a:pt x="46408" y="86224"/>
                  <a:pt x="47779" y="83517"/>
                  <a:pt x="47779" y="80409"/>
                </a:cubicBezTo>
                <a:cubicBezTo>
                  <a:pt x="47779" y="77621"/>
                  <a:pt x="46568" y="75428"/>
                  <a:pt x="44146" y="73828"/>
                </a:cubicBezTo>
                <a:cubicBezTo>
                  <a:pt x="42455" y="72731"/>
                  <a:pt x="38251" y="71338"/>
                  <a:pt x="31533" y="69647"/>
                </a:cubicBezTo>
                <a:cubicBezTo>
                  <a:pt x="22484" y="67362"/>
                  <a:pt x="16212" y="65385"/>
                  <a:pt x="12716" y="63717"/>
                </a:cubicBezTo>
                <a:cubicBezTo>
                  <a:pt x="9220" y="62049"/>
                  <a:pt x="6569" y="59741"/>
                  <a:pt x="4764" y="56794"/>
                </a:cubicBezTo>
                <a:cubicBezTo>
                  <a:pt x="2959" y="53846"/>
                  <a:pt x="2056" y="50590"/>
                  <a:pt x="2056" y="47025"/>
                </a:cubicBezTo>
                <a:cubicBezTo>
                  <a:pt x="2056" y="43781"/>
                  <a:pt x="2799" y="40776"/>
                  <a:pt x="4284" y="38011"/>
                </a:cubicBezTo>
                <a:cubicBezTo>
                  <a:pt x="5770" y="35246"/>
                  <a:pt x="7792" y="32950"/>
                  <a:pt x="10351" y="31122"/>
                </a:cubicBezTo>
                <a:cubicBezTo>
                  <a:pt x="12270" y="29705"/>
                  <a:pt x="14887" y="28505"/>
                  <a:pt x="18200" y="27523"/>
                </a:cubicBezTo>
                <a:cubicBezTo>
                  <a:pt x="21513" y="26540"/>
                  <a:pt x="25066" y="26049"/>
                  <a:pt x="28860" y="26049"/>
                </a:cubicBezTo>
                <a:cubicBezTo>
                  <a:pt x="34572" y="26049"/>
                  <a:pt x="39588" y="26872"/>
                  <a:pt x="43906" y="28517"/>
                </a:cubicBezTo>
                <a:cubicBezTo>
                  <a:pt x="48225" y="30162"/>
                  <a:pt x="51412" y="32390"/>
                  <a:pt x="53469" y="35200"/>
                </a:cubicBezTo>
                <a:cubicBezTo>
                  <a:pt x="55525" y="38011"/>
                  <a:pt x="56942" y="41770"/>
                  <a:pt x="57719" y="46477"/>
                </a:cubicBezTo>
                <a:lnTo>
                  <a:pt x="45654" y="48122"/>
                </a:lnTo>
                <a:cubicBezTo>
                  <a:pt x="45106" y="44375"/>
                  <a:pt x="43518" y="41450"/>
                  <a:pt x="40890" y="39348"/>
                </a:cubicBezTo>
                <a:cubicBezTo>
                  <a:pt x="38262" y="37245"/>
                  <a:pt x="34549" y="36194"/>
                  <a:pt x="29751" y="36194"/>
                </a:cubicBezTo>
                <a:cubicBezTo>
                  <a:pt x="24084" y="36194"/>
                  <a:pt x="20039" y="37131"/>
                  <a:pt x="17617" y="39005"/>
                </a:cubicBezTo>
                <a:cubicBezTo>
                  <a:pt x="15195" y="40879"/>
                  <a:pt x="13984" y="43072"/>
                  <a:pt x="13984" y="45586"/>
                </a:cubicBezTo>
                <a:cubicBezTo>
                  <a:pt x="13984" y="47185"/>
                  <a:pt x="14487" y="48625"/>
                  <a:pt x="15492" y="49904"/>
                </a:cubicBezTo>
                <a:cubicBezTo>
                  <a:pt x="16498" y="51230"/>
                  <a:pt x="18074" y="52326"/>
                  <a:pt x="20222" y="53195"/>
                </a:cubicBezTo>
                <a:cubicBezTo>
                  <a:pt x="21456" y="53652"/>
                  <a:pt x="25089" y="54703"/>
                  <a:pt x="31122" y="56348"/>
                </a:cubicBezTo>
                <a:cubicBezTo>
                  <a:pt x="39850" y="58679"/>
                  <a:pt x="45940" y="60587"/>
                  <a:pt x="49390" y="62072"/>
                </a:cubicBezTo>
                <a:cubicBezTo>
                  <a:pt x="52841" y="63557"/>
                  <a:pt x="55548" y="65717"/>
                  <a:pt x="57513" y="68550"/>
                </a:cubicBezTo>
                <a:cubicBezTo>
                  <a:pt x="59478" y="71383"/>
                  <a:pt x="60461" y="74902"/>
                  <a:pt x="60461" y="79107"/>
                </a:cubicBezTo>
                <a:cubicBezTo>
                  <a:pt x="60461" y="83220"/>
                  <a:pt x="59261" y="87093"/>
                  <a:pt x="56862" y="90726"/>
                </a:cubicBezTo>
                <a:cubicBezTo>
                  <a:pt x="54463" y="94359"/>
                  <a:pt x="51001" y="97170"/>
                  <a:pt x="46477" y="99157"/>
                </a:cubicBezTo>
                <a:cubicBezTo>
                  <a:pt x="41953" y="101145"/>
                  <a:pt x="36834" y="102139"/>
                  <a:pt x="31122" y="102139"/>
                </a:cubicBezTo>
                <a:cubicBezTo>
                  <a:pt x="21662" y="102139"/>
                  <a:pt x="14453" y="100174"/>
                  <a:pt x="9494" y="96244"/>
                </a:cubicBezTo>
                <a:cubicBezTo>
                  <a:pt x="4536" y="92314"/>
                  <a:pt x="1371" y="86487"/>
                  <a:pt x="0" y="78764"/>
                </a:cubicBezTo>
                <a:close/>
                <a:moveTo>
                  <a:pt x="124714" y="77050"/>
                </a:moveTo>
                <a:lnTo>
                  <a:pt x="137464" y="78627"/>
                </a:lnTo>
                <a:cubicBezTo>
                  <a:pt x="135453" y="86076"/>
                  <a:pt x="131729" y="91857"/>
                  <a:pt x="126290" y="95970"/>
                </a:cubicBezTo>
                <a:cubicBezTo>
                  <a:pt x="120852" y="100083"/>
                  <a:pt x="113906" y="102139"/>
                  <a:pt x="105451" y="102139"/>
                </a:cubicBezTo>
                <a:cubicBezTo>
                  <a:pt x="94803" y="102139"/>
                  <a:pt x="86360" y="98860"/>
                  <a:pt x="80122" y="92302"/>
                </a:cubicBezTo>
                <a:cubicBezTo>
                  <a:pt x="73884" y="85745"/>
                  <a:pt x="70765" y="76547"/>
                  <a:pt x="70765" y="64711"/>
                </a:cubicBezTo>
                <a:cubicBezTo>
                  <a:pt x="70765" y="52464"/>
                  <a:pt x="73918" y="42958"/>
                  <a:pt x="80225" y="36194"/>
                </a:cubicBezTo>
                <a:cubicBezTo>
                  <a:pt x="86532" y="29431"/>
                  <a:pt x="94712" y="26049"/>
                  <a:pt x="104766" y="26049"/>
                </a:cubicBezTo>
                <a:cubicBezTo>
                  <a:pt x="114500" y="26049"/>
                  <a:pt x="122452" y="29362"/>
                  <a:pt x="128621" y="35989"/>
                </a:cubicBezTo>
                <a:cubicBezTo>
                  <a:pt x="134791" y="42615"/>
                  <a:pt x="137875" y="51938"/>
                  <a:pt x="137875" y="63957"/>
                </a:cubicBezTo>
                <a:cubicBezTo>
                  <a:pt x="137875" y="64688"/>
                  <a:pt x="137853" y="65785"/>
                  <a:pt x="137807" y="67247"/>
                </a:cubicBezTo>
                <a:lnTo>
                  <a:pt x="83515" y="67247"/>
                </a:lnTo>
                <a:cubicBezTo>
                  <a:pt x="83972" y="75245"/>
                  <a:pt x="86234" y="81369"/>
                  <a:pt x="90302" y="85619"/>
                </a:cubicBezTo>
                <a:cubicBezTo>
                  <a:pt x="94369" y="89869"/>
                  <a:pt x="99442" y="91994"/>
                  <a:pt x="105520" y="91994"/>
                </a:cubicBezTo>
                <a:cubicBezTo>
                  <a:pt x="110044" y="91994"/>
                  <a:pt x="113906" y="90806"/>
                  <a:pt x="117105" y="88429"/>
                </a:cubicBezTo>
                <a:cubicBezTo>
                  <a:pt x="120304" y="86053"/>
                  <a:pt x="122840" y="82260"/>
                  <a:pt x="124714" y="77050"/>
                </a:cubicBezTo>
                <a:moveTo>
                  <a:pt x="84201" y="57102"/>
                </a:moveTo>
                <a:lnTo>
                  <a:pt x="124851" y="57102"/>
                </a:lnTo>
                <a:cubicBezTo>
                  <a:pt x="124303" y="50978"/>
                  <a:pt x="122749" y="46385"/>
                  <a:pt x="120190" y="43324"/>
                </a:cubicBezTo>
                <a:cubicBezTo>
                  <a:pt x="116259" y="38571"/>
                  <a:pt x="111164" y="36194"/>
                  <a:pt x="104903" y="36194"/>
                </a:cubicBezTo>
                <a:cubicBezTo>
                  <a:pt x="99236" y="36194"/>
                  <a:pt x="94472" y="38091"/>
                  <a:pt x="90610" y="41884"/>
                </a:cubicBezTo>
                <a:cubicBezTo>
                  <a:pt x="86749" y="45677"/>
                  <a:pt x="84612" y="50750"/>
                  <a:pt x="84201" y="57102"/>
                </a:cubicBezTo>
                <a:close/>
                <a:moveTo>
                  <a:pt x="172905" y="100494"/>
                </a:moveTo>
                <a:lnTo>
                  <a:pt x="145210" y="27694"/>
                </a:lnTo>
                <a:lnTo>
                  <a:pt x="158235" y="27694"/>
                </a:lnTo>
                <a:lnTo>
                  <a:pt x="173864" y="71292"/>
                </a:lnTo>
                <a:cubicBezTo>
                  <a:pt x="175555" y="75999"/>
                  <a:pt x="177109" y="80889"/>
                  <a:pt x="178526" y="85962"/>
                </a:cubicBezTo>
                <a:cubicBezTo>
                  <a:pt x="179622" y="82123"/>
                  <a:pt x="181153" y="77507"/>
                  <a:pt x="183119" y="72115"/>
                </a:cubicBezTo>
                <a:lnTo>
                  <a:pt x="199296" y="27694"/>
                </a:lnTo>
                <a:lnTo>
                  <a:pt x="211978" y="27694"/>
                </a:lnTo>
                <a:lnTo>
                  <a:pt x="184421" y="100494"/>
                </a:lnTo>
                <a:lnTo>
                  <a:pt x="172905" y="100494"/>
                </a:lnTo>
                <a:close/>
                <a:moveTo>
                  <a:pt x="272461" y="77050"/>
                </a:moveTo>
                <a:lnTo>
                  <a:pt x="285211" y="78627"/>
                </a:lnTo>
                <a:cubicBezTo>
                  <a:pt x="283200" y="86076"/>
                  <a:pt x="279476" y="91857"/>
                  <a:pt x="274037" y="95970"/>
                </a:cubicBezTo>
                <a:cubicBezTo>
                  <a:pt x="268599" y="100083"/>
                  <a:pt x="261653" y="102139"/>
                  <a:pt x="253198" y="102139"/>
                </a:cubicBezTo>
                <a:cubicBezTo>
                  <a:pt x="242550" y="102139"/>
                  <a:pt x="234107" y="98860"/>
                  <a:pt x="227869" y="92302"/>
                </a:cubicBezTo>
                <a:cubicBezTo>
                  <a:pt x="221631" y="85745"/>
                  <a:pt x="218512" y="76547"/>
                  <a:pt x="218512" y="64711"/>
                </a:cubicBezTo>
                <a:cubicBezTo>
                  <a:pt x="218512" y="52464"/>
                  <a:pt x="221665" y="42958"/>
                  <a:pt x="227972" y="36194"/>
                </a:cubicBezTo>
                <a:cubicBezTo>
                  <a:pt x="234278" y="29431"/>
                  <a:pt x="242459" y="26049"/>
                  <a:pt x="252513" y="26049"/>
                </a:cubicBezTo>
                <a:cubicBezTo>
                  <a:pt x="262247" y="26049"/>
                  <a:pt x="270198" y="29362"/>
                  <a:pt x="276368" y="35989"/>
                </a:cubicBezTo>
                <a:cubicBezTo>
                  <a:pt x="282537" y="42615"/>
                  <a:pt x="285622" y="51938"/>
                  <a:pt x="285622" y="63957"/>
                </a:cubicBezTo>
                <a:cubicBezTo>
                  <a:pt x="285622" y="64688"/>
                  <a:pt x="285599" y="65785"/>
                  <a:pt x="285554" y="67247"/>
                </a:cubicBezTo>
                <a:lnTo>
                  <a:pt x="231262" y="67247"/>
                </a:lnTo>
                <a:cubicBezTo>
                  <a:pt x="231719" y="75245"/>
                  <a:pt x="233981" y="81369"/>
                  <a:pt x="238049" y="85619"/>
                </a:cubicBezTo>
                <a:cubicBezTo>
                  <a:pt x="242116" y="89869"/>
                  <a:pt x="247189" y="91994"/>
                  <a:pt x="253267" y="91994"/>
                </a:cubicBezTo>
                <a:cubicBezTo>
                  <a:pt x="257791" y="91994"/>
                  <a:pt x="261653" y="90806"/>
                  <a:pt x="264852" y="88429"/>
                </a:cubicBezTo>
                <a:cubicBezTo>
                  <a:pt x="268051" y="86053"/>
                  <a:pt x="270587" y="82260"/>
                  <a:pt x="272461" y="77050"/>
                </a:cubicBezTo>
                <a:moveTo>
                  <a:pt x="231948" y="57102"/>
                </a:moveTo>
                <a:lnTo>
                  <a:pt x="272598" y="57102"/>
                </a:lnTo>
                <a:cubicBezTo>
                  <a:pt x="272049" y="50978"/>
                  <a:pt x="270496" y="46385"/>
                  <a:pt x="267936" y="43324"/>
                </a:cubicBezTo>
                <a:cubicBezTo>
                  <a:pt x="264006" y="38571"/>
                  <a:pt x="258911" y="36194"/>
                  <a:pt x="252650" y="36194"/>
                </a:cubicBezTo>
                <a:cubicBezTo>
                  <a:pt x="246983" y="36194"/>
                  <a:pt x="242219" y="38091"/>
                  <a:pt x="238357" y="41884"/>
                </a:cubicBezTo>
                <a:cubicBezTo>
                  <a:pt x="234495" y="45677"/>
                  <a:pt x="232359" y="50750"/>
                  <a:pt x="231948" y="57102"/>
                </a:cubicBezTo>
                <a:close/>
                <a:moveTo>
                  <a:pt x="300429" y="100494"/>
                </a:moveTo>
                <a:lnTo>
                  <a:pt x="300429" y="27694"/>
                </a:lnTo>
                <a:lnTo>
                  <a:pt x="311534" y="27694"/>
                </a:lnTo>
                <a:lnTo>
                  <a:pt x="311534" y="38045"/>
                </a:lnTo>
                <a:cubicBezTo>
                  <a:pt x="316881" y="30048"/>
                  <a:pt x="324604" y="26049"/>
                  <a:pt x="334704" y="26049"/>
                </a:cubicBezTo>
                <a:cubicBezTo>
                  <a:pt x="339091" y="26049"/>
                  <a:pt x="343124" y="26837"/>
                  <a:pt x="346803" y="28414"/>
                </a:cubicBezTo>
                <a:cubicBezTo>
                  <a:pt x="350482" y="29991"/>
                  <a:pt x="353235" y="32059"/>
                  <a:pt x="355063" y="34618"/>
                </a:cubicBezTo>
                <a:cubicBezTo>
                  <a:pt x="356891" y="37177"/>
                  <a:pt x="358171" y="40216"/>
                  <a:pt x="358902" y="43735"/>
                </a:cubicBezTo>
                <a:cubicBezTo>
                  <a:pt x="359359" y="46020"/>
                  <a:pt x="359588" y="50019"/>
                  <a:pt x="359588" y="55731"/>
                </a:cubicBezTo>
                <a:lnTo>
                  <a:pt x="359588" y="100494"/>
                </a:lnTo>
                <a:lnTo>
                  <a:pt x="347249" y="100494"/>
                </a:lnTo>
                <a:lnTo>
                  <a:pt x="347249" y="56211"/>
                </a:lnTo>
                <a:cubicBezTo>
                  <a:pt x="347249" y="51184"/>
                  <a:pt x="346769" y="47425"/>
                  <a:pt x="345809" y="44934"/>
                </a:cubicBezTo>
                <a:cubicBezTo>
                  <a:pt x="344849" y="42444"/>
                  <a:pt x="343147" y="40456"/>
                  <a:pt x="340702" y="38971"/>
                </a:cubicBezTo>
                <a:cubicBezTo>
                  <a:pt x="338257" y="37485"/>
                  <a:pt x="335390" y="36743"/>
                  <a:pt x="332099" y="36743"/>
                </a:cubicBezTo>
                <a:cubicBezTo>
                  <a:pt x="326844" y="36743"/>
                  <a:pt x="322308" y="38411"/>
                  <a:pt x="318492" y="41747"/>
                </a:cubicBezTo>
                <a:cubicBezTo>
                  <a:pt x="314676" y="45083"/>
                  <a:pt x="312768" y="51412"/>
                  <a:pt x="312768" y="60735"/>
                </a:cubicBezTo>
                <a:lnTo>
                  <a:pt x="312768" y="100494"/>
                </a:lnTo>
                <a:lnTo>
                  <a:pt x="300429" y="100494"/>
                </a:lnTo>
                <a:close/>
                <a:moveTo>
                  <a:pt x="405174" y="89458"/>
                </a:moveTo>
                <a:lnTo>
                  <a:pt x="406956" y="100357"/>
                </a:lnTo>
                <a:cubicBezTo>
                  <a:pt x="403483" y="101088"/>
                  <a:pt x="400375" y="101454"/>
                  <a:pt x="397633" y="101454"/>
                </a:cubicBezTo>
                <a:cubicBezTo>
                  <a:pt x="393154" y="101454"/>
                  <a:pt x="389681" y="100746"/>
                  <a:pt x="387213" y="99329"/>
                </a:cubicBezTo>
                <a:cubicBezTo>
                  <a:pt x="384746" y="97912"/>
                  <a:pt x="383009" y="96050"/>
                  <a:pt x="382004" y="93742"/>
                </a:cubicBezTo>
                <a:cubicBezTo>
                  <a:pt x="380998" y="91434"/>
                  <a:pt x="380496" y="86579"/>
                  <a:pt x="380496" y="79175"/>
                </a:cubicBezTo>
                <a:lnTo>
                  <a:pt x="380496" y="37291"/>
                </a:lnTo>
                <a:lnTo>
                  <a:pt x="371447" y="37291"/>
                </a:lnTo>
                <a:lnTo>
                  <a:pt x="371447" y="27694"/>
                </a:lnTo>
                <a:lnTo>
                  <a:pt x="380496" y="27694"/>
                </a:lnTo>
                <a:lnTo>
                  <a:pt x="380496" y="9666"/>
                </a:lnTo>
                <a:lnTo>
                  <a:pt x="392766" y="2262"/>
                </a:lnTo>
                <a:lnTo>
                  <a:pt x="392766" y="27694"/>
                </a:lnTo>
                <a:lnTo>
                  <a:pt x="405174" y="27694"/>
                </a:lnTo>
                <a:lnTo>
                  <a:pt x="405174" y="37291"/>
                </a:lnTo>
                <a:lnTo>
                  <a:pt x="392766" y="37291"/>
                </a:lnTo>
                <a:lnTo>
                  <a:pt x="392766" y="79861"/>
                </a:lnTo>
                <a:cubicBezTo>
                  <a:pt x="392766" y="83380"/>
                  <a:pt x="392983" y="85642"/>
                  <a:pt x="393417" y="86647"/>
                </a:cubicBezTo>
                <a:cubicBezTo>
                  <a:pt x="393851" y="87653"/>
                  <a:pt x="394560" y="88452"/>
                  <a:pt x="395542" y="89046"/>
                </a:cubicBezTo>
                <a:cubicBezTo>
                  <a:pt x="396525" y="89640"/>
                  <a:pt x="397930" y="89938"/>
                  <a:pt x="399758" y="89938"/>
                </a:cubicBezTo>
                <a:cubicBezTo>
                  <a:pt x="401129" y="89938"/>
                  <a:pt x="402934" y="89778"/>
                  <a:pt x="405174" y="89458"/>
                </a:cubicBezTo>
                <a:close/>
                <a:moveTo>
                  <a:pt x="416728" y="100494"/>
                </a:moveTo>
                <a:lnTo>
                  <a:pt x="416728" y="0"/>
                </a:lnTo>
                <a:lnTo>
                  <a:pt x="429067" y="0"/>
                </a:lnTo>
                <a:lnTo>
                  <a:pt x="429067" y="36057"/>
                </a:lnTo>
                <a:cubicBezTo>
                  <a:pt x="434826" y="29385"/>
                  <a:pt x="442092" y="26049"/>
                  <a:pt x="450866" y="26049"/>
                </a:cubicBezTo>
                <a:cubicBezTo>
                  <a:pt x="456259" y="26049"/>
                  <a:pt x="460943" y="27111"/>
                  <a:pt x="464919" y="29237"/>
                </a:cubicBezTo>
                <a:cubicBezTo>
                  <a:pt x="468895" y="31362"/>
                  <a:pt x="471740" y="34298"/>
                  <a:pt x="473454" y="38045"/>
                </a:cubicBezTo>
                <a:cubicBezTo>
                  <a:pt x="475167" y="41793"/>
                  <a:pt x="476024" y="47231"/>
                  <a:pt x="476024" y="54360"/>
                </a:cubicBezTo>
                <a:lnTo>
                  <a:pt x="476024" y="100494"/>
                </a:lnTo>
                <a:lnTo>
                  <a:pt x="463685" y="100494"/>
                </a:lnTo>
                <a:lnTo>
                  <a:pt x="463685" y="54360"/>
                </a:lnTo>
                <a:cubicBezTo>
                  <a:pt x="463685" y="48191"/>
                  <a:pt x="462348" y="43701"/>
                  <a:pt x="459675" y="40890"/>
                </a:cubicBezTo>
                <a:cubicBezTo>
                  <a:pt x="457002" y="38079"/>
                  <a:pt x="453220" y="36674"/>
                  <a:pt x="448330" y="36674"/>
                </a:cubicBezTo>
                <a:cubicBezTo>
                  <a:pt x="444674" y="36674"/>
                  <a:pt x="441235" y="37622"/>
                  <a:pt x="438013" y="39519"/>
                </a:cubicBezTo>
                <a:cubicBezTo>
                  <a:pt x="434791" y="41416"/>
                  <a:pt x="432495" y="43986"/>
                  <a:pt x="431124" y="47231"/>
                </a:cubicBezTo>
                <a:cubicBezTo>
                  <a:pt x="429753" y="50476"/>
                  <a:pt x="429067" y="54954"/>
                  <a:pt x="429067" y="60667"/>
                </a:cubicBezTo>
                <a:lnTo>
                  <a:pt x="429067" y="100494"/>
                </a:lnTo>
                <a:lnTo>
                  <a:pt x="416728" y="100494"/>
                </a:lnTo>
                <a:close/>
                <a:moveTo>
                  <a:pt x="533096" y="100494"/>
                </a:moveTo>
                <a:lnTo>
                  <a:pt x="533096" y="0"/>
                </a:lnTo>
                <a:lnTo>
                  <a:pt x="545435" y="0"/>
                </a:lnTo>
                <a:lnTo>
                  <a:pt x="545435" y="57308"/>
                </a:lnTo>
                <a:lnTo>
                  <a:pt x="574638" y="27694"/>
                </a:lnTo>
                <a:lnTo>
                  <a:pt x="590610" y="27694"/>
                </a:lnTo>
                <a:lnTo>
                  <a:pt x="562779" y="54703"/>
                </a:lnTo>
                <a:lnTo>
                  <a:pt x="593420" y="100494"/>
                </a:lnTo>
                <a:lnTo>
                  <a:pt x="578202" y="100494"/>
                </a:lnTo>
                <a:lnTo>
                  <a:pt x="554141" y="63272"/>
                </a:lnTo>
                <a:lnTo>
                  <a:pt x="545435" y="71635"/>
                </a:lnTo>
                <a:lnTo>
                  <a:pt x="545435" y="100494"/>
                </a:lnTo>
                <a:lnTo>
                  <a:pt x="533096" y="100494"/>
                </a:lnTo>
                <a:close/>
                <a:moveTo>
                  <a:pt x="603039" y="14190"/>
                </a:moveTo>
                <a:lnTo>
                  <a:pt x="603039" y="0"/>
                </a:lnTo>
                <a:lnTo>
                  <a:pt x="615378" y="0"/>
                </a:lnTo>
                <a:lnTo>
                  <a:pt x="615378" y="14190"/>
                </a:lnTo>
                <a:lnTo>
                  <a:pt x="603039" y="14190"/>
                </a:lnTo>
                <a:moveTo>
                  <a:pt x="603039" y="100494"/>
                </a:moveTo>
                <a:lnTo>
                  <a:pt x="603039" y="27694"/>
                </a:lnTo>
                <a:lnTo>
                  <a:pt x="615378" y="27694"/>
                </a:lnTo>
                <a:lnTo>
                  <a:pt x="615378" y="100494"/>
                </a:lnTo>
                <a:lnTo>
                  <a:pt x="603039" y="100494"/>
                </a:lnTo>
                <a:close/>
                <a:moveTo>
                  <a:pt x="661386" y="89458"/>
                </a:moveTo>
                <a:lnTo>
                  <a:pt x="663168" y="100357"/>
                </a:lnTo>
                <a:cubicBezTo>
                  <a:pt x="659695" y="101088"/>
                  <a:pt x="656587" y="101454"/>
                  <a:pt x="653845" y="101454"/>
                </a:cubicBezTo>
                <a:cubicBezTo>
                  <a:pt x="649367" y="101454"/>
                  <a:pt x="645894" y="100746"/>
                  <a:pt x="643426" y="99329"/>
                </a:cubicBezTo>
                <a:cubicBezTo>
                  <a:pt x="640958" y="97912"/>
                  <a:pt x="639221" y="96050"/>
                  <a:pt x="638216" y="93742"/>
                </a:cubicBezTo>
                <a:cubicBezTo>
                  <a:pt x="637211" y="91434"/>
                  <a:pt x="636708" y="86579"/>
                  <a:pt x="636708" y="79175"/>
                </a:cubicBezTo>
                <a:lnTo>
                  <a:pt x="636708" y="37291"/>
                </a:lnTo>
                <a:lnTo>
                  <a:pt x="627659" y="37291"/>
                </a:lnTo>
                <a:lnTo>
                  <a:pt x="627659" y="27694"/>
                </a:lnTo>
                <a:lnTo>
                  <a:pt x="636708" y="27694"/>
                </a:lnTo>
                <a:lnTo>
                  <a:pt x="636708" y="9666"/>
                </a:lnTo>
                <a:lnTo>
                  <a:pt x="648978" y="2262"/>
                </a:lnTo>
                <a:lnTo>
                  <a:pt x="648978" y="27694"/>
                </a:lnTo>
                <a:lnTo>
                  <a:pt x="661386" y="27694"/>
                </a:lnTo>
                <a:lnTo>
                  <a:pt x="661386" y="37291"/>
                </a:lnTo>
                <a:lnTo>
                  <a:pt x="648978" y="37291"/>
                </a:lnTo>
                <a:lnTo>
                  <a:pt x="648978" y="79861"/>
                </a:lnTo>
                <a:cubicBezTo>
                  <a:pt x="648978" y="83380"/>
                  <a:pt x="649195" y="85642"/>
                  <a:pt x="649630" y="86647"/>
                </a:cubicBezTo>
                <a:cubicBezTo>
                  <a:pt x="650064" y="87653"/>
                  <a:pt x="650772" y="88452"/>
                  <a:pt x="651755" y="89046"/>
                </a:cubicBezTo>
                <a:cubicBezTo>
                  <a:pt x="652737" y="89640"/>
                  <a:pt x="654142" y="89938"/>
                  <a:pt x="655970" y="89938"/>
                </a:cubicBezTo>
                <a:cubicBezTo>
                  <a:pt x="657341" y="89938"/>
                  <a:pt x="659147" y="89778"/>
                  <a:pt x="661386" y="89458"/>
                </a:cubicBezTo>
                <a:close/>
                <a:moveTo>
                  <a:pt x="720446" y="73828"/>
                </a:moveTo>
                <a:lnTo>
                  <a:pt x="732579" y="75405"/>
                </a:lnTo>
                <a:cubicBezTo>
                  <a:pt x="731254" y="83768"/>
                  <a:pt x="727861" y="90315"/>
                  <a:pt x="722400" y="95044"/>
                </a:cubicBezTo>
                <a:cubicBezTo>
                  <a:pt x="716938" y="99774"/>
                  <a:pt x="710232" y="102139"/>
                  <a:pt x="702280" y="102139"/>
                </a:cubicBezTo>
                <a:cubicBezTo>
                  <a:pt x="692318" y="102139"/>
                  <a:pt x="684309" y="98883"/>
                  <a:pt x="678253" y="92371"/>
                </a:cubicBezTo>
                <a:cubicBezTo>
                  <a:pt x="672198" y="85859"/>
                  <a:pt x="669171" y="76525"/>
                  <a:pt x="669171" y="64368"/>
                </a:cubicBezTo>
                <a:cubicBezTo>
                  <a:pt x="669171" y="56508"/>
                  <a:pt x="670473" y="49630"/>
                  <a:pt x="673078" y="43735"/>
                </a:cubicBezTo>
                <a:cubicBezTo>
                  <a:pt x="675683" y="37840"/>
                  <a:pt x="679647" y="33418"/>
                  <a:pt x="684971" y="30470"/>
                </a:cubicBezTo>
                <a:cubicBezTo>
                  <a:pt x="690295" y="27523"/>
                  <a:pt x="696088" y="26049"/>
                  <a:pt x="702349" y="26049"/>
                </a:cubicBezTo>
                <a:cubicBezTo>
                  <a:pt x="710255" y="26049"/>
                  <a:pt x="716721" y="28048"/>
                  <a:pt x="721748" y="32047"/>
                </a:cubicBezTo>
                <a:cubicBezTo>
                  <a:pt x="726775" y="36046"/>
                  <a:pt x="729997" y="41724"/>
                  <a:pt x="731414" y="49082"/>
                </a:cubicBezTo>
                <a:lnTo>
                  <a:pt x="719418" y="50933"/>
                </a:lnTo>
                <a:cubicBezTo>
                  <a:pt x="718275" y="46043"/>
                  <a:pt x="716253" y="42364"/>
                  <a:pt x="713351" y="39896"/>
                </a:cubicBezTo>
                <a:cubicBezTo>
                  <a:pt x="710449" y="37428"/>
                  <a:pt x="706942" y="36194"/>
                  <a:pt x="702829" y="36194"/>
                </a:cubicBezTo>
                <a:cubicBezTo>
                  <a:pt x="696613" y="36194"/>
                  <a:pt x="691564" y="38422"/>
                  <a:pt x="687679" y="42878"/>
                </a:cubicBezTo>
                <a:cubicBezTo>
                  <a:pt x="683795" y="47334"/>
                  <a:pt x="681852" y="54383"/>
                  <a:pt x="681852" y="64026"/>
                </a:cubicBezTo>
                <a:cubicBezTo>
                  <a:pt x="681852" y="73805"/>
                  <a:pt x="683726" y="80912"/>
                  <a:pt x="687473" y="85345"/>
                </a:cubicBezTo>
                <a:cubicBezTo>
                  <a:pt x="691221" y="89778"/>
                  <a:pt x="696111" y="91994"/>
                  <a:pt x="702143" y="91994"/>
                </a:cubicBezTo>
                <a:cubicBezTo>
                  <a:pt x="706987" y="91994"/>
                  <a:pt x="711032" y="90509"/>
                  <a:pt x="714276" y="87538"/>
                </a:cubicBezTo>
                <a:cubicBezTo>
                  <a:pt x="717521" y="84568"/>
                  <a:pt x="719578" y="79998"/>
                  <a:pt x="720446" y="73828"/>
                </a:cubicBezTo>
                <a:close/>
                <a:moveTo>
                  <a:pt x="742883" y="100494"/>
                </a:moveTo>
                <a:lnTo>
                  <a:pt x="742883" y="0"/>
                </a:lnTo>
                <a:lnTo>
                  <a:pt x="755222" y="0"/>
                </a:lnTo>
                <a:lnTo>
                  <a:pt x="755222" y="36057"/>
                </a:lnTo>
                <a:cubicBezTo>
                  <a:pt x="760980" y="29385"/>
                  <a:pt x="768247" y="26049"/>
                  <a:pt x="777021" y="26049"/>
                </a:cubicBezTo>
                <a:cubicBezTo>
                  <a:pt x="782414" y="26049"/>
                  <a:pt x="787098" y="27111"/>
                  <a:pt x="791074" y="29237"/>
                </a:cubicBezTo>
                <a:cubicBezTo>
                  <a:pt x="795050" y="31362"/>
                  <a:pt x="797895" y="34298"/>
                  <a:pt x="799608" y="38045"/>
                </a:cubicBezTo>
                <a:cubicBezTo>
                  <a:pt x="801322" y="41793"/>
                  <a:pt x="802179" y="47231"/>
                  <a:pt x="802179" y="54360"/>
                </a:cubicBezTo>
                <a:lnTo>
                  <a:pt x="802179" y="100494"/>
                </a:lnTo>
                <a:lnTo>
                  <a:pt x="789840" y="100494"/>
                </a:lnTo>
                <a:lnTo>
                  <a:pt x="789840" y="54360"/>
                </a:lnTo>
                <a:cubicBezTo>
                  <a:pt x="789840" y="48191"/>
                  <a:pt x="788503" y="43701"/>
                  <a:pt x="785830" y="40890"/>
                </a:cubicBezTo>
                <a:cubicBezTo>
                  <a:pt x="783156" y="38079"/>
                  <a:pt x="779375" y="36674"/>
                  <a:pt x="774485" y="36674"/>
                </a:cubicBezTo>
                <a:cubicBezTo>
                  <a:pt x="770829" y="36674"/>
                  <a:pt x="767390" y="37622"/>
                  <a:pt x="764168" y="39519"/>
                </a:cubicBezTo>
                <a:cubicBezTo>
                  <a:pt x="760946" y="41416"/>
                  <a:pt x="758650" y="43986"/>
                  <a:pt x="757279" y="47231"/>
                </a:cubicBezTo>
                <a:cubicBezTo>
                  <a:pt x="755908" y="50476"/>
                  <a:pt x="755222" y="54954"/>
                  <a:pt x="755222" y="60667"/>
                </a:cubicBezTo>
                <a:lnTo>
                  <a:pt x="755222" y="100494"/>
                </a:lnTo>
                <a:lnTo>
                  <a:pt x="742883" y="100494"/>
                </a:lnTo>
                <a:close/>
                <a:moveTo>
                  <a:pt x="870523" y="77050"/>
                </a:moveTo>
                <a:lnTo>
                  <a:pt x="883273" y="78627"/>
                </a:lnTo>
                <a:cubicBezTo>
                  <a:pt x="881263" y="86076"/>
                  <a:pt x="877538" y="91857"/>
                  <a:pt x="872100" y="95970"/>
                </a:cubicBezTo>
                <a:cubicBezTo>
                  <a:pt x="866661" y="100083"/>
                  <a:pt x="859715" y="102139"/>
                  <a:pt x="851261" y="102139"/>
                </a:cubicBezTo>
                <a:cubicBezTo>
                  <a:pt x="840612" y="102139"/>
                  <a:pt x="832169" y="98860"/>
                  <a:pt x="825931" y="92302"/>
                </a:cubicBezTo>
                <a:cubicBezTo>
                  <a:pt x="819693" y="85745"/>
                  <a:pt x="816574" y="76547"/>
                  <a:pt x="816574" y="64711"/>
                </a:cubicBezTo>
                <a:cubicBezTo>
                  <a:pt x="816574" y="52464"/>
                  <a:pt x="819728" y="42958"/>
                  <a:pt x="826034" y="36194"/>
                </a:cubicBezTo>
                <a:cubicBezTo>
                  <a:pt x="832341" y="29431"/>
                  <a:pt x="840521" y="26049"/>
                  <a:pt x="850575" y="26049"/>
                </a:cubicBezTo>
                <a:cubicBezTo>
                  <a:pt x="860309" y="26049"/>
                  <a:pt x="868261" y="29362"/>
                  <a:pt x="874430" y="35989"/>
                </a:cubicBezTo>
                <a:cubicBezTo>
                  <a:pt x="880600" y="42615"/>
                  <a:pt x="883685" y="51938"/>
                  <a:pt x="883685" y="63957"/>
                </a:cubicBezTo>
                <a:cubicBezTo>
                  <a:pt x="883685" y="64688"/>
                  <a:pt x="883662" y="65785"/>
                  <a:pt x="883616" y="67247"/>
                </a:cubicBezTo>
                <a:lnTo>
                  <a:pt x="829325" y="67247"/>
                </a:lnTo>
                <a:cubicBezTo>
                  <a:pt x="829782" y="75245"/>
                  <a:pt x="832044" y="81369"/>
                  <a:pt x="836111" y="85619"/>
                </a:cubicBezTo>
                <a:cubicBezTo>
                  <a:pt x="840178" y="89869"/>
                  <a:pt x="845251" y="91994"/>
                  <a:pt x="851329" y="91994"/>
                </a:cubicBezTo>
                <a:cubicBezTo>
                  <a:pt x="855853" y="91994"/>
                  <a:pt x="859715" y="90806"/>
                  <a:pt x="862914" y="88429"/>
                </a:cubicBezTo>
                <a:cubicBezTo>
                  <a:pt x="866113" y="86053"/>
                  <a:pt x="868649" y="82260"/>
                  <a:pt x="870523" y="77050"/>
                </a:cubicBezTo>
                <a:moveTo>
                  <a:pt x="830010" y="57102"/>
                </a:moveTo>
                <a:lnTo>
                  <a:pt x="870660" y="57102"/>
                </a:lnTo>
                <a:cubicBezTo>
                  <a:pt x="870112" y="50978"/>
                  <a:pt x="868558" y="46385"/>
                  <a:pt x="865999" y="43324"/>
                </a:cubicBezTo>
                <a:cubicBezTo>
                  <a:pt x="862069" y="38571"/>
                  <a:pt x="856973" y="36194"/>
                  <a:pt x="850712" y="36194"/>
                </a:cubicBezTo>
                <a:cubicBezTo>
                  <a:pt x="845045" y="36194"/>
                  <a:pt x="840281" y="38091"/>
                  <a:pt x="836419" y="41884"/>
                </a:cubicBezTo>
                <a:cubicBezTo>
                  <a:pt x="832558" y="45677"/>
                  <a:pt x="830421" y="50750"/>
                  <a:pt x="830010" y="57102"/>
                </a:cubicBezTo>
                <a:close/>
                <a:moveTo>
                  <a:pt x="898492" y="100494"/>
                </a:moveTo>
                <a:lnTo>
                  <a:pt x="898492" y="27694"/>
                </a:lnTo>
                <a:lnTo>
                  <a:pt x="909597" y="27694"/>
                </a:lnTo>
                <a:lnTo>
                  <a:pt x="909597" y="38045"/>
                </a:lnTo>
                <a:cubicBezTo>
                  <a:pt x="914944" y="30048"/>
                  <a:pt x="922667" y="26049"/>
                  <a:pt x="932767" y="26049"/>
                </a:cubicBezTo>
                <a:cubicBezTo>
                  <a:pt x="937154" y="26049"/>
                  <a:pt x="941187" y="26837"/>
                  <a:pt x="944866" y="28414"/>
                </a:cubicBezTo>
                <a:cubicBezTo>
                  <a:pt x="948545" y="29991"/>
                  <a:pt x="951298" y="32059"/>
                  <a:pt x="953126" y="34618"/>
                </a:cubicBezTo>
                <a:cubicBezTo>
                  <a:pt x="954954" y="37177"/>
                  <a:pt x="956234" y="40216"/>
                  <a:pt x="956965" y="43735"/>
                </a:cubicBezTo>
                <a:cubicBezTo>
                  <a:pt x="957422" y="46020"/>
                  <a:pt x="957650" y="50019"/>
                  <a:pt x="957650" y="55731"/>
                </a:cubicBezTo>
                <a:lnTo>
                  <a:pt x="957650" y="100494"/>
                </a:lnTo>
                <a:lnTo>
                  <a:pt x="945311" y="100494"/>
                </a:lnTo>
                <a:lnTo>
                  <a:pt x="945311" y="56211"/>
                </a:lnTo>
                <a:cubicBezTo>
                  <a:pt x="945311" y="51184"/>
                  <a:pt x="944832" y="47425"/>
                  <a:pt x="943872" y="44934"/>
                </a:cubicBezTo>
                <a:cubicBezTo>
                  <a:pt x="942912" y="42444"/>
                  <a:pt x="941210" y="40456"/>
                  <a:pt x="938765" y="38971"/>
                </a:cubicBezTo>
                <a:cubicBezTo>
                  <a:pt x="936320" y="37485"/>
                  <a:pt x="933452" y="36743"/>
                  <a:pt x="930162" y="36743"/>
                </a:cubicBezTo>
                <a:cubicBezTo>
                  <a:pt x="924906" y="36743"/>
                  <a:pt x="920371" y="38411"/>
                  <a:pt x="916555" y="41747"/>
                </a:cubicBezTo>
                <a:cubicBezTo>
                  <a:pt x="912739" y="45083"/>
                  <a:pt x="910831" y="51412"/>
                  <a:pt x="910831" y="60735"/>
                </a:cubicBezTo>
                <a:lnTo>
                  <a:pt x="910831" y="100494"/>
                </a:lnTo>
                <a:lnTo>
                  <a:pt x="898492" y="100494"/>
                </a:lnTo>
                <a:close/>
                <a:moveTo>
                  <a:pt x="1062296" y="73828"/>
                </a:moveTo>
                <a:lnTo>
                  <a:pt x="1074429" y="75405"/>
                </a:lnTo>
                <a:cubicBezTo>
                  <a:pt x="1073104" y="83768"/>
                  <a:pt x="1069711" y="90315"/>
                  <a:pt x="1064250" y="95044"/>
                </a:cubicBezTo>
                <a:cubicBezTo>
                  <a:pt x="1058789" y="99774"/>
                  <a:pt x="1052082" y="102139"/>
                  <a:pt x="1044130" y="102139"/>
                </a:cubicBezTo>
                <a:cubicBezTo>
                  <a:pt x="1034168" y="102139"/>
                  <a:pt x="1026159" y="98883"/>
                  <a:pt x="1020104" y="92371"/>
                </a:cubicBezTo>
                <a:cubicBezTo>
                  <a:pt x="1014048" y="85859"/>
                  <a:pt x="1011021" y="76525"/>
                  <a:pt x="1011021" y="64368"/>
                </a:cubicBezTo>
                <a:cubicBezTo>
                  <a:pt x="1011021" y="56508"/>
                  <a:pt x="1012323" y="49630"/>
                  <a:pt x="1014928" y="43735"/>
                </a:cubicBezTo>
                <a:cubicBezTo>
                  <a:pt x="1017533" y="37840"/>
                  <a:pt x="1021497" y="33418"/>
                  <a:pt x="1026821" y="30470"/>
                </a:cubicBezTo>
                <a:cubicBezTo>
                  <a:pt x="1032146" y="27523"/>
                  <a:pt x="1037938" y="26049"/>
                  <a:pt x="1044199" y="26049"/>
                </a:cubicBezTo>
                <a:cubicBezTo>
                  <a:pt x="1052105" y="26049"/>
                  <a:pt x="1058572" y="28048"/>
                  <a:pt x="1063599" y="32047"/>
                </a:cubicBezTo>
                <a:cubicBezTo>
                  <a:pt x="1068625" y="36046"/>
                  <a:pt x="1071847" y="41724"/>
                  <a:pt x="1073264" y="49082"/>
                </a:cubicBezTo>
                <a:lnTo>
                  <a:pt x="1061268" y="50933"/>
                </a:lnTo>
                <a:cubicBezTo>
                  <a:pt x="1060125" y="46043"/>
                  <a:pt x="1058103" y="42364"/>
                  <a:pt x="1055201" y="39896"/>
                </a:cubicBezTo>
                <a:cubicBezTo>
                  <a:pt x="1052299" y="37428"/>
                  <a:pt x="1048792" y="36194"/>
                  <a:pt x="1044679" y="36194"/>
                </a:cubicBezTo>
                <a:cubicBezTo>
                  <a:pt x="1038464" y="36194"/>
                  <a:pt x="1033414" y="38422"/>
                  <a:pt x="1029529" y="42878"/>
                </a:cubicBezTo>
                <a:cubicBezTo>
                  <a:pt x="1025645" y="47334"/>
                  <a:pt x="1023702" y="54383"/>
                  <a:pt x="1023702" y="64026"/>
                </a:cubicBezTo>
                <a:cubicBezTo>
                  <a:pt x="1023702" y="73805"/>
                  <a:pt x="1025576" y="80912"/>
                  <a:pt x="1029324" y="85345"/>
                </a:cubicBezTo>
                <a:cubicBezTo>
                  <a:pt x="1033071" y="89778"/>
                  <a:pt x="1037961" y="91994"/>
                  <a:pt x="1043993" y="91994"/>
                </a:cubicBezTo>
                <a:cubicBezTo>
                  <a:pt x="1048837" y="91994"/>
                  <a:pt x="1052882" y="90509"/>
                  <a:pt x="1056127" y="87538"/>
                </a:cubicBezTo>
                <a:cubicBezTo>
                  <a:pt x="1059371" y="84568"/>
                  <a:pt x="1061428" y="79998"/>
                  <a:pt x="1062296" y="73828"/>
                </a:cubicBezTo>
                <a:close/>
                <a:moveTo>
                  <a:pt x="1132239" y="91514"/>
                </a:moveTo>
                <a:cubicBezTo>
                  <a:pt x="1127669" y="95399"/>
                  <a:pt x="1123270" y="98141"/>
                  <a:pt x="1119043" y="99740"/>
                </a:cubicBezTo>
                <a:cubicBezTo>
                  <a:pt x="1114815" y="101340"/>
                  <a:pt x="1110280" y="102139"/>
                  <a:pt x="1105435" y="102139"/>
                </a:cubicBezTo>
                <a:cubicBezTo>
                  <a:pt x="1097438" y="102139"/>
                  <a:pt x="1091291" y="100186"/>
                  <a:pt x="1086996" y="96278"/>
                </a:cubicBezTo>
                <a:cubicBezTo>
                  <a:pt x="1082700" y="92371"/>
                  <a:pt x="1080552" y="87378"/>
                  <a:pt x="1080552" y="81300"/>
                </a:cubicBezTo>
                <a:cubicBezTo>
                  <a:pt x="1080552" y="77736"/>
                  <a:pt x="1081363" y="74479"/>
                  <a:pt x="1082985" y="71532"/>
                </a:cubicBezTo>
                <a:cubicBezTo>
                  <a:pt x="1084608" y="68584"/>
                  <a:pt x="1086733" y="66219"/>
                  <a:pt x="1089361" y="64437"/>
                </a:cubicBezTo>
                <a:cubicBezTo>
                  <a:pt x="1091988" y="62655"/>
                  <a:pt x="1094947" y="61306"/>
                  <a:pt x="1098238" y="60392"/>
                </a:cubicBezTo>
                <a:cubicBezTo>
                  <a:pt x="1100660" y="59753"/>
                  <a:pt x="1104316" y="59136"/>
                  <a:pt x="1109206" y="58542"/>
                </a:cubicBezTo>
                <a:cubicBezTo>
                  <a:pt x="1119168" y="57353"/>
                  <a:pt x="1126503" y="55937"/>
                  <a:pt x="1131210" y="54292"/>
                </a:cubicBezTo>
                <a:cubicBezTo>
                  <a:pt x="1131256" y="52601"/>
                  <a:pt x="1131279" y="51527"/>
                  <a:pt x="1131279" y="51070"/>
                </a:cubicBezTo>
                <a:cubicBezTo>
                  <a:pt x="1131279" y="46043"/>
                  <a:pt x="1130113" y="42501"/>
                  <a:pt x="1127783" y="40444"/>
                </a:cubicBezTo>
                <a:cubicBezTo>
                  <a:pt x="1124629" y="37657"/>
                  <a:pt x="1119945" y="36263"/>
                  <a:pt x="1113730" y="36263"/>
                </a:cubicBezTo>
                <a:cubicBezTo>
                  <a:pt x="1107926" y="36263"/>
                  <a:pt x="1103642" y="37280"/>
                  <a:pt x="1100877" y="39313"/>
                </a:cubicBezTo>
                <a:cubicBezTo>
                  <a:pt x="1098112" y="41347"/>
                  <a:pt x="1096067" y="44946"/>
                  <a:pt x="1094742" y="50110"/>
                </a:cubicBezTo>
                <a:lnTo>
                  <a:pt x="1082677" y="48465"/>
                </a:lnTo>
                <a:cubicBezTo>
                  <a:pt x="1083774" y="43301"/>
                  <a:pt x="1085579" y="39131"/>
                  <a:pt x="1088092" y="35954"/>
                </a:cubicBezTo>
                <a:cubicBezTo>
                  <a:pt x="1090606" y="32778"/>
                  <a:pt x="1094239" y="30333"/>
                  <a:pt x="1098992" y="28620"/>
                </a:cubicBezTo>
                <a:cubicBezTo>
                  <a:pt x="1103745" y="26906"/>
                  <a:pt x="1109251" y="26049"/>
                  <a:pt x="1115512" y="26049"/>
                </a:cubicBezTo>
                <a:cubicBezTo>
                  <a:pt x="1121728" y="26049"/>
                  <a:pt x="1126777" y="26780"/>
                  <a:pt x="1130662" y="28243"/>
                </a:cubicBezTo>
                <a:cubicBezTo>
                  <a:pt x="1134546" y="29705"/>
                  <a:pt x="1137403" y="31544"/>
                  <a:pt x="1139231" y="33761"/>
                </a:cubicBezTo>
                <a:cubicBezTo>
                  <a:pt x="1141059" y="35977"/>
                  <a:pt x="1142338" y="38776"/>
                  <a:pt x="1143069" y="42158"/>
                </a:cubicBezTo>
                <a:cubicBezTo>
                  <a:pt x="1143481" y="44260"/>
                  <a:pt x="1143686" y="48053"/>
                  <a:pt x="1143686" y="53537"/>
                </a:cubicBezTo>
                <a:lnTo>
                  <a:pt x="1143686" y="69989"/>
                </a:lnTo>
                <a:cubicBezTo>
                  <a:pt x="1143686" y="81460"/>
                  <a:pt x="1143949" y="88715"/>
                  <a:pt x="1144475" y="91754"/>
                </a:cubicBezTo>
                <a:cubicBezTo>
                  <a:pt x="1145000" y="94793"/>
                  <a:pt x="1146040" y="97706"/>
                  <a:pt x="1147594" y="100494"/>
                </a:cubicBezTo>
                <a:lnTo>
                  <a:pt x="1134706" y="100494"/>
                </a:lnTo>
                <a:cubicBezTo>
                  <a:pt x="1133427" y="97935"/>
                  <a:pt x="1132604" y="94942"/>
                  <a:pt x="1132239" y="91514"/>
                </a:cubicBezTo>
                <a:moveTo>
                  <a:pt x="1131210" y="63957"/>
                </a:moveTo>
                <a:cubicBezTo>
                  <a:pt x="1126732" y="65785"/>
                  <a:pt x="1120014" y="67339"/>
                  <a:pt x="1111057" y="68618"/>
                </a:cubicBezTo>
                <a:cubicBezTo>
                  <a:pt x="1105984" y="69350"/>
                  <a:pt x="1102396" y="70172"/>
                  <a:pt x="1100294" y="71086"/>
                </a:cubicBezTo>
                <a:cubicBezTo>
                  <a:pt x="1098192" y="72000"/>
                  <a:pt x="1096570" y="73337"/>
                  <a:pt x="1095427" y="75096"/>
                </a:cubicBezTo>
                <a:cubicBezTo>
                  <a:pt x="1094285" y="76856"/>
                  <a:pt x="1093713" y="78810"/>
                  <a:pt x="1093713" y="80957"/>
                </a:cubicBezTo>
                <a:cubicBezTo>
                  <a:pt x="1093713" y="84248"/>
                  <a:pt x="1094959" y="86990"/>
                  <a:pt x="1097449" y="89183"/>
                </a:cubicBezTo>
                <a:cubicBezTo>
                  <a:pt x="1099940" y="91377"/>
                  <a:pt x="1103585" y="92474"/>
                  <a:pt x="1108383" y="92474"/>
                </a:cubicBezTo>
                <a:cubicBezTo>
                  <a:pt x="1113136" y="92474"/>
                  <a:pt x="1117363" y="91434"/>
                  <a:pt x="1121065" y="89355"/>
                </a:cubicBezTo>
                <a:cubicBezTo>
                  <a:pt x="1124767" y="87275"/>
                  <a:pt x="1127486" y="84431"/>
                  <a:pt x="1129222" y="80820"/>
                </a:cubicBezTo>
                <a:cubicBezTo>
                  <a:pt x="1130548" y="78033"/>
                  <a:pt x="1131210" y="73920"/>
                  <a:pt x="1131210" y="68481"/>
                </a:cubicBezTo>
                <a:lnTo>
                  <a:pt x="1131210" y="63957"/>
                </a:lnTo>
                <a:close/>
                <a:moveTo>
                  <a:pt x="1173917" y="100494"/>
                </a:moveTo>
                <a:lnTo>
                  <a:pt x="1162469" y="100494"/>
                </a:lnTo>
                <a:lnTo>
                  <a:pt x="1162469" y="0"/>
                </a:lnTo>
                <a:lnTo>
                  <a:pt x="1174808" y="0"/>
                </a:lnTo>
                <a:lnTo>
                  <a:pt x="1174808" y="35852"/>
                </a:lnTo>
                <a:cubicBezTo>
                  <a:pt x="1180018" y="29317"/>
                  <a:pt x="1186667" y="26049"/>
                  <a:pt x="1194756" y="26049"/>
                </a:cubicBezTo>
                <a:cubicBezTo>
                  <a:pt x="1199235" y="26049"/>
                  <a:pt x="1203473" y="26952"/>
                  <a:pt x="1207472" y="28757"/>
                </a:cubicBezTo>
                <a:cubicBezTo>
                  <a:pt x="1211471" y="30562"/>
                  <a:pt x="1214761" y="33098"/>
                  <a:pt x="1217343" y="36366"/>
                </a:cubicBezTo>
                <a:cubicBezTo>
                  <a:pt x="1219925" y="39633"/>
                  <a:pt x="1221948" y="43575"/>
                  <a:pt x="1223410" y="48191"/>
                </a:cubicBezTo>
                <a:cubicBezTo>
                  <a:pt x="1224872" y="52806"/>
                  <a:pt x="1225604" y="57742"/>
                  <a:pt x="1225604" y="62997"/>
                </a:cubicBezTo>
                <a:cubicBezTo>
                  <a:pt x="1225604" y="75473"/>
                  <a:pt x="1222519" y="85116"/>
                  <a:pt x="1216349" y="91925"/>
                </a:cubicBezTo>
                <a:cubicBezTo>
                  <a:pt x="1210180" y="98735"/>
                  <a:pt x="1202777" y="102139"/>
                  <a:pt x="1194139" y="102139"/>
                </a:cubicBezTo>
                <a:cubicBezTo>
                  <a:pt x="1185548" y="102139"/>
                  <a:pt x="1178807" y="98552"/>
                  <a:pt x="1173917" y="91377"/>
                </a:cubicBezTo>
                <a:lnTo>
                  <a:pt x="1173917" y="100494"/>
                </a:lnTo>
                <a:moveTo>
                  <a:pt x="1173780" y="63546"/>
                </a:moveTo>
                <a:cubicBezTo>
                  <a:pt x="1173780" y="72274"/>
                  <a:pt x="1174968" y="78581"/>
                  <a:pt x="1177344" y="82466"/>
                </a:cubicBezTo>
                <a:cubicBezTo>
                  <a:pt x="1181229" y="88818"/>
                  <a:pt x="1186484" y="91994"/>
                  <a:pt x="1193111" y="91994"/>
                </a:cubicBezTo>
                <a:cubicBezTo>
                  <a:pt x="1198504" y="91994"/>
                  <a:pt x="1203165" y="89652"/>
                  <a:pt x="1207095" y="84968"/>
                </a:cubicBezTo>
                <a:cubicBezTo>
                  <a:pt x="1211025" y="80283"/>
                  <a:pt x="1212990" y="73303"/>
                  <a:pt x="1212990" y="64026"/>
                </a:cubicBezTo>
                <a:cubicBezTo>
                  <a:pt x="1212990" y="54520"/>
                  <a:pt x="1211105" y="47505"/>
                  <a:pt x="1207335" y="42981"/>
                </a:cubicBezTo>
                <a:cubicBezTo>
                  <a:pt x="1203565" y="38457"/>
                  <a:pt x="1199006" y="36194"/>
                  <a:pt x="1193659" y="36194"/>
                </a:cubicBezTo>
                <a:cubicBezTo>
                  <a:pt x="1188267" y="36194"/>
                  <a:pt x="1183605" y="38536"/>
                  <a:pt x="1179675" y="43221"/>
                </a:cubicBezTo>
                <a:cubicBezTo>
                  <a:pt x="1175745" y="47905"/>
                  <a:pt x="1173780" y="54680"/>
                  <a:pt x="1173780" y="63546"/>
                </a:cubicBezTo>
                <a:close/>
                <a:moveTo>
                  <a:pt x="1240411" y="14190"/>
                </a:moveTo>
                <a:lnTo>
                  <a:pt x="1240411" y="0"/>
                </a:lnTo>
                <a:lnTo>
                  <a:pt x="1252750" y="0"/>
                </a:lnTo>
                <a:lnTo>
                  <a:pt x="1252750" y="14190"/>
                </a:lnTo>
                <a:lnTo>
                  <a:pt x="1240411" y="14190"/>
                </a:lnTo>
                <a:moveTo>
                  <a:pt x="1240411" y="100494"/>
                </a:moveTo>
                <a:lnTo>
                  <a:pt x="1240411" y="27694"/>
                </a:lnTo>
                <a:lnTo>
                  <a:pt x="1252750" y="27694"/>
                </a:lnTo>
                <a:lnTo>
                  <a:pt x="1252750" y="100494"/>
                </a:lnTo>
                <a:lnTo>
                  <a:pt x="1240411" y="100494"/>
                </a:lnTo>
                <a:close/>
                <a:moveTo>
                  <a:pt x="1271817" y="100494"/>
                </a:moveTo>
                <a:lnTo>
                  <a:pt x="1271817" y="27694"/>
                </a:lnTo>
                <a:lnTo>
                  <a:pt x="1282922" y="27694"/>
                </a:lnTo>
                <a:lnTo>
                  <a:pt x="1282922" y="38045"/>
                </a:lnTo>
                <a:cubicBezTo>
                  <a:pt x="1288269" y="30048"/>
                  <a:pt x="1295993" y="26049"/>
                  <a:pt x="1306092" y="26049"/>
                </a:cubicBezTo>
                <a:cubicBezTo>
                  <a:pt x="1310480" y="26049"/>
                  <a:pt x="1314513" y="26837"/>
                  <a:pt x="1318191" y="28414"/>
                </a:cubicBezTo>
                <a:cubicBezTo>
                  <a:pt x="1321870" y="29991"/>
                  <a:pt x="1324624" y="32059"/>
                  <a:pt x="1326452" y="34618"/>
                </a:cubicBezTo>
                <a:cubicBezTo>
                  <a:pt x="1328280" y="37177"/>
                  <a:pt x="1329559" y="40216"/>
                  <a:pt x="1330290" y="43735"/>
                </a:cubicBezTo>
                <a:cubicBezTo>
                  <a:pt x="1330747" y="46020"/>
                  <a:pt x="1330976" y="50019"/>
                  <a:pt x="1330976" y="55731"/>
                </a:cubicBezTo>
                <a:lnTo>
                  <a:pt x="1330976" y="100494"/>
                </a:lnTo>
                <a:lnTo>
                  <a:pt x="1318637" y="100494"/>
                </a:lnTo>
                <a:lnTo>
                  <a:pt x="1318637" y="56211"/>
                </a:lnTo>
                <a:cubicBezTo>
                  <a:pt x="1318637" y="51184"/>
                  <a:pt x="1318157" y="47425"/>
                  <a:pt x="1317197" y="44934"/>
                </a:cubicBezTo>
                <a:cubicBezTo>
                  <a:pt x="1316238" y="42444"/>
                  <a:pt x="1314535" y="40456"/>
                  <a:pt x="1312090" y="38971"/>
                </a:cubicBezTo>
                <a:cubicBezTo>
                  <a:pt x="1309645" y="37485"/>
                  <a:pt x="1306778" y="36743"/>
                  <a:pt x="1303487" y="36743"/>
                </a:cubicBezTo>
                <a:cubicBezTo>
                  <a:pt x="1298232" y="36743"/>
                  <a:pt x="1293696" y="38411"/>
                  <a:pt x="1289880" y="41747"/>
                </a:cubicBezTo>
                <a:cubicBezTo>
                  <a:pt x="1286064" y="45083"/>
                  <a:pt x="1284156" y="51412"/>
                  <a:pt x="1284156" y="60735"/>
                </a:cubicBezTo>
                <a:lnTo>
                  <a:pt x="1284156" y="100494"/>
                </a:lnTo>
                <a:lnTo>
                  <a:pt x="1271817" y="100494"/>
                </a:lnTo>
                <a:close/>
                <a:moveTo>
                  <a:pt x="1399457" y="77050"/>
                </a:moveTo>
                <a:lnTo>
                  <a:pt x="1412208" y="78627"/>
                </a:lnTo>
                <a:cubicBezTo>
                  <a:pt x="1410197" y="86076"/>
                  <a:pt x="1406472" y="91857"/>
                  <a:pt x="1401034" y="95970"/>
                </a:cubicBezTo>
                <a:cubicBezTo>
                  <a:pt x="1395596" y="100083"/>
                  <a:pt x="1388649" y="102139"/>
                  <a:pt x="1380195" y="102139"/>
                </a:cubicBezTo>
                <a:cubicBezTo>
                  <a:pt x="1369547" y="102139"/>
                  <a:pt x="1361104" y="98860"/>
                  <a:pt x="1354866" y="92302"/>
                </a:cubicBezTo>
                <a:cubicBezTo>
                  <a:pt x="1348628" y="85745"/>
                  <a:pt x="1345509" y="76547"/>
                  <a:pt x="1345509" y="64711"/>
                </a:cubicBezTo>
                <a:cubicBezTo>
                  <a:pt x="1345509" y="52464"/>
                  <a:pt x="1348662" y="42958"/>
                  <a:pt x="1354969" y="36194"/>
                </a:cubicBezTo>
                <a:cubicBezTo>
                  <a:pt x="1361275" y="29431"/>
                  <a:pt x="1369455" y="26049"/>
                  <a:pt x="1379509" y="26049"/>
                </a:cubicBezTo>
                <a:cubicBezTo>
                  <a:pt x="1389244" y="26049"/>
                  <a:pt x="1397195" y="29362"/>
                  <a:pt x="1403365" y="35989"/>
                </a:cubicBezTo>
                <a:cubicBezTo>
                  <a:pt x="1409534" y="42615"/>
                  <a:pt x="1412619" y="51938"/>
                  <a:pt x="1412619" y="63957"/>
                </a:cubicBezTo>
                <a:cubicBezTo>
                  <a:pt x="1412619" y="64688"/>
                  <a:pt x="1412596" y="65785"/>
                  <a:pt x="1412550" y="67247"/>
                </a:cubicBezTo>
                <a:lnTo>
                  <a:pt x="1358259" y="67247"/>
                </a:lnTo>
                <a:cubicBezTo>
                  <a:pt x="1358716" y="75245"/>
                  <a:pt x="1360978" y="81369"/>
                  <a:pt x="1365045" y="85619"/>
                </a:cubicBezTo>
                <a:cubicBezTo>
                  <a:pt x="1369113" y="89869"/>
                  <a:pt x="1374185" y="91994"/>
                  <a:pt x="1380263" y="91994"/>
                </a:cubicBezTo>
                <a:cubicBezTo>
                  <a:pt x="1384788" y="91994"/>
                  <a:pt x="1388649" y="90806"/>
                  <a:pt x="1391848" y="88429"/>
                </a:cubicBezTo>
                <a:cubicBezTo>
                  <a:pt x="1395047" y="86053"/>
                  <a:pt x="1397584" y="82260"/>
                  <a:pt x="1399457" y="77050"/>
                </a:cubicBezTo>
                <a:moveTo>
                  <a:pt x="1358944" y="57102"/>
                </a:moveTo>
                <a:lnTo>
                  <a:pt x="1399595" y="57102"/>
                </a:lnTo>
                <a:cubicBezTo>
                  <a:pt x="1399046" y="50978"/>
                  <a:pt x="1397492" y="46385"/>
                  <a:pt x="1394933" y="43324"/>
                </a:cubicBezTo>
                <a:cubicBezTo>
                  <a:pt x="1391003" y="38571"/>
                  <a:pt x="1385907" y="36194"/>
                  <a:pt x="1379647" y="36194"/>
                </a:cubicBezTo>
                <a:cubicBezTo>
                  <a:pt x="1373980" y="36194"/>
                  <a:pt x="1369216" y="38091"/>
                  <a:pt x="1365354" y="41884"/>
                </a:cubicBezTo>
                <a:cubicBezTo>
                  <a:pt x="1361492" y="45677"/>
                  <a:pt x="1359356" y="50750"/>
                  <a:pt x="1358944" y="57102"/>
                </a:cubicBezTo>
                <a:close/>
                <a:moveTo>
                  <a:pt x="1454366" y="89458"/>
                </a:moveTo>
                <a:lnTo>
                  <a:pt x="1456148" y="100357"/>
                </a:lnTo>
                <a:cubicBezTo>
                  <a:pt x="1452675" y="101088"/>
                  <a:pt x="1449567" y="101454"/>
                  <a:pt x="1446825" y="101454"/>
                </a:cubicBezTo>
                <a:cubicBezTo>
                  <a:pt x="1442347" y="101454"/>
                  <a:pt x="1438874" y="100746"/>
                  <a:pt x="1436406" y="99329"/>
                </a:cubicBezTo>
                <a:cubicBezTo>
                  <a:pt x="1433938" y="97912"/>
                  <a:pt x="1432201" y="96050"/>
                  <a:pt x="1431196" y="93742"/>
                </a:cubicBezTo>
                <a:cubicBezTo>
                  <a:pt x="1430191" y="91434"/>
                  <a:pt x="1429688" y="86579"/>
                  <a:pt x="1429688" y="79175"/>
                </a:cubicBezTo>
                <a:lnTo>
                  <a:pt x="1429688" y="37291"/>
                </a:lnTo>
                <a:lnTo>
                  <a:pt x="1420639" y="37291"/>
                </a:lnTo>
                <a:lnTo>
                  <a:pt x="1420639" y="27694"/>
                </a:lnTo>
                <a:lnTo>
                  <a:pt x="1429688" y="27694"/>
                </a:lnTo>
                <a:lnTo>
                  <a:pt x="1429688" y="9666"/>
                </a:lnTo>
                <a:lnTo>
                  <a:pt x="1441958" y="2262"/>
                </a:lnTo>
                <a:lnTo>
                  <a:pt x="1441958" y="27694"/>
                </a:lnTo>
                <a:lnTo>
                  <a:pt x="1454366" y="27694"/>
                </a:lnTo>
                <a:lnTo>
                  <a:pt x="1454366" y="37291"/>
                </a:lnTo>
                <a:lnTo>
                  <a:pt x="1441958" y="37291"/>
                </a:lnTo>
                <a:lnTo>
                  <a:pt x="1441958" y="79861"/>
                </a:lnTo>
                <a:cubicBezTo>
                  <a:pt x="1441958" y="83380"/>
                  <a:pt x="1442175" y="85642"/>
                  <a:pt x="1442609" y="86647"/>
                </a:cubicBezTo>
                <a:cubicBezTo>
                  <a:pt x="1443044" y="87653"/>
                  <a:pt x="1443752" y="88452"/>
                  <a:pt x="1444735" y="89046"/>
                </a:cubicBezTo>
                <a:cubicBezTo>
                  <a:pt x="1445717" y="89640"/>
                  <a:pt x="1447122" y="89938"/>
                  <a:pt x="1448950" y="89938"/>
                </a:cubicBezTo>
                <a:cubicBezTo>
                  <a:pt x="1450321" y="89938"/>
                  <a:pt x="1452126" y="89778"/>
                  <a:pt x="1454366" y="89458"/>
                </a:cubicBezTo>
                <a:close/>
                <a:moveTo>
                  <a:pt x="1469417" y="100494"/>
                </a:moveTo>
                <a:lnTo>
                  <a:pt x="1469417" y="86441"/>
                </a:lnTo>
                <a:lnTo>
                  <a:pt x="1483470" y="86441"/>
                </a:lnTo>
                <a:lnTo>
                  <a:pt x="1483470" y="100494"/>
                </a:lnTo>
                <a:lnTo>
                  <a:pt x="1469417" y="100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Question:IfMarkdoesn’tthinkthereisa">
            <a:extLst xmlns:a="http://schemas.openxmlformats.org/drawingml/2006/main">
              <a:ext uri="{FF2B5EF4-FFF2-40B4-BE49-F238E27FC236}">
                <a16:creationId xmlns:a16="http://schemas.microsoft.com/office/drawing/2014/main" id="{0BF93DD4-DE39-4139-9977-00106ED5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560" y="5664248"/>
            <a:ext cx="2540478" cy="112285"/>
          </a:xfrm>
          <a:custGeom xmlns:a="http://schemas.openxmlformats.org/drawingml/2006/main">
            <a:pathLst>
              <a:path w="2540478" h="112285">
                <a:moveTo>
                  <a:pt x="85002" y="89458"/>
                </a:moveTo>
                <a:cubicBezTo>
                  <a:pt x="89983" y="93022"/>
                  <a:pt x="95399" y="95856"/>
                  <a:pt x="101248" y="97958"/>
                </a:cubicBezTo>
                <a:lnTo>
                  <a:pt x="93776" y="112285"/>
                </a:lnTo>
                <a:cubicBezTo>
                  <a:pt x="90714" y="111371"/>
                  <a:pt x="87721" y="110114"/>
                  <a:pt x="84796" y="108515"/>
                </a:cubicBezTo>
                <a:cubicBezTo>
                  <a:pt x="84156" y="108195"/>
                  <a:pt x="79655" y="105224"/>
                  <a:pt x="71292" y="99603"/>
                </a:cubicBezTo>
                <a:cubicBezTo>
                  <a:pt x="64711" y="102482"/>
                  <a:pt x="57422" y="103922"/>
                  <a:pt x="49424" y="103922"/>
                </a:cubicBezTo>
                <a:cubicBezTo>
                  <a:pt x="33978" y="103922"/>
                  <a:pt x="21879" y="99375"/>
                  <a:pt x="13127" y="90280"/>
                </a:cubicBezTo>
                <a:cubicBezTo>
                  <a:pt x="4376" y="81186"/>
                  <a:pt x="0" y="68413"/>
                  <a:pt x="0" y="51961"/>
                </a:cubicBezTo>
                <a:cubicBezTo>
                  <a:pt x="0" y="35555"/>
                  <a:pt x="4387" y="22793"/>
                  <a:pt x="13162" y="13676"/>
                </a:cubicBezTo>
                <a:cubicBezTo>
                  <a:pt x="21936" y="4559"/>
                  <a:pt x="33841" y="0"/>
                  <a:pt x="48876" y="0"/>
                </a:cubicBezTo>
                <a:cubicBezTo>
                  <a:pt x="63774" y="0"/>
                  <a:pt x="75588" y="4559"/>
                  <a:pt x="84316" y="13676"/>
                </a:cubicBezTo>
                <a:cubicBezTo>
                  <a:pt x="93045" y="22793"/>
                  <a:pt x="97409" y="35555"/>
                  <a:pt x="97409" y="51961"/>
                </a:cubicBezTo>
                <a:cubicBezTo>
                  <a:pt x="97409" y="60644"/>
                  <a:pt x="96198" y="68276"/>
                  <a:pt x="93776" y="74857"/>
                </a:cubicBezTo>
                <a:cubicBezTo>
                  <a:pt x="91948" y="79884"/>
                  <a:pt x="89024" y="84751"/>
                  <a:pt x="85002" y="89458"/>
                </a:cubicBezTo>
                <a:moveTo>
                  <a:pt x="68687" y="78010"/>
                </a:moveTo>
                <a:cubicBezTo>
                  <a:pt x="71292" y="74948"/>
                  <a:pt x="73246" y="71246"/>
                  <a:pt x="74548" y="66905"/>
                </a:cubicBezTo>
                <a:cubicBezTo>
                  <a:pt x="75850" y="62563"/>
                  <a:pt x="76502" y="57582"/>
                  <a:pt x="76502" y="51961"/>
                </a:cubicBezTo>
                <a:cubicBezTo>
                  <a:pt x="76502" y="40353"/>
                  <a:pt x="73943" y="31681"/>
                  <a:pt x="68824" y="25946"/>
                </a:cubicBezTo>
                <a:cubicBezTo>
                  <a:pt x="63706" y="20211"/>
                  <a:pt x="57011" y="17343"/>
                  <a:pt x="48739" y="17343"/>
                </a:cubicBezTo>
                <a:cubicBezTo>
                  <a:pt x="40467" y="17343"/>
                  <a:pt x="33761" y="20222"/>
                  <a:pt x="28620" y="25980"/>
                </a:cubicBezTo>
                <a:cubicBezTo>
                  <a:pt x="23478" y="31739"/>
                  <a:pt x="20908" y="40399"/>
                  <a:pt x="20908" y="51961"/>
                </a:cubicBezTo>
                <a:cubicBezTo>
                  <a:pt x="20908" y="63706"/>
                  <a:pt x="23478" y="72492"/>
                  <a:pt x="28620" y="78318"/>
                </a:cubicBezTo>
                <a:cubicBezTo>
                  <a:pt x="33761" y="84145"/>
                  <a:pt x="40262" y="87058"/>
                  <a:pt x="48122" y="87058"/>
                </a:cubicBezTo>
                <a:cubicBezTo>
                  <a:pt x="51047" y="87058"/>
                  <a:pt x="53812" y="86579"/>
                  <a:pt x="56417" y="85619"/>
                </a:cubicBezTo>
                <a:cubicBezTo>
                  <a:pt x="52304" y="82923"/>
                  <a:pt x="48122" y="80820"/>
                  <a:pt x="43872" y="79312"/>
                </a:cubicBezTo>
                <a:lnTo>
                  <a:pt x="49562" y="67727"/>
                </a:lnTo>
                <a:cubicBezTo>
                  <a:pt x="56234" y="70012"/>
                  <a:pt x="62609" y="73440"/>
                  <a:pt x="68687" y="78010"/>
                </a:cubicBezTo>
                <a:close/>
                <a:moveTo>
                  <a:pt x="160302" y="102208"/>
                </a:moveTo>
                <a:lnTo>
                  <a:pt x="160302" y="91309"/>
                </a:lnTo>
                <a:cubicBezTo>
                  <a:pt x="157651" y="95193"/>
                  <a:pt x="154167" y="98255"/>
                  <a:pt x="149848" y="100494"/>
                </a:cubicBezTo>
                <a:cubicBezTo>
                  <a:pt x="145529" y="102733"/>
                  <a:pt x="140971" y="103853"/>
                  <a:pt x="136172" y="103853"/>
                </a:cubicBezTo>
                <a:cubicBezTo>
                  <a:pt x="131282" y="103853"/>
                  <a:pt x="126895" y="102779"/>
                  <a:pt x="123011" y="100631"/>
                </a:cubicBezTo>
                <a:cubicBezTo>
                  <a:pt x="119126" y="98483"/>
                  <a:pt x="116316" y="95467"/>
                  <a:pt x="114579" y="91583"/>
                </a:cubicBezTo>
                <a:cubicBezTo>
                  <a:pt x="112842" y="87698"/>
                  <a:pt x="111974" y="82328"/>
                  <a:pt x="111974" y="75473"/>
                </a:cubicBezTo>
                <a:lnTo>
                  <a:pt x="111974" y="29408"/>
                </a:lnTo>
                <a:lnTo>
                  <a:pt x="131237" y="29408"/>
                </a:lnTo>
                <a:lnTo>
                  <a:pt x="131237" y="62860"/>
                </a:lnTo>
                <a:cubicBezTo>
                  <a:pt x="131237" y="73097"/>
                  <a:pt x="131591" y="79369"/>
                  <a:pt x="132299" y="81677"/>
                </a:cubicBezTo>
                <a:cubicBezTo>
                  <a:pt x="133008" y="83985"/>
                  <a:pt x="134299" y="85813"/>
                  <a:pt x="136172" y="87161"/>
                </a:cubicBezTo>
                <a:cubicBezTo>
                  <a:pt x="138046" y="88509"/>
                  <a:pt x="140422" y="89183"/>
                  <a:pt x="143301" y="89183"/>
                </a:cubicBezTo>
                <a:cubicBezTo>
                  <a:pt x="146592" y="89183"/>
                  <a:pt x="149540" y="88281"/>
                  <a:pt x="152144" y="86476"/>
                </a:cubicBezTo>
                <a:cubicBezTo>
                  <a:pt x="154749" y="84671"/>
                  <a:pt x="156532" y="82431"/>
                  <a:pt x="157491" y="79758"/>
                </a:cubicBezTo>
                <a:cubicBezTo>
                  <a:pt x="158451" y="77084"/>
                  <a:pt x="158931" y="70538"/>
                  <a:pt x="158931" y="60118"/>
                </a:cubicBezTo>
                <a:lnTo>
                  <a:pt x="158931" y="29408"/>
                </a:lnTo>
                <a:lnTo>
                  <a:pt x="178193" y="29408"/>
                </a:lnTo>
                <a:lnTo>
                  <a:pt x="178193" y="102208"/>
                </a:lnTo>
                <a:lnTo>
                  <a:pt x="160302" y="102208"/>
                </a:lnTo>
                <a:close/>
                <a:moveTo>
                  <a:pt x="240210" y="79038"/>
                </a:moveTo>
                <a:lnTo>
                  <a:pt x="259404" y="82260"/>
                </a:lnTo>
                <a:cubicBezTo>
                  <a:pt x="256936" y="89298"/>
                  <a:pt x="253040" y="94656"/>
                  <a:pt x="247716" y="98335"/>
                </a:cubicBezTo>
                <a:cubicBezTo>
                  <a:pt x="242392" y="102014"/>
                  <a:pt x="235731" y="103853"/>
                  <a:pt x="227734" y="103853"/>
                </a:cubicBezTo>
                <a:cubicBezTo>
                  <a:pt x="215075" y="103853"/>
                  <a:pt x="205706" y="99717"/>
                  <a:pt x="199628" y="91446"/>
                </a:cubicBezTo>
                <a:cubicBezTo>
                  <a:pt x="194830" y="84819"/>
                  <a:pt x="192430" y="76456"/>
                  <a:pt x="192430" y="66356"/>
                </a:cubicBezTo>
                <a:cubicBezTo>
                  <a:pt x="192430" y="54292"/>
                  <a:pt x="195584" y="44843"/>
                  <a:pt x="201890" y="38011"/>
                </a:cubicBezTo>
                <a:cubicBezTo>
                  <a:pt x="208197" y="31179"/>
                  <a:pt x="216172" y="27763"/>
                  <a:pt x="225814" y="27763"/>
                </a:cubicBezTo>
                <a:cubicBezTo>
                  <a:pt x="236645" y="27763"/>
                  <a:pt x="245191" y="31339"/>
                  <a:pt x="251452" y="38491"/>
                </a:cubicBezTo>
                <a:cubicBezTo>
                  <a:pt x="257713" y="45643"/>
                  <a:pt x="260706" y="56599"/>
                  <a:pt x="260432" y="71360"/>
                </a:cubicBezTo>
                <a:lnTo>
                  <a:pt x="212173" y="71360"/>
                </a:lnTo>
                <a:cubicBezTo>
                  <a:pt x="212310" y="77073"/>
                  <a:pt x="213864" y="81517"/>
                  <a:pt x="216834" y="84693"/>
                </a:cubicBezTo>
                <a:cubicBezTo>
                  <a:pt x="219805" y="87870"/>
                  <a:pt x="223506" y="89458"/>
                  <a:pt x="227939" y="89458"/>
                </a:cubicBezTo>
                <a:cubicBezTo>
                  <a:pt x="230956" y="89458"/>
                  <a:pt x="233492" y="88635"/>
                  <a:pt x="235548" y="86990"/>
                </a:cubicBezTo>
                <a:cubicBezTo>
                  <a:pt x="237605" y="85345"/>
                  <a:pt x="239159" y="82694"/>
                  <a:pt x="240210" y="79038"/>
                </a:cubicBezTo>
                <a:moveTo>
                  <a:pt x="241307" y="59570"/>
                </a:moveTo>
                <a:cubicBezTo>
                  <a:pt x="241169" y="53994"/>
                  <a:pt x="239730" y="49756"/>
                  <a:pt x="236988" y="46854"/>
                </a:cubicBezTo>
                <a:cubicBezTo>
                  <a:pt x="234246" y="43952"/>
                  <a:pt x="230910" y="42501"/>
                  <a:pt x="226980" y="42501"/>
                </a:cubicBezTo>
                <a:cubicBezTo>
                  <a:pt x="222775" y="42501"/>
                  <a:pt x="219302" y="44032"/>
                  <a:pt x="216560" y="47094"/>
                </a:cubicBezTo>
                <a:cubicBezTo>
                  <a:pt x="213818" y="50156"/>
                  <a:pt x="212470" y="54314"/>
                  <a:pt x="212516" y="59570"/>
                </a:cubicBezTo>
                <a:lnTo>
                  <a:pt x="241307" y="59570"/>
                </a:lnTo>
                <a:close/>
                <a:moveTo>
                  <a:pt x="269069" y="81437"/>
                </a:moveTo>
                <a:lnTo>
                  <a:pt x="288401" y="78490"/>
                </a:lnTo>
                <a:cubicBezTo>
                  <a:pt x="289223" y="82237"/>
                  <a:pt x="290891" y="85082"/>
                  <a:pt x="293405" y="87024"/>
                </a:cubicBezTo>
                <a:cubicBezTo>
                  <a:pt x="295918" y="88966"/>
                  <a:pt x="299437" y="89938"/>
                  <a:pt x="303961" y="89938"/>
                </a:cubicBezTo>
                <a:cubicBezTo>
                  <a:pt x="308943" y="89938"/>
                  <a:pt x="312690" y="89024"/>
                  <a:pt x="315204" y="87196"/>
                </a:cubicBezTo>
                <a:cubicBezTo>
                  <a:pt x="316894" y="85916"/>
                  <a:pt x="317740" y="84202"/>
                  <a:pt x="317740" y="82054"/>
                </a:cubicBezTo>
                <a:cubicBezTo>
                  <a:pt x="317740" y="80592"/>
                  <a:pt x="317283" y="79381"/>
                  <a:pt x="316369" y="78421"/>
                </a:cubicBezTo>
                <a:cubicBezTo>
                  <a:pt x="315409" y="77507"/>
                  <a:pt x="313261" y="76662"/>
                  <a:pt x="309925" y="75885"/>
                </a:cubicBezTo>
                <a:cubicBezTo>
                  <a:pt x="294387" y="72457"/>
                  <a:pt x="284539" y="69327"/>
                  <a:pt x="280380" y="66493"/>
                </a:cubicBezTo>
                <a:cubicBezTo>
                  <a:pt x="274622" y="62563"/>
                  <a:pt x="271743" y="57102"/>
                  <a:pt x="271743" y="50110"/>
                </a:cubicBezTo>
                <a:cubicBezTo>
                  <a:pt x="271743" y="43803"/>
                  <a:pt x="274234" y="38502"/>
                  <a:pt x="279215" y="34206"/>
                </a:cubicBezTo>
                <a:cubicBezTo>
                  <a:pt x="284196" y="29911"/>
                  <a:pt x="291919" y="27763"/>
                  <a:pt x="302385" y="27763"/>
                </a:cubicBezTo>
                <a:cubicBezTo>
                  <a:pt x="312347" y="27763"/>
                  <a:pt x="319751" y="29385"/>
                  <a:pt x="324595" y="32630"/>
                </a:cubicBezTo>
                <a:cubicBezTo>
                  <a:pt x="329439" y="35874"/>
                  <a:pt x="332775" y="40673"/>
                  <a:pt x="334603" y="47025"/>
                </a:cubicBezTo>
                <a:lnTo>
                  <a:pt x="316437" y="50384"/>
                </a:lnTo>
                <a:cubicBezTo>
                  <a:pt x="315661" y="47551"/>
                  <a:pt x="314187" y="45380"/>
                  <a:pt x="312016" y="43872"/>
                </a:cubicBezTo>
                <a:cubicBezTo>
                  <a:pt x="309845" y="42364"/>
                  <a:pt x="306749" y="41610"/>
                  <a:pt x="302727" y="41610"/>
                </a:cubicBezTo>
                <a:cubicBezTo>
                  <a:pt x="297655" y="41610"/>
                  <a:pt x="294022" y="42318"/>
                  <a:pt x="291828" y="43735"/>
                </a:cubicBezTo>
                <a:cubicBezTo>
                  <a:pt x="290366" y="44740"/>
                  <a:pt x="289634" y="46043"/>
                  <a:pt x="289634" y="47642"/>
                </a:cubicBezTo>
                <a:cubicBezTo>
                  <a:pt x="289634" y="49013"/>
                  <a:pt x="290274" y="50179"/>
                  <a:pt x="291554" y="51138"/>
                </a:cubicBezTo>
                <a:cubicBezTo>
                  <a:pt x="293290" y="52418"/>
                  <a:pt x="299289" y="54223"/>
                  <a:pt x="309548" y="56554"/>
                </a:cubicBezTo>
                <a:cubicBezTo>
                  <a:pt x="319808" y="58884"/>
                  <a:pt x="326971" y="61741"/>
                  <a:pt x="331039" y="65122"/>
                </a:cubicBezTo>
                <a:cubicBezTo>
                  <a:pt x="335060" y="68550"/>
                  <a:pt x="337071" y="73326"/>
                  <a:pt x="337071" y="79449"/>
                </a:cubicBezTo>
                <a:cubicBezTo>
                  <a:pt x="337071" y="86122"/>
                  <a:pt x="334283" y="91857"/>
                  <a:pt x="328708" y="96655"/>
                </a:cubicBezTo>
                <a:cubicBezTo>
                  <a:pt x="323132" y="101454"/>
                  <a:pt x="314884" y="103853"/>
                  <a:pt x="303961" y="103853"/>
                </a:cubicBezTo>
                <a:cubicBezTo>
                  <a:pt x="294044" y="103853"/>
                  <a:pt x="286195" y="101842"/>
                  <a:pt x="280414" y="97821"/>
                </a:cubicBezTo>
                <a:cubicBezTo>
                  <a:pt x="274633" y="93799"/>
                  <a:pt x="270852" y="88338"/>
                  <a:pt x="269069" y="81437"/>
                </a:cubicBezTo>
                <a:close/>
                <a:moveTo>
                  <a:pt x="387044" y="29408"/>
                </a:moveTo>
                <a:lnTo>
                  <a:pt x="387044" y="44763"/>
                </a:lnTo>
                <a:lnTo>
                  <a:pt x="373882" y="44763"/>
                </a:lnTo>
                <a:lnTo>
                  <a:pt x="373882" y="74102"/>
                </a:lnTo>
                <a:cubicBezTo>
                  <a:pt x="373882" y="80043"/>
                  <a:pt x="374008" y="83505"/>
                  <a:pt x="374259" y="84488"/>
                </a:cubicBezTo>
                <a:cubicBezTo>
                  <a:pt x="374511" y="85470"/>
                  <a:pt x="375082" y="86282"/>
                  <a:pt x="375973" y="86921"/>
                </a:cubicBezTo>
                <a:cubicBezTo>
                  <a:pt x="376864" y="87561"/>
                  <a:pt x="377950" y="87881"/>
                  <a:pt x="379229" y="87881"/>
                </a:cubicBezTo>
                <a:cubicBezTo>
                  <a:pt x="381012" y="87881"/>
                  <a:pt x="383594" y="87264"/>
                  <a:pt x="386975" y="86030"/>
                </a:cubicBezTo>
                <a:lnTo>
                  <a:pt x="388621" y="100974"/>
                </a:lnTo>
                <a:cubicBezTo>
                  <a:pt x="384142" y="102893"/>
                  <a:pt x="379069" y="103853"/>
                  <a:pt x="373403" y="103853"/>
                </a:cubicBezTo>
                <a:cubicBezTo>
                  <a:pt x="369929" y="103853"/>
                  <a:pt x="366799" y="103270"/>
                  <a:pt x="364011" y="102105"/>
                </a:cubicBezTo>
                <a:cubicBezTo>
                  <a:pt x="361224" y="100940"/>
                  <a:pt x="359178" y="99432"/>
                  <a:pt x="357876" y="97581"/>
                </a:cubicBezTo>
                <a:cubicBezTo>
                  <a:pt x="356574" y="95730"/>
                  <a:pt x="355671" y="93228"/>
                  <a:pt x="355168" y="90075"/>
                </a:cubicBezTo>
                <a:cubicBezTo>
                  <a:pt x="354757" y="87835"/>
                  <a:pt x="354551" y="83311"/>
                  <a:pt x="354551" y="76502"/>
                </a:cubicBezTo>
                <a:lnTo>
                  <a:pt x="354551" y="44763"/>
                </a:lnTo>
                <a:lnTo>
                  <a:pt x="345708" y="44763"/>
                </a:lnTo>
                <a:lnTo>
                  <a:pt x="345708" y="29408"/>
                </a:lnTo>
                <a:lnTo>
                  <a:pt x="354551" y="29408"/>
                </a:lnTo>
                <a:lnTo>
                  <a:pt x="354551" y="14944"/>
                </a:lnTo>
                <a:lnTo>
                  <a:pt x="373882" y="3702"/>
                </a:lnTo>
                <a:lnTo>
                  <a:pt x="373882" y="29408"/>
                </a:lnTo>
                <a:lnTo>
                  <a:pt x="387044" y="29408"/>
                </a:lnTo>
                <a:close/>
                <a:moveTo>
                  <a:pt x="400017" y="19537"/>
                </a:moveTo>
                <a:lnTo>
                  <a:pt x="400017" y="1714"/>
                </a:lnTo>
                <a:lnTo>
                  <a:pt x="419279" y="1714"/>
                </a:lnTo>
                <a:lnTo>
                  <a:pt x="419279" y="19537"/>
                </a:lnTo>
                <a:lnTo>
                  <a:pt x="400017" y="19537"/>
                </a:lnTo>
                <a:moveTo>
                  <a:pt x="400017" y="102208"/>
                </a:moveTo>
                <a:lnTo>
                  <a:pt x="400017" y="29408"/>
                </a:lnTo>
                <a:lnTo>
                  <a:pt x="419279" y="29408"/>
                </a:lnTo>
                <a:lnTo>
                  <a:pt x="419279" y="102208"/>
                </a:lnTo>
                <a:lnTo>
                  <a:pt x="400017" y="102208"/>
                </a:lnTo>
                <a:close/>
                <a:moveTo>
                  <a:pt x="434056" y="64780"/>
                </a:moveTo>
                <a:cubicBezTo>
                  <a:pt x="434056" y="58382"/>
                  <a:pt x="435633" y="52189"/>
                  <a:pt x="438786" y="46203"/>
                </a:cubicBezTo>
                <a:cubicBezTo>
                  <a:pt x="441939" y="40216"/>
                  <a:pt x="446406" y="35646"/>
                  <a:pt x="452187" y="32493"/>
                </a:cubicBezTo>
                <a:cubicBezTo>
                  <a:pt x="457968" y="29339"/>
                  <a:pt x="464424" y="27763"/>
                  <a:pt x="471553" y="27763"/>
                </a:cubicBezTo>
                <a:cubicBezTo>
                  <a:pt x="482566" y="27763"/>
                  <a:pt x="491592" y="31339"/>
                  <a:pt x="498630" y="38491"/>
                </a:cubicBezTo>
                <a:cubicBezTo>
                  <a:pt x="505668" y="45643"/>
                  <a:pt x="509187" y="54680"/>
                  <a:pt x="509187" y="65602"/>
                </a:cubicBezTo>
                <a:cubicBezTo>
                  <a:pt x="509187" y="76616"/>
                  <a:pt x="505633" y="85745"/>
                  <a:pt x="498527" y="92988"/>
                </a:cubicBezTo>
                <a:cubicBezTo>
                  <a:pt x="491421" y="100231"/>
                  <a:pt x="482475" y="103853"/>
                  <a:pt x="471690" y="103853"/>
                </a:cubicBezTo>
                <a:cubicBezTo>
                  <a:pt x="465018" y="103853"/>
                  <a:pt x="458654" y="102345"/>
                  <a:pt x="452599" y="99329"/>
                </a:cubicBezTo>
                <a:cubicBezTo>
                  <a:pt x="446543" y="96313"/>
                  <a:pt x="441939" y="91891"/>
                  <a:pt x="438786" y="86064"/>
                </a:cubicBezTo>
                <a:cubicBezTo>
                  <a:pt x="435633" y="80238"/>
                  <a:pt x="434056" y="73143"/>
                  <a:pt x="434056" y="64780"/>
                </a:cubicBezTo>
                <a:moveTo>
                  <a:pt x="453798" y="65808"/>
                </a:moveTo>
                <a:cubicBezTo>
                  <a:pt x="453798" y="73029"/>
                  <a:pt x="455512" y="78558"/>
                  <a:pt x="458940" y="82397"/>
                </a:cubicBezTo>
                <a:cubicBezTo>
                  <a:pt x="462367" y="86236"/>
                  <a:pt x="466594" y="88155"/>
                  <a:pt x="471621" y="88155"/>
                </a:cubicBezTo>
                <a:cubicBezTo>
                  <a:pt x="476648" y="88155"/>
                  <a:pt x="480864" y="86236"/>
                  <a:pt x="484269" y="82397"/>
                </a:cubicBezTo>
                <a:cubicBezTo>
                  <a:pt x="487673" y="78558"/>
                  <a:pt x="489376" y="72983"/>
                  <a:pt x="489376" y="65671"/>
                </a:cubicBezTo>
                <a:cubicBezTo>
                  <a:pt x="489376" y="58542"/>
                  <a:pt x="487673" y="53058"/>
                  <a:pt x="484269" y="49219"/>
                </a:cubicBezTo>
                <a:cubicBezTo>
                  <a:pt x="480864" y="45380"/>
                  <a:pt x="476648" y="43461"/>
                  <a:pt x="471621" y="43461"/>
                </a:cubicBezTo>
                <a:cubicBezTo>
                  <a:pt x="466594" y="43461"/>
                  <a:pt x="462367" y="45380"/>
                  <a:pt x="458940" y="49219"/>
                </a:cubicBezTo>
                <a:cubicBezTo>
                  <a:pt x="455512" y="53058"/>
                  <a:pt x="453798" y="58587"/>
                  <a:pt x="453798" y="65808"/>
                </a:cubicBezTo>
                <a:close/>
                <a:moveTo>
                  <a:pt x="590397" y="102208"/>
                </a:moveTo>
                <a:lnTo>
                  <a:pt x="571134" y="102208"/>
                </a:lnTo>
                <a:lnTo>
                  <a:pt x="571134" y="65054"/>
                </a:lnTo>
                <a:cubicBezTo>
                  <a:pt x="571134" y="57193"/>
                  <a:pt x="570723" y="52109"/>
                  <a:pt x="569901" y="49802"/>
                </a:cubicBezTo>
                <a:cubicBezTo>
                  <a:pt x="569078" y="47494"/>
                  <a:pt x="567741" y="45700"/>
                  <a:pt x="565890" y="44420"/>
                </a:cubicBezTo>
                <a:cubicBezTo>
                  <a:pt x="564040" y="43141"/>
                  <a:pt x="561812" y="42501"/>
                  <a:pt x="559207" y="42501"/>
                </a:cubicBezTo>
                <a:cubicBezTo>
                  <a:pt x="555871" y="42501"/>
                  <a:pt x="552877" y="43415"/>
                  <a:pt x="550227" y="45243"/>
                </a:cubicBezTo>
                <a:cubicBezTo>
                  <a:pt x="547576" y="47071"/>
                  <a:pt x="545760" y="49493"/>
                  <a:pt x="544777" y="52509"/>
                </a:cubicBezTo>
                <a:cubicBezTo>
                  <a:pt x="543794" y="55525"/>
                  <a:pt x="543303" y="61101"/>
                  <a:pt x="543303" y="69235"/>
                </a:cubicBezTo>
                <a:lnTo>
                  <a:pt x="543303" y="102208"/>
                </a:lnTo>
                <a:lnTo>
                  <a:pt x="524041" y="102208"/>
                </a:lnTo>
                <a:lnTo>
                  <a:pt x="524041" y="29408"/>
                </a:lnTo>
                <a:lnTo>
                  <a:pt x="541932" y="29408"/>
                </a:lnTo>
                <a:lnTo>
                  <a:pt x="541932" y="40102"/>
                </a:lnTo>
                <a:cubicBezTo>
                  <a:pt x="548284" y="31876"/>
                  <a:pt x="556282" y="27763"/>
                  <a:pt x="565925" y="27763"/>
                </a:cubicBezTo>
                <a:cubicBezTo>
                  <a:pt x="570175" y="27763"/>
                  <a:pt x="574059" y="28528"/>
                  <a:pt x="577578" y="30059"/>
                </a:cubicBezTo>
                <a:cubicBezTo>
                  <a:pt x="581097" y="31590"/>
                  <a:pt x="583759" y="33544"/>
                  <a:pt x="585564" y="35920"/>
                </a:cubicBezTo>
                <a:cubicBezTo>
                  <a:pt x="587369" y="38297"/>
                  <a:pt x="588626" y="40993"/>
                  <a:pt x="589334" y="44009"/>
                </a:cubicBezTo>
                <a:cubicBezTo>
                  <a:pt x="590043" y="47025"/>
                  <a:pt x="590397" y="51344"/>
                  <a:pt x="590397" y="56965"/>
                </a:cubicBezTo>
                <a:lnTo>
                  <a:pt x="590397" y="102208"/>
                </a:lnTo>
                <a:close/>
                <a:moveTo>
                  <a:pt x="613546" y="48670"/>
                </a:moveTo>
                <a:lnTo>
                  <a:pt x="613546" y="29408"/>
                </a:lnTo>
                <a:lnTo>
                  <a:pt x="632808" y="29408"/>
                </a:lnTo>
                <a:lnTo>
                  <a:pt x="632808" y="48670"/>
                </a:lnTo>
                <a:lnTo>
                  <a:pt x="613546" y="48670"/>
                </a:lnTo>
                <a:moveTo>
                  <a:pt x="613546" y="102208"/>
                </a:moveTo>
                <a:lnTo>
                  <a:pt x="613546" y="82945"/>
                </a:lnTo>
                <a:lnTo>
                  <a:pt x="632808" y="82945"/>
                </a:lnTo>
                <a:lnTo>
                  <a:pt x="632808" y="102208"/>
                </a:lnTo>
                <a:lnTo>
                  <a:pt x="613546" y="102208"/>
                </a:lnTo>
                <a:close/>
                <a:moveTo>
                  <a:pt x="697658" y="102208"/>
                </a:moveTo>
                <a:lnTo>
                  <a:pt x="697658" y="1714"/>
                </a:lnTo>
                <a:lnTo>
                  <a:pt x="710957" y="1714"/>
                </a:lnTo>
                <a:lnTo>
                  <a:pt x="710957" y="102208"/>
                </a:lnTo>
                <a:lnTo>
                  <a:pt x="697658" y="102208"/>
                </a:lnTo>
                <a:close/>
                <a:moveTo>
                  <a:pt x="735234" y="102208"/>
                </a:moveTo>
                <a:lnTo>
                  <a:pt x="735234" y="39005"/>
                </a:lnTo>
                <a:lnTo>
                  <a:pt x="724334" y="39005"/>
                </a:lnTo>
                <a:lnTo>
                  <a:pt x="724334" y="29408"/>
                </a:lnTo>
                <a:lnTo>
                  <a:pt x="735234" y="29408"/>
                </a:lnTo>
                <a:lnTo>
                  <a:pt x="735234" y="21662"/>
                </a:lnTo>
                <a:cubicBezTo>
                  <a:pt x="735234" y="16772"/>
                  <a:pt x="735668" y="13139"/>
                  <a:pt x="736536" y="10762"/>
                </a:cubicBezTo>
                <a:cubicBezTo>
                  <a:pt x="737724" y="7563"/>
                  <a:pt x="739815" y="4970"/>
                  <a:pt x="742808" y="2982"/>
                </a:cubicBezTo>
                <a:cubicBezTo>
                  <a:pt x="745802" y="994"/>
                  <a:pt x="749995" y="0"/>
                  <a:pt x="755387" y="0"/>
                </a:cubicBezTo>
                <a:cubicBezTo>
                  <a:pt x="758860" y="0"/>
                  <a:pt x="762699" y="411"/>
                  <a:pt x="766904" y="1234"/>
                </a:cubicBezTo>
                <a:lnTo>
                  <a:pt x="765053" y="11996"/>
                </a:lnTo>
                <a:cubicBezTo>
                  <a:pt x="762494" y="11539"/>
                  <a:pt x="760071" y="11311"/>
                  <a:pt x="757786" y="11311"/>
                </a:cubicBezTo>
                <a:cubicBezTo>
                  <a:pt x="754039" y="11311"/>
                  <a:pt x="751388" y="12110"/>
                  <a:pt x="749835" y="13710"/>
                </a:cubicBezTo>
                <a:cubicBezTo>
                  <a:pt x="748281" y="15309"/>
                  <a:pt x="747504" y="18303"/>
                  <a:pt x="747504" y="22690"/>
                </a:cubicBezTo>
                <a:lnTo>
                  <a:pt x="747504" y="29408"/>
                </a:lnTo>
                <a:lnTo>
                  <a:pt x="761694" y="29408"/>
                </a:lnTo>
                <a:lnTo>
                  <a:pt x="761694" y="39005"/>
                </a:lnTo>
                <a:lnTo>
                  <a:pt x="747504" y="39005"/>
                </a:lnTo>
                <a:lnTo>
                  <a:pt x="747504" y="102208"/>
                </a:lnTo>
                <a:lnTo>
                  <a:pt x="735234" y="102208"/>
                </a:lnTo>
                <a:close/>
                <a:moveTo>
                  <a:pt x="810385" y="102208"/>
                </a:moveTo>
                <a:lnTo>
                  <a:pt x="810385" y="1714"/>
                </a:lnTo>
                <a:lnTo>
                  <a:pt x="830402" y="1714"/>
                </a:lnTo>
                <a:lnTo>
                  <a:pt x="854189" y="72869"/>
                </a:lnTo>
                <a:cubicBezTo>
                  <a:pt x="856382" y="79495"/>
                  <a:pt x="857982" y="84454"/>
                  <a:pt x="858987" y="87744"/>
                </a:cubicBezTo>
                <a:cubicBezTo>
                  <a:pt x="860130" y="84088"/>
                  <a:pt x="861912" y="78718"/>
                  <a:pt x="864334" y="71635"/>
                </a:cubicBezTo>
                <a:lnTo>
                  <a:pt x="888395" y="1714"/>
                </a:lnTo>
                <a:lnTo>
                  <a:pt x="906287" y="1714"/>
                </a:lnTo>
                <a:lnTo>
                  <a:pt x="906287" y="102208"/>
                </a:lnTo>
                <a:lnTo>
                  <a:pt x="893468" y="102208"/>
                </a:lnTo>
                <a:lnTo>
                  <a:pt x="893468" y="18097"/>
                </a:lnTo>
                <a:lnTo>
                  <a:pt x="864266" y="102208"/>
                </a:lnTo>
                <a:lnTo>
                  <a:pt x="852269" y="102208"/>
                </a:lnTo>
                <a:lnTo>
                  <a:pt x="823204" y="16658"/>
                </a:lnTo>
                <a:lnTo>
                  <a:pt x="823204" y="102208"/>
                </a:lnTo>
                <a:lnTo>
                  <a:pt x="810385" y="102208"/>
                </a:lnTo>
                <a:close/>
                <a:moveTo>
                  <a:pt x="972968" y="93228"/>
                </a:moveTo>
                <a:cubicBezTo>
                  <a:pt x="968398" y="97112"/>
                  <a:pt x="963999" y="99854"/>
                  <a:pt x="959772" y="101454"/>
                </a:cubicBezTo>
                <a:cubicBezTo>
                  <a:pt x="955545" y="103053"/>
                  <a:pt x="951009" y="103853"/>
                  <a:pt x="946165" y="103853"/>
                </a:cubicBezTo>
                <a:cubicBezTo>
                  <a:pt x="938167" y="103853"/>
                  <a:pt x="932021" y="101899"/>
                  <a:pt x="927725" y="97992"/>
                </a:cubicBezTo>
                <a:cubicBezTo>
                  <a:pt x="923429" y="94085"/>
                  <a:pt x="921281" y="89092"/>
                  <a:pt x="921281" y="83014"/>
                </a:cubicBezTo>
                <a:cubicBezTo>
                  <a:pt x="921281" y="79449"/>
                  <a:pt x="922092" y="76193"/>
                  <a:pt x="923715" y="73246"/>
                </a:cubicBezTo>
                <a:cubicBezTo>
                  <a:pt x="925337" y="70298"/>
                  <a:pt x="927462" y="67933"/>
                  <a:pt x="930090" y="66151"/>
                </a:cubicBezTo>
                <a:cubicBezTo>
                  <a:pt x="932718" y="64368"/>
                  <a:pt x="935677" y="63020"/>
                  <a:pt x="938967" y="62106"/>
                </a:cubicBezTo>
                <a:cubicBezTo>
                  <a:pt x="941389" y="61466"/>
                  <a:pt x="945045" y="60849"/>
                  <a:pt x="949935" y="60255"/>
                </a:cubicBezTo>
                <a:cubicBezTo>
                  <a:pt x="959898" y="59067"/>
                  <a:pt x="967233" y="57650"/>
                  <a:pt x="971940" y="56005"/>
                </a:cubicBezTo>
                <a:cubicBezTo>
                  <a:pt x="971985" y="54314"/>
                  <a:pt x="972008" y="53240"/>
                  <a:pt x="972008" y="52783"/>
                </a:cubicBezTo>
                <a:cubicBezTo>
                  <a:pt x="972008" y="47756"/>
                  <a:pt x="970843" y="44215"/>
                  <a:pt x="968512" y="42158"/>
                </a:cubicBezTo>
                <a:cubicBezTo>
                  <a:pt x="965359" y="39371"/>
                  <a:pt x="960675" y="37977"/>
                  <a:pt x="954459" y="37977"/>
                </a:cubicBezTo>
                <a:cubicBezTo>
                  <a:pt x="948656" y="37977"/>
                  <a:pt x="944371" y="38993"/>
                  <a:pt x="941606" y="41027"/>
                </a:cubicBezTo>
                <a:cubicBezTo>
                  <a:pt x="938842" y="43061"/>
                  <a:pt x="936796" y="46660"/>
                  <a:pt x="935471" y="51824"/>
                </a:cubicBezTo>
                <a:lnTo>
                  <a:pt x="923406" y="50179"/>
                </a:lnTo>
                <a:cubicBezTo>
                  <a:pt x="924503" y="45014"/>
                  <a:pt x="926308" y="40844"/>
                  <a:pt x="928822" y="37668"/>
                </a:cubicBezTo>
                <a:cubicBezTo>
                  <a:pt x="931335" y="34492"/>
                  <a:pt x="934968" y="32047"/>
                  <a:pt x="939721" y="30333"/>
                </a:cubicBezTo>
                <a:cubicBezTo>
                  <a:pt x="944474" y="28620"/>
                  <a:pt x="949981" y="27763"/>
                  <a:pt x="956242" y="27763"/>
                </a:cubicBezTo>
                <a:cubicBezTo>
                  <a:pt x="962457" y="27763"/>
                  <a:pt x="967507" y="28494"/>
                  <a:pt x="971391" y="29956"/>
                </a:cubicBezTo>
                <a:cubicBezTo>
                  <a:pt x="975276" y="31419"/>
                  <a:pt x="978132" y="33258"/>
                  <a:pt x="979960" y="35475"/>
                </a:cubicBezTo>
                <a:cubicBezTo>
                  <a:pt x="981788" y="37691"/>
                  <a:pt x="983068" y="40490"/>
                  <a:pt x="983799" y="43872"/>
                </a:cubicBezTo>
                <a:cubicBezTo>
                  <a:pt x="984210" y="45974"/>
                  <a:pt x="984416" y="49767"/>
                  <a:pt x="984416" y="55251"/>
                </a:cubicBezTo>
                <a:lnTo>
                  <a:pt x="984416" y="71703"/>
                </a:lnTo>
                <a:cubicBezTo>
                  <a:pt x="984416" y="83174"/>
                  <a:pt x="984679" y="90429"/>
                  <a:pt x="985204" y="93468"/>
                </a:cubicBezTo>
                <a:cubicBezTo>
                  <a:pt x="985730" y="96507"/>
                  <a:pt x="986769" y="99420"/>
                  <a:pt x="988323" y="102208"/>
                </a:cubicBezTo>
                <a:lnTo>
                  <a:pt x="975436" y="102208"/>
                </a:lnTo>
                <a:cubicBezTo>
                  <a:pt x="974156" y="99649"/>
                  <a:pt x="973334" y="96655"/>
                  <a:pt x="972968" y="93228"/>
                </a:cubicBezTo>
                <a:moveTo>
                  <a:pt x="971940" y="65671"/>
                </a:moveTo>
                <a:cubicBezTo>
                  <a:pt x="967461" y="67499"/>
                  <a:pt x="960743" y="69053"/>
                  <a:pt x="951786" y="70332"/>
                </a:cubicBezTo>
                <a:cubicBezTo>
                  <a:pt x="946713" y="71063"/>
                  <a:pt x="943126" y="71886"/>
                  <a:pt x="941024" y="72800"/>
                </a:cubicBezTo>
                <a:cubicBezTo>
                  <a:pt x="938921" y="73714"/>
                  <a:pt x="937299" y="75051"/>
                  <a:pt x="936157" y="76810"/>
                </a:cubicBezTo>
                <a:cubicBezTo>
                  <a:pt x="935014" y="78570"/>
                  <a:pt x="934443" y="80523"/>
                  <a:pt x="934443" y="82671"/>
                </a:cubicBezTo>
                <a:cubicBezTo>
                  <a:pt x="934443" y="85962"/>
                  <a:pt x="935688" y="88704"/>
                  <a:pt x="938179" y="90897"/>
                </a:cubicBezTo>
                <a:cubicBezTo>
                  <a:pt x="940670" y="93091"/>
                  <a:pt x="944314" y="94188"/>
                  <a:pt x="949113" y="94188"/>
                </a:cubicBezTo>
                <a:cubicBezTo>
                  <a:pt x="953865" y="94188"/>
                  <a:pt x="958093" y="93148"/>
                  <a:pt x="961794" y="91069"/>
                </a:cubicBezTo>
                <a:cubicBezTo>
                  <a:pt x="965496" y="88989"/>
                  <a:pt x="968215" y="86144"/>
                  <a:pt x="969952" y="82534"/>
                </a:cubicBezTo>
                <a:cubicBezTo>
                  <a:pt x="971277" y="79746"/>
                  <a:pt x="971940" y="75633"/>
                  <a:pt x="971940" y="70195"/>
                </a:cubicBezTo>
                <a:lnTo>
                  <a:pt x="971940" y="65671"/>
                </a:lnTo>
                <a:close/>
                <a:moveTo>
                  <a:pt x="1003102" y="102208"/>
                </a:moveTo>
                <a:lnTo>
                  <a:pt x="1003102" y="29408"/>
                </a:lnTo>
                <a:lnTo>
                  <a:pt x="1014207" y="29408"/>
                </a:lnTo>
                <a:lnTo>
                  <a:pt x="1014207" y="40444"/>
                </a:lnTo>
                <a:cubicBezTo>
                  <a:pt x="1017041" y="35280"/>
                  <a:pt x="1019657" y="31876"/>
                  <a:pt x="1022056" y="30231"/>
                </a:cubicBezTo>
                <a:cubicBezTo>
                  <a:pt x="1024455" y="28585"/>
                  <a:pt x="1027095" y="27763"/>
                  <a:pt x="1029974" y="27763"/>
                </a:cubicBezTo>
                <a:cubicBezTo>
                  <a:pt x="1034132" y="27763"/>
                  <a:pt x="1038360" y="29088"/>
                  <a:pt x="1042655" y="31739"/>
                </a:cubicBezTo>
                <a:lnTo>
                  <a:pt x="1038405" y="43186"/>
                </a:lnTo>
                <a:cubicBezTo>
                  <a:pt x="1035389" y="41404"/>
                  <a:pt x="1032373" y="40513"/>
                  <a:pt x="1029357" y="40513"/>
                </a:cubicBezTo>
                <a:cubicBezTo>
                  <a:pt x="1026660" y="40513"/>
                  <a:pt x="1024238" y="41324"/>
                  <a:pt x="1022090" y="42947"/>
                </a:cubicBezTo>
                <a:cubicBezTo>
                  <a:pt x="1019942" y="44569"/>
                  <a:pt x="1018412" y="46820"/>
                  <a:pt x="1017498" y="49699"/>
                </a:cubicBezTo>
                <a:cubicBezTo>
                  <a:pt x="1016127" y="54086"/>
                  <a:pt x="1015441" y="58884"/>
                  <a:pt x="1015441" y="64094"/>
                </a:cubicBezTo>
                <a:lnTo>
                  <a:pt x="1015441" y="102208"/>
                </a:lnTo>
                <a:lnTo>
                  <a:pt x="1003102" y="102208"/>
                </a:lnTo>
                <a:close/>
                <a:moveTo>
                  <a:pt x="1049637" y="102208"/>
                </a:moveTo>
                <a:lnTo>
                  <a:pt x="1049637" y="1714"/>
                </a:lnTo>
                <a:lnTo>
                  <a:pt x="1061976" y="1714"/>
                </a:lnTo>
                <a:lnTo>
                  <a:pt x="1061976" y="59021"/>
                </a:lnTo>
                <a:lnTo>
                  <a:pt x="1091178" y="29408"/>
                </a:lnTo>
                <a:lnTo>
                  <a:pt x="1107150" y="29408"/>
                </a:lnTo>
                <a:lnTo>
                  <a:pt x="1079319" y="56417"/>
                </a:lnTo>
                <a:lnTo>
                  <a:pt x="1109961" y="102208"/>
                </a:lnTo>
                <a:lnTo>
                  <a:pt x="1094742" y="102208"/>
                </a:lnTo>
                <a:lnTo>
                  <a:pt x="1070681" y="64985"/>
                </a:lnTo>
                <a:lnTo>
                  <a:pt x="1061976" y="73348"/>
                </a:lnTo>
                <a:lnTo>
                  <a:pt x="1061976" y="102208"/>
                </a:lnTo>
                <a:lnTo>
                  <a:pt x="1049637" y="102208"/>
                </a:lnTo>
                <a:close/>
                <a:moveTo>
                  <a:pt x="1205180" y="102208"/>
                </a:moveTo>
                <a:lnTo>
                  <a:pt x="1205180" y="93022"/>
                </a:lnTo>
                <a:cubicBezTo>
                  <a:pt x="1200564" y="100243"/>
                  <a:pt x="1193778" y="103853"/>
                  <a:pt x="1184821" y="103853"/>
                </a:cubicBezTo>
                <a:cubicBezTo>
                  <a:pt x="1179017" y="103853"/>
                  <a:pt x="1173681" y="102254"/>
                  <a:pt x="1168814" y="99055"/>
                </a:cubicBezTo>
                <a:cubicBezTo>
                  <a:pt x="1163947" y="95856"/>
                  <a:pt x="1160177" y="91388"/>
                  <a:pt x="1157503" y="85653"/>
                </a:cubicBezTo>
                <a:cubicBezTo>
                  <a:pt x="1154830" y="79918"/>
                  <a:pt x="1153493" y="73326"/>
                  <a:pt x="1153493" y="65876"/>
                </a:cubicBezTo>
                <a:cubicBezTo>
                  <a:pt x="1153493" y="58610"/>
                  <a:pt x="1154704" y="52018"/>
                  <a:pt x="1157126" y="46100"/>
                </a:cubicBezTo>
                <a:cubicBezTo>
                  <a:pt x="1159549" y="40182"/>
                  <a:pt x="1163182" y="35646"/>
                  <a:pt x="1168026" y="32493"/>
                </a:cubicBezTo>
                <a:cubicBezTo>
                  <a:pt x="1172870" y="29339"/>
                  <a:pt x="1178286" y="27763"/>
                  <a:pt x="1184272" y="27763"/>
                </a:cubicBezTo>
                <a:cubicBezTo>
                  <a:pt x="1188659" y="27763"/>
                  <a:pt x="1192567" y="28688"/>
                  <a:pt x="1195994" y="30539"/>
                </a:cubicBezTo>
                <a:cubicBezTo>
                  <a:pt x="1199422" y="32390"/>
                  <a:pt x="1202209" y="34801"/>
                  <a:pt x="1204357" y="37771"/>
                </a:cubicBezTo>
                <a:lnTo>
                  <a:pt x="1204357" y="1714"/>
                </a:lnTo>
                <a:lnTo>
                  <a:pt x="1216628" y="1714"/>
                </a:lnTo>
                <a:lnTo>
                  <a:pt x="1216628" y="102208"/>
                </a:lnTo>
                <a:lnTo>
                  <a:pt x="1205180" y="102208"/>
                </a:lnTo>
                <a:moveTo>
                  <a:pt x="1166175" y="65876"/>
                </a:moveTo>
                <a:cubicBezTo>
                  <a:pt x="1166175" y="75199"/>
                  <a:pt x="1168140" y="82169"/>
                  <a:pt x="1172070" y="86784"/>
                </a:cubicBezTo>
                <a:cubicBezTo>
                  <a:pt x="1176001" y="91400"/>
                  <a:pt x="1180639" y="93708"/>
                  <a:pt x="1185986" y="93708"/>
                </a:cubicBezTo>
                <a:cubicBezTo>
                  <a:pt x="1191379" y="93708"/>
                  <a:pt x="1195960" y="91503"/>
                  <a:pt x="1199730" y="87093"/>
                </a:cubicBezTo>
                <a:cubicBezTo>
                  <a:pt x="1203500" y="82683"/>
                  <a:pt x="1205386" y="75953"/>
                  <a:pt x="1205386" y="66905"/>
                </a:cubicBezTo>
                <a:cubicBezTo>
                  <a:pt x="1205386" y="56942"/>
                  <a:pt x="1203466" y="49630"/>
                  <a:pt x="1199627" y="44969"/>
                </a:cubicBezTo>
                <a:cubicBezTo>
                  <a:pt x="1195789" y="40307"/>
                  <a:pt x="1191059" y="37977"/>
                  <a:pt x="1185438" y="37977"/>
                </a:cubicBezTo>
                <a:cubicBezTo>
                  <a:pt x="1179954" y="37977"/>
                  <a:pt x="1175372" y="40216"/>
                  <a:pt x="1171693" y="44695"/>
                </a:cubicBezTo>
                <a:cubicBezTo>
                  <a:pt x="1168014" y="49173"/>
                  <a:pt x="1166175" y="56234"/>
                  <a:pt x="1166175" y="65876"/>
                </a:cubicBezTo>
                <a:close/>
                <a:moveTo>
                  <a:pt x="1231133" y="65808"/>
                </a:moveTo>
                <a:cubicBezTo>
                  <a:pt x="1231133" y="52326"/>
                  <a:pt x="1234880" y="42341"/>
                  <a:pt x="1242375" y="35852"/>
                </a:cubicBezTo>
                <a:cubicBezTo>
                  <a:pt x="1248636" y="30459"/>
                  <a:pt x="1256267" y="27763"/>
                  <a:pt x="1265270" y="27763"/>
                </a:cubicBezTo>
                <a:cubicBezTo>
                  <a:pt x="1275279" y="27763"/>
                  <a:pt x="1283459" y="31042"/>
                  <a:pt x="1289811" y="37600"/>
                </a:cubicBezTo>
                <a:cubicBezTo>
                  <a:pt x="1296164" y="44158"/>
                  <a:pt x="1299340" y="53218"/>
                  <a:pt x="1299340" y="64780"/>
                </a:cubicBezTo>
                <a:cubicBezTo>
                  <a:pt x="1299340" y="74148"/>
                  <a:pt x="1297934" y="81517"/>
                  <a:pt x="1295124" y="86887"/>
                </a:cubicBezTo>
                <a:cubicBezTo>
                  <a:pt x="1292313" y="92257"/>
                  <a:pt x="1288223" y="96427"/>
                  <a:pt x="1282853" y="99397"/>
                </a:cubicBezTo>
                <a:cubicBezTo>
                  <a:pt x="1277484" y="102368"/>
                  <a:pt x="1271623" y="103853"/>
                  <a:pt x="1265270" y="103853"/>
                </a:cubicBezTo>
                <a:cubicBezTo>
                  <a:pt x="1255079" y="103853"/>
                  <a:pt x="1246842" y="100586"/>
                  <a:pt x="1240558" y="94051"/>
                </a:cubicBezTo>
                <a:cubicBezTo>
                  <a:pt x="1234274" y="87515"/>
                  <a:pt x="1231133" y="78101"/>
                  <a:pt x="1231133" y="65808"/>
                </a:cubicBezTo>
                <a:moveTo>
                  <a:pt x="1243814" y="65808"/>
                </a:moveTo>
                <a:cubicBezTo>
                  <a:pt x="1243814" y="75131"/>
                  <a:pt x="1245848" y="82111"/>
                  <a:pt x="1249915" y="86750"/>
                </a:cubicBezTo>
                <a:cubicBezTo>
                  <a:pt x="1253982" y="91388"/>
                  <a:pt x="1259101" y="93708"/>
                  <a:pt x="1265270" y="93708"/>
                </a:cubicBezTo>
                <a:cubicBezTo>
                  <a:pt x="1271394" y="93708"/>
                  <a:pt x="1276490" y="91377"/>
                  <a:pt x="1280557" y="86716"/>
                </a:cubicBezTo>
                <a:cubicBezTo>
                  <a:pt x="1284624" y="82054"/>
                  <a:pt x="1286658" y="74948"/>
                  <a:pt x="1286658" y="65397"/>
                </a:cubicBezTo>
                <a:cubicBezTo>
                  <a:pt x="1286658" y="56394"/>
                  <a:pt x="1284613" y="49573"/>
                  <a:pt x="1280523" y="44934"/>
                </a:cubicBezTo>
                <a:cubicBezTo>
                  <a:pt x="1276433" y="40296"/>
                  <a:pt x="1271348" y="37977"/>
                  <a:pt x="1265270" y="37977"/>
                </a:cubicBezTo>
                <a:cubicBezTo>
                  <a:pt x="1259101" y="37977"/>
                  <a:pt x="1253982" y="40285"/>
                  <a:pt x="1249915" y="44900"/>
                </a:cubicBezTo>
                <a:cubicBezTo>
                  <a:pt x="1245848" y="49516"/>
                  <a:pt x="1243814" y="56485"/>
                  <a:pt x="1243814" y="65808"/>
                </a:cubicBezTo>
                <a:close/>
                <a:moveTo>
                  <a:pt x="1363338" y="78764"/>
                </a:moveTo>
                <a:lnTo>
                  <a:pt x="1376088" y="80341"/>
                </a:lnTo>
                <a:cubicBezTo>
                  <a:pt x="1374077" y="87790"/>
                  <a:pt x="1370353" y="93571"/>
                  <a:pt x="1364914" y="97684"/>
                </a:cubicBezTo>
                <a:cubicBezTo>
                  <a:pt x="1359476" y="101797"/>
                  <a:pt x="1352530" y="103853"/>
                  <a:pt x="1344075" y="103853"/>
                </a:cubicBezTo>
                <a:cubicBezTo>
                  <a:pt x="1333427" y="103853"/>
                  <a:pt x="1324984" y="100574"/>
                  <a:pt x="1318746" y="94016"/>
                </a:cubicBezTo>
                <a:cubicBezTo>
                  <a:pt x="1312508" y="87458"/>
                  <a:pt x="1309389" y="78261"/>
                  <a:pt x="1309389" y="66425"/>
                </a:cubicBezTo>
                <a:cubicBezTo>
                  <a:pt x="1309389" y="54177"/>
                  <a:pt x="1312542" y="44672"/>
                  <a:pt x="1318849" y="37908"/>
                </a:cubicBezTo>
                <a:cubicBezTo>
                  <a:pt x="1325155" y="31145"/>
                  <a:pt x="1333336" y="27763"/>
                  <a:pt x="1343390" y="27763"/>
                </a:cubicBezTo>
                <a:cubicBezTo>
                  <a:pt x="1353124" y="27763"/>
                  <a:pt x="1361076" y="31076"/>
                  <a:pt x="1367245" y="37702"/>
                </a:cubicBezTo>
                <a:cubicBezTo>
                  <a:pt x="1373415" y="44329"/>
                  <a:pt x="1376499" y="53652"/>
                  <a:pt x="1376499" y="65671"/>
                </a:cubicBezTo>
                <a:cubicBezTo>
                  <a:pt x="1376499" y="66402"/>
                  <a:pt x="1376476" y="67499"/>
                  <a:pt x="1376431" y="68961"/>
                </a:cubicBezTo>
                <a:lnTo>
                  <a:pt x="1322139" y="68961"/>
                </a:lnTo>
                <a:cubicBezTo>
                  <a:pt x="1322596" y="76959"/>
                  <a:pt x="1324858" y="83083"/>
                  <a:pt x="1328926" y="87333"/>
                </a:cubicBezTo>
                <a:cubicBezTo>
                  <a:pt x="1332993" y="91583"/>
                  <a:pt x="1338066" y="93708"/>
                  <a:pt x="1344144" y="93708"/>
                </a:cubicBezTo>
                <a:cubicBezTo>
                  <a:pt x="1348668" y="93708"/>
                  <a:pt x="1352530" y="92520"/>
                  <a:pt x="1355729" y="90143"/>
                </a:cubicBezTo>
                <a:cubicBezTo>
                  <a:pt x="1358928" y="87767"/>
                  <a:pt x="1361464" y="83974"/>
                  <a:pt x="1363338" y="78764"/>
                </a:cubicBezTo>
                <a:moveTo>
                  <a:pt x="1322825" y="58816"/>
                </a:moveTo>
                <a:lnTo>
                  <a:pt x="1363475" y="58816"/>
                </a:lnTo>
                <a:cubicBezTo>
                  <a:pt x="1362926" y="52692"/>
                  <a:pt x="1361373" y="48099"/>
                  <a:pt x="1358813" y="45037"/>
                </a:cubicBezTo>
                <a:cubicBezTo>
                  <a:pt x="1354883" y="40285"/>
                  <a:pt x="1349788" y="37908"/>
                  <a:pt x="1343527" y="37908"/>
                </a:cubicBezTo>
                <a:cubicBezTo>
                  <a:pt x="1337860" y="37908"/>
                  <a:pt x="1333096" y="39805"/>
                  <a:pt x="1329234" y="43598"/>
                </a:cubicBezTo>
                <a:cubicBezTo>
                  <a:pt x="1325372" y="47391"/>
                  <a:pt x="1323236" y="52464"/>
                  <a:pt x="1322825" y="58816"/>
                </a:cubicBezTo>
                <a:close/>
                <a:moveTo>
                  <a:pt x="1386342" y="80478"/>
                </a:moveTo>
                <a:lnTo>
                  <a:pt x="1398544" y="78558"/>
                </a:lnTo>
                <a:cubicBezTo>
                  <a:pt x="1399229" y="83448"/>
                  <a:pt x="1401137" y="87196"/>
                  <a:pt x="1404268" y="89800"/>
                </a:cubicBezTo>
                <a:cubicBezTo>
                  <a:pt x="1407398" y="92405"/>
                  <a:pt x="1411774" y="93708"/>
                  <a:pt x="1417395" y="93708"/>
                </a:cubicBezTo>
                <a:cubicBezTo>
                  <a:pt x="1423062" y="93708"/>
                  <a:pt x="1427266" y="92554"/>
                  <a:pt x="1430008" y="90246"/>
                </a:cubicBezTo>
                <a:cubicBezTo>
                  <a:pt x="1432750" y="87938"/>
                  <a:pt x="1434121" y="85230"/>
                  <a:pt x="1434121" y="82123"/>
                </a:cubicBezTo>
                <a:cubicBezTo>
                  <a:pt x="1434121" y="79335"/>
                  <a:pt x="1432910" y="77142"/>
                  <a:pt x="1430488" y="75542"/>
                </a:cubicBezTo>
                <a:cubicBezTo>
                  <a:pt x="1428797" y="74445"/>
                  <a:pt x="1424593" y="73051"/>
                  <a:pt x="1417875" y="71360"/>
                </a:cubicBezTo>
                <a:cubicBezTo>
                  <a:pt x="1408826" y="69075"/>
                  <a:pt x="1402554" y="67099"/>
                  <a:pt x="1399058" y="65431"/>
                </a:cubicBezTo>
                <a:cubicBezTo>
                  <a:pt x="1395562" y="63763"/>
                  <a:pt x="1392911" y="61455"/>
                  <a:pt x="1391106" y="58507"/>
                </a:cubicBezTo>
                <a:cubicBezTo>
                  <a:pt x="1389301" y="55560"/>
                  <a:pt x="1388399" y="52304"/>
                  <a:pt x="1388399" y="48739"/>
                </a:cubicBezTo>
                <a:cubicBezTo>
                  <a:pt x="1388399" y="45494"/>
                  <a:pt x="1389141" y="42490"/>
                  <a:pt x="1390626" y="39725"/>
                </a:cubicBezTo>
                <a:cubicBezTo>
                  <a:pt x="1392112" y="36960"/>
                  <a:pt x="1394134" y="34663"/>
                  <a:pt x="1396693" y="32835"/>
                </a:cubicBezTo>
                <a:cubicBezTo>
                  <a:pt x="1398612" y="31419"/>
                  <a:pt x="1401229" y="30219"/>
                  <a:pt x="1404542" y="29237"/>
                </a:cubicBezTo>
                <a:cubicBezTo>
                  <a:pt x="1407855" y="28254"/>
                  <a:pt x="1411408" y="27763"/>
                  <a:pt x="1415202" y="27763"/>
                </a:cubicBezTo>
                <a:cubicBezTo>
                  <a:pt x="1420914" y="27763"/>
                  <a:pt x="1425930" y="28585"/>
                  <a:pt x="1430248" y="30231"/>
                </a:cubicBezTo>
                <a:cubicBezTo>
                  <a:pt x="1434567" y="31876"/>
                  <a:pt x="1437754" y="34104"/>
                  <a:pt x="1439811" y="36914"/>
                </a:cubicBezTo>
                <a:cubicBezTo>
                  <a:pt x="1441867" y="39725"/>
                  <a:pt x="1443284" y="43484"/>
                  <a:pt x="1444061" y="48191"/>
                </a:cubicBezTo>
                <a:lnTo>
                  <a:pt x="1431996" y="49836"/>
                </a:lnTo>
                <a:cubicBezTo>
                  <a:pt x="1431448" y="46088"/>
                  <a:pt x="1429860" y="43164"/>
                  <a:pt x="1427232" y="41061"/>
                </a:cubicBezTo>
                <a:cubicBezTo>
                  <a:pt x="1424604" y="38959"/>
                  <a:pt x="1420891" y="37908"/>
                  <a:pt x="1416093" y="37908"/>
                </a:cubicBezTo>
                <a:cubicBezTo>
                  <a:pt x="1410426" y="37908"/>
                  <a:pt x="1406381" y="38845"/>
                  <a:pt x="1403959" y="40719"/>
                </a:cubicBezTo>
                <a:cubicBezTo>
                  <a:pt x="1401537" y="42592"/>
                  <a:pt x="1400326" y="44786"/>
                  <a:pt x="1400326" y="47299"/>
                </a:cubicBezTo>
                <a:cubicBezTo>
                  <a:pt x="1400326" y="48899"/>
                  <a:pt x="1400829" y="50338"/>
                  <a:pt x="1401834" y="51618"/>
                </a:cubicBezTo>
                <a:cubicBezTo>
                  <a:pt x="1402840" y="52943"/>
                  <a:pt x="1404416" y="54040"/>
                  <a:pt x="1406564" y="54908"/>
                </a:cubicBezTo>
                <a:cubicBezTo>
                  <a:pt x="1407798" y="55365"/>
                  <a:pt x="1411431" y="56417"/>
                  <a:pt x="1417464" y="58062"/>
                </a:cubicBezTo>
                <a:cubicBezTo>
                  <a:pt x="1426192" y="60392"/>
                  <a:pt x="1432282" y="62300"/>
                  <a:pt x="1435732" y="63786"/>
                </a:cubicBezTo>
                <a:cubicBezTo>
                  <a:pt x="1439183" y="65271"/>
                  <a:pt x="1441890" y="67430"/>
                  <a:pt x="1443855" y="70264"/>
                </a:cubicBezTo>
                <a:cubicBezTo>
                  <a:pt x="1445821" y="73097"/>
                  <a:pt x="1446803" y="76616"/>
                  <a:pt x="1446803" y="80820"/>
                </a:cubicBezTo>
                <a:cubicBezTo>
                  <a:pt x="1446803" y="84933"/>
                  <a:pt x="1445603" y="88806"/>
                  <a:pt x="1443204" y="92440"/>
                </a:cubicBezTo>
                <a:cubicBezTo>
                  <a:pt x="1440805" y="96073"/>
                  <a:pt x="1437343" y="98883"/>
                  <a:pt x="1432819" y="100871"/>
                </a:cubicBezTo>
                <a:cubicBezTo>
                  <a:pt x="1428295" y="102859"/>
                  <a:pt x="1423176" y="103853"/>
                  <a:pt x="1417464" y="103853"/>
                </a:cubicBezTo>
                <a:cubicBezTo>
                  <a:pt x="1408004" y="103853"/>
                  <a:pt x="1400795" y="101888"/>
                  <a:pt x="1395836" y="97958"/>
                </a:cubicBezTo>
                <a:cubicBezTo>
                  <a:pt x="1390878" y="94028"/>
                  <a:pt x="1387713" y="88201"/>
                  <a:pt x="1386342" y="80478"/>
                </a:cubicBezTo>
                <a:close/>
                <a:moveTo>
                  <a:pt x="1461192" y="102208"/>
                </a:moveTo>
                <a:lnTo>
                  <a:pt x="1461192" y="29408"/>
                </a:lnTo>
                <a:lnTo>
                  <a:pt x="1472297" y="29408"/>
                </a:lnTo>
                <a:lnTo>
                  <a:pt x="1472297" y="39759"/>
                </a:lnTo>
                <a:cubicBezTo>
                  <a:pt x="1477644" y="31761"/>
                  <a:pt x="1485367" y="27763"/>
                  <a:pt x="1495467" y="27763"/>
                </a:cubicBezTo>
                <a:cubicBezTo>
                  <a:pt x="1499854" y="27763"/>
                  <a:pt x="1503887" y="28551"/>
                  <a:pt x="1507566" y="30128"/>
                </a:cubicBezTo>
                <a:cubicBezTo>
                  <a:pt x="1511245" y="31704"/>
                  <a:pt x="1513998" y="33772"/>
                  <a:pt x="1515826" y="36331"/>
                </a:cubicBezTo>
                <a:cubicBezTo>
                  <a:pt x="1517654" y="38891"/>
                  <a:pt x="1518934" y="41930"/>
                  <a:pt x="1519665" y="45449"/>
                </a:cubicBezTo>
                <a:cubicBezTo>
                  <a:pt x="1520122" y="47734"/>
                  <a:pt x="1520351" y="51732"/>
                  <a:pt x="1520351" y="57445"/>
                </a:cubicBezTo>
                <a:lnTo>
                  <a:pt x="1520351" y="102208"/>
                </a:lnTo>
                <a:lnTo>
                  <a:pt x="1508012" y="102208"/>
                </a:lnTo>
                <a:lnTo>
                  <a:pt x="1508012" y="57925"/>
                </a:lnTo>
                <a:cubicBezTo>
                  <a:pt x="1508012" y="52898"/>
                  <a:pt x="1507532" y="49139"/>
                  <a:pt x="1506572" y="46648"/>
                </a:cubicBezTo>
                <a:cubicBezTo>
                  <a:pt x="1505612" y="44158"/>
                  <a:pt x="1503910" y="42170"/>
                  <a:pt x="1501465" y="40684"/>
                </a:cubicBezTo>
                <a:cubicBezTo>
                  <a:pt x="1499020" y="39199"/>
                  <a:pt x="1496153" y="38457"/>
                  <a:pt x="1492862" y="38457"/>
                </a:cubicBezTo>
                <a:cubicBezTo>
                  <a:pt x="1487607" y="38457"/>
                  <a:pt x="1483071" y="40125"/>
                  <a:pt x="1479255" y="43461"/>
                </a:cubicBezTo>
                <a:cubicBezTo>
                  <a:pt x="1475439" y="46797"/>
                  <a:pt x="1473531" y="53126"/>
                  <a:pt x="1473531" y="62449"/>
                </a:cubicBezTo>
                <a:lnTo>
                  <a:pt x="1473531" y="102208"/>
                </a:lnTo>
                <a:lnTo>
                  <a:pt x="1461192" y="102208"/>
                </a:lnTo>
                <a:close/>
                <a:moveTo>
                  <a:pt x="1538214" y="15012"/>
                </a:moveTo>
                <a:lnTo>
                  <a:pt x="1538214" y="685"/>
                </a:lnTo>
                <a:lnTo>
                  <a:pt x="1551444" y="685"/>
                </a:lnTo>
                <a:lnTo>
                  <a:pt x="1551444" y="11996"/>
                </a:lnTo>
                <a:cubicBezTo>
                  <a:pt x="1551444" y="18120"/>
                  <a:pt x="1550736" y="22530"/>
                  <a:pt x="1549319" y="25226"/>
                </a:cubicBezTo>
                <a:cubicBezTo>
                  <a:pt x="1547354" y="28928"/>
                  <a:pt x="1544292" y="31716"/>
                  <a:pt x="1540133" y="33589"/>
                </a:cubicBezTo>
                <a:lnTo>
                  <a:pt x="1537117" y="28722"/>
                </a:lnTo>
                <a:cubicBezTo>
                  <a:pt x="1539585" y="27717"/>
                  <a:pt x="1541424" y="26129"/>
                  <a:pt x="1542636" y="23958"/>
                </a:cubicBezTo>
                <a:cubicBezTo>
                  <a:pt x="1543847" y="21787"/>
                  <a:pt x="1544521" y="18806"/>
                  <a:pt x="1544658" y="15012"/>
                </a:cubicBezTo>
                <a:lnTo>
                  <a:pt x="1538214" y="15012"/>
                </a:lnTo>
                <a:close/>
                <a:moveTo>
                  <a:pt x="1597356" y="91171"/>
                </a:moveTo>
                <a:lnTo>
                  <a:pt x="1599138" y="102071"/>
                </a:lnTo>
                <a:cubicBezTo>
                  <a:pt x="1595665" y="102802"/>
                  <a:pt x="1592557" y="103168"/>
                  <a:pt x="1589815" y="103168"/>
                </a:cubicBezTo>
                <a:cubicBezTo>
                  <a:pt x="1585337" y="103168"/>
                  <a:pt x="1581864" y="102459"/>
                  <a:pt x="1579396" y="101043"/>
                </a:cubicBezTo>
                <a:cubicBezTo>
                  <a:pt x="1576928" y="99626"/>
                  <a:pt x="1575191" y="97764"/>
                  <a:pt x="1574186" y="95456"/>
                </a:cubicBezTo>
                <a:cubicBezTo>
                  <a:pt x="1573181" y="93148"/>
                  <a:pt x="1572678" y="88292"/>
                  <a:pt x="1572678" y="80889"/>
                </a:cubicBezTo>
                <a:lnTo>
                  <a:pt x="1572678" y="39005"/>
                </a:lnTo>
                <a:lnTo>
                  <a:pt x="1563629" y="39005"/>
                </a:lnTo>
                <a:lnTo>
                  <a:pt x="1563629" y="29408"/>
                </a:lnTo>
                <a:lnTo>
                  <a:pt x="1572678" y="29408"/>
                </a:lnTo>
                <a:lnTo>
                  <a:pt x="1572678" y="11379"/>
                </a:lnTo>
                <a:lnTo>
                  <a:pt x="1584948" y="3976"/>
                </a:lnTo>
                <a:lnTo>
                  <a:pt x="1584948" y="29408"/>
                </a:lnTo>
                <a:lnTo>
                  <a:pt x="1597356" y="29408"/>
                </a:lnTo>
                <a:lnTo>
                  <a:pt x="1597356" y="39005"/>
                </a:lnTo>
                <a:lnTo>
                  <a:pt x="1584948" y="39005"/>
                </a:lnTo>
                <a:lnTo>
                  <a:pt x="1584948" y="81574"/>
                </a:lnTo>
                <a:cubicBezTo>
                  <a:pt x="1584948" y="85093"/>
                  <a:pt x="1585165" y="87355"/>
                  <a:pt x="1585600" y="88361"/>
                </a:cubicBezTo>
                <a:cubicBezTo>
                  <a:pt x="1586034" y="89366"/>
                  <a:pt x="1586742" y="90166"/>
                  <a:pt x="1587725" y="90760"/>
                </a:cubicBezTo>
                <a:cubicBezTo>
                  <a:pt x="1588707" y="91354"/>
                  <a:pt x="1590112" y="91651"/>
                  <a:pt x="1591940" y="91651"/>
                </a:cubicBezTo>
                <a:cubicBezTo>
                  <a:pt x="1593311" y="91651"/>
                  <a:pt x="1595117" y="91491"/>
                  <a:pt x="1597356" y="91171"/>
                </a:cubicBezTo>
                <a:close/>
                <a:moveTo>
                  <a:pt x="1674290" y="91171"/>
                </a:moveTo>
                <a:lnTo>
                  <a:pt x="1676072" y="102071"/>
                </a:lnTo>
                <a:cubicBezTo>
                  <a:pt x="1672599" y="102802"/>
                  <a:pt x="1669491" y="103168"/>
                  <a:pt x="1666749" y="103168"/>
                </a:cubicBezTo>
                <a:cubicBezTo>
                  <a:pt x="1662271" y="103168"/>
                  <a:pt x="1658797" y="102459"/>
                  <a:pt x="1656330" y="101043"/>
                </a:cubicBezTo>
                <a:cubicBezTo>
                  <a:pt x="1653862" y="99626"/>
                  <a:pt x="1652125" y="97764"/>
                  <a:pt x="1651120" y="95456"/>
                </a:cubicBezTo>
                <a:cubicBezTo>
                  <a:pt x="1650114" y="93148"/>
                  <a:pt x="1649612" y="88292"/>
                  <a:pt x="1649612" y="80889"/>
                </a:cubicBezTo>
                <a:lnTo>
                  <a:pt x="1649612" y="39005"/>
                </a:lnTo>
                <a:lnTo>
                  <a:pt x="1640563" y="39005"/>
                </a:lnTo>
                <a:lnTo>
                  <a:pt x="1640563" y="29408"/>
                </a:lnTo>
                <a:lnTo>
                  <a:pt x="1649612" y="29408"/>
                </a:lnTo>
                <a:lnTo>
                  <a:pt x="1649612" y="11379"/>
                </a:lnTo>
                <a:lnTo>
                  <a:pt x="1661882" y="3976"/>
                </a:lnTo>
                <a:lnTo>
                  <a:pt x="1661882" y="29408"/>
                </a:lnTo>
                <a:lnTo>
                  <a:pt x="1674290" y="29408"/>
                </a:lnTo>
                <a:lnTo>
                  <a:pt x="1674290" y="39005"/>
                </a:lnTo>
                <a:lnTo>
                  <a:pt x="1661882" y="39005"/>
                </a:lnTo>
                <a:lnTo>
                  <a:pt x="1661882" y="81574"/>
                </a:lnTo>
                <a:cubicBezTo>
                  <a:pt x="1661882" y="85093"/>
                  <a:pt x="1662099" y="87355"/>
                  <a:pt x="1662533" y="88361"/>
                </a:cubicBezTo>
                <a:cubicBezTo>
                  <a:pt x="1662968" y="89366"/>
                  <a:pt x="1663676" y="90166"/>
                  <a:pt x="1664659" y="90760"/>
                </a:cubicBezTo>
                <a:cubicBezTo>
                  <a:pt x="1665641" y="91354"/>
                  <a:pt x="1667046" y="91651"/>
                  <a:pt x="1668874" y="91651"/>
                </a:cubicBezTo>
                <a:cubicBezTo>
                  <a:pt x="1670245" y="91651"/>
                  <a:pt x="1672050" y="91491"/>
                  <a:pt x="1674290" y="91171"/>
                </a:cubicBezTo>
                <a:close/>
                <a:moveTo>
                  <a:pt x="1685816" y="102208"/>
                </a:moveTo>
                <a:lnTo>
                  <a:pt x="1685816" y="1714"/>
                </a:lnTo>
                <a:lnTo>
                  <a:pt x="1698155" y="1714"/>
                </a:lnTo>
                <a:lnTo>
                  <a:pt x="1698155" y="37771"/>
                </a:lnTo>
                <a:cubicBezTo>
                  <a:pt x="1703914" y="31099"/>
                  <a:pt x="1711180" y="27763"/>
                  <a:pt x="1719954" y="27763"/>
                </a:cubicBezTo>
                <a:cubicBezTo>
                  <a:pt x="1725347" y="27763"/>
                  <a:pt x="1730031" y="28825"/>
                  <a:pt x="1734007" y="30950"/>
                </a:cubicBezTo>
                <a:cubicBezTo>
                  <a:pt x="1737983" y="33075"/>
                  <a:pt x="1740828" y="36012"/>
                  <a:pt x="1742542" y="39759"/>
                </a:cubicBezTo>
                <a:cubicBezTo>
                  <a:pt x="1744255" y="43506"/>
                  <a:pt x="1745112" y="48945"/>
                  <a:pt x="1745112" y="56074"/>
                </a:cubicBezTo>
                <a:lnTo>
                  <a:pt x="1745112" y="102208"/>
                </a:lnTo>
                <a:lnTo>
                  <a:pt x="1732773" y="102208"/>
                </a:lnTo>
                <a:lnTo>
                  <a:pt x="1732773" y="56074"/>
                </a:lnTo>
                <a:cubicBezTo>
                  <a:pt x="1732773" y="49904"/>
                  <a:pt x="1731436" y="45414"/>
                  <a:pt x="1728763" y="42604"/>
                </a:cubicBezTo>
                <a:cubicBezTo>
                  <a:pt x="1726090" y="39793"/>
                  <a:pt x="1722308" y="38388"/>
                  <a:pt x="1717418" y="38388"/>
                </a:cubicBezTo>
                <a:cubicBezTo>
                  <a:pt x="1713762" y="38388"/>
                  <a:pt x="1710323" y="39336"/>
                  <a:pt x="1707101" y="41233"/>
                </a:cubicBezTo>
                <a:cubicBezTo>
                  <a:pt x="1703879" y="43129"/>
                  <a:pt x="1701583" y="45700"/>
                  <a:pt x="1700212" y="48945"/>
                </a:cubicBezTo>
                <a:cubicBezTo>
                  <a:pt x="1698841" y="52189"/>
                  <a:pt x="1698155" y="56668"/>
                  <a:pt x="1698155" y="62380"/>
                </a:cubicBezTo>
                <a:lnTo>
                  <a:pt x="1698155" y="102208"/>
                </a:lnTo>
                <a:lnTo>
                  <a:pt x="1685816" y="102208"/>
                </a:lnTo>
                <a:close/>
                <a:moveTo>
                  <a:pt x="1763662" y="15904"/>
                </a:moveTo>
                <a:lnTo>
                  <a:pt x="1763662" y="1714"/>
                </a:lnTo>
                <a:lnTo>
                  <a:pt x="1776001" y="1714"/>
                </a:lnTo>
                <a:lnTo>
                  <a:pt x="1776001" y="15904"/>
                </a:lnTo>
                <a:lnTo>
                  <a:pt x="1763662" y="15904"/>
                </a:lnTo>
                <a:moveTo>
                  <a:pt x="1763662" y="102208"/>
                </a:moveTo>
                <a:lnTo>
                  <a:pt x="1763662" y="29408"/>
                </a:lnTo>
                <a:lnTo>
                  <a:pt x="1776001" y="29408"/>
                </a:lnTo>
                <a:lnTo>
                  <a:pt x="1776001" y="102208"/>
                </a:lnTo>
                <a:lnTo>
                  <a:pt x="1763662" y="102208"/>
                </a:lnTo>
                <a:close/>
                <a:moveTo>
                  <a:pt x="1795040" y="102208"/>
                </a:moveTo>
                <a:lnTo>
                  <a:pt x="1795040" y="29408"/>
                </a:lnTo>
                <a:lnTo>
                  <a:pt x="1806145" y="29408"/>
                </a:lnTo>
                <a:lnTo>
                  <a:pt x="1806145" y="39759"/>
                </a:lnTo>
                <a:cubicBezTo>
                  <a:pt x="1811492" y="31761"/>
                  <a:pt x="1819216" y="27763"/>
                  <a:pt x="1829315" y="27763"/>
                </a:cubicBezTo>
                <a:cubicBezTo>
                  <a:pt x="1833703" y="27763"/>
                  <a:pt x="1837736" y="28551"/>
                  <a:pt x="1841414" y="30128"/>
                </a:cubicBezTo>
                <a:cubicBezTo>
                  <a:pt x="1845093" y="31704"/>
                  <a:pt x="1847847" y="33772"/>
                  <a:pt x="1849675" y="36331"/>
                </a:cubicBezTo>
                <a:cubicBezTo>
                  <a:pt x="1851503" y="38891"/>
                  <a:pt x="1852782" y="41930"/>
                  <a:pt x="1853513" y="45449"/>
                </a:cubicBezTo>
                <a:cubicBezTo>
                  <a:pt x="1853970" y="47734"/>
                  <a:pt x="1854199" y="51732"/>
                  <a:pt x="1854199" y="57445"/>
                </a:cubicBezTo>
                <a:lnTo>
                  <a:pt x="1854199" y="102208"/>
                </a:lnTo>
                <a:lnTo>
                  <a:pt x="1841860" y="102208"/>
                </a:lnTo>
                <a:lnTo>
                  <a:pt x="1841860" y="57925"/>
                </a:lnTo>
                <a:cubicBezTo>
                  <a:pt x="1841860" y="52898"/>
                  <a:pt x="1841380" y="49139"/>
                  <a:pt x="1840420" y="46648"/>
                </a:cubicBezTo>
                <a:cubicBezTo>
                  <a:pt x="1839461" y="44158"/>
                  <a:pt x="1837758" y="42170"/>
                  <a:pt x="1835313" y="40684"/>
                </a:cubicBezTo>
                <a:cubicBezTo>
                  <a:pt x="1832869" y="39199"/>
                  <a:pt x="1830001" y="38457"/>
                  <a:pt x="1826710" y="38457"/>
                </a:cubicBezTo>
                <a:cubicBezTo>
                  <a:pt x="1821455" y="38457"/>
                  <a:pt x="1816919" y="40125"/>
                  <a:pt x="1813103" y="43461"/>
                </a:cubicBezTo>
                <a:cubicBezTo>
                  <a:pt x="1809287" y="46797"/>
                  <a:pt x="1807379" y="53126"/>
                  <a:pt x="1807379" y="62449"/>
                </a:cubicBezTo>
                <a:lnTo>
                  <a:pt x="1807379" y="102208"/>
                </a:lnTo>
                <a:lnTo>
                  <a:pt x="1795040" y="102208"/>
                </a:lnTo>
                <a:close/>
                <a:moveTo>
                  <a:pt x="1872885" y="102208"/>
                </a:moveTo>
                <a:lnTo>
                  <a:pt x="1872885" y="1714"/>
                </a:lnTo>
                <a:lnTo>
                  <a:pt x="1885224" y="1714"/>
                </a:lnTo>
                <a:lnTo>
                  <a:pt x="1885224" y="59021"/>
                </a:lnTo>
                <a:lnTo>
                  <a:pt x="1914426" y="29408"/>
                </a:lnTo>
                <a:lnTo>
                  <a:pt x="1930398" y="29408"/>
                </a:lnTo>
                <a:lnTo>
                  <a:pt x="1902567" y="56417"/>
                </a:lnTo>
                <a:lnTo>
                  <a:pt x="1933209" y="102208"/>
                </a:lnTo>
                <a:lnTo>
                  <a:pt x="1917991" y="102208"/>
                </a:lnTo>
                <a:lnTo>
                  <a:pt x="1893930" y="64985"/>
                </a:lnTo>
                <a:lnTo>
                  <a:pt x="1885224" y="73348"/>
                </a:lnTo>
                <a:lnTo>
                  <a:pt x="1885224" y="102208"/>
                </a:lnTo>
                <a:lnTo>
                  <a:pt x="1872885" y="102208"/>
                </a:lnTo>
                <a:close/>
                <a:moveTo>
                  <a:pt x="2008138" y="91171"/>
                </a:moveTo>
                <a:lnTo>
                  <a:pt x="2009920" y="102071"/>
                </a:lnTo>
                <a:cubicBezTo>
                  <a:pt x="2006447" y="102802"/>
                  <a:pt x="2003340" y="103168"/>
                  <a:pt x="2000598" y="103168"/>
                </a:cubicBezTo>
                <a:cubicBezTo>
                  <a:pt x="1996119" y="103168"/>
                  <a:pt x="1992646" y="102459"/>
                  <a:pt x="1990178" y="101043"/>
                </a:cubicBezTo>
                <a:cubicBezTo>
                  <a:pt x="1987710" y="99626"/>
                  <a:pt x="1985974" y="97764"/>
                  <a:pt x="1984968" y="95456"/>
                </a:cubicBezTo>
                <a:cubicBezTo>
                  <a:pt x="1983963" y="93148"/>
                  <a:pt x="1983460" y="88292"/>
                  <a:pt x="1983460" y="80889"/>
                </a:cubicBezTo>
                <a:lnTo>
                  <a:pt x="1983460" y="39005"/>
                </a:lnTo>
                <a:lnTo>
                  <a:pt x="1974412" y="39005"/>
                </a:lnTo>
                <a:lnTo>
                  <a:pt x="1974412" y="29408"/>
                </a:lnTo>
                <a:lnTo>
                  <a:pt x="1983460" y="29408"/>
                </a:lnTo>
                <a:lnTo>
                  <a:pt x="1983460" y="11379"/>
                </a:lnTo>
                <a:lnTo>
                  <a:pt x="1995731" y="3976"/>
                </a:lnTo>
                <a:lnTo>
                  <a:pt x="1995731" y="29408"/>
                </a:lnTo>
                <a:lnTo>
                  <a:pt x="2008138" y="29408"/>
                </a:lnTo>
                <a:lnTo>
                  <a:pt x="2008138" y="39005"/>
                </a:lnTo>
                <a:lnTo>
                  <a:pt x="1995731" y="39005"/>
                </a:lnTo>
                <a:lnTo>
                  <a:pt x="1995731" y="81574"/>
                </a:lnTo>
                <a:cubicBezTo>
                  <a:pt x="1995731" y="85093"/>
                  <a:pt x="1995948" y="87355"/>
                  <a:pt x="1996382" y="88361"/>
                </a:cubicBezTo>
                <a:cubicBezTo>
                  <a:pt x="1996816" y="89366"/>
                  <a:pt x="1997524" y="90166"/>
                  <a:pt x="1998507" y="90760"/>
                </a:cubicBezTo>
                <a:cubicBezTo>
                  <a:pt x="1999489" y="91354"/>
                  <a:pt x="2000895" y="91651"/>
                  <a:pt x="2002723" y="91651"/>
                </a:cubicBezTo>
                <a:cubicBezTo>
                  <a:pt x="2004094" y="91651"/>
                  <a:pt x="2005899" y="91491"/>
                  <a:pt x="2008138" y="91171"/>
                </a:cubicBezTo>
                <a:close/>
                <a:moveTo>
                  <a:pt x="2019665" y="102208"/>
                </a:moveTo>
                <a:lnTo>
                  <a:pt x="2019665" y="1714"/>
                </a:lnTo>
                <a:lnTo>
                  <a:pt x="2032004" y="1714"/>
                </a:lnTo>
                <a:lnTo>
                  <a:pt x="2032004" y="37771"/>
                </a:lnTo>
                <a:cubicBezTo>
                  <a:pt x="2037762" y="31099"/>
                  <a:pt x="2045028" y="27763"/>
                  <a:pt x="2053803" y="27763"/>
                </a:cubicBezTo>
                <a:cubicBezTo>
                  <a:pt x="2059195" y="27763"/>
                  <a:pt x="2063879" y="28825"/>
                  <a:pt x="2067855" y="30950"/>
                </a:cubicBezTo>
                <a:cubicBezTo>
                  <a:pt x="2071831" y="33075"/>
                  <a:pt x="2074676" y="36012"/>
                  <a:pt x="2076390" y="39759"/>
                </a:cubicBezTo>
                <a:cubicBezTo>
                  <a:pt x="2078104" y="43506"/>
                  <a:pt x="2078960" y="48945"/>
                  <a:pt x="2078960" y="56074"/>
                </a:cubicBezTo>
                <a:lnTo>
                  <a:pt x="2078960" y="102208"/>
                </a:lnTo>
                <a:lnTo>
                  <a:pt x="2066621" y="102208"/>
                </a:lnTo>
                <a:lnTo>
                  <a:pt x="2066621" y="56074"/>
                </a:lnTo>
                <a:cubicBezTo>
                  <a:pt x="2066621" y="49904"/>
                  <a:pt x="2065285" y="45414"/>
                  <a:pt x="2062611" y="42604"/>
                </a:cubicBezTo>
                <a:cubicBezTo>
                  <a:pt x="2059938" y="39793"/>
                  <a:pt x="2056156" y="38388"/>
                  <a:pt x="2051266" y="38388"/>
                </a:cubicBezTo>
                <a:cubicBezTo>
                  <a:pt x="2047610" y="38388"/>
                  <a:pt x="2044171" y="39336"/>
                  <a:pt x="2040950" y="41233"/>
                </a:cubicBezTo>
                <a:cubicBezTo>
                  <a:pt x="2037728" y="43129"/>
                  <a:pt x="2035431" y="45700"/>
                  <a:pt x="2034060" y="48945"/>
                </a:cubicBezTo>
                <a:cubicBezTo>
                  <a:pt x="2032689" y="52189"/>
                  <a:pt x="2032004" y="56668"/>
                  <a:pt x="2032004" y="62380"/>
                </a:cubicBezTo>
                <a:lnTo>
                  <a:pt x="2032004" y="102208"/>
                </a:lnTo>
                <a:lnTo>
                  <a:pt x="2019665" y="102208"/>
                </a:lnTo>
                <a:close/>
                <a:moveTo>
                  <a:pt x="2147277" y="78764"/>
                </a:moveTo>
                <a:lnTo>
                  <a:pt x="2160027" y="80341"/>
                </a:lnTo>
                <a:cubicBezTo>
                  <a:pt x="2158016" y="87790"/>
                  <a:pt x="2154292" y="93571"/>
                  <a:pt x="2148853" y="97684"/>
                </a:cubicBezTo>
                <a:cubicBezTo>
                  <a:pt x="2143415" y="101797"/>
                  <a:pt x="2136469" y="103853"/>
                  <a:pt x="2128014" y="103853"/>
                </a:cubicBezTo>
                <a:cubicBezTo>
                  <a:pt x="2117366" y="103853"/>
                  <a:pt x="2108923" y="100574"/>
                  <a:pt x="2102685" y="94016"/>
                </a:cubicBezTo>
                <a:cubicBezTo>
                  <a:pt x="2096447" y="87458"/>
                  <a:pt x="2093328" y="78261"/>
                  <a:pt x="2093328" y="66425"/>
                </a:cubicBezTo>
                <a:cubicBezTo>
                  <a:pt x="2093328" y="54177"/>
                  <a:pt x="2096481" y="44672"/>
                  <a:pt x="2102788" y="37908"/>
                </a:cubicBezTo>
                <a:cubicBezTo>
                  <a:pt x="2109095" y="31145"/>
                  <a:pt x="2117275" y="27763"/>
                  <a:pt x="2127329" y="27763"/>
                </a:cubicBezTo>
                <a:cubicBezTo>
                  <a:pt x="2137063" y="27763"/>
                  <a:pt x="2145015" y="31076"/>
                  <a:pt x="2151184" y="37702"/>
                </a:cubicBezTo>
                <a:cubicBezTo>
                  <a:pt x="2157354" y="44329"/>
                  <a:pt x="2160438" y="53652"/>
                  <a:pt x="2160438" y="65671"/>
                </a:cubicBezTo>
                <a:cubicBezTo>
                  <a:pt x="2160438" y="66402"/>
                  <a:pt x="2160416" y="67499"/>
                  <a:pt x="2160370" y="68961"/>
                </a:cubicBezTo>
                <a:lnTo>
                  <a:pt x="2106078" y="68961"/>
                </a:lnTo>
                <a:cubicBezTo>
                  <a:pt x="2106535" y="76959"/>
                  <a:pt x="2108797" y="83083"/>
                  <a:pt x="2112865" y="87333"/>
                </a:cubicBezTo>
                <a:cubicBezTo>
                  <a:pt x="2116932" y="91583"/>
                  <a:pt x="2122005" y="93708"/>
                  <a:pt x="2128083" y="93708"/>
                </a:cubicBezTo>
                <a:cubicBezTo>
                  <a:pt x="2132607" y="93708"/>
                  <a:pt x="2136469" y="92520"/>
                  <a:pt x="2139668" y="90143"/>
                </a:cubicBezTo>
                <a:cubicBezTo>
                  <a:pt x="2142867" y="87767"/>
                  <a:pt x="2145403" y="83974"/>
                  <a:pt x="2147277" y="78764"/>
                </a:cubicBezTo>
                <a:moveTo>
                  <a:pt x="2106764" y="58816"/>
                </a:moveTo>
                <a:lnTo>
                  <a:pt x="2147414" y="58816"/>
                </a:lnTo>
                <a:cubicBezTo>
                  <a:pt x="2146866" y="52692"/>
                  <a:pt x="2145312" y="48099"/>
                  <a:pt x="2142753" y="45037"/>
                </a:cubicBezTo>
                <a:cubicBezTo>
                  <a:pt x="2138822" y="40285"/>
                  <a:pt x="2133727" y="37908"/>
                  <a:pt x="2127466" y="37908"/>
                </a:cubicBezTo>
                <a:cubicBezTo>
                  <a:pt x="2121799" y="37908"/>
                  <a:pt x="2117035" y="39805"/>
                  <a:pt x="2113173" y="43598"/>
                </a:cubicBezTo>
                <a:cubicBezTo>
                  <a:pt x="2109312" y="47391"/>
                  <a:pt x="2107175" y="52464"/>
                  <a:pt x="2106764" y="58816"/>
                </a:cubicBezTo>
                <a:close/>
                <a:moveTo>
                  <a:pt x="2175080" y="102208"/>
                </a:moveTo>
                <a:lnTo>
                  <a:pt x="2175080" y="29408"/>
                </a:lnTo>
                <a:lnTo>
                  <a:pt x="2186185" y="29408"/>
                </a:lnTo>
                <a:lnTo>
                  <a:pt x="2186185" y="40444"/>
                </a:lnTo>
                <a:cubicBezTo>
                  <a:pt x="2189019" y="35280"/>
                  <a:pt x="2191635" y="31876"/>
                  <a:pt x="2194034" y="30231"/>
                </a:cubicBezTo>
                <a:cubicBezTo>
                  <a:pt x="2196434" y="28585"/>
                  <a:pt x="2199073" y="27763"/>
                  <a:pt x="2201952" y="27763"/>
                </a:cubicBezTo>
                <a:cubicBezTo>
                  <a:pt x="2206111" y="27763"/>
                  <a:pt x="2210338" y="29088"/>
                  <a:pt x="2214634" y="31739"/>
                </a:cubicBezTo>
                <a:lnTo>
                  <a:pt x="2210383" y="43186"/>
                </a:lnTo>
                <a:cubicBezTo>
                  <a:pt x="2207367" y="41404"/>
                  <a:pt x="2204351" y="40513"/>
                  <a:pt x="2201335" y="40513"/>
                </a:cubicBezTo>
                <a:cubicBezTo>
                  <a:pt x="2198639" y="40513"/>
                  <a:pt x="2196216" y="41324"/>
                  <a:pt x="2194069" y="42947"/>
                </a:cubicBezTo>
                <a:cubicBezTo>
                  <a:pt x="2191921" y="44569"/>
                  <a:pt x="2190390" y="46820"/>
                  <a:pt x="2189476" y="49699"/>
                </a:cubicBezTo>
                <a:cubicBezTo>
                  <a:pt x="2188105" y="54086"/>
                  <a:pt x="2187419" y="58884"/>
                  <a:pt x="2187419" y="64094"/>
                </a:cubicBezTo>
                <a:lnTo>
                  <a:pt x="2187419" y="102208"/>
                </a:lnTo>
                <a:lnTo>
                  <a:pt x="2175080" y="102208"/>
                </a:lnTo>
                <a:close/>
                <a:moveTo>
                  <a:pt x="2271382" y="78764"/>
                </a:moveTo>
                <a:lnTo>
                  <a:pt x="2284132" y="80341"/>
                </a:lnTo>
                <a:cubicBezTo>
                  <a:pt x="2282121" y="87790"/>
                  <a:pt x="2278397" y="93571"/>
                  <a:pt x="2272958" y="97684"/>
                </a:cubicBezTo>
                <a:cubicBezTo>
                  <a:pt x="2267520" y="101797"/>
                  <a:pt x="2260574" y="103853"/>
                  <a:pt x="2252119" y="103853"/>
                </a:cubicBezTo>
                <a:cubicBezTo>
                  <a:pt x="2241471" y="103853"/>
                  <a:pt x="2233028" y="100574"/>
                  <a:pt x="2226790" y="94016"/>
                </a:cubicBezTo>
                <a:cubicBezTo>
                  <a:pt x="2220552" y="87458"/>
                  <a:pt x="2217433" y="78261"/>
                  <a:pt x="2217433" y="66425"/>
                </a:cubicBezTo>
                <a:cubicBezTo>
                  <a:pt x="2217433" y="54177"/>
                  <a:pt x="2220586" y="44672"/>
                  <a:pt x="2226893" y="37908"/>
                </a:cubicBezTo>
                <a:cubicBezTo>
                  <a:pt x="2233199" y="31145"/>
                  <a:pt x="2241380" y="27763"/>
                  <a:pt x="2251434" y="27763"/>
                </a:cubicBezTo>
                <a:cubicBezTo>
                  <a:pt x="2261168" y="27763"/>
                  <a:pt x="2269120" y="31076"/>
                  <a:pt x="2275289" y="37702"/>
                </a:cubicBezTo>
                <a:cubicBezTo>
                  <a:pt x="2281459" y="44329"/>
                  <a:pt x="2284543" y="53652"/>
                  <a:pt x="2284543" y="65671"/>
                </a:cubicBezTo>
                <a:cubicBezTo>
                  <a:pt x="2284543" y="66402"/>
                  <a:pt x="2284521" y="67499"/>
                  <a:pt x="2284475" y="68961"/>
                </a:cubicBezTo>
                <a:lnTo>
                  <a:pt x="2230183" y="68961"/>
                </a:lnTo>
                <a:cubicBezTo>
                  <a:pt x="2230640" y="76959"/>
                  <a:pt x="2232902" y="83083"/>
                  <a:pt x="2236970" y="87333"/>
                </a:cubicBezTo>
                <a:cubicBezTo>
                  <a:pt x="2241037" y="91583"/>
                  <a:pt x="2246110" y="93708"/>
                  <a:pt x="2252188" y="93708"/>
                </a:cubicBezTo>
                <a:cubicBezTo>
                  <a:pt x="2256712" y="93708"/>
                  <a:pt x="2260574" y="92520"/>
                  <a:pt x="2263773" y="90143"/>
                </a:cubicBezTo>
                <a:cubicBezTo>
                  <a:pt x="2266972" y="87767"/>
                  <a:pt x="2269508" y="83974"/>
                  <a:pt x="2271382" y="78764"/>
                </a:cubicBezTo>
                <a:moveTo>
                  <a:pt x="2230869" y="58816"/>
                </a:moveTo>
                <a:lnTo>
                  <a:pt x="2271519" y="58816"/>
                </a:lnTo>
                <a:cubicBezTo>
                  <a:pt x="2270970" y="52692"/>
                  <a:pt x="2269417" y="48099"/>
                  <a:pt x="2266857" y="45037"/>
                </a:cubicBezTo>
                <a:cubicBezTo>
                  <a:pt x="2262927" y="40285"/>
                  <a:pt x="2257832" y="37908"/>
                  <a:pt x="2251571" y="37908"/>
                </a:cubicBezTo>
                <a:cubicBezTo>
                  <a:pt x="2245904" y="37908"/>
                  <a:pt x="2241140" y="39805"/>
                  <a:pt x="2237278" y="43598"/>
                </a:cubicBezTo>
                <a:cubicBezTo>
                  <a:pt x="2233417" y="47391"/>
                  <a:pt x="2231280" y="52464"/>
                  <a:pt x="2230869" y="58816"/>
                </a:cubicBezTo>
                <a:close/>
                <a:moveTo>
                  <a:pt x="2337858" y="15904"/>
                </a:moveTo>
                <a:lnTo>
                  <a:pt x="2337858" y="1714"/>
                </a:lnTo>
                <a:lnTo>
                  <a:pt x="2350197" y="1714"/>
                </a:lnTo>
                <a:lnTo>
                  <a:pt x="2350197" y="15904"/>
                </a:lnTo>
                <a:lnTo>
                  <a:pt x="2337858" y="15904"/>
                </a:lnTo>
                <a:moveTo>
                  <a:pt x="2337858" y="102208"/>
                </a:moveTo>
                <a:lnTo>
                  <a:pt x="2337858" y="29408"/>
                </a:lnTo>
                <a:lnTo>
                  <a:pt x="2350197" y="29408"/>
                </a:lnTo>
                <a:lnTo>
                  <a:pt x="2350197" y="102208"/>
                </a:lnTo>
                <a:lnTo>
                  <a:pt x="2337858" y="102208"/>
                </a:lnTo>
                <a:close/>
                <a:moveTo>
                  <a:pt x="2364301" y="80478"/>
                </a:moveTo>
                <a:lnTo>
                  <a:pt x="2376503" y="78558"/>
                </a:lnTo>
                <a:cubicBezTo>
                  <a:pt x="2377189" y="83448"/>
                  <a:pt x="2379097" y="87196"/>
                  <a:pt x="2382227" y="89800"/>
                </a:cubicBezTo>
                <a:cubicBezTo>
                  <a:pt x="2385357" y="92405"/>
                  <a:pt x="2389733" y="93708"/>
                  <a:pt x="2395354" y="93708"/>
                </a:cubicBezTo>
                <a:cubicBezTo>
                  <a:pt x="2401021" y="93708"/>
                  <a:pt x="2405225" y="92554"/>
                  <a:pt x="2407967" y="90246"/>
                </a:cubicBezTo>
                <a:cubicBezTo>
                  <a:pt x="2410709" y="87938"/>
                  <a:pt x="2412080" y="85230"/>
                  <a:pt x="2412080" y="82123"/>
                </a:cubicBezTo>
                <a:cubicBezTo>
                  <a:pt x="2412080" y="79335"/>
                  <a:pt x="2410869" y="77142"/>
                  <a:pt x="2408447" y="75542"/>
                </a:cubicBezTo>
                <a:cubicBezTo>
                  <a:pt x="2406756" y="74445"/>
                  <a:pt x="2402552" y="73051"/>
                  <a:pt x="2395834" y="71360"/>
                </a:cubicBezTo>
                <a:cubicBezTo>
                  <a:pt x="2386786" y="69075"/>
                  <a:pt x="2380513" y="67099"/>
                  <a:pt x="2377017" y="65431"/>
                </a:cubicBezTo>
                <a:cubicBezTo>
                  <a:pt x="2373521" y="63763"/>
                  <a:pt x="2370871" y="61455"/>
                  <a:pt x="2369065" y="58507"/>
                </a:cubicBezTo>
                <a:cubicBezTo>
                  <a:pt x="2367260" y="55560"/>
                  <a:pt x="2366358" y="52304"/>
                  <a:pt x="2366358" y="48739"/>
                </a:cubicBezTo>
                <a:cubicBezTo>
                  <a:pt x="2366358" y="45494"/>
                  <a:pt x="2367100" y="42490"/>
                  <a:pt x="2368586" y="39725"/>
                </a:cubicBezTo>
                <a:cubicBezTo>
                  <a:pt x="2370071" y="36960"/>
                  <a:pt x="2372093" y="34663"/>
                  <a:pt x="2374652" y="32835"/>
                </a:cubicBezTo>
                <a:cubicBezTo>
                  <a:pt x="2376572" y="31419"/>
                  <a:pt x="2379188" y="30219"/>
                  <a:pt x="2382501" y="29237"/>
                </a:cubicBezTo>
                <a:cubicBezTo>
                  <a:pt x="2385814" y="28254"/>
                  <a:pt x="2389368" y="27763"/>
                  <a:pt x="2393161" y="27763"/>
                </a:cubicBezTo>
                <a:cubicBezTo>
                  <a:pt x="2398873" y="27763"/>
                  <a:pt x="2403889" y="28585"/>
                  <a:pt x="2408207" y="30231"/>
                </a:cubicBezTo>
                <a:cubicBezTo>
                  <a:pt x="2412526" y="31876"/>
                  <a:pt x="2415714" y="34104"/>
                  <a:pt x="2417770" y="36914"/>
                </a:cubicBezTo>
                <a:cubicBezTo>
                  <a:pt x="2419827" y="39725"/>
                  <a:pt x="2421243" y="43484"/>
                  <a:pt x="2422020" y="48191"/>
                </a:cubicBezTo>
                <a:lnTo>
                  <a:pt x="2409955" y="49836"/>
                </a:lnTo>
                <a:cubicBezTo>
                  <a:pt x="2409407" y="46088"/>
                  <a:pt x="2407819" y="43164"/>
                  <a:pt x="2405191" y="41061"/>
                </a:cubicBezTo>
                <a:cubicBezTo>
                  <a:pt x="2402563" y="38959"/>
                  <a:pt x="2398850" y="37908"/>
                  <a:pt x="2394052" y="37908"/>
                </a:cubicBezTo>
                <a:cubicBezTo>
                  <a:pt x="2388385" y="37908"/>
                  <a:pt x="2384341" y="38845"/>
                  <a:pt x="2381918" y="40719"/>
                </a:cubicBezTo>
                <a:cubicBezTo>
                  <a:pt x="2379496" y="42592"/>
                  <a:pt x="2378285" y="44786"/>
                  <a:pt x="2378285" y="47299"/>
                </a:cubicBezTo>
                <a:cubicBezTo>
                  <a:pt x="2378285" y="48899"/>
                  <a:pt x="2378788" y="50338"/>
                  <a:pt x="2379793" y="51618"/>
                </a:cubicBezTo>
                <a:cubicBezTo>
                  <a:pt x="2380799" y="52943"/>
                  <a:pt x="2382375" y="54040"/>
                  <a:pt x="2384523" y="54908"/>
                </a:cubicBezTo>
                <a:cubicBezTo>
                  <a:pt x="2385757" y="55365"/>
                  <a:pt x="2389390" y="56417"/>
                  <a:pt x="2395423" y="58062"/>
                </a:cubicBezTo>
                <a:cubicBezTo>
                  <a:pt x="2404151" y="60392"/>
                  <a:pt x="2410241" y="62300"/>
                  <a:pt x="2413691" y="63786"/>
                </a:cubicBezTo>
                <a:cubicBezTo>
                  <a:pt x="2417142" y="65271"/>
                  <a:pt x="2419849" y="67430"/>
                  <a:pt x="2421815" y="70264"/>
                </a:cubicBezTo>
                <a:cubicBezTo>
                  <a:pt x="2423780" y="73097"/>
                  <a:pt x="2424762" y="76616"/>
                  <a:pt x="2424762" y="80820"/>
                </a:cubicBezTo>
                <a:cubicBezTo>
                  <a:pt x="2424762" y="84933"/>
                  <a:pt x="2423563" y="88806"/>
                  <a:pt x="2421163" y="92440"/>
                </a:cubicBezTo>
                <a:cubicBezTo>
                  <a:pt x="2418764" y="96073"/>
                  <a:pt x="2415302" y="98883"/>
                  <a:pt x="2410778" y="100871"/>
                </a:cubicBezTo>
                <a:cubicBezTo>
                  <a:pt x="2406254" y="102859"/>
                  <a:pt x="2401135" y="103853"/>
                  <a:pt x="2395423" y="103853"/>
                </a:cubicBezTo>
                <a:cubicBezTo>
                  <a:pt x="2385963" y="103853"/>
                  <a:pt x="2378754" y="101888"/>
                  <a:pt x="2373795" y="97958"/>
                </a:cubicBezTo>
                <a:cubicBezTo>
                  <a:pt x="2368837" y="94028"/>
                  <a:pt x="2365672" y="88201"/>
                  <a:pt x="2364301" y="80478"/>
                </a:cubicBezTo>
                <a:close/>
                <a:moveTo>
                  <a:pt x="2525123" y="93228"/>
                </a:moveTo>
                <a:cubicBezTo>
                  <a:pt x="2520553" y="97112"/>
                  <a:pt x="2516154" y="99854"/>
                  <a:pt x="2511927" y="101454"/>
                </a:cubicBezTo>
                <a:cubicBezTo>
                  <a:pt x="2507700" y="103053"/>
                  <a:pt x="2503164" y="103853"/>
                  <a:pt x="2498320" y="103853"/>
                </a:cubicBezTo>
                <a:cubicBezTo>
                  <a:pt x="2490322" y="103853"/>
                  <a:pt x="2484176" y="101899"/>
                  <a:pt x="2479880" y="97992"/>
                </a:cubicBezTo>
                <a:cubicBezTo>
                  <a:pt x="2475584" y="94085"/>
                  <a:pt x="2473436" y="89092"/>
                  <a:pt x="2473436" y="83014"/>
                </a:cubicBezTo>
                <a:cubicBezTo>
                  <a:pt x="2473436" y="79449"/>
                  <a:pt x="2474247" y="76193"/>
                  <a:pt x="2475870" y="73246"/>
                </a:cubicBezTo>
                <a:cubicBezTo>
                  <a:pt x="2477492" y="70298"/>
                  <a:pt x="2479617" y="67933"/>
                  <a:pt x="2482245" y="66151"/>
                </a:cubicBezTo>
                <a:cubicBezTo>
                  <a:pt x="2484873" y="64368"/>
                  <a:pt x="2487832" y="63020"/>
                  <a:pt x="2491122" y="62106"/>
                </a:cubicBezTo>
                <a:cubicBezTo>
                  <a:pt x="2493544" y="61466"/>
                  <a:pt x="2497200" y="60849"/>
                  <a:pt x="2502090" y="60255"/>
                </a:cubicBezTo>
                <a:cubicBezTo>
                  <a:pt x="2512053" y="59067"/>
                  <a:pt x="2519387" y="57650"/>
                  <a:pt x="2524095" y="56005"/>
                </a:cubicBezTo>
                <a:cubicBezTo>
                  <a:pt x="2524140" y="54314"/>
                  <a:pt x="2524163" y="53240"/>
                  <a:pt x="2524163" y="52783"/>
                </a:cubicBezTo>
                <a:cubicBezTo>
                  <a:pt x="2524163" y="47756"/>
                  <a:pt x="2522998" y="44215"/>
                  <a:pt x="2520667" y="42158"/>
                </a:cubicBezTo>
                <a:cubicBezTo>
                  <a:pt x="2517514" y="39371"/>
                  <a:pt x="2512830" y="37977"/>
                  <a:pt x="2506614" y="37977"/>
                </a:cubicBezTo>
                <a:cubicBezTo>
                  <a:pt x="2500810" y="37977"/>
                  <a:pt x="2496526" y="38993"/>
                  <a:pt x="2493761" y="41027"/>
                </a:cubicBezTo>
                <a:cubicBezTo>
                  <a:pt x="2490996" y="43061"/>
                  <a:pt x="2488951" y="46660"/>
                  <a:pt x="2487626" y="51824"/>
                </a:cubicBezTo>
                <a:lnTo>
                  <a:pt x="2475561" y="50179"/>
                </a:lnTo>
                <a:cubicBezTo>
                  <a:pt x="2476658" y="45014"/>
                  <a:pt x="2478463" y="40844"/>
                  <a:pt x="2480977" y="37668"/>
                </a:cubicBezTo>
                <a:cubicBezTo>
                  <a:pt x="2483490" y="34492"/>
                  <a:pt x="2487123" y="32047"/>
                  <a:pt x="2491876" y="30333"/>
                </a:cubicBezTo>
                <a:cubicBezTo>
                  <a:pt x="2496629" y="28620"/>
                  <a:pt x="2502136" y="27763"/>
                  <a:pt x="2508397" y="27763"/>
                </a:cubicBezTo>
                <a:cubicBezTo>
                  <a:pt x="2514612" y="27763"/>
                  <a:pt x="2519662" y="28494"/>
                  <a:pt x="2523546" y="29956"/>
                </a:cubicBezTo>
                <a:cubicBezTo>
                  <a:pt x="2527431" y="31419"/>
                  <a:pt x="2530287" y="33258"/>
                  <a:pt x="2532115" y="35475"/>
                </a:cubicBezTo>
                <a:cubicBezTo>
                  <a:pt x="2533943" y="37691"/>
                  <a:pt x="2535222" y="40490"/>
                  <a:pt x="2535954" y="43872"/>
                </a:cubicBezTo>
                <a:cubicBezTo>
                  <a:pt x="2536365" y="45974"/>
                  <a:pt x="2536571" y="49767"/>
                  <a:pt x="2536571" y="55251"/>
                </a:cubicBezTo>
                <a:lnTo>
                  <a:pt x="2536571" y="71703"/>
                </a:lnTo>
                <a:cubicBezTo>
                  <a:pt x="2536571" y="83174"/>
                  <a:pt x="2536833" y="90429"/>
                  <a:pt x="2537359" y="93468"/>
                </a:cubicBezTo>
                <a:cubicBezTo>
                  <a:pt x="2537885" y="96507"/>
                  <a:pt x="2538924" y="99420"/>
                  <a:pt x="2540478" y="102208"/>
                </a:cubicBezTo>
                <a:lnTo>
                  <a:pt x="2527591" y="102208"/>
                </a:lnTo>
                <a:cubicBezTo>
                  <a:pt x="2526311" y="99649"/>
                  <a:pt x="2525488" y="96655"/>
                  <a:pt x="2525123" y="93228"/>
                </a:cubicBezTo>
                <a:moveTo>
                  <a:pt x="2524095" y="65671"/>
                </a:moveTo>
                <a:cubicBezTo>
                  <a:pt x="2519616" y="67499"/>
                  <a:pt x="2512898" y="69053"/>
                  <a:pt x="2503941" y="70332"/>
                </a:cubicBezTo>
                <a:cubicBezTo>
                  <a:pt x="2498868" y="71063"/>
                  <a:pt x="2495281" y="71886"/>
                  <a:pt x="2493179" y="72800"/>
                </a:cubicBezTo>
                <a:cubicBezTo>
                  <a:pt x="2491076" y="73714"/>
                  <a:pt x="2489454" y="75051"/>
                  <a:pt x="2488311" y="76810"/>
                </a:cubicBezTo>
                <a:cubicBezTo>
                  <a:pt x="2487169" y="78570"/>
                  <a:pt x="2486598" y="80523"/>
                  <a:pt x="2486598" y="82671"/>
                </a:cubicBezTo>
                <a:cubicBezTo>
                  <a:pt x="2486598" y="85962"/>
                  <a:pt x="2487843" y="88704"/>
                  <a:pt x="2490334" y="90897"/>
                </a:cubicBezTo>
                <a:cubicBezTo>
                  <a:pt x="2492824" y="93091"/>
                  <a:pt x="2496469" y="94188"/>
                  <a:pt x="2501267" y="94188"/>
                </a:cubicBezTo>
                <a:cubicBezTo>
                  <a:pt x="2506020" y="94188"/>
                  <a:pt x="2510247" y="93148"/>
                  <a:pt x="2513949" y="91069"/>
                </a:cubicBezTo>
                <a:cubicBezTo>
                  <a:pt x="2517651" y="88989"/>
                  <a:pt x="2520370" y="86144"/>
                  <a:pt x="2522107" y="82534"/>
                </a:cubicBezTo>
                <a:cubicBezTo>
                  <a:pt x="2523432" y="79746"/>
                  <a:pt x="2524095" y="75633"/>
                  <a:pt x="2524095" y="70195"/>
                </a:cubicBezTo>
                <a:lnTo>
                  <a:pt x="2524095" y="656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waterglassinsidetheseventhkitchen">
            <a:extLst xmlns:a="http://schemas.openxmlformats.org/drawingml/2006/main">
              <a:ext uri="{FF2B5EF4-FFF2-40B4-BE49-F238E27FC236}">
                <a16:creationId xmlns:a16="http://schemas.microsoft.com/office/drawing/2014/main" id="{17A1D0FF-CCC1-480A-A0CA-CC69B998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870" y="5833819"/>
            <a:ext cx="2345806" cy="130039"/>
          </a:xfrm>
          <a:custGeom xmlns:a="http://schemas.openxmlformats.org/drawingml/2006/main">
            <a:pathLst>
              <a:path w="2345806" h="130039">
                <a:moveTo>
                  <a:pt x="22279" y="100494"/>
                </a:moveTo>
                <a:lnTo>
                  <a:pt x="0" y="27694"/>
                </a:lnTo>
                <a:lnTo>
                  <a:pt x="12750" y="27694"/>
                </a:lnTo>
                <a:lnTo>
                  <a:pt x="24335" y="69715"/>
                </a:lnTo>
                <a:lnTo>
                  <a:pt x="28654" y="85345"/>
                </a:lnTo>
                <a:cubicBezTo>
                  <a:pt x="28837" y="84568"/>
                  <a:pt x="30093" y="79564"/>
                  <a:pt x="32424" y="70332"/>
                </a:cubicBezTo>
                <a:lnTo>
                  <a:pt x="44009" y="27694"/>
                </a:lnTo>
                <a:lnTo>
                  <a:pt x="56691" y="27694"/>
                </a:lnTo>
                <a:lnTo>
                  <a:pt x="67590" y="69921"/>
                </a:lnTo>
                <a:lnTo>
                  <a:pt x="71223" y="83837"/>
                </a:lnTo>
                <a:lnTo>
                  <a:pt x="75405" y="69784"/>
                </a:lnTo>
                <a:lnTo>
                  <a:pt x="87881" y="27694"/>
                </a:lnTo>
                <a:lnTo>
                  <a:pt x="99877" y="27694"/>
                </a:lnTo>
                <a:lnTo>
                  <a:pt x="77119" y="100494"/>
                </a:lnTo>
                <a:lnTo>
                  <a:pt x="64300" y="100494"/>
                </a:lnTo>
                <a:lnTo>
                  <a:pt x="52715" y="56896"/>
                </a:lnTo>
                <a:lnTo>
                  <a:pt x="49904" y="44489"/>
                </a:lnTo>
                <a:lnTo>
                  <a:pt x="35166" y="100494"/>
                </a:lnTo>
                <a:lnTo>
                  <a:pt x="22279" y="100494"/>
                </a:lnTo>
                <a:close/>
                <a:moveTo>
                  <a:pt x="157766" y="91514"/>
                </a:moveTo>
                <a:cubicBezTo>
                  <a:pt x="153196" y="95399"/>
                  <a:pt x="148798" y="98141"/>
                  <a:pt x="144570" y="99740"/>
                </a:cubicBezTo>
                <a:cubicBezTo>
                  <a:pt x="140343" y="101340"/>
                  <a:pt x="135807" y="102139"/>
                  <a:pt x="130963" y="102139"/>
                </a:cubicBezTo>
                <a:cubicBezTo>
                  <a:pt x="122966" y="102139"/>
                  <a:pt x="116819" y="100186"/>
                  <a:pt x="112523" y="96278"/>
                </a:cubicBezTo>
                <a:cubicBezTo>
                  <a:pt x="108227" y="92371"/>
                  <a:pt x="106079" y="87378"/>
                  <a:pt x="106079" y="81300"/>
                </a:cubicBezTo>
                <a:cubicBezTo>
                  <a:pt x="106079" y="77736"/>
                  <a:pt x="106891" y="74479"/>
                  <a:pt x="108513" y="71532"/>
                </a:cubicBezTo>
                <a:cubicBezTo>
                  <a:pt x="110135" y="68584"/>
                  <a:pt x="112260" y="66219"/>
                  <a:pt x="114888" y="64437"/>
                </a:cubicBezTo>
                <a:cubicBezTo>
                  <a:pt x="117516" y="62655"/>
                  <a:pt x="120475" y="61306"/>
                  <a:pt x="123765" y="60392"/>
                </a:cubicBezTo>
                <a:cubicBezTo>
                  <a:pt x="126187" y="59753"/>
                  <a:pt x="129843" y="59136"/>
                  <a:pt x="134733" y="58542"/>
                </a:cubicBezTo>
                <a:cubicBezTo>
                  <a:pt x="144696" y="57353"/>
                  <a:pt x="152031" y="55937"/>
                  <a:pt x="156738" y="54292"/>
                </a:cubicBezTo>
                <a:cubicBezTo>
                  <a:pt x="156784" y="52601"/>
                  <a:pt x="156806" y="51527"/>
                  <a:pt x="156806" y="51070"/>
                </a:cubicBezTo>
                <a:cubicBezTo>
                  <a:pt x="156806" y="46043"/>
                  <a:pt x="155641" y="42501"/>
                  <a:pt x="153310" y="40444"/>
                </a:cubicBezTo>
                <a:cubicBezTo>
                  <a:pt x="150157" y="37657"/>
                  <a:pt x="145473" y="36263"/>
                  <a:pt x="139258" y="36263"/>
                </a:cubicBezTo>
                <a:cubicBezTo>
                  <a:pt x="133454" y="36263"/>
                  <a:pt x="129169" y="37280"/>
                  <a:pt x="126405" y="39313"/>
                </a:cubicBezTo>
                <a:cubicBezTo>
                  <a:pt x="123640" y="41347"/>
                  <a:pt x="121595" y="44946"/>
                  <a:pt x="120269" y="50110"/>
                </a:cubicBezTo>
                <a:lnTo>
                  <a:pt x="108205" y="48465"/>
                </a:lnTo>
                <a:cubicBezTo>
                  <a:pt x="109301" y="43301"/>
                  <a:pt x="111106" y="39131"/>
                  <a:pt x="113620" y="35954"/>
                </a:cubicBezTo>
                <a:cubicBezTo>
                  <a:pt x="116133" y="32778"/>
                  <a:pt x="119767" y="30333"/>
                  <a:pt x="124519" y="28620"/>
                </a:cubicBezTo>
                <a:cubicBezTo>
                  <a:pt x="129272" y="26906"/>
                  <a:pt x="134779" y="26049"/>
                  <a:pt x="141040" y="26049"/>
                </a:cubicBezTo>
                <a:cubicBezTo>
                  <a:pt x="147255" y="26049"/>
                  <a:pt x="152305" y="26780"/>
                  <a:pt x="156189" y="28243"/>
                </a:cubicBezTo>
                <a:cubicBezTo>
                  <a:pt x="160074" y="29705"/>
                  <a:pt x="162930" y="31544"/>
                  <a:pt x="164758" y="33761"/>
                </a:cubicBezTo>
                <a:cubicBezTo>
                  <a:pt x="166586" y="35977"/>
                  <a:pt x="167866" y="38776"/>
                  <a:pt x="168597" y="42158"/>
                </a:cubicBezTo>
                <a:cubicBezTo>
                  <a:pt x="169008" y="44260"/>
                  <a:pt x="169214" y="48053"/>
                  <a:pt x="169214" y="53537"/>
                </a:cubicBezTo>
                <a:lnTo>
                  <a:pt x="169214" y="69989"/>
                </a:lnTo>
                <a:cubicBezTo>
                  <a:pt x="169214" y="81460"/>
                  <a:pt x="169477" y="88715"/>
                  <a:pt x="170002" y="91754"/>
                </a:cubicBezTo>
                <a:cubicBezTo>
                  <a:pt x="170528" y="94793"/>
                  <a:pt x="171568" y="97706"/>
                  <a:pt x="173121" y="100494"/>
                </a:cubicBezTo>
                <a:lnTo>
                  <a:pt x="160234" y="100494"/>
                </a:lnTo>
                <a:cubicBezTo>
                  <a:pt x="158954" y="97935"/>
                  <a:pt x="158132" y="94942"/>
                  <a:pt x="157766" y="91514"/>
                </a:cubicBezTo>
                <a:moveTo>
                  <a:pt x="156738" y="63957"/>
                </a:moveTo>
                <a:cubicBezTo>
                  <a:pt x="152259" y="65785"/>
                  <a:pt x="145541" y="67339"/>
                  <a:pt x="136584" y="68618"/>
                </a:cubicBezTo>
                <a:cubicBezTo>
                  <a:pt x="131512" y="69350"/>
                  <a:pt x="127924" y="70172"/>
                  <a:pt x="125822" y="71086"/>
                </a:cubicBezTo>
                <a:cubicBezTo>
                  <a:pt x="123720" y="72000"/>
                  <a:pt x="122097" y="73337"/>
                  <a:pt x="120955" y="75096"/>
                </a:cubicBezTo>
                <a:cubicBezTo>
                  <a:pt x="119812" y="76856"/>
                  <a:pt x="119241" y="78810"/>
                  <a:pt x="119241" y="80957"/>
                </a:cubicBezTo>
                <a:cubicBezTo>
                  <a:pt x="119241" y="84248"/>
                  <a:pt x="120486" y="86990"/>
                  <a:pt x="122977" y="89183"/>
                </a:cubicBezTo>
                <a:cubicBezTo>
                  <a:pt x="125468" y="91377"/>
                  <a:pt x="129112" y="92474"/>
                  <a:pt x="133911" y="92474"/>
                </a:cubicBezTo>
                <a:cubicBezTo>
                  <a:pt x="138664" y="92474"/>
                  <a:pt x="142891" y="91434"/>
                  <a:pt x="146593" y="89355"/>
                </a:cubicBezTo>
                <a:cubicBezTo>
                  <a:pt x="150294" y="87275"/>
                  <a:pt x="153013" y="84431"/>
                  <a:pt x="154750" y="80820"/>
                </a:cubicBezTo>
                <a:cubicBezTo>
                  <a:pt x="156075" y="78033"/>
                  <a:pt x="156738" y="73920"/>
                  <a:pt x="156738" y="68481"/>
                </a:cubicBezTo>
                <a:lnTo>
                  <a:pt x="156738" y="63957"/>
                </a:lnTo>
                <a:close/>
                <a:moveTo>
                  <a:pt x="215033" y="89458"/>
                </a:moveTo>
                <a:lnTo>
                  <a:pt x="216816" y="100357"/>
                </a:lnTo>
                <a:cubicBezTo>
                  <a:pt x="213343" y="101088"/>
                  <a:pt x="210235" y="101454"/>
                  <a:pt x="207493" y="101454"/>
                </a:cubicBezTo>
                <a:cubicBezTo>
                  <a:pt x="203014" y="101454"/>
                  <a:pt x="199541" y="100746"/>
                  <a:pt x="197073" y="99329"/>
                </a:cubicBezTo>
                <a:cubicBezTo>
                  <a:pt x="194606" y="97912"/>
                  <a:pt x="192869" y="96050"/>
                  <a:pt x="191864" y="93742"/>
                </a:cubicBezTo>
                <a:cubicBezTo>
                  <a:pt x="190858" y="91434"/>
                  <a:pt x="190355" y="86579"/>
                  <a:pt x="190355" y="79175"/>
                </a:cubicBezTo>
                <a:lnTo>
                  <a:pt x="190355" y="37291"/>
                </a:lnTo>
                <a:lnTo>
                  <a:pt x="181307" y="37291"/>
                </a:lnTo>
                <a:lnTo>
                  <a:pt x="181307" y="27694"/>
                </a:lnTo>
                <a:lnTo>
                  <a:pt x="190355" y="27694"/>
                </a:lnTo>
                <a:lnTo>
                  <a:pt x="190355" y="9666"/>
                </a:lnTo>
                <a:lnTo>
                  <a:pt x="202626" y="2262"/>
                </a:lnTo>
                <a:lnTo>
                  <a:pt x="202626" y="27694"/>
                </a:lnTo>
                <a:lnTo>
                  <a:pt x="215033" y="27694"/>
                </a:lnTo>
                <a:lnTo>
                  <a:pt x="215033" y="37291"/>
                </a:lnTo>
                <a:lnTo>
                  <a:pt x="202626" y="37291"/>
                </a:lnTo>
                <a:lnTo>
                  <a:pt x="202626" y="79861"/>
                </a:lnTo>
                <a:cubicBezTo>
                  <a:pt x="202626" y="83380"/>
                  <a:pt x="202843" y="85642"/>
                  <a:pt x="203277" y="86647"/>
                </a:cubicBezTo>
                <a:cubicBezTo>
                  <a:pt x="203711" y="87653"/>
                  <a:pt x="204420" y="88452"/>
                  <a:pt x="205402" y="89046"/>
                </a:cubicBezTo>
                <a:cubicBezTo>
                  <a:pt x="206385" y="89640"/>
                  <a:pt x="207790" y="89938"/>
                  <a:pt x="209618" y="89938"/>
                </a:cubicBezTo>
                <a:cubicBezTo>
                  <a:pt x="210989" y="89938"/>
                  <a:pt x="212794" y="89778"/>
                  <a:pt x="215033" y="89458"/>
                </a:cubicBezTo>
                <a:close/>
                <a:moveTo>
                  <a:pt x="276452" y="77050"/>
                </a:moveTo>
                <a:lnTo>
                  <a:pt x="289202" y="78627"/>
                </a:lnTo>
                <a:cubicBezTo>
                  <a:pt x="287191" y="86076"/>
                  <a:pt x="283467" y="91857"/>
                  <a:pt x="278029" y="95970"/>
                </a:cubicBezTo>
                <a:cubicBezTo>
                  <a:pt x="272590" y="100083"/>
                  <a:pt x="265644" y="102139"/>
                  <a:pt x="257189" y="102139"/>
                </a:cubicBezTo>
                <a:cubicBezTo>
                  <a:pt x="246541" y="102139"/>
                  <a:pt x="238098" y="98860"/>
                  <a:pt x="231860" y="92302"/>
                </a:cubicBezTo>
                <a:cubicBezTo>
                  <a:pt x="225622" y="85745"/>
                  <a:pt x="222503" y="76547"/>
                  <a:pt x="222503" y="64711"/>
                </a:cubicBezTo>
                <a:cubicBezTo>
                  <a:pt x="222503" y="52464"/>
                  <a:pt x="225656" y="42958"/>
                  <a:pt x="231963" y="36194"/>
                </a:cubicBezTo>
                <a:cubicBezTo>
                  <a:pt x="238270" y="29431"/>
                  <a:pt x="246450" y="26049"/>
                  <a:pt x="256504" y="26049"/>
                </a:cubicBezTo>
                <a:cubicBezTo>
                  <a:pt x="266238" y="26049"/>
                  <a:pt x="274190" y="29362"/>
                  <a:pt x="280359" y="35989"/>
                </a:cubicBezTo>
                <a:cubicBezTo>
                  <a:pt x="286529" y="42615"/>
                  <a:pt x="289614" y="51938"/>
                  <a:pt x="289614" y="63957"/>
                </a:cubicBezTo>
                <a:cubicBezTo>
                  <a:pt x="289614" y="64688"/>
                  <a:pt x="289591" y="65785"/>
                  <a:pt x="289545" y="67247"/>
                </a:cubicBezTo>
                <a:lnTo>
                  <a:pt x="235253" y="67247"/>
                </a:lnTo>
                <a:cubicBezTo>
                  <a:pt x="235710" y="75245"/>
                  <a:pt x="237973" y="81369"/>
                  <a:pt x="242040" y="85619"/>
                </a:cubicBezTo>
                <a:cubicBezTo>
                  <a:pt x="246107" y="89869"/>
                  <a:pt x="251180" y="91994"/>
                  <a:pt x="257258" y="91994"/>
                </a:cubicBezTo>
                <a:cubicBezTo>
                  <a:pt x="261782" y="91994"/>
                  <a:pt x="265644" y="90806"/>
                  <a:pt x="268843" y="88429"/>
                </a:cubicBezTo>
                <a:cubicBezTo>
                  <a:pt x="272042" y="86053"/>
                  <a:pt x="274578" y="82260"/>
                  <a:pt x="276452" y="77050"/>
                </a:cubicBezTo>
                <a:moveTo>
                  <a:pt x="235939" y="57102"/>
                </a:moveTo>
                <a:lnTo>
                  <a:pt x="276589" y="57102"/>
                </a:lnTo>
                <a:cubicBezTo>
                  <a:pt x="276041" y="50978"/>
                  <a:pt x="274487" y="46385"/>
                  <a:pt x="271928" y="43324"/>
                </a:cubicBezTo>
                <a:cubicBezTo>
                  <a:pt x="267997" y="38571"/>
                  <a:pt x="262902" y="36194"/>
                  <a:pt x="256641" y="36194"/>
                </a:cubicBezTo>
                <a:cubicBezTo>
                  <a:pt x="250974" y="36194"/>
                  <a:pt x="246210" y="38091"/>
                  <a:pt x="242348" y="41884"/>
                </a:cubicBezTo>
                <a:cubicBezTo>
                  <a:pt x="238487" y="45677"/>
                  <a:pt x="236350" y="50750"/>
                  <a:pt x="235939" y="57102"/>
                </a:cubicBezTo>
                <a:close/>
                <a:moveTo>
                  <a:pt x="304312" y="100494"/>
                </a:moveTo>
                <a:lnTo>
                  <a:pt x="304312" y="27694"/>
                </a:lnTo>
                <a:lnTo>
                  <a:pt x="315417" y="27694"/>
                </a:lnTo>
                <a:lnTo>
                  <a:pt x="315417" y="38731"/>
                </a:lnTo>
                <a:cubicBezTo>
                  <a:pt x="318250" y="33567"/>
                  <a:pt x="320866" y="30162"/>
                  <a:pt x="323266" y="28517"/>
                </a:cubicBezTo>
                <a:cubicBezTo>
                  <a:pt x="325665" y="26872"/>
                  <a:pt x="328304" y="26049"/>
                  <a:pt x="331183" y="26049"/>
                </a:cubicBezTo>
                <a:cubicBezTo>
                  <a:pt x="335342" y="26049"/>
                  <a:pt x="339569" y="27374"/>
                  <a:pt x="343865" y="30025"/>
                </a:cubicBezTo>
                <a:lnTo>
                  <a:pt x="339615" y="41473"/>
                </a:lnTo>
                <a:cubicBezTo>
                  <a:pt x="336599" y="39690"/>
                  <a:pt x="333582" y="38799"/>
                  <a:pt x="330566" y="38799"/>
                </a:cubicBezTo>
                <a:cubicBezTo>
                  <a:pt x="327870" y="38799"/>
                  <a:pt x="325448" y="39610"/>
                  <a:pt x="323300" y="41233"/>
                </a:cubicBezTo>
                <a:cubicBezTo>
                  <a:pt x="321152" y="42855"/>
                  <a:pt x="319621" y="45106"/>
                  <a:pt x="318707" y="47985"/>
                </a:cubicBezTo>
                <a:cubicBezTo>
                  <a:pt x="317336" y="52372"/>
                  <a:pt x="316651" y="57171"/>
                  <a:pt x="316651" y="62380"/>
                </a:cubicBezTo>
                <a:lnTo>
                  <a:pt x="316651" y="100494"/>
                </a:lnTo>
                <a:lnTo>
                  <a:pt x="304312" y="100494"/>
                </a:lnTo>
                <a:close/>
                <a:moveTo>
                  <a:pt x="387095" y="106527"/>
                </a:moveTo>
                <a:lnTo>
                  <a:pt x="399091" y="108309"/>
                </a:lnTo>
                <a:cubicBezTo>
                  <a:pt x="399594" y="112011"/>
                  <a:pt x="400987" y="114707"/>
                  <a:pt x="403272" y="116398"/>
                </a:cubicBezTo>
                <a:cubicBezTo>
                  <a:pt x="406334" y="118683"/>
                  <a:pt x="410516" y="119825"/>
                  <a:pt x="415817" y="119825"/>
                </a:cubicBezTo>
                <a:cubicBezTo>
                  <a:pt x="421530" y="119825"/>
                  <a:pt x="425940" y="118683"/>
                  <a:pt x="429047" y="116398"/>
                </a:cubicBezTo>
                <a:cubicBezTo>
                  <a:pt x="432155" y="114113"/>
                  <a:pt x="434257" y="110914"/>
                  <a:pt x="435354" y="106801"/>
                </a:cubicBezTo>
                <a:cubicBezTo>
                  <a:pt x="435994" y="104287"/>
                  <a:pt x="436291" y="99009"/>
                  <a:pt x="436245" y="90966"/>
                </a:cubicBezTo>
                <a:cubicBezTo>
                  <a:pt x="430852" y="97318"/>
                  <a:pt x="424134" y="100494"/>
                  <a:pt x="416091" y="100494"/>
                </a:cubicBezTo>
                <a:cubicBezTo>
                  <a:pt x="406083" y="100494"/>
                  <a:pt x="398337" y="96884"/>
                  <a:pt x="392853" y="89663"/>
                </a:cubicBezTo>
                <a:cubicBezTo>
                  <a:pt x="387369" y="82443"/>
                  <a:pt x="384627" y="73783"/>
                  <a:pt x="384627" y="63683"/>
                </a:cubicBezTo>
                <a:cubicBezTo>
                  <a:pt x="384627" y="56736"/>
                  <a:pt x="385884" y="50327"/>
                  <a:pt x="388397" y="44455"/>
                </a:cubicBezTo>
                <a:cubicBezTo>
                  <a:pt x="390911" y="38582"/>
                  <a:pt x="394555" y="34046"/>
                  <a:pt x="399331" y="30847"/>
                </a:cubicBezTo>
                <a:cubicBezTo>
                  <a:pt x="404106" y="27648"/>
                  <a:pt x="409716" y="26049"/>
                  <a:pt x="416160" y="26049"/>
                </a:cubicBezTo>
                <a:cubicBezTo>
                  <a:pt x="424751" y="26049"/>
                  <a:pt x="431835" y="29522"/>
                  <a:pt x="437410" y="36469"/>
                </a:cubicBezTo>
                <a:lnTo>
                  <a:pt x="437410" y="27694"/>
                </a:lnTo>
                <a:lnTo>
                  <a:pt x="448790" y="27694"/>
                </a:lnTo>
                <a:lnTo>
                  <a:pt x="448790" y="90623"/>
                </a:lnTo>
                <a:cubicBezTo>
                  <a:pt x="448790" y="101957"/>
                  <a:pt x="447636" y="109988"/>
                  <a:pt x="445328" y="114718"/>
                </a:cubicBezTo>
                <a:cubicBezTo>
                  <a:pt x="443020" y="119448"/>
                  <a:pt x="439364" y="123184"/>
                  <a:pt x="434360" y="125926"/>
                </a:cubicBezTo>
                <a:cubicBezTo>
                  <a:pt x="429356" y="128668"/>
                  <a:pt x="423198" y="130039"/>
                  <a:pt x="415886" y="130039"/>
                </a:cubicBezTo>
                <a:cubicBezTo>
                  <a:pt x="407203" y="130039"/>
                  <a:pt x="400188" y="128086"/>
                  <a:pt x="394841" y="124178"/>
                </a:cubicBezTo>
                <a:cubicBezTo>
                  <a:pt x="389494" y="120271"/>
                  <a:pt x="386912" y="114387"/>
                  <a:pt x="387095" y="106527"/>
                </a:cubicBezTo>
                <a:moveTo>
                  <a:pt x="397309" y="62792"/>
                </a:moveTo>
                <a:cubicBezTo>
                  <a:pt x="397309" y="72343"/>
                  <a:pt x="399205" y="79312"/>
                  <a:pt x="402998" y="83699"/>
                </a:cubicBezTo>
                <a:cubicBezTo>
                  <a:pt x="406791" y="88087"/>
                  <a:pt x="411544" y="90280"/>
                  <a:pt x="417257" y="90280"/>
                </a:cubicBezTo>
                <a:cubicBezTo>
                  <a:pt x="422923" y="90280"/>
                  <a:pt x="427676" y="88098"/>
                  <a:pt x="431515" y="83734"/>
                </a:cubicBezTo>
                <a:cubicBezTo>
                  <a:pt x="435354" y="79369"/>
                  <a:pt x="437273" y="72526"/>
                  <a:pt x="437273" y="63203"/>
                </a:cubicBezTo>
                <a:cubicBezTo>
                  <a:pt x="437273" y="54292"/>
                  <a:pt x="435297" y="47574"/>
                  <a:pt x="431344" y="43049"/>
                </a:cubicBezTo>
                <a:cubicBezTo>
                  <a:pt x="427391" y="38525"/>
                  <a:pt x="422626" y="36263"/>
                  <a:pt x="417051" y="36263"/>
                </a:cubicBezTo>
                <a:cubicBezTo>
                  <a:pt x="411567" y="36263"/>
                  <a:pt x="406906" y="38491"/>
                  <a:pt x="403067" y="42947"/>
                </a:cubicBezTo>
                <a:cubicBezTo>
                  <a:pt x="399228" y="47402"/>
                  <a:pt x="397309" y="54017"/>
                  <a:pt x="397309" y="62792"/>
                </a:cubicBezTo>
                <a:close/>
                <a:moveTo>
                  <a:pt x="466915" y="100494"/>
                </a:moveTo>
                <a:lnTo>
                  <a:pt x="466915" y="0"/>
                </a:lnTo>
                <a:lnTo>
                  <a:pt x="479254" y="0"/>
                </a:lnTo>
                <a:lnTo>
                  <a:pt x="479254" y="100494"/>
                </a:lnTo>
                <a:lnTo>
                  <a:pt x="466915" y="100494"/>
                </a:lnTo>
                <a:close/>
                <a:moveTo>
                  <a:pt x="546198" y="91514"/>
                </a:moveTo>
                <a:cubicBezTo>
                  <a:pt x="541628" y="95399"/>
                  <a:pt x="537229" y="98141"/>
                  <a:pt x="533002" y="99740"/>
                </a:cubicBezTo>
                <a:cubicBezTo>
                  <a:pt x="528775" y="101340"/>
                  <a:pt x="524239" y="102139"/>
                  <a:pt x="519395" y="102139"/>
                </a:cubicBezTo>
                <a:cubicBezTo>
                  <a:pt x="511397" y="102139"/>
                  <a:pt x="505251" y="100186"/>
                  <a:pt x="500955" y="96278"/>
                </a:cubicBezTo>
                <a:cubicBezTo>
                  <a:pt x="496659" y="92371"/>
                  <a:pt x="494511" y="87378"/>
                  <a:pt x="494511" y="81300"/>
                </a:cubicBezTo>
                <a:cubicBezTo>
                  <a:pt x="494511" y="77736"/>
                  <a:pt x="495322" y="74479"/>
                  <a:pt x="496945" y="71532"/>
                </a:cubicBezTo>
                <a:cubicBezTo>
                  <a:pt x="498567" y="68584"/>
                  <a:pt x="500692" y="66219"/>
                  <a:pt x="503320" y="64437"/>
                </a:cubicBezTo>
                <a:cubicBezTo>
                  <a:pt x="505948" y="62655"/>
                  <a:pt x="508907" y="61306"/>
                  <a:pt x="512197" y="60392"/>
                </a:cubicBezTo>
                <a:cubicBezTo>
                  <a:pt x="514619" y="59753"/>
                  <a:pt x="518275" y="59136"/>
                  <a:pt x="523165" y="58542"/>
                </a:cubicBezTo>
                <a:cubicBezTo>
                  <a:pt x="533128" y="57353"/>
                  <a:pt x="540462" y="55937"/>
                  <a:pt x="545170" y="54292"/>
                </a:cubicBezTo>
                <a:cubicBezTo>
                  <a:pt x="545215" y="52601"/>
                  <a:pt x="545238" y="51527"/>
                  <a:pt x="545238" y="51070"/>
                </a:cubicBezTo>
                <a:cubicBezTo>
                  <a:pt x="545238" y="46043"/>
                  <a:pt x="544073" y="42501"/>
                  <a:pt x="541742" y="40444"/>
                </a:cubicBezTo>
                <a:cubicBezTo>
                  <a:pt x="538589" y="37657"/>
                  <a:pt x="533905" y="36263"/>
                  <a:pt x="527689" y="36263"/>
                </a:cubicBezTo>
                <a:cubicBezTo>
                  <a:pt x="521885" y="36263"/>
                  <a:pt x="517601" y="37280"/>
                  <a:pt x="514836" y="39313"/>
                </a:cubicBezTo>
                <a:cubicBezTo>
                  <a:pt x="512071" y="41347"/>
                  <a:pt x="510026" y="44946"/>
                  <a:pt x="508701" y="50110"/>
                </a:cubicBezTo>
                <a:lnTo>
                  <a:pt x="496636" y="48465"/>
                </a:lnTo>
                <a:cubicBezTo>
                  <a:pt x="497733" y="43301"/>
                  <a:pt x="499538" y="39131"/>
                  <a:pt x="502052" y="35954"/>
                </a:cubicBezTo>
                <a:cubicBezTo>
                  <a:pt x="504565" y="32778"/>
                  <a:pt x="508198" y="30333"/>
                  <a:pt x="512951" y="28620"/>
                </a:cubicBezTo>
                <a:cubicBezTo>
                  <a:pt x="517704" y="26906"/>
                  <a:pt x="523211" y="26049"/>
                  <a:pt x="529472" y="26049"/>
                </a:cubicBezTo>
                <a:cubicBezTo>
                  <a:pt x="535687" y="26049"/>
                  <a:pt x="540737" y="26780"/>
                  <a:pt x="544621" y="28243"/>
                </a:cubicBezTo>
                <a:cubicBezTo>
                  <a:pt x="548506" y="29705"/>
                  <a:pt x="551362" y="31544"/>
                  <a:pt x="553190" y="33761"/>
                </a:cubicBezTo>
                <a:cubicBezTo>
                  <a:pt x="555018" y="35977"/>
                  <a:pt x="556298" y="38776"/>
                  <a:pt x="557029" y="42158"/>
                </a:cubicBezTo>
                <a:cubicBezTo>
                  <a:pt x="557440" y="44260"/>
                  <a:pt x="557646" y="48053"/>
                  <a:pt x="557646" y="53537"/>
                </a:cubicBezTo>
                <a:lnTo>
                  <a:pt x="557646" y="69989"/>
                </a:lnTo>
                <a:cubicBezTo>
                  <a:pt x="557646" y="81460"/>
                  <a:pt x="557908" y="88715"/>
                  <a:pt x="558434" y="91754"/>
                </a:cubicBezTo>
                <a:cubicBezTo>
                  <a:pt x="558960" y="94793"/>
                  <a:pt x="559999" y="97706"/>
                  <a:pt x="561553" y="100494"/>
                </a:cubicBezTo>
                <a:lnTo>
                  <a:pt x="548666" y="100494"/>
                </a:lnTo>
                <a:cubicBezTo>
                  <a:pt x="547386" y="97935"/>
                  <a:pt x="546563" y="94942"/>
                  <a:pt x="546198" y="91514"/>
                </a:cubicBezTo>
                <a:moveTo>
                  <a:pt x="545170" y="63957"/>
                </a:moveTo>
                <a:cubicBezTo>
                  <a:pt x="540691" y="65785"/>
                  <a:pt x="533973" y="67339"/>
                  <a:pt x="525016" y="68618"/>
                </a:cubicBezTo>
                <a:cubicBezTo>
                  <a:pt x="519943" y="69350"/>
                  <a:pt x="516356" y="70172"/>
                  <a:pt x="514254" y="71086"/>
                </a:cubicBezTo>
                <a:cubicBezTo>
                  <a:pt x="512151" y="72000"/>
                  <a:pt x="510529" y="73337"/>
                  <a:pt x="509387" y="75096"/>
                </a:cubicBezTo>
                <a:cubicBezTo>
                  <a:pt x="508244" y="76856"/>
                  <a:pt x="507673" y="78810"/>
                  <a:pt x="507673" y="80957"/>
                </a:cubicBezTo>
                <a:cubicBezTo>
                  <a:pt x="507673" y="84248"/>
                  <a:pt x="508918" y="86990"/>
                  <a:pt x="511409" y="89183"/>
                </a:cubicBezTo>
                <a:cubicBezTo>
                  <a:pt x="513899" y="91377"/>
                  <a:pt x="517544" y="92474"/>
                  <a:pt x="522342" y="92474"/>
                </a:cubicBezTo>
                <a:cubicBezTo>
                  <a:pt x="527095" y="92474"/>
                  <a:pt x="531323" y="91434"/>
                  <a:pt x="535024" y="89355"/>
                </a:cubicBezTo>
                <a:cubicBezTo>
                  <a:pt x="538726" y="87275"/>
                  <a:pt x="541445" y="84431"/>
                  <a:pt x="543182" y="80820"/>
                </a:cubicBezTo>
                <a:cubicBezTo>
                  <a:pt x="544507" y="78033"/>
                  <a:pt x="545170" y="73920"/>
                  <a:pt x="545170" y="68481"/>
                </a:cubicBezTo>
                <a:lnTo>
                  <a:pt x="545170" y="63957"/>
                </a:lnTo>
                <a:close/>
                <a:moveTo>
                  <a:pt x="571590" y="78764"/>
                </a:moveTo>
                <a:lnTo>
                  <a:pt x="583792" y="76844"/>
                </a:lnTo>
                <a:cubicBezTo>
                  <a:pt x="584477" y="81734"/>
                  <a:pt x="586385" y="85482"/>
                  <a:pt x="589516" y="88087"/>
                </a:cubicBezTo>
                <a:cubicBezTo>
                  <a:pt x="592646" y="90692"/>
                  <a:pt x="597022" y="91994"/>
                  <a:pt x="602643" y="91994"/>
                </a:cubicBezTo>
                <a:cubicBezTo>
                  <a:pt x="608310" y="91994"/>
                  <a:pt x="612514" y="90840"/>
                  <a:pt x="615256" y="88532"/>
                </a:cubicBezTo>
                <a:cubicBezTo>
                  <a:pt x="617998" y="86224"/>
                  <a:pt x="619369" y="83517"/>
                  <a:pt x="619369" y="80409"/>
                </a:cubicBezTo>
                <a:cubicBezTo>
                  <a:pt x="619369" y="77621"/>
                  <a:pt x="618158" y="75428"/>
                  <a:pt x="615736" y="73828"/>
                </a:cubicBezTo>
                <a:cubicBezTo>
                  <a:pt x="614045" y="72731"/>
                  <a:pt x="609841" y="71338"/>
                  <a:pt x="603123" y="69647"/>
                </a:cubicBezTo>
                <a:cubicBezTo>
                  <a:pt x="594074" y="67362"/>
                  <a:pt x="587802" y="65385"/>
                  <a:pt x="584306" y="63717"/>
                </a:cubicBezTo>
                <a:cubicBezTo>
                  <a:pt x="580810" y="62049"/>
                  <a:pt x="578159" y="59741"/>
                  <a:pt x="576354" y="56794"/>
                </a:cubicBezTo>
                <a:cubicBezTo>
                  <a:pt x="574549" y="53846"/>
                  <a:pt x="573646" y="50590"/>
                  <a:pt x="573646" y="47025"/>
                </a:cubicBezTo>
                <a:cubicBezTo>
                  <a:pt x="573646" y="43781"/>
                  <a:pt x="574389" y="40776"/>
                  <a:pt x="575874" y="38011"/>
                </a:cubicBezTo>
                <a:cubicBezTo>
                  <a:pt x="577359" y="35246"/>
                  <a:pt x="579382" y="32950"/>
                  <a:pt x="581941" y="31122"/>
                </a:cubicBezTo>
                <a:cubicBezTo>
                  <a:pt x="583860" y="29705"/>
                  <a:pt x="586476" y="28505"/>
                  <a:pt x="589790" y="27523"/>
                </a:cubicBezTo>
                <a:cubicBezTo>
                  <a:pt x="593103" y="26540"/>
                  <a:pt x="596656" y="26049"/>
                  <a:pt x="600449" y="26049"/>
                </a:cubicBezTo>
                <a:cubicBezTo>
                  <a:pt x="606162" y="26049"/>
                  <a:pt x="611177" y="26872"/>
                  <a:pt x="615496" y="28517"/>
                </a:cubicBezTo>
                <a:cubicBezTo>
                  <a:pt x="619815" y="30162"/>
                  <a:pt x="623002" y="32390"/>
                  <a:pt x="625059" y="35200"/>
                </a:cubicBezTo>
                <a:cubicBezTo>
                  <a:pt x="627115" y="38011"/>
                  <a:pt x="628532" y="41770"/>
                  <a:pt x="629309" y="46477"/>
                </a:cubicBezTo>
                <a:lnTo>
                  <a:pt x="617244" y="48122"/>
                </a:lnTo>
                <a:cubicBezTo>
                  <a:pt x="616696" y="44375"/>
                  <a:pt x="615108" y="41450"/>
                  <a:pt x="612480" y="39348"/>
                </a:cubicBezTo>
                <a:cubicBezTo>
                  <a:pt x="609852" y="37245"/>
                  <a:pt x="606139" y="36194"/>
                  <a:pt x="601340" y="36194"/>
                </a:cubicBezTo>
                <a:cubicBezTo>
                  <a:pt x="595674" y="36194"/>
                  <a:pt x="591629" y="37131"/>
                  <a:pt x="589207" y="39005"/>
                </a:cubicBezTo>
                <a:cubicBezTo>
                  <a:pt x="586785" y="40879"/>
                  <a:pt x="585574" y="43072"/>
                  <a:pt x="585574" y="45586"/>
                </a:cubicBezTo>
                <a:cubicBezTo>
                  <a:pt x="585574" y="47185"/>
                  <a:pt x="586077" y="48625"/>
                  <a:pt x="587082" y="49904"/>
                </a:cubicBezTo>
                <a:cubicBezTo>
                  <a:pt x="588087" y="51230"/>
                  <a:pt x="589664" y="52326"/>
                  <a:pt x="591812" y="53195"/>
                </a:cubicBezTo>
                <a:cubicBezTo>
                  <a:pt x="593046" y="53652"/>
                  <a:pt x="596679" y="54703"/>
                  <a:pt x="602711" y="56348"/>
                </a:cubicBezTo>
                <a:cubicBezTo>
                  <a:pt x="611440" y="58679"/>
                  <a:pt x="617530" y="60587"/>
                  <a:pt x="620980" y="62072"/>
                </a:cubicBezTo>
                <a:cubicBezTo>
                  <a:pt x="624430" y="63557"/>
                  <a:pt x="627138" y="65717"/>
                  <a:pt x="629103" y="68550"/>
                </a:cubicBezTo>
                <a:cubicBezTo>
                  <a:pt x="631068" y="71383"/>
                  <a:pt x="632051" y="74902"/>
                  <a:pt x="632051" y="79107"/>
                </a:cubicBezTo>
                <a:cubicBezTo>
                  <a:pt x="632051" y="83220"/>
                  <a:pt x="630851" y="87093"/>
                  <a:pt x="628452" y="90726"/>
                </a:cubicBezTo>
                <a:cubicBezTo>
                  <a:pt x="626053" y="94359"/>
                  <a:pt x="622591" y="97170"/>
                  <a:pt x="618067" y="99157"/>
                </a:cubicBezTo>
                <a:cubicBezTo>
                  <a:pt x="613542" y="101145"/>
                  <a:pt x="608424" y="102139"/>
                  <a:pt x="602711" y="102139"/>
                </a:cubicBezTo>
                <a:cubicBezTo>
                  <a:pt x="593252" y="102139"/>
                  <a:pt x="586042" y="100174"/>
                  <a:pt x="581084" y="96244"/>
                </a:cubicBezTo>
                <a:cubicBezTo>
                  <a:pt x="576125" y="92314"/>
                  <a:pt x="572961" y="86487"/>
                  <a:pt x="571590" y="78764"/>
                </a:cubicBezTo>
                <a:close/>
                <a:moveTo>
                  <a:pt x="641560" y="78764"/>
                </a:moveTo>
                <a:lnTo>
                  <a:pt x="653762" y="76844"/>
                </a:lnTo>
                <a:cubicBezTo>
                  <a:pt x="654447" y="81734"/>
                  <a:pt x="656355" y="85482"/>
                  <a:pt x="659486" y="88087"/>
                </a:cubicBezTo>
                <a:cubicBezTo>
                  <a:pt x="662616" y="90692"/>
                  <a:pt x="666992" y="91994"/>
                  <a:pt x="672613" y="91994"/>
                </a:cubicBezTo>
                <a:cubicBezTo>
                  <a:pt x="678280" y="91994"/>
                  <a:pt x="682484" y="90840"/>
                  <a:pt x="685226" y="88532"/>
                </a:cubicBezTo>
                <a:cubicBezTo>
                  <a:pt x="687968" y="86224"/>
                  <a:pt x="689339" y="83517"/>
                  <a:pt x="689339" y="80409"/>
                </a:cubicBezTo>
                <a:cubicBezTo>
                  <a:pt x="689339" y="77621"/>
                  <a:pt x="688128" y="75428"/>
                  <a:pt x="685706" y="73828"/>
                </a:cubicBezTo>
                <a:cubicBezTo>
                  <a:pt x="684015" y="72731"/>
                  <a:pt x="679811" y="71338"/>
                  <a:pt x="673093" y="69647"/>
                </a:cubicBezTo>
                <a:cubicBezTo>
                  <a:pt x="664044" y="67362"/>
                  <a:pt x="657772" y="65385"/>
                  <a:pt x="654276" y="63717"/>
                </a:cubicBezTo>
                <a:cubicBezTo>
                  <a:pt x="650780" y="62049"/>
                  <a:pt x="648129" y="59741"/>
                  <a:pt x="646324" y="56794"/>
                </a:cubicBezTo>
                <a:cubicBezTo>
                  <a:pt x="644519" y="53846"/>
                  <a:pt x="643616" y="50590"/>
                  <a:pt x="643616" y="47025"/>
                </a:cubicBezTo>
                <a:cubicBezTo>
                  <a:pt x="643616" y="43781"/>
                  <a:pt x="644359" y="40776"/>
                  <a:pt x="645844" y="38011"/>
                </a:cubicBezTo>
                <a:cubicBezTo>
                  <a:pt x="647330" y="35246"/>
                  <a:pt x="649352" y="32950"/>
                  <a:pt x="651911" y="31122"/>
                </a:cubicBezTo>
                <a:cubicBezTo>
                  <a:pt x="653830" y="29705"/>
                  <a:pt x="656447" y="28505"/>
                  <a:pt x="659760" y="27523"/>
                </a:cubicBezTo>
                <a:cubicBezTo>
                  <a:pt x="663073" y="26540"/>
                  <a:pt x="666626" y="26049"/>
                  <a:pt x="670419" y="26049"/>
                </a:cubicBezTo>
                <a:cubicBezTo>
                  <a:pt x="676132" y="26049"/>
                  <a:pt x="681147" y="26872"/>
                  <a:pt x="685466" y="28517"/>
                </a:cubicBezTo>
                <a:cubicBezTo>
                  <a:pt x="689785" y="30162"/>
                  <a:pt x="692972" y="32390"/>
                  <a:pt x="695029" y="35200"/>
                </a:cubicBezTo>
                <a:cubicBezTo>
                  <a:pt x="697085" y="38011"/>
                  <a:pt x="698502" y="41770"/>
                  <a:pt x="699279" y="46477"/>
                </a:cubicBezTo>
                <a:lnTo>
                  <a:pt x="687214" y="48122"/>
                </a:lnTo>
                <a:cubicBezTo>
                  <a:pt x="686666" y="44375"/>
                  <a:pt x="685078" y="41450"/>
                  <a:pt x="682450" y="39348"/>
                </a:cubicBezTo>
                <a:cubicBezTo>
                  <a:pt x="679822" y="37245"/>
                  <a:pt x="676109" y="36194"/>
                  <a:pt x="671311" y="36194"/>
                </a:cubicBezTo>
                <a:cubicBezTo>
                  <a:pt x="665644" y="36194"/>
                  <a:pt x="661599" y="37131"/>
                  <a:pt x="659177" y="39005"/>
                </a:cubicBezTo>
                <a:cubicBezTo>
                  <a:pt x="656755" y="40879"/>
                  <a:pt x="655544" y="43072"/>
                  <a:pt x="655544" y="45586"/>
                </a:cubicBezTo>
                <a:cubicBezTo>
                  <a:pt x="655544" y="47185"/>
                  <a:pt x="656047" y="48625"/>
                  <a:pt x="657052" y="49904"/>
                </a:cubicBezTo>
                <a:cubicBezTo>
                  <a:pt x="658058" y="51230"/>
                  <a:pt x="659634" y="52326"/>
                  <a:pt x="661782" y="53195"/>
                </a:cubicBezTo>
                <a:cubicBezTo>
                  <a:pt x="663016" y="53652"/>
                  <a:pt x="666649" y="54703"/>
                  <a:pt x="672682" y="56348"/>
                </a:cubicBezTo>
                <a:cubicBezTo>
                  <a:pt x="681410" y="58679"/>
                  <a:pt x="687500" y="60587"/>
                  <a:pt x="690950" y="62072"/>
                </a:cubicBezTo>
                <a:cubicBezTo>
                  <a:pt x="694400" y="63557"/>
                  <a:pt x="697108" y="65717"/>
                  <a:pt x="699073" y="68550"/>
                </a:cubicBezTo>
                <a:cubicBezTo>
                  <a:pt x="701038" y="71383"/>
                  <a:pt x="702021" y="74902"/>
                  <a:pt x="702021" y="79107"/>
                </a:cubicBezTo>
                <a:cubicBezTo>
                  <a:pt x="702021" y="83220"/>
                  <a:pt x="700821" y="87093"/>
                  <a:pt x="698422" y="90726"/>
                </a:cubicBezTo>
                <a:cubicBezTo>
                  <a:pt x="696023" y="94359"/>
                  <a:pt x="692561" y="97170"/>
                  <a:pt x="688037" y="99157"/>
                </a:cubicBezTo>
                <a:cubicBezTo>
                  <a:pt x="683512" y="101145"/>
                  <a:pt x="678394" y="102139"/>
                  <a:pt x="672682" y="102139"/>
                </a:cubicBezTo>
                <a:cubicBezTo>
                  <a:pt x="663222" y="102139"/>
                  <a:pt x="656013" y="100174"/>
                  <a:pt x="651054" y="96244"/>
                </a:cubicBezTo>
                <a:cubicBezTo>
                  <a:pt x="646096" y="92314"/>
                  <a:pt x="642931" y="86487"/>
                  <a:pt x="641560" y="78764"/>
                </a:cubicBezTo>
                <a:close/>
                <a:moveTo>
                  <a:pt x="755058" y="14190"/>
                </a:moveTo>
                <a:lnTo>
                  <a:pt x="755058" y="0"/>
                </a:lnTo>
                <a:lnTo>
                  <a:pt x="767397" y="0"/>
                </a:lnTo>
                <a:lnTo>
                  <a:pt x="767397" y="14190"/>
                </a:lnTo>
                <a:lnTo>
                  <a:pt x="755058" y="14190"/>
                </a:lnTo>
                <a:moveTo>
                  <a:pt x="755058" y="100494"/>
                </a:moveTo>
                <a:lnTo>
                  <a:pt x="755058" y="27694"/>
                </a:lnTo>
                <a:lnTo>
                  <a:pt x="767397" y="27694"/>
                </a:lnTo>
                <a:lnTo>
                  <a:pt x="767397" y="100494"/>
                </a:lnTo>
                <a:lnTo>
                  <a:pt x="755058" y="100494"/>
                </a:lnTo>
                <a:close/>
                <a:moveTo>
                  <a:pt x="786493" y="100494"/>
                </a:moveTo>
                <a:lnTo>
                  <a:pt x="786493" y="27694"/>
                </a:lnTo>
                <a:lnTo>
                  <a:pt x="797598" y="27694"/>
                </a:lnTo>
                <a:lnTo>
                  <a:pt x="797598" y="38045"/>
                </a:lnTo>
                <a:cubicBezTo>
                  <a:pt x="802945" y="30048"/>
                  <a:pt x="810668" y="26049"/>
                  <a:pt x="820768" y="26049"/>
                </a:cubicBezTo>
                <a:cubicBezTo>
                  <a:pt x="825155" y="26049"/>
                  <a:pt x="829188" y="26837"/>
                  <a:pt x="832867" y="28414"/>
                </a:cubicBezTo>
                <a:cubicBezTo>
                  <a:pt x="836546" y="29991"/>
                  <a:pt x="839299" y="32059"/>
                  <a:pt x="841127" y="34618"/>
                </a:cubicBezTo>
                <a:cubicBezTo>
                  <a:pt x="842955" y="37177"/>
                  <a:pt x="844235" y="40216"/>
                  <a:pt x="844966" y="43735"/>
                </a:cubicBezTo>
                <a:cubicBezTo>
                  <a:pt x="845423" y="46020"/>
                  <a:pt x="845651" y="50019"/>
                  <a:pt x="845651" y="55731"/>
                </a:cubicBezTo>
                <a:lnTo>
                  <a:pt x="845651" y="100494"/>
                </a:lnTo>
                <a:lnTo>
                  <a:pt x="833312" y="100494"/>
                </a:lnTo>
                <a:lnTo>
                  <a:pt x="833312" y="56211"/>
                </a:lnTo>
                <a:cubicBezTo>
                  <a:pt x="833312" y="51184"/>
                  <a:pt x="832832" y="47425"/>
                  <a:pt x="831873" y="44934"/>
                </a:cubicBezTo>
                <a:cubicBezTo>
                  <a:pt x="830913" y="42444"/>
                  <a:pt x="829211" y="40456"/>
                  <a:pt x="826766" y="38971"/>
                </a:cubicBezTo>
                <a:cubicBezTo>
                  <a:pt x="824321" y="37485"/>
                  <a:pt x="821453" y="36743"/>
                  <a:pt x="818163" y="36743"/>
                </a:cubicBezTo>
                <a:cubicBezTo>
                  <a:pt x="812907" y="36743"/>
                  <a:pt x="808372" y="38411"/>
                  <a:pt x="804556" y="41747"/>
                </a:cubicBezTo>
                <a:cubicBezTo>
                  <a:pt x="800740" y="45083"/>
                  <a:pt x="798832" y="51412"/>
                  <a:pt x="798832" y="60735"/>
                </a:cubicBezTo>
                <a:lnTo>
                  <a:pt x="798832" y="100494"/>
                </a:lnTo>
                <a:lnTo>
                  <a:pt x="786493" y="100494"/>
                </a:lnTo>
                <a:close/>
                <a:moveTo>
                  <a:pt x="859389" y="78764"/>
                </a:moveTo>
                <a:lnTo>
                  <a:pt x="871591" y="76844"/>
                </a:lnTo>
                <a:cubicBezTo>
                  <a:pt x="872277" y="81734"/>
                  <a:pt x="874185" y="85482"/>
                  <a:pt x="877315" y="88087"/>
                </a:cubicBezTo>
                <a:cubicBezTo>
                  <a:pt x="880446" y="90692"/>
                  <a:pt x="884821" y="91994"/>
                  <a:pt x="890443" y="91994"/>
                </a:cubicBezTo>
                <a:cubicBezTo>
                  <a:pt x="896109" y="91994"/>
                  <a:pt x="900314" y="90840"/>
                  <a:pt x="903056" y="88532"/>
                </a:cubicBezTo>
                <a:cubicBezTo>
                  <a:pt x="905798" y="86224"/>
                  <a:pt x="907169" y="83517"/>
                  <a:pt x="907169" y="80409"/>
                </a:cubicBezTo>
                <a:cubicBezTo>
                  <a:pt x="907169" y="77621"/>
                  <a:pt x="905958" y="75428"/>
                  <a:pt x="903536" y="73828"/>
                </a:cubicBezTo>
                <a:cubicBezTo>
                  <a:pt x="901845" y="72731"/>
                  <a:pt x="897640" y="71338"/>
                  <a:pt x="890922" y="69647"/>
                </a:cubicBezTo>
                <a:cubicBezTo>
                  <a:pt x="881874" y="67362"/>
                  <a:pt x="875601" y="65385"/>
                  <a:pt x="872105" y="63717"/>
                </a:cubicBezTo>
                <a:cubicBezTo>
                  <a:pt x="868609" y="62049"/>
                  <a:pt x="865959" y="59741"/>
                  <a:pt x="864154" y="56794"/>
                </a:cubicBezTo>
                <a:cubicBezTo>
                  <a:pt x="862348" y="53846"/>
                  <a:pt x="861446" y="50590"/>
                  <a:pt x="861446" y="47025"/>
                </a:cubicBezTo>
                <a:cubicBezTo>
                  <a:pt x="861446" y="43781"/>
                  <a:pt x="862189" y="40776"/>
                  <a:pt x="863674" y="38011"/>
                </a:cubicBezTo>
                <a:cubicBezTo>
                  <a:pt x="865159" y="35246"/>
                  <a:pt x="867181" y="32950"/>
                  <a:pt x="869740" y="31122"/>
                </a:cubicBezTo>
                <a:cubicBezTo>
                  <a:pt x="871660" y="29705"/>
                  <a:pt x="874276" y="28505"/>
                  <a:pt x="877589" y="27523"/>
                </a:cubicBezTo>
                <a:cubicBezTo>
                  <a:pt x="880903" y="26540"/>
                  <a:pt x="884456" y="26049"/>
                  <a:pt x="888249" y="26049"/>
                </a:cubicBezTo>
                <a:cubicBezTo>
                  <a:pt x="893961" y="26049"/>
                  <a:pt x="898977" y="26872"/>
                  <a:pt x="903296" y="28517"/>
                </a:cubicBezTo>
                <a:cubicBezTo>
                  <a:pt x="907614" y="30162"/>
                  <a:pt x="910802" y="32390"/>
                  <a:pt x="912858" y="35200"/>
                </a:cubicBezTo>
                <a:cubicBezTo>
                  <a:pt x="914915" y="38011"/>
                  <a:pt x="916332" y="41770"/>
                  <a:pt x="917108" y="46477"/>
                </a:cubicBezTo>
                <a:lnTo>
                  <a:pt x="905044" y="48122"/>
                </a:lnTo>
                <a:cubicBezTo>
                  <a:pt x="904495" y="44375"/>
                  <a:pt x="902907" y="41450"/>
                  <a:pt x="900279" y="39348"/>
                </a:cubicBezTo>
                <a:cubicBezTo>
                  <a:pt x="897652" y="37245"/>
                  <a:pt x="893939" y="36194"/>
                  <a:pt x="889140" y="36194"/>
                </a:cubicBezTo>
                <a:cubicBezTo>
                  <a:pt x="883473" y="36194"/>
                  <a:pt x="879429" y="37131"/>
                  <a:pt x="877007" y="39005"/>
                </a:cubicBezTo>
                <a:cubicBezTo>
                  <a:pt x="874585" y="40879"/>
                  <a:pt x="873374" y="43072"/>
                  <a:pt x="873374" y="45586"/>
                </a:cubicBezTo>
                <a:cubicBezTo>
                  <a:pt x="873374" y="47185"/>
                  <a:pt x="873876" y="48625"/>
                  <a:pt x="874882" y="49904"/>
                </a:cubicBezTo>
                <a:cubicBezTo>
                  <a:pt x="875887" y="51230"/>
                  <a:pt x="877464" y="52326"/>
                  <a:pt x="879612" y="53195"/>
                </a:cubicBezTo>
                <a:cubicBezTo>
                  <a:pt x="880846" y="53652"/>
                  <a:pt x="884479" y="54703"/>
                  <a:pt x="890511" y="56348"/>
                </a:cubicBezTo>
                <a:cubicBezTo>
                  <a:pt x="899240" y="58679"/>
                  <a:pt x="905329" y="60587"/>
                  <a:pt x="908780" y="62072"/>
                </a:cubicBezTo>
                <a:cubicBezTo>
                  <a:pt x="912230" y="63557"/>
                  <a:pt x="914938" y="65717"/>
                  <a:pt x="916903" y="68550"/>
                </a:cubicBezTo>
                <a:cubicBezTo>
                  <a:pt x="918868" y="71383"/>
                  <a:pt x="919850" y="74902"/>
                  <a:pt x="919850" y="79107"/>
                </a:cubicBezTo>
                <a:cubicBezTo>
                  <a:pt x="919850" y="83220"/>
                  <a:pt x="918651" y="87093"/>
                  <a:pt x="916252" y="90726"/>
                </a:cubicBezTo>
                <a:cubicBezTo>
                  <a:pt x="913852" y="94359"/>
                  <a:pt x="910391" y="97170"/>
                  <a:pt x="905866" y="99157"/>
                </a:cubicBezTo>
                <a:cubicBezTo>
                  <a:pt x="901342" y="101145"/>
                  <a:pt x="896224" y="102139"/>
                  <a:pt x="890511" y="102139"/>
                </a:cubicBezTo>
                <a:cubicBezTo>
                  <a:pt x="881051" y="102139"/>
                  <a:pt x="873842" y="100174"/>
                  <a:pt x="868884" y="96244"/>
                </a:cubicBezTo>
                <a:cubicBezTo>
                  <a:pt x="863925" y="92314"/>
                  <a:pt x="860760" y="86487"/>
                  <a:pt x="859389" y="78764"/>
                </a:cubicBezTo>
                <a:close/>
                <a:moveTo>
                  <a:pt x="934364" y="14190"/>
                </a:moveTo>
                <a:lnTo>
                  <a:pt x="934364" y="0"/>
                </a:lnTo>
                <a:lnTo>
                  <a:pt x="946703" y="0"/>
                </a:lnTo>
                <a:lnTo>
                  <a:pt x="946703" y="14190"/>
                </a:lnTo>
                <a:lnTo>
                  <a:pt x="934364" y="14190"/>
                </a:lnTo>
                <a:moveTo>
                  <a:pt x="934364" y="100494"/>
                </a:moveTo>
                <a:lnTo>
                  <a:pt x="934364" y="27694"/>
                </a:lnTo>
                <a:lnTo>
                  <a:pt x="946703" y="27694"/>
                </a:lnTo>
                <a:lnTo>
                  <a:pt x="946703" y="100494"/>
                </a:lnTo>
                <a:lnTo>
                  <a:pt x="934364" y="100494"/>
                </a:lnTo>
                <a:close/>
                <a:moveTo>
                  <a:pt x="1013030" y="100494"/>
                </a:moveTo>
                <a:lnTo>
                  <a:pt x="1013030" y="91308"/>
                </a:lnTo>
                <a:cubicBezTo>
                  <a:pt x="1008414" y="98529"/>
                  <a:pt x="1001628" y="102139"/>
                  <a:pt x="992671" y="102139"/>
                </a:cubicBezTo>
                <a:cubicBezTo>
                  <a:pt x="986867" y="102139"/>
                  <a:pt x="981531" y="100540"/>
                  <a:pt x="976664" y="97341"/>
                </a:cubicBezTo>
                <a:cubicBezTo>
                  <a:pt x="971797" y="94142"/>
                  <a:pt x="968027" y="89675"/>
                  <a:pt x="965354" y="83939"/>
                </a:cubicBezTo>
                <a:cubicBezTo>
                  <a:pt x="962680" y="78204"/>
                  <a:pt x="961343" y="71612"/>
                  <a:pt x="961343" y="64163"/>
                </a:cubicBezTo>
                <a:cubicBezTo>
                  <a:pt x="961343" y="56896"/>
                  <a:pt x="962554" y="50304"/>
                  <a:pt x="964977" y="44386"/>
                </a:cubicBezTo>
                <a:cubicBezTo>
                  <a:pt x="967399" y="38468"/>
                  <a:pt x="971032" y="33932"/>
                  <a:pt x="975876" y="30779"/>
                </a:cubicBezTo>
                <a:cubicBezTo>
                  <a:pt x="980720" y="27626"/>
                  <a:pt x="986136" y="26049"/>
                  <a:pt x="992122" y="26049"/>
                </a:cubicBezTo>
                <a:cubicBezTo>
                  <a:pt x="996509" y="26049"/>
                  <a:pt x="1000417" y="26974"/>
                  <a:pt x="1003844" y="28825"/>
                </a:cubicBezTo>
                <a:cubicBezTo>
                  <a:pt x="1007272" y="30676"/>
                  <a:pt x="1010060" y="33087"/>
                  <a:pt x="1012207" y="36057"/>
                </a:cubicBezTo>
                <a:lnTo>
                  <a:pt x="1012207" y="0"/>
                </a:lnTo>
                <a:lnTo>
                  <a:pt x="1024478" y="0"/>
                </a:lnTo>
                <a:lnTo>
                  <a:pt x="1024478" y="100494"/>
                </a:lnTo>
                <a:lnTo>
                  <a:pt x="1013030" y="100494"/>
                </a:lnTo>
                <a:moveTo>
                  <a:pt x="974025" y="64163"/>
                </a:moveTo>
                <a:cubicBezTo>
                  <a:pt x="974025" y="73486"/>
                  <a:pt x="975990" y="80455"/>
                  <a:pt x="979920" y="85070"/>
                </a:cubicBezTo>
                <a:cubicBezTo>
                  <a:pt x="983851" y="89686"/>
                  <a:pt x="988489" y="91994"/>
                  <a:pt x="993836" y="91994"/>
                </a:cubicBezTo>
                <a:cubicBezTo>
                  <a:pt x="999229" y="91994"/>
                  <a:pt x="1003810" y="89789"/>
                  <a:pt x="1007580" y="85379"/>
                </a:cubicBezTo>
                <a:cubicBezTo>
                  <a:pt x="1011351" y="80969"/>
                  <a:pt x="1013236" y="74240"/>
                  <a:pt x="1013236" y="65191"/>
                </a:cubicBezTo>
                <a:cubicBezTo>
                  <a:pt x="1013236" y="55228"/>
                  <a:pt x="1011316" y="47916"/>
                  <a:pt x="1007477" y="43255"/>
                </a:cubicBezTo>
                <a:cubicBezTo>
                  <a:pt x="1003639" y="38594"/>
                  <a:pt x="998909" y="36263"/>
                  <a:pt x="993288" y="36263"/>
                </a:cubicBezTo>
                <a:cubicBezTo>
                  <a:pt x="987804" y="36263"/>
                  <a:pt x="983222" y="38502"/>
                  <a:pt x="979543" y="42981"/>
                </a:cubicBezTo>
                <a:cubicBezTo>
                  <a:pt x="975865" y="47459"/>
                  <a:pt x="974025" y="54520"/>
                  <a:pt x="974025" y="64163"/>
                </a:cubicBezTo>
                <a:close/>
                <a:moveTo>
                  <a:pt x="1093467" y="77050"/>
                </a:moveTo>
                <a:lnTo>
                  <a:pt x="1106218" y="78627"/>
                </a:lnTo>
                <a:cubicBezTo>
                  <a:pt x="1104207" y="86076"/>
                  <a:pt x="1100482" y="91857"/>
                  <a:pt x="1095044" y="95970"/>
                </a:cubicBezTo>
                <a:cubicBezTo>
                  <a:pt x="1089606" y="100083"/>
                  <a:pt x="1082659" y="102139"/>
                  <a:pt x="1074205" y="102139"/>
                </a:cubicBezTo>
                <a:cubicBezTo>
                  <a:pt x="1063557" y="102139"/>
                  <a:pt x="1055114" y="98860"/>
                  <a:pt x="1048876" y="92302"/>
                </a:cubicBezTo>
                <a:cubicBezTo>
                  <a:pt x="1042638" y="85745"/>
                  <a:pt x="1039519" y="76547"/>
                  <a:pt x="1039519" y="64711"/>
                </a:cubicBezTo>
                <a:cubicBezTo>
                  <a:pt x="1039519" y="52464"/>
                  <a:pt x="1042672" y="42958"/>
                  <a:pt x="1048979" y="36194"/>
                </a:cubicBezTo>
                <a:cubicBezTo>
                  <a:pt x="1055285" y="29431"/>
                  <a:pt x="1063465" y="26049"/>
                  <a:pt x="1073519" y="26049"/>
                </a:cubicBezTo>
                <a:cubicBezTo>
                  <a:pt x="1083254" y="26049"/>
                  <a:pt x="1091205" y="29362"/>
                  <a:pt x="1097375" y="35989"/>
                </a:cubicBezTo>
                <a:cubicBezTo>
                  <a:pt x="1103544" y="42615"/>
                  <a:pt x="1106629" y="51938"/>
                  <a:pt x="1106629" y="63957"/>
                </a:cubicBezTo>
                <a:cubicBezTo>
                  <a:pt x="1106629" y="64688"/>
                  <a:pt x="1106606" y="65785"/>
                  <a:pt x="1106561" y="67247"/>
                </a:cubicBezTo>
                <a:lnTo>
                  <a:pt x="1052269" y="67247"/>
                </a:lnTo>
                <a:cubicBezTo>
                  <a:pt x="1052726" y="75245"/>
                  <a:pt x="1054988" y="81369"/>
                  <a:pt x="1059055" y="85619"/>
                </a:cubicBezTo>
                <a:cubicBezTo>
                  <a:pt x="1063123" y="89869"/>
                  <a:pt x="1068195" y="91994"/>
                  <a:pt x="1074274" y="91994"/>
                </a:cubicBezTo>
                <a:cubicBezTo>
                  <a:pt x="1078798" y="91994"/>
                  <a:pt x="1082659" y="90806"/>
                  <a:pt x="1085858" y="88429"/>
                </a:cubicBezTo>
                <a:cubicBezTo>
                  <a:pt x="1089057" y="86053"/>
                  <a:pt x="1091594" y="82260"/>
                  <a:pt x="1093467" y="77050"/>
                </a:cubicBezTo>
                <a:moveTo>
                  <a:pt x="1052954" y="57102"/>
                </a:moveTo>
                <a:lnTo>
                  <a:pt x="1093605" y="57102"/>
                </a:lnTo>
                <a:cubicBezTo>
                  <a:pt x="1093056" y="50978"/>
                  <a:pt x="1091502" y="46385"/>
                  <a:pt x="1088943" y="43324"/>
                </a:cubicBezTo>
                <a:cubicBezTo>
                  <a:pt x="1085013" y="38571"/>
                  <a:pt x="1079917" y="36194"/>
                  <a:pt x="1073657" y="36194"/>
                </a:cubicBezTo>
                <a:cubicBezTo>
                  <a:pt x="1067990" y="36194"/>
                  <a:pt x="1063226" y="38091"/>
                  <a:pt x="1059364" y="41884"/>
                </a:cubicBezTo>
                <a:cubicBezTo>
                  <a:pt x="1055502" y="45677"/>
                  <a:pt x="1053366" y="50750"/>
                  <a:pt x="1052954" y="57102"/>
                </a:cubicBezTo>
                <a:close/>
                <a:moveTo>
                  <a:pt x="1186927" y="89458"/>
                </a:moveTo>
                <a:lnTo>
                  <a:pt x="1188710" y="100357"/>
                </a:lnTo>
                <a:cubicBezTo>
                  <a:pt x="1185236" y="101088"/>
                  <a:pt x="1182129" y="101454"/>
                  <a:pt x="1179387" y="101454"/>
                </a:cubicBezTo>
                <a:cubicBezTo>
                  <a:pt x="1174908" y="101454"/>
                  <a:pt x="1171435" y="100746"/>
                  <a:pt x="1168967" y="99329"/>
                </a:cubicBezTo>
                <a:cubicBezTo>
                  <a:pt x="1166499" y="97912"/>
                  <a:pt x="1164763" y="96050"/>
                  <a:pt x="1163757" y="93742"/>
                </a:cubicBezTo>
                <a:cubicBezTo>
                  <a:pt x="1162752" y="91434"/>
                  <a:pt x="1162249" y="86579"/>
                  <a:pt x="1162249" y="79175"/>
                </a:cubicBezTo>
                <a:lnTo>
                  <a:pt x="1162249" y="37291"/>
                </a:lnTo>
                <a:lnTo>
                  <a:pt x="1153201" y="37291"/>
                </a:lnTo>
                <a:lnTo>
                  <a:pt x="1153201" y="27694"/>
                </a:lnTo>
                <a:lnTo>
                  <a:pt x="1162249" y="27694"/>
                </a:lnTo>
                <a:lnTo>
                  <a:pt x="1162249" y="9666"/>
                </a:lnTo>
                <a:lnTo>
                  <a:pt x="1174520" y="2262"/>
                </a:lnTo>
                <a:lnTo>
                  <a:pt x="1174520" y="27694"/>
                </a:lnTo>
                <a:lnTo>
                  <a:pt x="1186927" y="27694"/>
                </a:lnTo>
                <a:lnTo>
                  <a:pt x="1186927" y="37291"/>
                </a:lnTo>
                <a:lnTo>
                  <a:pt x="1174520" y="37291"/>
                </a:lnTo>
                <a:lnTo>
                  <a:pt x="1174520" y="79861"/>
                </a:lnTo>
                <a:cubicBezTo>
                  <a:pt x="1174520" y="83380"/>
                  <a:pt x="1174737" y="85642"/>
                  <a:pt x="1175171" y="86647"/>
                </a:cubicBezTo>
                <a:cubicBezTo>
                  <a:pt x="1175605" y="87653"/>
                  <a:pt x="1176313" y="88452"/>
                  <a:pt x="1177296" y="89046"/>
                </a:cubicBezTo>
                <a:cubicBezTo>
                  <a:pt x="1178279" y="89640"/>
                  <a:pt x="1179684" y="89938"/>
                  <a:pt x="1181512" y="89938"/>
                </a:cubicBezTo>
                <a:cubicBezTo>
                  <a:pt x="1182883" y="89938"/>
                  <a:pt x="1184688" y="89778"/>
                  <a:pt x="1186927" y="89458"/>
                </a:cubicBezTo>
                <a:close/>
                <a:moveTo>
                  <a:pt x="1198510" y="100494"/>
                </a:moveTo>
                <a:lnTo>
                  <a:pt x="1198510" y="0"/>
                </a:lnTo>
                <a:lnTo>
                  <a:pt x="1210849" y="0"/>
                </a:lnTo>
                <a:lnTo>
                  <a:pt x="1210849" y="36057"/>
                </a:lnTo>
                <a:cubicBezTo>
                  <a:pt x="1216607" y="29385"/>
                  <a:pt x="1223873" y="26049"/>
                  <a:pt x="1232648" y="26049"/>
                </a:cubicBezTo>
                <a:cubicBezTo>
                  <a:pt x="1238040" y="26049"/>
                  <a:pt x="1242725" y="27111"/>
                  <a:pt x="1246701" y="29237"/>
                </a:cubicBezTo>
                <a:cubicBezTo>
                  <a:pt x="1250676" y="31362"/>
                  <a:pt x="1253521" y="34298"/>
                  <a:pt x="1255235" y="38045"/>
                </a:cubicBezTo>
                <a:cubicBezTo>
                  <a:pt x="1256949" y="41793"/>
                  <a:pt x="1257806" y="47231"/>
                  <a:pt x="1257806" y="54360"/>
                </a:cubicBezTo>
                <a:lnTo>
                  <a:pt x="1257806" y="100494"/>
                </a:lnTo>
                <a:lnTo>
                  <a:pt x="1245467" y="100494"/>
                </a:lnTo>
                <a:lnTo>
                  <a:pt x="1245467" y="54360"/>
                </a:lnTo>
                <a:cubicBezTo>
                  <a:pt x="1245467" y="48191"/>
                  <a:pt x="1244130" y="43701"/>
                  <a:pt x="1241456" y="40890"/>
                </a:cubicBezTo>
                <a:cubicBezTo>
                  <a:pt x="1238783" y="38079"/>
                  <a:pt x="1235001" y="36674"/>
                  <a:pt x="1230111" y="36674"/>
                </a:cubicBezTo>
                <a:cubicBezTo>
                  <a:pt x="1226455" y="36674"/>
                  <a:pt x="1223017" y="37622"/>
                  <a:pt x="1219795" y="39519"/>
                </a:cubicBezTo>
                <a:cubicBezTo>
                  <a:pt x="1216573" y="41416"/>
                  <a:pt x="1214276" y="43986"/>
                  <a:pt x="1212905" y="47231"/>
                </a:cubicBezTo>
                <a:cubicBezTo>
                  <a:pt x="1211534" y="50476"/>
                  <a:pt x="1210849" y="54954"/>
                  <a:pt x="1210849" y="60667"/>
                </a:cubicBezTo>
                <a:lnTo>
                  <a:pt x="1210849" y="100494"/>
                </a:lnTo>
                <a:lnTo>
                  <a:pt x="1198510" y="100494"/>
                </a:lnTo>
                <a:close/>
                <a:moveTo>
                  <a:pt x="1326178" y="77050"/>
                </a:moveTo>
                <a:lnTo>
                  <a:pt x="1338929" y="78627"/>
                </a:lnTo>
                <a:cubicBezTo>
                  <a:pt x="1336918" y="86076"/>
                  <a:pt x="1333193" y="91857"/>
                  <a:pt x="1327755" y="95970"/>
                </a:cubicBezTo>
                <a:cubicBezTo>
                  <a:pt x="1322317" y="100083"/>
                  <a:pt x="1315370" y="102139"/>
                  <a:pt x="1306916" y="102139"/>
                </a:cubicBezTo>
                <a:cubicBezTo>
                  <a:pt x="1296268" y="102139"/>
                  <a:pt x="1287825" y="98860"/>
                  <a:pt x="1281587" y="92302"/>
                </a:cubicBezTo>
                <a:cubicBezTo>
                  <a:pt x="1275349" y="85745"/>
                  <a:pt x="1272230" y="76547"/>
                  <a:pt x="1272230" y="64711"/>
                </a:cubicBezTo>
                <a:cubicBezTo>
                  <a:pt x="1272230" y="52464"/>
                  <a:pt x="1275383" y="42958"/>
                  <a:pt x="1281689" y="36194"/>
                </a:cubicBezTo>
                <a:cubicBezTo>
                  <a:pt x="1287996" y="29431"/>
                  <a:pt x="1296176" y="26049"/>
                  <a:pt x="1306230" y="26049"/>
                </a:cubicBezTo>
                <a:cubicBezTo>
                  <a:pt x="1315964" y="26049"/>
                  <a:pt x="1323916" y="29362"/>
                  <a:pt x="1330086" y="35989"/>
                </a:cubicBezTo>
                <a:cubicBezTo>
                  <a:pt x="1336255" y="42615"/>
                  <a:pt x="1339340" y="51938"/>
                  <a:pt x="1339340" y="63957"/>
                </a:cubicBezTo>
                <a:cubicBezTo>
                  <a:pt x="1339340" y="64688"/>
                  <a:pt x="1339317" y="65785"/>
                  <a:pt x="1339271" y="67247"/>
                </a:cubicBezTo>
                <a:lnTo>
                  <a:pt x="1284980" y="67247"/>
                </a:lnTo>
                <a:cubicBezTo>
                  <a:pt x="1285437" y="75245"/>
                  <a:pt x="1287699" y="81369"/>
                  <a:pt x="1291766" y="85619"/>
                </a:cubicBezTo>
                <a:cubicBezTo>
                  <a:pt x="1295834" y="89869"/>
                  <a:pt x="1300906" y="91994"/>
                  <a:pt x="1306984" y="91994"/>
                </a:cubicBezTo>
                <a:cubicBezTo>
                  <a:pt x="1311509" y="91994"/>
                  <a:pt x="1315370" y="90806"/>
                  <a:pt x="1318569" y="88429"/>
                </a:cubicBezTo>
                <a:cubicBezTo>
                  <a:pt x="1321768" y="86053"/>
                  <a:pt x="1324305" y="82260"/>
                  <a:pt x="1326178" y="77050"/>
                </a:cubicBezTo>
                <a:moveTo>
                  <a:pt x="1285665" y="57102"/>
                </a:moveTo>
                <a:lnTo>
                  <a:pt x="1326315" y="57102"/>
                </a:lnTo>
                <a:cubicBezTo>
                  <a:pt x="1325767" y="50978"/>
                  <a:pt x="1324213" y="46385"/>
                  <a:pt x="1321654" y="43324"/>
                </a:cubicBezTo>
                <a:cubicBezTo>
                  <a:pt x="1317724" y="38571"/>
                  <a:pt x="1312628" y="36194"/>
                  <a:pt x="1306367" y="36194"/>
                </a:cubicBezTo>
                <a:cubicBezTo>
                  <a:pt x="1300701" y="36194"/>
                  <a:pt x="1295936" y="38091"/>
                  <a:pt x="1292075" y="41884"/>
                </a:cubicBezTo>
                <a:cubicBezTo>
                  <a:pt x="1288213" y="45677"/>
                  <a:pt x="1286077" y="50750"/>
                  <a:pt x="1285665" y="57102"/>
                </a:cubicBezTo>
                <a:close/>
                <a:moveTo>
                  <a:pt x="1387762" y="78764"/>
                </a:moveTo>
                <a:lnTo>
                  <a:pt x="1399964" y="76844"/>
                </a:lnTo>
                <a:cubicBezTo>
                  <a:pt x="1400650" y="81734"/>
                  <a:pt x="1402558" y="85482"/>
                  <a:pt x="1405688" y="88087"/>
                </a:cubicBezTo>
                <a:cubicBezTo>
                  <a:pt x="1408819" y="90692"/>
                  <a:pt x="1413194" y="91994"/>
                  <a:pt x="1418815" y="91994"/>
                </a:cubicBezTo>
                <a:cubicBezTo>
                  <a:pt x="1424482" y="91994"/>
                  <a:pt x="1428687" y="90840"/>
                  <a:pt x="1431429" y="88532"/>
                </a:cubicBezTo>
                <a:cubicBezTo>
                  <a:pt x="1434171" y="86224"/>
                  <a:pt x="1435542" y="83517"/>
                  <a:pt x="1435542" y="80409"/>
                </a:cubicBezTo>
                <a:cubicBezTo>
                  <a:pt x="1435542" y="77621"/>
                  <a:pt x="1434331" y="75428"/>
                  <a:pt x="1431908" y="73828"/>
                </a:cubicBezTo>
                <a:cubicBezTo>
                  <a:pt x="1430218" y="72731"/>
                  <a:pt x="1426013" y="71338"/>
                  <a:pt x="1419295" y="69647"/>
                </a:cubicBezTo>
                <a:cubicBezTo>
                  <a:pt x="1410247" y="67362"/>
                  <a:pt x="1403974" y="65385"/>
                  <a:pt x="1400478" y="63717"/>
                </a:cubicBezTo>
                <a:cubicBezTo>
                  <a:pt x="1396982" y="62049"/>
                  <a:pt x="1394332" y="59741"/>
                  <a:pt x="1392527" y="56794"/>
                </a:cubicBezTo>
                <a:cubicBezTo>
                  <a:pt x="1390721" y="53846"/>
                  <a:pt x="1389819" y="50590"/>
                  <a:pt x="1389819" y="47025"/>
                </a:cubicBezTo>
                <a:cubicBezTo>
                  <a:pt x="1389819" y="43781"/>
                  <a:pt x="1390561" y="40776"/>
                  <a:pt x="1392047" y="38011"/>
                </a:cubicBezTo>
                <a:cubicBezTo>
                  <a:pt x="1393532" y="35246"/>
                  <a:pt x="1395554" y="32950"/>
                  <a:pt x="1398113" y="31122"/>
                </a:cubicBezTo>
                <a:cubicBezTo>
                  <a:pt x="1400033" y="29705"/>
                  <a:pt x="1402649" y="28505"/>
                  <a:pt x="1405962" y="27523"/>
                </a:cubicBezTo>
                <a:cubicBezTo>
                  <a:pt x="1409276" y="26540"/>
                  <a:pt x="1412829" y="26049"/>
                  <a:pt x="1416622" y="26049"/>
                </a:cubicBezTo>
                <a:cubicBezTo>
                  <a:pt x="1422334" y="26049"/>
                  <a:pt x="1427350" y="26872"/>
                  <a:pt x="1431669" y="28517"/>
                </a:cubicBezTo>
                <a:cubicBezTo>
                  <a:pt x="1435987" y="30162"/>
                  <a:pt x="1439175" y="32390"/>
                  <a:pt x="1441231" y="35200"/>
                </a:cubicBezTo>
                <a:cubicBezTo>
                  <a:pt x="1443288" y="38011"/>
                  <a:pt x="1444704" y="41770"/>
                  <a:pt x="1445481" y="46477"/>
                </a:cubicBezTo>
                <a:lnTo>
                  <a:pt x="1433417" y="48122"/>
                </a:lnTo>
                <a:cubicBezTo>
                  <a:pt x="1432868" y="44375"/>
                  <a:pt x="1431280" y="41450"/>
                  <a:pt x="1428652" y="39348"/>
                </a:cubicBezTo>
                <a:cubicBezTo>
                  <a:pt x="1426025" y="37245"/>
                  <a:pt x="1422311" y="36194"/>
                  <a:pt x="1417513" y="36194"/>
                </a:cubicBezTo>
                <a:cubicBezTo>
                  <a:pt x="1411846" y="36194"/>
                  <a:pt x="1407802" y="37131"/>
                  <a:pt x="1405380" y="39005"/>
                </a:cubicBezTo>
                <a:cubicBezTo>
                  <a:pt x="1402958" y="40879"/>
                  <a:pt x="1401746" y="43072"/>
                  <a:pt x="1401746" y="45586"/>
                </a:cubicBezTo>
                <a:cubicBezTo>
                  <a:pt x="1401746" y="47185"/>
                  <a:pt x="1402249" y="48625"/>
                  <a:pt x="1403255" y="49904"/>
                </a:cubicBezTo>
                <a:cubicBezTo>
                  <a:pt x="1404260" y="51230"/>
                  <a:pt x="1405837" y="52326"/>
                  <a:pt x="1407985" y="53195"/>
                </a:cubicBezTo>
                <a:cubicBezTo>
                  <a:pt x="1409218" y="53652"/>
                  <a:pt x="1412852" y="54703"/>
                  <a:pt x="1418884" y="56348"/>
                </a:cubicBezTo>
                <a:cubicBezTo>
                  <a:pt x="1427613" y="58679"/>
                  <a:pt x="1433702" y="60587"/>
                  <a:pt x="1437153" y="62072"/>
                </a:cubicBezTo>
                <a:cubicBezTo>
                  <a:pt x="1440603" y="63557"/>
                  <a:pt x="1443311" y="65717"/>
                  <a:pt x="1445276" y="68550"/>
                </a:cubicBezTo>
                <a:cubicBezTo>
                  <a:pt x="1447241" y="71383"/>
                  <a:pt x="1448223" y="74902"/>
                  <a:pt x="1448223" y="79107"/>
                </a:cubicBezTo>
                <a:cubicBezTo>
                  <a:pt x="1448223" y="83220"/>
                  <a:pt x="1447024" y="87093"/>
                  <a:pt x="1444624" y="90726"/>
                </a:cubicBezTo>
                <a:cubicBezTo>
                  <a:pt x="1442225" y="94359"/>
                  <a:pt x="1438763" y="97170"/>
                  <a:pt x="1434239" y="99157"/>
                </a:cubicBezTo>
                <a:cubicBezTo>
                  <a:pt x="1429715" y="101145"/>
                  <a:pt x="1424596" y="102139"/>
                  <a:pt x="1418884" y="102139"/>
                </a:cubicBezTo>
                <a:cubicBezTo>
                  <a:pt x="1409424" y="102139"/>
                  <a:pt x="1402215" y="100174"/>
                  <a:pt x="1397256" y="96244"/>
                </a:cubicBezTo>
                <a:cubicBezTo>
                  <a:pt x="1392298" y="92314"/>
                  <a:pt x="1389133" y="86487"/>
                  <a:pt x="1387762" y="78764"/>
                </a:cubicBezTo>
                <a:close/>
                <a:moveTo>
                  <a:pt x="1512504" y="77050"/>
                </a:moveTo>
                <a:lnTo>
                  <a:pt x="1525254" y="78627"/>
                </a:lnTo>
                <a:cubicBezTo>
                  <a:pt x="1523243" y="86076"/>
                  <a:pt x="1519519" y="91857"/>
                  <a:pt x="1514081" y="95970"/>
                </a:cubicBezTo>
                <a:cubicBezTo>
                  <a:pt x="1508642" y="100083"/>
                  <a:pt x="1501696" y="102139"/>
                  <a:pt x="1493241" y="102139"/>
                </a:cubicBezTo>
                <a:cubicBezTo>
                  <a:pt x="1482593" y="102139"/>
                  <a:pt x="1474150" y="98860"/>
                  <a:pt x="1467912" y="92302"/>
                </a:cubicBezTo>
                <a:cubicBezTo>
                  <a:pt x="1461674" y="85745"/>
                  <a:pt x="1458555" y="76547"/>
                  <a:pt x="1458555" y="64711"/>
                </a:cubicBezTo>
                <a:cubicBezTo>
                  <a:pt x="1458555" y="52464"/>
                  <a:pt x="1461708" y="42958"/>
                  <a:pt x="1468015" y="36194"/>
                </a:cubicBezTo>
                <a:cubicBezTo>
                  <a:pt x="1474322" y="29431"/>
                  <a:pt x="1482502" y="26049"/>
                  <a:pt x="1492556" y="26049"/>
                </a:cubicBezTo>
                <a:cubicBezTo>
                  <a:pt x="1502290" y="26049"/>
                  <a:pt x="1510242" y="29362"/>
                  <a:pt x="1516411" y="35989"/>
                </a:cubicBezTo>
                <a:cubicBezTo>
                  <a:pt x="1522581" y="42615"/>
                  <a:pt x="1525665" y="51938"/>
                  <a:pt x="1525665" y="63957"/>
                </a:cubicBezTo>
                <a:cubicBezTo>
                  <a:pt x="1525665" y="64688"/>
                  <a:pt x="1525643" y="65785"/>
                  <a:pt x="1525597" y="67247"/>
                </a:cubicBezTo>
                <a:lnTo>
                  <a:pt x="1471305" y="67247"/>
                </a:lnTo>
                <a:cubicBezTo>
                  <a:pt x="1471762" y="75245"/>
                  <a:pt x="1474025" y="81369"/>
                  <a:pt x="1478092" y="85619"/>
                </a:cubicBezTo>
                <a:cubicBezTo>
                  <a:pt x="1482159" y="89869"/>
                  <a:pt x="1487232" y="91994"/>
                  <a:pt x="1493310" y="91994"/>
                </a:cubicBezTo>
                <a:cubicBezTo>
                  <a:pt x="1497834" y="91994"/>
                  <a:pt x="1501696" y="90806"/>
                  <a:pt x="1504895" y="88429"/>
                </a:cubicBezTo>
                <a:cubicBezTo>
                  <a:pt x="1508094" y="86053"/>
                  <a:pt x="1510630" y="82260"/>
                  <a:pt x="1512504" y="77050"/>
                </a:cubicBezTo>
                <a:moveTo>
                  <a:pt x="1471991" y="57102"/>
                </a:moveTo>
                <a:lnTo>
                  <a:pt x="1512641" y="57102"/>
                </a:lnTo>
                <a:cubicBezTo>
                  <a:pt x="1512093" y="50978"/>
                  <a:pt x="1510539" y="46385"/>
                  <a:pt x="1507980" y="43324"/>
                </a:cubicBezTo>
                <a:cubicBezTo>
                  <a:pt x="1504049" y="38571"/>
                  <a:pt x="1498954" y="36194"/>
                  <a:pt x="1492693" y="36194"/>
                </a:cubicBezTo>
                <a:cubicBezTo>
                  <a:pt x="1487026" y="36194"/>
                  <a:pt x="1482262" y="38091"/>
                  <a:pt x="1478400" y="41884"/>
                </a:cubicBezTo>
                <a:cubicBezTo>
                  <a:pt x="1474539" y="45677"/>
                  <a:pt x="1472402" y="50750"/>
                  <a:pt x="1471991" y="57102"/>
                </a:cubicBezTo>
                <a:close/>
                <a:moveTo>
                  <a:pt x="1560723" y="100494"/>
                </a:moveTo>
                <a:lnTo>
                  <a:pt x="1533028" y="27694"/>
                </a:lnTo>
                <a:lnTo>
                  <a:pt x="1546053" y="27694"/>
                </a:lnTo>
                <a:lnTo>
                  <a:pt x="1561682" y="71292"/>
                </a:lnTo>
                <a:cubicBezTo>
                  <a:pt x="1563373" y="75999"/>
                  <a:pt x="1564927" y="80889"/>
                  <a:pt x="1566344" y="85962"/>
                </a:cubicBezTo>
                <a:cubicBezTo>
                  <a:pt x="1567440" y="82123"/>
                  <a:pt x="1568971" y="77507"/>
                  <a:pt x="1570937" y="72115"/>
                </a:cubicBezTo>
                <a:lnTo>
                  <a:pt x="1587114" y="27694"/>
                </a:lnTo>
                <a:lnTo>
                  <a:pt x="1599796" y="27694"/>
                </a:lnTo>
                <a:lnTo>
                  <a:pt x="1572239" y="100494"/>
                </a:lnTo>
                <a:lnTo>
                  <a:pt x="1560723" y="100494"/>
                </a:lnTo>
                <a:close/>
                <a:moveTo>
                  <a:pt x="1660307" y="77050"/>
                </a:moveTo>
                <a:lnTo>
                  <a:pt x="1673057" y="78627"/>
                </a:lnTo>
                <a:cubicBezTo>
                  <a:pt x="1671046" y="86076"/>
                  <a:pt x="1667322" y="91857"/>
                  <a:pt x="1661884" y="95970"/>
                </a:cubicBezTo>
                <a:cubicBezTo>
                  <a:pt x="1656445" y="100083"/>
                  <a:pt x="1649499" y="102139"/>
                  <a:pt x="1641044" y="102139"/>
                </a:cubicBezTo>
                <a:cubicBezTo>
                  <a:pt x="1630396" y="102139"/>
                  <a:pt x="1621953" y="98860"/>
                  <a:pt x="1615715" y="92302"/>
                </a:cubicBezTo>
                <a:cubicBezTo>
                  <a:pt x="1609477" y="85745"/>
                  <a:pt x="1606358" y="76547"/>
                  <a:pt x="1606358" y="64711"/>
                </a:cubicBezTo>
                <a:cubicBezTo>
                  <a:pt x="1606358" y="52464"/>
                  <a:pt x="1609511" y="42958"/>
                  <a:pt x="1615818" y="36194"/>
                </a:cubicBezTo>
                <a:cubicBezTo>
                  <a:pt x="1622125" y="29431"/>
                  <a:pt x="1630305" y="26049"/>
                  <a:pt x="1640359" y="26049"/>
                </a:cubicBezTo>
                <a:cubicBezTo>
                  <a:pt x="1650093" y="26049"/>
                  <a:pt x="1658045" y="29362"/>
                  <a:pt x="1664214" y="35989"/>
                </a:cubicBezTo>
                <a:cubicBezTo>
                  <a:pt x="1670384" y="42615"/>
                  <a:pt x="1673469" y="51938"/>
                  <a:pt x="1673469" y="63957"/>
                </a:cubicBezTo>
                <a:cubicBezTo>
                  <a:pt x="1673469" y="64688"/>
                  <a:pt x="1673446" y="65785"/>
                  <a:pt x="1673400" y="67247"/>
                </a:cubicBezTo>
                <a:lnTo>
                  <a:pt x="1619108" y="67247"/>
                </a:lnTo>
                <a:cubicBezTo>
                  <a:pt x="1619565" y="75245"/>
                  <a:pt x="1621828" y="81369"/>
                  <a:pt x="1625895" y="85619"/>
                </a:cubicBezTo>
                <a:cubicBezTo>
                  <a:pt x="1629962" y="89869"/>
                  <a:pt x="1635035" y="91994"/>
                  <a:pt x="1641113" y="91994"/>
                </a:cubicBezTo>
                <a:cubicBezTo>
                  <a:pt x="1645637" y="91994"/>
                  <a:pt x="1649499" y="90806"/>
                  <a:pt x="1652698" y="88429"/>
                </a:cubicBezTo>
                <a:cubicBezTo>
                  <a:pt x="1655897" y="86053"/>
                  <a:pt x="1658433" y="82260"/>
                  <a:pt x="1660307" y="77050"/>
                </a:cubicBezTo>
                <a:moveTo>
                  <a:pt x="1619794" y="57102"/>
                </a:moveTo>
                <a:lnTo>
                  <a:pt x="1660444" y="57102"/>
                </a:lnTo>
                <a:cubicBezTo>
                  <a:pt x="1659896" y="50978"/>
                  <a:pt x="1658342" y="46385"/>
                  <a:pt x="1655783" y="43324"/>
                </a:cubicBezTo>
                <a:cubicBezTo>
                  <a:pt x="1651852" y="38571"/>
                  <a:pt x="1646757" y="36194"/>
                  <a:pt x="1640496" y="36194"/>
                </a:cubicBezTo>
                <a:cubicBezTo>
                  <a:pt x="1634829" y="36194"/>
                  <a:pt x="1630065" y="38091"/>
                  <a:pt x="1626203" y="41884"/>
                </a:cubicBezTo>
                <a:cubicBezTo>
                  <a:pt x="1622342" y="45677"/>
                  <a:pt x="1620205" y="50750"/>
                  <a:pt x="1619794" y="57102"/>
                </a:cubicBezTo>
                <a:close/>
                <a:moveTo>
                  <a:pt x="1688304" y="100494"/>
                </a:moveTo>
                <a:lnTo>
                  <a:pt x="1688304" y="27694"/>
                </a:lnTo>
                <a:lnTo>
                  <a:pt x="1699409" y="27694"/>
                </a:lnTo>
                <a:lnTo>
                  <a:pt x="1699409" y="38045"/>
                </a:lnTo>
                <a:cubicBezTo>
                  <a:pt x="1704756" y="30048"/>
                  <a:pt x="1712479" y="26049"/>
                  <a:pt x="1722579" y="26049"/>
                </a:cubicBezTo>
                <a:cubicBezTo>
                  <a:pt x="1726966" y="26049"/>
                  <a:pt x="1730999" y="26837"/>
                  <a:pt x="1734678" y="28414"/>
                </a:cubicBezTo>
                <a:cubicBezTo>
                  <a:pt x="1738357" y="29991"/>
                  <a:pt x="1741110" y="32059"/>
                  <a:pt x="1742938" y="34618"/>
                </a:cubicBezTo>
                <a:cubicBezTo>
                  <a:pt x="1744766" y="37177"/>
                  <a:pt x="1746046" y="40216"/>
                  <a:pt x="1746777" y="43735"/>
                </a:cubicBezTo>
                <a:cubicBezTo>
                  <a:pt x="1747234" y="46020"/>
                  <a:pt x="1747462" y="50019"/>
                  <a:pt x="1747462" y="55731"/>
                </a:cubicBezTo>
                <a:lnTo>
                  <a:pt x="1747462" y="100494"/>
                </a:lnTo>
                <a:lnTo>
                  <a:pt x="1735123" y="100494"/>
                </a:lnTo>
                <a:lnTo>
                  <a:pt x="1735123" y="56211"/>
                </a:lnTo>
                <a:cubicBezTo>
                  <a:pt x="1735123" y="51184"/>
                  <a:pt x="1734643" y="47425"/>
                  <a:pt x="1733684" y="44934"/>
                </a:cubicBezTo>
                <a:cubicBezTo>
                  <a:pt x="1732724" y="42444"/>
                  <a:pt x="1731022" y="40456"/>
                  <a:pt x="1728577" y="38971"/>
                </a:cubicBezTo>
                <a:cubicBezTo>
                  <a:pt x="1726132" y="37485"/>
                  <a:pt x="1723264" y="36743"/>
                  <a:pt x="1719974" y="36743"/>
                </a:cubicBezTo>
                <a:cubicBezTo>
                  <a:pt x="1714718" y="36743"/>
                  <a:pt x="1710183" y="38411"/>
                  <a:pt x="1706367" y="41747"/>
                </a:cubicBezTo>
                <a:cubicBezTo>
                  <a:pt x="1702551" y="45083"/>
                  <a:pt x="1700643" y="51412"/>
                  <a:pt x="1700643" y="60735"/>
                </a:cubicBezTo>
                <a:lnTo>
                  <a:pt x="1700643" y="100494"/>
                </a:lnTo>
                <a:lnTo>
                  <a:pt x="1688304" y="100494"/>
                </a:lnTo>
                <a:close/>
                <a:moveTo>
                  <a:pt x="1793076" y="89458"/>
                </a:moveTo>
                <a:lnTo>
                  <a:pt x="1794859" y="100357"/>
                </a:lnTo>
                <a:cubicBezTo>
                  <a:pt x="1791386" y="101088"/>
                  <a:pt x="1788278" y="101454"/>
                  <a:pt x="1785536" y="101454"/>
                </a:cubicBezTo>
                <a:cubicBezTo>
                  <a:pt x="1781057" y="101454"/>
                  <a:pt x="1777584" y="100746"/>
                  <a:pt x="1775116" y="99329"/>
                </a:cubicBezTo>
                <a:cubicBezTo>
                  <a:pt x="1772649" y="97912"/>
                  <a:pt x="1770912" y="96050"/>
                  <a:pt x="1769907" y="93742"/>
                </a:cubicBezTo>
                <a:cubicBezTo>
                  <a:pt x="1768901" y="91434"/>
                  <a:pt x="1768398" y="86579"/>
                  <a:pt x="1768398" y="79175"/>
                </a:cubicBezTo>
                <a:lnTo>
                  <a:pt x="1768398" y="37291"/>
                </a:lnTo>
                <a:lnTo>
                  <a:pt x="1759350" y="37291"/>
                </a:lnTo>
                <a:lnTo>
                  <a:pt x="1759350" y="27694"/>
                </a:lnTo>
                <a:lnTo>
                  <a:pt x="1768398" y="27694"/>
                </a:lnTo>
                <a:lnTo>
                  <a:pt x="1768398" y="9666"/>
                </a:lnTo>
                <a:lnTo>
                  <a:pt x="1780669" y="2262"/>
                </a:lnTo>
                <a:lnTo>
                  <a:pt x="1780669" y="27694"/>
                </a:lnTo>
                <a:lnTo>
                  <a:pt x="1793076" y="27694"/>
                </a:lnTo>
                <a:lnTo>
                  <a:pt x="1793076" y="37291"/>
                </a:lnTo>
                <a:lnTo>
                  <a:pt x="1780669" y="37291"/>
                </a:lnTo>
                <a:lnTo>
                  <a:pt x="1780669" y="79861"/>
                </a:lnTo>
                <a:cubicBezTo>
                  <a:pt x="1780669" y="83380"/>
                  <a:pt x="1780886" y="85642"/>
                  <a:pt x="1781320" y="86647"/>
                </a:cubicBezTo>
                <a:cubicBezTo>
                  <a:pt x="1781754" y="87653"/>
                  <a:pt x="1782463" y="88452"/>
                  <a:pt x="1783445" y="89046"/>
                </a:cubicBezTo>
                <a:cubicBezTo>
                  <a:pt x="1784428" y="89640"/>
                  <a:pt x="1785833" y="89938"/>
                  <a:pt x="1787661" y="89938"/>
                </a:cubicBezTo>
                <a:cubicBezTo>
                  <a:pt x="1789032" y="89938"/>
                  <a:pt x="1790837" y="89778"/>
                  <a:pt x="1793076" y="89458"/>
                </a:cubicBezTo>
                <a:close/>
                <a:moveTo>
                  <a:pt x="1804659" y="100494"/>
                </a:moveTo>
                <a:lnTo>
                  <a:pt x="1804659" y="0"/>
                </a:lnTo>
                <a:lnTo>
                  <a:pt x="1816998" y="0"/>
                </a:lnTo>
                <a:lnTo>
                  <a:pt x="1816998" y="36057"/>
                </a:lnTo>
                <a:cubicBezTo>
                  <a:pt x="1822756" y="29385"/>
                  <a:pt x="1830023" y="26049"/>
                  <a:pt x="1838797" y="26049"/>
                </a:cubicBezTo>
                <a:cubicBezTo>
                  <a:pt x="1844190" y="26049"/>
                  <a:pt x="1848874" y="27111"/>
                  <a:pt x="1852850" y="29237"/>
                </a:cubicBezTo>
                <a:cubicBezTo>
                  <a:pt x="1856826" y="31362"/>
                  <a:pt x="1859670" y="34298"/>
                  <a:pt x="1861384" y="38045"/>
                </a:cubicBezTo>
                <a:cubicBezTo>
                  <a:pt x="1863098" y="41793"/>
                  <a:pt x="1863955" y="47231"/>
                  <a:pt x="1863955" y="54360"/>
                </a:cubicBezTo>
                <a:lnTo>
                  <a:pt x="1863955" y="100494"/>
                </a:lnTo>
                <a:lnTo>
                  <a:pt x="1851616" y="100494"/>
                </a:lnTo>
                <a:lnTo>
                  <a:pt x="1851616" y="54360"/>
                </a:lnTo>
                <a:cubicBezTo>
                  <a:pt x="1851616" y="48191"/>
                  <a:pt x="1850279" y="43701"/>
                  <a:pt x="1847606" y="40890"/>
                </a:cubicBezTo>
                <a:cubicBezTo>
                  <a:pt x="1844932" y="38079"/>
                  <a:pt x="1841151" y="36674"/>
                  <a:pt x="1836261" y="36674"/>
                </a:cubicBezTo>
                <a:cubicBezTo>
                  <a:pt x="1832605" y="36674"/>
                  <a:pt x="1829166" y="37622"/>
                  <a:pt x="1825944" y="39519"/>
                </a:cubicBezTo>
                <a:cubicBezTo>
                  <a:pt x="1822722" y="41416"/>
                  <a:pt x="1820426" y="43986"/>
                  <a:pt x="1819055" y="47231"/>
                </a:cubicBezTo>
                <a:cubicBezTo>
                  <a:pt x="1817684" y="50476"/>
                  <a:pt x="1816998" y="54954"/>
                  <a:pt x="1816998" y="60667"/>
                </a:cubicBezTo>
                <a:lnTo>
                  <a:pt x="1816998" y="100494"/>
                </a:lnTo>
                <a:lnTo>
                  <a:pt x="1804659" y="100494"/>
                </a:lnTo>
                <a:close/>
                <a:moveTo>
                  <a:pt x="1921083" y="100494"/>
                </a:moveTo>
                <a:lnTo>
                  <a:pt x="1921083" y="0"/>
                </a:lnTo>
                <a:lnTo>
                  <a:pt x="1933422" y="0"/>
                </a:lnTo>
                <a:lnTo>
                  <a:pt x="1933422" y="57308"/>
                </a:lnTo>
                <a:lnTo>
                  <a:pt x="1962624" y="27694"/>
                </a:lnTo>
                <a:lnTo>
                  <a:pt x="1978596" y="27694"/>
                </a:lnTo>
                <a:lnTo>
                  <a:pt x="1950765" y="54703"/>
                </a:lnTo>
                <a:lnTo>
                  <a:pt x="1981407" y="100494"/>
                </a:lnTo>
                <a:lnTo>
                  <a:pt x="1966189" y="100494"/>
                </a:lnTo>
                <a:lnTo>
                  <a:pt x="1942128" y="63272"/>
                </a:lnTo>
                <a:lnTo>
                  <a:pt x="1933422" y="71635"/>
                </a:lnTo>
                <a:lnTo>
                  <a:pt x="1933422" y="100494"/>
                </a:lnTo>
                <a:lnTo>
                  <a:pt x="1921083" y="100494"/>
                </a:lnTo>
                <a:close/>
                <a:moveTo>
                  <a:pt x="1991053" y="14190"/>
                </a:moveTo>
                <a:lnTo>
                  <a:pt x="1991053" y="0"/>
                </a:lnTo>
                <a:lnTo>
                  <a:pt x="2003392" y="0"/>
                </a:lnTo>
                <a:lnTo>
                  <a:pt x="2003392" y="14190"/>
                </a:lnTo>
                <a:lnTo>
                  <a:pt x="1991053" y="14190"/>
                </a:lnTo>
                <a:moveTo>
                  <a:pt x="1991053" y="100494"/>
                </a:moveTo>
                <a:lnTo>
                  <a:pt x="1991053" y="27694"/>
                </a:lnTo>
                <a:lnTo>
                  <a:pt x="2003392" y="27694"/>
                </a:lnTo>
                <a:lnTo>
                  <a:pt x="2003392" y="100494"/>
                </a:lnTo>
                <a:lnTo>
                  <a:pt x="1991053" y="100494"/>
                </a:lnTo>
                <a:close/>
                <a:moveTo>
                  <a:pt x="2049429" y="89458"/>
                </a:moveTo>
                <a:lnTo>
                  <a:pt x="2051211" y="100357"/>
                </a:lnTo>
                <a:cubicBezTo>
                  <a:pt x="2047738" y="101088"/>
                  <a:pt x="2044630" y="101454"/>
                  <a:pt x="2041888" y="101454"/>
                </a:cubicBezTo>
                <a:cubicBezTo>
                  <a:pt x="2037410" y="101454"/>
                  <a:pt x="2033936" y="100746"/>
                  <a:pt x="2031469" y="99329"/>
                </a:cubicBezTo>
                <a:cubicBezTo>
                  <a:pt x="2029001" y="97912"/>
                  <a:pt x="2027264" y="96050"/>
                  <a:pt x="2026259" y="93742"/>
                </a:cubicBezTo>
                <a:cubicBezTo>
                  <a:pt x="2025253" y="91434"/>
                  <a:pt x="2024751" y="86579"/>
                  <a:pt x="2024751" y="79175"/>
                </a:cubicBezTo>
                <a:lnTo>
                  <a:pt x="2024751" y="37291"/>
                </a:lnTo>
                <a:lnTo>
                  <a:pt x="2015702" y="37291"/>
                </a:lnTo>
                <a:lnTo>
                  <a:pt x="2015702" y="27694"/>
                </a:lnTo>
                <a:lnTo>
                  <a:pt x="2024751" y="27694"/>
                </a:lnTo>
                <a:lnTo>
                  <a:pt x="2024751" y="9666"/>
                </a:lnTo>
                <a:lnTo>
                  <a:pt x="2037021" y="2262"/>
                </a:lnTo>
                <a:lnTo>
                  <a:pt x="2037021" y="27694"/>
                </a:lnTo>
                <a:lnTo>
                  <a:pt x="2049429" y="27694"/>
                </a:lnTo>
                <a:lnTo>
                  <a:pt x="2049429" y="37291"/>
                </a:lnTo>
                <a:lnTo>
                  <a:pt x="2037021" y="37291"/>
                </a:lnTo>
                <a:lnTo>
                  <a:pt x="2037021" y="79861"/>
                </a:lnTo>
                <a:cubicBezTo>
                  <a:pt x="2037021" y="83380"/>
                  <a:pt x="2037238" y="85642"/>
                  <a:pt x="2037672" y="86647"/>
                </a:cubicBezTo>
                <a:cubicBezTo>
                  <a:pt x="2038107" y="87653"/>
                  <a:pt x="2038815" y="88452"/>
                  <a:pt x="2039797" y="89046"/>
                </a:cubicBezTo>
                <a:cubicBezTo>
                  <a:pt x="2040780" y="89640"/>
                  <a:pt x="2042185" y="89938"/>
                  <a:pt x="2044013" y="89938"/>
                </a:cubicBezTo>
                <a:cubicBezTo>
                  <a:pt x="2045384" y="89938"/>
                  <a:pt x="2047189" y="89778"/>
                  <a:pt x="2049429" y="89458"/>
                </a:cubicBezTo>
                <a:close/>
                <a:moveTo>
                  <a:pt x="2108516" y="73828"/>
                </a:moveTo>
                <a:lnTo>
                  <a:pt x="2120650" y="75405"/>
                </a:lnTo>
                <a:cubicBezTo>
                  <a:pt x="2119324" y="83768"/>
                  <a:pt x="2115931" y="90315"/>
                  <a:pt x="2110470" y="95044"/>
                </a:cubicBezTo>
                <a:cubicBezTo>
                  <a:pt x="2105009" y="99774"/>
                  <a:pt x="2098302" y="102139"/>
                  <a:pt x="2090351" y="102139"/>
                </a:cubicBezTo>
                <a:cubicBezTo>
                  <a:pt x="2080388" y="102139"/>
                  <a:pt x="2072379" y="98883"/>
                  <a:pt x="2066324" y="92371"/>
                </a:cubicBezTo>
                <a:cubicBezTo>
                  <a:pt x="2060269" y="85859"/>
                  <a:pt x="2057241" y="76525"/>
                  <a:pt x="2057241" y="64368"/>
                </a:cubicBezTo>
                <a:cubicBezTo>
                  <a:pt x="2057241" y="56508"/>
                  <a:pt x="2058543" y="49630"/>
                  <a:pt x="2061148" y="43735"/>
                </a:cubicBezTo>
                <a:cubicBezTo>
                  <a:pt x="2063753" y="37840"/>
                  <a:pt x="2067718" y="33418"/>
                  <a:pt x="2073042" y="30470"/>
                </a:cubicBezTo>
                <a:cubicBezTo>
                  <a:pt x="2078366" y="27523"/>
                  <a:pt x="2084158" y="26049"/>
                  <a:pt x="2090419" y="26049"/>
                </a:cubicBezTo>
                <a:cubicBezTo>
                  <a:pt x="2098325" y="26049"/>
                  <a:pt x="2104792" y="28048"/>
                  <a:pt x="2109819" y="32047"/>
                </a:cubicBezTo>
                <a:cubicBezTo>
                  <a:pt x="2114846" y="36046"/>
                  <a:pt x="2118068" y="41724"/>
                  <a:pt x="2119484" y="49082"/>
                </a:cubicBezTo>
                <a:lnTo>
                  <a:pt x="2107488" y="50933"/>
                </a:lnTo>
                <a:cubicBezTo>
                  <a:pt x="2106345" y="46043"/>
                  <a:pt x="2104323" y="42364"/>
                  <a:pt x="2101421" y="39896"/>
                </a:cubicBezTo>
                <a:cubicBezTo>
                  <a:pt x="2098519" y="37428"/>
                  <a:pt x="2095012" y="36194"/>
                  <a:pt x="2090899" y="36194"/>
                </a:cubicBezTo>
                <a:cubicBezTo>
                  <a:pt x="2084684" y="36194"/>
                  <a:pt x="2079634" y="38422"/>
                  <a:pt x="2075749" y="42878"/>
                </a:cubicBezTo>
                <a:cubicBezTo>
                  <a:pt x="2071865" y="47334"/>
                  <a:pt x="2069923" y="54383"/>
                  <a:pt x="2069923" y="64026"/>
                </a:cubicBezTo>
                <a:cubicBezTo>
                  <a:pt x="2069923" y="73805"/>
                  <a:pt x="2071796" y="80912"/>
                  <a:pt x="2075544" y="85345"/>
                </a:cubicBezTo>
                <a:cubicBezTo>
                  <a:pt x="2079291" y="89778"/>
                  <a:pt x="2084181" y="91994"/>
                  <a:pt x="2090213" y="91994"/>
                </a:cubicBezTo>
                <a:cubicBezTo>
                  <a:pt x="2095058" y="91994"/>
                  <a:pt x="2099102" y="90509"/>
                  <a:pt x="2102347" y="87538"/>
                </a:cubicBezTo>
                <a:cubicBezTo>
                  <a:pt x="2105591" y="84568"/>
                  <a:pt x="2107648" y="79998"/>
                  <a:pt x="2108516" y="73828"/>
                </a:cubicBezTo>
                <a:close/>
                <a:moveTo>
                  <a:pt x="2130982" y="100494"/>
                </a:moveTo>
                <a:lnTo>
                  <a:pt x="2130982" y="0"/>
                </a:lnTo>
                <a:lnTo>
                  <a:pt x="2143321" y="0"/>
                </a:lnTo>
                <a:lnTo>
                  <a:pt x="2143321" y="36057"/>
                </a:lnTo>
                <a:cubicBezTo>
                  <a:pt x="2149079" y="29385"/>
                  <a:pt x="2156345" y="26049"/>
                  <a:pt x="2165120" y="26049"/>
                </a:cubicBezTo>
                <a:cubicBezTo>
                  <a:pt x="2170512" y="26049"/>
                  <a:pt x="2175197" y="27111"/>
                  <a:pt x="2179172" y="29237"/>
                </a:cubicBezTo>
                <a:cubicBezTo>
                  <a:pt x="2183148" y="31362"/>
                  <a:pt x="2185993" y="34298"/>
                  <a:pt x="2187707" y="38045"/>
                </a:cubicBezTo>
                <a:cubicBezTo>
                  <a:pt x="2189421" y="41793"/>
                  <a:pt x="2190278" y="47231"/>
                  <a:pt x="2190278" y="54360"/>
                </a:cubicBezTo>
                <a:lnTo>
                  <a:pt x="2190278" y="100494"/>
                </a:lnTo>
                <a:lnTo>
                  <a:pt x="2177939" y="100494"/>
                </a:lnTo>
                <a:lnTo>
                  <a:pt x="2177939" y="54360"/>
                </a:lnTo>
                <a:cubicBezTo>
                  <a:pt x="2177939" y="48191"/>
                  <a:pt x="2176602" y="43701"/>
                  <a:pt x="2173928" y="40890"/>
                </a:cubicBezTo>
                <a:cubicBezTo>
                  <a:pt x="2171255" y="38079"/>
                  <a:pt x="2167473" y="36674"/>
                  <a:pt x="2162583" y="36674"/>
                </a:cubicBezTo>
                <a:cubicBezTo>
                  <a:pt x="2158927" y="36674"/>
                  <a:pt x="2155488" y="37622"/>
                  <a:pt x="2152267" y="39519"/>
                </a:cubicBezTo>
                <a:cubicBezTo>
                  <a:pt x="2149045" y="41416"/>
                  <a:pt x="2146748" y="43986"/>
                  <a:pt x="2145377" y="47231"/>
                </a:cubicBezTo>
                <a:cubicBezTo>
                  <a:pt x="2144006" y="50476"/>
                  <a:pt x="2143321" y="54954"/>
                  <a:pt x="2143321" y="60667"/>
                </a:cubicBezTo>
                <a:lnTo>
                  <a:pt x="2143321" y="100494"/>
                </a:lnTo>
                <a:lnTo>
                  <a:pt x="2130982" y="100494"/>
                </a:lnTo>
                <a:close/>
                <a:moveTo>
                  <a:pt x="2258650" y="77050"/>
                </a:moveTo>
                <a:lnTo>
                  <a:pt x="2271401" y="78627"/>
                </a:lnTo>
                <a:cubicBezTo>
                  <a:pt x="2269390" y="86076"/>
                  <a:pt x="2265665" y="91857"/>
                  <a:pt x="2260227" y="95970"/>
                </a:cubicBezTo>
                <a:cubicBezTo>
                  <a:pt x="2254789" y="100083"/>
                  <a:pt x="2247842" y="102139"/>
                  <a:pt x="2239388" y="102139"/>
                </a:cubicBezTo>
                <a:cubicBezTo>
                  <a:pt x="2228740" y="102139"/>
                  <a:pt x="2220297" y="98860"/>
                  <a:pt x="2214059" y="92302"/>
                </a:cubicBezTo>
                <a:cubicBezTo>
                  <a:pt x="2207820" y="85745"/>
                  <a:pt x="2204701" y="76547"/>
                  <a:pt x="2204701" y="64711"/>
                </a:cubicBezTo>
                <a:cubicBezTo>
                  <a:pt x="2204701" y="52464"/>
                  <a:pt x="2207855" y="42958"/>
                  <a:pt x="2214161" y="36194"/>
                </a:cubicBezTo>
                <a:cubicBezTo>
                  <a:pt x="2220468" y="29431"/>
                  <a:pt x="2228648" y="26049"/>
                  <a:pt x="2238702" y="26049"/>
                </a:cubicBezTo>
                <a:cubicBezTo>
                  <a:pt x="2248436" y="26049"/>
                  <a:pt x="2256388" y="29362"/>
                  <a:pt x="2262558" y="35989"/>
                </a:cubicBezTo>
                <a:cubicBezTo>
                  <a:pt x="2268727" y="42615"/>
                  <a:pt x="2271812" y="51938"/>
                  <a:pt x="2271812" y="63957"/>
                </a:cubicBezTo>
                <a:cubicBezTo>
                  <a:pt x="2271812" y="64688"/>
                  <a:pt x="2271789" y="65785"/>
                  <a:pt x="2271743" y="67247"/>
                </a:cubicBezTo>
                <a:lnTo>
                  <a:pt x="2217452" y="67247"/>
                </a:lnTo>
                <a:cubicBezTo>
                  <a:pt x="2217909" y="75245"/>
                  <a:pt x="2220171" y="81369"/>
                  <a:pt x="2224238" y="85619"/>
                </a:cubicBezTo>
                <a:cubicBezTo>
                  <a:pt x="2228306" y="89869"/>
                  <a:pt x="2233378" y="91994"/>
                  <a:pt x="2239456" y="91994"/>
                </a:cubicBezTo>
                <a:cubicBezTo>
                  <a:pt x="2243981" y="91994"/>
                  <a:pt x="2247842" y="90806"/>
                  <a:pt x="2251041" y="88429"/>
                </a:cubicBezTo>
                <a:cubicBezTo>
                  <a:pt x="2254240" y="86053"/>
                  <a:pt x="2256777" y="82260"/>
                  <a:pt x="2258650" y="77050"/>
                </a:cubicBezTo>
                <a:moveTo>
                  <a:pt x="2218137" y="57102"/>
                </a:moveTo>
                <a:lnTo>
                  <a:pt x="2258787" y="57102"/>
                </a:lnTo>
                <a:cubicBezTo>
                  <a:pt x="2258239" y="50978"/>
                  <a:pt x="2256685" y="46385"/>
                  <a:pt x="2254126" y="43324"/>
                </a:cubicBezTo>
                <a:cubicBezTo>
                  <a:pt x="2250196" y="38571"/>
                  <a:pt x="2245100" y="36194"/>
                  <a:pt x="2238839" y="36194"/>
                </a:cubicBezTo>
                <a:cubicBezTo>
                  <a:pt x="2233173" y="36194"/>
                  <a:pt x="2228408" y="38091"/>
                  <a:pt x="2224547" y="41884"/>
                </a:cubicBezTo>
                <a:cubicBezTo>
                  <a:pt x="2220685" y="45677"/>
                  <a:pt x="2218549" y="50750"/>
                  <a:pt x="2218137" y="57102"/>
                </a:cubicBezTo>
                <a:close/>
                <a:moveTo>
                  <a:pt x="2286647" y="100494"/>
                </a:moveTo>
                <a:lnTo>
                  <a:pt x="2286647" y="27694"/>
                </a:lnTo>
                <a:lnTo>
                  <a:pt x="2297752" y="27694"/>
                </a:lnTo>
                <a:lnTo>
                  <a:pt x="2297752" y="38045"/>
                </a:lnTo>
                <a:cubicBezTo>
                  <a:pt x="2303099" y="30048"/>
                  <a:pt x="2310823" y="26049"/>
                  <a:pt x="2320922" y="26049"/>
                </a:cubicBezTo>
                <a:cubicBezTo>
                  <a:pt x="2325310" y="26049"/>
                  <a:pt x="2329343" y="26837"/>
                  <a:pt x="2333021" y="28414"/>
                </a:cubicBezTo>
                <a:cubicBezTo>
                  <a:pt x="2336700" y="29991"/>
                  <a:pt x="2339454" y="32059"/>
                  <a:pt x="2341282" y="34618"/>
                </a:cubicBezTo>
                <a:cubicBezTo>
                  <a:pt x="2343110" y="37177"/>
                  <a:pt x="2344389" y="40216"/>
                  <a:pt x="2345120" y="43735"/>
                </a:cubicBezTo>
                <a:cubicBezTo>
                  <a:pt x="2345577" y="46020"/>
                  <a:pt x="2345806" y="50019"/>
                  <a:pt x="2345806" y="55731"/>
                </a:cubicBezTo>
                <a:lnTo>
                  <a:pt x="2345806" y="100494"/>
                </a:lnTo>
                <a:lnTo>
                  <a:pt x="2333467" y="100494"/>
                </a:lnTo>
                <a:lnTo>
                  <a:pt x="2333467" y="56211"/>
                </a:lnTo>
                <a:cubicBezTo>
                  <a:pt x="2333467" y="51184"/>
                  <a:pt x="2332987" y="47425"/>
                  <a:pt x="2332027" y="44934"/>
                </a:cubicBezTo>
                <a:cubicBezTo>
                  <a:pt x="2331068" y="42444"/>
                  <a:pt x="2329365" y="40456"/>
                  <a:pt x="2326920" y="38971"/>
                </a:cubicBezTo>
                <a:cubicBezTo>
                  <a:pt x="2324475" y="37485"/>
                  <a:pt x="2321608" y="36743"/>
                  <a:pt x="2318317" y="36743"/>
                </a:cubicBezTo>
                <a:cubicBezTo>
                  <a:pt x="2313062" y="36743"/>
                  <a:pt x="2308526" y="38411"/>
                  <a:pt x="2304710" y="41747"/>
                </a:cubicBezTo>
                <a:cubicBezTo>
                  <a:pt x="2300894" y="45083"/>
                  <a:pt x="2298986" y="51412"/>
                  <a:pt x="2298986" y="60735"/>
                </a:cubicBezTo>
                <a:lnTo>
                  <a:pt x="2298986" y="100494"/>
                </a:lnTo>
                <a:lnTo>
                  <a:pt x="2286647" y="100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cabinet,whichoneofthefollowingstatements">
            <a:extLst xmlns:a="http://schemas.openxmlformats.org/drawingml/2006/main">
              <a:ext uri="{FF2B5EF4-FFF2-40B4-BE49-F238E27FC236}">
                <a16:creationId xmlns:a16="http://schemas.microsoft.com/office/drawing/2014/main" id="{C1BC086D-DDAF-4265-AFA0-CFAB9EA1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943" y="5999964"/>
            <a:ext cx="2840568" cy="131753"/>
          </a:xfrm>
          <a:custGeom xmlns:a="http://schemas.openxmlformats.org/drawingml/2006/main">
            <a:pathLst>
              <a:path w="2840568" h="131753">
                <a:moveTo>
                  <a:pt x="51275" y="75542"/>
                </a:moveTo>
                <a:lnTo>
                  <a:pt x="63409" y="77119"/>
                </a:lnTo>
                <a:cubicBezTo>
                  <a:pt x="62083" y="85482"/>
                  <a:pt x="58690" y="92028"/>
                  <a:pt x="53229" y="96758"/>
                </a:cubicBezTo>
                <a:cubicBezTo>
                  <a:pt x="47768" y="101488"/>
                  <a:pt x="41061" y="103853"/>
                  <a:pt x="33110" y="103853"/>
                </a:cubicBezTo>
                <a:cubicBezTo>
                  <a:pt x="23147" y="103853"/>
                  <a:pt x="15138" y="100597"/>
                  <a:pt x="9083" y="94085"/>
                </a:cubicBezTo>
                <a:cubicBezTo>
                  <a:pt x="3028" y="87573"/>
                  <a:pt x="0" y="78238"/>
                  <a:pt x="0" y="66082"/>
                </a:cubicBezTo>
                <a:cubicBezTo>
                  <a:pt x="0" y="58222"/>
                  <a:pt x="1302" y="51344"/>
                  <a:pt x="3907" y="45449"/>
                </a:cubicBezTo>
                <a:cubicBezTo>
                  <a:pt x="6512" y="39553"/>
                  <a:pt x="10477" y="35132"/>
                  <a:pt x="15801" y="32184"/>
                </a:cubicBezTo>
                <a:cubicBezTo>
                  <a:pt x="21125" y="29237"/>
                  <a:pt x="26917" y="27763"/>
                  <a:pt x="33178" y="27763"/>
                </a:cubicBezTo>
                <a:cubicBezTo>
                  <a:pt x="41084" y="27763"/>
                  <a:pt x="47551" y="29762"/>
                  <a:pt x="52578" y="33761"/>
                </a:cubicBezTo>
                <a:cubicBezTo>
                  <a:pt x="57605" y="37760"/>
                  <a:pt x="60827" y="43438"/>
                  <a:pt x="62243" y="50795"/>
                </a:cubicBezTo>
                <a:lnTo>
                  <a:pt x="50247" y="52646"/>
                </a:lnTo>
                <a:cubicBezTo>
                  <a:pt x="49105" y="47756"/>
                  <a:pt x="47082" y="44078"/>
                  <a:pt x="44180" y="41610"/>
                </a:cubicBezTo>
                <a:cubicBezTo>
                  <a:pt x="41278" y="39142"/>
                  <a:pt x="37771" y="37908"/>
                  <a:pt x="33658" y="37908"/>
                </a:cubicBezTo>
                <a:cubicBezTo>
                  <a:pt x="27443" y="37908"/>
                  <a:pt x="22393" y="40136"/>
                  <a:pt x="18508" y="44592"/>
                </a:cubicBezTo>
                <a:cubicBezTo>
                  <a:pt x="14624" y="49047"/>
                  <a:pt x="12682" y="56097"/>
                  <a:pt x="12682" y="65739"/>
                </a:cubicBezTo>
                <a:cubicBezTo>
                  <a:pt x="12682" y="75519"/>
                  <a:pt x="14555" y="82626"/>
                  <a:pt x="18303" y="87058"/>
                </a:cubicBezTo>
                <a:cubicBezTo>
                  <a:pt x="22050" y="91491"/>
                  <a:pt x="26940" y="93708"/>
                  <a:pt x="32973" y="93708"/>
                </a:cubicBezTo>
                <a:cubicBezTo>
                  <a:pt x="37817" y="93708"/>
                  <a:pt x="41861" y="92223"/>
                  <a:pt x="45106" y="89252"/>
                </a:cubicBezTo>
                <a:cubicBezTo>
                  <a:pt x="48351" y="86282"/>
                  <a:pt x="50407" y="81712"/>
                  <a:pt x="51275" y="75542"/>
                </a:cubicBezTo>
                <a:close/>
                <a:moveTo>
                  <a:pt x="121218" y="93228"/>
                </a:moveTo>
                <a:cubicBezTo>
                  <a:pt x="116648" y="97112"/>
                  <a:pt x="112249" y="99854"/>
                  <a:pt x="108022" y="101454"/>
                </a:cubicBezTo>
                <a:cubicBezTo>
                  <a:pt x="103795" y="103053"/>
                  <a:pt x="99259" y="103853"/>
                  <a:pt x="94415" y="103853"/>
                </a:cubicBezTo>
                <a:cubicBezTo>
                  <a:pt x="86417" y="103853"/>
                  <a:pt x="80271" y="101899"/>
                  <a:pt x="75975" y="97992"/>
                </a:cubicBezTo>
                <a:cubicBezTo>
                  <a:pt x="71679" y="94085"/>
                  <a:pt x="69531" y="89092"/>
                  <a:pt x="69531" y="83014"/>
                </a:cubicBezTo>
                <a:cubicBezTo>
                  <a:pt x="69531" y="79449"/>
                  <a:pt x="70342" y="76193"/>
                  <a:pt x="71965" y="73246"/>
                </a:cubicBezTo>
                <a:cubicBezTo>
                  <a:pt x="73587" y="70298"/>
                  <a:pt x="75712" y="67933"/>
                  <a:pt x="78340" y="66151"/>
                </a:cubicBezTo>
                <a:cubicBezTo>
                  <a:pt x="80968" y="64368"/>
                  <a:pt x="83927" y="63020"/>
                  <a:pt x="87217" y="62106"/>
                </a:cubicBezTo>
                <a:cubicBezTo>
                  <a:pt x="89639" y="61466"/>
                  <a:pt x="93295" y="60849"/>
                  <a:pt x="98185" y="60255"/>
                </a:cubicBezTo>
                <a:cubicBezTo>
                  <a:pt x="108148" y="59067"/>
                  <a:pt x="115482" y="57650"/>
                  <a:pt x="120190" y="56005"/>
                </a:cubicBezTo>
                <a:cubicBezTo>
                  <a:pt x="120235" y="54314"/>
                  <a:pt x="120258" y="53240"/>
                  <a:pt x="120258" y="52783"/>
                </a:cubicBezTo>
                <a:cubicBezTo>
                  <a:pt x="120258" y="47756"/>
                  <a:pt x="119093" y="44215"/>
                  <a:pt x="116762" y="42158"/>
                </a:cubicBezTo>
                <a:cubicBezTo>
                  <a:pt x="113609" y="39371"/>
                  <a:pt x="108925" y="37977"/>
                  <a:pt x="102709" y="37977"/>
                </a:cubicBezTo>
                <a:cubicBezTo>
                  <a:pt x="96905" y="37977"/>
                  <a:pt x="92621" y="38993"/>
                  <a:pt x="89856" y="41027"/>
                </a:cubicBezTo>
                <a:cubicBezTo>
                  <a:pt x="87091" y="43061"/>
                  <a:pt x="85046" y="46660"/>
                  <a:pt x="83721" y="51824"/>
                </a:cubicBezTo>
                <a:lnTo>
                  <a:pt x="71656" y="50179"/>
                </a:lnTo>
                <a:cubicBezTo>
                  <a:pt x="72753" y="45014"/>
                  <a:pt x="74558" y="40844"/>
                  <a:pt x="77072" y="37668"/>
                </a:cubicBezTo>
                <a:cubicBezTo>
                  <a:pt x="79585" y="34492"/>
                  <a:pt x="83218" y="32047"/>
                  <a:pt x="87971" y="30333"/>
                </a:cubicBezTo>
                <a:cubicBezTo>
                  <a:pt x="92724" y="28620"/>
                  <a:pt x="98231" y="27763"/>
                  <a:pt x="104492" y="27763"/>
                </a:cubicBezTo>
                <a:cubicBezTo>
                  <a:pt x="110707" y="27763"/>
                  <a:pt x="115757" y="28494"/>
                  <a:pt x="119641" y="29956"/>
                </a:cubicBezTo>
                <a:cubicBezTo>
                  <a:pt x="123526" y="31419"/>
                  <a:pt x="126382" y="33258"/>
                  <a:pt x="128210" y="35475"/>
                </a:cubicBezTo>
                <a:cubicBezTo>
                  <a:pt x="130038" y="37691"/>
                  <a:pt x="131317" y="40490"/>
                  <a:pt x="132049" y="43872"/>
                </a:cubicBezTo>
                <a:cubicBezTo>
                  <a:pt x="132460" y="45974"/>
                  <a:pt x="132666" y="49767"/>
                  <a:pt x="132666" y="55251"/>
                </a:cubicBezTo>
                <a:lnTo>
                  <a:pt x="132666" y="71703"/>
                </a:lnTo>
                <a:cubicBezTo>
                  <a:pt x="132666" y="83174"/>
                  <a:pt x="132928" y="90429"/>
                  <a:pt x="133454" y="93468"/>
                </a:cubicBezTo>
                <a:cubicBezTo>
                  <a:pt x="133980" y="96507"/>
                  <a:pt x="135019" y="99420"/>
                  <a:pt x="136573" y="102208"/>
                </a:cubicBezTo>
                <a:lnTo>
                  <a:pt x="123686" y="102208"/>
                </a:lnTo>
                <a:cubicBezTo>
                  <a:pt x="122406" y="99649"/>
                  <a:pt x="121583" y="96655"/>
                  <a:pt x="121218" y="93228"/>
                </a:cubicBezTo>
                <a:moveTo>
                  <a:pt x="120190" y="65671"/>
                </a:moveTo>
                <a:cubicBezTo>
                  <a:pt x="115711" y="67499"/>
                  <a:pt x="108993" y="69053"/>
                  <a:pt x="100036" y="70332"/>
                </a:cubicBezTo>
                <a:cubicBezTo>
                  <a:pt x="94963" y="71063"/>
                  <a:pt x="91376" y="71886"/>
                  <a:pt x="89274" y="72800"/>
                </a:cubicBezTo>
                <a:cubicBezTo>
                  <a:pt x="87171" y="73714"/>
                  <a:pt x="85549" y="75051"/>
                  <a:pt x="84406" y="76810"/>
                </a:cubicBezTo>
                <a:cubicBezTo>
                  <a:pt x="83264" y="78570"/>
                  <a:pt x="82693" y="80523"/>
                  <a:pt x="82693" y="82671"/>
                </a:cubicBezTo>
                <a:cubicBezTo>
                  <a:pt x="82693" y="85962"/>
                  <a:pt x="83938" y="88704"/>
                  <a:pt x="86429" y="90897"/>
                </a:cubicBezTo>
                <a:cubicBezTo>
                  <a:pt x="88919" y="93091"/>
                  <a:pt x="92564" y="94188"/>
                  <a:pt x="97362" y="94188"/>
                </a:cubicBezTo>
                <a:cubicBezTo>
                  <a:pt x="102115" y="94188"/>
                  <a:pt x="106342" y="93148"/>
                  <a:pt x="110044" y="91069"/>
                </a:cubicBezTo>
                <a:cubicBezTo>
                  <a:pt x="113746" y="88989"/>
                  <a:pt x="116465" y="86144"/>
                  <a:pt x="118202" y="82534"/>
                </a:cubicBezTo>
                <a:cubicBezTo>
                  <a:pt x="119527" y="79746"/>
                  <a:pt x="120190" y="75633"/>
                  <a:pt x="120190" y="70195"/>
                </a:cubicBezTo>
                <a:lnTo>
                  <a:pt x="120190" y="65671"/>
                </a:lnTo>
                <a:close/>
                <a:moveTo>
                  <a:pt x="162896" y="102208"/>
                </a:moveTo>
                <a:lnTo>
                  <a:pt x="151448" y="102208"/>
                </a:lnTo>
                <a:lnTo>
                  <a:pt x="151448" y="1714"/>
                </a:lnTo>
                <a:lnTo>
                  <a:pt x="163787" y="1714"/>
                </a:lnTo>
                <a:lnTo>
                  <a:pt x="163787" y="37565"/>
                </a:lnTo>
                <a:cubicBezTo>
                  <a:pt x="168997" y="31030"/>
                  <a:pt x="175647" y="27763"/>
                  <a:pt x="183735" y="27763"/>
                </a:cubicBezTo>
                <a:cubicBezTo>
                  <a:pt x="188214" y="27763"/>
                  <a:pt x="192453" y="28665"/>
                  <a:pt x="196451" y="30470"/>
                </a:cubicBezTo>
                <a:cubicBezTo>
                  <a:pt x="200450" y="32276"/>
                  <a:pt x="203741" y="34812"/>
                  <a:pt x="206323" y="38079"/>
                </a:cubicBezTo>
                <a:cubicBezTo>
                  <a:pt x="208905" y="41347"/>
                  <a:pt x="210927" y="45289"/>
                  <a:pt x="212389" y="49904"/>
                </a:cubicBezTo>
                <a:cubicBezTo>
                  <a:pt x="213852" y="54520"/>
                  <a:pt x="214583" y="59456"/>
                  <a:pt x="214583" y="64711"/>
                </a:cubicBezTo>
                <a:cubicBezTo>
                  <a:pt x="214583" y="77187"/>
                  <a:pt x="211498" y="86830"/>
                  <a:pt x="205329" y="93639"/>
                </a:cubicBezTo>
                <a:cubicBezTo>
                  <a:pt x="199159" y="100448"/>
                  <a:pt x="191756" y="103853"/>
                  <a:pt x="183119" y="103853"/>
                </a:cubicBezTo>
                <a:cubicBezTo>
                  <a:pt x="174527" y="103853"/>
                  <a:pt x="167786" y="100266"/>
                  <a:pt x="162896" y="93091"/>
                </a:cubicBezTo>
                <a:lnTo>
                  <a:pt x="162896" y="102208"/>
                </a:lnTo>
                <a:moveTo>
                  <a:pt x="162759" y="65260"/>
                </a:moveTo>
                <a:cubicBezTo>
                  <a:pt x="162759" y="73988"/>
                  <a:pt x="163947" y="80295"/>
                  <a:pt x="166324" y="84179"/>
                </a:cubicBezTo>
                <a:cubicBezTo>
                  <a:pt x="170208" y="90532"/>
                  <a:pt x="175464" y="93708"/>
                  <a:pt x="182090" y="93708"/>
                </a:cubicBezTo>
                <a:cubicBezTo>
                  <a:pt x="187483" y="93708"/>
                  <a:pt x="192144" y="91366"/>
                  <a:pt x="196074" y="86681"/>
                </a:cubicBezTo>
                <a:cubicBezTo>
                  <a:pt x="200005" y="81997"/>
                  <a:pt x="201970" y="75016"/>
                  <a:pt x="201970" y="65739"/>
                </a:cubicBezTo>
                <a:cubicBezTo>
                  <a:pt x="201970" y="56234"/>
                  <a:pt x="200085" y="49219"/>
                  <a:pt x="196314" y="44695"/>
                </a:cubicBezTo>
                <a:cubicBezTo>
                  <a:pt x="192544" y="40170"/>
                  <a:pt x="187986" y="37908"/>
                  <a:pt x="182639" y="37908"/>
                </a:cubicBezTo>
                <a:cubicBezTo>
                  <a:pt x="177246" y="37908"/>
                  <a:pt x="172585" y="40250"/>
                  <a:pt x="168654" y="44934"/>
                </a:cubicBezTo>
                <a:cubicBezTo>
                  <a:pt x="164724" y="49619"/>
                  <a:pt x="162759" y="56394"/>
                  <a:pt x="162759" y="65260"/>
                </a:cubicBezTo>
                <a:close/>
                <a:moveTo>
                  <a:pt x="229390" y="15904"/>
                </a:moveTo>
                <a:lnTo>
                  <a:pt x="229390" y="1714"/>
                </a:lnTo>
                <a:lnTo>
                  <a:pt x="241729" y="1714"/>
                </a:lnTo>
                <a:lnTo>
                  <a:pt x="241729" y="15904"/>
                </a:lnTo>
                <a:lnTo>
                  <a:pt x="229390" y="15904"/>
                </a:lnTo>
                <a:moveTo>
                  <a:pt x="229390" y="102208"/>
                </a:moveTo>
                <a:lnTo>
                  <a:pt x="229390" y="29408"/>
                </a:lnTo>
                <a:lnTo>
                  <a:pt x="241729" y="29408"/>
                </a:lnTo>
                <a:lnTo>
                  <a:pt x="241729" y="102208"/>
                </a:lnTo>
                <a:lnTo>
                  <a:pt x="229390" y="102208"/>
                </a:lnTo>
                <a:close/>
                <a:moveTo>
                  <a:pt x="260797" y="102208"/>
                </a:moveTo>
                <a:lnTo>
                  <a:pt x="260797" y="29408"/>
                </a:lnTo>
                <a:lnTo>
                  <a:pt x="271902" y="29408"/>
                </a:lnTo>
                <a:lnTo>
                  <a:pt x="271902" y="39759"/>
                </a:lnTo>
                <a:cubicBezTo>
                  <a:pt x="277249" y="31761"/>
                  <a:pt x="284972" y="27763"/>
                  <a:pt x="295072" y="27763"/>
                </a:cubicBezTo>
                <a:cubicBezTo>
                  <a:pt x="299459" y="27763"/>
                  <a:pt x="303492" y="28551"/>
                  <a:pt x="307171" y="30128"/>
                </a:cubicBezTo>
                <a:cubicBezTo>
                  <a:pt x="310850" y="31704"/>
                  <a:pt x="313603" y="33772"/>
                  <a:pt x="315431" y="36331"/>
                </a:cubicBezTo>
                <a:cubicBezTo>
                  <a:pt x="317259" y="38891"/>
                  <a:pt x="318539" y="41930"/>
                  <a:pt x="319270" y="45449"/>
                </a:cubicBezTo>
                <a:cubicBezTo>
                  <a:pt x="319727" y="47734"/>
                  <a:pt x="319955" y="51732"/>
                  <a:pt x="319955" y="57445"/>
                </a:cubicBezTo>
                <a:lnTo>
                  <a:pt x="319955" y="102208"/>
                </a:lnTo>
                <a:lnTo>
                  <a:pt x="307616" y="102208"/>
                </a:lnTo>
                <a:lnTo>
                  <a:pt x="307616" y="57925"/>
                </a:lnTo>
                <a:cubicBezTo>
                  <a:pt x="307616" y="52898"/>
                  <a:pt x="307136" y="49139"/>
                  <a:pt x="306177" y="46648"/>
                </a:cubicBezTo>
                <a:cubicBezTo>
                  <a:pt x="305217" y="44158"/>
                  <a:pt x="303515" y="42170"/>
                  <a:pt x="301070" y="40684"/>
                </a:cubicBezTo>
                <a:cubicBezTo>
                  <a:pt x="298625" y="39199"/>
                  <a:pt x="295757" y="38457"/>
                  <a:pt x="292467" y="38457"/>
                </a:cubicBezTo>
                <a:cubicBezTo>
                  <a:pt x="287211" y="38457"/>
                  <a:pt x="282676" y="40125"/>
                  <a:pt x="278860" y="43461"/>
                </a:cubicBezTo>
                <a:cubicBezTo>
                  <a:pt x="275044" y="46797"/>
                  <a:pt x="273136" y="53126"/>
                  <a:pt x="273136" y="62449"/>
                </a:cubicBezTo>
                <a:lnTo>
                  <a:pt x="273136" y="102208"/>
                </a:lnTo>
                <a:lnTo>
                  <a:pt x="260797" y="102208"/>
                </a:lnTo>
                <a:close/>
                <a:moveTo>
                  <a:pt x="388437" y="78764"/>
                </a:moveTo>
                <a:lnTo>
                  <a:pt x="401187" y="80341"/>
                </a:lnTo>
                <a:cubicBezTo>
                  <a:pt x="399176" y="87790"/>
                  <a:pt x="395452" y="93571"/>
                  <a:pt x="390013" y="97684"/>
                </a:cubicBezTo>
                <a:cubicBezTo>
                  <a:pt x="384575" y="101797"/>
                  <a:pt x="377629" y="103853"/>
                  <a:pt x="369174" y="103853"/>
                </a:cubicBezTo>
                <a:cubicBezTo>
                  <a:pt x="358526" y="103853"/>
                  <a:pt x="350083" y="100574"/>
                  <a:pt x="343845" y="94016"/>
                </a:cubicBezTo>
                <a:cubicBezTo>
                  <a:pt x="337607" y="87458"/>
                  <a:pt x="334488" y="78261"/>
                  <a:pt x="334488" y="66425"/>
                </a:cubicBezTo>
                <a:cubicBezTo>
                  <a:pt x="334488" y="54177"/>
                  <a:pt x="337641" y="44672"/>
                  <a:pt x="343948" y="37908"/>
                </a:cubicBezTo>
                <a:cubicBezTo>
                  <a:pt x="350254" y="31145"/>
                  <a:pt x="358435" y="27763"/>
                  <a:pt x="368489" y="27763"/>
                </a:cubicBezTo>
                <a:cubicBezTo>
                  <a:pt x="378223" y="27763"/>
                  <a:pt x="386175" y="31076"/>
                  <a:pt x="392344" y="37702"/>
                </a:cubicBezTo>
                <a:cubicBezTo>
                  <a:pt x="398514" y="44329"/>
                  <a:pt x="401598" y="53652"/>
                  <a:pt x="401598" y="65671"/>
                </a:cubicBezTo>
                <a:cubicBezTo>
                  <a:pt x="401598" y="66402"/>
                  <a:pt x="401575" y="67499"/>
                  <a:pt x="401530" y="68961"/>
                </a:cubicBezTo>
                <a:lnTo>
                  <a:pt x="347238" y="68961"/>
                </a:lnTo>
                <a:cubicBezTo>
                  <a:pt x="347695" y="76959"/>
                  <a:pt x="349957" y="83083"/>
                  <a:pt x="354025" y="87333"/>
                </a:cubicBezTo>
                <a:cubicBezTo>
                  <a:pt x="358092" y="91583"/>
                  <a:pt x="363165" y="93708"/>
                  <a:pt x="369243" y="93708"/>
                </a:cubicBezTo>
                <a:cubicBezTo>
                  <a:pt x="373767" y="93708"/>
                  <a:pt x="377629" y="92520"/>
                  <a:pt x="380828" y="90143"/>
                </a:cubicBezTo>
                <a:cubicBezTo>
                  <a:pt x="384027" y="87767"/>
                  <a:pt x="386563" y="83974"/>
                  <a:pt x="388437" y="78764"/>
                </a:cubicBezTo>
                <a:moveTo>
                  <a:pt x="347924" y="58816"/>
                </a:moveTo>
                <a:lnTo>
                  <a:pt x="388574" y="58816"/>
                </a:lnTo>
                <a:cubicBezTo>
                  <a:pt x="388025" y="52692"/>
                  <a:pt x="386472" y="48099"/>
                  <a:pt x="383912" y="45037"/>
                </a:cubicBezTo>
                <a:cubicBezTo>
                  <a:pt x="379982" y="40285"/>
                  <a:pt x="374887" y="37908"/>
                  <a:pt x="368626" y="37908"/>
                </a:cubicBezTo>
                <a:cubicBezTo>
                  <a:pt x="362959" y="37908"/>
                  <a:pt x="358195" y="39805"/>
                  <a:pt x="354333" y="43598"/>
                </a:cubicBezTo>
                <a:cubicBezTo>
                  <a:pt x="350472" y="47391"/>
                  <a:pt x="348335" y="52464"/>
                  <a:pt x="347924" y="58816"/>
                </a:cubicBezTo>
                <a:close/>
                <a:moveTo>
                  <a:pt x="443345" y="91171"/>
                </a:moveTo>
                <a:lnTo>
                  <a:pt x="445128" y="102071"/>
                </a:lnTo>
                <a:cubicBezTo>
                  <a:pt x="441654" y="102802"/>
                  <a:pt x="438547" y="103168"/>
                  <a:pt x="435805" y="103168"/>
                </a:cubicBezTo>
                <a:cubicBezTo>
                  <a:pt x="431326" y="103168"/>
                  <a:pt x="427853" y="102459"/>
                  <a:pt x="425385" y="101043"/>
                </a:cubicBezTo>
                <a:cubicBezTo>
                  <a:pt x="422917" y="99626"/>
                  <a:pt x="421181" y="97764"/>
                  <a:pt x="420175" y="95456"/>
                </a:cubicBezTo>
                <a:cubicBezTo>
                  <a:pt x="419170" y="93148"/>
                  <a:pt x="418667" y="88292"/>
                  <a:pt x="418667" y="80889"/>
                </a:cubicBezTo>
                <a:lnTo>
                  <a:pt x="418667" y="39005"/>
                </a:lnTo>
                <a:lnTo>
                  <a:pt x="409619" y="39005"/>
                </a:lnTo>
                <a:lnTo>
                  <a:pt x="409619" y="29408"/>
                </a:lnTo>
                <a:lnTo>
                  <a:pt x="418667" y="29408"/>
                </a:lnTo>
                <a:lnTo>
                  <a:pt x="418667" y="11379"/>
                </a:lnTo>
                <a:lnTo>
                  <a:pt x="430938" y="3976"/>
                </a:lnTo>
                <a:lnTo>
                  <a:pt x="430938" y="29408"/>
                </a:lnTo>
                <a:lnTo>
                  <a:pt x="443345" y="29408"/>
                </a:lnTo>
                <a:lnTo>
                  <a:pt x="443345" y="39005"/>
                </a:lnTo>
                <a:lnTo>
                  <a:pt x="430938" y="39005"/>
                </a:lnTo>
                <a:lnTo>
                  <a:pt x="430938" y="81574"/>
                </a:lnTo>
                <a:cubicBezTo>
                  <a:pt x="430938" y="85093"/>
                  <a:pt x="431155" y="87355"/>
                  <a:pt x="431589" y="88361"/>
                </a:cubicBezTo>
                <a:cubicBezTo>
                  <a:pt x="432023" y="89366"/>
                  <a:pt x="432732" y="90166"/>
                  <a:pt x="433714" y="90760"/>
                </a:cubicBezTo>
                <a:cubicBezTo>
                  <a:pt x="434697" y="91354"/>
                  <a:pt x="436102" y="91651"/>
                  <a:pt x="437930" y="91651"/>
                </a:cubicBezTo>
                <a:cubicBezTo>
                  <a:pt x="439301" y="91651"/>
                  <a:pt x="441106" y="91491"/>
                  <a:pt x="443345" y="91171"/>
                </a:cubicBezTo>
                <a:close/>
                <a:moveTo>
                  <a:pt x="458122" y="102208"/>
                </a:moveTo>
                <a:lnTo>
                  <a:pt x="458122" y="88155"/>
                </a:lnTo>
                <a:lnTo>
                  <a:pt x="472175" y="88155"/>
                </a:lnTo>
                <a:lnTo>
                  <a:pt x="472175" y="102208"/>
                </a:lnTo>
                <a:cubicBezTo>
                  <a:pt x="472175" y="107372"/>
                  <a:pt x="471261" y="111542"/>
                  <a:pt x="469433" y="114718"/>
                </a:cubicBezTo>
                <a:cubicBezTo>
                  <a:pt x="467605" y="117894"/>
                  <a:pt x="464703" y="120351"/>
                  <a:pt x="460727" y="122087"/>
                </a:cubicBezTo>
                <a:lnTo>
                  <a:pt x="457300" y="116809"/>
                </a:lnTo>
                <a:cubicBezTo>
                  <a:pt x="459905" y="115667"/>
                  <a:pt x="461824" y="113987"/>
                  <a:pt x="463058" y="111771"/>
                </a:cubicBezTo>
                <a:cubicBezTo>
                  <a:pt x="464292" y="109554"/>
                  <a:pt x="464977" y="106367"/>
                  <a:pt x="465115" y="102208"/>
                </a:cubicBezTo>
                <a:lnTo>
                  <a:pt x="458122" y="102208"/>
                </a:lnTo>
                <a:close/>
                <a:moveTo>
                  <a:pt x="545326" y="102208"/>
                </a:moveTo>
                <a:lnTo>
                  <a:pt x="523047" y="29408"/>
                </a:lnTo>
                <a:lnTo>
                  <a:pt x="535798" y="29408"/>
                </a:lnTo>
                <a:lnTo>
                  <a:pt x="547383" y="71429"/>
                </a:lnTo>
                <a:lnTo>
                  <a:pt x="551701" y="87058"/>
                </a:lnTo>
                <a:cubicBezTo>
                  <a:pt x="551884" y="86282"/>
                  <a:pt x="553141" y="81277"/>
                  <a:pt x="555471" y="72046"/>
                </a:cubicBezTo>
                <a:lnTo>
                  <a:pt x="567056" y="29408"/>
                </a:lnTo>
                <a:lnTo>
                  <a:pt x="579738" y="29408"/>
                </a:lnTo>
                <a:lnTo>
                  <a:pt x="590638" y="71635"/>
                </a:lnTo>
                <a:lnTo>
                  <a:pt x="594271" y="85550"/>
                </a:lnTo>
                <a:lnTo>
                  <a:pt x="598452" y="71498"/>
                </a:lnTo>
                <a:lnTo>
                  <a:pt x="610928" y="29408"/>
                </a:lnTo>
                <a:lnTo>
                  <a:pt x="622925" y="29408"/>
                </a:lnTo>
                <a:lnTo>
                  <a:pt x="600166" y="102208"/>
                </a:lnTo>
                <a:lnTo>
                  <a:pt x="587347" y="102208"/>
                </a:lnTo>
                <a:lnTo>
                  <a:pt x="575762" y="58610"/>
                </a:lnTo>
                <a:lnTo>
                  <a:pt x="572952" y="46203"/>
                </a:lnTo>
                <a:lnTo>
                  <a:pt x="558213" y="102208"/>
                </a:lnTo>
                <a:lnTo>
                  <a:pt x="545326" y="102208"/>
                </a:lnTo>
                <a:close/>
                <a:moveTo>
                  <a:pt x="633280" y="102208"/>
                </a:moveTo>
                <a:lnTo>
                  <a:pt x="633280" y="1714"/>
                </a:lnTo>
                <a:lnTo>
                  <a:pt x="645619" y="1714"/>
                </a:lnTo>
                <a:lnTo>
                  <a:pt x="645619" y="37771"/>
                </a:lnTo>
                <a:cubicBezTo>
                  <a:pt x="651378" y="31099"/>
                  <a:pt x="658644" y="27763"/>
                  <a:pt x="667418" y="27763"/>
                </a:cubicBezTo>
                <a:cubicBezTo>
                  <a:pt x="672811" y="27763"/>
                  <a:pt x="677495" y="28825"/>
                  <a:pt x="681471" y="30950"/>
                </a:cubicBezTo>
                <a:cubicBezTo>
                  <a:pt x="685447" y="33075"/>
                  <a:pt x="688292" y="36012"/>
                  <a:pt x="690005" y="39759"/>
                </a:cubicBezTo>
                <a:cubicBezTo>
                  <a:pt x="691719" y="43506"/>
                  <a:pt x="692576" y="48945"/>
                  <a:pt x="692576" y="56074"/>
                </a:cubicBezTo>
                <a:lnTo>
                  <a:pt x="692576" y="102208"/>
                </a:lnTo>
                <a:lnTo>
                  <a:pt x="680237" y="102208"/>
                </a:lnTo>
                <a:lnTo>
                  <a:pt x="680237" y="56074"/>
                </a:lnTo>
                <a:cubicBezTo>
                  <a:pt x="680237" y="49904"/>
                  <a:pt x="678900" y="45414"/>
                  <a:pt x="676227" y="42604"/>
                </a:cubicBezTo>
                <a:cubicBezTo>
                  <a:pt x="673553" y="39793"/>
                  <a:pt x="669772" y="38388"/>
                  <a:pt x="664882" y="38388"/>
                </a:cubicBezTo>
                <a:cubicBezTo>
                  <a:pt x="661226" y="38388"/>
                  <a:pt x="657787" y="39336"/>
                  <a:pt x="654565" y="41233"/>
                </a:cubicBezTo>
                <a:cubicBezTo>
                  <a:pt x="651343" y="43129"/>
                  <a:pt x="649047" y="45700"/>
                  <a:pt x="647676" y="48945"/>
                </a:cubicBezTo>
                <a:cubicBezTo>
                  <a:pt x="646305" y="52189"/>
                  <a:pt x="645619" y="56668"/>
                  <a:pt x="645619" y="62380"/>
                </a:cubicBezTo>
                <a:lnTo>
                  <a:pt x="645619" y="102208"/>
                </a:lnTo>
                <a:lnTo>
                  <a:pt x="633280" y="102208"/>
                </a:lnTo>
                <a:close/>
                <a:moveTo>
                  <a:pt x="711153" y="15904"/>
                </a:moveTo>
                <a:lnTo>
                  <a:pt x="711153" y="1714"/>
                </a:lnTo>
                <a:lnTo>
                  <a:pt x="723492" y="1714"/>
                </a:lnTo>
                <a:lnTo>
                  <a:pt x="723492" y="15904"/>
                </a:lnTo>
                <a:lnTo>
                  <a:pt x="711153" y="15904"/>
                </a:lnTo>
                <a:moveTo>
                  <a:pt x="711153" y="102208"/>
                </a:moveTo>
                <a:lnTo>
                  <a:pt x="711153" y="29408"/>
                </a:lnTo>
                <a:lnTo>
                  <a:pt x="723492" y="29408"/>
                </a:lnTo>
                <a:lnTo>
                  <a:pt x="723492" y="102208"/>
                </a:lnTo>
                <a:lnTo>
                  <a:pt x="711153" y="102208"/>
                </a:lnTo>
                <a:close/>
                <a:moveTo>
                  <a:pt x="790065" y="75542"/>
                </a:moveTo>
                <a:lnTo>
                  <a:pt x="802199" y="77119"/>
                </a:lnTo>
                <a:cubicBezTo>
                  <a:pt x="800873" y="85482"/>
                  <a:pt x="797480" y="92028"/>
                  <a:pt x="792019" y="96758"/>
                </a:cubicBezTo>
                <a:cubicBezTo>
                  <a:pt x="786558" y="101488"/>
                  <a:pt x="779851" y="103853"/>
                  <a:pt x="771900" y="103853"/>
                </a:cubicBezTo>
                <a:cubicBezTo>
                  <a:pt x="761937" y="103853"/>
                  <a:pt x="753928" y="100597"/>
                  <a:pt x="747873" y="94085"/>
                </a:cubicBezTo>
                <a:cubicBezTo>
                  <a:pt x="741818" y="87573"/>
                  <a:pt x="738790" y="78238"/>
                  <a:pt x="738790" y="66082"/>
                </a:cubicBezTo>
                <a:cubicBezTo>
                  <a:pt x="738790" y="58222"/>
                  <a:pt x="740093" y="51344"/>
                  <a:pt x="742697" y="45449"/>
                </a:cubicBezTo>
                <a:cubicBezTo>
                  <a:pt x="745302" y="39553"/>
                  <a:pt x="749267" y="35132"/>
                  <a:pt x="754591" y="32184"/>
                </a:cubicBezTo>
                <a:cubicBezTo>
                  <a:pt x="759915" y="29237"/>
                  <a:pt x="765707" y="27763"/>
                  <a:pt x="771968" y="27763"/>
                </a:cubicBezTo>
                <a:cubicBezTo>
                  <a:pt x="779874" y="27763"/>
                  <a:pt x="786341" y="29762"/>
                  <a:pt x="791368" y="33761"/>
                </a:cubicBezTo>
                <a:cubicBezTo>
                  <a:pt x="796395" y="37760"/>
                  <a:pt x="799617" y="43438"/>
                  <a:pt x="801033" y="50795"/>
                </a:cubicBezTo>
                <a:lnTo>
                  <a:pt x="789037" y="52646"/>
                </a:lnTo>
                <a:cubicBezTo>
                  <a:pt x="787895" y="47756"/>
                  <a:pt x="785872" y="44078"/>
                  <a:pt x="782970" y="41610"/>
                </a:cubicBezTo>
                <a:cubicBezTo>
                  <a:pt x="780069" y="39142"/>
                  <a:pt x="776561" y="37908"/>
                  <a:pt x="772448" y="37908"/>
                </a:cubicBezTo>
                <a:cubicBezTo>
                  <a:pt x="766233" y="37908"/>
                  <a:pt x="761183" y="40136"/>
                  <a:pt x="757299" y="44592"/>
                </a:cubicBezTo>
                <a:cubicBezTo>
                  <a:pt x="753414" y="49047"/>
                  <a:pt x="751472" y="56097"/>
                  <a:pt x="751472" y="65739"/>
                </a:cubicBezTo>
                <a:cubicBezTo>
                  <a:pt x="751472" y="75519"/>
                  <a:pt x="753345" y="82626"/>
                  <a:pt x="757093" y="87058"/>
                </a:cubicBezTo>
                <a:cubicBezTo>
                  <a:pt x="760840" y="91491"/>
                  <a:pt x="765730" y="93708"/>
                  <a:pt x="771763" y="93708"/>
                </a:cubicBezTo>
                <a:cubicBezTo>
                  <a:pt x="776607" y="93708"/>
                  <a:pt x="780651" y="92223"/>
                  <a:pt x="783896" y="89252"/>
                </a:cubicBezTo>
                <a:cubicBezTo>
                  <a:pt x="787141" y="86282"/>
                  <a:pt x="789197" y="81712"/>
                  <a:pt x="790065" y="75542"/>
                </a:cubicBezTo>
                <a:close/>
                <a:moveTo>
                  <a:pt x="812503" y="102208"/>
                </a:moveTo>
                <a:lnTo>
                  <a:pt x="812503" y="1714"/>
                </a:lnTo>
                <a:lnTo>
                  <a:pt x="824842" y="1714"/>
                </a:lnTo>
                <a:lnTo>
                  <a:pt x="824842" y="37771"/>
                </a:lnTo>
                <a:cubicBezTo>
                  <a:pt x="830600" y="31099"/>
                  <a:pt x="837866" y="27763"/>
                  <a:pt x="846641" y="27763"/>
                </a:cubicBezTo>
                <a:cubicBezTo>
                  <a:pt x="852033" y="27763"/>
                  <a:pt x="856717" y="28825"/>
                  <a:pt x="860693" y="30950"/>
                </a:cubicBezTo>
                <a:cubicBezTo>
                  <a:pt x="864669" y="33075"/>
                  <a:pt x="867514" y="36012"/>
                  <a:pt x="869228" y="39759"/>
                </a:cubicBezTo>
                <a:cubicBezTo>
                  <a:pt x="870942" y="43506"/>
                  <a:pt x="871798" y="48945"/>
                  <a:pt x="871798" y="56074"/>
                </a:cubicBezTo>
                <a:lnTo>
                  <a:pt x="871798" y="102208"/>
                </a:lnTo>
                <a:lnTo>
                  <a:pt x="859459" y="102208"/>
                </a:lnTo>
                <a:lnTo>
                  <a:pt x="859459" y="56074"/>
                </a:lnTo>
                <a:cubicBezTo>
                  <a:pt x="859459" y="49904"/>
                  <a:pt x="858123" y="45414"/>
                  <a:pt x="855449" y="42604"/>
                </a:cubicBezTo>
                <a:cubicBezTo>
                  <a:pt x="852776" y="39793"/>
                  <a:pt x="848994" y="38388"/>
                  <a:pt x="844104" y="38388"/>
                </a:cubicBezTo>
                <a:cubicBezTo>
                  <a:pt x="840448" y="38388"/>
                  <a:pt x="837009" y="39336"/>
                  <a:pt x="833788" y="41233"/>
                </a:cubicBezTo>
                <a:cubicBezTo>
                  <a:pt x="830566" y="43129"/>
                  <a:pt x="828269" y="45700"/>
                  <a:pt x="826898" y="48945"/>
                </a:cubicBezTo>
                <a:cubicBezTo>
                  <a:pt x="825527" y="52189"/>
                  <a:pt x="824842" y="56668"/>
                  <a:pt x="824842" y="62380"/>
                </a:cubicBezTo>
                <a:lnTo>
                  <a:pt x="824842" y="102208"/>
                </a:lnTo>
                <a:lnTo>
                  <a:pt x="812503" y="102208"/>
                </a:lnTo>
                <a:close/>
                <a:moveTo>
                  <a:pt x="924209" y="65808"/>
                </a:moveTo>
                <a:cubicBezTo>
                  <a:pt x="924209" y="52326"/>
                  <a:pt x="927956" y="42341"/>
                  <a:pt x="935451" y="35852"/>
                </a:cubicBezTo>
                <a:cubicBezTo>
                  <a:pt x="941712" y="30459"/>
                  <a:pt x="949344" y="27763"/>
                  <a:pt x="958347" y="27763"/>
                </a:cubicBezTo>
                <a:cubicBezTo>
                  <a:pt x="968355" y="27763"/>
                  <a:pt x="976535" y="31042"/>
                  <a:pt x="982888" y="37600"/>
                </a:cubicBezTo>
                <a:cubicBezTo>
                  <a:pt x="989240" y="44158"/>
                  <a:pt x="992416" y="53218"/>
                  <a:pt x="992416" y="64780"/>
                </a:cubicBezTo>
                <a:cubicBezTo>
                  <a:pt x="992416" y="74148"/>
                  <a:pt x="991011" y="81517"/>
                  <a:pt x="988200" y="86887"/>
                </a:cubicBezTo>
                <a:cubicBezTo>
                  <a:pt x="985390" y="92257"/>
                  <a:pt x="981300" y="96427"/>
                  <a:pt x="975930" y="99397"/>
                </a:cubicBezTo>
                <a:cubicBezTo>
                  <a:pt x="970560" y="102368"/>
                  <a:pt x="964699" y="103853"/>
                  <a:pt x="958347" y="103853"/>
                </a:cubicBezTo>
                <a:cubicBezTo>
                  <a:pt x="948156" y="103853"/>
                  <a:pt x="939918" y="100586"/>
                  <a:pt x="933635" y="94051"/>
                </a:cubicBezTo>
                <a:cubicBezTo>
                  <a:pt x="927351" y="87515"/>
                  <a:pt x="924209" y="78101"/>
                  <a:pt x="924209" y="65808"/>
                </a:cubicBezTo>
                <a:moveTo>
                  <a:pt x="936891" y="65808"/>
                </a:moveTo>
                <a:cubicBezTo>
                  <a:pt x="936891" y="75131"/>
                  <a:pt x="938924" y="82111"/>
                  <a:pt x="942992" y="86750"/>
                </a:cubicBezTo>
                <a:cubicBezTo>
                  <a:pt x="947059" y="91388"/>
                  <a:pt x="952177" y="93708"/>
                  <a:pt x="958347" y="93708"/>
                </a:cubicBezTo>
                <a:cubicBezTo>
                  <a:pt x="964471" y="93708"/>
                  <a:pt x="969566" y="91377"/>
                  <a:pt x="973634" y="86716"/>
                </a:cubicBezTo>
                <a:cubicBezTo>
                  <a:pt x="977701" y="82054"/>
                  <a:pt x="979734" y="74948"/>
                  <a:pt x="979734" y="65397"/>
                </a:cubicBezTo>
                <a:cubicBezTo>
                  <a:pt x="979734" y="56394"/>
                  <a:pt x="977689" y="49573"/>
                  <a:pt x="973599" y="44934"/>
                </a:cubicBezTo>
                <a:cubicBezTo>
                  <a:pt x="969509" y="40296"/>
                  <a:pt x="964425" y="37977"/>
                  <a:pt x="958347" y="37977"/>
                </a:cubicBezTo>
                <a:cubicBezTo>
                  <a:pt x="952177" y="37977"/>
                  <a:pt x="947059" y="40285"/>
                  <a:pt x="942992" y="44900"/>
                </a:cubicBezTo>
                <a:cubicBezTo>
                  <a:pt x="938924" y="49516"/>
                  <a:pt x="936891" y="56485"/>
                  <a:pt x="936891" y="65808"/>
                </a:cubicBezTo>
                <a:close/>
                <a:moveTo>
                  <a:pt x="1006606" y="102208"/>
                </a:moveTo>
                <a:lnTo>
                  <a:pt x="1006606" y="29408"/>
                </a:lnTo>
                <a:lnTo>
                  <a:pt x="1017711" y="29408"/>
                </a:lnTo>
                <a:lnTo>
                  <a:pt x="1017711" y="39759"/>
                </a:lnTo>
                <a:cubicBezTo>
                  <a:pt x="1023058" y="31761"/>
                  <a:pt x="1030781" y="27763"/>
                  <a:pt x="1040881" y="27763"/>
                </a:cubicBezTo>
                <a:cubicBezTo>
                  <a:pt x="1045268" y="27763"/>
                  <a:pt x="1049301" y="28551"/>
                  <a:pt x="1052980" y="30128"/>
                </a:cubicBezTo>
                <a:cubicBezTo>
                  <a:pt x="1056659" y="31704"/>
                  <a:pt x="1059412" y="33772"/>
                  <a:pt x="1061240" y="36331"/>
                </a:cubicBezTo>
                <a:cubicBezTo>
                  <a:pt x="1063068" y="38891"/>
                  <a:pt x="1064348" y="41930"/>
                  <a:pt x="1065079" y="45449"/>
                </a:cubicBezTo>
                <a:cubicBezTo>
                  <a:pt x="1065536" y="47734"/>
                  <a:pt x="1065765" y="51732"/>
                  <a:pt x="1065765" y="57445"/>
                </a:cubicBezTo>
                <a:lnTo>
                  <a:pt x="1065765" y="102208"/>
                </a:lnTo>
                <a:lnTo>
                  <a:pt x="1053426" y="102208"/>
                </a:lnTo>
                <a:lnTo>
                  <a:pt x="1053426" y="57925"/>
                </a:lnTo>
                <a:cubicBezTo>
                  <a:pt x="1053426" y="52898"/>
                  <a:pt x="1052946" y="49139"/>
                  <a:pt x="1051986" y="46648"/>
                </a:cubicBezTo>
                <a:cubicBezTo>
                  <a:pt x="1051027" y="44158"/>
                  <a:pt x="1049324" y="42170"/>
                  <a:pt x="1046879" y="40684"/>
                </a:cubicBezTo>
                <a:cubicBezTo>
                  <a:pt x="1044434" y="39199"/>
                  <a:pt x="1041567" y="38457"/>
                  <a:pt x="1038276" y="38457"/>
                </a:cubicBezTo>
                <a:cubicBezTo>
                  <a:pt x="1033021" y="38457"/>
                  <a:pt x="1028485" y="40125"/>
                  <a:pt x="1024669" y="43461"/>
                </a:cubicBezTo>
                <a:cubicBezTo>
                  <a:pt x="1020853" y="46797"/>
                  <a:pt x="1018945" y="53126"/>
                  <a:pt x="1018945" y="62449"/>
                </a:cubicBezTo>
                <a:lnTo>
                  <a:pt x="1018945" y="102208"/>
                </a:lnTo>
                <a:lnTo>
                  <a:pt x="1006606" y="102208"/>
                </a:lnTo>
                <a:close/>
                <a:moveTo>
                  <a:pt x="1134246" y="78764"/>
                </a:moveTo>
                <a:lnTo>
                  <a:pt x="1146997" y="80341"/>
                </a:lnTo>
                <a:cubicBezTo>
                  <a:pt x="1144986" y="87790"/>
                  <a:pt x="1141261" y="93571"/>
                  <a:pt x="1135823" y="97684"/>
                </a:cubicBezTo>
                <a:cubicBezTo>
                  <a:pt x="1130385" y="101797"/>
                  <a:pt x="1123438" y="103853"/>
                  <a:pt x="1114984" y="103853"/>
                </a:cubicBezTo>
                <a:cubicBezTo>
                  <a:pt x="1104336" y="103853"/>
                  <a:pt x="1095893" y="100574"/>
                  <a:pt x="1089655" y="94016"/>
                </a:cubicBezTo>
                <a:cubicBezTo>
                  <a:pt x="1083416" y="87458"/>
                  <a:pt x="1080297" y="78261"/>
                  <a:pt x="1080297" y="66425"/>
                </a:cubicBezTo>
                <a:cubicBezTo>
                  <a:pt x="1080297" y="54177"/>
                  <a:pt x="1083451" y="44672"/>
                  <a:pt x="1089757" y="37908"/>
                </a:cubicBezTo>
                <a:cubicBezTo>
                  <a:pt x="1096064" y="31145"/>
                  <a:pt x="1104244" y="27763"/>
                  <a:pt x="1114298" y="27763"/>
                </a:cubicBezTo>
                <a:cubicBezTo>
                  <a:pt x="1124032" y="27763"/>
                  <a:pt x="1131984" y="31076"/>
                  <a:pt x="1138154" y="37702"/>
                </a:cubicBezTo>
                <a:cubicBezTo>
                  <a:pt x="1144323" y="44329"/>
                  <a:pt x="1147408" y="53652"/>
                  <a:pt x="1147408" y="65671"/>
                </a:cubicBezTo>
                <a:cubicBezTo>
                  <a:pt x="1147408" y="66402"/>
                  <a:pt x="1147385" y="67499"/>
                  <a:pt x="1147339" y="68961"/>
                </a:cubicBezTo>
                <a:lnTo>
                  <a:pt x="1093048" y="68961"/>
                </a:lnTo>
                <a:cubicBezTo>
                  <a:pt x="1093505" y="76959"/>
                  <a:pt x="1095767" y="83083"/>
                  <a:pt x="1099834" y="87333"/>
                </a:cubicBezTo>
                <a:cubicBezTo>
                  <a:pt x="1103901" y="91583"/>
                  <a:pt x="1108974" y="93708"/>
                  <a:pt x="1115052" y="93708"/>
                </a:cubicBezTo>
                <a:cubicBezTo>
                  <a:pt x="1119577" y="93708"/>
                  <a:pt x="1123438" y="92520"/>
                  <a:pt x="1126637" y="90143"/>
                </a:cubicBezTo>
                <a:cubicBezTo>
                  <a:pt x="1129836" y="87767"/>
                  <a:pt x="1132373" y="83974"/>
                  <a:pt x="1134246" y="78764"/>
                </a:cubicBezTo>
                <a:moveTo>
                  <a:pt x="1093733" y="58816"/>
                </a:moveTo>
                <a:lnTo>
                  <a:pt x="1134383" y="58816"/>
                </a:lnTo>
                <a:cubicBezTo>
                  <a:pt x="1133835" y="52692"/>
                  <a:pt x="1132281" y="48099"/>
                  <a:pt x="1129722" y="45037"/>
                </a:cubicBezTo>
                <a:cubicBezTo>
                  <a:pt x="1125792" y="40285"/>
                  <a:pt x="1120696" y="37908"/>
                  <a:pt x="1114435" y="37908"/>
                </a:cubicBezTo>
                <a:cubicBezTo>
                  <a:pt x="1108769" y="37908"/>
                  <a:pt x="1104004" y="39805"/>
                  <a:pt x="1100143" y="43598"/>
                </a:cubicBezTo>
                <a:cubicBezTo>
                  <a:pt x="1096281" y="47391"/>
                  <a:pt x="1094145" y="52464"/>
                  <a:pt x="1093733" y="58816"/>
                </a:cubicBezTo>
                <a:close/>
                <a:moveTo>
                  <a:pt x="1196117" y="65808"/>
                </a:moveTo>
                <a:cubicBezTo>
                  <a:pt x="1196117" y="52326"/>
                  <a:pt x="1199864" y="42341"/>
                  <a:pt x="1207359" y="35852"/>
                </a:cubicBezTo>
                <a:cubicBezTo>
                  <a:pt x="1213620" y="30459"/>
                  <a:pt x="1221252" y="27763"/>
                  <a:pt x="1230255" y="27763"/>
                </a:cubicBezTo>
                <a:cubicBezTo>
                  <a:pt x="1240263" y="27763"/>
                  <a:pt x="1248443" y="31042"/>
                  <a:pt x="1254795" y="37600"/>
                </a:cubicBezTo>
                <a:cubicBezTo>
                  <a:pt x="1261148" y="44158"/>
                  <a:pt x="1264324" y="53218"/>
                  <a:pt x="1264324" y="64780"/>
                </a:cubicBezTo>
                <a:cubicBezTo>
                  <a:pt x="1264324" y="74148"/>
                  <a:pt x="1262919" y="81517"/>
                  <a:pt x="1260108" y="86887"/>
                </a:cubicBezTo>
                <a:cubicBezTo>
                  <a:pt x="1257298" y="92257"/>
                  <a:pt x="1253207" y="96427"/>
                  <a:pt x="1247838" y="99397"/>
                </a:cubicBezTo>
                <a:cubicBezTo>
                  <a:pt x="1242468" y="102368"/>
                  <a:pt x="1236607" y="103853"/>
                  <a:pt x="1230255" y="103853"/>
                </a:cubicBezTo>
                <a:cubicBezTo>
                  <a:pt x="1220063" y="103853"/>
                  <a:pt x="1211826" y="100586"/>
                  <a:pt x="1205542" y="94051"/>
                </a:cubicBezTo>
                <a:cubicBezTo>
                  <a:pt x="1199259" y="87515"/>
                  <a:pt x="1196117" y="78101"/>
                  <a:pt x="1196117" y="65808"/>
                </a:cubicBezTo>
                <a:moveTo>
                  <a:pt x="1208798" y="65808"/>
                </a:moveTo>
                <a:cubicBezTo>
                  <a:pt x="1208798" y="75131"/>
                  <a:pt x="1210832" y="82111"/>
                  <a:pt x="1214899" y="86750"/>
                </a:cubicBezTo>
                <a:cubicBezTo>
                  <a:pt x="1218967" y="91388"/>
                  <a:pt x="1224085" y="93708"/>
                  <a:pt x="1230255" y="93708"/>
                </a:cubicBezTo>
                <a:cubicBezTo>
                  <a:pt x="1236378" y="93708"/>
                  <a:pt x="1241474" y="91377"/>
                  <a:pt x="1245541" y="86716"/>
                </a:cubicBezTo>
                <a:cubicBezTo>
                  <a:pt x="1249609" y="82054"/>
                  <a:pt x="1251642" y="74948"/>
                  <a:pt x="1251642" y="65397"/>
                </a:cubicBezTo>
                <a:cubicBezTo>
                  <a:pt x="1251642" y="56394"/>
                  <a:pt x="1249597" y="49573"/>
                  <a:pt x="1245507" y="44934"/>
                </a:cubicBezTo>
                <a:cubicBezTo>
                  <a:pt x="1241417" y="40296"/>
                  <a:pt x="1236333" y="37977"/>
                  <a:pt x="1230255" y="37977"/>
                </a:cubicBezTo>
                <a:cubicBezTo>
                  <a:pt x="1224085" y="37977"/>
                  <a:pt x="1218967" y="40285"/>
                  <a:pt x="1214899" y="44900"/>
                </a:cubicBezTo>
                <a:cubicBezTo>
                  <a:pt x="1210832" y="49516"/>
                  <a:pt x="1208798" y="56485"/>
                  <a:pt x="1208798" y="65808"/>
                </a:cubicBezTo>
                <a:close/>
                <a:moveTo>
                  <a:pt x="1281461" y="102208"/>
                </a:moveTo>
                <a:lnTo>
                  <a:pt x="1281461" y="39005"/>
                </a:lnTo>
                <a:lnTo>
                  <a:pt x="1270562" y="39005"/>
                </a:lnTo>
                <a:lnTo>
                  <a:pt x="1270562" y="29408"/>
                </a:lnTo>
                <a:lnTo>
                  <a:pt x="1281461" y="29408"/>
                </a:lnTo>
                <a:lnTo>
                  <a:pt x="1281461" y="21662"/>
                </a:lnTo>
                <a:cubicBezTo>
                  <a:pt x="1281461" y="16772"/>
                  <a:pt x="1281895" y="13139"/>
                  <a:pt x="1282764" y="10762"/>
                </a:cubicBezTo>
                <a:cubicBezTo>
                  <a:pt x="1283952" y="7563"/>
                  <a:pt x="1286043" y="4970"/>
                  <a:pt x="1289036" y="2982"/>
                </a:cubicBezTo>
                <a:cubicBezTo>
                  <a:pt x="1292029" y="994"/>
                  <a:pt x="1296222" y="0"/>
                  <a:pt x="1301615" y="0"/>
                </a:cubicBezTo>
                <a:cubicBezTo>
                  <a:pt x="1305088" y="0"/>
                  <a:pt x="1308927" y="411"/>
                  <a:pt x="1313131" y="1234"/>
                </a:cubicBezTo>
                <a:lnTo>
                  <a:pt x="1311280" y="11996"/>
                </a:lnTo>
                <a:cubicBezTo>
                  <a:pt x="1308721" y="11539"/>
                  <a:pt x="1306299" y="11311"/>
                  <a:pt x="1304014" y="11311"/>
                </a:cubicBezTo>
                <a:cubicBezTo>
                  <a:pt x="1300267" y="11311"/>
                  <a:pt x="1297616" y="12110"/>
                  <a:pt x="1296062" y="13710"/>
                </a:cubicBezTo>
                <a:cubicBezTo>
                  <a:pt x="1294509" y="15309"/>
                  <a:pt x="1293732" y="18303"/>
                  <a:pt x="1293732" y="22690"/>
                </a:cubicBezTo>
                <a:lnTo>
                  <a:pt x="1293732" y="29408"/>
                </a:lnTo>
                <a:lnTo>
                  <a:pt x="1307921" y="29408"/>
                </a:lnTo>
                <a:lnTo>
                  <a:pt x="1307921" y="39005"/>
                </a:lnTo>
                <a:lnTo>
                  <a:pt x="1293732" y="39005"/>
                </a:lnTo>
                <a:lnTo>
                  <a:pt x="1293732" y="102208"/>
                </a:lnTo>
                <a:lnTo>
                  <a:pt x="1281461" y="102208"/>
                </a:lnTo>
                <a:close/>
                <a:moveTo>
                  <a:pt x="1382444" y="91171"/>
                </a:moveTo>
                <a:lnTo>
                  <a:pt x="1384226" y="102071"/>
                </a:lnTo>
                <a:cubicBezTo>
                  <a:pt x="1380753" y="102802"/>
                  <a:pt x="1377646" y="103168"/>
                  <a:pt x="1374904" y="103168"/>
                </a:cubicBezTo>
                <a:cubicBezTo>
                  <a:pt x="1370425" y="103168"/>
                  <a:pt x="1366952" y="102459"/>
                  <a:pt x="1364484" y="101043"/>
                </a:cubicBezTo>
                <a:cubicBezTo>
                  <a:pt x="1362016" y="99626"/>
                  <a:pt x="1360280" y="97764"/>
                  <a:pt x="1359274" y="95456"/>
                </a:cubicBezTo>
                <a:cubicBezTo>
                  <a:pt x="1358269" y="93148"/>
                  <a:pt x="1357766" y="88292"/>
                  <a:pt x="1357766" y="80889"/>
                </a:cubicBezTo>
                <a:lnTo>
                  <a:pt x="1357766" y="39005"/>
                </a:lnTo>
                <a:lnTo>
                  <a:pt x="1348718" y="39005"/>
                </a:lnTo>
                <a:lnTo>
                  <a:pt x="1348718" y="29408"/>
                </a:lnTo>
                <a:lnTo>
                  <a:pt x="1357766" y="29408"/>
                </a:lnTo>
                <a:lnTo>
                  <a:pt x="1357766" y="11379"/>
                </a:lnTo>
                <a:lnTo>
                  <a:pt x="1370037" y="3976"/>
                </a:lnTo>
                <a:lnTo>
                  <a:pt x="1370037" y="29408"/>
                </a:lnTo>
                <a:lnTo>
                  <a:pt x="1382444" y="29408"/>
                </a:lnTo>
                <a:lnTo>
                  <a:pt x="1382444" y="39005"/>
                </a:lnTo>
                <a:lnTo>
                  <a:pt x="1370037" y="39005"/>
                </a:lnTo>
                <a:lnTo>
                  <a:pt x="1370037" y="81574"/>
                </a:lnTo>
                <a:cubicBezTo>
                  <a:pt x="1370037" y="85093"/>
                  <a:pt x="1370254" y="87355"/>
                  <a:pt x="1370688" y="88361"/>
                </a:cubicBezTo>
                <a:cubicBezTo>
                  <a:pt x="1371122" y="89366"/>
                  <a:pt x="1371830" y="90166"/>
                  <a:pt x="1372813" y="90760"/>
                </a:cubicBezTo>
                <a:cubicBezTo>
                  <a:pt x="1373795" y="91354"/>
                  <a:pt x="1375201" y="91651"/>
                  <a:pt x="1377029" y="91651"/>
                </a:cubicBezTo>
                <a:cubicBezTo>
                  <a:pt x="1378400" y="91651"/>
                  <a:pt x="1380205" y="91491"/>
                  <a:pt x="1382444" y="91171"/>
                </a:cubicBezTo>
                <a:close/>
                <a:moveTo>
                  <a:pt x="1393999" y="102208"/>
                </a:moveTo>
                <a:lnTo>
                  <a:pt x="1393999" y="1714"/>
                </a:lnTo>
                <a:lnTo>
                  <a:pt x="1406338" y="1714"/>
                </a:lnTo>
                <a:lnTo>
                  <a:pt x="1406338" y="37771"/>
                </a:lnTo>
                <a:cubicBezTo>
                  <a:pt x="1412096" y="31099"/>
                  <a:pt x="1419362" y="27763"/>
                  <a:pt x="1428137" y="27763"/>
                </a:cubicBezTo>
                <a:cubicBezTo>
                  <a:pt x="1433529" y="27763"/>
                  <a:pt x="1438214" y="28825"/>
                  <a:pt x="1442189" y="30950"/>
                </a:cubicBezTo>
                <a:cubicBezTo>
                  <a:pt x="1446165" y="33075"/>
                  <a:pt x="1449010" y="36012"/>
                  <a:pt x="1450724" y="39759"/>
                </a:cubicBezTo>
                <a:cubicBezTo>
                  <a:pt x="1452438" y="43506"/>
                  <a:pt x="1453295" y="48945"/>
                  <a:pt x="1453295" y="56074"/>
                </a:cubicBezTo>
                <a:lnTo>
                  <a:pt x="1453295" y="102208"/>
                </a:lnTo>
                <a:lnTo>
                  <a:pt x="1440956" y="102208"/>
                </a:lnTo>
                <a:lnTo>
                  <a:pt x="1440956" y="56074"/>
                </a:lnTo>
                <a:cubicBezTo>
                  <a:pt x="1440956" y="49904"/>
                  <a:pt x="1439619" y="45414"/>
                  <a:pt x="1436945" y="42604"/>
                </a:cubicBezTo>
                <a:cubicBezTo>
                  <a:pt x="1434272" y="39793"/>
                  <a:pt x="1430490" y="38388"/>
                  <a:pt x="1425600" y="38388"/>
                </a:cubicBezTo>
                <a:cubicBezTo>
                  <a:pt x="1421944" y="38388"/>
                  <a:pt x="1418505" y="39336"/>
                  <a:pt x="1415284" y="41233"/>
                </a:cubicBezTo>
                <a:cubicBezTo>
                  <a:pt x="1412062" y="43129"/>
                  <a:pt x="1409765" y="45700"/>
                  <a:pt x="1408394" y="48945"/>
                </a:cubicBezTo>
                <a:cubicBezTo>
                  <a:pt x="1407023" y="52189"/>
                  <a:pt x="1406338" y="56668"/>
                  <a:pt x="1406338" y="62380"/>
                </a:cubicBezTo>
                <a:lnTo>
                  <a:pt x="1406338" y="102208"/>
                </a:lnTo>
                <a:lnTo>
                  <a:pt x="1393999" y="102208"/>
                </a:lnTo>
                <a:close/>
                <a:moveTo>
                  <a:pt x="1521639" y="78764"/>
                </a:moveTo>
                <a:lnTo>
                  <a:pt x="1534389" y="80341"/>
                </a:lnTo>
                <a:cubicBezTo>
                  <a:pt x="1532378" y="87790"/>
                  <a:pt x="1528654" y="93571"/>
                  <a:pt x="1523216" y="97684"/>
                </a:cubicBezTo>
                <a:cubicBezTo>
                  <a:pt x="1517777" y="101797"/>
                  <a:pt x="1510831" y="103853"/>
                  <a:pt x="1502376" y="103853"/>
                </a:cubicBezTo>
                <a:cubicBezTo>
                  <a:pt x="1491728" y="103853"/>
                  <a:pt x="1483285" y="100574"/>
                  <a:pt x="1477047" y="94016"/>
                </a:cubicBezTo>
                <a:cubicBezTo>
                  <a:pt x="1470809" y="87458"/>
                  <a:pt x="1467690" y="78261"/>
                  <a:pt x="1467690" y="66425"/>
                </a:cubicBezTo>
                <a:cubicBezTo>
                  <a:pt x="1467690" y="54177"/>
                  <a:pt x="1470843" y="44672"/>
                  <a:pt x="1477150" y="37908"/>
                </a:cubicBezTo>
                <a:cubicBezTo>
                  <a:pt x="1483457" y="31145"/>
                  <a:pt x="1491637" y="27763"/>
                  <a:pt x="1501691" y="27763"/>
                </a:cubicBezTo>
                <a:cubicBezTo>
                  <a:pt x="1511425" y="27763"/>
                  <a:pt x="1519377" y="31076"/>
                  <a:pt x="1525546" y="37702"/>
                </a:cubicBezTo>
                <a:cubicBezTo>
                  <a:pt x="1531716" y="44329"/>
                  <a:pt x="1534801" y="53652"/>
                  <a:pt x="1534801" y="65671"/>
                </a:cubicBezTo>
                <a:cubicBezTo>
                  <a:pt x="1534801" y="66402"/>
                  <a:pt x="1534778" y="67499"/>
                  <a:pt x="1534732" y="68961"/>
                </a:cubicBezTo>
                <a:lnTo>
                  <a:pt x="1480440" y="68961"/>
                </a:lnTo>
                <a:cubicBezTo>
                  <a:pt x="1480897" y="76959"/>
                  <a:pt x="1483160" y="83083"/>
                  <a:pt x="1487227" y="87333"/>
                </a:cubicBezTo>
                <a:cubicBezTo>
                  <a:pt x="1491294" y="91583"/>
                  <a:pt x="1496367" y="93708"/>
                  <a:pt x="1502445" y="93708"/>
                </a:cubicBezTo>
                <a:cubicBezTo>
                  <a:pt x="1506969" y="93708"/>
                  <a:pt x="1510831" y="92520"/>
                  <a:pt x="1514030" y="90143"/>
                </a:cubicBezTo>
                <a:cubicBezTo>
                  <a:pt x="1517229" y="87767"/>
                  <a:pt x="1519765" y="83974"/>
                  <a:pt x="1521639" y="78764"/>
                </a:cubicBezTo>
                <a:moveTo>
                  <a:pt x="1481126" y="58816"/>
                </a:moveTo>
                <a:lnTo>
                  <a:pt x="1521776" y="58816"/>
                </a:lnTo>
                <a:cubicBezTo>
                  <a:pt x="1521228" y="52692"/>
                  <a:pt x="1519674" y="48099"/>
                  <a:pt x="1517115" y="45037"/>
                </a:cubicBezTo>
                <a:cubicBezTo>
                  <a:pt x="1513184" y="40285"/>
                  <a:pt x="1508089" y="37908"/>
                  <a:pt x="1501828" y="37908"/>
                </a:cubicBezTo>
                <a:cubicBezTo>
                  <a:pt x="1496161" y="37908"/>
                  <a:pt x="1491397" y="39805"/>
                  <a:pt x="1487535" y="43598"/>
                </a:cubicBezTo>
                <a:cubicBezTo>
                  <a:pt x="1483674" y="47391"/>
                  <a:pt x="1481537" y="52464"/>
                  <a:pt x="1481126" y="58816"/>
                </a:cubicBezTo>
                <a:close/>
                <a:moveTo>
                  <a:pt x="1591050" y="102208"/>
                </a:moveTo>
                <a:lnTo>
                  <a:pt x="1591050" y="39005"/>
                </a:lnTo>
                <a:lnTo>
                  <a:pt x="1580150" y="39005"/>
                </a:lnTo>
                <a:lnTo>
                  <a:pt x="1580150" y="29408"/>
                </a:lnTo>
                <a:lnTo>
                  <a:pt x="1591050" y="29408"/>
                </a:lnTo>
                <a:lnTo>
                  <a:pt x="1591050" y="21662"/>
                </a:lnTo>
                <a:cubicBezTo>
                  <a:pt x="1591050" y="16772"/>
                  <a:pt x="1591484" y="13139"/>
                  <a:pt x="1592352" y="10762"/>
                </a:cubicBezTo>
                <a:cubicBezTo>
                  <a:pt x="1593541" y="7563"/>
                  <a:pt x="1595631" y="4970"/>
                  <a:pt x="1598625" y="2982"/>
                </a:cubicBezTo>
                <a:cubicBezTo>
                  <a:pt x="1601618" y="994"/>
                  <a:pt x="1605811" y="0"/>
                  <a:pt x="1611204" y="0"/>
                </a:cubicBezTo>
                <a:cubicBezTo>
                  <a:pt x="1614677" y="0"/>
                  <a:pt x="1618516" y="411"/>
                  <a:pt x="1622720" y="1234"/>
                </a:cubicBezTo>
                <a:lnTo>
                  <a:pt x="1620869" y="11996"/>
                </a:lnTo>
                <a:cubicBezTo>
                  <a:pt x="1618310" y="11539"/>
                  <a:pt x="1615888" y="11311"/>
                  <a:pt x="1613603" y="11311"/>
                </a:cubicBezTo>
                <a:cubicBezTo>
                  <a:pt x="1609855" y="11311"/>
                  <a:pt x="1607205" y="12110"/>
                  <a:pt x="1605651" y="13710"/>
                </a:cubicBezTo>
                <a:cubicBezTo>
                  <a:pt x="1604097" y="15309"/>
                  <a:pt x="1603320" y="18303"/>
                  <a:pt x="1603320" y="22690"/>
                </a:cubicBezTo>
                <a:lnTo>
                  <a:pt x="1603320" y="29408"/>
                </a:lnTo>
                <a:lnTo>
                  <a:pt x="1617510" y="29408"/>
                </a:lnTo>
                <a:lnTo>
                  <a:pt x="1617510" y="39005"/>
                </a:lnTo>
                <a:lnTo>
                  <a:pt x="1603320" y="39005"/>
                </a:lnTo>
                <a:lnTo>
                  <a:pt x="1603320" y="102208"/>
                </a:lnTo>
                <a:lnTo>
                  <a:pt x="1591050" y="102208"/>
                </a:lnTo>
                <a:close/>
                <a:moveTo>
                  <a:pt x="1622005" y="65808"/>
                </a:moveTo>
                <a:cubicBezTo>
                  <a:pt x="1622005" y="52326"/>
                  <a:pt x="1625752" y="42341"/>
                  <a:pt x="1633247" y="35852"/>
                </a:cubicBezTo>
                <a:cubicBezTo>
                  <a:pt x="1639508" y="30459"/>
                  <a:pt x="1647140" y="27763"/>
                  <a:pt x="1656143" y="27763"/>
                </a:cubicBezTo>
                <a:cubicBezTo>
                  <a:pt x="1666151" y="27763"/>
                  <a:pt x="1674331" y="31042"/>
                  <a:pt x="1680684" y="37600"/>
                </a:cubicBezTo>
                <a:cubicBezTo>
                  <a:pt x="1687036" y="44158"/>
                  <a:pt x="1690212" y="53218"/>
                  <a:pt x="1690212" y="64780"/>
                </a:cubicBezTo>
                <a:cubicBezTo>
                  <a:pt x="1690212" y="74148"/>
                  <a:pt x="1688807" y="81517"/>
                  <a:pt x="1685996" y="86887"/>
                </a:cubicBezTo>
                <a:cubicBezTo>
                  <a:pt x="1683186" y="92257"/>
                  <a:pt x="1679095" y="96427"/>
                  <a:pt x="1673726" y="99397"/>
                </a:cubicBezTo>
                <a:cubicBezTo>
                  <a:pt x="1668356" y="102368"/>
                  <a:pt x="1662495" y="103853"/>
                  <a:pt x="1656143" y="103853"/>
                </a:cubicBezTo>
                <a:cubicBezTo>
                  <a:pt x="1645952" y="103853"/>
                  <a:pt x="1637714" y="100586"/>
                  <a:pt x="1631430" y="94051"/>
                </a:cubicBezTo>
                <a:cubicBezTo>
                  <a:pt x="1625147" y="87515"/>
                  <a:pt x="1622005" y="78101"/>
                  <a:pt x="1622005" y="65808"/>
                </a:cubicBezTo>
                <a:moveTo>
                  <a:pt x="1634687" y="65808"/>
                </a:moveTo>
                <a:cubicBezTo>
                  <a:pt x="1634687" y="75131"/>
                  <a:pt x="1636720" y="82111"/>
                  <a:pt x="1640787" y="86750"/>
                </a:cubicBezTo>
                <a:cubicBezTo>
                  <a:pt x="1644855" y="91388"/>
                  <a:pt x="1649973" y="93708"/>
                  <a:pt x="1656143" y="93708"/>
                </a:cubicBezTo>
                <a:cubicBezTo>
                  <a:pt x="1662266" y="93708"/>
                  <a:pt x="1667362" y="91377"/>
                  <a:pt x="1671429" y="86716"/>
                </a:cubicBezTo>
                <a:cubicBezTo>
                  <a:pt x="1675497" y="82054"/>
                  <a:pt x="1677530" y="74948"/>
                  <a:pt x="1677530" y="65397"/>
                </a:cubicBezTo>
                <a:cubicBezTo>
                  <a:pt x="1677530" y="56394"/>
                  <a:pt x="1675485" y="49573"/>
                  <a:pt x="1671395" y="44934"/>
                </a:cubicBezTo>
                <a:cubicBezTo>
                  <a:pt x="1667305" y="40296"/>
                  <a:pt x="1662221" y="37977"/>
                  <a:pt x="1656143" y="37977"/>
                </a:cubicBezTo>
                <a:cubicBezTo>
                  <a:pt x="1649973" y="37977"/>
                  <a:pt x="1644855" y="40285"/>
                  <a:pt x="1640787" y="44900"/>
                </a:cubicBezTo>
                <a:cubicBezTo>
                  <a:pt x="1636720" y="49516"/>
                  <a:pt x="1634687" y="56485"/>
                  <a:pt x="1634687" y="65808"/>
                </a:cubicBezTo>
                <a:close/>
                <a:moveTo>
                  <a:pt x="1704128" y="102208"/>
                </a:moveTo>
                <a:lnTo>
                  <a:pt x="1704128" y="1714"/>
                </a:lnTo>
                <a:lnTo>
                  <a:pt x="1716467" y="1714"/>
                </a:lnTo>
                <a:lnTo>
                  <a:pt x="1716467" y="102208"/>
                </a:lnTo>
                <a:lnTo>
                  <a:pt x="1704128" y="102208"/>
                </a:lnTo>
                <a:close/>
                <a:moveTo>
                  <a:pt x="1735603" y="102208"/>
                </a:moveTo>
                <a:lnTo>
                  <a:pt x="1735603" y="1714"/>
                </a:lnTo>
                <a:lnTo>
                  <a:pt x="1747942" y="1714"/>
                </a:lnTo>
                <a:lnTo>
                  <a:pt x="1747942" y="102208"/>
                </a:lnTo>
                <a:lnTo>
                  <a:pt x="1735603" y="102208"/>
                </a:lnTo>
                <a:close/>
                <a:moveTo>
                  <a:pt x="1762760" y="65808"/>
                </a:moveTo>
                <a:cubicBezTo>
                  <a:pt x="1762760" y="52326"/>
                  <a:pt x="1766507" y="42341"/>
                  <a:pt x="1774002" y="35852"/>
                </a:cubicBezTo>
                <a:cubicBezTo>
                  <a:pt x="1780263" y="30459"/>
                  <a:pt x="1787895" y="27763"/>
                  <a:pt x="1796898" y="27763"/>
                </a:cubicBezTo>
                <a:cubicBezTo>
                  <a:pt x="1806906" y="27763"/>
                  <a:pt x="1815086" y="31042"/>
                  <a:pt x="1821439" y="37600"/>
                </a:cubicBezTo>
                <a:cubicBezTo>
                  <a:pt x="1827791" y="44158"/>
                  <a:pt x="1830967" y="53218"/>
                  <a:pt x="1830967" y="64780"/>
                </a:cubicBezTo>
                <a:cubicBezTo>
                  <a:pt x="1830967" y="74148"/>
                  <a:pt x="1829562" y="81517"/>
                  <a:pt x="1826751" y="86887"/>
                </a:cubicBezTo>
                <a:cubicBezTo>
                  <a:pt x="1823941" y="92257"/>
                  <a:pt x="1819850" y="96427"/>
                  <a:pt x="1814481" y="99397"/>
                </a:cubicBezTo>
                <a:cubicBezTo>
                  <a:pt x="1809111" y="102368"/>
                  <a:pt x="1803250" y="103853"/>
                  <a:pt x="1796898" y="103853"/>
                </a:cubicBezTo>
                <a:cubicBezTo>
                  <a:pt x="1786707" y="103853"/>
                  <a:pt x="1778469" y="100586"/>
                  <a:pt x="1772185" y="94051"/>
                </a:cubicBezTo>
                <a:cubicBezTo>
                  <a:pt x="1765902" y="87515"/>
                  <a:pt x="1762760" y="78101"/>
                  <a:pt x="1762760" y="65808"/>
                </a:cubicBezTo>
                <a:moveTo>
                  <a:pt x="1775442" y="65808"/>
                </a:moveTo>
                <a:cubicBezTo>
                  <a:pt x="1775442" y="75131"/>
                  <a:pt x="1777475" y="82111"/>
                  <a:pt x="1781543" y="86750"/>
                </a:cubicBezTo>
                <a:cubicBezTo>
                  <a:pt x="1785610" y="91388"/>
                  <a:pt x="1790728" y="93708"/>
                  <a:pt x="1796898" y="93708"/>
                </a:cubicBezTo>
                <a:cubicBezTo>
                  <a:pt x="1803021" y="93708"/>
                  <a:pt x="1808117" y="91377"/>
                  <a:pt x="1812184" y="86716"/>
                </a:cubicBezTo>
                <a:cubicBezTo>
                  <a:pt x="1816252" y="82054"/>
                  <a:pt x="1818285" y="74948"/>
                  <a:pt x="1818285" y="65397"/>
                </a:cubicBezTo>
                <a:cubicBezTo>
                  <a:pt x="1818285" y="56394"/>
                  <a:pt x="1816240" y="49573"/>
                  <a:pt x="1812150" y="44934"/>
                </a:cubicBezTo>
                <a:cubicBezTo>
                  <a:pt x="1808060" y="40296"/>
                  <a:pt x="1802976" y="37977"/>
                  <a:pt x="1796898" y="37977"/>
                </a:cubicBezTo>
                <a:cubicBezTo>
                  <a:pt x="1790728" y="37977"/>
                  <a:pt x="1785610" y="40285"/>
                  <a:pt x="1781543" y="44900"/>
                </a:cubicBezTo>
                <a:cubicBezTo>
                  <a:pt x="1777475" y="49516"/>
                  <a:pt x="1775442" y="56485"/>
                  <a:pt x="1775442" y="65808"/>
                </a:cubicBezTo>
                <a:close/>
                <a:moveTo>
                  <a:pt x="1858593" y="102208"/>
                </a:moveTo>
                <a:lnTo>
                  <a:pt x="1836315" y="29408"/>
                </a:lnTo>
                <a:lnTo>
                  <a:pt x="1849065" y="29408"/>
                </a:lnTo>
                <a:lnTo>
                  <a:pt x="1860650" y="71429"/>
                </a:lnTo>
                <a:lnTo>
                  <a:pt x="1864968" y="87058"/>
                </a:lnTo>
                <a:cubicBezTo>
                  <a:pt x="1865151" y="86282"/>
                  <a:pt x="1866408" y="81277"/>
                  <a:pt x="1868739" y="72046"/>
                </a:cubicBezTo>
                <a:lnTo>
                  <a:pt x="1880324" y="29408"/>
                </a:lnTo>
                <a:lnTo>
                  <a:pt x="1893005" y="29408"/>
                </a:lnTo>
                <a:lnTo>
                  <a:pt x="1903905" y="71635"/>
                </a:lnTo>
                <a:lnTo>
                  <a:pt x="1907538" y="85550"/>
                </a:lnTo>
                <a:lnTo>
                  <a:pt x="1911720" y="71498"/>
                </a:lnTo>
                <a:lnTo>
                  <a:pt x="1924196" y="29408"/>
                </a:lnTo>
                <a:lnTo>
                  <a:pt x="1936192" y="29408"/>
                </a:lnTo>
                <a:lnTo>
                  <a:pt x="1913433" y="102208"/>
                </a:lnTo>
                <a:lnTo>
                  <a:pt x="1900614" y="102208"/>
                </a:lnTo>
                <a:lnTo>
                  <a:pt x="1889029" y="58610"/>
                </a:lnTo>
                <a:lnTo>
                  <a:pt x="1886219" y="46203"/>
                </a:lnTo>
                <a:lnTo>
                  <a:pt x="1871481" y="102208"/>
                </a:lnTo>
                <a:lnTo>
                  <a:pt x="1858593" y="102208"/>
                </a:lnTo>
                <a:close/>
                <a:moveTo>
                  <a:pt x="1946616" y="15904"/>
                </a:moveTo>
                <a:lnTo>
                  <a:pt x="1946616" y="1714"/>
                </a:lnTo>
                <a:lnTo>
                  <a:pt x="1958955" y="1714"/>
                </a:lnTo>
                <a:lnTo>
                  <a:pt x="1958955" y="15904"/>
                </a:lnTo>
                <a:lnTo>
                  <a:pt x="1946616" y="15904"/>
                </a:lnTo>
                <a:moveTo>
                  <a:pt x="1946616" y="102208"/>
                </a:moveTo>
                <a:lnTo>
                  <a:pt x="1946616" y="29408"/>
                </a:lnTo>
                <a:lnTo>
                  <a:pt x="1958955" y="29408"/>
                </a:lnTo>
                <a:lnTo>
                  <a:pt x="1958955" y="102208"/>
                </a:lnTo>
                <a:lnTo>
                  <a:pt x="1946616" y="102208"/>
                </a:lnTo>
                <a:close/>
                <a:moveTo>
                  <a:pt x="1978023" y="102208"/>
                </a:moveTo>
                <a:lnTo>
                  <a:pt x="1978023" y="29408"/>
                </a:lnTo>
                <a:lnTo>
                  <a:pt x="1989128" y="29408"/>
                </a:lnTo>
                <a:lnTo>
                  <a:pt x="1989128" y="39759"/>
                </a:lnTo>
                <a:cubicBezTo>
                  <a:pt x="1994475" y="31761"/>
                  <a:pt x="2002198" y="27763"/>
                  <a:pt x="2012298" y="27763"/>
                </a:cubicBezTo>
                <a:cubicBezTo>
                  <a:pt x="2016685" y="27763"/>
                  <a:pt x="2020718" y="28551"/>
                  <a:pt x="2024397" y="30128"/>
                </a:cubicBezTo>
                <a:cubicBezTo>
                  <a:pt x="2028076" y="31704"/>
                  <a:pt x="2030829" y="33772"/>
                  <a:pt x="2032657" y="36331"/>
                </a:cubicBezTo>
                <a:cubicBezTo>
                  <a:pt x="2034485" y="38891"/>
                  <a:pt x="2035765" y="41930"/>
                  <a:pt x="2036496" y="45449"/>
                </a:cubicBezTo>
                <a:cubicBezTo>
                  <a:pt x="2036953" y="47734"/>
                  <a:pt x="2037181" y="51732"/>
                  <a:pt x="2037181" y="57445"/>
                </a:cubicBezTo>
                <a:lnTo>
                  <a:pt x="2037181" y="102208"/>
                </a:lnTo>
                <a:lnTo>
                  <a:pt x="2024842" y="102208"/>
                </a:lnTo>
                <a:lnTo>
                  <a:pt x="2024842" y="57925"/>
                </a:lnTo>
                <a:cubicBezTo>
                  <a:pt x="2024842" y="52898"/>
                  <a:pt x="2024362" y="49139"/>
                  <a:pt x="2023403" y="46648"/>
                </a:cubicBezTo>
                <a:cubicBezTo>
                  <a:pt x="2022443" y="44158"/>
                  <a:pt x="2020741" y="42170"/>
                  <a:pt x="2018296" y="40684"/>
                </a:cubicBezTo>
                <a:cubicBezTo>
                  <a:pt x="2015851" y="39199"/>
                  <a:pt x="2012983" y="38457"/>
                  <a:pt x="2009693" y="38457"/>
                </a:cubicBezTo>
                <a:cubicBezTo>
                  <a:pt x="2004437" y="38457"/>
                  <a:pt x="1999902" y="40125"/>
                  <a:pt x="1996086" y="43461"/>
                </a:cubicBezTo>
                <a:cubicBezTo>
                  <a:pt x="1992270" y="46797"/>
                  <a:pt x="1990362" y="53126"/>
                  <a:pt x="1990362" y="62449"/>
                </a:cubicBezTo>
                <a:lnTo>
                  <a:pt x="1990362" y="102208"/>
                </a:lnTo>
                <a:lnTo>
                  <a:pt x="1978023" y="102208"/>
                </a:lnTo>
                <a:close/>
                <a:moveTo>
                  <a:pt x="2053565" y="108240"/>
                </a:moveTo>
                <a:lnTo>
                  <a:pt x="2065561" y="110023"/>
                </a:lnTo>
                <a:cubicBezTo>
                  <a:pt x="2066064" y="113724"/>
                  <a:pt x="2067458" y="116421"/>
                  <a:pt x="2069743" y="118112"/>
                </a:cubicBezTo>
                <a:cubicBezTo>
                  <a:pt x="2072805" y="120397"/>
                  <a:pt x="2076986" y="121539"/>
                  <a:pt x="2082287" y="121539"/>
                </a:cubicBezTo>
                <a:cubicBezTo>
                  <a:pt x="2088000" y="121539"/>
                  <a:pt x="2092410" y="120397"/>
                  <a:pt x="2095517" y="118112"/>
                </a:cubicBezTo>
                <a:cubicBezTo>
                  <a:pt x="2098625" y="115827"/>
                  <a:pt x="2100727" y="112628"/>
                  <a:pt x="2101824" y="108515"/>
                </a:cubicBezTo>
                <a:cubicBezTo>
                  <a:pt x="2102464" y="106001"/>
                  <a:pt x="2102761" y="100723"/>
                  <a:pt x="2102715" y="92680"/>
                </a:cubicBezTo>
                <a:cubicBezTo>
                  <a:pt x="2097323" y="99032"/>
                  <a:pt x="2090605" y="102208"/>
                  <a:pt x="2082561" y="102208"/>
                </a:cubicBezTo>
                <a:cubicBezTo>
                  <a:pt x="2072553" y="102208"/>
                  <a:pt x="2064807" y="98598"/>
                  <a:pt x="2059323" y="91377"/>
                </a:cubicBezTo>
                <a:cubicBezTo>
                  <a:pt x="2053839" y="84156"/>
                  <a:pt x="2051097" y="75496"/>
                  <a:pt x="2051097" y="65397"/>
                </a:cubicBezTo>
                <a:cubicBezTo>
                  <a:pt x="2051097" y="58450"/>
                  <a:pt x="2052354" y="52041"/>
                  <a:pt x="2054867" y="46168"/>
                </a:cubicBezTo>
                <a:cubicBezTo>
                  <a:pt x="2057381" y="40296"/>
                  <a:pt x="2061025" y="35760"/>
                  <a:pt x="2065801" y="32561"/>
                </a:cubicBezTo>
                <a:cubicBezTo>
                  <a:pt x="2070577" y="29362"/>
                  <a:pt x="2076186" y="27763"/>
                  <a:pt x="2082630" y="27763"/>
                </a:cubicBezTo>
                <a:cubicBezTo>
                  <a:pt x="2091222" y="27763"/>
                  <a:pt x="2098305" y="31236"/>
                  <a:pt x="2103881" y="38182"/>
                </a:cubicBezTo>
                <a:lnTo>
                  <a:pt x="2103881" y="29408"/>
                </a:lnTo>
                <a:lnTo>
                  <a:pt x="2115260" y="29408"/>
                </a:lnTo>
                <a:lnTo>
                  <a:pt x="2115260" y="92337"/>
                </a:lnTo>
                <a:cubicBezTo>
                  <a:pt x="2115260" y="103670"/>
                  <a:pt x="2114106" y="111702"/>
                  <a:pt x="2111798" y="116432"/>
                </a:cubicBezTo>
                <a:cubicBezTo>
                  <a:pt x="2109490" y="121162"/>
                  <a:pt x="2105834" y="124898"/>
                  <a:pt x="2100830" y="127640"/>
                </a:cubicBezTo>
                <a:cubicBezTo>
                  <a:pt x="2095826" y="130382"/>
                  <a:pt x="2089668" y="131753"/>
                  <a:pt x="2082356" y="131753"/>
                </a:cubicBezTo>
                <a:cubicBezTo>
                  <a:pt x="2073673" y="131753"/>
                  <a:pt x="2066658" y="129799"/>
                  <a:pt x="2061311" y="125892"/>
                </a:cubicBezTo>
                <a:cubicBezTo>
                  <a:pt x="2055964" y="121985"/>
                  <a:pt x="2053382" y="116101"/>
                  <a:pt x="2053565" y="108240"/>
                </a:cubicBezTo>
                <a:moveTo>
                  <a:pt x="2063779" y="64505"/>
                </a:moveTo>
                <a:cubicBezTo>
                  <a:pt x="2063779" y="74057"/>
                  <a:pt x="2065675" y="81026"/>
                  <a:pt x="2069468" y="85413"/>
                </a:cubicBezTo>
                <a:cubicBezTo>
                  <a:pt x="2073262" y="89800"/>
                  <a:pt x="2078014" y="91994"/>
                  <a:pt x="2083727" y="91994"/>
                </a:cubicBezTo>
                <a:cubicBezTo>
                  <a:pt x="2089394" y="91994"/>
                  <a:pt x="2094146" y="89812"/>
                  <a:pt x="2097985" y="85447"/>
                </a:cubicBezTo>
                <a:cubicBezTo>
                  <a:pt x="2101824" y="81083"/>
                  <a:pt x="2103743" y="74240"/>
                  <a:pt x="2103743" y="64917"/>
                </a:cubicBezTo>
                <a:cubicBezTo>
                  <a:pt x="2103743" y="56005"/>
                  <a:pt x="2101767" y="49287"/>
                  <a:pt x="2097814" y="44763"/>
                </a:cubicBezTo>
                <a:cubicBezTo>
                  <a:pt x="2093861" y="40239"/>
                  <a:pt x="2089097" y="37977"/>
                  <a:pt x="2083521" y="37977"/>
                </a:cubicBezTo>
                <a:cubicBezTo>
                  <a:pt x="2078037" y="37977"/>
                  <a:pt x="2073376" y="40205"/>
                  <a:pt x="2069537" y="44660"/>
                </a:cubicBezTo>
                <a:cubicBezTo>
                  <a:pt x="2065698" y="49116"/>
                  <a:pt x="2063779" y="55731"/>
                  <a:pt x="2063779" y="64505"/>
                </a:cubicBezTo>
                <a:close/>
                <a:moveTo>
                  <a:pt x="2167191" y="80478"/>
                </a:moveTo>
                <a:lnTo>
                  <a:pt x="2179393" y="78558"/>
                </a:lnTo>
                <a:cubicBezTo>
                  <a:pt x="2180078" y="83448"/>
                  <a:pt x="2181986" y="87196"/>
                  <a:pt x="2185117" y="89800"/>
                </a:cubicBezTo>
                <a:cubicBezTo>
                  <a:pt x="2188247" y="92405"/>
                  <a:pt x="2192623" y="93708"/>
                  <a:pt x="2198244" y="93708"/>
                </a:cubicBezTo>
                <a:cubicBezTo>
                  <a:pt x="2203911" y="93708"/>
                  <a:pt x="2208115" y="92554"/>
                  <a:pt x="2210857" y="90246"/>
                </a:cubicBezTo>
                <a:cubicBezTo>
                  <a:pt x="2213599" y="87938"/>
                  <a:pt x="2214970" y="85230"/>
                  <a:pt x="2214970" y="82123"/>
                </a:cubicBezTo>
                <a:cubicBezTo>
                  <a:pt x="2214970" y="79335"/>
                  <a:pt x="2213759" y="77142"/>
                  <a:pt x="2211337" y="75542"/>
                </a:cubicBezTo>
                <a:cubicBezTo>
                  <a:pt x="2209646" y="74445"/>
                  <a:pt x="2205442" y="73051"/>
                  <a:pt x="2198724" y="71360"/>
                </a:cubicBezTo>
                <a:cubicBezTo>
                  <a:pt x="2189675" y="69075"/>
                  <a:pt x="2183403" y="67099"/>
                  <a:pt x="2179907" y="65431"/>
                </a:cubicBezTo>
                <a:cubicBezTo>
                  <a:pt x="2176411" y="63763"/>
                  <a:pt x="2173760" y="61455"/>
                  <a:pt x="2171955" y="58507"/>
                </a:cubicBezTo>
                <a:cubicBezTo>
                  <a:pt x="2170150" y="55560"/>
                  <a:pt x="2169248" y="52304"/>
                  <a:pt x="2169248" y="48739"/>
                </a:cubicBezTo>
                <a:cubicBezTo>
                  <a:pt x="2169248" y="45494"/>
                  <a:pt x="2169990" y="42490"/>
                  <a:pt x="2171475" y="39725"/>
                </a:cubicBezTo>
                <a:cubicBezTo>
                  <a:pt x="2172961" y="36960"/>
                  <a:pt x="2174983" y="34663"/>
                  <a:pt x="2177542" y="32835"/>
                </a:cubicBezTo>
                <a:cubicBezTo>
                  <a:pt x="2179462" y="31419"/>
                  <a:pt x="2182078" y="30219"/>
                  <a:pt x="2185391" y="29237"/>
                </a:cubicBezTo>
                <a:cubicBezTo>
                  <a:pt x="2188704" y="28254"/>
                  <a:pt x="2192258" y="27763"/>
                  <a:pt x="2196051" y="27763"/>
                </a:cubicBezTo>
                <a:cubicBezTo>
                  <a:pt x="2201763" y="27763"/>
                  <a:pt x="2206779" y="28585"/>
                  <a:pt x="2211097" y="30231"/>
                </a:cubicBezTo>
                <a:cubicBezTo>
                  <a:pt x="2215416" y="31876"/>
                  <a:pt x="2218604" y="34104"/>
                  <a:pt x="2220660" y="36914"/>
                </a:cubicBezTo>
                <a:cubicBezTo>
                  <a:pt x="2222717" y="39725"/>
                  <a:pt x="2224133" y="43484"/>
                  <a:pt x="2224910" y="48191"/>
                </a:cubicBezTo>
                <a:lnTo>
                  <a:pt x="2212845" y="49836"/>
                </a:lnTo>
                <a:cubicBezTo>
                  <a:pt x="2212297" y="46088"/>
                  <a:pt x="2210709" y="43164"/>
                  <a:pt x="2208081" y="41061"/>
                </a:cubicBezTo>
                <a:cubicBezTo>
                  <a:pt x="2205453" y="38959"/>
                  <a:pt x="2201740" y="37908"/>
                  <a:pt x="2196942" y="37908"/>
                </a:cubicBezTo>
                <a:cubicBezTo>
                  <a:pt x="2191275" y="37908"/>
                  <a:pt x="2187231" y="38845"/>
                  <a:pt x="2184808" y="40719"/>
                </a:cubicBezTo>
                <a:cubicBezTo>
                  <a:pt x="2182386" y="42592"/>
                  <a:pt x="2181175" y="44786"/>
                  <a:pt x="2181175" y="47299"/>
                </a:cubicBezTo>
                <a:cubicBezTo>
                  <a:pt x="2181175" y="48899"/>
                  <a:pt x="2181678" y="50338"/>
                  <a:pt x="2182683" y="51618"/>
                </a:cubicBezTo>
                <a:cubicBezTo>
                  <a:pt x="2183689" y="52943"/>
                  <a:pt x="2185265" y="54040"/>
                  <a:pt x="2187413" y="54908"/>
                </a:cubicBezTo>
                <a:cubicBezTo>
                  <a:pt x="2188647" y="55365"/>
                  <a:pt x="2192280" y="56417"/>
                  <a:pt x="2198313" y="58062"/>
                </a:cubicBezTo>
                <a:cubicBezTo>
                  <a:pt x="2207041" y="60392"/>
                  <a:pt x="2213131" y="62300"/>
                  <a:pt x="2216581" y="63786"/>
                </a:cubicBezTo>
                <a:cubicBezTo>
                  <a:pt x="2220032" y="65271"/>
                  <a:pt x="2222739" y="67430"/>
                  <a:pt x="2224704" y="70264"/>
                </a:cubicBezTo>
                <a:cubicBezTo>
                  <a:pt x="2226670" y="73097"/>
                  <a:pt x="2227652" y="76616"/>
                  <a:pt x="2227652" y="80820"/>
                </a:cubicBezTo>
                <a:cubicBezTo>
                  <a:pt x="2227652" y="84933"/>
                  <a:pt x="2226453" y="88806"/>
                  <a:pt x="2224053" y="92440"/>
                </a:cubicBezTo>
                <a:cubicBezTo>
                  <a:pt x="2221654" y="96073"/>
                  <a:pt x="2218192" y="98883"/>
                  <a:pt x="2213668" y="100871"/>
                </a:cubicBezTo>
                <a:cubicBezTo>
                  <a:pt x="2209144" y="102859"/>
                  <a:pt x="2204025" y="103853"/>
                  <a:pt x="2198313" y="103853"/>
                </a:cubicBezTo>
                <a:cubicBezTo>
                  <a:pt x="2188853" y="103853"/>
                  <a:pt x="2181644" y="101888"/>
                  <a:pt x="2176685" y="97958"/>
                </a:cubicBezTo>
                <a:cubicBezTo>
                  <a:pt x="2171727" y="94028"/>
                  <a:pt x="2168562" y="88201"/>
                  <a:pt x="2167191" y="80478"/>
                </a:cubicBezTo>
                <a:close/>
                <a:moveTo>
                  <a:pt x="2269009" y="91171"/>
                </a:moveTo>
                <a:lnTo>
                  <a:pt x="2270791" y="102071"/>
                </a:lnTo>
                <a:cubicBezTo>
                  <a:pt x="2267318" y="102802"/>
                  <a:pt x="2264210" y="103168"/>
                  <a:pt x="2261468" y="103168"/>
                </a:cubicBezTo>
                <a:cubicBezTo>
                  <a:pt x="2256990" y="103168"/>
                  <a:pt x="2253517" y="102459"/>
                  <a:pt x="2251049" y="101043"/>
                </a:cubicBezTo>
                <a:cubicBezTo>
                  <a:pt x="2248581" y="99626"/>
                  <a:pt x="2246845" y="97764"/>
                  <a:pt x="2245839" y="95456"/>
                </a:cubicBezTo>
                <a:cubicBezTo>
                  <a:pt x="2244834" y="93148"/>
                  <a:pt x="2244331" y="88292"/>
                  <a:pt x="2244331" y="80889"/>
                </a:cubicBezTo>
                <a:lnTo>
                  <a:pt x="2244331" y="39005"/>
                </a:lnTo>
                <a:lnTo>
                  <a:pt x="2235282" y="39005"/>
                </a:lnTo>
                <a:lnTo>
                  <a:pt x="2235282" y="29408"/>
                </a:lnTo>
                <a:lnTo>
                  <a:pt x="2244331" y="29408"/>
                </a:lnTo>
                <a:lnTo>
                  <a:pt x="2244331" y="11379"/>
                </a:lnTo>
                <a:lnTo>
                  <a:pt x="2256601" y="3976"/>
                </a:lnTo>
                <a:lnTo>
                  <a:pt x="2256601" y="29408"/>
                </a:lnTo>
                <a:lnTo>
                  <a:pt x="2269009" y="29408"/>
                </a:lnTo>
                <a:lnTo>
                  <a:pt x="2269009" y="39005"/>
                </a:lnTo>
                <a:lnTo>
                  <a:pt x="2256601" y="39005"/>
                </a:lnTo>
                <a:lnTo>
                  <a:pt x="2256601" y="81574"/>
                </a:lnTo>
                <a:cubicBezTo>
                  <a:pt x="2256601" y="85093"/>
                  <a:pt x="2256819" y="87355"/>
                  <a:pt x="2257253" y="88361"/>
                </a:cubicBezTo>
                <a:cubicBezTo>
                  <a:pt x="2257687" y="89366"/>
                  <a:pt x="2258395" y="90166"/>
                  <a:pt x="2259378" y="90760"/>
                </a:cubicBezTo>
                <a:cubicBezTo>
                  <a:pt x="2260360" y="91354"/>
                  <a:pt x="2261766" y="91651"/>
                  <a:pt x="2263594" y="91651"/>
                </a:cubicBezTo>
                <a:cubicBezTo>
                  <a:pt x="2264965" y="91651"/>
                  <a:pt x="2266770" y="91491"/>
                  <a:pt x="2269009" y="91171"/>
                </a:cubicBezTo>
                <a:close/>
                <a:moveTo>
                  <a:pt x="2328069" y="93228"/>
                </a:moveTo>
                <a:cubicBezTo>
                  <a:pt x="2323499" y="97112"/>
                  <a:pt x="2319100" y="99854"/>
                  <a:pt x="2314873" y="101454"/>
                </a:cubicBezTo>
                <a:cubicBezTo>
                  <a:pt x="2310646" y="103053"/>
                  <a:pt x="2306110" y="103853"/>
                  <a:pt x="2301266" y="103853"/>
                </a:cubicBezTo>
                <a:cubicBezTo>
                  <a:pt x="2293269" y="103853"/>
                  <a:pt x="2287122" y="101899"/>
                  <a:pt x="2282826" y="97992"/>
                </a:cubicBezTo>
                <a:cubicBezTo>
                  <a:pt x="2278530" y="94085"/>
                  <a:pt x="2276382" y="89092"/>
                  <a:pt x="2276382" y="83014"/>
                </a:cubicBezTo>
                <a:cubicBezTo>
                  <a:pt x="2276382" y="79449"/>
                  <a:pt x="2277194" y="76193"/>
                  <a:pt x="2278816" y="73246"/>
                </a:cubicBezTo>
                <a:cubicBezTo>
                  <a:pt x="2280438" y="70298"/>
                  <a:pt x="2282563" y="67933"/>
                  <a:pt x="2285191" y="66151"/>
                </a:cubicBezTo>
                <a:cubicBezTo>
                  <a:pt x="2287819" y="64368"/>
                  <a:pt x="2290778" y="63020"/>
                  <a:pt x="2294068" y="62106"/>
                </a:cubicBezTo>
                <a:cubicBezTo>
                  <a:pt x="2296490" y="61466"/>
                  <a:pt x="2300146" y="60849"/>
                  <a:pt x="2305036" y="60255"/>
                </a:cubicBezTo>
                <a:cubicBezTo>
                  <a:pt x="2314999" y="59067"/>
                  <a:pt x="2322334" y="57650"/>
                  <a:pt x="2327041" y="56005"/>
                </a:cubicBezTo>
                <a:cubicBezTo>
                  <a:pt x="2327087" y="54314"/>
                  <a:pt x="2327109" y="53240"/>
                  <a:pt x="2327109" y="52783"/>
                </a:cubicBezTo>
                <a:cubicBezTo>
                  <a:pt x="2327109" y="47756"/>
                  <a:pt x="2325944" y="44215"/>
                  <a:pt x="2323613" y="42158"/>
                </a:cubicBezTo>
                <a:cubicBezTo>
                  <a:pt x="2320460" y="39371"/>
                  <a:pt x="2315776" y="37977"/>
                  <a:pt x="2309561" y="37977"/>
                </a:cubicBezTo>
                <a:cubicBezTo>
                  <a:pt x="2303757" y="37977"/>
                  <a:pt x="2299472" y="38993"/>
                  <a:pt x="2296707" y="41027"/>
                </a:cubicBezTo>
                <a:cubicBezTo>
                  <a:pt x="2293943" y="43061"/>
                  <a:pt x="2291898" y="46660"/>
                  <a:pt x="2290572" y="51824"/>
                </a:cubicBezTo>
                <a:lnTo>
                  <a:pt x="2278507" y="50179"/>
                </a:lnTo>
                <a:cubicBezTo>
                  <a:pt x="2279604" y="45014"/>
                  <a:pt x="2281409" y="40844"/>
                  <a:pt x="2283923" y="37668"/>
                </a:cubicBezTo>
                <a:cubicBezTo>
                  <a:pt x="2286436" y="34492"/>
                  <a:pt x="2290070" y="32047"/>
                  <a:pt x="2294822" y="30333"/>
                </a:cubicBezTo>
                <a:cubicBezTo>
                  <a:pt x="2299575" y="28620"/>
                  <a:pt x="2305082" y="27763"/>
                  <a:pt x="2311343" y="27763"/>
                </a:cubicBezTo>
                <a:cubicBezTo>
                  <a:pt x="2317558" y="27763"/>
                  <a:pt x="2322608" y="28494"/>
                  <a:pt x="2326492" y="29956"/>
                </a:cubicBezTo>
                <a:cubicBezTo>
                  <a:pt x="2330377" y="31419"/>
                  <a:pt x="2333233" y="33258"/>
                  <a:pt x="2335061" y="35475"/>
                </a:cubicBezTo>
                <a:cubicBezTo>
                  <a:pt x="2336889" y="37691"/>
                  <a:pt x="2338169" y="40490"/>
                  <a:pt x="2338900" y="43872"/>
                </a:cubicBezTo>
                <a:cubicBezTo>
                  <a:pt x="2339311" y="45974"/>
                  <a:pt x="2339517" y="49767"/>
                  <a:pt x="2339517" y="55251"/>
                </a:cubicBezTo>
                <a:lnTo>
                  <a:pt x="2339517" y="71703"/>
                </a:lnTo>
                <a:cubicBezTo>
                  <a:pt x="2339517" y="83174"/>
                  <a:pt x="2339780" y="90429"/>
                  <a:pt x="2340305" y="93468"/>
                </a:cubicBezTo>
                <a:cubicBezTo>
                  <a:pt x="2340831" y="96507"/>
                  <a:pt x="2341870" y="99420"/>
                  <a:pt x="2343424" y="102208"/>
                </a:cubicBezTo>
                <a:lnTo>
                  <a:pt x="2330537" y="102208"/>
                </a:lnTo>
                <a:cubicBezTo>
                  <a:pt x="2329257" y="99649"/>
                  <a:pt x="2328435" y="96655"/>
                  <a:pt x="2328069" y="93228"/>
                </a:cubicBezTo>
                <a:moveTo>
                  <a:pt x="2327041" y="65671"/>
                </a:moveTo>
                <a:cubicBezTo>
                  <a:pt x="2322562" y="67499"/>
                  <a:pt x="2315844" y="69053"/>
                  <a:pt x="2306887" y="70332"/>
                </a:cubicBezTo>
                <a:cubicBezTo>
                  <a:pt x="2301814" y="71063"/>
                  <a:pt x="2298227" y="71886"/>
                  <a:pt x="2296125" y="72800"/>
                </a:cubicBezTo>
                <a:cubicBezTo>
                  <a:pt x="2294023" y="73714"/>
                  <a:pt x="2292400" y="75051"/>
                  <a:pt x="2291258" y="76810"/>
                </a:cubicBezTo>
                <a:cubicBezTo>
                  <a:pt x="2290115" y="78570"/>
                  <a:pt x="2289544" y="80523"/>
                  <a:pt x="2289544" y="82671"/>
                </a:cubicBezTo>
                <a:cubicBezTo>
                  <a:pt x="2289544" y="85962"/>
                  <a:pt x="2290789" y="88704"/>
                  <a:pt x="2293280" y="90897"/>
                </a:cubicBezTo>
                <a:cubicBezTo>
                  <a:pt x="2295771" y="93091"/>
                  <a:pt x="2299415" y="94188"/>
                  <a:pt x="2304214" y="94188"/>
                </a:cubicBezTo>
                <a:cubicBezTo>
                  <a:pt x="2308966" y="94188"/>
                  <a:pt x="2313194" y="93148"/>
                  <a:pt x="2316895" y="91069"/>
                </a:cubicBezTo>
                <a:cubicBezTo>
                  <a:pt x="2320597" y="88989"/>
                  <a:pt x="2323316" y="86144"/>
                  <a:pt x="2325053" y="82534"/>
                </a:cubicBezTo>
                <a:cubicBezTo>
                  <a:pt x="2326378" y="79746"/>
                  <a:pt x="2327041" y="75633"/>
                  <a:pt x="2327041" y="70195"/>
                </a:cubicBezTo>
                <a:lnTo>
                  <a:pt x="2327041" y="65671"/>
                </a:lnTo>
                <a:close/>
                <a:moveTo>
                  <a:pt x="2385308" y="91171"/>
                </a:moveTo>
                <a:lnTo>
                  <a:pt x="2387090" y="102071"/>
                </a:lnTo>
                <a:cubicBezTo>
                  <a:pt x="2383617" y="102802"/>
                  <a:pt x="2380510" y="103168"/>
                  <a:pt x="2377768" y="103168"/>
                </a:cubicBezTo>
                <a:cubicBezTo>
                  <a:pt x="2373289" y="103168"/>
                  <a:pt x="2369816" y="102459"/>
                  <a:pt x="2367348" y="101043"/>
                </a:cubicBezTo>
                <a:cubicBezTo>
                  <a:pt x="2364880" y="99626"/>
                  <a:pt x="2363144" y="97764"/>
                  <a:pt x="2362138" y="95456"/>
                </a:cubicBezTo>
                <a:cubicBezTo>
                  <a:pt x="2361133" y="93148"/>
                  <a:pt x="2360630" y="88292"/>
                  <a:pt x="2360630" y="80889"/>
                </a:cubicBezTo>
                <a:lnTo>
                  <a:pt x="2360630" y="39005"/>
                </a:lnTo>
                <a:lnTo>
                  <a:pt x="2351582" y="39005"/>
                </a:lnTo>
                <a:lnTo>
                  <a:pt x="2351582" y="29408"/>
                </a:lnTo>
                <a:lnTo>
                  <a:pt x="2360630" y="29408"/>
                </a:lnTo>
                <a:lnTo>
                  <a:pt x="2360630" y="11379"/>
                </a:lnTo>
                <a:lnTo>
                  <a:pt x="2372901" y="3976"/>
                </a:lnTo>
                <a:lnTo>
                  <a:pt x="2372901" y="29408"/>
                </a:lnTo>
                <a:lnTo>
                  <a:pt x="2385308" y="29408"/>
                </a:lnTo>
                <a:lnTo>
                  <a:pt x="2385308" y="39005"/>
                </a:lnTo>
                <a:lnTo>
                  <a:pt x="2372901" y="39005"/>
                </a:lnTo>
                <a:lnTo>
                  <a:pt x="2372901" y="81574"/>
                </a:lnTo>
                <a:cubicBezTo>
                  <a:pt x="2372901" y="85093"/>
                  <a:pt x="2373118" y="87355"/>
                  <a:pt x="2373552" y="88361"/>
                </a:cubicBezTo>
                <a:cubicBezTo>
                  <a:pt x="2373986" y="89366"/>
                  <a:pt x="2374694" y="90166"/>
                  <a:pt x="2375677" y="90760"/>
                </a:cubicBezTo>
                <a:cubicBezTo>
                  <a:pt x="2376659" y="91354"/>
                  <a:pt x="2378065" y="91651"/>
                  <a:pt x="2379893" y="91651"/>
                </a:cubicBezTo>
                <a:cubicBezTo>
                  <a:pt x="2381264" y="91651"/>
                  <a:pt x="2383069" y="91491"/>
                  <a:pt x="2385308" y="91171"/>
                </a:cubicBezTo>
                <a:close/>
                <a:moveTo>
                  <a:pt x="2446699" y="78764"/>
                </a:moveTo>
                <a:lnTo>
                  <a:pt x="2459449" y="80341"/>
                </a:lnTo>
                <a:cubicBezTo>
                  <a:pt x="2457439" y="87790"/>
                  <a:pt x="2453714" y="93571"/>
                  <a:pt x="2448276" y="97684"/>
                </a:cubicBezTo>
                <a:cubicBezTo>
                  <a:pt x="2442837" y="101797"/>
                  <a:pt x="2435891" y="103853"/>
                  <a:pt x="2427437" y="103853"/>
                </a:cubicBezTo>
                <a:cubicBezTo>
                  <a:pt x="2416789" y="103853"/>
                  <a:pt x="2408345" y="100574"/>
                  <a:pt x="2402107" y="94016"/>
                </a:cubicBezTo>
                <a:cubicBezTo>
                  <a:pt x="2395869" y="87458"/>
                  <a:pt x="2392750" y="78261"/>
                  <a:pt x="2392750" y="66425"/>
                </a:cubicBezTo>
                <a:cubicBezTo>
                  <a:pt x="2392750" y="54177"/>
                  <a:pt x="2395904" y="44672"/>
                  <a:pt x="2402210" y="37908"/>
                </a:cubicBezTo>
                <a:cubicBezTo>
                  <a:pt x="2408517" y="31145"/>
                  <a:pt x="2416697" y="27763"/>
                  <a:pt x="2426751" y="27763"/>
                </a:cubicBezTo>
                <a:cubicBezTo>
                  <a:pt x="2436485" y="27763"/>
                  <a:pt x="2444437" y="31076"/>
                  <a:pt x="2450606" y="37702"/>
                </a:cubicBezTo>
                <a:cubicBezTo>
                  <a:pt x="2456776" y="44329"/>
                  <a:pt x="2459861" y="53652"/>
                  <a:pt x="2459861" y="65671"/>
                </a:cubicBezTo>
                <a:cubicBezTo>
                  <a:pt x="2459861" y="66402"/>
                  <a:pt x="2459838" y="67499"/>
                  <a:pt x="2459792" y="68961"/>
                </a:cubicBezTo>
                <a:lnTo>
                  <a:pt x="2405501" y="68961"/>
                </a:lnTo>
                <a:cubicBezTo>
                  <a:pt x="2405958" y="76959"/>
                  <a:pt x="2408220" y="83083"/>
                  <a:pt x="2412287" y="87333"/>
                </a:cubicBezTo>
                <a:cubicBezTo>
                  <a:pt x="2416354" y="91583"/>
                  <a:pt x="2421427" y="93708"/>
                  <a:pt x="2427505" y="93708"/>
                </a:cubicBezTo>
                <a:cubicBezTo>
                  <a:pt x="2432029" y="93708"/>
                  <a:pt x="2435891" y="92520"/>
                  <a:pt x="2439090" y="90143"/>
                </a:cubicBezTo>
                <a:cubicBezTo>
                  <a:pt x="2442289" y="87767"/>
                  <a:pt x="2444825" y="83974"/>
                  <a:pt x="2446699" y="78764"/>
                </a:cubicBezTo>
                <a:moveTo>
                  <a:pt x="2406186" y="58816"/>
                </a:moveTo>
                <a:lnTo>
                  <a:pt x="2446836" y="58816"/>
                </a:lnTo>
                <a:cubicBezTo>
                  <a:pt x="2446288" y="52692"/>
                  <a:pt x="2444734" y="48099"/>
                  <a:pt x="2442175" y="45037"/>
                </a:cubicBezTo>
                <a:cubicBezTo>
                  <a:pt x="2438245" y="40285"/>
                  <a:pt x="2433149" y="37908"/>
                  <a:pt x="2426888" y="37908"/>
                </a:cubicBezTo>
                <a:cubicBezTo>
                  <a:pt x="2421221" y="37908"/>
                  <a:pt x="2416457" y="39805"/>
                  <a:pt x="2412596" y="43598"/>
                </a:cubicBezTo>
                <a:cubicBezTo>
                  <a:pt x="2408734" y="47391"/>
                  <a:pt x="2406597" y="52464"/>
                  <a:pt x="2406186" y="58816"/>
                </a:cubicBezTo>
                <a:close/>
                <a:moveTo>
                  <a:pt x="2474668" y="102208"/>
                </a:moveTo>
                <a:lnTo>
                  <a:pt x="2474668" y="29408"/>
                </a:lnTo>
                <a:lnTo>
                  <a:pt x="2485704" y="29408"/>
                </a:lnTo>
                <a:lnTo>
                  <a:pt x="2485704" y="39622"/>
                </a:lnTo>
                <a:cubicBezTo>
                  <a:pt x="2487989" y="36057"/>
                  <a:pt x="2491028" y="33190"/>
                  <a:pt x="2494821" y="31019"/>
                </a:cubicBezTo>
                <a:cubicBezTo>
                  <a:pt x="2498614" y="28848"/>
                  <a:pt x="2502933" y="27763"/>
                  <a:pt x="2507777" y="27763"/>
                </a:cubicBezTo>
                <a:cubicBezTo>
                  <a:pt x="2513170" y="27763"/>
                  <a:pt x="2517591" y="28882"/>
                  <a:pt x="2521042" y="31122"/>
                </a:cubicBezTo>
                <a:cubicBezTo>
                  <a:pt x="2524492" y="33361"/>
                  <a:pt x="2526926" y="36491"/>
                  <a:pt x="2528342" y="40513"/>
                </a:cubicBezTo>
                <a:cubicBezTo>
                  <a:pt x="2534100" y="32013"/>
                  <a:pt x="2541595" y="27763"/>
                  <a:pt x="2550827" y="27763"/>
                </a:cubicBezTo>
                <a:cubicBezTo>
                  <a:pt x="2558047" y="27763"/>
                  <a:pt x="2563600" y="29762"/>
                  <a:pt x="2567484" y="33761"/>
                </a:cubicBezTo>
                <a:cubicBezTo>
                  <a:pt x="2571369" y="37760"/>
                  <a:pt x="2573311" y="43918"/>
                  <a:pt x="2573311" y="52235"/>
                </a:cubicBezTo>
                <a:lnTo>
                  <a:pt x="2573311" y="102208"/>
                </a:lnTo>
                <a:lnTo>
                  <a:pt x="2561041" y="102208"/>
                </a:lnTo>
                <a:lnTo>
                  <a:pt x="2561041" y="56348"/>
                </a:lnTo>
                <a:cubicBezTo>
                  <a:pt x="2561041" y="51412"/>
                  <a:pt x="2560641" y="47859"/>
                  <a:pt x="2559841" y="45689"/>
                </a:cubicBezTo>
                <a:cubicBezTo>
                  <a:pt x="2559041" y="43518"/>
                  <a:pt x="2557590" y="41770"/>
                  <a:pt x="2555488" y="40444"/>
                </a:cubicBezTo>
                <a:cubicBezTo>
                  <a:pt x="2553386" y="39119"/>
                  <a:pt x="2550918" y="38457"/>
                  <a:pt x="2548085" y="38457"/>
                </a:cubicBezTo>
                <a:cubicBezTo>
                  <a:pt x="2542966" y="38457"/>
                  <a:pt x="2538716" y="40159"/>
                  <a:pt x="2535334" y="43563"/>
                </a:cubicBezTo>
                <a:cubicBezTo>
                  <a:pt x="2531953" y="46968"/>
                  <a:pt x="2530262" y="52418"/>
                  <a:pt x="2530262" y="59913"/>
                </a:cubicBezTo>
                <a:lnTo>
                  <a:pt x="2530262" y="102208"/>
                </a:lnTo>
                <a:lnTo>
                  <a:pt x="2517923" y="102208"/>
                </a:lnTo>
                <a:lnTo>
                  <a:pt x="2517923" y="54908"/>
                </a:lnTo>
                <a:cubicBezTo>
                  <a:pt x="2517923" y="49424"/>
                  <a:pt x="2516917" y="45312"/>
                  <a:pt x="2514906" y="42570"/>
                </a:cubicBezTo>
                <a:cubicBezTo>
                  <a:pt x="2512896" y="39828"/>
                  <a:pt x="2509605" y="38457"/>
                  <a:pt x="2505035" y="38457"/>
                </a:cubicBezTo>
                <a:cubicBezTo>
                  <a:pt x="2501562" y="38457"/>
                  <a:pt x="2498352" y="39371"/>
                  <a:pt x="2495404" y="41199"/>
                </a:cubicBezTo>
                <a:cubicBezTo>
                  <a:pt x="2492456" y="43027"/>
                  <a:pt x="2490320" y="45700"/>
                  <a:pt x="2488995" y="49219"/>
                </a:cubicBezTo>
                <a:cubicBezTo>
                  <a:pt x="2487669" y="52738"/>
                  <a:pt x="2487007" y="57810"/>
                  <a:pt x="2487007" y="64437"/>
                </a:cubicBezTo>
                <a:lnTo>
                  <a:pt x="2487007" y="102208"/>
                </a:lnTo>
                <a:lnTo>
                  <a:pt x="2474668" y="102208"/>
                </a:lnTo>
                <a:close/>
                <a:moveTo>
                  <a:pt x="2640775" y="78764"/>
                </a:moveTo>
                <a:lnTo>
                  <a:pt x="2653525" y="80341"/>
                </a:lnTo>
                <a:cubicBezTo>
                  <a:pt x="2651514" y="87790"/>
                  <a:pt x="2647790" y="93571"/>
                  <a:pt x="2642351" y="97684"/>
                </a:cubicBezTo>
                <a:cubicBezTo>
                  <a:pt x="2636913" y="101797"/>
                  <a:pt x="2629967" y="103853"/>
                  <a:pt x="2621512" y="103853"/>
                </a:cubicBezTo>
                <a:cubicBezTo>
                  <a:pt x="2610864" y="103853"/>
                  <a:pt x="2602421" y="100574"/>
                  <a:pt x="2596183" y="94016"/>
                </a:cubicBezTo>
                <a:cubicBezTo>
                  <a:pt x="2589945" y="87458"/>
                  <a:pt x="2586826" y="78261"/>
                  <a:pt x="2586826" y="66425"/>
                </a:cubicBezTo>
                <a:cubicBezTo>
                  <a:pt x="2586826" y="54177"/>
                  <a:pt x="2589979" y="44672"/>
                  <a:pt x="2596286" y="37908"/>
                </a:cubicBezTo>
                <a:cubicBezTo>
                  <a:pt x="2602593" y="31145"/>
                  <a:pt x="2610773" y="27763"/>
                  <a:pt x="2620827" y="27763"/>
                </a:cubicBezTo>
                <a:cubicBezTo>
                  <a:pt x="2630561" y="27763"/>
                  <a:pt x="2638513" y="31076"/>
                  <a:pt x="2644682" y="37702"/>
                </a:cubicBezTo>
                <a:cubicBezTo>
                  <a:pt x="2650852" y="44329"/>
                  <a:pt x="2653936" y="53652"/>
                  <a:pt x="2653936" y="65671"/>
                </a:cubicBezTo>
                <a:cubicBezTo>
                  <a:pt x="2653936" y="66402"/>
                  <a:pt x="2653914" y="67499"/>
                  <a:pt x="2653868" y="68961"/>
                </a:cubicBezTo>
                <a:lnTo>
                  <a:pt x="2599576" y="68961"/>
                </a:lnTo>
                <a:cubicBezTo>
                  <a:pt x="2600033" y="76959"/>
                  <a:pt x="2602295" y="83083"/>
                  <a:pt x="2606363" y="87333"/>
                </a:cubicBezTo>
                <a:cubicBezTo>
                  <a:pt x="2610430" y="91583"/>
                  <a:pt x="2615503" y="93708"/>
                  <a:pt x="2621581" y="93708"/>
                </a:cubicBezTo>
                <a:cubicBezTo>
                  <a:pt x="2626105" y="93708"/>
                  <a:pt x="2629967" y="92520"/>
                  <a:pt x="2633166" y="90143"/>
                </a:cubicBezTo>
                <a:cubicBezTo>
                  <a:pt x="2636365" y="87767"/>
                  <a:pt x="2638901" y="83974"/>
                  <a:pt x="2640775" y="78764"/>
                </a:cubicBezTo>
                <a:moveTo>
                  <a:pt x="2600262" y="58816"/>
                </a:moveTo>
                <a:lnTo>
                  <a:pt x="2640912" y="58816"/>
                </a:lnTo>
                <a:cubicBezTo>
                  <a:pt x="2640364" y="52692"/>
                  <a:pt x="2638810" y="48099"/>
                  <a:pt x="2636251" y="45037"/>
                </a:cubicBezTo>
                <a:cubicBezTo>
                  <a:pt x="2632320" y="40285"/>
                  <a:pt x="2627225" y="37908"/>
                  <a:pt x="2620964" y="37908"/>
                </a:cubicBezTo>
                <a:cubicBezTo>
                  <a:pt x="2615297" y="37908"/>
                  <a:pt x="2610533" y="39805"/>
                  <a:pt x="2606671" y="43598"/>
                </a:cubicBezTo>
                <a:cubicBezTo>
                  <a:pt x="2602810" y="47391"/>
                  <a:pt x="2600673" y="52464"/>
                  <a:pt x="2600262" y="58816"/>
                </a:cubicBezTo>
                <a:close/>
                <a:moveTo>
                  <a:pt x="2668743" y="102208"/>
                </a:moveTo>
                <a:lnTo>
                  <a:pt x="2668743" y="29408"/>
                </a:lnTo>
                <a:lnTo>
                  <a:pt x="2679848" y="29408"/>
                </a:lnTo>
                <a:lnTo>
                  <a:pt x="2679848" y="39759"/>
                </a:lnTo>
                <a:cubicBezTo>
                  <a:pt x="2685195" y="31761"/>
                  <a:pt x="2692919" y="27763"/>
                  <a:pt x="2703018" y="27763"/>
                </a:cubicBezTo>
                <a:cubicBezTo>
                  <a:pt x="2707405" y="27763"/>
                  <a:pt x="2711439" y="28551"/>
                  <a:pt x="2715117" y="30128"/>
                </a:cubicBezTo>
                <a:cubicBezTo>
                  <a:pt x="2718796" y="31704"/>
                  <a:pt x="2721550" y="33772"/>
                  <a:pt x="2723378" y="36331"/>
                </a:cubicBezTo>
                <a:cubicBezTo>
                  <a:pt x="2725206" y="38891"/>
                  <a:pt x="2726485" y="41930"/>
                  <a:pt x="2727216" y="45449"/>
                </a:cubicBezTo>
                <a:cubicBezTo>
                  <a:pt x="2727673" y="47734"/>
                  <a:pt x="2727902" y="51732"/>
                  <a:pt x="2727902" y="57445"/>
                </a:cubicBezTo>
                <a:lnTo>
                  <a:pt x="2727902" y="102208"/>
                </a:lnTo>
                <a:lnTo>
                  <a:pt x="2715563" y="102208"/>
                </a:lnTo>
                <a:lnTo>
                  <a:pt x="2715563" y="57925"/>
                </a:lnTo>
                <a:cubicBezTo>
                  <a:pt x="2715563" y="52898"/>
                  <a:pt x="2715083" y="49139"/>
                  <a:pt x="2714123" y="46648"/>
                </a:cubicBezTo>
                <a:cubicBezTo>
                  <a:pt x="2713164" y="44158"/>
                  <a:pt x="2711461" y="42170"/>
                  <a:pt x="2709016" y="40684"/>
                </a:cubicBezTo>
                <a:cubicBezTo>
                  <a:pt x="2706571" y="39199"/>
                  <a:pt x="2703704" y="38457"/>
                  <a:pt x="2700413" y="38457"/>
                </a:cubicBezTo>
                <a:cubicBezTo>
                  <a:pt x="2695158" y="38457"/>
                  <a:pt x="2690622" y="40125"/>
                  <a:pt x="2686806" y="43461"/>
                </a:cubicBezTo>
                <a:cubicBezTo>
                  <a:pt x="2682990" y="46797"/>
                  <a:pt x="2681082" y="53126"/>
                  <a:pt x="2681082" y="62449"/>
                </a:cubicBezTo>
                <a:lnTo>
                  <a:pt x="2681082" y="102208"/>
                </a:lnTo>
                <a:lnTo>
                  <a:pt x="2668743" y="102208"/>
                </a:lnTo>
                <a:close/>
                <a:moveTo>
                  <a:pt x="2773488" y="91171"/>
                </a:moveTo>
                <a:lnTo>
                  <a:pt x="2775270" y="102071"/>
                </a:lnTo>
                <a:cubicBezTo>
                  <a:pt x="2771797" y="102802"/>
                  <a:pt x="2768690" y="103168"/>
                  <a:pt x="2765948" y="103168"/>
                </a:cubicBezTo>
                <a:cubicBezTo>
                  <a:pt x="2761469" y="103168"/>
                  <a:pt x="2757996" y="102459"/>
                  <a:pt x="2755528" y="101043"/>
                </a:cubicBezTo>
                <a:cubicBezTo>
                  <a:pt x="2753060" y="99626"/>
                  <a:pt x="2751324" y="97764"/>
                  <a:pt x="2750318" y="95456"/>
                </a:cubicBezTo>
                <a:cubicBezTo>
                  <a:pt x="2749313" y="93148"/>
                  <a:pt x="2748810" y="88292"/>
                  <a:pt x="2748810" y="80889"/>
                </a:cubicBezTo>
                <a:lnTo>
                  <a:pt x="2748810" y="39005"/>
                </a:lnTo>
                <a:lnTo>
                  <a:pt x="2739761" y="39005"/>
                </a:lnTo>
                <a:lnTo>
                  <a:pt x="2739761" y="29408"/>
                </a:lnTo>
                <a:lnTo>
                  <a:pt x="2748810" y="29408"/>
                </a:lnTo>
                <a:lnTo>
                  <a:pt x="2748810" y="11379"/>
                </a:lnTo>
                <a:lnTo>
                  <a:pt x="2761080" y="3976"/>
                </a:lnTo>
                <a:lnTo>
                  <a:pt x="2761080" y="29408"/>
                </a:lnTo>
                <a:lnTo>
                  <a:pt x="2773488" y="29408"/>
                </a:lnTo>
                <a:lnTo>
                  <a:pt x="2773488" y="39005"/>
                </a:lnTo>
                <a:lnTo>
                  <a:pt x="2761080" y="39005"/>
                </a:lnTo>
                <a:lnTo>
                  <a:pt x="2761080" y="81574"/>
                </a:lnTo>
                <a:cubicBezTo>
                  <a:pt x="2761080" y="85093"/>
                  <a:pt x="2761298" y="87355"/>
                  <a:pt x="2761732" y="88361"/>
                </a:cubicBezTo>
                <a:cubicBezTo>
                  <a:pt x="2762166" y="89366"/>
                  <a:pt x="2762874" y="90166"/>
                  <a:pt x="2763857" y="90760"/>
                </a:cubicBezTo>
                <a:cubicBezTo>
                  <a:pt x="2764839" y="91354"/>
                  <a:pt x="2766245" y="91651"/>
                  <a:pt x="2768073" y="91651"/>
                </a:cubicBezTo>
                <a:cubicBezTo>
                  <a:pt x="2769444" y="91651"/>
                  <a:pt x="2771249" y="91491"/>
                  <a:pt x="2773488" y="91171"/>
                </a:cubicBezTo>
                <a:close/>
                <a:moveTo>
                  <a:pt x="2780107" y="80478"/>
                </a:moveTo>
                <a:lnTo>
                  <a:pt x="2792309" y="78558"/>
                </a:lnTo>
                <a:cubicBezTo>
                  <a:pt x="2792994" y="83448"/>
                  <a:pt x="2794902" y="87196"/>
                  <a:pt x="2798033" y="89800"/>
                </a:cubicBezTo>
                <a:cubicBezTo>
                  <a:pt x="2801163" y="92405"/>
                  <a:pt x="2805539" y="93708"/>
                  <a:pt x="2811160" y="93708"/>
                </a:cubicBezTo>
                <a:cubicBezTo>
                  <a:pt x="2816827" y="93708"/>
                  <a:pt x="2821031" y="92554"/>
                  <a:pt x="2823773" y="90246"/>
                </a:cubicBezTo>
                <a:cubicBezTo>
                  <a:pt x="2826515" y="87938"/>
                  <a:pt x="2827886" y="85230"/>
                  <a:pt x="2827886" y="82123"/>
                </a:cubicBezTo>
                <a:cubicBezTo>
                  <a:pt x="2827886" y="79335"/>
                  <a:pt x="2826675" y="77142"/>
                  <a:pt x="2824253" y="75542"/>
                </a:cubicBezTo>
                <a:cubicBezTo>
                  <a:pt x="2822562" y="74445"/>
                  <a:pt x="2818358" y="73051"/>
                  <a:pt x="2811640" y="71360"/>
                </a:cubicBezTo>
                <a:cubicBezTo>
                  <a:pt x="2802591" y="69075"/>
                  <a:pt x="2796319" y="67099"/>
                  <a:pt x="2792823" y="65431"/>
                </a:cubicBezTo>
                <a:cubicBezTo>
                  <a:pt x="2789327" y="63763"/>
                  <a:pt x="2786676" y="61455"/>
                  <a:pt x="2784871" y="58507"/>
                </a:cubicBezTo>
                <a:cubicBezTo>
                  <a:pt x="2783066" y="55560"/>
                  <a:pt x="2782163" y="52304"/>
                  <a:pt x="2782163" y="48739"/>
                </a:cubicBezTo>
                <a:cubicBezTo>
                  <a:pt x="2782163" y="45494"/>
                  <a:pt x="2782906" y="42490"/>
                  <a:pt x="2784391" y="39725"/>
                </a:cubicBezTo>
                <a:cubicBezTo>
                  <a:pt x="2785876" y="36960"/>
                  <a:pt x="2787899" y="34663"/>
                  <a:pt x="2790458" y="32835"/>
                </a:cubicBezTo>
                <a:cubicBezTo>
                  <a:pt x="2792377" y="31419"/>
                  <a:pt x="2794994" y="30219"/>
                  <a:pt x="2798307" y="29237"/>
                </a:cubicBezTo>
                <a:cubicBezTo>
                  <a:pt x="2801620" y="28254"/>
                  <a:pt x="2805173" y="27763"/>
                  <a:pt x="2808966" y="27763"/>
                </a:cubicBezTo>
                <a:cubicBezTo>
                  <a:pt x="2814679" y="27763"/>
                  <a:pt x="2819694" y="28585"/>
                  <a:pt x="2824013" y="30231"/>
                </a:cubicBezTo>
                <a:cubicBezTo>
                  <a:pt x="2828332" y="31876"/>
                  <a:pt x="2831519" y="34104"/>
                  <a:pt x="2833576" y="36914"/>
                </a:cubicBezTo>
                <a:cubicBezTo>
                  <a:pt x="2835632" y="39725"/>
                  <a:pt x="2837049" y="43484"/>
                  <a:pt x="2837826" y="48191"/>
                </a:cubicBezTo>
                <a:lnTo>
                  <a:pt x="2825761" y="49836"/>
                </a:lnTo>
                <a:cubicBezTo>
                  <a:pt x="2825213" y="46088"/>
                  <a:pt x="2823625" y="43164"/>
                  <a:pt x="2820997" y="41061"/>
                </a:cubicBezTo>
                <a:cubicBezTo>
                  <a:pt x="2818369" y="38959"/>
                  <a:pt x="2814656" y="37908"/>
                  <a:pt x="2809858" y="37908"/>
                </a:cubicBezTo>
                <a:cubicBezTo>
                  <a:pt x="2804191" y="37908"/>
                  <a:pt x="2800146" y="38845"/>
                  <a:pt x="2797724" y="40719"/>
                </a:cubicBezTo>
                <a:cubicBezTo>
                  <a:pt x="2795302" y="42592"/>
                  <a:pt x="2794091" y="44786"/>
                  <a:pt x="2794091" y="47299"/>
                </a:cubicBezTo>
                <a:cubicBezTo>
                  <a:pt x="2794091" y="48899"/>
                  <a:pt x="2794594" y="50338"/>
                  <a:pt x="2795599" y="51618"/>
                </a:cubicBezTo>
                <a:cubicBezTo>
                  <a:pt x="2796605" y="52943"/>
                  <a:pt x="2798181" y="54040"/>
                  <a:pt x="2800329" y="54908"/>
                </a:cubicBezTo>
                <a:cubicBezTo>
                  <a:pt x="2801563" y="55365"/>
                  <a:pt x="2805196" y="56417"/>
                  <a:pt x="2811229" y="58062"/>
                </a:cubicBezTo>
                <a:cubicBezTo>
                  <a:pt x="2819957" y="60392"/>
                  <a:pt x="2826047" y="62300"/>
                  <a:pt x="2829497" y="63786"/>
                </a:cubicBezTo>
                <a:cubicBezTo>
                  <a:pt x="2832947" y="65271"/>
                  <a:pt x="2835655" y="67430"/>
                  <a:pt x="2837620" y="70264"/>
                </a:cubicBezTo>
                <a:cubicBezTo>
                  <a:pt x="2839585" y="73097"/>
                  <a:pt x="2840568" y="76616"/>
                  <a:pt x="2840568" y="80820"/>
                </a:cubicBezTo>
                <a:cubicBezTo>
                  <a:pt x="2840568" y="84933"/>
                  <a:pt x="2839368" y="88806"/>
                  <a:pt x="2836969" y="92440"/>
                </a:cubicBezTo>
                <a:cubicBezTo>
                  <a:pt x="2834570" y="96073"/>
                  <a:pt x="2831108" y="98883"/>
                  <a:pt x="2826584" y="100871"/>
                </a:cubicBezTo>
                <a:cubicBezTo>
                  <a:pt x="2822059" y="102859"/>
                  <a:pt x="2816941" y="103853"/>
                  <a:pt x="2811229" y="103853"/>
                </a:cubicBezTo>
                <a:cubicBezTo>
                  <a:pt x="2801769" y="103853"/>
                  <a:pt x="2794559" y="101888"/>
                  <a:pt x="2789601" y="97958"/>
                </a:cubicBezTo>
                <a:cubicBezTo>
                  <a:pt x="2784643" y="94028"/>
                  <a:pt x="2781478" y="88201"/>
                  <a:pt x="2780107" y="80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ismorelikelytobetrue?">
            <a:extLst xmlns:a="http://schemas.openxmlformats.org/drawingml/2006/main">
              <a:ext uri="{FF2B5EF4-FFF2-40B4-BE49-F238E27FC236}">
                <a16:creationId xmlns:a16="http://schemas.microsoft.com/office/drawing/2014/main" id="{26F02C37-9304-484B-9E13-8AAD5FBF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781" y="6167821"/>
            <a:ext cx="1498309" cy="131753"/>
          </a:xfrm>
          <a:custGeom xmlns:a="http://schemas.openxmlformats.org/drawingml/2006/main">
            <a:pathLst>
              <a:path w="1498309" h="131753">
                <a:moveTo>
                  <a:pt x="0" y="15904"/>
                </a:moveTo>
                <a:lnTo>
                  <a:pt x="0" y="1714"/>
                </a:lnTo>
                <a:lnTo>
                  <a:pt x="12339" y="1714"/>
                </a:lnTo>
                <a:lnTo>
                  <a:pt x="12339" y="15904"/>
                </a:lnTo>
                <a:lnTo>
                  <a:pt x="0" y="15904"/>
                </a:lnTo>
                <a:moveTo>
                  <a:pt x="0" y="102208"/>
                </a:moveTo>
                <a:lnTo>
                  <a:pt x="0" y="29408"/>
                </a:lnTo>
                <a:lnTo>
                  <a:pt x="12339" y="29408"/>
                </a:lnTo>
                <a:lnTo>
                  <a:pt x="12339" y="102208"/>
                </a:lnTo>
                <a:lnTo>
                  <a:pt x="0" y="102208"/>
                </a:lnTo>
                <a:close/>
                <a:moveTo>
                  <a:pt x="26471" y="80478"/>
                </a:moveTo>
                <a:lnTo>
                  <a:pt x="38673" y="78558"/>
                </a:lnTo>
                <a:cubicBezTo>
                  <a:pt x="39359" y="83448"/>
                  <a:pt x="41267" y="87196"/>
                  <a:pt x="44397" y="89800"/>
                </a:cubicBezTo>
                <a:cubicBezTo>
                  <a:pt x="47528" y="92405"/>
                  <a:pt x="51903" y="93708"/>
                  <a:pt x="57525" y="93708"/>
                </a:cubicBezTo>
                <a:cubicBezTo>
                  <a:pt x="63191" y="93708"/>
                  <a:pt x="67396" y="92554"/>
                  <a:pt x="70138" y="90246"/>
                </a:cubicBezTo>
                <a:cubicBezTo>
                  <a:pt x="72880" y="87938"/>
                  <a:pt x="74251" y="85230"/>
                  <a:pt x="74251" y="82123"/>
                </a:cubicBezTo>
                <a:cubicBezTo>
                  <a:pt x="74251" y="79335"/>
                  <a:pt x="73040" y="77142"/>
                  <a:pt x="70618" y="75542"/>
                </a:cubicBezTo>
                <a:cubicBezTo>
                  <a:pt x="68927" y="74445"/>
                  <a:pt x="64722" y="73051"/>
                  <a:pt x="58004" y="71360"/>
                </a:cubicBezTo>
                <a:cubicBezTo>
                  <a:pt x="48956" y="69075"/>
                  <a:pt x="42683" y="67099"/>
                  <a:pt x="39187" y="65431"/>
                </a:cubicBezTo>
                <a:cubicBezTo>
                  <a:pt x="35691" y="63763"/>
                  <a:pt x="33041" y="61455"/>
                  <a:pt x="31236" y="58507"/>
                </a:cubicBezTo>
                <a:cubicBezTo>
                  <a:pt x="29430" y="55560"/>
                  <a:pt x="28528" y="52304"/>
                  <a:pt x="28528" y="48739"/>
                </a:cubicBezTo>
                <a:cubicBezTo>
                  <a:pt x="28528" y="45494"/>
                  <a:pt x="29271" y="42490"/>
                  <a:pt x="30756" y="39725"/>
                </a:cubicBezTo>
                <a:cubicBezTo>
                  <a:pt x="32241" y="36960"/>
                  <a:pt x="34263" y="34663"/>
                  <a:pt x="36822" y="32835"/>
                </a:cubicBezTo>
                <a:cubicBezTo>
                  <a:pt x="38742" y="31419"/>
                  <a:pt x="41358" y="30219"/>
                  <a:pt x="44671" y="29237"/>
                </a:cubicBezTo>
                <a:cubicBezTo>
                  <a:pt x="47985" y="28254"/>
                  <a:pt x="51538" y="27763"/>
                  <a:pt x="55331" y="27763"/>
                </a:cubicBezTo>
                <a:cubicBezTo>
                  <a:pt x="61043" y="27763"/>
                  <a:pt x="66059" y="28585"/>
                  <a:pt x="70378" y="30231"/>
                </a:cubicBezTo>
                <a:cubicBezTo>
                  <a:pt x="74696" y="31876"/>
                  <a:pt x="77884" y="34104"/>
                  <a:pt x="79940" y="36914"/>
                </a:cubicBezTo>
                <a:cubicBezTo>
                  <a:pt x="81997" y="39725"/>
                  <a:pt x="83414" y="43484"/>
                  <a:pt x="84190" y="48191"/>
                </a:cubicBezTo>
                <a:lnTo>
                  <a:pt x="72126" y="49836"/>
                </a:lnTo>
                <a:cubicBezTo>
                  <a:pt x="71577" y="46088"/>
                  <a:pt x="69989" y="43164"/>
                  <a:pt x="67361" y="41061"/>
                </a:cubicBezTo>
                <a:cubicBezTo>
                  <a:pt x="64734" y="38959"/>
                  <a:pt x="61021" y="37908"/>
                  <a:pt x="56222" y="37908"/>
                </a:cubicBezTo>
                <a:cubicBezTo>
                  <a:pt x="50555" y="37908"/>
                  <a:pt x="46511" y="38845"/>
                  <a:pt x="44089" y="40719"/>
                </a:cubicBezTo>
                <a:cubicBezTo>
                  <a:pt x="41667" y="42592"/>
                  <a:pt x="40456" y="44786"/>
                  <a:pt x="40456" y="47299"/>
                </a:cubicBezTo>
                <a:cubicBezTo>
                  <a:pt x="40456" y="48899"/>
                  <a:pt x="40958" y="50338"/>
                  <a:pt x="41964" y="51618"/>
                </a:cubicBezTo>
                <a:cubicBezTo>
                  <a:pt x="42969" y="52943"/>
                  <a:pt x="44546" y="54040"/>
                  <a:pt x="46694" y="54908"/>
                </a:cubicBezTo>
                <a:cubicBezTo>
                  <a:pt x="47928" y="55365"/>
                  <a:pt x="51561" y="56417"/>
                  <a:pt x="57593" y="58062"/>
                </a:cubicBezTo>
                <a:cubicBezTo>
                  <a:pt x="66322" y="60392"/>
                  <a:pt x="72411" y="62300"/>
                  <a:pt x="75862" y="63786"/>
                </a:cubicBezTo>
                <a:cubicBezTo>
                  <a:pt x="79312" y="65271"/>
                  <a:pt x="82020" y="67430"/>
                  <a:pt x="83985" y="70264"/>
                </a:cubicBezTo>
                <a:cubicBezTo>
                  <a:pt x="85950" y="73097"/>
                  <a:pt x="86932" y="76616"/>
                  <a:pt x="86932" y="80820"/>
                </a:cubicBezTo>
                <a:cubicBezTo>
                  <a:pt x="86932" y="84933"/>
                  <a:pt x="85733" y="88806"/>
                  <a:pt x="83334" y="92440"/>
                </a:cubicBezTo>
                <a:cubicBezTo>
                  <a:pt x="80934" y="96073"/>
                  <a:pt x="77473" y="98883"/>
                  <a:pt x="72948" y="100871"/>
                </a:cubicBezTo>
                <a:cubicBezTo>
                  <a:pt x="68424" y="102859"/>
                  <a:pt x="63306" y="103853"/>
                  <a:pt x="57593" y="103853"/>
                </a:cubicBezTo>
                <a:cubicBezTo>
                  <a:pt x="48133" y="103853"/>
                  <a:pt x="40924" y="101888"/>
                  <a:pt x="35966" y="97958"/>
                </a:cubicBezTo>
                <a:cubicBezTo>
                  <a:pt x="31007" y="94028"/>
                  <a:pt x="27842" y="88201"/>
                  <a:pt x="26471" y="80478"/>
                </a:cubicBezTo>
                <a:close/>
                <a:moveTo>
                  <a:pt x="139844" y="102208"/>
                </a:moveTo>
                <a:lnTo>
                  <a:pt x="139844" y="29408"/>
                </a:lnTo>
                <a:lnTo>
                  <a:pt x="150881" y="29408"/>
                </a:lnTo>
                <a:lnTo>
                  <a:pt x="150881" y="39622"/>
                </a:lnTo>
                <a:cubicBezTo>
                  <a:pt x="153166" y="36057"/>
                  <a:pt x="156205" y="33190"/>
                  <a:pt x="159998" y="31019"/>
                </a:cubicBezTo>
                <a:cubicBezTo>
                  <a:pt x="163791" y="28848"/>
                  <a:pt x="168110" y="27763"/>
                  <a:pt x="172954" y="27763"/>
                </a:cubicBezTo>
                <a:cubicBezTo>
                  <a:pt x="178347" y="27763"/>
                  <a:pt x="182768" y="28882"/>
                  <a:pt x="186218" y="31122"/>
                </a:cubicBezTo>
                <a:cubicBezTo>
                  <a:pt x="189669" y="33361"/>
                  <a:pt x="192102" y="36491"/>
                  <a:pt x="193519" y="40513"/>
                </a:cubicBezTo>
                <a:cubicBezTo>
                  <a:pt x="199277" y="32013"/>
                  <a:pt x="206772" y="27763"/>
                  <a:pt x="216003" y="27763"/>
                </a:cubicBezTo>
                <a:cubicBezTo>
                  <a:pt x="223224" y="27763"/>
                  <a:pt x="228776" y="29762"/>
                  <a:pt x="232661" y="33761"/>
                </a:cubicBezTo>
                <a:cubicBezTo>
                  <a:pt x="236545" y="37760"/>
                  <a:pt x="238488" y="43918"/>
                  <a:pt x="238488" y="52235"/>
                </a:cubicBezTo>
                <a:lnTo>
                  <a:pt x="238488" y="102208"/>
                </a:lnTo>
                <a:lnTo>
                  <a:pt x="226217" y="102208"/>
                </a:lnTo>
                <a:lnTo>
                  <a:pt x="226217" y="56348"/>
                </a:lnTo>
                <a:cubicBezTo>
                  <a:pt x="226217" y="51412"/>
                  <a:pt x="225817" y="47859"/>
                  <a:pt x="225018" y="45689"/>
                </a:cubicBezTo>
                <a:cubicBezTo>
                  <a:pt x="224218" y="43518"/>
                  <a:pt x="222767" y="41770"/>
                  <a:pt x="220665" y="40444"/>
                </a:cubicBezTo>
                <a:cubicBezTo>
                  <a:pt x="218563" y="39119"/>
                  <a:pt x="216095" y="38457"/>
                  <a:pt x="213261" y="38457"/>
                </a:cubicBezTo>
                <a:cubicBezTo>
                  <a:pt x="208143" y="38457"/>
                  <a:pt x="203893" y="40159"/>
                  <a:pt x="200511" y="43563"/>
                </a:cubicBezTo>
                <a:cubicBezTo>
                  <a:pt x="197129" y="46968"/>
                  <a:pt x="195438" y="52418"/>
                  <a:pt x="195438" y="59913"/>
                </a:cubicBezTo>
                <a:lnTo>
                  <a:pt x="195438" y="102208"/>
                </a:lnTo>
                <a:lnTo>
                  <a:pt x="183099" y="102208"/>
                </a:lnTo>
                <a:lnTo>
                  <a:pt x="183099" y="54908"/>
                </a:lnTo>
                <a:cubicBezTo>
                  <a:pt x="183099" y="49424"/>
                  <a:pt x="182094" y="45312"/>
                  <a:pt x="180083" y="42570"/>
                </a:cubicBezTo>
                <a:cubicBezTo>
                  <a:pt x="178072" y="39828"/>
                  <a:pt x="174782" y="38457"/>
                  <a:pt x="170212" y="38457"/>
                </a:cubicBezTo>
                <a:cubicBezTo>
                  <a:pt x="166739" y="38457"/>
                  <a:pt x="163528" y="39371"/>
                  <a:pt x="160581" y="41199"/>
                </a:cubicBezTo>
                <a:cubicBezTo>
                  <a:pt x="157633" y="43027"/>
                  <a:pt x="155497" y="45700"/>
                  <a:pt x="154171" y="49219"/>
                </a:cubicBezTo>
                <a:cubicBezTo>
                  <a:pt x="152846" y="52738"/>
                  <a:pt x="152183" y="57810"/>
                  <a:pt x="152183" y="64437"/>
                </a:cubicBezTo>
                <a:lnTo>
                  <a:pt x="152183" y="102208"/>
                </a:lnTo>
                <a:lnTo>
                  <a:pt x="139844" y="102208"/>
                </a:lnTo>
                <a:close/>
                <a:moveTo>
                  <a:pt x="251523" y="65808"/>
                </a:moveTo>
                <a:cubicBezTo>
                  <a:pt x="251523" y="52326"/>
                  <a:pt x="255270" y="42341"/>
                  <a:pt x="262765" y="35852"/>
                </a:cubicBezTo>
                <a:cubicBezTo>
                  <a:pt x="269026" y="30459"/>
                  <a:pt x="276658" y="27763"/>
                  <a:pt x="285660" y="27763"/>
                </a:cubicBezTo>
                <a:cubicBezTo>
                  <a:pt x="295669" y="27763"/>
                  <a:pt x="303849" y="31042"/>
                  <a:pt x="310201" y="37600"/>
                </a:cubicBezTo>
                <a:cubicBezTo>
                  <a:pt x="316554" y="44158"/>
                  <a:pt x="319730" y="53218"/>
                  <a:pt x="319730" y="64780"/>
                </a:cubicBezTo>
                <a:cubicBezTo>
                  <a:pt x="319730" y="74148"/>
                  <a:pt x="318325" y="81517"/>
                  <a:pt x="315514" y="86887"/>
                </a:cubicBezTo>
                <a:cubicBezTo>
                  <a:pt x="312703" y="92257"/>
                  <a:pt x="308613" y="96427"/>
                  <a:pt x="303244" y="99397"/>
                </a:cubicBezTo>
                <a:cubicBezTo>
                  <a:pt x="297874" y="102368"/>
                  <a:pt x="292013" y="103853"/>
                  <a:pt x="285660" y="103853"/>
                </a:cubicBezTo>
                <a:cubicBezTo>
                  <a:pt x="275469" y="103853"/>
                  <a:pt x="267232" y="100586"/>
                  <a:pt x="260948" y="94051"/>
                </a:cubicBezTo>
                <a:cubicBezTo>
                  <a:pt x="254664" y="87515"/>
                  <a:pt x="251523" y="78101"/>
                  <a:pt x="251523" y="65808"/>
                </a:cubicBezTo>
                <a:moveTo>
                  <a:pt x="264204" y="65808"/>
                </a:moveTo>
                <a:cubicBezTo>
                  <a:pt x="264204" y="75131"/>
                  <a:pt x="266238" y="82111"/>
                  <a:pt x="270305" y="86750"/>
                </a:cubicBezTo>
                <a:cubicBezTo>
                  <a:pt x="274373" y="91388"/>
                  <a:pt x="279491" y="93708"/>
                  <a:pt x="285660" y="93708"/>
                </a:cubicBezTo>
                <a:cubicBezTo>
                  <a:pt x="291784" y="93708"/>
                  <a:pt x="296880" y="91377"/>
                  <a:pt x="300947" y="86716"/>
                </a:cubicBezTo>
                <a:cubicBezTo>
                  <a:pt x="305014" y="82054"/>
                  <a:pt x="307048" y="74948"/>
                  <a:pt x="307048" y="65397"/>
                </a:cubicBezTo>
                <a:cubicBezTo>
                  <a:pt x="307048" y="56394"/>
                  <a:pt x="305003" y="49573"/>
                  <a:pt x="300913" y="44934"/>
                </a:cubicBezTo>
                <a:cubicBezTo>
                  <a:pt x="296823" y="40296"/>
                  <a:pt x="291739" y="37977"/>
                  <a:pt x="285660" y="37977"/>
                </a:cubicBezTo>
                <a:cubicBezTo>
                  <a:pt x="279491" y="37977"/>
                  <a:pt x="274373" y="40285"/>
                  <a:pt x="270305" y="44900"/>
                </a:cubicBezTo>
                <a:cubicBezTo>
                  <a:pt x="266238" y="49516"/>
                  <a:pt x="264204" y="56485"/>
                  <a:pt x="264204" y="65808"/>
                </a:cubicBezTo>
                <a:close/>
                <a:moveTo>
                  <a:pt x="333783" y="102208"/>
                </a:moveTo>
                <a:lnTo>
                  <a:pt x="333783" y="29408"/>
                </a:lnTo>
                <a:lnTo>
                  <a:pt x="344888" y="29408"/>
                </a:lnTo>
                <a:lnTo>
                  <a:pt x="344888" y="40444"/>
                </a:lnTo>
                <a:cubicBezTo>
                  <a:pt x="347721" y="35280"/>
                  <a:pt x="350338" y="31876"/>
                  <a:pt x="352737" y="30231"/>
                </a:cubicBezTo>
                <a:cubicBezTo>
                  <a:pt x="355136" y="28585"/>
                  <a:pt x="357775" y="27763"/>
                  <a:pt x="360655" y="27763"/>
                </a:cubicBezTo>
                <a:cubicBezTo>
                  <a:pt x="364813" y="27763"/>
                  <a:pt x="369040" y="29088"/>
                  <a:pt x="373336" y="31739"/>
                </a:cubicBezTo>
                <a:lnTo>
                  <a:pt x="369086" y="43186"/>
                </a:lnTo>
                <a:cubicBezTo>
                  <a:pt x="366070" y="41404"/>
                  <a:pt x="363054" y="40513"/>
                  <a:pt x="360038" y="40513"/>
                </a:cubicBezTo>
                <a:cubicBezTo>
                  <a:pt x="357341" y="40513"/>
                  <a:pt x="354919" y="41324"/>
                  <a:pt x="352771" y="42947"/>
                </a:cubicBezTo>
                <a:cubicBezTo>
                  <a:pt x="350623" y="44569"/>
                  <a:pt x="349092" y="46820"/>
                  <a:pt x="348178" y="49699"/>
                </a:cubicBezTo>
                <a:cubicBezTo>
                  <a:pt x="346807" y="54086"/>
                  <a:pt x="346122" y="58884"/>
                  <a:pt x="346122" y="64094"/>
                </a:cubicBezTo>
                <a:lnTo>
                  <a:pt x="346122" y="102208"/>
                </a:lnTo>
                <a:lnTo>
                  <a:pt x="333783" y="102208"/>
                </a:lnTo>
                <a:close/>
                <a:moveTo>
                  <a:pt x="430113" y="78764"/>
                </a:moveTo>
                <a:lnTo>
                  <a:pt x="442863" y="80341"/>
                </a:lnTo>
                <a:cubicBezTo>
                  <a:pt x="440852" y="87790"/>
                  <a:pt x="437128" y="93571"/>
                  <a:pt x="431689" y="97684"/>
                </a:cubicBezTo>
                <a:cubicBezTo>
                  <a:pt x="426251" y="101797"/>
                  <a:pt x="419305" y="103853"/>
                  <a:pt x="410850" y="103853"/>
                </a:cubicBezTo>
                <a:cubicBezTo>
                  <a:pt x="400202" y="103853"/>
                  <a:pt x="391759" y="100574"/>
                  <a:pt x="385521" y="94016"/>
                </a:cubicBezTo>
                <a:cubicBezTo>
                  <a:pt x="379283" y="87458"/>
                  <a:pt x="376164" y="78261"/>
                  <a:pt x="376164" y="66425"/>
                </a:cubicBezTo>
                <a:cubicBezTo>
                  <a:pt x="376164" y="54177"/>
                  <a:pt x="379317" y="44672"/>
                  <a:pt x="385624" y="37908"/>
                </a:cubicBezTo>
                <a:cubicBezTo>
                  <a:pt x="391930" y="31145"/>
                  <a:pt x="400111" y="27763"/>
                  <a:pt x="410165" y="27763"/>
                </a:cubicBezTo>
                <a:cubicBezTo>
                  <a:pt x="419899" y="27763"/>
                  <a:pt x="427851" y="31076"/>
                  <a:pt x="434020" y="37702"/>
                </a:cubicBezTo>
                <a:cubicBezTo>
                  <a:pt x="440190" y="44329"/>
                  <a:pt x="443274" y="53652"/>
                  <a:pt x="443274" y="65671"/>
                </a:cubicBezTo>
                <a:cubicBezTo>
                  <a:pt x="443274" y="66402"/>
                  <a:pt x="443252" y="67499"/>
                  <a:pt x="443206" y="68961"/>
                </a:cubicBezTo>
                <a:lnTo>
                  <a:pt x="388914" y="68961"/>
                </a:lnTo>
                <a:cubicBezTo>
                  <a:pt x="389371" y="76959"/>
                  <a:pt x="391633" y="83083"/>
                  <a:pt x="395701" y="87333"/>
                </a:cubicBezTo>
                <a:cubicBezTo>
                  <a:pt x="399768" y="91583"/>
                  <a:pt x="404841" y="93708"/>
                  <a:pt x="410919" y="93708"/>
                </a:cubicBezTo>
                <a:cubicBezTo>
                  <a:pt x="415443" y="93708"/>
                  <a:pt x="419305" y="92520"/>
                  <a:pt x="422504" y="90143"/>
                </a:cubicBezTo>
                <a:cubicBezTo>
                  <a:pt x="425703" y="87767"/>
                  <a:pt x="428239" y="83974"/>
                  <a:pt x="430113" y="78764"/>
                </a:cubicBezTo>
                <a:moveTo>
                  <a:pt x="389600" y="58816"/>
                </a:moveTo>
                <a:lnTo>
                  <a:pt x="430250" y="58816"/>
                </a:lnTo>
                <a:cubicBezTo>
                  <a:pt x="429701" y="52692"/>
                  <a:pt x="428148" y="48099"/>
                  <a:pt x="425588" y="45037"/>
                </a:cubicBezTo>
                <a:cubicBezTo>
                  <a:pt x="421658" y="40285"/>
                  <a:pt x="416563" y="37908"/>
                  <a:pt x="410302" y="37908"/>
                </a:cubicBezTo>
                <a:cubicBezTo>
                  <a:pt x="404635" y="37908"/>
                  <a:pt x="399871" y="39805"/>
                  <a:pt x="396009" y="43598"/>
                </a:cubicBezTo>
                <a:cubicBezTo>
                  <a:pt x="392148" y="47391"/>
                  <a:pt x="390011" y="52464"/>
                  <a:pt x="389600" y="58816"/>
                </a:cubicBezTo>
                <a:close/>
                <a:moveTo>
                  <a:pt x="496302" y="102208"/>
                </a:moveTo>
                <a:lnTo>
                  <a:pt x="496302" y="1714"/>
                </a:lnTo>
                <a:lnTo>
                  <a:pt x="508641" y="1714"/>
                </a:lnTo>
                <a:lnTo>
                  <a:pt x="508641" y="102208"/>
                </a:lnTo>
                <a:lnTo>
                  <a:pt x="496302" y="102208"/>
                </a:lnTo>
                <a:close/>
                <a:moveTo>
                  <a:pt x="528120" y="15904"/>
                </a:moveTo>
                <a:lnTo>
                  <a:pt x="528120" y="1714"/>
                </a:lnTo>
                <a:lnTo>
                  <a:pt x="540459" y="1714"/>
                </a:lnTo>
                <a:lnTo>
                  <a:pt x="540459" y="15904"/>
                </a:lnTo>
                <a:lnTo>
                  <a:pt x="528120" y="15904"/>
                </a:lnTo>
                <a:moveTo>
                  <a:pt x="528120" y="102208"/>
                </a:moveTo>
                <a:lnTo>
                  <a:pt x="528120" y="29408"/>
                </a:lnTo>
                <a:lnTo>
                  <a:pt x="540459" y="29408"/>
                </a:lnTo>
                <a:lnTo>
                  <a:pt x="540459" y="102208"/>
                </a:lnTo>
                <a:lnTo>
                  <a:pt x="528120" y="102208"/>
                </a:lnTo>
                <a:close/>
                <a:moveTo>
                  <a:pt x="559595" y="102208"/>
                </a:moveTo>
                <a:lnTo>
                  <a:pt x="559595" y="1714"/>
                </a:lnTo>
                <a:lnTo>
                  <a:pt x="571934" y="1714"/>
                </a:lnTo>
                <a:lnTo>
                  <a:pt x="571934" y="59021"/>
                </a:lnTo>
                <a:lnTo>
                  <a:pt x="601137" y="29408"/>
                </a:lnTo>
                <a:lnTo>
                  <a:pt x="617109" y="29408"/>
                </a:lnTo>
                <a:lnTo>
                  <a:pt x="589277" y="56417"/>
                </a:lnTo>
                <a:lnTo>
                  <a:pt x="619919" y="102208"/>
                </a:lnTo>
                <a:lnTo>
                  <a:pt x="604701" y="102208"/>
                </a:lnTo>
                <a:lnTo>
                  <a:pt x="580640" y="64985"/>
                </a:lnTo>
                <a:lnTo>
                  <a:pt x="571934" y="73348"/>
                </a:lnTo>
                <a:lnTo>
                  <a:pt x="571934" y="102208"/>
                </a:lnTo>
                <a:lnTo>
                  <a:pt x="559595" y="102208"/>
                </a:lnTo>
                <a:close/>
                <a:moveTo>
                  <a:pt x="679306" y="78764"/>
                </a:moveTo>
                <a:lnTo>
                  <a:pt x="692056" y="80341"/>
                </a:lnTo>
                <a:cubicBezTo>
                  <a:pt x="690045" y="87790"/>
                  <a:pt x="686321" y="93571"/>
                  <a:pt x="680882" y="97684"/>
                </a:cubicBezTo>
                <a:cubicBezTo>
                  <a:pt x="675444" y="101797"/>
                  <a:pt x="668498" y="103853"/>
                  <a:pt x="660043" y="103853"/>
                </a:cubicBezTo>
                <a:cubicBezTo>
                  <a:pt x="649395" y="103853"/>
                  <a:pt x="640952" y="100574"/>
                  <a:pt x="634714" y="94016"/>
                </a:cubicBezTo>
                <a:cubicBezTo>
                  <a:pt x="628476" y="87458"/>
                  <a:pt x="625357" y="78261"/>
                  <a:pt x="625357" y="66425"/>
                </a:cubicBezTo>
                <a:cubicBezTo>
                  <a:pt x="625357" y="54177"/>
                  <a:pt x="628510" y="44672"/>
                  <a:pt x="634817" y="37908"/>
                </a:cubicBezTo>
                <a:cubicBezTo>
                  <a:pt x="641123" y="31145"/>
                  <a:pt x="649304" y="27763"/>
                  <a:pt x="659358" y="27763"/>
                </a:cubicBezTo>
                <a:cubicBezTo>
                  <a:pt x="669092" y="27763"/>
                  <a:pt x="677043" y="31076"/>
                  <a:pt x="683213" y="37702"/>
                </a:cubicBezTo>
                <a:cubicBezTo>
                  <a:pt x="689382" y="44329"/>
                  <a:pt x="692467" y="53652"/>
                  <a:pt x="692467" y="65671"/>
                </a:cubicBezTo>
                <a:cubicBezTo>
                  <a:pt x="692467" y="66402"/>
                  <a:pt x="692444" y="67499"/>
                  <a:pt x="692399" y="68961"/>
                </a:cubicBezTo>
                <a:lnTo>
                  <a:pt x="638107" y="68961"/>
                </a:lnTo>
                <a:cubicBezTo>
                  <a:pt x="638564" y="76959"/>
                  <a:pt x="640826" y="83083"/>
                  <a:pt x="644894" y="87333"/>
                </a:cubicBezTo>
                <a:cubicBezTo>
                  <a:pt x="648961" y="91583"/>
                  <a:pt x="654034" y="93708"/>
                  <a:pt x="660112" y="93708"/>
                </a:cubicBezTo>
                <a:cubicBezTo>
                  <a:pt x="664636" y="93708"/>
                  <a:pt x="668498" y="92520"/>
                  <a:pt x="671697" y="90143"/>
                </a:cubicBezTo>
                <a:cubicBezTo>
                  <a:pt x="674896" y="87767"/>
                  <a:pt x="677432" y="83974"/>
                  <a:pt x="679306" y="78764"/>
                </a:cubicBezTo>
                <a:moveTo>
                  <a:pt x="638793" y="58816"/>
                </a:moveTo>
                <a:lnTo>
                  <a:pt x="679443" y="58816"/>
                </a:lnTo>
                <a:cubicBezTo>
                  <a:pt x="678894" y="52692"/>
                  <a:pt x="677341" y="48099"/>
                  <a:pt x="674781" y="45037"/>
                </a:cubicBezTo>
                <a:cubicBezTo>
                  <a:pt x="670851" y="40285"/>
                  <a:pt x="665756" y="37908"/>
                  <a:pt x="659495" y="37908"/>
                </a:cubicBezTo>
                <a:cubicBezTo>
                  <a:pt x="653828" y="37908"/>
                  <a:pt x="649064" y="39805"/>
                  <a:pt x="645202" y="43598"/>
                </a:cubicBezTo>
                <a:cubicBezTo>
                  <a:pt x="641340" y="47391"/>
                  <a:pt x="639204" y="52464"/>
                  <a:pt x="638793" y="58816"/>
                </a:cubicBezTo>
                <a:close/>
                <a:moveTo>
                  <a:pt x="707000" y="102208"/>
                </a:moveTo>
                <a:lnTo>
                  <a:pt x="707000" y="1714"/>
                </a:lnTo>
                <a:lnTo>
                  <a:pt x="719339" y="1714"/>
                </a:lnTo>
                <a:lnTo>
                  <a:pt x="719339" y="102208"/>
                </a:lnTo>
                <a:lnTo>
                  <a:pt x="707000" y="102208"/>
                </a:lnTo>
                <a:close/>
                <a:moveTo>
                  <a:pt x="738201" y="130245"/>
                </a:moveTo>
                <a:lnTo>
                  <a:pt x="736830" y="118660"/>
                </a:lnTo>
                <a:cubicBezTo>
                  <a:pt x="739526" y="119391"/>
                  <a:pt x="741880" y="119757"/>
                  <a:pt x="743891" y="119757"/>
                </a:cubicBezTo>
                <a:cubicBezTo>
                  <a:pt x="746633" y="119757"/>
                  <a:pt x="748826" y="119300"/>
                  <a:pt x="750472" y="118386"/>
                </a:cubicBezTo>
                <a:cubicBezTo>
                  <a:pt x="752117" y="117472"/>
                  <a:pt x="753465" y="116192"/>
                  <a:pt x="754516" y="114547"/>
                </a:cubicBezTo>
                <a:cubicBezTo>
                  <a:pt x="755293" y="113313"/>
                  <a:pt x="756550" y="110251"/>
                  <a:pt x="758286" y="105361"/>
                </a:cubicBezTo>
                <a:cubicBezTo>
                  <a:pt x="758515" y="104676"/>
                  <a:pt x="758880" y="103670"/>
                  <a:pt x="759383" y="102345"/>
                </a:cubicBezTo>
                <a:lnTo>
                  <a:pt x="731757" y="29408"/>
                </a:lnTo>
                <a:lnTo>
                  <a:pt x="745056" y="29408"/>
                </a:lnTo>
                <a:lnTo>
                  <a:pt x="760206" y="71566"/>
                </a:lnTo>
                <a:cubicBezTo>
                  <a:pt x="762171" y="76913"/>
                  <a:pt x="763930" y="82534"/>
                  <a:pt x="765484" y="88429"/>
                </a:cubicBezTo>
                <a:cubicBezTo>
                  <a:pt x="766901" y="82763"/>
                  <a:pt x="768592" y="77233"/>
                  <a:pt x="770557" y="71840"/>
                </a:cubicBezTo>
                <a:lnTo>
                  <a:pt x="786118" y="29408"/>
                </a:lnTo>
                <a:lnTo>
                  <a:pt x="798456" y="29408"/>
                </a:lnTo>
                <a:lnTo>
                  <a:pt x="770762" y="103442"/>
                </a:lnTo>
                <a:cubicBezTo>
                  <a:pt x="767792" y="111439"/>
                  <a:pt x="765484" y="116946"/>
                  <a:pt x="763839" y="119962"/>
                </a:cubicBezTo>
                <a:cubicBezTo>
                  <a:pt x="761645" y="124030"/>
                  <a:pt x="759132" y="127012"/>
                  <a:pt x="756298" y="128908"/>
                </a:cubicBezTo>
                <a:cubicBezTo>
                  <a:pt x="753465" y="130805"/>
                  <a:pt x="750083" y="131753"/>
                  <a:pt x="746153" y="131753"/>
                </a:cubicBezTo>
                <a:cubicBezTo>
                  <a:pt x="743776" y="131753"/>
                  <a:pt x="741126" y="131250"/>
                  <a:pt x="738201" y="130245"/>
                </a:cubicBezTo>
                <a:close/>
                <a:moveTo>
                  <a:pt x="874127" y="91171"/>
                </a:moveTo>
                <a:lnTo>
                  <a:pt x="875909" y="102071"/>
                </a:lnTo>
                <a:cubicBezTo>
                  <a:pt x="872436" y="102802"/>
                  <a:pt x="869328" y="103168"/>
                  <a:pt x="866586" y="103168"/>
                </a:cubicBezTo>
                <a:cubicBezTo>
                  <a:pt x="862108" y="103168"/>
                  <a:pt x="858635" y="102459"/>
                  <a:pt x="856167" y="101043"/>
                </a:cubicBezTo>
                <a:cubicBezTo>
                  <a:pt x="853699" y="99626"/>
                  <a:pt x="851962" y="97764"/>
                  <a:pt x="850957" y="95456"/>
                </a:cubicBezTo>
                <a:cubicBezTo>
                  <a:pt x="849952" y="93148"/>
                  <a:pt x="849449" y="88292"/>
                  <a:pt x="849449" y="80889"/>
                </a:cubicBezTo>
                <a:lnTo>
                  <a:pt x="849449" y="39005"/>
                </a:lnTo>
                <a:lnTo>
                  <a:pt x="840400" y="39005"/>
                </a:lnTo>
                <a:lnTo>
                  <a:pt x="840400" y="29408"/>
                </a:lnTo>
                <a:lnTo>
                  <a:pt x="849449" y="29408"/>
                </a:lnTo>
                <a:lnTo>
                  <a:pt x="849449" y="11379"/>
                </a:lnTo>
                <a:lnTo>
                  <a:pt x="861719" y="3976"/>
                </a:lnTo>
                <a:lnTo>
                  <a:pt x="861719" y="29408"/>
                </a:lnTo>
                <a:lnTo>
                  <a:pt x="874127" y="29408"/>
                </a:lnTo>
                <a:lnTo>
                  <a:pt x="874127" y="39005"/>
                </a:lnTo>
                <a:lnTo>
                  <a:pt x="861719" y="39005"/>
                </a:lnTo>
                <a:lnTo>
                  <a:pt x="861719" y="81574"/>
                </a:lnTo>
                <a:cubicBezTo>
                  <a:pt x="861719" y="85093"/>
                  <a:pt x="861936" y="87355"/>
                  <a:pt x="862371" y="88361"/>
                </a:cubicBezTo>
                <a:cubicBezTo>
                  <a:pt x="862805" y="89366"/>
                  <a:pt x="863513" y="90166"/>
                  <a:pt x="864496" y="90760"/>
                </a:cubicBezTo>
                <a:cubicBezTo>
                  <a:pt x="865478" y="91354"/>
                  <a:pt x="866883" y="91651"/>
                  <a:pt x="868711" y="91651"/>
                </a:cubicBezTo>
                <a:cubicBezTo>
                  <a:pt x="870082" y="91651"/>
                  <a:pt x="871888" y="91491"/>
                  <a:pt x="874127" y="91171"/>
                </a:cubicBezTo>
                <a:close/>
                <a:moveTo>
                  <a:pt x="881089" y="65808"/>
                </a:moveTo>
                <a:cubicBezTo>
                  <a:pt x="881089" y="52326"/>
                  <a:pt x="884836" y="42341"/>
                  <a:pt x="892331" y="35852"/>
                </a:cubicBezTo>
                <a:cubicBezTo>
                  <a:pt x="898592" y="30459"/>
                  <a:pt x="906224" y="27763"/>
                  <a:pt x="915227" y="27763"/>
                </a:cubicBezTo>
                <a:cubicBezTo>
                  <a:pt x="925235" y="27763"/>
                  <a:pt x="933415" y="31042"/>
                  <a:pt x="939767" y="37600"/>
                </a:cubicBezTo>
                <a:cubicBezTo>
                  <a:pt x="946120" y="44158"/>
                  <a:pt x="949296" y="53218"/>
                  <a:pt x="949296" y="64780"/>
                </a:cubicBezTo>
                <a:cubicBezTo>
                  <a:pt x="949296" y="74148"/>
                  <a:pt x="947891" y="81517"/>
                  <a:pt x="945080" y="86887"/>
                </a:cubicBezTo>
                <a:cubicBezTo>
                  <a:pt x="942270" y="92257"/>
                  <a:pt x="938179" y="96427"/>
                  <a:pt x="932810" y="99397"/>
                </a:cubicBezTo>
                <a:cubicBezTo>
                  <a:pt x="927440" y="102368"/>
                  <a:pt x="921579" y="103853"/>
                  <a:pt x="915227" y="103853"/>
                </a:cubicBezTo>
                <a:cubicBezTo>
                  <a:pt x="905036" y="103853"/>
                  <a:pt x="896798" y="100586"/>
                  <a:pt x="890514" y="94051"/>
                </a:cubicBezTo>
                <a:cubicBezTo>
                  <a:pt x="884231" y="87515"/>
                  <a:pt x="881089" y="78101"/>
                  <a:pt x="881089" y="65808"/>
                </a:cubicBezTo>
                <a:moveTo>
                  <a:pt x="893770" y="65808"/>
                </a:moveTo>
                <a:cubicBezTo>
                  <a:pt x="893770" y="75131"/>
                  <a:pt x="895804" y="82111"/>
                  <a:pt x="899871" y="86750"/>
                </a:cubicBezTo>
                <a:cubicBezTo>
                  <a:pt x="903939" y="91388"/>
                  <a:pt x="909057" y="93708"/>
                  <a:pt x="915227" y="93708"/>
                </a:cubicBezTo>
                <a:cubicBezTo>
                  <a:pt x="921350" y="93708"/>
                  <a:pt x="926446" y="91377"/>
                  <a:pt x="930513" y="86716"/>
                </a:cubicBezTo>
                <a:cubicBezTo>
                  <a:pt x="934581" y="82054"/>
                  <a:pt x="936614" y="74948"/>
                  <a:pt x="936614" y="65397"/>
                </a:cubicBezTo>
                <a:cubicBezTo>
                  <a:pt x="936614" y="56394"/>
                  <a:pt x="934569" y="49573"/>
                  <a:pt x="930479" y="44934"/>
                </a:cubicBezTo>
                <a:cubicBezTo>
                  <a:pt x="926389" y="40296"/>
                  <a:pt x="921305" y="37977"/>
                  <a:pt x="915227" y="37977"/>
                </a:cubicBezTo>
                <a:cubicBezTo>
                  <a:pt x="909057" y="37977"/>
                  <a:pt x="903939" y="40285"/>
                  <a:pt x="899871" y="44900"/>
                </a:cubicBezTo>
                <a:cubicBezTo>
                  <a:pt x="895804" y="49516"/>
                  <a:pt x="893770" y="56485"/>
                  <a:pt x="893770" y="65808"/>
                </a:cubicBezTo>
                <a:close/>
                <a:moveTo>
                  <a:pt x="1013361" y="102208"/>
                </a:moveTo>
                <a:lnTo>
                  <a:pt x="1001913" y="102208"/>
                </a:lnTo>
                <a:lnTo>
                  <a:pt x="1001913" y="1714"/>
                </a:lnTo>
                <a:lnTo>
                  <a:pt x="1014252" y="1714"/>
                </a:lnTo>
                <a:lnTo>
                  <a:pt x="1014252" y="37565"/>
                </a:lnTo>
                <a:cubicBezTo>
                  <a:pt x="1019461" y="31030"/>
                  <a:pt x="1026111" y="27763"/>
                  <a:pt x="1034200" y="27763"/>
                </a:cubicBezTo>
                <a:cubicBezTo>
                  <a:pt x="1038678" y="27763"/>
                  <a:pt x="1042917" y="28665"/>
                  <a:pt x="1046916" y="30470"/>
                </a:cubicBezTo>
                <a:cubicBezTo>
                  <a:pt x="1050914" y="32276"/>
                  <a:pt x="1054205" y="34812"/>
                  <a:pt x="1056787" y="38079"/>
                </a:cubicBezTo>
                <a:cubicBezTo>
                  <a:pt x="1059369" y="41347"/>
                  <a:pt x="1061391" y="45289"/>
                  <a:pt x="1062854" y="49904"/>
                </a:cubicBezTo>
                <a:cubicBezTo>
                  <a:pt x="1064316" y="54520"/>
                  <a:pt x="1065047" y="59456"/>
                  <a:pt x="1065047" y="64711"/>
                </a:cubicBezTo>
                <a:cubicBezTo>
                  <a:pt x="1065047" y="77187"/>
                  <a:pt x="1061962" y="86830"/>
                  <a:pt x="1055793" y="93639"/>
                </a:cubicBezTo>
                <a:cubicBezTo>
                  <a:pt x="1049623" y="100448"/>
                  <a:pt x="1042220" y="103853"/>
                  <a:pt x="1033583" y="103853"/>
                </a:cubicBezTo>
                <a:cubicBezTo>
                  <a:pt x="1024991" y="103853"/>
                  <a:pt x="1018250" y="100266"/>
                  <a:pt x="1013361" y="93091"/>
                </a:cubicBezTo>
                <a:lnTo>
                  <a:pt x="1013361" y="102208"/>
                </a:lnTo>
                <a:moveTo>
                  <a:pt x="1013223" y="65260"/>
                </a:moveTo>
                <a:cubicBezTo>
                  <a:pt x="1013223" y="73988"/>
                  <a:pt x="1014412" y="80295"/>
                  <a:pt x="1016788" y="84179"/>
                </a:cubicBezTo>
                <a:cubicBezTo>
                  <a:pt x="1020673" y="90532"/>
                  <a:pt x="1025928" y="93708"/>
                  <a:pt x="1032555" y="93708"/>
                </a:cubicBezTo>
                <a:cubicBezTo>
                  <a:pt x="1037947" y="93708"/>
                  <a:pt x="1042609" y="91366"/>
                  <a:pt x="1046539" y="86681"/>
                </a:cubicBezTo>
                <a:cubicBezTo>
                  <a:pt x="1050469" y="81997"/>
                  <a:pt x="1052434" y="75016"/>
                  <a:pt x="1052434" y="65739"/>
                </a:cubicBezTo>
                <a:cubicBezTo>
                  <a:pt x="1052434" y="56234"/>
                  <a:pt x="1050549" y="49219"/>
                  <a:pt x="1046779" y="44695"/>
                </a:cubicBezTo>
                <a:cubicBezTo>
                  <a:pt x="1043008" y="40170"/>
                  <a:pt x="1038450" y="37908"/>
                  <a:pt x="1033103" y="37908"/>
                </a:cubicBezTo>
                <a:cubicBezTo>
                  <a:pt x="1027710" y="37908"/>
                  <a:pt x="1023049" y="40250"/>
                  <a:pt x="1019119" y="44934"/>
                </a:cubicBezTo>
                <a:cubicBezTo>
                  <a:pt x="1015189" y="49619"/>
                  <a:pt x="1013223" y="56394"/>
                  <a:pt x="1013223" y="65260"/>
                </a:cubicBezTo>
                <a:close/>
                <a:moveTo>
                  <a:pt x="1129621" y="78764"/>
                </a:moveTo>
                <a:lnTo>
                  <a:pt x="1142372" y="80341"/>
                </a:lnTo>
                <a:cubicBezTo>
                  <a:pt x="1140361" y="87790"/>
                  <a:pt x="1136636" y="93571"/>
                  <a:pt x="1131198" y="97684"/>
                </a:cubicBezTo>
                <a:cubicBezTo>
                  <a:pt x="1125760" y="101797"/>
                  <a:pt x="1118813" y="103853"/>
                  <a:pt x="1110359" y="103853"/>
                </a:cubicBezTo>
                <a:cubicBezTo>
                  <a:pt x="1099711" y="103853"/>
                  <a:pt x="1091268" y="100574"/>
                  <a:pt x="1085030" y="94016"/>
                </a:cubicBezTo>
                <a:cubicBezTo>
                  <a:pt x="1078792" y="87458"/>
                  <a:pt x="1075673" y="78261"/>
                  <a:pt x="1075673" y="66425"/>
                </a:cubicBezTo>
                <a:cubicBezTo>
                  <a:pt x="1075673" y="54177"/>
                  <a:pt x="1078826" y="44672"/>
                  <a:pt x="1085132" y="37908"/>
                </a:cubicBezTo>
                <a:cubicBezTo>
                  <a:pt x="1091439" y="31145"/>
                  <a:pt x="1099619" y="27763"/>
                  <a:pt x="1109673" y="27763"/>
                </a:cubicBezTo>
                <a:cubicBezTo>
                  <a:pt x="1119407" y="27763"/>
                  <a:pt x="1127359" y="31076"/>
                  <a:pt x="1133529" y="37702"/>
                </a:cubicBezTo>
                <a:cubicBezTo>
                  <a:pt x="1139698" y="44329"/>
                  <a:pt x="1142783" y="53652"/>
                  <a:pt x="1142783" y="65671"/>
                </a:cubicBezTo>
                <a:cubicBezTo>
                  <a:pt x="1142783" y="66402"/>
                  <a:pt x="1142760" y="67499"/>
                  <a:pt x="1142714" y="68961"/>
                </a:cubicBezTo>
                <a:lnTo>
                  <a:pt x="1088423" y="68961"/>
                </a:lnTo>
                <a:cubicBezTo>
                  <a:pt x="1088880" y="76959"/>
                  <a:pt x="1091142" y="83083"/>
                  <a:pt x="1095209" y="87333"/>
                </a:cubicBezTo>
                <a:cubicBezTo>
                  <a:pt x="1099277" y="91583"/>
                  <a:pt x="1104349" y="93708"/>
                  <a:pt x="1110427" y="93708"/>
                </a:cubicBezTo>
                <a:cubicBezTo>
                  <a:pt x="1114952" y="93708"/>
                  <a:pt x="1118813" y="92520"/>
                  <a:pt x="1122012" y="90143"/>
                </a:cubicBezTo>
                <a:cubicBezTo>
                  <a:pt x="1125211" y="87767"/>
                  <a:pt x="1127748" y="83974"/>
                  <a:pt x="1129621" y="78764"/>
                </a:cubicBezTo>
                <a:moveTo>
                  <a:pt x="1089108" y="58816"/>
                </a:moveTo>
                <a:lnTo>
                  <a:pt x="1129758" y="58816"/>
                </a:lnTo>
                <a:cubicBezTo>
                  <a:pt x="1129210" y="52692"/>
                  <a:pt x="1127656" y="48099"/>
                  <a:pt x="1125097" y="45037"/>
                </a:cubicBezTo>
                <a:cubicBezTo>
                  <a:pt x="1121167" y="40285"/>
                  <a:pt x="1116071" y="37908"/>
                  <a:pt x="1109810" y="37908"/>
                </a:cubicBezTo>
                <a:cubicBezTo>
                  <a:pt x="1104144" y="37908"/>
                  <a:pt x="1099379" y="39805"/>
                  <a:pt x="1095518" y="43598"/>
                </a:cubicBezTo>
                <a:cubicBezTo>
                  <a:pt x="1091656" y="47391"/>
                  <a:pt x="1089520" y="52464"/>
                  <a:pt x="1089108" y="58816"/>
                </a:cubicBezTo>
                <a:close/>
                <a:moveTo>
                  <a:pt x="1223025" y="91171"/>
                </a:moveTo>
                <a:lnTo>
                  <a:pt x="1224807" y="102071"/>
                </a:lnTo>
                <a:cubicBezTo>
                  <a:pt x="1221334" y="102802"/>
                  <a:pt x="1218226" y="103168"/>
                  <a:pt x="1215484" y="103168"/>
                </a:cubicBezTo>
                <a:cubicBezTo>
                  <a:pt x="1211006" y="103168"/>
                  <a:pt x="1207533" y="102459"/>
                  <a:pt x="1205065" y="101043"/>
                </a:cubicBezTo>
                <a:cubicBezTo>
                  <a:pt x="1202597" y="99626"/>
                  <a:pt x="1200860" y="97764"/>
                  <a:pt x="1199855" y="95456"/>
                </a:cubicBezTo>
                <a:cubicBezTo>
                  <a:pt x="1198850" y="93148"/>
                  <a:pt x="1198347" y="88292"/>
                  <a:pt x="1198347" y="80889"/>
                </a:cubicBezTo>
                <a:lnTo>
                  <a:pt x="1198347" y="39005"/>
                </a:lnTo>
                <a:lnTo>
                  <a:pt x="1189298" y="39005"/>
                </a:lnTo>
                <a:lnTo>
                  <a:pt x="1189298" y="29408"/>
                </a:lnTo>
                <a:lnTo>
                  <a:pt x="1198347" y="29408"/>
                </a:lnTo>
                <a:lnTo>
                  <a:pt x="1198347" y="11379"/>
                </a:lnTo>
                <a:lnTo>
                  <a:pt x="1210617" y="3976"/>
                </a:lnTo>
                <a:lnTo>
                  <a:pt x="1210617" y="29408"/>
                </a:lnTo>
                <a:lnTo>
                  <a:pt x="1223025" y="29408"/>
                </a:lnTo>
                <a:lnTo>
                  <a:pt x="1223025" y="39005"/>
                </a:lnTo>
                <a:lnTo>
                  <a:pt x="1210617" y="39005"/>
                </a:lnTo>
                <a:lnTo>
                  <a:pt x="1210617" y="81574"/>
                </a:lnTo>
                <a:cubicBezTo>
                  <a:pt x="1210617" y="85093"/>
                  <a:pt x="1210834" y="87355"/>
                  <a:pt x="1211268" y="88361"/>
                </a:cubicBezTo>
                <a:cubicBezTo>
                  <a:pt x="1211703" y="89366"/>
                  <a:pt x="1212411" y="90166"/>
                  <a:pt x="1213394" y="90760"/>
                </a:cubicBezTo>
                <a:cubicBezTo>
                  <a:pt x="1214376" y="91354"/>
                  <a:pt x="1215781" y="91651"/>
                  <a:pt x="1217609" y="91651"/>
                </a:cubicBezTo>
                <a:cubicBezTo>
                  <a:pt x="1218980" y="91651"/>
                  <a:pt x="1220785" y="91491"/>
                  <a:pt x="1223025" y="91171"/>
                </a:cubicBezTo>
                <a:close/>
                <a:moveTo>
                  <a:pt x="1234443" y="102208"/>
                </a:moveTo>
                <a:lnTo>
                  <a:pt x="1234443" y="29408"/>
                </a:lnTo>
                <a:lnTo>
                  <a:pt x="1245548" y="29408"/>
                </a:lnTo>
                <a:lnTo>
                  <a:pt x="1245548" y="40444"/>
                </a:lnTo>
                <a:cubicBezTo>
                  <a:pt x="1248381" y="35280"/>
                  <a:pt x="1250998" y="31876"/>
                  <a:pt x="1253397" y="30231"/>
                </a:cubicBezTo>
                <a:cubicBezTo>
                  <a:pt x="1255796" y="28585"/>
                  <a:pt x="1258435" y="27763"/>
                  <a:pt x="1261315" y="27763"/>
                </a:cubicBezTo>
                <a:cubicBezTo>
                  <a:pt x="1265473" y="27763"/>
                  <a:pt x="1269700" y="29088"/>
                  <a:pt x="1273996" y="31739"/>
                </a:cubicBezTo>
                <a:lnTo>
                  <a:pt x="1269746" y="43186"/>
                </a:lnTo>
                <a:cubicBezTo>
                  <a:pt x="1266730" y="41404"/>
                  <a:pt x="1263714" y="40513"/>
                  <a:pt x="1260698" y="40513"/>
                </a:cubicBezTo>
                <a:cubicBezTo>
                  <a:pt x="1258001" y="40513"/>
                  <a:pt x="1255579" y="41324"/>
                  <a:pt x="1253431" y="42947"/>
                </a:cubicBezTo>
                <a:cubicBezTo>
                  <a:pt x="1251283" y="44569"/>
                  <a:pt x="1249752" y="46820"/>
                  <a:pt x="1248838" y="49699"/>
                </a:cubicBezTo>
                <a:cubicBezTo>
                  <a:pt x="1247467" y="54086"/>
                  <a:pt x="1246782" y="58884"/>
                  <a:pt x="1246782" y="64094"/>
                </a:cubicBezTo>
                <a:lnTo>
                  <a:pt x="1246782" y="102208"/>
                </a:lnTo>
                <a:lnTo>
                  <a:pt x="1234443" y="102208"/>
                </a:lnTo>
                <a:close/>
                <a:moveTo>
                  <a:pt x="1328647" y="102208"/>
                </a:moveTo>
                <a:lnTo>
                  <a:pt x="1328647" y="91514"/>
                </a:lnTo>
                <a:cubicBezTo>
                  <a:pt x="1322981" y="99740"/>
                  <a:pt x="1315280" y="103853"/>
                  <a:pt x="1305546" y="103853"/>
                </a:cubicBezTo>
                <a:cubicBezTo>
                  <a:pt x="1301250" y="103853"/>
                  <a:pt x="1297240" y="103031"/>
                  <a:pt x="1293516" y="101385"/>
                </a:cubicBezTo>
                <a:cubicBezTo>
                  <a:pt x="1289791" y="99740"/>
                  <a:pt x="1287026" y="97672"/>
                  <a:pt x="1285221" y="95182"/>
                </a:cubicBezTo>
                <a:cubicBezTo>
                  <a:pt x="1283416" y="92691"/>
                  <a:pt x="1282148" y="89640"/>
                  <a:pt x="1281417" y="86030"/>
                </a:cubicBezTo>
                <a:cubicBezTo>
                  <a:pt x="1280914" y="83608"/>
                  <a:pt x="1280662" y="79769"/>
                  <a:pt x="1280662" y="74514"/>
                </a:cubicBezTo>
                <a:lnTo>
                  <a:pt x="1280662" y="29408"/>
                </a:lnTo>
                <a:lnTo>
                  <a:pt x="1293001" y="29408"/>
                </a:lnTo>
                <a:lnTo>
                  <a:pt x="1293001" y="69784"/>
                </a:lnTo>
                <a:cubicBezTo>
                  <a:pt x="1293001" y="76228"/>
                  <a:pt x="1293253" y="80569"/>
                  <a:pt x="1293756" y="82808"/>
                </a:cubicBezTo>
                <a:cubicBezTo>
                  <a:pt x="1294532" y="86053"/>
                  <a:pt x="1296178" y="88601"/>
                  <a:pt x="1298691" y="90452"/>
                </a:cubicBezTo>
                <a:cubicBezTo>
                  <a:pt x="1301205" y="92302"/>
                  <a:pt x="1304312" y="93228"/>
                  <a:pt x="1308014" y="93228"/>
                </a:cubicBezTo>
                <a:cubicBezTo>
                  <a:pt x="1311716" y="93228"/>
                  <a:pt x="1315189" y="92280"/>
                  <a:pt x="1318434" y="90383"/>
                </a:cubicBezTo>
                <a:cubicBezTo>
                  <a:pt x="1321678" y="88487"/>
                  <a:pt x="1323975" y="85904"/>
                  <a:pt x="1325323" y="82637"/>
                </a:cubicBezTo>
                <a:cubicBezTo>
                  <a:pt x="1326671" y="79369"/>
                  <a:pt x="1327345" y="74628"/>
                  <a:pt x="1327345" y="68413"/>
                </a:cubicBezTo>
                <a:lnTo>
                  <a:pt x="1327345" y="29408"/>
                </a:lnTo>
                <a:lnTo>
                  <a:pt x="1339684" y="29408"/>
                </a:lnTo>
                <a:lnTo>
                  <a:pt x="1339684" y="102208"/>
                </a:lnTo>
                <a:lnTo>
                  <a:pt x="1328647" y="102208"/>
                </a:lnTo>
                <a:close/>
                <a:moveTo>
                  <a:pt x="1408577" y="78764"/>
                </a:moveTo>
                <a:lnTo>
                  <a:pt x="1421327" y="80341"/>
                </a:lnTo>
                <a:cubicBezTo>
                  <a:pt x="1419316" y="87790"/>
                  <a:pt x="1415592" y="93571"/>
                  <a:pt x="1410153" y="97684"/>
                </a:cubicBezTo>
                <a:cubicBezTo>
                  <a:pt x="1404715" y="101797"/>
                  <a:pt x="1397769" y="103853"/>
                  <a:pt x="1389314" y="103853"/>
                </a:cubicBezTo>
                <a:cubicBezTo>
                  <a:pt x="1378666" y="103853"/>
                  <a:pt x="1370223" y="100574"/>
                  <a:pt x="1363985" y="94016"/>
                </a:cubicBezTo>
                <a:cubicBezTo>
                  <a:pt x="1357747" y="87458"/>
                  <a:pt x="1354628" y="78261"/>
                  <a:pt x="1354628" y="66425"/>
                </a:cubicBezTo>
                <a:cubicBezTo>
                  <a:pt x="1354628" y="54177"/>
                  <a:pt x="1357781" y="44672"/>
                  <a:pt x="1364088" y="37908"/>
                </a:cubicBezTo>
                <a:cubicBezTo>
                  <a:pt x="1370394" y="31145"/>
                  <a:pt x="1378575" y="27763"/>
                  <a:pt x="1388629" y="27763"/>
                </a:cubicBezTo>
                <a:cubicBezTo>
                  <a:pt x="1398363" y="27763"/>
                  <a:pt x="1406315" y="31076"/>
                  <a:pt x="1412484" y="37702"/>
                </a:cubicBezTo>
                <a:cubicBezTo>
                  <a:pt x="1418654" y="44329"/>
                  <a:pt x="1421738" y="53652"/>
                  <a:pt x="1421738" y="65671"/>
                </a:cubicBezTo>
                <a:cubicBezTo>
                  <a:pt x="1421738" y="66402"/>
                  <a:pt x="1421716" y="67499"/>
                  <a:pt x="1421670" y="68961"/>
                </a:cubicBezTo>
                <a:lnTo>
                  <a:pt x="1367378" y="68961"/>
                </a:lnTo>
                <a:cubicBezTo>
                  <a:pt x="1367835" y="76959"/>
                  <a:pt x="1370097" y="83083"/>
                  <a:pt x="1374165" y="87333"/>
                </a:cubicBezTo>
                <a:cubicBezTo>
                  <a:pt x="1378232" y="91583"/>
                  <a:pt x="1383305" y="93708"/>
                  <a:pt x="1389383" y="93708"/>
                </a:cubicBezTo>
                <a:cubicBezTo>
                  <a:pt x="1393907" y="93708"/>
                  <a:pt x="1397769" y="92520"/>
                  <a:pt x="1400968" y="90143"/>
                </a:cubicBezTo>
                <a:cubicBezTo>
                  <a:pt x="1404167" y="87767"/>
                  <a:pt x="1406703" y="83974"/>
                  <a:pt x="1408577" y="78764"/>
                </a:cubicBezTo>
                <a:moveTo>
                  <a:pt x="1368064" y="58816"/>
                </a:moveTo>
                <a:lnTo>
                  <a:pt x="1408714" y="58816"/>
                </a:lnTo>
                <a:cubicBezTo>
                  <a:pt x="1408165" y="52692"/>
                  <a:pt x="1406612" y="48099"/>
                  <a:pt x="1404052" y="45037"/>
                </a:cubicBezTo>
                <a:cubicBezTo>
                  <a:pt x="1400122" y="40285"/>
                  <a:pt x="1395027" y="37908"/>
                  <a:pt x="1388766" y="37908"/>
                </a:cubicBezTo>
                <a:cubicBezTo>
                  <a:pt x="1383099" y="37908"/>
                  <a:pt x="1378335" y="39805"/>
                  <a:pt x="1374473" y="43598"/>
                </a:cubicBezTo>
                <a:cubicBezTo>
                  <a:pt x="1370612" y="47391"/>
                  <a:pt x="1368475" y="52464"/>
                  <a:pt x="1368064" y="58816"/>
                </a:cubicBezTo>
                <a:close/>
                <a:moveTo>
                  <a:pt x="1459647" y="77461"/>
                </a:moveTo>
                <a:cubicBezTo>
                  <a:pt x="1459601" y="75816"/>
                  <a:pt x="1459578" y="74582"/>
                  <a:pt x="1459578" y="73760"/>
                </a:cubicBezTo>
                <a:cubicBezTo>
                  <a:pt x="1459578" y="68916"/>
                  <a:pt x="1460264" y="64734"/>
                  <a:pt x="1461635" y="61215"/>
                </a:cubicBezTo>
                <a:cubicBezTo>
                  <a:pt x="1462640" y="58564"/>
                  <a:pt x="1464262" y="55891"/>
                  <a:pt x="1466502" y="53195"/>
                </a:cubicBezTo>
                <a:cubicBezTo>
                  <a:pt x="1468147" y="51230"/>
                  <a:pt x="1471106" y="48362"/>
                  <a:pt x="1475379" y="44592"/>
                </a:cubicBezTo>
                <a:cubicBezTo>
                  <a:pt x="1479652" y="40821"/>
                  <a:pt x="1482428" y="37817"/>
                  <a:pt x="1483708" y="35577"/>
                </a:cubicBezTo>
                <a:cubicBezTo>
                  <a:pt x="1484987" y="33338"/>
                  <a:pt x="1485627" y="30893"/>
                  <a:pt x="1485627" y="28243"/>
                </a:cubicBezTo>
                <a:cubicBezTo>
                  <a:pt x="1485627" y="23444"/>
                  <a:pt x="1483753" y="19228"/>
                  <a:pt x="1480006" y="15595"/>
                </a:cubicBezTo>
                <a:cubicBezTo>
                  <a:pt x="1476259" y="11962"/>
                  <a:pt x="1471666" y="10145"/>
                  <a:pt x="1466227" y="10145"/>
                </a:cubicBezTo>
                <a:cubicBezTo>
                  <a:pt x="1460972" y="10145"/>
                  <a:pt x="1456585" y="11791"/>
                  <a:pt x="1453066" y="15081"/>
                </a:cubicBezTo>
                <a:cubicBezTo>
                  <a:pt x="1449547" y="18371"/>
                  <a:pt x="1447239" y="23513"/>
                  <a:pt x="1446142" y="30505"/>
                </a:cubicBezTo>
                <a:lnTo>
                  <a:pt x="1433461" y="28997"/>
                </a:lnTo>
                <a:cubicBezTo>
                  <a:pt x="1434603" y="19628"/>
                  <a:pt x="1437996" y="12453"/>
                  <a:pt x="1443640" y="7472"/>
                </a:cubicBezTo>
                <a:cubicBezTo>
                  <a:pt x="1449284" y="2491"/>
                  <a:pt x="1456745" y="0"/>
                  <a:pt x="1466022" y="0"/>
                </a:cubicBezTo>
                <a:cubicBezTo>
                  <a:pt x="1475847" y="0"/>
                  <a:pt x="1483685" y="2673"/>
                  <a:pt x="1489534" y="8020"/>
                </a:cubicBezTo>
                <a:cubicBezTo>
                  <a:pt x="1495384" y="13367"/>
                  <a:pt x="1498309" y="19834"/>
                  <a:pt x="1498309" y="27420"/>
                </a:cubicBezTo>
                <a:cubicBezTo>
                  <a:pt x="1498309" y="31807"/>
                  <a:pt x="1497281" y="35852"/>
                  <a:pt x="1495224" y="39553"/>
                </a:cubicBezTo>
                <a:cubicBezTo>
                  <a:pt x="1493168" y="43255"/>
                  <a:pt x="1489146" y="47756"/>
                  <a:pt x="1483159" y="53058"/>
                </a:cubicBezTo>
                <a:cubicBezTo>
                  <a:pt x="1479138" y="56622"/>
                  <a:pt x="1476510" y="59250"/>
                  <a:pt x="1475276" y="60941"/>
                </a:cubicBezTo>
                <a:cubicBezTo>
                  <a:pt x="1474042" y="62632"/>
                  <a:pt x="1473128" y="64574"/>
                  <a:pt x="1472534" y="66768"/>
                </a:cubicBezTo>
                <a:cubicBezTo>
                  <a:pt x="1471940" y="68961"/>
                  <a:pt x="1471597" y="72526"/>
                  <a:pt x="1471506" y="77461"/>
                </a:cubicBezTo>
                <a:lnTo>
                  <a:pt x="1459647" y="77461"/>
                </a:lnTo>
                <a:moveTo>
                  <a:pt x="1458893" y="102208"/>
                </a:moveTo>
                <a:lnTo>
                  <a:pt x="1458893" y="88155"/>
                </a:lnTo>
                <a:lnTo>
                  <a:pt x="1472945" y="88155"/>
                </a:lnTo>
                <a:lnTo>
                  <a:pt x="1472945" y="102208"/>
                </a:lnTo>
                <a:lnTo>
                  <a:pt x="1458893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(a)Markhasbeentryingtogetawaterglass.">
            <a:extLst xmlns:a="http://schemas.openxmlformats.org/drawingml/2006/main">
              <a:ext uri="{FF2B5EF4-FFF2-40B4-BE49-F238E27FC236}">
                <a16:creationId xmlns:a16="http://schemas.microsoft.com/office/drawing/2014/main" id="{04CC7BC5-9673-4BC7-AAF8-A46B1578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959" y="6335679"/>
            <a:ext cx="2761151" cy="131753"/>
          </a:xfrm>
          <a:custGeom xmlns:a="http://schemas.openxmlformats.org/drawingml/2006/main">
            <a:pathLst>
              <a:path w="2761151" h="131753">
                <a:moveTo>
                  <a:pt x="24335" y="131753"/>
                </a:moveTo>
                <a:cubicBezTo>
                  <a:pt x="17526" y="123161"/>
                  <a:pt x="11768" y="113107"/>
                  <a:pt x="7061" y="101591"/>
                </a:cubicBezTo>
                <a:cubicBezTo>
                  <a:pt x="2354" y="90075"/>
                  <a:pt x="0" y="78147"/>
                  <a:pt x="0" y="65808"/>
                </a:cubicBezTo>
                <a:cubicBezTo>
                  <a:pt x="0" y="54931"/>
                  <a:pt x="1759" y="44512"/>
                  <a:pt x="5278" y="34549"/>
                </a:cubicBezTo>
                <a:cubicBezTo>
                  <a:pt x="9391" y="22987"/>
                  <a:pt x="15744" y="11471"/>
                  <a:pt x="24335" y="0"/>
                </a:cubicBezTo>
                <a:lnTo>
                  <a:pt x="33178" y="0"/>
                </a:lnTo>
                <a:cubicBezTo>
                  <a:pt x="27648" y="9506"/>
                  <a:pt x="23992" y="16292"/>
                  <a:pt x="22210" y="20359"/>
                </a:cubicBezTo>
                <a:cubicBezTo>
                  <a:pt x="19422" y="26666"/>
                  <a:pt x="17229" y="33247"/>
                  <a:pt x="15629" y="40102"/>
                </a:cubicBezTo>
                <a:cubicBezTo>
                  <a:pt x="13664" y="48648"/>
                  <a:pt x="12682" y="57239"/>
                  <a:pt x="12682" y="65876"/>
                </a:cubicBezTo>
                <a:cubicBezTo>
                  <a:pt x="12682" y="87858"/>
                  <a:pt x="19514" y="109817"/>
                  <a:pt x="33178" y="131753"/>
                </a:cubicBezTo>
                <a:lnTo>
                  <a:pt x="24335" y="131753"/>
                </a:lnTo>
                <a:close/>
                <a:moveTo>
                  <a:pt x="94588" y="93228"/>
                </a:moveTo>
                <a:cubicBezTo>
                  <a:pt x="90018" y="97112"/>
                  <a:pt x="85619" y="99854"/>
                  <a:pt x="81392" y="101454"/>
                </a:cubicBezTo>
                <a:cubicBezTo>
                  <a:pt x="77165" y="103053"/>
                  <a:pt x="72629" y="103853"/>
                  <a:pt x="67785" y="103853"/>
                </a:cubicBezTo>
                <a:cubicBezTo>
                  <a:pt x="59788" y="103853"/>
                  <a:pt x="53641" y="101899"/>
                  <a:pt x="49345" y="97992"/>
                </a:cubicBezTo>
                <a:cubicBezTo>
                  <a:pt x="45049" y="94085"/>
                  <a:pt x="42901" y="89092"/>
                  <a:pt x="42901" y="83014"/>
                </a:cubicBezTo>
                <a:cubicBezTo>
                  <a:pt x="42901" y="79449"/>
                  <a:pt x="43713" y="76193"/>
                  <a:pt x="45335" y="73246"/>
                </a:cubicBezTo>
                <a:cubicBezTo>
                  <a:pt x="46957" y="70298"/>
                  <a:pt x="49082" y="67933"/>
                  <a:pt x="51710" y="66151"/>
                </a:cubicBezTo>
                <a:cubicBezTo>
                  <a:pt x="54338" y="64368"/>
                  <a:pt x="57297" y="63020"/>
                  <a:pt x="60587" y="62106"/>
                </a:cubicBezTo>
                <a:cubicBezTo>
                  <a:pt x="63009" y="61466"/>
                  <a:pt x="66665" y="60849"/>
                  <a:pt x="71555" y="60255"/>
                </a:cubicBezTo>
                <a:cubicBezTo>
                  <a:pt x="81518" y="59067"/>
                  <a:pt x="88853" y="57650"/>
                  <a:pt x="93560" y="56005"/>
                </a:cubicBezTo>
                <a:cubicBezTo>
                  <a:pt x="93606" y="54314"/>
                  <a:pt x="93628" y="53240"/>
                  <a:pt x="93628" y="52783"/>
                </a:cubicBezTo>
                <a:cubicBezTo>
                  <a:pt x="93628" y="47756"/>
                  <a:pt x="92463" y="44215"/>
                  <a:pt x="90132" y="42158"/>
                </a:cubicBezTo>
                <a:cubicBezTo>
                  <a:pt x="86979" y="39371"/>
                  <a:pt x="82295" y="37977"/>
                  <a:pt x="76080" y="37977"/>
                </a:cubicBezTo>
                <a:cubicBezTo>
                  <a:pt x="70276" y="37977"/>
                  <a:pt x="65991" y="38993"/>
                  <a:pt x="63226" y="41027"/>
                </a:cubicBezTo>
                <a:cubicBezTo>
                  <a:pt x="60462" y="43061"/>
                  <a:pt x="58417" y="46660"/>
                  <a:pt x="57091" y="51824"/>
                </a:cubicBezTo>
                <a:lnTo>
                  <a:pt x="45026" y="50179"/>
                </a:lnTo>
                <a:cubicBezTo>
                  <a:pt x="46123" y="45014"/>
                  <a:pt x="47928" y="40844"/>
                  <a:pt x="50442" y="37668"/>
                </a:cubicBezTo>
                <a:cubicBezTo>
                  <a:pt x="52955" y="34492"/>
                  <a:pt x="56589" y="32047"/>
                  <a:pt x="61341" y="30333"/>
                </a:cubicBezTo>
                <a:cubicBezTo>
                  <a:pt x="66094" y="28620"/>
                  <a:pt x="71601" y="27763"/>
                  <a:pt x="77862" y="27763"/>
                </a:cubicBezTo>
                <a:cubicBezTo>
                  <a:pt x="84077" y="27763"/>
                  <a:pt x="89127" y="28494"/>
                  <a:pt x="93011" y="29956"/>
                </a:cubicBezTo>
                <a:cubicBezTo>
                  <a:pt x="96896" y="31419"/>
                  <a:pt x="99752" y="33258"/>
                  <a:pt x="101580" y="35475"/>
                </a:cubicBezTo>
                <a:cubicBezTo>
                  <a:pt x="103408" y="37691"/>
                  <a:pt x="104688" y="40490"/>
                  <a:pt x="105419" y="43872"/>
                </a:cubicBezTo>
                <a:cubicBezTo>
                  <a:pt x="105830" y="45974"/>
                  <a:pt x="106036" y="49767"/>
                  <a:pt x="106036" y="55251"/>
                </a:cubicBezTo>
                <a:lnTo>
                  <a:pt x="106036" y="71703"/>
                </a:lnTo>
                <a:cubicBezTo>
                  <a:pt x="106036" y="83174"/>
                  <a:pt x="106299" y="90429"/>
                  <a:pt x="106824" y="93468"/>
                </a:cubicBezTo>
                <a:cubicBezTo>
                  <a:pt x="107350" y="96507"/>
                  <a:pt x="108389" y="99420"/>
                  <a:pt x="109943" y="102208"/>
                </a:cubicBezTo>
                <a:lnTo>
                  <a:pt x="97056" y="102208"/>
                </a:lnTo>
                <a:cubicBezTo>
                  <a:pt x="95776" y="99649"/>
                  <a:pt x="94954" y="96655"/>
                  <a:pt x="94588" y="93228"/>
                </a:cubicBezTo>
                <a:moveTo>
                  <a:pt x="93560" y="65671"/>
                </a:moveTo>
                <a:cubicBezTo>
                  <a:pt x="89081" y="67499"/>
                  <a:pt x="82363" y="69053"/>
                  <a:pt x="73406" y="70332"/>
                </a:cubicBezTo>
                <a:cubicBezTo>
                  <a:pt x="68333" y="71063"/>
                  <a:pt x="64746" y="71886"/>
                  <a:pt x="62644" y="72800"/>
                </a:cubicBezTo>
                <a:cubicBezTo>
                  <a:pt x="60542" y="73714"/>
                  <a:pt x="58919" y="75051"/>
                  <a:pt x="57777" y="76810"/>
                </a:cubicBezTo>
                <a:cubicBezTo>
                  <a:pt x="56634" y="78570"/>
                  <a:pt x="56063" y="80523"/>
                  <a:pt x="56063" y="82671"/>
                </a:cubicBezTo>
                <a:cubicBezTo>
                  <a:pt x="56063" y="85962"/>
                  <a:pt x="57308" y="88704"/>
                  <a:pt x="59799" y="90897"/>
                </a:cubicBezTo>
                <a:cubicBezTo>
                  <a:pt x="62290" y="93091"/>
                  <a:pt x="65934" y="94188"/>
                  <a:pt x="70733" y="94188"/>
                </a:cubicBezTo>
                <a:cubicBezTo>
                  <a:pt x="75486" y="94188"/>
                  <a:pt x="79713" y="93148"/>
                  <a:pt x="83414" y="91069"/>
                </a:cubicBezTo>
                <a:cubicBezTo>
                  <a:pt x="87116" y="88989"/>
                  <a:pt x="89835" y="86144"/>
                  <a:pt x="91572" y="82534"/>
                </a:cubicBezTo>
                <a:cubicBezTo>
                  <a:pt x="92897" y="79746"/>
                  <a:pt x="93560" y="75633"/>
                  <a:pt x="93560" y="70195"/>
                </a:cubicBezTo>
                <a:lnTo>
                  <a:pt x="93560" y="65671"/>
                </a:lnTo>
                <a:close/>
                <a:moveTo>
                  <a:pt x="132948" y="131753"/>
                </a:moveTo>
                <a:lnTo>
                  <a:pt x="124105" y="131753"/>
                </a:lnTo>
                <a:cubicBezTo>
                  <a:pt x="137769" y="109817"/>
                  <a:pt x="144602" y="87858"/>
                  <a:pt x="144602" y="65876"/>
                </a:cubicBezTo>
                <a:cubicBezTo>
                  <a:pt x="144602" y="57285"/>
                  <a:pt x="143619" y="48762"/>
                  <a:pt x="141654" y="40307"/>
                </a:cubicBezTo>
                <a:cubicBezTo>
                  <a:pt x="140100" y="33452"/>
                  <a:pt x="137929" y="26872"/>
                  <a:pt x="135142" y="20565"/>
                </a:cubicBezTo>
                <a:cubicBezTo>
                  <a:pt x="133359" y="16452"/>
                  <a:pt x="129681" y="9597"/>
                  <a:pt x="124105" y="0"/>
                </a:cubicBezTo>
                <a:lnTo>
                  <a:pt x="132948" y="0"/>
                </a:lnTo>
                <a:cubicBezTo>
                  <a:pt x="141540" y="11471"/>
                  <a:pt x="147892" y="22987"/>
                  <a:pt x="152005" y="34549"/>
                </a:cubicBezTo>
                <a:cubicBezTo>
                  <a:pt x="155524" y="44512"/>
                  <a:pt x="157283" y="54931"/>
                  <a:pt x="157283" y="65808"/>
                </a:cubicBezTo>
                <a:cubicBezTo>
                  <a:pt x="157283" y="78147"/>
                  <a:pt x="154918" y="90075"/>
                  <a:pt x="150188" y="101591"/>
                </a:cubicBezTo>
                <a:cubicBezTo>
                  <a:pt x="145458" y="113107"/>
                  <a:pt x="139712" y="123161"/>
                  <a:pt x="132948" y="131753"/>
                </a:cubicBezTo>
                <a:close/>
                <a:moveTo>
                  <a:pt x="190760" y="102208"/>
                </a:moveTo>
                <a:lnTo>
                  <a:pt x="190760" y="1714"/>
                </a:lnTo>
                <a:lnTo>
                  <a:pt x="210776" y="1714"/>
                </a:lnTo>
                <a:lnTo>
                  <a:pt x="234563" y="72869"/>
                </a:lnTo>
                <a:cubicBezTo>
                  <a:pt x="236757" y="79495"/>
                  <a:pt x="238356" y="84454"/>
                  <a:pt x="239362" y="87744"/>
                </a:cubicBezTo>
                <a:cubicBezTo>
                  <a:pt x="240504" y="84088"/>
                  <a:pt x="242287" y="78718"/>
                  <a:pt x="244709" y="71635"/>
                </a:cubicBezTo>
                <a:lnTo>
                  <a:pt x="268770" y="1714"/>
                </a:lnTo>
                <a:lnTo>
                  <a:pt x="286661" y="1714"/>
                </a:lnTo>
                <a:lnTo>
                  <a:pt x="286661" y="102208"/>
                </a:lnTo>
                <a:lnTo>
                  <a:pt x="273842" y="102208"/>
                </a:lnTo>
                <a:lnTo>
                  <a:pt x="273842" y="18097"/>
                </a:lnTo>
                <a:lnTo>
                  <a:pt x="244640" y="102208"/>
                </a:lnTo>
                <a:lnTo>
                  <a:pt x="232644" y="102208"/>
                </a:lnTo>
                <a:lnTo>
                  <a:pt x="203579" y="16658"/>
                </a:lnTo>
                <a:lnTo>
                  <a:pt x="203579" y="102208"/>
                </a:lnTo>
                <a:lnTo>
                  <a:pt x="190760" y="102208"/>
                </a:lnTo>
                <a:close/>
                <a:moveTo>
                  <a:pt x="353371" y="93228"/>
                </a:moveTo>
                <a:cubicBezTo>
                  <a:pt x="348801" y="97112"/>
                  <a:pt x="344402" y="99854"/>
                  <a:pt x="340175" y="101454"/>
                </a:cubicBezTo>
                <a:cubicBezTo>
                  <a:pt x="335948" y="103053"/>
                  <a:pt x="331412" y="103853"/>
                  <a:pt x="326568" y="103853"/>
                </a:cubicBezTo>
                <a:cubicBezTo>
                  <a:pt x="318570" y="103853"/>
                  <a:pt x="312424" y="101899"/>
                  <a:pt x="308128" y="97992"/>
                </a:cubicBezTo>
                <a:cubicBezTo>
                  <a:pt x="303832" y="94085"/>
                  <a:pt x="301684" y="89092"/>
                  <a:pt x="301684" y="83014"/>
                </a:cubicBezTo>
                <a:cubicBezTo>
                  <a:pt x="301684" y="79449"/>
                  <a:pt x="302495" y="76193"/>
                  <a:pt x="304118" y="73246"/>
                </a:cubicBezTo>
                <a:cubicBezTo>
                  <a:pt x="305740" y="70298"/>
                  <a:pt x="307865" y="67933"/>
                  <a:pt x="310493" y="66151"/>
                </a:cubicBezTo>
                <a:cubicBezTo>
                  <a:pt x="313120" y="64368"/>
                  <a:pt x="316080" y="63020"/>
                  <a:pt x="319370" y="62106"/>
                </a:cubicBezTo>
                <a:cubicBezTo>
                  <a:pt x="321792" y="61466"/>
                  <a:pt x="325448" y="60849"/>
                  <a:pt x="330338" y="60255"/>
                </a:cubicBezTo>
                <a:cubicBezTo>
                  <a:pt x="340301" y="59067"/>
                  <a:pt x="347635" y="57650"/>
                  <a:pt x="352342" y="56005"/>
                </a:cubicBezTo>
                <a:cubicBezTo>
                  <a:pt x="352388" y="54314"/>
                  <a:pt x="352411" y="53240"/>
                  <a:pt x="352411" y="52783"/>
                </a:cubicBezTo>
                <a:cubicBezTo>
                  <a:pt x="352411" y="47756"/>
                  <a:pt x="351246" y="44215"/>
                  <a:pt x="348915" y="42158"/>
                </a:cubicBezTo>
                <a:cubicBezTo>
                  <a:pt x="345762" y="39371"/>
                  <a:pt x="341077" y="37977"/>
                  <a:pt x="334862" y="37977"/>
                </a:cubicBezTo>
                <a:cubicBezTo>
                  <a:pt x="329058" y="37977"/>
                  <a:pt x="324774" y="38993"/>
                  <a:pt x="322009" y="41027"/>
                </a:cubicBezTo>
                <a:cubicBezTo>
                  <a:pt x="319244" y="43061"/>
                  <a:pt x="317199" y="46660"/>
                  <a:pt x="315874" y="51824"/>
                </a:cubicBezTo>
                <a:lnTo>
                  <a:pt x="303809" y="50179"/>
                </a:lnTo>
                <a:cubicBezTo>
                  <a:pt x="304906" y="45014"/>
                  <a:pt x="306711" y="40844"/>
                  <a:pt x="309225" y="37668"/>
                </a:cubicBezTo>
                <a:cubicBezTo>
                  <a:pt x="311738" y="34492"/>
                  <a:pt x="315371" y="32047"/>
                  <a:pt x="320124" y="30333"/>
                </a:cubicBezTo>
                <a:cubicBezTo>
                  <a:pt x="324877" y="28620"/>
                  <a:pt x="330384" y="27763"/>
                  <a:pt x="336645" y="27763"/>
                </a:cubicBezTo>
                <a:cubicBezTo>
                  <a:pt x="342860" y="27763"/>
                  <a:pt x="347910" y="28494"/>
                  <a:pt x="351794" y="29956"/>
                </a:cubicBezTo>
                <a:cubicBezTo>
                  <a:pt x="355679" y="31419"/>
                  <a:pt x="358535" y="33258"/>
                  <a:pt x="360363" y="35475"/>
                </a:cubicBezTo>
                <a:cubicBezTo>
                  <a:pt x="362191" y="37691"/>
                  <a:pt x="363470" y="40490"/>
                  <a:pt x="364202" y="43872"/>
                </a:cubicBezTo>
                <a:cubicBezTo>
                  <a:pt x="364613" y="45974"/>
                  <a:pt x="364819" y="49767"/>
                  <a:pt x="364819" y="55251"/>
                </a:cubicBezTo>
                <a:lnTo>
                  <a:pt x="364819" y="71703"/>
                </a:lnTo>
                <a:cubicBezTo>
                  <a:pt x="364819" y="83174"/>
                  <a:pt x="365081" y="90429"/>
                  <a:pt x="365607" y="93468"/>
                </a:cubicBezTo>
                <a:cubicBezTo>
                  <a:pt x="366132" y="96507"/>
                  <a:pt x="367172" y="99420"/>
                  <a:pt x="368726" y="102208"/>
                </a:cubicBezTo>
                <a:lnTo>
                  <a:pt x="355839" y="102208"/>
                </a:lnTo>
                <a:cubicBezTo>
                  <a:pt x="354559" y="99649"/>
                  <a:pt x="353736" y="96655"/>
                  <a:pt x="353371" y="93228"/>
                </a:cubicBezTo>
                <a:moveTo>
                  <a:pt x="352342" y="65671"/>
                </a:moveTo>
                <a:cubicBezTo>
                  <a:pt x="347864" y="67499"/>
                  <a:pt x="341146" y="69053"/>
                  <a:pt x="332189" y="70332"/>
                </a:cubicBezTo>
                <a:cubicBezTo>
                  <a:pt x="327116" y="71063"/>
                  <a:pt x="323529" y="71886"/>
                  <a:pt x="321426" y="72800"/>
                </a:cubicBezTo>
                <a:cubicBezTo>
                  <a:pt x="319324" y="73714"/>
                  <a:pt x="317702" y="75051"/>
                  <a:pt x="316559" y="76810"/>
                </a:cubicBezTo>
                <a:cubicBezTo>
                  <a:pt x="315417" y="78570"/>
                  <a:pt x="314846" y="80523"/>
                  <a:pt x="314846" y="82671"/>
                </a:cubicBezTo>
                <a:cubicBezTo>
                  <a:pt x="314846" y="85962"/>
                  <a:pt x="316091" y="88704"/>
                  <a:pt x="318582" y="90897"/>
                </a:cubicBezTo>
                <a:cubicBezTo>
                  <a:pt x="321072" y="93091"/>
                  <a:pt x="324717" y="94188"/>
                  <a:pt x="329515" y="94188"/>
                </a:cubicBezTo>
                <a:cubicBezTo>
                  <a:pt x="334268" y="94188"/>
                  <a:pt x="338495" y="93148"/>
                  <a:pt x="342197" y="91069"/>
                </a:cubicBezTo>
                <a:cubicBezTo>
                  <a:pt x="345899" y="88989"/>
                  <a:pt x="348618" y="86144"/>
                  <a:pt x="350355" y="82534"/>
                </a:cubicBezTo>
                <a:cubicBezTo>
                  <a:pt x="351680" y="79746"/>
                  <a:pt x="352342" y="75633"/>
                  <a:pt x="352342" y="70195"/>
                </a:cubicBezTo>
                <a:lnTo>
                  <a:pt x="352342" y="65671"/>
                </a:lnTo>
                <a:close/>
                <a:moveTo>
                  <a:pt x="383533" y="102208"/>
                </a:moveTo>
                <a:lnTo>
                  <a:pt x="383533" y="29408"/>
                </a:lnTo>
                <a:lnTo>
                  <a:pt x="394638" y="29408"/>
                </a:lnTo>
                <a:lnTo>
                  <a:pt x="394638" y="40444"/>
                </a:lnTo>
                <a:cubicBezTo>
                  <a:pt x="397471" y="35280"/>
                  <a:pt x="400088" y="31876"/>
                  <a:pt x="402487" y="30231"/>
                </a:cubicBezTo>
                <a:cubicBezTo>
                  <a:pt x="404886" y="28585"/>
                  <a:pt x="407525" y="27763"/>
                  <a:pt x="410404" y="27763"/>
                </a:cubicBezTo>
                <a:cubicBezTo>
                  <a:pt x="414563" y="27763"/>
                  <a:pt x="418790" y="29088"/>
                  <a:pt x="423086" y="31739"/>
                </a:cubicBezTo>
                <a:lnTo>
                  <a:pt x="418836" y="43186"/>
                </a:lnTo>
                <a:cubicBezTo>
                  <a:pt x="415820" y="41404"/>
                  <a:pt x="412804" y="40513"/>
                  <a:pt x="409787" y="40513"/>
                </a:cubicBezTo>
                <a:cubicBezTo>
                  <a:pt x="407091" y="40513"/>
                  <a:pt x="404669" y="41324"/>
                  <a:pt x="402521" y="42947"/>
                </a:cubicBezTo>
                <a:cubicBezTo>
                  <a:pt x="400373" y="44569"/>
                  <a:pt x="398842" y="46820"/>
                  <a:pt x="397928" y="49699"/>
                </a:cubicBezTo>
                <a:cubicBezTo>
                  <a:pt x="396557" y="54086"/>
                  <a:pt x="395872" y="58884"/>
                  <a:pt x="395872" y="64094"/>
                </a:cubicBezTo>
                <a:lnTo>
                  <a:pt x="395872" y="102208"/>
                </a:lnTo>
                <a:lnTo>
                  <a:pt x="383533" y="102208"/>
                </a:lnTo>
                <a:close/>
                <a:moveTo>
                  <a:pt x="430095" y="102208"/>
                </a:moveTo>
                <a:lnTo>
                  <a:pt x="430095" y="1714"/>
                </a:lnTo>
                <a:lnTo>
                  <a:pt x="442434" y="1714"/>
                </a:lnTo>
                <a:lnTo>
                  <a:pt x="442434" y="59021"/>
                </a:lnTo>
                <a:lnTo>
                  <a:pt x="471636" y="29408"/>
                </a:lnTo>
                <a:lnTo>
                  <a:pt x="487608" y="29408"/>
                </a:lnTo>
                <a:lnTo>
                  <a:pt x="459777" y="56417"/>
                </a:lnTo>
                <a:lnTo>
                  <a:pt x="490419" y="102208"/>
                </a:lnTo>
                <a:lnTo>
                  <a:pt x="475201" y="102208"/>
                </a:lnTo>
                <a:lnTo>
                  <a:pt x="451140" y="64985"/>
                </a:lnTo>
                <a:lnTo>
                  <a:pt x="442434" y="73348"/>
                </a:lnTo>
                <a:lnTo>
                  <a:pt x="442434" y="102208"/>
                </a:lnTo>
                <a:lnTo>
                  <a:pt x="430095" y="102208"/>
                </a:lnTo>
                <a:close/>
                <a:moveTo>
                  <a:pt x="538464" y="102208"/>
                </a:moveTo>
                <a:lnTo>
                  <a:pt x="538464" y="1714"/>
                </a:lnTo>
                <a:lnTo>
                  <a:pt x="550803" y="1714"/>
                </a:lnTo>
                <a:lnTo>
                  <a:pt x="550803" y="37771"/>
                </a:lnTo>
                <a:cubicBezTo>
                  <a:pt x="556562" y="31099"/>
                  <a:pt x="563828" y="27763"/>
                  <a:pt x="572602" y="27763"/>
                </a:cubicBezTo>
                <a:cubicBezTo>
                  <a:pt x="577995" y="27763"/>
                  <a:pt x="582679" y="28825"/>
                  <a:pt x="586655" y="30950"/>
                </a:cubicBezTo>
                <a:cubicBezTo>
                  <a:pt x="590631" y="33075"/>
                  <a:pt x="593476" y="36012"/>
                  <a:pt x="595189" y="39759"/>
                </a:cubicBezTo>
                <a:cubicBezTo>
                  <a:pt x="596903" y="43506"/>
                  <a:pt x="597760" y="48945"/>
                  <a:pt x="597760" y="56074"/>
                </a:cubicBezTo>
                <a:lnTo>
                  <a:pt x="597760" y="102208"/>
                </a:lnTo>
                <a:lnTo>
                  <a:pt x="585421" y="102208"/>
                </a:lnTo>
                <a:lnTo>
                  <a:pt x="585421" y="56074"/>
                </a:lnTo>
                <a:cubicBezTo>
                  <a:pt x="585421" y="49904"/>
                  <a:pt x="584084" y="45414"/>
                  <a:pt x="581411" y="42604"/>
                </a:cubicBezTo>
                <a:cubicBezTo>
                  <a:pt x="578737" y="39793"/>
                  <a:pt x="574956" y="38388"/>
                  <a:pt x="570066" y="38388"/>
                </a:cubicBezTo>
                <a:cubicBezTo>
                  <a:pt x="566410" y="38388"/>
                  <a:pt x="562971" y="39336"/>
                  <a:pt x="559749" y="41233"/>
                </a:cubicBezTo>
                <a:cubicBezTo>
                  <a:pt x="556527" y="43129"/>
                  <a:pt x="554231" y="45700"/>
                  <a:pt x="552860" y="48945"/>
                </a:cubicBezTo>
                <a:cubicBezTo>
                  <a:pt x="551489" y="52189"/>
                  <a:pt x="550803" y="56668"/>
                  <a:pt x="550803" y="62380"/>
                </a:cubicBezTo>
                <a:lnTo>
                  <a:pt x="550803" y="102208"/>
                </a:lnTo>
                <a:lnTo>
                  <a:pt x="538464" y="102208"/>
                </a:lnTo>
                <a:close/>
                <a:moveTo>
                  <a:pt x="663774" y="93228"/>
                </a:moveTo>
                <a:cubicBezTo>
                  <a:pt x="659204" y="97112"/>
                  <a:pt x="654805" y="99854"/>
                  <a:pt x="650578" y="101454"/>
                </a:cubicBezTo>
                <a:cubicBezTo>
                  <a:pt x="646351" y="103053"/>
                  <a:pt x="641815" y="103853"/>
                  <a:pt x="636971" y="103853"/>
                </a:cubicBezTo>
                <a:cubicBezTo>
                  <a:pt x="628973" y="103853"/>
                  <a:pt x="622827" y="101899"/>
                  <a:pt x="618531" y="97992"/>
                </a:cubicBezTo>
                <a:cubicBezTo>
                  <a:pt x="614235" y="94085"/>
                  <a:pt x="612087" y="89092"/>
                  <a:pt x="612087" y="83014"/>
                </a:cubicBezTo>
                <a:cubicBezTo>
                  <a:pt x="612087" y="79449"/>
                  <a:pt x="612898" y="76193"/>
                  <a:pt x="614521" y="73246"/>
                </a:cubicBezTo>
                <a:cubicBezTo>
                  <a:pt x="616143" y="70298"/>
                  <a:pt x="618268" y="67933"/>
                  <a:pt x="620896" y="66151"/>
                </a:cubicBezTo>
                <a:cubicBezTo>
                  <a:pt x="623524" y="64368"/>
                  <a:pt x="626483" y="63020"/>
                  <a:pt x="629773" y="62106"/>
                </a:cubicBezTo>
                <a:cubicBezTo>
                  <a:pt x="632195" y="61466"/>
                  <a:pt x="635851" y="60849"/>
                  <a:pt x="640741" y="60255"/>
                </a:cubicBezTo>
                <a:cubicBezTo>
                  <a:pt x="650704" y="59067"/>
                  <a:pt x="658038" y="57650"/>
                  <a:pt x="662746" y="56005"/>
                </a:cubicBezTo>
                <a:cubicBezTo>
                  <a:pt x="662791" y="54314"/>
                  <a:pt x="662814" y="53240"/>
                  <a:pt x="662814" y="52783"/>
                </a:cubicBezTo>
                <a:cubicBezTo>
                  <a:pt x="662814" y="47756"/>
                  <a:pt x="661649" y="44215"/>
                  <a:pt x="659318" y="42158"/>
                </a:cubicBezTo>
                <a:cubicBezTo>
                  <a:pt x="656165" y="39371"/>
                  <a:pt x="651481" y="37977"/>
                  <a:pt x="645265" y="37977"/>
                </a:cubicBezTo>
                <a:cubicBezTo>
                  <a:pt x="639461" y="37977"/>
                  <a:pt x="635177" y="38993"/>
                  <a:pt x="632412" y="41027"/>
                </a:cubicBezTo>
                <a:cubicBezTo>
                  <a:pt x="629647" y="43061"/>
                  <a:pt x="627602" y="46660"/>
                  <a:pt x="626277" y="51824"/>
                </a:cubicBezTo>
                <a:lnTo>
                  <a:pt x="614212" y="50179"/>
                </a:lnTo>
                <a:cubicBezTo>
                  <a:pt x="615309" y="45014"/>
                  <a:pt x="617114" y="40844"/>
                  <a:pt x="619628" y="37668"/>
                </a:cubicBezTo>
                <a:cubicBezTo>
                  <a:pt x="622141" y="34492"/>
                  <a:pt x="625774" y="32047"/>
                  <a:pt x="630527" y="30333"/>
                </a:cubicBezTo>
                <a:cubicBezTo>
                  <a:pt x="635280" y="28620"/>
                  <a:pt x="640787" y="27763"/>
                  <a:pt x="647048" y="27763"/>
                </a:cubicBezTo>
                <a:cubicBezTo>
                  <a:pt x="653263" y="27763"/>
                  <a:pt x="658313" y="28494"/>
                  <a:pt x="662197" y="29956"/>
                </a:cubicBezTo>
                <a:cubicBezTo>
                  <a:pt x="666082" y="31419"/>
                  <a:pt x="668938" y="33258"/>
                  <a:pt x="670766" y="35475"/>
                </a:cubicBezTo>
                <a:cubicBezTo>
                  <a:pt x="672594" y="37691"/>
                  <a:pt x="673873" y="40490"/>
                  <a:pt x="674605" y="43872"/>
                </a:cubicBezTo>
                <a:cubicBezTo>
                  <a:pt x="675016" y="45974"/>
                  <a:pt x="675222" y="49767"/>
                  <a:pt x="675222" y="55251"/>
                </a:cubicBezTo>
                <a:lnTo>
                  <a:pt x="675222" y="71703"/>
                </a:lnTo>
                <a:cubicBezTo>
                  <a:pt x="675222" y="83174"/>
                  <a:pt x="675484" y="90429"/>
                  <a:pt x="676010" y="93468"/>
                </a:cubicBezTo>
                <a:cubicBezTo>
                  <a:pt x="676536" y="96507"/>
                  <a:pt x="677575" y="99420"/>
                  <a:pt x="679129" y="102208"/>
                </a:cubicBezTo>
                <a:lnTo>
                  <a:pt x="666242" y="102208"/>
                </a:lnTo>
                <a:cubicBezTo>
                  <a:pt x="664962" y="99649"/>
                  <a:pt x="664139" y="96655"/>
                  <a:pt x="663774" y="93228"/>
                </a:cubicBezTo>
                <a:moveTo>
                  <a:pt x="662746" y="65671"/>
                </a:moveTo>
                <a:cubicBezTo>
                  <a:pt x="658267" y="67499"/>
                  <a:pt x="651549" y="69053"/>
                  <a:pt x="642592" y="70332"/>
                </a:cubicBezTo>
                <a:cubicBezTo>
                  <a:pt x="637519" y="71063"/>
                  <a:pt x="633932" y="71886"/>
                  <a:pt x="631830" y="72800"/>
                </a:cubicBezTo>
                <a:cubicBezTo>
                  <a:pt x="629727" y="73714"/>
                  <a:pt x="628105" y="75051"/>
                  <a:pt x="626962" y="76810"/>
                </a:cubicBezTo>
                <a:cubicBezTo>
                  <a:pt x="625820" y="78570"/>
                  <a:pt x="625249" y="80523"/>
                  <a:pt x="625249" y="82671"/>
                </a:cubicBezTo>
                <a:cubicBezTo>
                  <a:pt x="625249" y="85962"/>
                  <a:pt x="626494" y="88704"/>
                  <a:pt x="628985" y="90897"/>
                </a:cubicBezTo>
                <a:cubicBezTo>
                  <a:pt x="631475" y="93091"/>
                  <a:pt x="635120" y="94188"/>
                  <a:pt x="639918" y="94188"/>
                </a:cubicBezTo>
                <a:cubicBezTo>
                  <a:pt x="644671" y="94188"/>
                  <a:pt x="648898" y="93148"/>
                  <a:pt x="652600" y="91069"/>
                </a:cubicBezTo>
                <a:cubicBezTo>
                  <a:pt x="656302" y="88989"/>
                  <a:pt x="659021" y="86144"/>
                  <a:pt x="660758" y="82534"/>
                </a:cubicBezTo>
                <a:cubicBezTo>
                  <a:pt x="662083" y="79746"/>
                  <a:pt x="662746" y="75633"/>
                  <a:pt x="662746" y="70195"/>
                </a:cubicBezTo>
                <a:lnTo>
                  <a:pt x="662746" y="65671"/>
                </a:lnTo>
                <a:close/>
                <a:moveTo>
                  <a:pt x="689137" y="80478"/>
                </a:moveTo>
                <a:lnTo>
                  <a:pt x="701339" y="78558"/>
                </a:lnTo>
                <a:cubicBezTo>
                  <a:pt x="702024" y="83448"/>
                  <a:pt x="703932" y="87196"/>
                  <a:pt x="707063" y="89800"/>
                </a:cubicBezTo>
                <a:cubicBezTo>
                  <a:pt x="710193" y="92405"/>
                  <a:pt x="714569" y="93708"/>
                  <a:pt x="720190" y="93708"/>
                </a:cubicBezTo>
                <a:cubicBezTo>
                  <a:pt x="725857" y="93708"/>
                  <a:pt x="730061" y="92554"/>
                  <a:pt x="732803" y="90246"/>
                </a:cubicBezTo>
                <a:cubicBezTo>
                  <a:pt x="735545" y="87938"/>
                  <a:pt x="736916" y="85230"/>
                  <a:pt x="736916" y="82123"/>
                </a:cubicBezTo>
                <a:cubicBezTo>
                  <a:pt x="736916" y="79335"/>
                  <a:pt x="735705" y="77142"/>
                  <a:pt x="733283" y="75542"/>
                </a:cubicBezTo>
                <a:cubicBezTo>
                  <a:pt x="731592" y="74445"/>
                  <a:pt x="727388" y="73051"/>
                  <a:pt x="720670" y="71360"/>
                </a:cubicBezTo>
                <a:cubicBezTo>
                  <a:pt x="711621" y="69075"/>
                  <a:pt x="705349" y="67099"/>
                  <a:pt x="701853" y="65431"/>
                </a:cubicBezTo>
                <a:cubicBezTo>
                  <a:pt x="698357" y="63763"/>
                  <a:pt x="695706" y="61455"/>
                  <a:pt x="693901" y="58507"/>
                </a:cubicBezTo>
                <a:cubicBezTo>
                  <a:pt x="692096" y="55560"/>
                  <a:pt x="691193" y="52304"/>
                  <a:pt x="691193" y="48739"/>
                </a:cubicBezTo>
                <a:cubicBezTo>
                  <a:pt x="691193" y="45494"/>
                  <a:pt x="691936" y="42490"/>
                  <a:pt x="693421" y="39725"/>
                </a:cubicBezTo>
                <a:cubicBezTo>
                  <a:pt x="694906" y="36960"/>
                  <a:pt x="696929" y="34663"/>
                  <a:pt x="699488" y="32835"/>
                </a:cubicBezTo>
                <a:cubicBezTo>
                  <a:pt x="701407" y="31419"/>
                  <a:pt x="704024" y="30219"/>
                  <a:pt x="707337" y="29237"/>
                </a:cubicBezTo>
                <a:cubicBezTo>
                  <a:pt x="710650" y="28254"/>
                  <a:pt x="714203" y="27763"/>
                  <a:pt x="717996" y="27763"/>
                </a:cubicBezTo>
                <a:cubicBezTo>
                  <a:pt x="723709" y="27763"/>
                  <a:pt x="728724" y="28585"/>
                  <a:pt x="733043" y="30231"/>
                </a:cubicBezTo>
                <a:cubicBezTo>
                  <a:pt x="737362" y="31876"/>
                  <a:pt x="740549" y="34104"/>
                  <a:pt x="742606" y="36914"/>
                </a:cubicBezTo>
                <a:cubicBezTo>
                  <a:pt x="744662" y="39725"/>
                  <a:pt x="746079" y="43484"/>
                  <a:pt x="746856" y="48191"/>
                </a:cubicBezTo>
                <a:lnTo>
                  <a:pt x="734791" y="49836"/>
                </a:lnTo>
                <a:cubicBezTo>
                  <a:pt x="734243" y="46088"/>
                  <a:pt x="732655" y="43164"/>
                  <a:pt x="730027" y="41061"/>
                </a:cubicBezTo>
                <a:cubicBezTo>
                  <a:pt x="727399" y="38959"/>
                  <a:pt x="723686" y="37908"/>
                  <a:pt x="718887" y="37908"/>
                </a:cubicBezTo>
                <a:cubicBezTo>
                  <a:pt x="713221" y="37908"/>
                  <a:pt x="709176" y="38845"/>
                  <a:pt x="706754" y="40719"/>
                </a:cubicBezTo>
                <a:cubicBezTo>
                  <a:pt x="704332" y="42592"/>
                  <a:pt x="703121" y="44786"/>
                  <a:pt x="703121" y="47299"/>
                </a:cubicBezTo>
                <a:cubicBezTo>
                  <a:pt x="703121" y="48899"/>
                  <a:pt x="703624" y="50338"/>
                  <a:pt x="704629" y="51618"/>
                </a:cubicBezTo>
                <a:cubicBezTo>
                  <a:pt x="705635" y="52943"/>
                  <a:pt x="707211" y="54040"/>
                  <a:pt x="709359" y="54908"/>
                </a:cubicBezTo>
                <a:cubicBezTo>
                  <a:pt x="710593" y="55365"/>
                  <a:pt x="714226" y="56417"/>
                  <a:pt x="720258" y="58062"/>
                </a:cubicBezTo>
                <a:cubicBezTo>
                  <a:pt x="728987" y="60392"/>
                  <a:pt x="735077" y="62300"/>
                  <a:pt x="738527" y="63786"/>
                </a:cubicBezTo>
                <a:cubicBezTo>
                  <a:pt x="741977" y="65271"/>
                  <a:pt x="744685" y="67430"/>
                  <a:pt x="746650" y="70264"/>
                </a:cubicBezTo>
                <a:cubicBezTo>
                  <a:pt x="748615" y="73097"/>
                  <a:pt x="749598" y="76616"/>
                  <a:pt x="749598" y="80820"/>
                </a:cubicBezTo>
                <a:cubicBezTo>
                  <a:pt x="749598" y="84933"/>
                  <a:pt x="748398" y="88806"/>
                  <a:pt x="745999" y="92440"/>
                </a:cubicBezTo>
                <a:cubicBezTo>
                  <a:pt x="743600" y="96073"/>
                  <a:pt x="740138" y="98883"/>
                  <a:pt x="735614" y="100871"/>
                </a:cubicBezTo>
                <a:cubicBezTo>
                  <a:pt x="731089" y="102859"/>
                  <a:pt x="725971" y="103853"/>
                  <a:pt x="720258" y="103853"/>
                </a:cubicBezTo>
                <a:cubicBezTo>
                  <a:pt x="710799" y="103853"/>
                  <a:pt x="703589" y="101888"/>
                  <a:pt x="698631" y="97958"/>
                </a:cubicBezTo>
                <a:cubicBezTo>
                  <a:pt x="693673" y="94028"/>
                  <a:pt x="690508" y="88201"/>
                  <a:pt x="689137" y="80478"/>
                </a:cubicBezTo>
                <a:close/>
                <a:moveTo>
                  <a:pt x="813890" y="102208"/>
                </a:moveTo>
                <a:lnTo>
                  <a:pt x="802442" y="102208"/>
                </a:lnTo>
                <a:lnTo>
                  <a:pt x="802442" y="1714"/>
                </a:lnTo>
                <a:lnTo>
                  <a:pt x="814781" y="1714"/>
                </a:lnTo>
                <a:lnTo>
                  <a:pt x="814781" y="37565"/>
                </a:lnTo>
                <a:cubicBezTo>
                  <a:pt x="819990" y="31030"/>
                  <a:pt x="826640" y="27763"/>
                  <a:pt x="834729" y="27763"/>
                </a:cubicBezTo>
                <a:cubicBezTo>
                  <a:pt x="839207" y="27763"/>
                  <a:pt x="843446" y="28665"/>
                  <a:pt x="847445" y="30470"/>
                </a:cubicBezTo>
                <a:cubicBezTo>
                  <a:pt x="851443" y="32276"/>
                  <a:pt x="854734" y="34812"/>
                  <a:pt x="857316" y="38079"/>
                </a:cubicBezTo>
                <a:cubicBezTo>
                  <a:pt x="859898" y="41347"/>
                  <a:pt x="861920" y="45289"/>
                  <a:pt x="863383" y="49904"/>
                </a:cubicBezTo>
                <a:cubicBezTo>
                  <a:pt x="864845" y="54520"/>
                  <a:pt x="865576" y="59456"/>
                  <a:pt x="865576" y="64711"/>
                </a:cubicBezTo>
                <a:cubicBezTo>
                  <a:pt x="865576" y="77187"/>
                  <a:pt x="862491" y="86830"/>
                  <a:pt x="856322" y="93639"/>
                </a:cubicBezTo>
                <a:cubicBezTo>
                  <a:pt x="850152" y="100448"/>
                  <a:pt x="842749" y="103853"/>
                  <a:pt x="834112" y="103853"/>
                </a:cubicBezTo>
                <a:cubicBezTo>
                  <a:pt x="825520" y="103853"/>
                  <a:pt x="818779" y="100266"/>
                  <a:pt x="813890" y="93091"/>
                </a:cubicBezTo>
                <a:lnTo>
                  <a:pt x="813890" y="102208"/>
                </a:lnTo>
                <a:moveTo>
                  <a:pt x="813752" y="65260"/>
                </a:moveTo>
                <a:cubicBezTo>
                  <a:pt x="813752" y="73988"/>
                  <a:pt x="814941" y="80295"/>
                  <a:pt x="817317" y="84179"/>
                </a:cubicBezTo>
                <a:cubicBezTo>
                  <a:pt x="821202" y="90532"/>
                  <a:pt x="826457" y="93708"/>
                  <a:pt x="833084" y="93708"/>
                </a:cubicBezTo>
                <a:cubicBezTo>
                  <a:pt x="838476" y="93708"/>
                  <a:pt x="843138" y="91366"/>
                  <a:pt x="847068" y="86681"/>
                </a:cubicBezTo>
                <a:cubicBezTo>
                  <a:pt x="850998" y="81997"/>
                  <a:pt x="852963" y="75016"/>
                  <a:pt x="852963" y="65739"/>
                </a:cubicBezTo>
                <a:cubicBezTo>
                  <a:pt x="852963" y="56234"/>
                  <a:pt x="851078" y="49219"/>
                  <a:pt x="847308" y="44695"/>
                </a:cubicBezTo>
                <a:cubicBezTo>
                  <a:pt x="843537" y="40170"/>
                  <a:pt x="838979" y="37908"/>
                  <a:pt x="833632" y="37908"/>
                </a:cubicBezTo>
                <a:cubicBezTo>
                  <a:pt x="828239" y="37908"/>
                  <a:pt x="823578" y="40250"/>
                  <a:pt x="819648" y="44934"/>
                </a:cubicBezTo>
                <a:cubicBezTo>
                  <a:pt x="815718" y="49619"/>
                  <a:pt x="813752" y="56394"/>
                  <a:pt x="813752" y="65260"/>
                </a:cubicBezTo>
                <a:close/>
                <a:moveTo>
                  <a:pt x="930150" y="78764"/>
                </a:moveTo>
                <a:lnTo>
                  <a:pt x="942901" y="80341"/>
                </a:lnTo>
                <a:cubicBezTo>
                  <a:pt x="940890" y="87790"/>
                  <a:pt x="937165" y="93571"/>
                  <a:pt x="931727" y="97684"/>
                </a:cubicBezTo>
                <a:cubicBezTo>
                  <a:pt x="926289" y="101797"/>
                  <a:pt x="919342" y="103853"/>
                  <a:pt x="910888" y="103853"/>
                </a:cubicBezTo>
                <a:cubicBezTo>
                  <a:pt x="900240" y="103853"/>
                  <a:pt x="891797" y="100574"/>
                  <a:pt x="885559" y="94016"/>
                </a:cubicBezTo>
                <a:cubicBezTo>
                  <a:pt x="879321" y="87458"/>
                  <a:pt x="876202" y="78261"/>
                  <a:pt x="876202" y="66425"/>
                </a:cubicBezTo>
                <a:cubicBezTo>
                  <a:pt x="876202" y="54177"/>
                  <a:pt x="879355" y="44672"/>
                  <a:pt x="885661" y="37908"/>
                </a:cubicBezTo>
                <a:cubicBezTo>
                  <a:pt x="891968" y="31145"/>
                  <a:pt x="900148" y="27763"/>
                  <a:pt x="910202" y="27763"/>
                </a:cubicBezTo>
                <a:cubicBezTo>
                  <a:pt x="919936" y="27763"/>
                  <a:pt x="927888" y="31076"/>
                  <a:pt x="934058" y="37702"/>
                </a:cubicBezTo>
                <a:cubicBezTo>
                  <a:pt x="940227" y="44329"/>
                  <a:pt x="943312" y="53652"/>
                  <a:pt x="943312" y="65671"/>
                </a:cubicBezTo>
                <a:cubicBezTo>
                  <a:pt x="943312" y="66402"/>
                  <a:pt x="943289" y="67499"/>
                  <a:pt x="943243" y="68961"/>
                </a:cubicBezTo>
                <a:lnTo>
                  <a:pt x="888952" y="68961"/>
                </a:lnTo>
                <a:cubicBezTo>
                  <a:pt x="889409" y="76959"/>
                  <a:pt x="891671" y="83083"/>
                  <a:pt x="895738" y="87333"/>
                </a:cubicBezTo>
                <a:cubicBezTo>
                  <a:pt x="899806" y="91583"/>
                  <a:pt x="904878" y="93708"/>
                  <a:pt x="910956" y="93708"/>
                </a:cubicBezTo>
                <a:cubicBezTo>
                  <a:pt x="915481" y="93708"/>
                  <a:pt x="919342" y="92520"/>
                  <a:pt x="922541" y="90143"/>
                </a:cubicBezTo>
                <a:cubicBezTo>
                  <a:pt x="925740" y="87767"/>
                  <a:pt x="928277" y="83974"/>
                  <a:pt x="930150" y="78764"/>
                </a:cubicBezTo>
                <a:moveTo>
                  <a:pt x="889637" y="58816"/>
                </a:moveTo>
                <a:lnTo>
                  <a:pt x="930287" y="58816"/>
                </a:lnTo>
                <a:cubicBezTo>
                  <a:pt x="929739" y="52692"/>
                  <a:pt x="928185" y="48099"/>
                  <a:pt x="925626" y="45037"/>
                </a:cubicBezTo>
                <a:cubicBezTo>
                  <a:pt x="921696" y="40285"/>
                  <a:pt x="916600" y="37908"/>
                  <a:pt x="910339" y="37908"/>
                </a:cubicBezTo>
                <a:cubicBezTo>
                  <a:pt x="904673" y="37908"/>
                  <a:pt x="899908" y="39805"/>
                  <a:pt x="896047" y="43598"/>
                </a:cubicBezTo>
                <a:cubicBezTo>
                  <a:pt x="892185" y="47391"/>
                  <a:pt x="890049" y="52464"/>
                  <a:pt x="889637" y="58816"/>
                </a:cubicBezTo>
                <a:close/>
                <a:moveTo>
                  <a:pt x="1007955" y="78764"/>
                </a:moveTo>
                <a:lnTo>
                  <a:pt x="1020705" y="80341"/>
                </a:lnTo>
                <a:cubicBezTo>
                  <a:pt x="1018694" y="87790"/>
                  <a:pt x="1014970" y="93571"/>
                  <a:pt x="1009531" y="97684"/>
                </a:cubicBezTo>
                <a:cubicBezTo>
                  <a:pt x="1004093" y="101797"/>
                  <a:pt x="997147" y="103853"/>
                  <a:pt x="988692" y="103853"/>
                </a:cubicBezTo>
                <a:cubicBezTo>
                  <a:pt x="978044" y="103853"/>
                  <a:pt x="969601" y="100574"/>
                  <a:pt x="963363" y="94016"/>
                </a:cubicBezTo>
                <a:cubicBezTo>
                  <a:pt x="957125" y="87458"/>
                  <a:pt x="954006" y="78261"/>
                  <a:pt x="954006" y="66425"/>
                </a:cubicBezTo>
                <a:cubicBezTo>
                  <a:pt x="954006" y="54177"/>
                  <a:pt x="957159" y="44672"/>
                  <a:pt x="963466" y="37908"/>
                </a:cubicBezTo>
                <a:cubicBezTo>
                  <a:pt x="969772" y="31145"/>
                  <a:pt x="977953" y="27763"/>
                  <a:pt x="988007" y="27763"/>
                </a:cubicBezTo>
                <a:cubicBezTo>
                  <a:pt x="997741" y="27763"/>
                  <a:pt x="1005692" y="31076"/>
                  <a:pt x="1011862" y="37702"/>
                </a:cubicBezTo>
                <a:cubicBezTo>
                  <a:pt x="1018031" y="44329"/>
                  <a:pt x="1021116" y="53652"/>
                  <a:pt x="1021116" y="65671"/>
                </a:cubicBezTo>
                <a:cubicBezTo>
                  <a:pt x="1021116" y="66402"/>
                  <a:pt x="1021093" y="67499"/>
                  <a:pt x="1021048" y="68961"/>
                </a:cubicBezTo>
                <a:lnTo>
                  <a:pt x="966756" y="68961"/>
                </a:lnTo>
                <a:cubicBezTo>
                  <a:pt x="967213" y="76959"/>
                  <a:pt x="969475" y="83083"/>
                  <a:pt x="973543" y="87333"/>
                </a:cubicBezTo>
                <a:cubicBezTo>
                  <a:pt x="977610" y="91583"/>
                  <a:pt x="982683" y="93708"/>
                  <a:pt x="988761" y="93708"/>
                </a:cubicBezTo>
                <a:cubicBezTo>
                  <a:pt x="993285" y="93708"/>
                  <a:pt x="997147" y="92520"/>
                  <a:pt x="1000346" y="90143"/>
                </a:cubicBezTo>
                <a:cubicBezTo>
                  <a:pt x="1003545" y="87767"/>
                  <a:pt x="1006081" y="83974"/>
                  <a:pt x="1007955" y="78764"/>
                </a:cubicBezTo>
                <a:moveTo>
                  <a:pt x="967442" y="58816"/>
                </a:moveTo>
                <a:lnTo>
                  <a:pt x="1008092" y="58816"/>
                </a:lnTo>
                <a:cubicBezTo>
                  <a:pt x="1007543" y="52692"/>
                  <a:pt x="1005990" y="48099"/>
                  <a:pt x="1003430" y="45037"/>
                </a:cubicBezTo>
                <a:cubicBezTo>
                  <a:pt x="999500" y="40285"/>
                  <a:pt x="994405" y="37908"/>
                  <a:pt x="988144" y="37908"/>
                </a:cubicBezTo>
                <a:cubicBezTo>
                  <a:pt x="982477" y="37908"/>
                  <a:pt x="977713" y="39805"/>
                  <a:pt x="973851" y="43598"/>
                </a:cubicBezTo>
                <a:cubicBezTo>
                  <a:pt x="969989" y="47391"/>
                  <a:pt x="967853" y="52464"/>
                  <a:pt x="967442" y="58816"/>
                </a:cubicBezTo>
                <a:close/>
                <a:moveTo>
                  <a:pt x="1035923" y="102208"/>
                </a:moveTo>
                <a:lnTo>
                  <a:pt x="1035923" y="29408"/>
                </a:lnTo>
                <a:lnTo>
                  <a:pt x="1047028" y="29408"/>
                </a:lnTo>
                <a:lnTo>
                  <a:pt x="1047028" y="39759"/>
                </a:lnTo>
                <a:cubicBezTo>
                  <a:pt x="1052375" y="31761"/>
                  <a:pt x="1060098" y="27763"/>
                  <a:pt x="1070198" y="27763"/>
                </a:cubicBezTo>
                <a:cubicBezTo>
                  <a:pt x="1074585" y="27763"/>
                  <a:pt x="1078618" y="28551"/>
                  <a:pt x="1082297" y="30128"/>
                </a:cubicBezTo>
                <a:cubicBezTo>
                  <a:pt x="1085976" y="31704"/>
                  <a:pt x="1088729" y="33772"/>
                  <a:pt x="1090557" y="36331"/>
                </a:cubicBezTo>
                <a:cubicBezTo>
                  <a:pt x="1092385" y="38891"/>
                  <a:pt x="1093665" y="41930"/>
                  <a:pt x="1094396" y="45449"/>
                </a:cubicBezTo>
                <a:cubicBezTo>
                  <a:pt x="1094853" y="47734"/>
                  <a:pt x="1095081" y="51732"/>
                  <a:pt x="1095081" y="57445"/>
                </a:cubicBezTo>
                <a:lnTo>
                  <a:pt x="1095081" y="102208"/>
                </a:lnTo>
                <a:lnTo>
                  <a:pt x="1082742" y="102208"/>
                </a:lnTo>
                <a:lnTo>
                  <a:pt x="1082742" y="57925"/>
                </a:lnTo>
                <a:cubicBezTo>
                  <a:pt x="1082742" y="52898"/>
                  <a:pt x="1082263" y="49139"/>
                  <a:pt x="1081303" y="46648"/>
                </a:cubicBezTo>
                <a:cubicBezTo>
                  <a:pt x="1080343" y="44158"/>
                  <a:pt x="1078641" y="42170"/>
                  <a:pt x="1076196" y="40684"/>
                </a:cubicBezTo>
                <a:cubicBezTo>
                  <a:pt x="1073751" y="39199"/>
                  <a:pt x="1070883" y="38457"/>
                  <a:pt x="1067593" y="38457"/>
                </a:cubicBezTo>
                <a:cubicBezTo>
                  <a:pt x="1062337" y="38457"/>
                  <a:pt x="1057802" y="40125"/>
                  <a:pt x="1053986" y="43461"/>
                </a:cubicBezTo>
                <a:cubicBezTo>
                  <a:pt x="1050170" y="46797"/>
                  <a:pt x="1048262" y="53126"/>
                  <a:pt x="1048262" y="62449"/>
                </a:cubicBezTo>
                <a:lnTo>
                  <a:pt x="1048262" y="102208"/>
                </a:lnTo>
                <a:lnTo>
                  <a:pt x="1035923" y="102208"/>
                </a:lnTo>
                <a:close/>
                <a:moveTo>
                  <a:pt x="1179162" y="91171"/>
                </a:moveTo>
                <a:lnTo>
                  <a:pt x="1180944" y="102071"/>
                </a:lnTo>
                <a:cubicBezTo>
                  <a:pt x="1177471" y="102802"/>
                  <a:pt x="1174364" y="103168"/>
                  <a:pt x="1171622" y="103168"/>
                </a:cubicBezTo>
                <a:cubicBezTo>
                  <a:pt x="1167143" y="103168"/>
                  <a:pt x="1163670" y="102459"/>
                  <a:pt x="1161202" y="101043"/>
                </a:cubicBezTo>
                <a:cubicBezTo>
                  <a:pt x="1158734" y="99626"/>
                  <a:pt x="1156998" y="97764"/>
                  <a:pt x="1155992" y="95456"/>
                </a:cubicBezTo>
                <a:cubicBezTo>
                  <a:pt x="1154987" y="93148"/>
                  <a:pt x="1154484" y="88292"/>
                  <a:pt x="1154484" y="80889"/>
                </a:cubicBezTo>
                <a:lnTo>
                  <a:pt x="1154484" y="39005"/>
                </a:lnTo>
                <a:lnTo>
                  <a:pt x="1145436" y="39005"/>
                </a:lnTo>
                <a:lnTo>
                  <a:pt x="1145436" y="29408"/>
                </a:lnTo>
                <a:lnTo>
                  <a:pt x="1154484" y="29408"/>
                </a:lnTo>
                <a:lnTo>
                  <a:pt x="1154484" y="11379"/>
                </a:lnTo>
                <a:lnTo>
                  <a:pt x="1166755" y="3976"/>
                </a:lnTo>
                <a:lnTo>
                  <a:pt x="1166755" y="29408"/>
                </a:lnTo>
                <a:lnTo>
                  <a:pt x="1179162" y="29408"/>
                </a:lnTo>
                <a:lnTo>
                  <a:pt x="1179162" y="39005"/>
                </a:lnTo>
                <a:lnTo>
                  <a:pt x="1166755" y="39005"/>
                </a:lnTo>
                <a:lnTo>
                  <a:pt x="1166755" y="81574"/>
                </a:lnTo>
                <a:cubicBezTo>
                  <a:pt x="1166755" y="85093"/>
                  <a:pt x="1166972" y="87355"/>
                  <a:pt x="1167406" y="88361"/>
                </a:cubicBezTo>
                <a:cubicBezTo>
                  <a:pt x="1167840" y="89366"/>
                  <a:pt x="1168548" y="90166"/>
                  <a:pt x="1169531" y="90760"/>
                </a:cubicBezTo>
                <a:cubicBezTo>
                  <a:pt x="1170513" y="91354"/>
                  <a:pt x="1171919" y="91651"/>
                  <a:pt x="1173747" y="91651"/>
                </a:cubicBezTo>
                <a:cubicBezTo>
                  <a:pt x="1175118" y="91651"/>
                  <a:pt x="1176923" y="91491"/>
                  <a:pt x="1179162" y="91171"/>
                </a:cubicBezTo>
                <a:close/>
                <a:moveTo>
                  <a:pt x="1190580" y="102208"/>
                </a:moveTo>
                <a:lnTo>
                  <a:pt x="1190580" y="29408"/>
                </a:lnTo>
                <a:lnTo>
                  <a:pt x="1201685" y="29408"/>
                </a:lnTo>
                <a:lnTo>
                  <a:pt x="1201685" y="40444"/>
                </a:lnTo>
                <a:cubicBezTo>
                  <a:pt x="1204519" y="35280"/>
                  <a:pt x="1207135" y="31876"/>
                  <a:pt x="1209534" y="30231"/>
                </a:cubicBezTo>
                <a:cubicBezTo>
                  <a:pt x="1211934" y="28585"/>
                  <a:pt x="1214573" y="27763"/>
                  <a:pt x="1217452" y="27763"/>
                </a:cubicBezTo>
                <a:cubicBezTo>
                  <a:pt x="1221611" y="27763"/>
                  <a:pt x="1225838" y="29088"/>
                  <a:pt x="1230134" y="31739"/>
                </a:cubicBezTo>
                <a:lnTo>
                  <a:pt x="1225883" y="43186"/>
                </a:lnTo>
                <a:cubicBezTo>
                  <a:pt x="1222867" y="41404"/>
                  <a:pt x="1219851" y="40513"/>
                  <a:pt x="1216835" y="40513"/>
                </a:cubicBezTo>
                <a:cubicBezTo>
                  <a:pt x="1214139" y="40513"/>
                  <a:pt x="1211716" y="41324"/>
                  <a:pt x="1209569" y="42947"/>
                </a:cubicBezTo>
                <a:cubicBezTo>
                  <a:pt x="1207421" y="44569"/>
                  <a:pt x="1205890" y="46820"/>
                  <a:pt x="1204976" y="49699"/>
                </a:cubicBezTo>
                <a:cubicBezTo>
                  <a:pt x="1203605" y="54086"/>
                  <a:pt x="1202919" y="58884"/>
                  <a:pt x="1202919" y="64094"/>
                </a:cubicBezTo>
                <a:lnTo>
                  <a:pt x="1202919" y="102208"/>
                </a:lnTo>
                <a:lnTo>
                  <a:pt x="1190580" y="102208"/>
                </a:lnTo>
                <a:close/>
                <a:moveTo>
                  <a:pt x="1236526" y="130245"/>
                </a:moveTo>
                <a:lnTo>
                  <a:pt x="1235155" y="118660"/>
                </a:lnTo>
                <a:cubicBezTo>
                  <a:pt x="1237851" y="119391"/>
                  <a:pt x="1240205" y="119757"/>
                  <a:pt x="1242216" y="119757"/>
                </a:cubicBezTo>
                <a:cubicBezTo>
                  <a:pt x="1244958" y="119757"/>
                  <a:pt x="1247151" y="119300"/>
                  <a:pt x="1248796" y="118386"/>
                </a:cubicBezTo>
                <a:cubicBezTo>
                  <a:pt x="1250442" y="117472"/>
                  <a:pt x="1251790" y="116192"/>
                  <a:pt x="1252841" y="114547"/>
                </a:cubicBezTo>
                <a:cubicBezTo>
                  <a:pt x="1253618" y="113313"/>
                  <a:pt x="1254874" y="110251"/>
                  <a:pt x="1256611" y="105361"/>
                </a:cubicBezTo>
                <a:cubicBezTo>
                  <a:pt x="1256840" y="104676"/>
                  <a:pt x="1257205" y="103670"/>
                  <a:pt x="1257708" y="102345"/>
                </a:cubicBezTo>
                <a:lnTo>
                  <a:pt x="1230082" y="29408"/>
                </a:lnTo>
                <a:lnTo>
                  <a:pt x="1243381" y="29408"/>
                </a:lnTo>
                <a:lnTo>
                  <a:pt x="1258530" y="71566"/>
                </a:lnTo>
                <a:cubicBezTo>
                  <a:pt x="1260496" y="76913"/>
                  <a:pt x="1262255" y="82534"/>
                  <a:pt x="1263809" y="88429"/>
                </a:cubicBezTo>
                <a:cubicBezTo>
                  <a:pt x="1265225" y="82763"/>
                  <a:pt x="1266916" y="77233"/>
                  <a:pt x="1268881" y="71840"/>
                </a:cubicBezTo>
                <a:lnTo>
                  <a:pt x="1284442" y="29408"/>
                </a:lnTo>
                <a:lnTo>
                  <a:pt x="1296781" y="29408"/>
                </a:lnTo>
                <a:lnTo>
                  <a:pt x="1269087" y="103442"/>
                </a:lnTo>
                <a:cubicBezTo>
                  <a:pt x="1266117" y="111439"/>
                  <a:pt x="1263809" y="116946"/>
                  <a:pt x="1262164" y="119962"/>
                </a:cubicBezTo>
                <a:cubicBezTo>
                  <a:pt x="1259970" y="124030"/>
                  <a:pt x="1257456" y="127012"/>
                  <a:pt x="1254623" y="128908"/>
                </a:cubicBezTo>
                <a:cubicBezTo>
                  <a:pt x="1251790" y="130805"/>
                  <a:pt x="1248408" y="131753"/>
                  <a:pt x="1244478" y="131753"/>
                </a:cubicBezTo>
                <a:cubicBezTo>
                  <a:pt x="1242101" y="131753"/>
                  <a:pt x="1239451" y="131250"/>
                  <a:pt x="1236526" y="130245"/>
                </a:cubicBezTo>
                <a:close/>
                <a:moveTo>
                  <a:pt x="1307085" y="15904"/>
                </a:moveTo>
                <a:lnTo>
                  <a:pt x="1307085" y="1714"/>
                </a:lnTo>
                <a:lnTo>
                  <a:pt x="1319424" y="1714"/>
                </a:lnTo>
                <a:lnTo>
                  <a:pt x="1319424" y="15904"/>
                </a:lnTo>
                <a:lnTo>
                  <a:pt x="1307085" y="15904"/>
                </a:lnTo>
                <a:moveTo>
                  <a:pt x="1307085" y="102208"/>
                </a:moveTo>
                <a:lnTo>
                  <a:pt x="1307085" y="29408"/>
                </a:lnTo>
                <a:lnTo>
                  <a:pt x="1319424" y="29408"/>
                </a:lnTo>
                <a:lnTo>
                  <a:pt x="1319424" y="102208"/>
                </a:lnTo>
                <a:lnTo>
                  <a:pt x="1307085" y="102208"/>
                </a:lnTo>
                <a:close/>
                <a:moveTo>
                  <a:pt x="1338492" y="102208"/>
                </a:moveTo>
                <a:lnTo>
                  <a:pt x="1338492" y="29408"/>
                </a:lnTo>
                <a:lnTo>
                  <a:pt x="1349597" y="29408"/>
                </a:lnTo>
                <a:lnTo>
                  <a:pt x="1349597" y="39759"/>
                </a:lnTo>
                <a:cubicBezTo>
                  <a:pt x="1354944" y="31761"/>
                  <a:pt x="1362667" y="27763"/>
                  <a:pt x="1372767" y="27763"/>
                </a:cubicBezTo>
                <a:cubicBezTo>
                  <a:pt x="1377154" y="27763"/>
                  <a:pt x="1381187" y="28551"/>
                  <a:pt x="1384866" y="30128"/>
                </a:cubicBezTo>
                <a:cubicBezTo>
                  <a:pt x="1388545" y="31704"/>
                  <a:pt x="1391298" y="33772"/>
                  <a:pt x="1393126" y="36331"/>
                </a:cubicBezTo>
                <a:cubicBezTo>
                  <a:pt x="1394954" y="38891"/>
                  <a:pt x="1396234" y="41930"/>
                  <a:pt x="1396965" y="45449"/>
                </a:cubicBezTo>
                <a:cubicBezTo>
                  <a:pt x="1397422" y="47734"/>
                  <a:pt x="1397651" y="51732"/>
                  <a:pt x="1397651" y="57445"/>
                </a:cubicBezTo>
                <a:lnTo>
                  <a:pt x="1397651" y="102208"/>
                </a:lnTo>
                <a:lnTo>
                  <a:pt x="1385312" y="102208"/>
                </a:lnTo>
                <a:lnTo>
                  <a:pt x="1385312" y="57925"/>
                </a:lnTo>
                <a:cubicBezTo>
                  <a:pt x="1385312" y="52898"/>
                  <a:pt x="1384832" y="49139"/>
                  <a:pt x="1383872" y="46648"/>
                </a:cubicBezTo>
                <a:cubicBezTo>
                  <a:pt x="1382912" y="44158"/>
                  <a:pt x="1381210" y="42170"/>
                  <a:pt x="1378765" y="40684"/>
                </a:cubicBezTo>
                <a:cubicBezTo>
                  <a:pt x="1376320" y="39199"/>
                  <a:pt x="1373453" y="38457"/>
                  <a:pt x="1370162" y="38457"/>
                </a:cubicBezTo>
                <a:cubicBezTo>
                  <a:pt x="1364907" y="38457"/>
                  <a:pt x="1360371" y="40125"/>
                  <a:pt x="1356555" y="43461"/>
                </a:cubicBezTo>
                <a:cubicBezTo>
                  <a:pt x="1352739" y="46797"/>
                  <a:pt x="1350831" y="53126"/>
                  <a:pt x="1350831" y="62449"/>
                </a:cubicBezTo>
                <a:lnTo>
                  <a:pt x="1350831" y="102208"/>
                </a:lnTo>
                <a:lnTo>
                  <a:pt x="1338492" y="102208"/>
                </a:lnTo>
                <a:close/>
                <a:moveTo>
                  <a:pt x="1414034" y="108240"/>
                </a:moveTo>
                <a:lnTo>
                  <a:pt x="1426030" y="110023"/>
                </a:lnTo>
                <a:cubicBezTo>
                  <a:pt x="1426533" y="113724"/>
                  <a:pt x="1427927" y="116421"/>
                  <a:pt x="1430212" y="118112"/>
                </a:cubicBezTo>
                <a:cubicBezTo>
                  <a:pt x="1433274" y="120397"/>
                  <a:pt x="1437455" y="121539"/>
                  <a:pt x="1442757" y="121539"/>
                </a:cubicBezTo>
                <a:cubicBezTo>
                  <a:pt x="1448469" y="121539"/>
                  <a:pt x="1452879" y="120397"/>
                  <a:pt x="1455987" y="118112"/>
                </a:cubicBezTo>
                <a:cubicBezTo>
                  <a:pt x="1459094" y="115827"/>
                  <a:pt x="1461197" y="112628"/>
                  <a:pt x="1462293" y="108515"/>
                </a:cubicBezTo>
                <a:cubicBezTo>
                  <a:pt x="1462933" y="106001"/>
                  <a:pt x="1463230" y="100723"/>
                  <a:pt x="1463185" y="92680"/>
                </a:cubicBezTo>
                <a:cubicBezTo>
                  <a:pt x="1457792" y="99032"/>
                  <a:pt x="1451074" y="102208"/>
                  <a:pt x="1443031" y="102208"/>
                </a:cubicBezTo>
                <a:cubicBezTo>
                  <a:pt x="1433023" y="102208"/>
                  <a:pt x="1425276" y="98598"/>
                  <a:pt x="1419792" y="91377"/>
                </a:cubicBezTo>
                <a:cubicBezTo>
                  <a:pt x="1414308" y="84156"/>
                  <a:pt x="1411566" y="75496"/>
                  <a:pt x="1411566" y="65397"/>
                </a:cubicBezTo>
                <a:cubicBezTo>
                  <a:pt x="1411566" y="58450"/>
                  <a:pt x="1412823" y="52041"/>
                  <a:pt x="1415337" y="46168"/>
                </a:cubicBezTo>
                <a:cubicBezTo>
                  <a:pt x="1417850" y="40296"/>
                  <a:pt x="1421495" y="35760"/>
                  <a:pt x="1426270" y="32561"/>
                </a:cubicBezTo>
                <a:cubicBezTo>
                  <a:pt x="1431046" y="29362"/>
                  <a:pt x="1436656" y="27763"/>
                  <a:pt x="1443099" y="27763"/>
                </a:cubicBezTo>
                <a:cubicBezTo>
                  <a:pt x="1451691" y="27763"/>
                  <a:pt x="1458775" y="31236"/>
                  <a:pt x="1464350" y="38182"/>
                </a:cubicBezTo>
                <a:lnTo>
                  <a:pt x="1464350" y="29408"/>
                </a:lnTo>
                <a:lnTo>
                  <a:pt x="1475729" y="29408"/>
                </a:lnTo>
                <a:lnTo>
                  <a:pt x="1475729" y="92337"/>
                </a:lnTo>
                <a:cubicBezTo>
                  <a:pt x="1475729" y="103670"/>
                  <a:pt x="1474575" y="111702"/>
                  <a:pt x="1472267" y="116432"/>
                </a:cubicBezTo>
                <a:cubicBezTo>
                  <a:pt x="1469960" y="121162"/>
                  <a:pt x="1466304" y="124898"/>
                  <a:pt x="1461299" y="127640"/>
                </a:cubicBezTo>
                <a:cubicBezTo>
                  <a:pt x="1456295" y="130382"/>
                  <a:pt x="1450137" y="131753"/>
                  <a:pt x="1442825" y="131753"/>
                </a:cubicBezTo>
                <a:cubicBezTo>
                  <a:pt x="1434142" y="131753"/>
                  <a:pt x="1427127" y="129799"/>
                  <a:pt x="1421780" y="125892"/>
                </a:cubicBezTo>
                <a:cubicBezTo>
                  <a:pt x="1416433" y="121985"/>
                  <a:pt x="1413851" y="116101"/>
                  <a:pt x="1414034" y="108240"/>
                </a:cubicBezTo>
                <a:moveTo>
                  <a:pt x="1424248" y="64505"/>
                </a:moveTo>
                <a:cubicBezTo>
                  <a:pt x="1424248" y="74057"/>
                  <a:pt x="1426145" y="81026"/>
                  <a:pt x="1429938" y="85413"/>
                </a:cubicBezTo>
                <a:cubicBezTo>
                  <a:pt x="1433731" y="89800"/>
                  <a:pt x="1438484" y="91994"/>
                  <a:pt x="1444196" y="91994"/>
                </a:cubicBezTo>
                <a:cubicBezTo>
                  <a:pt x="1449863" y="91994"/>
                  <a:pt x="1454616" y="89812"/>
                  <a:pt x="1458455" y="85447"/>
                </a:cubicBezTo>
                <a:cubicBezTo>
                  <a:pt x="1462293" y="81083"/>
                  <a:pt x="1464213" y="74240"/>
                  <a:pt x="1464213" y="64917"/>
                </a:cubicBezTo>
                <a:cubicBezTo>
                  <a:pt x="1464213" y="56005"/>
                  <a:pt x="1462236" y="49287"/>
                  <a:pt x="1458283" y="44763"/>
                </a:cubicBezTo>
                <a:cubicBezTo>
                  <a:pt x="1454330" y="40239"/>
                  <a:pt x="1449566" y="37977"/>
                  <a:pt x="1443991" y="37977"/>
                </a:cubicBezTo>
                <a:cubicBezTo>
                  <a:pt x="1438507" y="37977"/>
                  <a:pt x="1433845" y="40205"/>
                  <a:pt x="1430006" y="44660"/>
                </a:cubicBezTo>
                <a:cubicBezTo>
                  <a:pt x="1426168" y="49116"/>
                  <a:pt x="1424248" y="55731"/>
                  <a:pt x="1424248" y="64505"/>
                </a:cubicBezTo>
                <a:close/>
                <a:moveTo>
                  <a:pt x="1559535" y="91171"/>
                </a:moveTo>
                <a:lnTo>
                  <a:pt x="1561318" y="102071"/>
                </a:lnTo>
                <a:cubicBezTo>
                  <a:pt x="1557844" y="102802"/>
                  <a:pt x="1554737" y="103168"/>
                  <a:pt x="1551995" y="103168"/>
                </a:cubicBezTo>
                <a:cubicBezTo>
                  <a:pt x="1547516" y="103168"/>
                  <a:pt x="1544043" y="102459"/>
                  <a:pt x="1541575" y="101043"/>
                </a:cubicBezTo>
                <a:cubicBezTo>
                  <a:pt x="1539107" y="99626"/>
                  <a:pt x="1537371" y="97764"/>
                  <a:pt x="1536365" y="95456"/>
                </a:cubicBezTo>
                <a:cubicBezTo>
                  <a:pt x="1535360" y="93148"/>
                  <a:pt x="1534857" y="88292"/>
                  <a:pt x="1534857" y="80889"/>
                </a:cubicBezTo>
                <a:lnTo>
                  <a:pt x="1534857" y="39005"/>
                </a:lnTo>
                <a:lnTo>
                  <a:pt x="1525809" y="39005"/>
                </a:lnTo>
                <a:lnTo>
                  <a:pt x="1525809" y="29408"/>
                </a:lnTo>
                <a:lnTo>
                  <a:pt x="1534857" y="29408"/>
                </a:lnTo>
                <a:lnTo>
                  <a:pt x="1534857" y="11379"/>
                </a:lnTo>
                <a:lnTo>
                  <a:pt x="1547128" y="3976"/>
                </a:lnTo>
                <a:lnTo>
                  <a:pt x="1547128" y="29408"/>
                </a:lnTo>
                <a:lnTo>
                  <a:pt x="1559535" y="29408"/>
                </a:lnTo>
                <a:lnTo>
                  <a:pt x="1559535" y="39005"/>
                </a:lnTo>
                <a:lnTo>
                  <a:pt x="1547128" y="39005"/>
                </a:lnTo>
                <a:lnTo>
                  <a:pt x="1547128" y="81574"/>
                </a:lnTo>
                <a:cubicBezTo>
                  <a:pt x="1547128" y="85093"/>
                  <a:pt x="1547345" y="87355"/>
                  <a:pt x="1547779" y="88361"/>
                </a:cubicBezTo>
                <a:cubicBezTo>
                  <a:pt x="1548213" y="89366"/>
                  <a:pt x="1548922" y="90166"/>
                  <a:pt x="1549904" y="90760"/>
                </a:cubicBezTo>
                <a:cubicBezTo>
                  <a:pt x="1550887" y="91354"/>
                  <a:pt x="1552292" y="91651"/>
                  <a:pt x="1554120" y="91651"/>
                </a:cubicBezTo>
                <a:cubicBezTo>
                  <a:pt x="1555491" y="91651"/>
                  <a:pt x="1557296" y="91491"/>
                  <a:pt x="1559535" y="91171"/>
                </a:cubicBezTo>
                <a:close/>
                <a:moveTo>
                  <a:pt x="1566498" y="65808"/>
                </a:moveTo>
                <a:cubicBezTo>
                  <a:pt x="1566498" y="52326"/>
                  <a:pt x="1570245" y="42341"/>
                  <a:pt x="1577740" y="35852"/>
                </a:cubicBezTo>
                <a:cubicBezTo>
                  <a:pt x="1584001" y="30459"/>
                  <a:pt x="1591633" y="27763"/>
                  <a:pt x="1600636" y="27763"/>
                </a:cubicBezTo>
                <a:cubicBezTo>
                  <a:pt x="1610644" y="27763"/>
                  <a:pt x="1618824" y="31042"/>
                  <a:pt x="1625177" y="37600"/>
                </a:cubicBezTo>
                <a:cubicBezTo>
                  <a:pt x="1631529" y="44158"/>
                  <a:pt x="1634705" y="53218"/>
                  <a:pt x="1634705" y="64780"/>
                </a:cubicBezTo>
                <a:cubicBezTo>
                  <a:pt x="1634705" y="74148"/>
                  <a:pt x="1633300" y="81517"/>
                  <a:pt x="1630489" y="86887"/>
                </a:cubicBezTo>
                <a:cubicBezTo>
                  <a:pt x="1627679" y="92257"/>
                  <a:pt x="1623589" y="96427"/>
                  <a:pt x="1618219" y="99397"/>
                </a:cubicBezTo>
                <a:cubicBezTo>
                  <a:pt x="1612849" y="102368"/>
                  <a:pt x="1606988" y="103853"/>
                  <a:pt x="1600636" y="103853"/>
                </a:cubicBezTo>
                <a:cubicBezTo>
                  <a:pt x="1590445" y="103853"/>
                  <a:pt x="1582207" y="100586"/>
                  <a:pt x="1575924" y="94051"/>
                </a:cubicBezTo>
                <a:cubicBezTo>
                  <a:pt x="1569640" y="87515"/>
                  <a:pt x="1566498" y="78101"/>
                  <a:pt x="1566498" y="65808"/>
                </a:cubicBezTo>
                <a:moveTo>
                  <a:pt x="1579180" y="65808"/>
                </a:moveTo>
                <a:cubicBezTo>
                  <a:pt x="1579180" y="75131"/>
                  <a:pt x="1581213" y="82111"/>
                  <a:pt x="1585281" y="86750"/>
                </a:cubicBezTo>
                <a:cubicBezTo>
                  <a:pt x="1589348" y="91388"/>
                  <a:pt x="1594466" y="93708"/>
                  <a:pt x="1600636" y="93708"/>
                </a:cubicBezTo>
                <a:cubicBezTo>
                  <a:pt x="1606760" y="93708"/>
                  <a:pt x="1611855" y="91377"/>
                  <a:pt x="1615923" y="86716"/>
                </a:cubicBezTo>
                <a:cubicBezTo>
                  <a:pt x="1619990" y="82054"/>
                  <a:pt x="1622023" y="74948"/>
                  <a:pt x="1622023" y="65397"/>
                </a:cubicBezTo>
                <a:cubicBezTo>
                  <a:pt x="1622023" y="56394"/>
                  <a:pt x="1619978" y="49573"/>
                  <a:pt x="1615888" y="44934"/>
                </a:cubicBezTo>
                <a:cubicBezTo>
                  <a:pt x="1611798" y="40296"/>
                  <a:pt x="1606714" y="37977"/>
                  <a:pt x="1600636" y="37977"/>
                </a:cubicBezTo>
                <a:cubicBezTo>
                  <a:pt x="1594466" y="37977"/>
                  <a:pt x="1589348" y="40285"/>
                  <a:pt x="1585281" y="44900"/>
                </a:cubicBezTo>
                <a:cubicBezTo>
                  <a:pt x="1581213" y="49516"/>
                  <a:pt x="1579180" y="56485"/>
                  <a:pt x="1579180" y="65808"/>
                </a:cubicBezTo>
                <a:close/>
                <a:moveTo>
                  <a:pt x="1685128" y="108240"/>
                </a:moveTo>
                <a:lnTo>
                  <a:pt x="1697124" y="110023"/>
                </a:lnTo>
                <a:cubicBezTo>
                  <a:pt x="1697627" y="113724"/>
                  <a:pt x="1699021" y="116421"/>
                  <a:pt x="1701306" y="118112"/>
                </a:cubicBezTo>
                <a:cubicBezTo>
                  <a:pt x="1704368" y="120397"/>
                  <a:pt x="1708549" y="121539"/>
                  <a:pt x="1713850" y="121539"/>
                </a:cubicBezTo>
                <a:cubicBezTo>
                  <a:pt x="1719563" y="121539"/>
                  <a:pt x="1723973" y="120397"/>
                  <a:pt x="1727080" y="118112"/>
                </a:cubicBezTo>
                <a:cubicBezTo>
                  <a:pt x="1730188" y="115827"/>
                  <a:pt x="1732290" y="112628"/>
                  <a:pt x="1733387" y="108515"/>
                </a:cubicBezTo>
                <a:cubicBezTo>
                  <a:pt x="1734027" y="106001"/>
                  <a:pt x="1734324" y="100723"/>
                  <a:pt x="1734278" y="92680"/>
                </a:cubicBezTo>
                <a:cubicBezTo>
                  <a:pt x="1728886" y="99032"/>
                  <a:pt x="1722168" y="102208"/>
                  <a:pt x="1714124" y="102208"/>
                </a:cubicBezTo>
                <a:cubicBezTo>
                  <a:pt x="1704116" y="102208"/>
                  <a:pt x="1696370" y="98598"/>
                  <a:pt x="1690886" y="91377"/>
                </a:cubicBezTo>
                <a:cubicBezTo>
                  <a:pt x="1685402" y="84156"/>
                  <a:pt x="1682660" y="75496"/>
                  <a:pt x="1682660" y="65397"/>
                </a:cubicBezTo>
                <a:cubicBezTo>
                  <a:pt x="1682660" y="58450"/>
                  <a:pt x="1683917" y="52041"/>
                  <a:pt x="1686430" y="46168"/>
                </a:cubicBezTo>
                <a:cubicBezTo>
                  <a:pt x="1688944" y="40296"/>
                  <a:pt x="1692588" y="35760"/>
                  <a:pt x="1697364" y="32561"/>
                </a:cubicBezTo>
                <a:cubicBezTo>
                  <a:pt x="1702140" y="29362"/>
                  <a:pt x="1707749" y="27763"/>
                  <a:pt x="1714193" y="27763"/>
                </a:cubicBezTo>
                <a:cubicBezTo>
                  <a:pt x="1722785" y="27763"/>
                  <a:pt x="1729868" y="31236"/>
                  <a:pt x="1735443" y="38182"/>
                </a:cubicBezTo>
                <a:lnTo>
                  <a:pt x="1735443" y="29408"/>
                </a:lnTo>
                <a:lnTo>
                  <a:pt x="1746823" y="29408"/>
                </a:lnTo>
                <a:lnTo>
                  <a:pt x="1746823" y="92337"/>
                </a:lnTo>
                <a:cubicBezTo>
                  <a:pt x="1746823" y="103670"/>
                  <a:pt x="1745669" y="111702"/>
                  <a:pt x="1743361" y="116432"/>
                </a:cubicBezTo>
                <a:cubicBezTo>
                  <a:pt x="1741053" y="121162"/>
                  <a:pt x="1737397" y="124898"/>
                  <a:pt x="1732393" y="127640"/>
                </a:cubicBezTo>
                <a:cubicBezTo>
                  <a:pt x="1727389" y="130382"/>
                  <a:pt x="1721231" y="131753"/>
                  <a:pt x="1713919" y="131753"/>
                </a:cubicBezTo>
                <a:cubicBezTo>
                  <a:pt x="1705236" y="131753"/>
                  <a:pt x="1698221" y="129799"/>
                  <a:pt x="1692874" y="125892"/>
                </a:cubicBezTo>
                <a:cubicBezTo>
                  <a:pt x="1687527" y="121985"/>
                  <a:pt x="1684945" y="116101"/>
                  <a:pt x="1685128" y="108240"/>
                </a:cubicBezTo>
                <a:moveTo>
                  <a:pt x="1695342" y="64505"/>
                </a:moveTo>
                <a:cubicBezTo>
                  <a:pt x="1695342" y="74057"/>
                  <a:pt x="1697238" y="81026"/>
                  <a:pt x="1701031" y="85413"/>
                </a:cubicBezTo>
                <a:cubicBezTo>
                  <a:pt x="1704825" y="89800"/>
                  <a:pt x="1709577" y="91994"/>
                  <a:pt x="1715290" y="91994"/>
                </a:cubicBezTo>
                <a:cubicBezTo>
                  <a:pt x="1720957" y="91994"/>
                  <a:pt x="1725709" y="89812"/>
                  <a:pt x="1729548" y="85447"/>
                </a:cubicBezTo>
                <a:cubicBezTo>
                  <a:pt x="1733387" y="81083"/>
                  <a:pt x="1735306" y="74240"/>
                  <a:pt x="1735306" y="64917"/>
                </a:cubicBezTo>
                <a:cubicBezTo>
                  <a:pt x="1735306" y="56005"/>
                  <a:pt x="1733330" y="49287"/>
                  <a:pt x="1729377" y="44763"/>
                </a:cubicBezTo>
                <a:cubicBezTo>
                  <a:pt x="1725424" y="40239"/>
                  <a:pt x="1720660" y="37977"/>
                  <a:pt x="1715084" y="37977"/>
                </a:cubicBezTo>
                <a:cubicBezTo>
                  <a:pt x="1709600" y="37977"/>
                  <a:pt x="1704939" y="40205"/>
                  <a:pt x="1701100" y="44660"/>
                </a:cubicBezTo>
                <a:cubicBezTo>
                  <a:pt x="1697261" y="49116"/>
                  <a:pt x="1695342" y="55731"/>
                  <a:pt x="1695342" y="64505"/>
                </a:cubicBezTo>
                <a:close/>
                <a:moveTo>
                  <a:pt x="1815030" y="78764"/>
                </a:moveTo>
                <a:lnTo>
                  <a:pt x="1827780" y="80341"/>
                </a:lnTo>
                <a:cubicBezTo>
                  <a:pt x="1825770" y="87790"/>
                  <a:pt x="1822045" y="93571"/>
                  <a:pt x="1816607" y="97684"/>
                </a:cubicBezTo>
                <a:cubicBezTo>
                  <a:pt x="1811168" y="101797"/>
                  <a:pt x="1804222" y="103853"/>
                  <a:pt x="1795768" y="103853"/>
                </a:cubicBezTo>
                <a:cubicBezTo>
                  <a:pt x="1785119" y="103853"/>
                  <a:pt x="1776676" y="100574"/>
                  <a:pt x="1770438" y="94016"/>
                </a:cubicBezTo>
                <a:cubicBezTo>
                  <a:pt x="1764200" y="87458"/>
                  <a:pt x="1761081" y="78261"/>
                  <a:pt x="1761081" y="66425"/>
                </a:cubicBezTo>
                <a:cubicBezTo>
                  <a:pt x="1761081" y="54177"/>
                  <a:pt x="1764235" y="44672"/>
                  <a:pt x="1770541" y="37908"/>
                </a:cubicBezTo>
                <a:cubicBezTo>
                  <a:pt x="1776848" y="31145"/>
                  <a:pt x="1785028" y="27763"/>
                  <a:pt x="1795082" y="27763"/>
                </a:cubicBezTo>
                <a:cubicBezTo>
                  <a:pt x="1804816" y="27763"/>
                  <a:pt x="1812768" y="31076"/>
                  <a:pt x="1818937" y="37702"/>
                </a:cubicBezTo>
                <a:cubicBezTo>
                  <a:pt x="1825107" y="44329"/>
                  <a:pt x="1828192" y="53652"/>
                  <a:pt x="1828192" y="65671"/>
                </a:cubicBezTo>
                <a:cubicBezTo>
                  <a:pt x="1828192" y="66402"/>
                  <a:pt x="1828169" y="67499"/>
                  <a:pt x="1828123" y="68961"/>
                </a:cubicBezTo>
                <a:lnTo>
                  <a:pt x="1773832" y="68961"/>
                </a:lnTo>
                <a:cubicBezTo>
                  <a:pt x="1774289" y="76959"/>
                  <a:pt x="1776551" y="83083"/>
                  <a:pt x="1780618" y="87333"/>
                </a:cubicBezTo>
                <a:cubicBezTo>
                  <a:pt x="1784685" y="91583"/>
                  <a:pt x="1789758" y="93708"/>
                  <a:pt x="1795836" y="93708"/>
                </a:cubicBezTo>
                <a:cubicBezTo>
                  <a:pt x="1800360" y="93708"/>
                  <a:pt x="1804222" y="92520"/>
                  <a:pt x="1807421" y="90143"/>
                </a:cubicBezTo>
                <a:cubicBezTo>
                  <a:pt x="1810620" y="87767"/>
                  <a:pt x="1813156" y="83974"/>
                  <a:pt x="1815030" y="78764"/>
                </a:cubicBezTo>
                <a:moveTo>
                  <a:pt x="1774517" y="58816"/>
                </a:moveTo>
                <a:lnTo>
                  <a:pt x="1815167" y="58816"/>
                </a:lnTo>
                <a:cubicBezTo>
                  <a:pt x="1814619" y="52692"/>
                  <a:pt x="1813065" y="48099"/>
                  <a:pt x="1810506" y="45037"/>
                </a:cubicBezTo>
                <a:cubicBezTo>
                  <a:pt x="1806576" y="40285"/>
                  <a:pt x="1801480" y="37908"/>
                  <a:pt x="1795219" y="37908"/>
                </a:cubicBezTo>
                <a:cubicBezTo>
                  <a:pt x="1789552" y="37908"/>
                  <a:pt x="1784788" y="39805"/>
                  <a:pt x="1780926" y="43598"/>
                </a:cubicBezTo>
                <a:cubicBezTo>
                  <a:pt x="1777065" y="47391"/>
                  <a:pt x="1774928" y="52464"/>
                  <a:pt x="1774517" y="58816"/>
                </a:cubicBezTo>
                <a:close/>
                <a:moveTo>
                  <a:pt x="1869938" y="91171"/>
                </a:moveTo>
                <a:lnTo>
                  <a:pt x="1871721" y="102071"/>
                </a:lnTo>
                <a:cubicBezTo>
                  <a:pt x="1868248" y="102802"/>
                  <a:pt x="1865140" y="103168"/>
                  <a:pt x="1862398" y="103168"/>
                </a:cubicBezTo>
                <a:cubicBezTo>
                  <a:pt x="1857919" y="103168"/>
                  <a:pt x="1854446" y="102459"/>
                  <a:pt x="1851978" y="101043"/>
                </a:cubicBezTo>
                <a:cubicBezTo>
                  <a:pt x="1849511" y="99626"/>
                  <a:pt x="1847774" y="97764"/>
                  <a:pt x="1846769" y="95456"/>
                </a:cubicBezTo>
                <a:cubicBezTo>
                  <a:pt x="1845763" y="93148"/>
                  <a:pt x="1845260" y="88292"/>
                  <a:pt x="1845260" y="80889"/>
                </a:cubicBezTo>
                <a:lnTo>
                  <a:pt x="1845260" y="39005"/>
                </a:lnTo>
                <a:lnTo>
                  <a:pt x="1836212" y="39005"/>
                </a:lnTo>
                <a:lnTo>
                  <a:pt x="1836212" y="29408"/>
                </a:lnTo>
                <a:lnTo>
                  <a:pt x="1845260" y="29408"/>
                </a:lnTo>
                <a:lnTo>
                  <a:pt x="1845260" y="11379"/>
                </a:lnTo>
                <a:lnTo>
                  <a:pt x="1857531" y="3976"/>
                </a:lnTo>
                <a:lnTo>
                  <a:pt x="1857531" y="29408"/>
                </a:lnTo>
                <a:lnTo>
                  <a:pt x="1869938" y="29408"/>
                </a:lnTo>
                <a:lnTo>
                  <a:pt x="1869938" y="39005"/>
                </a:lnTo>
                <a:lnTo>
                  <a:pt x="1857531" y="39005"/>
                </a:lnTo>
                <a:lnTo>
                  <a:pt x="1857531" y="81574"/>
                </a:lnTo>
                <a:cubicBezTo>
                  <a:pt x="1857531" y="85093"/>
                  <a:pt x="1857748" y="87355"/>
                  <a:pt x="1858182" y="88361"/>
                </a:cubicBezTo>
                <a:cubicBezTo>
                  <a:pt x="1858616" y="89366"/>
                  <a:pt x="1859325" y="90166"/>
                  <a:pt x="1860307" y="90760"/>
                </a:cubicBezTo>
                <a:cubicBezTo>
                  <a:pt x="1861290" y="91354"/>
                  <a:pt x="1862695" y="91651"/>
                  <a:pt x="1864523" y="91651"/>
                </a:cubicBezTo>
                <a:cubicBezTo>
                  <a:pt x="1865894" y="91651"/>
                  <a:pt x="1867699" y="91491"/>
                  <a:pt x="1869938" y="91171"/>
                </a:cubicBezTo>
                <a:close/>
                <a:moveTo>
                  <a:pt x="1967494" y="93228"/>
                </a:moveTo>
                <a:cubicBezTo>
                  <a:pt x="1962924" y="97112"/>
                  <a:pt x="1958525" y="99854"/>
                  <a:pt x="1954298" y="101454"/>
                </a:cubicBezTo>
                <a:cubicBezTo>
                  <a:pt x="1950071" y="103053"/>
                  <a:pt x="1945535" y="103853"/>
                  <a:pt x="1940691" y="103853"/>
                </a:cubicBezTo>
                <a:cubicBezTo>
                  <a:pt x="1932693" y="103853"/>
                  <a:pt x="1926547" y="101899"/>
                  <a:pt x="1922251" y="97992"/>
                </a:cubicBezTo>
                <a:cubicBezTo>
                  <a:pt x="1917955" y="94085"/>
                  <a:pt x="1915807" y="89092"/>
                  <a:pt x="1915807" y="83014"/>
                </a:cubicBezTo>
                <a:cubicBezTo>
                  <a:pt x="1915807" y="79449"/>
                  <a:pt x="1916618" y="76193"/>
                  <a:pt x="1918241" y="73246"/>
                </a:cubicBezTo>
                <a:cubicBezTo>
                  <a:pt x="1919863" y="70298"/>
                  <a:pt x="1921988" y="67933"/>
                  <a:pt x="1924616" y="66151"/>
                </a:cubicBezTo>
                <a:cubicBezTo>
                  <a:pt x="1927244" y="64368"/>
                  <a:pt x="1930203" y="63020"/>
                  <a:pt x="1933493" y="62106"/>
                </a:cubicBezTo>
                <a:cubicBezTo>
                  <a:pt x="1935915" y="61466"/>
                  <a:pt x="1939571" y="60849"/>
                  <a:pt x="1944461" y="60255"/>
                </a:cubicBezTo>
                <a:cubicBezTo>
                  <a:pt x="1954424" y="59067"/>
                  <a:pt x="1961759" y="57650"/>
                  <a:pt x="1966466" y="56005"/>
                </a:cubicBezTo>
                <a:cubicBezTo>
                  <a:pt x="1966511" y="54314"/>
                  <a:pt x="1966534" y="53240"/>
                  <a:pt x="1966534" y="52783"/>
                </a:cubicBezTo>
                <a:cubicBezTo>
                  <a:pt x="1966534" y="47756"/>
                  <a:pt x="1965369" y="44215"/>
                  <a:pt x="1963038" y="42158"/>
                </a:cubicBezTo>
                <a:cubicBezTo>
                  <a:pt x="1959885" y="39371"/>
                  <a:pt x="1955201" y="37977"/>
                  <a:pt x="1948985" y="37977"/>
                </a:cubicBezTo>
                <a:cubicBezTo>
                  <a:pt x="1943182" y="37977"/>
                  <a:pt x="1938897" y="38993"/>
                  <a:pt x="1936132" y="41027"/>
                </a:cubicBezTo>
                <a:cubicBezTo>
                  <a:pt x="1933367" y="43061"/>
                  <a:pt x="1931322" y="46660"/>
                  <a:pt x="1929997" y="51824"/>
                </a:cubicBezTo>
                <a:lnTo>
                  <a:pt x="1917932" y="50179"/>
                </a:lnTo>
                <a:cubicBezTo>
                  <a:pt x="1919029" y="45014"/>
                  <a:pt x="1920834" y="40844"/>
                  <a:pt x="1923348" y="37668"/>
                </a:cubicBezTo>
                <a:cubicBezTo>
                  <a:pt x="1925861" y="34492"/>
                  <a:pt x="1929494" y="32047"/>
                  <a:pt x="1934247" y="30333"/>
                </a:cubicBezTo>
                <a:cubicBezTo>
                  <a:pt x="1939000" y="28620"/>
                  <a:pt x="1944507" y="27763"/>
                  <a:pt x="1950768" y="27763"/>
                </a:cubicBezTo>
                <a:cubicBezTo>
                  <a:pt x="1956983" y="27763"/>
                  <a:pt x="1962033" y="28494"/>
                  <a:pt x="1965917" y="29956"/>
                </a:cubicBezTo>
                <a:cubicBezTo>
                  <a:pt x="1969802" y="31419"/>
                  <a:pt x="1972658" y="33258"/>
                  <a:pt x="1974486" y="35475"/>
                </a:cubicBezTo>
                <a:cubicBezTo>
                  <a:pt x="1976314" y="37691"/>
                  <a:pt x="1977594" y="40490"/>
                  <a:pt x="1978325" y="43872"/>
                </a:cubicBezTo>
                <a:cubicBezTo>
                  <a:pt x="1978736" y="45974"/>
                  <a:pt x="1978942" y="49767"/>
                  <a:pt x="1978942" y="55251"/>
                </a:cubicBezTo>
                <a:lnTo>
                  <a:pt x="1978942" y="71703"/>
                </a:lnTo>
                <a:cubicBezTo>
                  <a:pt x="1978942" y="83174"/>
                  <a:pt x="1979204" y="90429"/>
                  <a:pt x="1979730" y="93468"/>
                </a:cubicBezTo>
                <a:cubicBezTo>
                  <a:pt x="1980256" y="96507"/>
                  <a:pt x="1981295" y="99420"/>
                  <a:pt x="1982849" y="102208"/>
                </a:cubicBezTo>
                <a:lnTo>
                  <a:pt x="1969962" y="102208"/>
                </a:lnTo>
                <a:cubicBezTo>
                  <a:pt x="1968682" y="99649"/>
                  <a:pt x="1967859" y="96655"/>
                  <a:pt x="1967494" y="93228"/>
                </a:cubicBezTo>
                <a:moveTo>
                  <a:pt x="1966466" y="65671"/>
                </a:moveTo>
                <a:cubicBezTo>
                  <a:pt x="1961987" y="67499"/>
                  <a:pt x="1955269" y="69053"/>
                  <a:pt x="1946312" y="70332"/>
                </a:cubicBezTo>
                <a:cubicBezTo>
                  <a:pt x="1941239" y="71063"/>
                  <a:pt x="1937652" y="71886"/>
                  <a:pt x="1935550" y="72800"/>
                </a:cubicBezTo>
                <a:cubicBezTo>
                  <a:pt x="1933447" y="73714"/>
                  <a:pt x="1931825" y="75051"/>
                  <a:pt x="1930683" y="76810"/>
                </a:cubicBezTo>
                <a:cubicBezTo>
                  <a:pt x="1929540" y="78570"/>
                  <a:pt x="1928969" y="80523"/>
                  <a:pt x="1928969" y="82671"/>
                </a:cubicBezTo>
                <a:cubicBezTo>
                  <a:pt x="1928969" y="85962"/>
                  <a:pt x="1930214" y="88704"/>
                  <a:pt x="1932705" y="90897"/>
                </a:cubicBezTo>
                <a:cubicBezTo>
                  <a:pt x="1935195" y="93091"/>
                  <a:pt x="1938840" y="94188"/>
                  <a:pt x="1943639" y="94188"/>
                </a:cubicBezTo>
                <a:cubicBezTo>
                  <a:pt x="1948391" y="94188"/>
                  <a:pt x="1952619" y="93148"/>
                  <a:pt x="1956320" y="91069"/>
                </a:cubicBezTo>
                <a:cubicBezTo>
                  <a:pt x="1960022" y="88989"/>
                  <a:pt x="1962741" y="86144"/>
                  <a:pt x="1964478" y="82534"/>
                </a:cubicBezTo>
                <a:cubicBezTo>
                  <a:pt x="1965803" y="79746"/>
                  <a:pt x="1966466" y="75633"/>
                  <a:pt x="1966466" y="70195"/>
                </a:cubicBezTo>
                <a:lnTo>
                  <a:pt x="1966466" y="65671"/>
                </a:lnTo>
                <a:close/>
                <a:moveTo>
                  <a:pt x="2049724" y="102208"/>
                </a:moveTo>
                <a:lnTo>
                  <a:pt x="2027445" y="29408"/>
                </a:lnTo>
                <a:lnTo>
                  <a:pt x="2040196" y="29408"/>
                </a:lnTo>
                <a:lnTo>
                  <a:pt x="2051780" y="71429"/>
                </a:lnTo>
                <a:lnTo>
                  <a:pt x="2056099" y="87058"/>
                </a:lnTo>
                <a:cubicBezTo>
                  <a:pt x="2056282" y="86282"/>
                  <a:pt x="2057539" y="81277"/>
                  <a:pt x="2059869" y="72046"/>
                </a:cubicBezTo>
                <a:lnTo>
                  <a:pt x="2071454" y="29408"/>
                </a:lnTo>
                <a:lnTo>
                  <a:pt x="2084136" y="29408"/>
                </a:lnTo>
                <a:lnTo>
                  <a:pt x="2095035" y="71635"/>
                </a:lnTo>
                <a:lnTo>
                  <a:pt x="2098669" y="85550"/>
                </a:lnTo>
                <a:lnTo>
                  <a:pt x="2102850" y="71498"/>
                </a:lnTo>
                <a:lnTo>
                  <a:pt x="2115326" y="29408"/>
                </a:lnTo>
                <a:lnTo>
                  <a:pt x="2127322" y="29408"/>
                </a:lnTo>
                <a:lnTo>
                  <a:pt x="2104564" y="102208"/>
                </a:lnTo>
                <a:lnTo>
                  <a:pt x="2091745" y="102208"/>
                </a:lnTo>
                <a:lnTo>
                  <a:pt x="2080160" y="58610"/>
                </a:lnTo>
                <a:lnTo>
                  <a:pt x="2077350" y="46203"/>
                </a:lnTo>
                <a:lnTo>
                  <a:pt x="2062611" y="102208"/>
                </a:lnTo>
                <a:lnTo>
                  <a:pt x="2049724" y="102208"/>
                </a:lnTo>
                <a:close/>
                <a:moveTo>
                  <a:pt x="2185183" y="93228"/>
                </a:moveTo>
                <a:cubicBezTo>
                  <a:pt x="2180613" y="97112"/>
                  <a:pt x="2176214" y="99854"/>
                  <a:pt x="2171987" y="101454"/>
                </a:cubicBezTo>
                <a:cubicBezTo>
                  <a:pt x="2167760" y="103053"/>
                  <a:pt x="2163224" y="103853"/>
                  <a:pt x="2158380" y="103853"/>
                </a:cubicBezTo>
                <a:cubicBezTo>
                  <a:pt x="2150382" y="103853"/>
                  <a:pt x="2144236" y="101899"/>
                  <a:pt x="2139940" y="97992"/>
                </a:cubicBezTo>
                <a:cubicBezTo>
                  <a:pt x="2135644" y="94085"/>
                  <a:pt x="2133496" y="89092"/>
                  <a:pt x="2133496" y="83014"/>
                </a:cubicBezTo>
                <a:cubicBezTo>
                  <a:pt x="2133496" y="79449"/>
                  <a:pt x="2134307" y="76193"/>
                  <a:pt x="2135930" y="73246"/>
                </a:cubicBezTo>
                <a:cubicBezTo>
                  <a:pt x="2137552" y="70298"/>
                  <a:pt x="2139677" y="67933"/>
                  <a:pt x="2142305" y="66151"/>
                </a:cubicBezTo>
                <a:cubicBezTo>
                  <a:pt x="2144933" y="64368"/>
                  <a:pt x="2147892" y="63020"/>
                  <a:pt x="2151182" y="62106"/>
                </a:cubicBezTo>
                <a:cubicBezTo>
                  <a:pt x="2153604" y="61466"/>
                  <a:pt x="2157260" y="60849"/>
                  <a:pt x="2162150" y="60255"/>
                </a:cubicBezTo>
                <a:cubicBezTo>
                  <a:pt x="2172113" y="59067"/>
                  <a:pt x="2179447" y="57650"/>
                  <a:pt x="2184155" y="56005"/>
                </a:cubicBezTo>
                <a:cubicBezTo>
                  <a:pt x="2184200" y="54314"/>
                  <a:pt x="2184223" y="53240"/>
                  <a:pt x="2184223" y="52783"/>
                </a:cubicBezTo>
                <a:cubicBezTo>
                  <a:pt x="2184223" y="47756"/>
                  <a:pt x="2183058" y="44215"/>
                  <a:pt x="2180727" y="42158"/>
                </a:cubicBezTo>
                <a:cubicBezTo>
                  <a:pt x="2177574" y="39371"/>
                  <a:pt x="2172890" y="37977"/>
                  <a:pt x="2166674" y="37977"/>
                </a:cubicBezTo>
                <a:cubicBezTo>
                  <a:pt x="2160870" y="37977"/>
                  <a:pt x="2156586" y="38993"/>
                  <a:pt x="2153821" y="41027"/>
                </a:cubicBezTo>
                <a:cubicBezTo>
                  <a:pt x="2151056" y="43061"/>
                  <a:pt x="2149011" y="46660"/>
                  <a:pt x="2147686" y="51824"/>
                </a:cubicBezTo>
                <a:lnTo>
                  <a:pt x="2135621" y="50179"/>
                </a:lnTo>
                <a:cubicBezTo>
                  <a:pt x="2136718" y="45014"/>
                  <a:pt x="2138523" y="40844"/>
                  <a:pt x="2141037" y="37668"/>
                </a:cubicBezTo>
                <a:cubicBezTo>
                  <a:pt x="2143550" y="34492"/>
                  <a:pt x="2147183" y="32047"/>
                  <a:pt x="2151936" y="30333"/>
                </a:cubicBezTo>
                <a:cubicBezTo>
                  <a:pt x="2156689" y="28620"/>
                  <a:pt x="2162196" y="27763"/>
                  <a:pt x="2168457" y="27763"/>
                </a:cubicBezTo>
                <a:cubicBezTo>
                  <a:pt x="2174672" y="27763"/>
                  <a:pt x="2179722" y="28494"/>
                  <a:pt x="2183606" y="29956"/>
                </a:cubicBezTo>
                <a:cubicBezTo>
                  <a:pt x="2187491" y="31419"/>
                  <a:pt x="2190347" y="33258"/>
                  <a:pt x="2192175" y="35475"/>
                </a:cubicBezTo>
                <a:cubicBezTo>
                  <a:pt x="2194003" y="37691"/>
                  <a:pt x="2195282" y="40490"/>
                  <a:pt x="2196014" y="43872"/>
                </a:cubicBezTo>
                <a:cubicBezTo>
                  <a:pt x="2196425" y="45974"/>
                  <a:pt x="2196631" y="49767"/>
                  <a:pt x="2196631" y="55251"/>
                </a:cubicBezTo>
                <a:lnTo>
                  <a:pt x="2196631" y="71703"/>
                </a:lnTo>
                <a:cubicBezTo>
                  <a:pt x="2196631" y="83174"/>
                  <a:pt x="2196893" y="90429"/>
                  <a:pt x="2197419" y="93468"/>
                </a:cubicBezTo>
                <a:cubicBezTo>
                  <a:pt x="2197945" y="96507"/>
                  <a:pt x="2198984" y="99420"/>
                  <a:pt x="2200538" y="102208"/>
                </a:cubicBezTo>
                <a:lnTo>
                  <a:pt x="2187651" y="102208"/>
                </a:lnTo>
                <a:cubicBezTo>
                  <a:pt x="2186371" y="99649"/>
                  <a:pt x="2185548" y="96655"/>
                  <a:pt x="2185183" y="93228"/>
                </a:cubicBezTo>
                <a:moveTo>
                  <a:pt x="2184155" y="65671"/>
                </a:moveTo>
                <a:cubicBezTo>
                  <a:pt x="2179676" y="67499"/>
                  <a:pt x="2172958" y="69053"/>
                  <a:pt x="2164001" y="70332"/>
                </a:cubicBezTo>
                <a:cubicBezTo>
                  <a:pt x="2158928" y="71063"/>
                  <a:pt x="2155341" y="71886"/>
                  <a:pt x="2153239" y="72800"/>
                </a:cubicBezTo>
                <a:cubicBezTo>
                  <a:pt x="2151136" y="73714"/>
                  <a:pt x="2149514" y="75051"/>
                  <a:pt x="2148371" y="76810"/>
                </a:cubicBezTo>
                <a:cubicBezTo>
                  <a:pt x="2147229" y="78570"/>
                  <a:pt x="2146658" y="80523"/>
                  <a:pt x="2146658" y="82671"/>
                </a:cubicBezTo>
                <a:cubicBezTo>
                  <a:pt x="2146658" y="85962"/>
                  <a:pt x="2147903" y="88704"/>
                  <a:pt x="2150394" y="90897"/>
                </a:cubicBezTo>
                <a:cubicBezTo>
                  <a:pt x="2152884" y="93091"/>
                  <a:pt x="2156529" y="94188"/>
                  <a:pt x="2161327" y="94188"/>
                </a:cubicBezTo>
                <a:cubicBezTo>
                  <a:pt x="2166080" y="94188"/>
                  <a:pt x="2170307" y="93148"/>
                  <a:pt x="2174009" y="91069"/>
                </a:cubicBezTo>
                <a:cubicBezTo>
                  <a:pt x="2177711" y="88989"/>
                  <a:pt x="2180430" y="86144"/>
                  <a:pt x="2182167" y="82534"/>
                </a:cubicBezTo>
                <a:cubicBezTo>
                  <a:pt x="2183492" y="79746"/>
                  <a:pt x="2184155" y="75633"/>
                  <a:pt x="2184155" y="70195"/>
                </a:cubicBezTo>
                <a:lnTo>
                  <a:pt x="2184155" y="65671"/>
                </a:lnTo>
                <a:close/>
                <a:moveTo>
                  <a:pt x="2242422" y="91171"/>
                </a:moveTo>
                <a:lnTo>
                  <a:pt x="2244204" y="102071"/>
                </a:lnTo>
                <a:cubicBezTo>
                  <a:pt x="2240731" y="102802"/>
                  <a:pt x="2237624" y="103168"/>
                  <a:pt x="2234882" y="103168"/>
                </a:cubicBezTo>
                <a:cubicBezTo>
                  <a:pt x="2230403" y="103168"/>
                  <a:pt x="2226930" y="102459"/>
                  <a:pt x="2224462" y="101043"/>
                </a:cubicBezTo>
                <a:cubicBezTo>
                  <a:pt x="2221994" y="99626"/>
                  <a:pt x="2220258" y="97764"/>
                  <a:pt x="2219252" y="95456"/>
                </a:cubicBezTo>
                <a:cubicBezTo>
                  <a:pt x="2218247" y="93148"/>
                  <a:pt x="2217744" y="88292"/>
                  <a:pt x="2217744" y="80889"/>
                </a:cubicBezTo>
                <a:lnTo>
                  <a:pt x="2217744" y="39005"/>
                </a:lnTo>
                <a:lnTo>
                  <a:pt x="2208696" y="39005"/>
                </a:lnTo>
                <a:lnTo>
                  <a:pt x="2208696" y="29408"/>
                </a:lnTo>
                <a:lnTo>
                  <a:pt x="2217744" y="29408"/>
                </a:lnTo>
                <a:lnTo>
                  <a:pt x="2217744" y="11379"/>
                </a:lnTo>
                <a:lnTo>
                  <a:pt x="2230015" y="3976"/>
                </a:lnTo>
                <a:lnTo>
                  <a:pt x="2230015" y="29408"/>
                </a:lnTo>
                <a:lnTo>
                  <a:pt x="2242422" y="29408"/>
                </a:lnTo>
                <a:lnTo>
                  <a:pt x="2242422" y="39005"/>
                </a:lnTo>
                <a:lnTo>
                  <a:pt x="2230015" y="39005"/>
                </a:lnTo>
                <a:lnTo>
                  <a:pt x="2230015" y="81574"/>
                </a:lnTo>
                <a:cubicBezTo>
                  <a:pt x="2230015" y="85093"/>
                  <a:pt x="2230232" y="87355"/>
                  <a:pt x="2230666" y="88361"/>
                </a:cubicBezTo>
                <a:cubicBezTo>
                  <a:pt x="2231100" y="89366"/>
                  <a:pt x="2231808" y="90166"/>
                  <a:pt x="2232791" y="90760"/>
                </a:cubicBezTo>
                <a:cubicBezTo>
                  <a:pt x="2233773" y="91354"/>
                  <a:pt x="2235179" y="91651"/>
                  <a:pt x="2237007" y="91651"/>
                </a:cubicBezTo>
                <a:cubicBezTo>
                  <a:pt x="2238378" y="91651"/>
                  <a:pt x="2240183" y="91491"/>
                  <a:pt x="2242422" y="91171"/>
                </a:cubicBezTo>
                <a:close/>
                <a:moveTo>
                  <a:pt x="2303813" y="78764"/>
                </a:moveTo>
                <a:lnTo>
                  <a:pt x="2316563" y="80341"/>
                </a:lnTo>
                <a:cubicBezTo>
                  <a:pt x="2314553" y="87790"/>
                  <a:pt x="2310828" y="93571"/>
                  <a:pt x="2305390" y="97684"/>
                </a:cubicBezTo>
                <a:cubicBezTo>
                  <a:pt x="2299952" y="101797"/>
                  <a:pt x="2293005" y="103853"/>
                  <a:pt x="2284551" y="103853"/>
                </a:cubicBezTo>
                <a:cubicBezTo>
                  <a:pt x="2273903" y="103853"/>
                  <a:pt x="2265459" y="100574"/>
                  <a:pt x="2259221" y="94016"/>
                </a:cubicBezTo>
                <a:cubicBezTo>
                  <a:pt x="2252983" y="87458"/>
                  <a:pt x="2249864" y="78261"/>
                  <a:pt x="2249864" y="66425"/>
                </a:cubicBezTo>
                <a:cubicBezTo>
                  <a:pt x="2249864" y="54177"/>
                  <a:pt x="2253018" y="44672"/>
                  <a:pt x="2259324" y="37908"/>
                </a:cubicBezTo>
                <a:cubicBezTo>
                  <a:pt x="2265631" y="31145"/>
                  <a:pt x="2273811" y="27763"/>
                  <a:pt x="2283865" y="27763"/>
                </a:cubicBezTo>
                <a:cubicBezTo>
                  <a:pt x="2293599" y="27763"/>
                  <a:pt x="2301551" y="31076"/>
                  <a:pt x="2307721" y="37702"/>
                </a:cubicBezTo>
                <a:cubicBezTo>
                  <a:pt x="2313890" y="44329"/>
                  <a:pt x="2316975" y="53652"/>
                  <a:pt x="2316975" y="65671"/>
                </a:cubicBezTo>
                <a:cubicBezTo>
                  <a:pt x="2316975" y="66402"/>
                  <a:pt x="2316952" y="67499"/>
                  <a:pt x="2316906" y="68961"/>
                </a:cubicBezTo>
                <a:lnTo>
                  <a:pt x="2262615" y="68961"/>
                </a:lnTo>
                <a:cubicBezTo>
                  <a:pt x="2263072" y="76959"/>
                  <a:pt x="2265334" y="83083"/>
                  <a:pt x="2269401" y="87333"/>
                </a:cubicBezTo>
                <a:cubicBezTo>
                  <a:pt x="2273468" y="91583"/>
                  <a:pt x="2278541" y="93708"/>
                  <a:pt x="2284619" y="93708"/>
                </a:cubicBezTo>
                <a:cubicBezTo>
                  <a:pt x="2289143" y="93708"/>
                  <a:pt x="2293005" y="92520"/>
                  <a:pt x="2296204" y="90143"/>
                </a:cubicBezTo>
                <a:cubicBezTo>
                  <a:pt x="2299403" y="87767"/>
                  <a:pt x="2301939" y="83974"/>
                  <a:pt x="2303813" y="78764"/>
                </a:cubicBezTo>
                <a:moveTo>
                  <a:pt x="2263300" y="58816"/>
                </a:moveTo>
                <a:lnTo>
                  <a:pt x="2303950" y="58816"/>
                </a:lnTo>
                <a:cubicBezTo>
                  <a:pt x="2303402" y="52692"/>
                  <a:pt x="2301848" y="48099"/>
                  <a:pt x="2299289" y="45037"/>
                </a:cubicBezTo>
                <a:cubicBezTo>
                  <a:pt x="2295359" y="40285"/>
                  <a:pt x="2290263" y="37908"/>
                  <a:pt x="2284002" y="37908"/>
                </a:cubicBezTo>
                <a:cubicBezTo>
                  <a:pt x="2278335" y="37908"/>
                  <a:pt x="2273571" y="39805"/>
                  <a:pt x="2269710" y="43598"/>
                </a:cubicBezTo>
                <a:cubicBezTo>
                  <a:pt x="2265848" y="47391"/>
                  <a:pt x="2263711" y="52464"/>
                  <a:pt x="2263300" y="58816"/>
                </a:cubicBezTo>
                <a:close/>
                <a:moveTo>
                  <a:pt x="2331644" y="102208"/>
                </a:moveTo>
                <a:lnTo>
                  <a:pt x="2331644" y="29408"/>
                </a:lnTo>
                <a:lnTo>
                  <a:pt x="2342749" y="29408"/>
                </a:lnTo>
                <a:lnTo>
                  <a:pt x="2342749" y="40444"/>
                </a:lnTo>
                <a:cubicBezTo>
                  <a:pt x="2345583" y="35280"/>
                  <a:pt x="2348199" y="31876"/>
                  <a:pt x="2350598" y="30231"/>
                </a:cubicBezTo>
                <a:cubicBezTo>
                  <a:pt x="2352998" y="28585"/>
                  <a:pt x="2355637" y="27763"/>
                  <a:pt x="2358516" y="27763"/>
                </a:cubicBezTo>
                <a:cubicBezTo>
                  <a:pt x="2362675" y="27763"/>
                  <a:pt x="2366902" y="29088"/>
                  <a:pt x="2371198" y="31739"/>
                </a:cubicBezTo>
                <a:lnTo>
                  <a:pt x="2366948" y="43186"/>
                </a:lnTo>
                <a:cubicBezTo>
                  <a:pt x="2363931" y="41404"/>
                  <a:pt x="2360915" y="40513"/>
                  <a:pt x="2357899" y="40513"/>
                </a:cubicBezTo>
                <a:cubicBezTo>
                  <a:pt x="2355203" y="40513"/>
                  <a:pt x="2352781" y="41324"/>
                  <a:pt x="2350633" y="42947"/>
                </a:cubicBezTo>
                <a:cubicBezTo>
                  <a:pt x="2348485" y="44569"/>
                  <a:pt x="2346954" y="46820"/>
                  <a:pt x="2346040" y="49699"/>
                </a:cubicBezTo>
                <a:cubicBezTo>
                  <a:pt x="2344669" y="54086"/>
                  <a:pt x="2343983" y="58884"/>
                  <a:pt x="2343983" y="64094"/>
                </a:cubicBezTo>
                <a:lnTo>
                  <a:pt x="2343983" y="102208"/>
                </a:lnTo>
                <a:lnTo>
                  <a:pt x="2331644" y="102208"/>
                </a:lnTo>
                <a:close/>
                <a:moveTo>
                  <a:pt x="2414372" y="108240"/>
                </a:moveTo>
                <a:lnTo>
                  <a:pt x="2426368" y="110023"/>
                </a:lnTo>
                <a:cubicBezTo>
                  <a:pt x="2426871" y="113724"/>
                  <a:pt x="2428264" y="116421"/>
                  <a:pt x="2430549" y="118112"/>
                </a:cubicBezTo>
                <a:cubicBezTo>
                  <a:pt x="2433611" y="120397"/>
                  <a:pt x="2437793" y="121539"/>
                  <a:pt x="2443094" y="121539"/>
                </a:cubicBezTo>
                <a:cubicBezTo>
                  <a:pt x="2448806" y="121539"/>
                  <a:pt x="2453217" y="120397"/>
                  <a:pt x="2456324" y="118112"/>
                </a:cubicBezTo>
                <a:cubicBezTo>
                  <a:pt x="2459432" y="115827"/>
                  <a:pt x="2461534" y="112628"/>
                  <a:pt x="2462631" y="108515"/>
                </a:cubicBezTo>
                <a:cubicBezTo>
                  <a:pt x="2463271" y="106001"/>
                  <a:pt x="2463568" y="100723"/>
                  <a:pt x="2463522" y="92680"/>
                </a:cubicBezTo>
                <a:cubicBezTo>
                  <a:pt x="2458129" y="99032"/>
                  <a:pt x="2451411" y="102208"/>
                  <a:pt x="2443368" y="102208"/>
                </a:cubicBezTo>
                <a:cubicBezTo>
                  <a:pt x="2433360" y="102208"/>
                  <a:pt x="2425614" y="98598"/>
                  <a:pt x="2420130" y="91377"/>
                </a:cubicBezTo>
                <a:cubicBezTo>
                  <a:pt x="2414646" y="84156"/>
                  <a:pt x="2411904" y="75496"/>
                  <a:pt x="2411904" y="65397"/>
                </a:cubicBezTo>
                <a:cubicBezTo>
                  <a:pt x="2411904" y="58450"/>
                  <a:pt x="2413161" y="52041"/>
                  <a:pt x="2415674" y="46168"/>
                </a:cubicBezTo>
                <a:cubicBezTo>
                  <a:pt x="2418188" y="40296"/>
                  <a:pt x="2421832" y="35760"/>
                  <a:pt x="2426608" y="32561"/>
                </a:cubicBezTo>
                <a:cubicBezTo>
                  <a:pt x="2431383" y="29362"/>
                  <a:pt x="2436993" y="27763"/>
                  <a:pt x="2443437" y="27763"/>
                </a:cubicBezTo>
                <a:cubicBezTo>
                  <a:pt x="2452028" y="27763"/>
                  <a:pt x="2459112" y="31236"/>
                  <a:pt x="2464687" y="38182"/>
                </a:cubicBezTo>
                <a:lnTo>
                  <a:pt x="2464687" y="29408"/>
                </a:lnTo>
                <a:lnTo>
                  <a:pt x="2476066" y="29408"/>
                </a:lnTo>
                <a:lnTo>
                  <a:pt x="2476066" y="92337"/>
                </a:lnTo>
                <a:cubicBezTo>
                  <a:pt x="2476066" y="103670"/>
                  <a:pt x="2474913" y="111702"/>
                  <a:pt x="2472605" y="116432"/>
                </a:cubicBezTo>
                <a:cubicBezTo>
                  <a:pt x="2470297" y="121162"/>
                  <a:pt x="2466641" y="124898"/>
                  <a:pt x="2461637" y="127640"/>
                </a:cubicBezTo>
                <a:cubicBezTo>
                  <a:pt x="2456633" y="130382"/>
                  <a:pt x="2450475" y="131753"/>
                  <a:pt x="2443163" y="131753"/>
                </a:cubicBezTo>
                <a:cubicBezTo>
                  <a:pt x="2434480" y="131753"/>
                  <a:pt x="2427465" y="129799"/>
                  <a:pt x="2422118" y="125892"/>
                </a:cubicBezTo>
                <a:cubicBezTo>
                  <a:pt x="2416771" y="121985"/>
                  <a:pt x="2414189" y="116101"/>
                  <a:pt x="2414372" y="108240"/>
                </a:cubicBezTo>
                <a:moveTo>
                  <a:pt x="2424586" y="64505"/>
                </a:moveTo>
                <a:cubicBezTo>
                  <a:pt x="2424586" y="74057"/>
                  <a:pt x="2426482" y="81026"/>
                  <a:pt x="2430275" y="85413"/>
                </a:cubicBezTo>
                <a:cubicBezTo>
                  <a:pt x="2434068" y="89800"/>
                  <a:pt x="2438821" y="91994"/>
                  <a:pt x="2444534" y="91994"/>
                </a:cubicBezTo>
                <a:cubicBezTo>
                  <a:pt x="2450200" y="91994"/>
                  <a:pt x="2454953" y="89812"/>
                  <a:pt x="2458792" y="85447"/>
                </a:cubicBezTo>
                <a:cubicBezTo>
                  <a:pt x="2462631" y="81083"/>
                  <a:pt x="2464550" y="74240"/>
                  <a:pt x="2464550" y="64917"/>
                </a:cubicBezTo>
                <a:cubicBezTo>
                  <a:pt x="2464550" y="56005"/>
                  <a:pt x="2462574" y="49287"/>
                  <a:pt x="2458621" y="44763"/>
                </a:cubicBezTo>
                <a:cubicBezTo>
                  <a:pt x="2454667" y="40239"/>
                  <a:pt x="2449903" y="37977"/>
                  <a:pt x="2444328" y="37977"/>
                </a:cubicBezTo>
                <a:cubicBezTo>
                  <a:pt x="2438844" y="37977"/>
                  <a:pt x="2434182" y="40205"/>
                  <a:pt x="2430344" y="44660"/>
                </a:cubicBezTo>
                <a:cubicBezTo>
                  <a:pt x="2426505" y="49116"/>
                  <a:pt x="2424586" y="55731"/>
                  <a:pt x="2424586" y="64505"/>
                </a:cubicBezTo>
                <a:close/>
                <a:moveTo>
                  <a:pt x="2494164" y="102208"/>
                </a:moveTo>
                <a:lnTo>
                  <a:pt x="2494164" y="1714"/>
                </a:lnTo>
                <a:lnTo>
                  <a:pt x="2506503" y="1714"/>
                </a:lnTo>
                <a:lnTo>
                  <a:pt x="2506503" y="102208"/>
                </a:lnTo>
                <a:lnTo>
                  <a:pt x="2494164" y="102208"/>
                </a:lnTo>
                <a:close/>
                <a:moveTo>
                  <a:pt x="2573418" y="93228"/>
                </a:moveTo>
                <a:cubicBezTo>
                  <a:pt x="2568848" y="97112"/>
                  <a:pt x="2564450" y="99854"/>
                  <a:pt x="2560223" y="101454"/>
                </a:cubicBezTo>
                <a:cubicBezTo>
                  <a:pt x="2555995" y="103053"/>
                  <a:pt x="2551460" y="103853"/>
                  <a:pt x="2546615" y="103853"/>
                </a:cubicBezTo>
                <a:cubicBezTo>
                  <a:pt x="2538618" y="103853"/>
                  <a:pt x="2532471" y="101899"/>
                  <a:pt x="2528176" y="97992"/>
                </a:cubicBezTo>
                <a:cubicBezTo>
                  <a:pt x="2523880" y="94085"/>
                  <a:pt x="2521732" y="89092"/>
                  <a:pt x="2521732" y="83014"/>
                </a:cubicBezTo>
                <a:cubicBezTo>
                  <a:pt x="2521732" y="79449"/>
                  <a:pt x="2522543" y="76193"/>
                  <a:pt x="2524165" y="73246"/>
                </a:cubicBezTo>
                <a:cubicBezTo>
                  <a:pt x="2525788" y="70298"/>
                  <a:pt x="2527913" y="67933"/>
                  <a:pt x="2530540" y="66151"/>
                </a:cubicBezTo>
                <a:cubicBezTo>
                  <a:pt x="2533168" y="64368"/>
                  <a:pt x="2536127" y="63020"/>
                  <a:pt x="2539418" y="62106"/>
                </a:cubicBezTo>
                <a:cubicBezTo>
                  <a:pt x="2541840" y="61466"/>
                  <a:pt x="2545496" y="60849"/>
                  <a:pt x="2550386" y="60255"/>
                </a:cubicBezTo>
                <a:cubicBezTo>
                  <a:pt x="2560348" y="59067"/>
                  <a:pt x="2567683" y="57650"/>
                  <a:pt x="2572390" y="56005"/>
                </a:cubicBezTo>
                <a:cubicBezTo>
                  <a:pt x="2572436" y="54314"/>
                  <a:pt x="2572459" y="53240"/>
                  <a:pt x="2572459" y="52783"/>
                </a:cubicBezTo>
                <a:cubicBezTo>
                  <a:pt x="2572459" y="47756"/>
                  <a:pt x="2571293" y="44215"/>
                  <a:pt x="2568963" y="42158"/>
                </a:cubicBezTo>
                <a:cubicBezTo>
                  <a:pt x="2565809" y="39371"/>
                  <a:pt x="2561125" y="37977"/>
                  <a:pt x="2554910" y="37977"/>
                </a:cubicBezTo>
                <a:cubicBezTo>
                  <a:pt x="2549106" y="37977"/>
                  <a:pt x="2544822" y="38993"/>
                  <a:pt x="2542057" y="41027"/>
                </a:cubicBezTo>
                <a:cubicBezTo>
                  <a:pt x="2539292" y="43061"/>
                  <a:pt x="2537247" y="46660"/>
                  <a:pt x="2535922" y="51824"/>
                </a:cubicBezTo>
                <a:lnTo>
                  <a:pt x="2523857" y="50179"/>
                </a:lnTo>
                <a:cubicBezTo>
                  <a:pt x="2524954" y="45014"/>
                  <a:pt x="2526759" y="40844"/>
                  <a:pt x="2529272" y="37668"/>
                </a:cubicBezTo>
                <a:cubicBezTo>
                  <a:pt x="2531786" y="34492"/>
                  <a:pt x="2535419" y="32047"/>
                  <a:pt x="2540172" y="30333"/>
                </a:cubicBezTo>
                <a:cubicBezTo>
                  <a:pt x="2544925" y="28620"/>
                  <a:pt x="2550431" y="27763"/>
                  <a:pt x="2556692" y="27763"/>
                </a:cubicBezTo>
                <a:cubicBezTo>
                  <a:pt x="2562907" y="27763"/>
                  <a:pt x="2567957" y="28494"/>
                  <a:pt x="2571842" y="29956"/>
                </a:cubicBezTo>
                <a:cubicBezTo>
                  <a:pt x="2575726" y="31419"/>
                  <a:pt x="2578583" y="33258"/>
                  <a:pt x="2580411" y="35475"/>
                </a:cubicBezTo>
                <a:cubicBezTo>
                  <a:pt x="2582239" y="37691"/>
                  <a:pt x="2583518" y="40490"/>
                  <a:pt x="2584249" y="43872"/>
                </a:cubicBezTo>
                <a:cubicBezTo>
                  <a:pt x="2584661" y="45974"/>
                  <a:pt x="2584866" y="49767"/>
                  <a:pt x="2584866" y="55251"/>
                </a:cubicBezTo>
                <a:lnTo>
                  <a:pt x="2584866" y="71703"/>
                </a:lnTo>
                <a:cubicBezTo>
                  <a:pt x="2584866" y="83174"/>
                  <a:pt x="2585129" y="90429"/>
                  <a:pt x="2585655" y="93468"/>
                </a:cubicBezTo>
                <a:cubicBezTo>
                  <a:pt x="2586180" y="96507"/>
                  <a:pt x="2587220" y="99420"/>
                  <a:pt x="2588774" y="102208"/>
                </a:cubicBezTo>
                <a:lnTo>
                  <a:pt x="2575886" y="102208"/>
                </a:lnTo>
                <a:cubicBezTo>
                  <a:pt x="2574607" y="99649"/>
                  <a:pt x="2573784" y="96655"/>
                  <a:pt x="2573418" y="93228"/>
                </a:cubicBezTo>
                <a:moveTo>
                  <a:pt x="2572390" y="65671"/>
                </a:moveTo>
                <a:cubicBezTo>
                  <a:pt x="2567912" y="67499"/>
                  <a:pt x="2561194" y="69053"/>
                  <a:pt x="2552237" y="70332"/>
                </a:cubicBezTo>
                <a:cubicBezTo>
                  <a:pt x="2547164" y="71063"/>
                  <a:pt x="2543576" y="71886"/>
                  <a:pt x="2541474" y="72800"/>
                </a:cubicBezTo>
                <a:cubicBezTo>
                  <a:pt x="2539372" y="73714"/>
                  <a:pt x="2537750" y="75051"/>
                  <a:pt x="2536607" y="76810"/>
                </a:cubicBezTo>
                <a:cubicBezTo>
                  <a:pt x="2535465" y="78570"/>
                  <a:pt x="2534893" y="80523"/>
                  <a:pt x="2534893" y="82671"/>
                </a:cubicBezTo>
                <a:cubicBezTo>
                  <a:pt x="2534893" y="85962"/>
                  <a:pt x="2536139" y="88704"/>
                  <a:pt x="2538629" y="90897"/>
                </a:cubicBezTo>
                <a:cubicBezTo>
                  <a:pt x="2541120" y="93091"/>
                  <a:pt x="2544765" y="94188"/>
                  <a:pt x="2549563" y="94188"/>
                </a:cubicBezTo>
                <a:cubicBezTo>
                  <a:pt x="2554316" y="94188"/>
                  <a:pt x="2558543" y="93148"/>
                  <a:pt x="2562245" y="91069"/>
                </a:cubicBezTo>
                <a:cubicBezTo>
                  <a:pt x="2565947" y="88989"/>
                  <a:pt x="2568666" y="86144"/>
                  <a:pt x="2570402" y="82534"/>
                </a:cubicBezTo>
                <a:cubicBezTo>
                  <a:pt x="2571728" y="79746"/>
                  <a:pt x="2572390" y="75633"/>
                  <a:pt x="2572390" y="70195"/>
                </a:cubicBezTo>
                <a:lnTo>
                  <a:pt x="2572390" y="65671"/>
                </a:lnTo>
                <a:close/>
                <a:moveTo>
                  <a:pt x="2598782" y="80478"/>
                </a:moveTo>
                <a:lnTo>
                  <a:pt x="2610984" y="78558"/>
                </a:lnTo>
                <a:cubicBezTo>
                  <a:pt x="2611670" y="83448"/>
                  <a:pt x="2613578" y="87196"/>
                  <a:pt x="2616708" y="89800"/>
                </a:cubicBezTo>
                <a:cubicBezTo>
                  <a:pt x="2619839" y="92405"/>
                  <a:pt x="2624214" y="93708"/>
                  <a:pt x="2629835" y="93708"/>
                </a:cubicBezTo>
                <a:cubicBezTo>
                  <a:pt x="2635502" y="93708"/>
                  <a:pt x="2639707" y="92554"/>
                  <a:pt x="2642449" y="90246"/>
                </a:cubicBezTo>
                <a:cubicBezTo>
                  <a:pt x="2645191" y="87938"/>
                  <a:pt x="2646562" y="85230"/>
                  <a:pt x="2646562" y="82123"/>
                </a:cubicBezTo>
                <a:cubicBezTo>
                  <a:pt x="2646562" y="79335"/>
                  <a:pt x="2645351" y="77142"/>
                  <a:pt x="2642929" y="75542"/>
                </a:cubicBezTo>
                <a:cubicBezTo>
                  <a:pt x="2641238" y="74445"/>
                  <a:pt x="2637033" y="73051"/>
                  <a:pt x="2630315" y="71360"/>
                </a:cubicBezTo>
                <a:cubicBezTo>
                  <a:pt x="2621267" y="69075"/>
                  <a:pt x="2614994" y="67099"/>
                  <a:pt x="2611498" y="65431"/>
                </a:cubicBezTo>
                <a:cubicBezTo>
                  <a:pt x="2608002" y="63763"/>
                  <a:pt x="2605352" y="61455"/>
                  <a:pt x="2603547" y="58507"/>
                </a:cubicBezTo>
                <a:cubicBezTo>
                  <a:pt x="2601741" y="55560"/>
                  <a:pt x="2600839" y="52304"/>
                  <a:pt x="2600839" y="48739"/>
                </a:cubicBezTo>
                <a:cubicBezTo>
                  <a:pt x="2600839" y="45494"/>
                  <a:pt x="2601581" y="42490"/>
                  <a:pt x="2603067" y="39725"/>
                </a:cubicBezTo>
                <a:cubicBezTo>
                  <a:pt x="2604552" y="36960"/>
                  <a:pt x="2606574" y="34663"/>
                  <a:pt x="2609133" y="32835"/>
                </a:cubicBezTo>
                <a:cubicBezTo>
                  <a:pt x="2611053" y="31419"/>
                  <a:pt x="2613669" y="30219"/>
                  <a:pt x="2616982" y="29237"/>
                </a:cubicBezTo>
                <a:cubicBezTo>
                  <a:pt x="2620296" y="28254"/>
                  <a:pt x="2623849" y="27763"/>
                  <a:pt x="2627642" y="27763"/>
                </a:cubicBezTo>
                <a:cubicBezTo>
                  <a:pt x="2633354" y="27763"/>
                  <a:pt x="2638370" y="28585"/>
                  <a:pt x="2642689" y="30231"/>
                </a:cubicBezTo>
                <a:cubicBezTo>
                  <a:pt x="2647007" y="31876"/>
                  <a:pt x="2650195" y="34104"/>
                  <a:pt x="2652251" y="36914"/>
                </a:cubicBezTo>
                <a:cubicBezTo>
                  <a:pt x="2654308" y="39725"/>
                  <a:pt x="2655724" y="43484"/>
                  <a:pt x="2656501" y="48191"/>
                </a:cubicBezTo>
                <a:lnTo>
                  <a:pt x="2644437" y="49836"/>
                </a:lnTo>
                <a:cubicBezTo>
                  <a:pt x="2643888" y="46088"/>
                  <a:pt x="2642300" y="43164"/>
                  <a:pt x="2639672" y="41061"/>
                </a:cubicBezTo>
                <a:cubicBezTo>
                  <a:pt x="2637045" y="38959"/>
                  <a:pt x="2633332" y="37908"/>
                  <a:pt x="2628533" y="37908"/>
                </a:cubicBezTo>
                <a:cubicBezTo>
                  <a:pt x="2622866" y="37908"/>
                  <a:pt x="2618822" y="38845"/>
                  <a:pt x="2616400" y="40719"/>
                </a:cubicBezTo>
                <a:cubicBezTo>
                  <a:pt x="2613978" y="42592"/>
                  <a:pt x="2612767" y="44786"/>
                  <a:pt x="2612767" y="47299"/>
                </a:cubicBezTo>
                <a:cubicBezTo>
                  <a:pt x="2612767" y="48899"/>
                  <a:pt x="2613269" y="50338"/>
                  <a:pt x="2614275" y="51618"/>
                </a:cubicBezTo>
                <a:cubicBezTo>
                  <a:pt x="2615280" y="52943"/>
                  <a:pt x="2616857" y="54040"/>
                  <a:pt x="2619005" y="54908"/>
                </a:cubicBezTo>
                <a:cubicBezTo>
                  <a:pt x="2620238" y="55365"/>
                  <a:pt x="2623872" y="56417"/>
                  <a:pt x="2629904" y="58062"/>
                </a:cubicBezTo>
                <a:cubicBezTo>
                  <a:pt x="2638633" y="60392"/>
                  <a:pt x="2644722" y="62300"/>
                  <a:pt x="2648173" y="63786"/>
                </a:cubicBezTo>
                <a:cubicBezTo>
                  <a:pt x="2651623" y="65271"/>
                  <a:pt x="2654331" y="67430"/>
                  <a:pt x="2656296" y="70264"/>
                </a:cubicBezTo>
                <a:cubicBezTo>
                  <a:pt x="2658261" y="73097"/>
                  <a:pt x="2659243" y="76616"/>
                  <a:pt x="2659243" y="80820"/>
                </a:cubicBezTo>
                <a:cubicBezTo>
                  <a:pt x="2659243" y="84933"/>
                  <a:pt x="2658044" y="88806"/>
                  <a:pt x="2655645" y="92440"/>
                </a:cubicBezTo>
                <a:cubicBezTo>
                  <a:pt x="2653245" y="96073"/>
                  <a:pt x="2649784" y="98883"/>
                  <a:pt x="2645259" y="100871"/>
                </a:cubicBezTo>
                <a:cubicBezTo>
                  <a:pt x="2640735" y="102859"/>
                  <a:pt x="2635617" y="103853"/>
                  <a:pt x="2629904" y="103853"/>
                </a:cubicBezTo>
                <a:cubicBezTo>
                  <a:pt x="2620444" y="103853"/>
                  <a:pt x="2613235" y="101888"/>
                  <a:pt x="2608277" y="97958"/>
                </a:cubicBezTo>
                <a:cubicBezTo>
                  <a:pt x="2603318" y="94028"/>
                  <a:pt x="2600153" y="88201"/>
                  <a:pt x="2598782" y="80478"/>
                </a:cubicBezTo>
                <a:close/>
                <a:moveTo>
                  <a:pt x="2668725" y="80478"/>
                </a:moveTo>
                <a:lnTo>
                  <a:pt x="2680927" y="78558"/>
                </a:lnTo>
                <a:cubicBezTo>
                  <a:pt x="2681612" y="83448"/>
                  <a:pt x="2683520" y="87196"/>
                  <a:pt x="2686651" y="89800"/>
                </a:cubicBezTo>
                <a:cubicBezTo>
                  <a:pt x="2689781" y="92405"/>
                  <a:pt x="2694157" y="93708"/>
                  <a:pt x="2699778" y="93708"/>
                </a:cubicBezTo>
                <a:cubicBezTo>
                  <a:pt x="2705445" y="93708"/>
                  <a:pt x="2709649" y="92554"/>
                  <a:pt x="2712391" y="90246"/>
                </a:cubicBezTo>
                <a:cubicBezTo>
                  <a:pt x="2715133" y="87938"/>
                  <a:pt x="2716504" y="85230"/>
                  <a:pt x="2716504" y="82123"/>
                </a:cubicBezTo>
                <a:cubicBezTo>
                  <a:pt x="2716504" y="79335"/>
                  <a:pt x="2715293" y="77142"/>
                  <a:pt x="2712871" y="75542"/>
                </a:cubicBezTo>
                <a:cubicBezTo>
                  <a:pt x="2711180" y="74445"/>
                  <a:pt x="2706976" y="73051"/>
                  <a:pt x="2700258" y="71360"/>
                </a:cubicBezTo>
                <a:cubicBezTo>
                  <a:pt x="2691209" y="69075"/>
                  <a:pt x="2684937" y="67099"/>
                  <a:pt x="2681441" y="65431"/>
                </a:cubicBezTo>
                <a:cubicBezTo>
                  <a:pt x="2677945" y="63763"/>
                  <a:pt x="2675294" y="61455"/>
                  <a:pt x="2673489" y="58507"/>
                </a:cubicBezTo>
                <a:cubicBezTo>
                  <a:pt x="2671684" y="55560"/>
                  <a:pt x="2670781" y="52304"/>
                  <a:pt x="2670781" y="48739"/>
                </a:cubicBezTo>
                <a:cubicBezTo>
                  <a:pt x="2670781" y="45494"/>
                  <a:pt x="2671524" y="42490"/>
                  <a:pt x="2673009" y="39725"/>
                </a:cubicBezTo>
                <a:cubicBezTo>
                  <a:pt x="2674494" y="36960"/>
                  <a:pt x="2676517" y="34663"/>
                  <a:pt x="2679076" y="32835"/>
                </a:cubicBezTo>
                <a:cubicBezTo>
                  <a:pt x="2680995" y="31419"/>
                  <a:pt x="2683612" y="30219"/>
                  <a:pt x="2686925" y="29237"/>
                </a:cubicBezTo>
                <a:cubicBezTo>
                  <a:pt x="2690238" y="28254"/>
                  <a:pt x="2693791" y="27763"/>
                  <a:pt x="2697584" y="27763"/>
                </a:cubicBezTo>
                <a:cubicBezTo>
                  <a:pt x="2703297" y="27763"/>
                  <a:pt x="2708312" y="28585"/>
                  <a:pt x="2712631" y="30231"/>
                </a:cubicBezTo>
                <a:cubicBezTo>
                  <a:pt x="2716950" y="31876"/>
                  <a:pt x="2720137" y="34104"/>
                  <a:pt x="2722194" y="36914"/>
                </a:cubicBezTo>
                <a:cubicBezTo>
                  <a:pt x="2724250" y="39725"/>
                  <a:pt x="2725667" y="43484"/>
                  <a:pt x="2726444" y="48191"/>
                </a:cubicBezTo>
                <a:lnTo>
                  <a:pt x="2714379" y="49836"/>
                </a:lnTo>
                <a:cubicBezTo>
                  <a:pt x="2713831" y="46088"/>
                  <a:pt x="2712243" y="43164"/>
                  <a:pt x="2709615" y="41061"/>
                </a:cubicBezTo>
                <a:cubicBezTo>
                  <a:pt x="2706987" y="38959"/>
                  <a:pt x="2703274" y="37908"/>
                  <a:pt x="2698475" y="37908"/>
                </a:cubicBezTo>
                <a:cubicBezTo>
                  <a:pt x="2692809" y="37908"/>
                  <a:pt x="2688764" y="38845"/>
                  <a:pt x="2686342" y="40719"/>
                </a:cubicBezTo>
                <a:cubicBezTo>
                  <a:pt x="2683920" y="42592"/>
                  <a:pt x="2682709" y="44786"/>
                  <a:pt x="2682709" y="47299"/>
                </a:cubicBezTo>
                <a:cubicBezTo>
                  <a:pt x="2682709" y="48899"/>
                  <a:pt x="2683212" y="50338"/>
                  <a:pt x="2684217" y="51618"/>
                </a:cubicBezTo>
                <a:cubicBezTo>
                  <a:pt x="2685222" y="52943"/>
                  <a:pt x="2686799" y="54040"/>
                  <a:pt x="2688947" y="54908"/>
                </a:cubicBezTo>
                <a:cubicBezTo>
                  <a:pt x="2690181" y="55365"/>
                  <a:pt x="2693814" y="56417"/>
                  <a:pt x="2699846" y="58062"/>
                </a:cubicBezTo>
                <a:cubicBezTo>
                  <a:pt x="2708575" y="60392"/>
                  <a:pt x="2714665" y="62300"/>
                  <a:pt x="2718115" y="63786"/>
                </a:cubicBezTo>
                <a:cubicBezTo>
                  <a:pt x="2721565" y="65271"/>
                  <a:pt x="2724273" y="67430"/>
                  <a:pt x="2726238" y="70264"/>
                </a:cubicBezTo>
                <a:cubicBezTo>
                  <a:pt x="2728203" y="73097"/>
                  <a:pt x="2729186" y="76616"/>
                  <a:pt x="2729186" y="80820"/>
                </a:cubicBezTo>
                <a:cubicBezTo>
                  <a:pt x="2729186" y="84933"/>
                  <a:pt x="2727986" y="88806"/>
                  <a:pt x="2725587" y="92440"/>
                </a:cubicBezTo>
                <a:cubicBezTo>
                  <a:pt x="2723188" y="96073"/>
                  <a:pt x="2719726" y="98883"/>
                  <a:pt x="2715202" y="100871"/>
                </a:cubicBezTo>
                <a:cubicBezTo>
                  <a:pt x="2710677" y="102859"/>
                  <a:pt x="2705559" y="103853"/>
                  <a:pt x="2699846" y="103853"/>
                </a:cubicBezTo>
                <a:cubicBezTo>
                  <a:pt x="2690387" y="103853"/>
                  <a:pt x="2683177" y="101888"/>
                  <a:pt x="2678219" y="97958"/>
                </a:cubicBezTo>
                <a:cubicBezTo>
                  <a:pt x="2673261" y="94028"/>
                  <a:pt x="2670096" y="88201"/>
                  <a:pt x="2668725" y="80478"/>
                </a:cubicBezTo>
                <a:close/>
                <a:moveTo>
                  <a:pt x="2747098" y="102208"/>
                </a:moveTo>
                <a:lnTo>
                  <a:pt x="2747098" y="88155"/>
                </a:lnTo>
                <a:lnTo>
                  <a:pt x="2761151" y="88155"/>
                </a:lnTo>
                <a:lnTo>
                  <a:pt x="2761151" y="102208"/>
                </a:lnTo>
                <a:lnTo>
                  <a:pt x="2747098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(">
            <a:extLst xmlns:a="http://schemas.openxmlformats.org/drawingml/2006/main">
              <a:ext uri="{FF2B5EF4-FFF2-40B4-BE49-F238E27FC236}">
                <a16:creationId xmlns:a16="http://schemas.microsoft.com/office/drawing/2014/main" id="{2EC0B857-E8AE-4DFA-84CD-573F78C2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713" y="6503537"/>
            <a:ext cx="51892" cy="131753"/>
          </a:xfrm>
          <a:custGeom xmlns:a="http://schemas.openxmlformats.org/drawingml/2006/main">
            <a:pathLst>
              <a:path w="51892" h="131753">
                <a:moveTo>
                  <a:pt x="24404" y="131753"/>
                </a:moveTo>
                <a:lnTo>
                  <a:pt x="11037" y="131753"/>
                </a:lnTo>
                <a:cubicBezTo>
                  <a:pt x="7289" y="123024"/>
                  <a:pt x="4513" y="114193"/>
                  <a:pt x="2708" y="105258"/>
                </a:cubicBezTo>
                <a:cubicBezTo>
                  <a:pt x="903" y="96324"/>
                  <a:pt x="0" y="88132"/>
                  <a:pt x="0" y="80683"/>
                </a:cubicBezTo>
                <a:cubicBezTo>
                  <a:pt x="0" y="71360"/>
                  <a:pt x="1497" y="62003"/>
                  <a:pt x="4490" y="52612"/>
                </a:cubicBezTo>
                <a:cubicBezTo>
                  <a:pt x="7483" y="43221"/>
                  <a:pt x="12065" y="33658"/>
                  <a:pt x="18234" y="23924"/>
                </a:cubicBezTo>
                <a:cubicBezTo>
                  <a:pt x="22119" y="17709"/>
                  <a:pt x="28357" y="9734"/>
                  <a:pt x="36948" y="0"/>
                </a:cubicBezTo>
                <a:lnTo>
                  <a:pt x="51892" y="0"/>
                </a:lnTo>
                <a:cubicBezTo>
                  <a:pt x="43164" y="10237"/>
                  <a:pt x="36434" y="19857"/>
                  <a:pt x="31704" y="28860"/>
                </a:cubicBezTo>
                <a:cubicBezTo>
                  <a:pt x="26974" y="37862"/>
                  <a:pt x="23444" y="47665"/>
                  <a:pt x="21113" y="58267"/>
                </a:cubicBezTo>
                <a:cubicBezTo>
                  <a:pt x="18783" y="68870"/>
                  <a:pt x="17617" y="79244"/>
                  <a:pt x="17617" y="89389"/>
                </a:cubicBezTo>
                <a:cubicBezTo>
                  <a:pt x="17617" y="96244"/>
                  <a:pt x="18131" y="102916"/>
                  <a:pt x="19160" y="109406"/>
                </a:cubicBezTo>
                <a:cubicBezTo>
                  <a:pt x="20188" y="115895"/>
                  <a:pt x="21936" y="123344"/>
                  <a:pt x="24404" y="131753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b">
            <a:extLst xmlns:a="http://schemas.openxmlformats.org/drawingml/2006/main">
              <a:ext uri="{FF2B5EF4-FFF2-40B4-BE49-F238E27FC236}">
                <a16:creationId xmlns:a16="http://schemas.microsoft.com/office/drawing/2014/main" id="{D074B540-D057-49E7-BBA4-9465C0FF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860" y="6505251"/>
            <a:ext cx="79381" cy="102208"/>
          </a:xfrm>
          <a:custGeom xmlns:a="http://schemas.openxmlformats.org/drawingml/2006/main">
            <a:pathLst>
              <a:path w="79381" h="102208">
                <a:moveTo>
                  <a:pt x="0" y="100494"/>
                </a:moveTo>
                <a:lnTo>
                  <a:pt x="20976" y="0"/>
                </a:lnTo>
                <a:lnTo>
                  <a:pt x="40719" y="0"/>
                </a:lnTo>
                <a:lnTo>
                  <a:pt x="33658" y="33589"/>
                </a:lnTo>
                <a:cubicBezTo>
                  <a:pt x="37268" y="30847"/>
                  <a:pt x="40639" y="28894"/>
                  <a:pt x="43769" y="27728"/>
                </a:cubicBezTo>
                <a:cubicBezTo>
                  <a:pt x="46900" y="26563"/>
                  <a:pt x="50316" y="25980"/>
                  <a:pt x="54017" y="25980"/>
                </a:cubicBezTo>
                <a:cubicBezTo>
                  <a:pt x="61695" y="25980"/>
                  <a:pt x="67842" y="28551"/>
                  <a:pt x="72457" y="33692"/>
                </a:cubicBezTo>
                <a:cubicBezTo>
                  <a:pt x="77073" y="38834"/>
                  <a:pt x="79381" y="46317"/>
                  <a:pt x="79381" y="56142"/>
                </a:cubicBezTo>
                <a:cubicBezTo>
                  <a:pt x="79381" y="62769"/>
                  <a:pt x="78295" y="69201"/>
                  <a:pt x="76125" y="75439"/>
                </a:cubicBezTo>
                <a:cubicBezTo>
                  <a:pt x="73954" y="81677"/>
                  <a:pt x="71052" y="86750"/>
                  <a:pt x="67419" y="90657"/>
                </a:cubicBezTo>
                <a:cubicBezTo>
                  <a:pt x="63786" y="94565"/>
                  <a:pt x="59970" y="97467"/>
                  <a:pt x="55971" y="99363"/>
                </a:cubicBezTo>
                <a:cubicBezTo>
                  <a:pt x="51972" y="101260"/>
                  <a:pt x="47779" y="102208"/>
                  <a:pt x="43392" y="102208"/>
                </a:cubicBezTo>
                <a:cubicBezTo>
                  <a:pt x="32973" y="102208"/>
                  <a:pt x="25318" y="97638"/>
                  <a:pt x="20428" y="88498"/>
                </a:cubicBezTo>
                <a:lnTo>
                  <a:pt x="17892" y="100494"/>
                </a:lnTo>
                <a:lnTo>
                  <a:pt x="0" y="100494"/>
                </a:lnTo>
                <a:moveTo>
                  <a:pt x="26529" y="70812"/>
                </a:moveTo>
                <a:cubicBezTo>
                  <a:pt x="26529" y="75702"/>
                  <a:pt x="27911" y="79678"/>
                  <a:pt x="30676" y="82740"/>
                </a:cubicBezTo>
                <a:cubicBezTo>
                  <a:pt x="33441" y="85802"/>
                  <a:pt x="36697" y="87333"/>
                  <a:pt x="40444" y="87333"/>
                </a:cubicBezTo>
                <a:cubicBezTo>
                  <a:pt x="43735" y="87333"/>
                  <a:pt x="46877" y="86144"/>
                  <a:pt x="49870" y="83768"/>
                </a:cubicBezTo>
                <a:cubicBezTo>
                  <a:pt x="52863" y="81392"/>
                  <a:pt x="55354" y="77599"/>
                  <a:pt x="57342" y="72389"/>
                </a:cubicBezTo>
                <a:cubicBezTo>
                  <a:pt x="59330" y="67179"/>
                  <a:pt x="60324" y="61923"/>
                  <a:pt x="60324" y="56622"/>
                </a:cubicBezTo>
                <a:cubicBezTo>
                  <a:pt x="60324" y="51458"/>
                  <a:pt x="58987" y="47402"/>
                  <a:pt x="56314" y="44455"/>
                </a:cubicBezTo>
                <a:cubicBezTo>
                  <a:pt x="53640" y="41507"/>
                  <a:pt x="50407" y="40033"/>
                  <a:pt x="46614" y="40033"/>
                </a:cubicBezTo>
                <a:cubicBezTo>
                  <a:pt x="41678" y="40033"/>
                  <a:pt x="37428" y="42318"/>
                  <a:pt x="33864" y="46888"/>
                </a:cubicBezTo>
                <a:cubicBezTo>
                  <a:pt x="28974" y="53149"/>
                  <a:pt x="26529" y="61124"/>
                  <a:pt x="26529" y="70812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)Mar">
            <a:extLst xmlns:a="http://schemas.openxmlformats.org/drawingml/2006/main">
              <a:ext uri="{FF2B5EF4-FFF2-40B4-BE49-F238E27FC236}">
                <a16:creationId xmlns:a16="http://schemas.microsoft.com/office/drawing/2014/main" id="{2F70D860-B139-43A7-A842-68C33A5F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458" y="6503537"/>
            <a:ext cx="328479" cy="131753"/>
          </a:xfrm>
          <a:custGeom xmlns:a="http://schemas.openxmlformats.org/drawingml/2006/main">
            <a:pathLst>
              <a:path w="328479" h="131753">
                <a:moveTo>
                  <a:pt x="27489" y="0"/>
                </a:moveTo>
                <a:lnTo>
                  <a:pt x="40856" y="0"/>
                </a:lnTo>
                <a:cubicBezTo>
                  <a:pt x="44603" y="8683"/>
                  <a:pt x="47379" y="17503"/>
                  <a:pt x="49185" y="26460"/>
                </a:cubicBezTo>
                <a:cubicBezTo>
                  <a:pt x="50990" y="35417"/>
                  <a:pt x="51892" y="43598"/>
                  <a:pt x="51892" y="51001"/>
                </a:cubicBezTo>
                <a:cubicBezTo>
                  <a:pt x="51892" y="60324"/>
                  <a:pt x="50396" y="69681"/>
                  <a:pt x="47402" y="79072"/>
                </a:cubicBezTo>
                <a:cubicBezTo>
                  <a:pt x="44409" y="88464"/>
                  <a:pt x="39828" y="98049"/>
                  <a:pt x="33658" y="107829"/>
                </a:cubicBezTo>
                <a:cubicBezTo>
                  <a:pt x="29728" y="114044"/>
                  <a:pt x="23490" y="122019"/>
                  <a:pt x="14944" y="131753"/>
                </a:cubicBezTo>
                <a:lnTo>
                  <a:pt x="0" y="131753"/>
                </a:lnTo>
                <a:cubicBezTo>
                  <a:pt x="8683" y="121516"/>
                  <a:pt x="15389" y="111919"/>
                  <a:pt x="20119" y="102962"/>
                </a:cubicBezTo>
                <a:cubicBezTo>
                  <a:pt x="24849" y="94005"/>
                  <a:pt x="28380" y="84214"/>
                  <a:pt x="30710" y="73588"/>
                </a:cubicBezTo>
                <a:cubicBezTo>
                  <a:pt x="33041" y="62963"/>
                  <a:pt x="34206" y="52555"/>
                  <a:pt x="34206" y="42364"/>
                </a:cubicBezTo>
                <a:cubicBezTo>
                  <a:pt x="34206" y="35463"/>
                  <a:pt x="33704" y="28780"/>
                  <a:pt x="32698" y="22313"/>
                </a:cubicBezTo>
                <a:cubicBezTo>
                  <a:pt x="31693" y="15846"/>
                  <a:pt x="29956" y="8409"/>
                  <a:pt x="27489" y="0"/>
                </a:cubicBezTo>
                <a:close/>
                <a:moveTo>
                  <a:pt x="131387" y="102208"/>
                </a:moveTo>
                <a:lnTo>
                  <a:pt x="111782" y="102208"/>
                </a:lnTo>
                <a:lnTo>
                  <a:pt x="108149" y="18234"/>
                </a:lnTo>
                <a:lnTo>
                  <a:pt x="92177" y="102208"/>
                </a:lnTo>
                <a:lnTo>
                  <a:pt x="73531" y="102208"/>
                </a:lnTo>
                <a:lnTo>
                  <a:pt x="94507" y="1714"/>
                </a:lnTo>
                <a:lnTo>
                  <a:pt x="123984" y="1714"/>
                </a:lnTo>
                <a:lnTo>
                  <a:pt x="127069" y="72115"/>
                </a:lnTo>
                <a:lnTo>
                  <a:pt x="161344" y="1714"/>
                </a:lnTo>
                <a:lnTo>
                  <a:pt x="191163" y="1714"/>
                </a:lnTo>
                <a:lnTo>
                  <a:pt x="170118" y="102208"/>
                </a:lnTo>
                <a:lnTo>
                  <a:pt x="151267" y="102208"/>
                </a:lnTo>
                <a:lnTo>
                  <a:pt x="171078" y="18851"/>
                </a:lnTo>
                <a:lnTo>
                  <a:pt x="131387" y="102208"/>
                </a:lnTo>
                <a:close/>
                <a:moveTo>
                  <a:pt x="217496" y="50041"/>
                </a:moveTo>
                <a:lnTo>
                  <a:pt x="198302" y="48396"/>
                </a:lnTo>
                <a:cubicBezTo>
                  <a:pt x="200496" y="41907"/>
                  <a:pt x="204323" y="36834"/>
                  <a:pt x="209784" y="33178"/>
                </a:cubicBezTo>
                <a:cubicBezTo>
                  <a:pt x="215246" y="29522"/>
                  <a:pt x="222478" y="27694"/>
                  <a:pt x="231481" y="27694"/>
                </a:cubicBezTo>
                <a:cubicBezTo>
                  <a:pt x="240849" y="27694"/>
                  <a:pt x="247773" y="29579"/>
                  <a:pt x="252251" y="33350"/>
                </a:cubicBezTo>
                <a:cubicBezTo>
                  <a:pt x="256730" y="37120"/>
                  <a:pt x="258969" y="41724"/>
                  <a:pt x="258969" y="47162"/>
                </a:cubicBezTo>
                <a:cubicBezTo>
                  <a:pt x="258969" y="49356"/>
                  <a:pt x="258775" y="51687"/>
                  <a:pt x="258386" y="54154"/>
                </a:cubicBezTo>
                <a:cubicBezTo>
                  <a:pt x="257998" y="56622"/>
                  <a:pt x="256638" y="63112"/>
                  <a:pt x="254308" y="73623"/>
                </a:cubicBezTo>
                <a:cubicBezTo>
                  <a:pt x="252388" y="82306"/>
                  <a:pt x="251429" y="88384"/>
                  <a:pt x="251429" y="91857"/>
                </a:cubicBezTo>
                <a:cubicBezTo>
                  <a:pt x="251429" y="94965"/>
                  <a:pt x="251977" y="98415"/>
                  <a:pt x="253074" y="102208"/>
                </a:cubicBezTo>
                <a:lnTo>
                  <a:pt x="233948" y="102208"/>
                </a:lnTo>
                <a:cubicBezTo>
                  <a:pt x="233171" y="99557"/>
                  <a:pt x="232692" y="96815"/>
                  <a:pt x="232509" y="93982"/>
                </a:cubicBezTo>
                <a:cubicBezTo>
                  <a:pt x="229630" y="97181"/>
                  <a:pt x="226316" y="99637"/>
                  <a:pt x="222569" y="101351"/>
                </a:cubicBezTo>
                <a:cubicBezTo>
                  <a:pt x="218822" y="103065"/>
                  <a:pt x="215051" y="103922"/>
                  <a:pt x="211258" y="103922"/>
                </a:cubicBezTo>
                <a:cubicBezTo>
                  <a:pt x="205226" y="103922"/>
                  <a:pt x="200245" y="101945"/>
                  <a:pt x="196314" y="97992"/>
                </a:cubicBezTo>
                <a:cubicBezTo>
                  <a:pt x="192384" y="94039"/>
                  <a:pt x="190419" y="88955"/>
                  <a:pt x="190419" y="82740"/>
                </a:cubicBezTo>
                <a:cubicBezTo>
                  <a:pt x="190419" y="75793"/>
                  <a:pt x="192578" y="70241"/>
                  <a:pt x="196897" y="66082"/>
                </a:cubicBezTo>
                <a:cubicBezTo>
                  <a:pt x="201216" y="61923"/>
                  <a:pt x="208928" y="59410"/>
                  <a:pt x="220033" y="58542"/>
                </a:cubicBezTo>
                <a:cubicBezTo>
                  <a:pt x="229401" y="57765"/>
                  <a:pt x="235662" y="56828"/>
                  <a:pt x="238815" y="55731"/>
                </a:cubicBezTo>
                <a:cubicBezTo>
                  <a:pt x="239638" y="52989"/>
                  <a:pt x="240049" y="50795"/>
                  <a:pt x="240049" y="49150"/>
                </a:cubicBezTo>
                <a:cubicBezTo>
                  <a:pt x="240049" y="47048"/>
                  <a:pt x="239204" y="45289"/>
                  <a:pt x="237513" y="43872"/>
                </a:cubicBezTo>
                <a:cubicBezTo>
                  <a:pt x="235822" y="42455"/>
                  <a:pt x="233309" y="41747"/>
                  <a:pt x="229972" y="41747"/>
                </a:cubicBezTo>
                <a:cubicBezTo>
                  <a:pt x="226454" y="41747"/>
                  <a:pt x="223677" y="42467"/>
                  <a:pt x="221644" y="43906"/>
                </a:cubicBezTo>
                <a:cubicBezTo>
                  <a:pt x="219610" y="45346"/>
                  <a:pt x="218228" y="47391"/>
                  <a:pt x="217496" y="50041"/>
                </a:cubicBezTo>
                <a:moveTo>
                  <a:pt x="236210" y="68276"/>
                </a:moveTo>
                <a:cubicBezTo>
                  <a:pt x="235022" y="68596"/>
                  <a:pt x="233446" y="68893"/>
                  <a:pt x="231481" y="69167"/>
                </a:cubicBezTo>
                <a:cubicBezTo>
                  <a:pt x="221609" y="70355"/>
                  <a:pt x="215166" y="72092"/>
                  <a:pt x="212149" y="74377"/>
                </a:cubicBezTo>
                <a:cubicBezTo>
                  <a:pt x="210002" y="76022"/>
                  <a:pt x="208928" y="78238"/>
                  <a:pt x="208928" y="81026"/>
                </a:cubicBezTo>
                <a:cubicBezTo>
                  <a:pt x="208928" y="83311"/>
                  <a:pt x="209750" y="85242"/>
                  <a:pt x="211395" y="86818"/>
                </a:cubicBezTo>
                <a:cubicBezTo>
                  <a:pt x="213041" y="88395"/>
                  <a:pt x="215211" y="89183"/>
                  <a:pt x="217908" y="89183"/>
                </a:cubicBezTo>
                <a:cubicBezTo>
                  <a:pt x="220878" y="89183"/>
                  <a:pt x="223677" y="88464"/>
                  <a:pt x="226305" y="87024"/>
                </a:cubicBezTo>
                <a:cubicBezTo>
                  <a:pt x="228933" y="85585"/>
                  <a:pt x="230898" y="83734"/>
                  <a:pt x="232200" y="81472"/>
                </a:cubicBezTo>
                <a:cubicBezTo>
                  <a:pt x="233503" y="79209"/>
                  <a:pt x="234657" y="75679"/>
                  <a:pt x="235662" y="70881"/>
                </a:cubicBezTo>
                <a:lnTo>
                  <a:pt x="236210" y="68276"/>
                </a:lnTo>
                <a:close/>
                <a:moveTo>
                  <a:pt x="281659" y="29408"/>
                </a:moveTo>
                <a:lnTo>
                  <a:pt x="300031" y="29408"/>
                </a:lnTo>
                <a:lnTo>
                  <a:pt x="297083" y="43529"/>
                </a:lnTo>
                <a:cubicBezTo>
                  <a:pt x="303938" y="32973"/>
                  <a:pt x="311364" y="27694"/>
                  <a:pt x="319362" y="27694"/>
                </a:cubicBezTo>
                <a:cubicBezTo>
                  <a:pt x="322195" y="27694"/>
                  <a:pt x="325234" y="28403"/>
                  <a:pt x="328479" y="29819"/>
                </a:cubicBezTo>
                <a:lnTo>
                  <a:pt x="320938" y="45928"/>
                </a:lnTo>
                <a:cubicBezTo>
                  <a:pt x="319156" y="45289"/>
                  <a:pt x="317259" y="44969"/>
                  <a:pt x="315249" y="44969"/>
                </a:cubicBezTo>
                <a:cubicBezTo>
                  <a:pt x="311867" y="44969"/>
                  <a:pt x="308428" y="46248"/>
                  <a:pt x="304932" y="48808"/>
                </a:cubicBezTo>
                <a:cubicBezTo>
                  <a:pt x="301436" y="51367"/>
                  <a:pt x="298705" y="54783"/>
                  <a:pt x="296740" y="59056"/>
                </a:cubicBezTo>
                <a:cubicBezTo>
                  <a:pt x="294775" y="63329"/>
                  <a:pt x="292833" y="70104"/>
                  <a:pt x="290913" y="79381"/>
                </a:cubicBezTo>
                <a:lnTo>
                  <a:pt x="286115" y="102208"/>
                </a:lnTo>
                <a:lnTo>
                  <a:pt x="266441" y="102208"/>
                </a:lnTo>
                <a:lnTo>
                  <a:pt x="281659" y="29408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khasbeentr">
            <a:extLst xmlns:a="http://schemas.openxmlformats.org/drawingml/2006/main">
              <a:ext uri="{FF2B5EF4-FFF2-40B4-BE49-F238E27FC236}">
                <a16:creationId xmlns:a16="http://schemas.microsoft.com/office/drawing/2014/main" id="{FAECFFA8-A267-40AA-9EEB-6B6707D6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872" y="6505251"/>
            <a:ext cx="869145" cy="102208"/>
          </a:xfrm>
          <a:custGeom xmlns:a="http://schemas.openxmlformats.org/drawingml/2006/main">
            <a:pathLst>
              <a:path w="869145" h="102208">
                <a:moveTo>
                  <a:pt x="0" y="100494"/>
                </a:moveTo>
                <a:lnTo>
                  <a:pt x="21045" y="0"/>
                </a:lnTo>
                <a:lnTo>
                  <a:pt x="40719" y="0"/>
                </a:lnTo>
                <a:lnTo>
                  <a:pt x="29751" y="52304"/>
                </a:lnTo>
                <a:lnTo>
                  <a:pt x="55388" y="27694"/>
                </a:lnTo>
                <a:lnTo>
                  <a:pt x="80957" y="27694"/>
                </a:lnTo>
                <a:lnTo>
                  <a:pt x="51687" y="54154"/>
                </a:lnTo>
                <a:lnTo>
                  <a:pt x="67247" y="100494"/>
                </a:lnTo>
                <a:lnTo>
                  <a:pt x="47574" y="100494"/>
                </a:lnTo>
                <a:lnTo>
                  <a:pt x="37565" y="66836"/>
                </a:lnTo>
                <a:lnTo>
                  <a:pt x="24267" y="78627"/>
                </a:lnTo>
                <a:lnTo>
                  <a:pt x="19674" y="100494"/>
                </a:lnTo>
                <a:lnTo>
                  <a:pt x="0" y="100494"/>
                </a:lnTo>
                <a:close/>
                <a:moveTo>
                  <a:pt x="136590" y="100494"/>
                </a:moveTo>
                <a:lnTo>
                  <a:pt x="116916" y="100494"/>
                </a:lnTo>
                <a:lnTo>
                  <a:pt x="137961" y="0"/>
                </a:lnTo>
                <a:lnTo>
                  <a:pt x="157635" y="0"/>
                </a:lnTo>
                <a:lnTo>
                  <a:pt x="150094" y="35783"/>
                </a:lnTo>
                <a:cubicBezTo>
                  <a:pt x="154527" y="32310"/>
                  <a:pt x="158663" y="29808"/>
                  <a:pt x="162502" y="28277"/>
                </a:cubicBezTo>
                <a:cubicBezTo>
                  <a:pt x="166341" y="26746"/>
                  <a:pt x="170454" y="25980"/>
                  <a:pt x="174841" y="25980"/>
                </a:cubicBezTo>
                <a:cubicBezTo>
                  <a:pt x="180736" y="25980"/>
                  <a:pt x="185397" y="27671"/>
                  <a:pt x="188825" y="31053"/>
                </a:cubicBezTo>
                <a:cubicBezTo>
                  <a:pt x="192252" y="34435"/>
                  <a:pt x="193966" y="38868"/>
                  <a:pt x="193966" y="44352"/>
                </a:cubicBezTo>
                <a:cubicBezTo>
                  <a:pt x="193966" y="47277"/>
                  <a:pt x="193326" y="51801"/>
                  <a:pt x="192047" y="57925"/>
                </a:cubicBezTo>
                <a:lnTo>
                  <a:pt x="183135" y="100494"/>
                </a:lnTo>
                <a:lnTo>
                  <a:pt x="163461" y="100494"/>
                </a:lnTo>
                <a:lnTo>
                  <a:pt x="172579" y="57102"/>
                </a:lnTo>
                <a:cubicBezTo>
                  <a:pt x="173538" y="52395"/>
                  <a:pt x="174018" y="49379"/>
                  <a:pt x="174018" y="48053"/>
                </a:cubicBezTo>
                <a:cubicBezTo>
                  <a:pt x="174018" y="45631"/>
                  <a:pt x="173264" y="43689"/>
                  <a:pt x="171756" y="42227"/>
                </a:cubicBezTo>
                <a:cubicBezTo>
                  <a:pt x="170248" y="40764"/>
                  <a:pt x="168191" y="40033"/>
                  <a:pt x="165587" y="40033"/>
                </a:cubicBezTo>
                <a:cubicBezTo>
                  <a:pt x="162296" y="40033"/>
                  <a:pt x="159143" y="41176"/>
                  <a:pt x="156127" y="43461"/>
                </a:cubicBezTo>
                <a:cubicBezTo>
                  <a:pt x="152196" y="46477"/>
                  <a:pt x="149203" y="50179"/>
                  <a:pt x="147147" y="54566"/>
                </a:cubicBezTo>
                <a:cubicBezTo>
                  <a:pt x="146004" y="56988"/>
                  <a:pt x="144496" y="62677"/>
                  <a:pt x="142622" y="71635"/>
                </a:cubicBezTo>
                <a:lnTo>
                  <a:pt x="136590" y="100494"/>
                </a:lnTo>
                <a:close/>
                <a:moveTo>
                  <a:pt x="230071" y="48328"/>
                </a:moveTo>
                <a:lnTo>
                  <a:pt x="210877" y="46682"/>
                </a:lnTo>
                <a:cubicBezTo>
                  <a:pt x="213071" y="40193"/>
                  <a:pt x="216898" y="35120"/>
                  <a:pt x="222359" y="31464"/>
                </a:cubicBezTo>
                <a:cubicBezTo>
                  <a:pt x="227820" y="27808"/>
                  <a:pt x="235052" y="25980"/>
                  <a:pt x="244055" y="25980"/>
                </a:cubicBezTo>
                <a:cubicBezTo>
                  <a:pt x="253424" y="25980"/>
                  <a:pt x="260347" y="27866"/>
                  <a:pt x="264826" y="31636"/>
                </a:cubicBezTo>
                <a:cubicBezTo>
                  <a:pt x="269304" y="35406"/>
                  <a:pt x="271544" y="40010"/>
                  <a:pt x="271544" y="45449"/>
                </a:cubicBezTo>
                <a:cubicBezTo>
                  <a:pt x="271544" y="47642"/>
                  <a:pt x="271349" y="49973"/>
                  <a:pt x="270961" y="52441"/>
                </a:cubicBezTo>
                <a:cubicBezTo>
                  <a:pt x="270573" y="54908"/>
                  <a:pt x="269213" y="61398"/>
                  <a:pt x="266882" y="71909"/>
                </a:cubicBezTo>
                <a:cubicBezTo>
                  <a:pt x="264963" y="80592"/>
                  <a:pt x="264003" y="86670"/>
                  <a:pt x="264003" y="90143"/>
                </a:cubicBezTo>
                <a:cubicBezTo>
                  <a:pt x="264003" y="93251"/>
                  <a:pt x="264552" y="96701"/>
                  <a:pt x="265648" y="100494"/>
                </a:cubicBezTo>
                <a:lnTo>
                  <a:pt x="246523" y="100494"/>
                </a:lnTo>
                <a:cubicBezTo>
                  <a:pt x="245746" y="97844"/>
                  <a:pt x="245266" y="95102"/>
                  <a:pt x="245083" y="92268"/>
                </a:cubicBezTo>
                <a:cubicBezTo>
                  <a:pt x="242204" y="95467"/>
                  <a:pt x="238891" y="97924"/>
                  <a:pt x="235144" y="99637"/>
                </a:cubicBezTo>
                <a:cubicBezTo>
                  <a:pt x="231396" y="101351"/>
                  <a:pt x="227626" y="102208"/>
                  <a:pt x="223833" y="102208"/>
                </a:cubicBezTo>
                <a:cubicBezTo>
                  <a:pt x="217801" y="102208"/>
                  <a:pt x="212819" y="100231"/>
                  <a:pt x="208889" y="96278"/>
                </a:cubicBezTo>
                <a:cubicBezTo>
                  <a:pt x="204959" y="92325"/>
                  <a:pt x="202994" y="87241"/>
                  <a:pt x="202994" y="81026"/>
                </a:cubicBezTo>
                <a:cubicBezTo>
                  <a:pt x="202994" y="74080"/>
                  <a:pt x="205153" y="68527"/>
                  <a:pt x="209472" y="64368"/>
                </a:cubicBezTo>
                <a:cubicBezTo>
                  <a:pt x="213790" y="60210"/>
                  <a:pt x="221502" y="57696"/>
                  <a:pt x="232607" y="56828"/>
                </a:cubicBezTo>
                <a:cubicBezTo>
                  <a:pt x="241976" y="56051"/>
                  <a:pt x="248237" y="55114"/>
                  <a:pt x="251390" y="54017"/>
                </a:cubicBezTo>
                <a:cubicBezTo>
                  <a:pt x="252213" y="51275"/>
                  <a:pt x="252624" y="49082"/>
                  <a:pt x="252624" y="47437"/>
                </a:cubicBezTo>
                <a:cubicBezTo>
                  <a:pt x="252624" y="45334"/>
                  <a:pt x="251778" y="43575"/>
                  <a:pt x="250088" y="42158"/>
                </a:cubicBezTo>
                <a:cubicBezTo>
                  <a:pt x="248397" y="40742"/>
                  <a:pt x="245883" y="40033"/>
                  <a:pt x="242547" y="40033"/>
                </a:cubicBezTo>
                <a:cubicBezTo>
                  <a:pt x="239028" y="40033"/>
                  <a:pt x="236252" y="40753"/>
                  <a:pt x="234218" y="42192"/>
                </a:cubicBezTo>
                <a:cubicBezTo>
                  <a:pt x="232185" y="43632"/>
                  <a:pt x="230802" y="45677"/>
                  <a:pt x="230071" y="48328"/>
                </a:cubicBezTo>
                <a:moveTo>
                  <a:pt x="248785" y="66562"/>
                </a:moveTo>
                <a:cubicBezTo>
                  <a:pt x="247597" y="66882"/>
                  <a:pt x="246020" y="67179"/>
                  <a:pt x="244055" y="67453"/>
                </a:cubicBezTo>
                <a:cubicBezTo>
                  <a:pt x="234184" y="68641"/>
                  <a:pt x="227740" y="70378"/>
                  <a:pt x="224724" y="72663"/>
                </a:cubicBezTo>
                <a:cubicBezTo>
                  <a:pt x="222576" y="74308"/>
                  <a:pt x="221502" y="76525"/>
                  <a:pt x="221502" y="79312"/>
                </a:cubicBezTo>
                <a:cubicBezTo>
                  <a:pt x="221502" y="81597"/>
                  <a:pt x="222325" y="83528"/>
                  <a:pt x="223970" y="85105"/>
                </a:cubicBezTo>
                <a:cubicBezTo>
                  <a:pt x="225615" y="86681"/>
                  <a:pt x="227786" y="87470"/>
                  <a:pt x="230482" y="87470"/>
                </a:cubicBezTo>
                <a:cubicBezTo>
                  <a:pt x="233453" y="87470"/>
                  <a:pt x="236252" y="86750"/>
                  <a:pt x="238880" y="85310"/>
                </a:cubicBezTo>
                <a:cubicBezTo>
                  <a:pt x="241507" y="83871"/>
                  <a:pt x="243473" y="82020"/>
                  <a:pt x="244775" y="79758"/>
                </a:cubicBezTo>
                <a:cubicBezTo>
                  <a:pt x="246077" y="77496"/>
                  <a:pt x="247231" y="73965"/>
                  <a:pt x="248237" y="69167"/>
                </a:cubicBezTo>
                <a:lnTo>
                  <a:pt x="248785" y="66562"/>
                </a:lnTo>
                <a:close/>
                <a:moveTo>
                  <a:pt x="277576" y="80135"/>
                </a:moveTo>
                <a:lnTo>
                  <a:pt x="296633" y="77119"/>
                </a:lnTo>
                <a:cubicBezTo>
                  <a:pt x="298324" y="81140"/>
                  <a:pt x="300426" y="83985"/>
                  <a:pt x="302940" y="85653"/>
                </a:cubicBezTo>
                <a:cubicBezTo>
                  <a:pt x="305453" y="87321"/>
                  <a:pt x="308881" y="88155"/>
                  <a:pt x="313222" y="88155"/>
                </a:cubicBezTo>
                <a:cubicBezTo>
                  <a:pt x="317701" y="88155"/>
                  <a:pt x="321288" y="87150"/>
                  <a:pt x="323985" y="85139"/>
                </a:cubicBezTo>
                <a:cubicBezTo>
                  <a:pt x="325858" y="83768"/>
                  <a:pt x="326795" y="82100"/>
                  <a:pt x="326795" y="80135"/>
                </a:cubicBezTo>
                <a:cubicBezTo>
                  <a:pt x="326795" y="78810"/>
                  <a:pt x="326315" y="77621"/>
                  <a:pt x="325356" y="76570"/>
                </a:cubicBezTo>
                <a:cubicBezTo>
                  <a:pt x="324350" y="75565"/>
                  <a:pt x="321631" y="74331"/>
                  <a:pt x="317198" y="72869"/>
                </a:cubicBezTo>
                <a:cubicBezTo>
                  <a:pt x="305316" y="68938"/>
                  <a:pt x="297958" y="65831"/>
                  <a:pt x="295125" y="63546"/>
                </a:cubicBezTo>
                <a:cubicBezTo>
                  <a:pt x="290692" y="59981"/>
                  <a:pt x="288476" y="55320"/>
                  <a:pt x="288476" y="49562"/>
                </a:cubicBezTo>
                <a:cubicBezTo>
                  <a:pt x="288476" y="43803"/>
                  <a:pt x="290624" y="38845"/>
                  <a:pt x="294919" y="34686"/>
                </a:cubicBezTo>
                <a:cubicBezTo>
                  <a:pt x="300906" y="28882"/>
                  <a:pt x="309795" y="25980"/>
                  <a:pt x="321585" y="25980"/>
                </a:cubicBezTo>
                <a:cubicBezTo>
                  <a:pt x="330954" y="25980"/>
                  <a:pt x="338037" y="27694"/>
                  <a:pt x="342836" y="31122"/>
                </a:cubicBezTo>
                <a:cubicBezTo>
                  <a:pt x="347634" y="34549"/>
                  <a:pt x="350673" y="39188"/>
                  <a:pt x="351953" y="45037"/>
                </a:cubicBezTo>
                <a:lnTo>
                  <a:pt x="333787" y="48191"/>
                </a:lnTo>
                <a:cubicBezTo>
                  <a:pt x="332827" y="45540"/>
                  <a:pt x="331274" y="43552"/>
                  <a:pt x="329126" y="42227"/>
                </a:cubicBezTo>
                <a:cubicBezTo>
                  <a:pt x="326201" y="40444"/>
                  <a:pt x="322682" y="39553"/>
                  <a:pt x="318569" y="39553"/>
                </a:cubicBezTo>
                <a:cubicBezTo>
                  <a:pt x="314456" y="39553"/>
                  <a:pt x="311497" y="40239"/>
                  <a:pt x="309692" y="41610"/>
                </a:cubicBezTo>
                <a:cubicBezTo>
                  <a:pt x="307887" y="42981"/>
                  <a:pt x="306984" y="44557"/>
                  <a:pt x="306984" y="46340"/>
                </a:cubicBezTo>
                <a:cubicBezTo>
                  <a:pt x="306984" y="48168"/>
                  <a:pt x="307898" y="49676"/>
                  <a:pt x="309726" y="50864"/>
                </a:cubicBezTo>
                <a:cubicBezTo>
                  <a:pt x="310869" y="51595"/>
                  <a:pt x="314547" y="52875"/>
                  <a:pt x="320763" y="54703"/>
                </a:cubicBezTo>
                <a:cubicBezTo>
                  <a:pt x="330360" y="57491"/>
                  <a:pt x="336781" y="60233"/>
                  <a:pt x="340025" y="62929"/>
                </a:cubicBezTo>
                <a:cubicBezTo>
                  <a:pt x="344595" y="66722"/>
                  <a:pt x="346880" y="71292"/>
                  <a:pt x="346880" y="76639"/>
                </a:cubicBezTo>
                <a:cubicBezTo>
                  <a:pt x="346880" y="83540"/>
                  <a:pt x="343978" y="89526"/>
                  <a:pt x="338174" y="94599"/>
                </a:cubicBezTo>
                <a:cubicBezTo>
                  <a:pt x="332370" y="99672"/>
                  <a:pt x="324190" y="102208"/>
                  <a:pt x="313633" y="102208"/>
                </a:cubicBezTo>
                <a:cubicBezTo>
                  <a:pt x="303122" y="102208"/>
                  <a:pt x="294999" y="100277"/>
                  <a:pt x="289264" y="96415"/>
                </a:cubicBezTo>
                <a:cubicBezTo>
                  <a:pt x="283529" y="92554"/>
                  <a:pt x="279633" y="87127"/>
                  <a:pt x="277576" y="80135"/>
                </a:cubicBezTo>
                <a:close/>
                <a:moveTo>
                  <a:pt x="395863" y="100494"/>
                </a:moveTo>
                <a:lnTo>
                  <a:pt x="416840" y="0"/>
                </a:lnTo>
                <a:lnTo>
                  <a:pt x="436582" y="0"/>
                </a:lnTo>
                <a:lnTo>
                  <a:pt x="429521" y="33589"/>
                </a:lnTo>
                <a:cubicBezTo>
                  <a:pt x="433132" y="30847"/>
                  <a:pt x="436502" y="28894"/>
                  <a:pt x="439632" y="27728"/>
                </a:cubicBezTo>
                <a:cubicBezTo>
                  <a:pt x="442763" y="26563"/>
                  <a:pt x="446179" y="25980"/>
                  <a:pt x="449881" y="25980"/>
                </a:cubicBezTo>
                <a:cubicBezTo>
                  <a:pt x="457558" y="25980"/>
                  <a:pt x="463705" y="28551"/>
                  <a:pt x="468321" y="33692"/>
                </a:cubicBezTo>
                <a:cubicBezTo>
                  <a:pt x="472936" y="38834"/>
                  <a:pt x="475244" y="46317"/>
                  <a:pt x="475244" y="56142"/>
                </a:cubicBezTo>
                <a:cubicBezTo>
                  <a:pt x="475244" y="62769"/>
                  <a:pt x="474159" y="69201"/>
                  <a:pt x="471988" y="75439"/>
                </a:cubicBezTo>
                <a:cubicBezTo>
                  <a:pt x="469817" y="81677"/>
                  <a:pt x="466915" y="86750"/>
                  <a:pt x="463282" y="90657"/>
                </a:cubicBezTo>
                <a:cubicBezTo>
                  <a:pt x="459649" y="94565"/>
                  <a:pt x="455833" y="97467"/>
                  <a:pt x="451834" y="99363"/>
                </a:cubicBezTo>
                <a:cubicBezTo>
                  <a:pt x="447836" y="101260"/>
                  <a:pt x="443643" y="102208"/>
                  <a:pt x="439255" y="102208"/>
                </a:cubicBezTo>
                <a:cubicBezTo>
                  <a:pt x="428836" y="102208"/>
                  <a:pt x="421181" y="97638"/>
                  <a:pt x="416291" y="88498"/>
                </a:cubicBezTo>
                <a:lnTo>
                  <a:pt x="413755" y="100494"/>
                </a:lnTo>
                <a:lnTo>
                  <a:pt x="395863" y="100494"/>
                </a:lnTo>
                <a:moveTo>
                  <a:pt x="422392" y="70812"/>
                </a:moveTo>
                <a:cubicBezTo>
                  <a:pt x="422392" y="75702"/>
                  <a:pt x="423775" y="79678"/>
                  <a:pt x="426539" y="82740"/>
                </a:cubicBezTo>
                <a:cubicBezTo>
                  <a:pt x="429304" y="85802"/>
                  <a:pt x="432560" y="87333"/>
                  <a:pt x="436308" y="87333"/>
                </a:cubicBezTo>
                <a:cubicBezTo>
                  <a:pt x="439598" y="87333"/>
                  <a:pt x="442740" y="86144"/>
                  <a:pt x="445733" y="83768"/>
                </a:cubicBezTo>
                <a:cubicBezTo>
                  <a:pt x="448727" y="81392"/>
                  <a:pt x="451217" y="77599"/>
                  <a:pt x="453205" y="72389"/>
                </a:cubicBezTo>
                <a:cubicBezTo>
                  <a:pt x="455193" y="67179"/>
                  <a:pt x="456187" y="61923"/>
                  <a:pt x="456187" y="56622"/>
                </a:cubicBezTo>
                <a:cubicBezTo>
                  <a:pt x="456187" y="51458"/>
                  <a:pt x="454850" y="47402"/>
                  <a:pt x="452177" y="44455"/>
                </a:cubicBezTo>
                <a:cubicBezTo>
                  <a:pt x="449504" y="41507"/>
                  <a:pt x="446270" y="40033"/>
                  <a:pt x="442477" y="40033"/>
                </a:cubicBezTo>
                <a:cubicBezTo>
                  <a:pt x="437542" y="40033"/>
                  <a:pt x="433292" y="42318"/>
                  <a:pt x="429727" y="46888"/>
                </a:cubicBezTo>
                <a:cubicBezTo>
                  <a:pt x="424837" y="53149"/>
                  <a:pt x="422392" y="61124"/>
                  <a:pt x="422392" y="70812"/>
                </a:cubicBezTo>
                <a:close/>
                <a:moveTo>
                  <a:pt x="552958" y="70195"/>
                </a:moveTo>
                <a:lnTo>
                  <a:pt x="503602" y="70195"/>
                </a:lnTo>
                <a:cubicBezTo>
                  <a:pt x="503557" y="70972"/>
                  <a:pt x="503534" y="71566"/>
                  <a:pt x="503534" y="71977"/>
                </a:cubicBezTo>
                <a:cubicBezTo>
                  <a:pt x="503534" y="76822"/>
                  <a:pt x="504916" y="80729"/>
                  <a:pt x="507681" y="83699"/>
                </a:cubicBezTo>
                <a:cubicBezTo>
                  <a:pt x="510446" y="86670"/>
                  <a:pt x="513816" y="88155"/>
                  <a:pt x="517792" y="88155"/>
                </a:cubicBezTo>
                <a:cubicBezTo>
                  <a:pt x="524327" y="88155"/>
                  <a:pt x="529423" y="84773"/>
                  <a:pt x="533079" y="78010"/>
                </a:cubicBezTo>
                <a:lnTo>
                  <a:pt x="550696" y="80957"/>
                </a:lnTo>
                <a:cubicBezTo>
                  <a:pt x="547269" y="88041"/>
                  <a:pt x="542687" y="93354"/>
                  <a:pt x="536952" y="96895"/>
                </a:cubicBezTo>
                <a:cubicBezTo>
                  <a:pt x="531217" y="100437"/>
                  <a:pt x="524784" y="102208"/>
                  <a:pt x="517655" y="102208"/>
                </a:cubicBezTo>
                <a:cubicBezTo>
                  <a:pt x="507875" y="102208"/>
                  <a:pt x="499924" y="99112"/>
                  <a:pt x="493800" y="92919"/>
                </a:cubicBezTo>
                <a:cubicBezTo>
                  <a:pt x="487676" y="86727"/>
                  <a:pt x="484614" y="78535"/>
                  <a:pt x="484614" y="68344"/>
                </a:cubicBezTo>
                <a:cubicBezTo>
                  <a:pt x="484614" y="58382"/>
                  <a:pt x="487379" y="49516"/>
                  <a:pt x="492909" y="41747"/>
                </a:cubicBezTo>
                <a:cubicBezTo>
                  <a:pt x="500449" y="31236"/>
                  <a:pt x="511212" y="25980"/>
                  <a:pt x="525196" y="25980"/>
                </a:cubicBezTo>
                <a:cubicBezTo>
                  <a:pt x="534107" y="25980"/>
                  <a:pt x="541191" y="28734"/>
                  <a:pt x="546446" y="34241"/>
                </a:cubicBezTo>
                <a:cubicBezTo>
                  <a:pt x="551702" y="39748"/>
                  <a:pt x="554329" y="47459"/>
                  <a:pt x="554329" y="57376"/>
                </a:cubicBezTo>
                <a:cubicBezTo>
                  <a:pt x="554329" y="62129"/>
                  <a:pt x="553872" y="66402"/>
                  <a:pt x="552958" y="70195"/>
                </a:cubicBezTo>
                <a:moveTo>
                  <a:pt x="536369" y="58199"/>
                </a:moveTo>
                <a:cubicBezTo>
                  <a:pt x="536415" y="57331"/>
                  <a:pt x="536438" y="56668"/>
                  <a:pt x="536438" y="56211"/>
                </a:cubicBezTo>
                <a:cubicBezTo>
                  <a:pt x="536438" y="50818"/>
                  <a:pt x="535227" y="46774"/>
                  <a:pt x="532805" y="44078"/>
                </a:cubicBezTo>
                <a:cubicBezTo>
                  <a:pt x="530383" y="41381"/>
                  <a:pt x="527138" y="40033"/>
                  <a:pt x="523071" y="40033"/>
                </a:cubicBezTo>
                <a:cubicBezTo>
                  <a:pt x="519003" y="40033"/>
                  <a:pt x="515359" y="41564"/>
                  <a:pt x="512137" y="44626"/>
                </a:cubicBezTo>
                <a:cubicBezTo>
                  <a:pt x="508915" y="47688"/>
                  <a:pt x="506733" y="52212"/>
                  <a:pt x="505590" y="58199"/>
                </a:cubicBezTo>
                <a:lnTo>
                  <a:pt x="536369" y="58199"/>
                </a:lnTo>
                <a:close/>
                <a:moveTo>
                  <a:pt x="630763" y="70195"/>
                </a:moveTo>
                <a:lnTo>
                  <a:pt x="581407" y="70195"/>
                </a:lnTo>
                <a:cubicBezTo>
                  <a:pt x="581361" y="70972"/>
                  <a:pt x="581338" y="71566"/>
                  <a:pt x="581338" y="71977"/>
                </a:cubicBezTo>
                <a:cubicBezTo>
                  <a:pt x="581338" y="76822"/>
                  <a:pt x="582721" y="80729"/>
                  <a:pt x="585486" y="83699"/>
                </a:cubicBezTo>
                <a:cubicBezTo>
                  <a:pt x="588250" y="86670"/>
                  <a:pt x="591621" y="88155"/>
                  <a:pt x="595597" y="88155"/>
                </a:cubicBezTo>
                <a:cubicBezTo>
                  <a:pt x="602132" y="88155"/>
                  <a:pt x="607227" y="84773"/>
                  <a:pt x="610883" y="78010"/>
                </a:cubicBezTo>
                <a:lnTo>
                  <a:pt x="628501" y="80957"/>
                </a:lnTo>
                <a:cubicBezTo>
                  <a:pt x="625073" y="88041"/>
                  <a:pt x="620492" y="93354"/>
                  <a:pt x="614756" y="96895"/>
                </a:cubicBezTo>
                <a:cubicBezTo>
                  <a:pt x="609021" y="100437"/>
                  <a:pt x="602589" y="102208"/>
                  <a:pt x="595460" y="102208"/>
                </a:cubicBezTo>
                <a:cubicBezTo>
                  <a:pt x="585680" y="102208"/>
                  <a:pt x="577728" y="99112"/>
                  <a:pt x="571604" y="92919"/>
                </a:cubicBezTo>
                <a:cubicBezTo>
                  <a:pt x="565480" y="86727"/>
                  <a:pt x="562418" y="78535"/>
                  <a:pt x="562418" y="68344"/>
                </a:cubicBezTo>
                <a:cubicBezTo>
                  <a:pt x="562418" y="58382"/>
                  <a:pt x="565183" y="49516"/>
                  <a:pt x="570713" y="41747"/>
                </a:cubicBezTo>
                <a:cubicBezTo>
                  <a:pt x="578253" y="31236"/>
                  <a:pt x="589016" y="25980"/>
                  <a:pt x="603000" y="25980"/>
                </a:cubicBezTo>
                <a:cubicBezTo>
                  <a:pt x="611912" y="25980"/>
                  <a:pt x="618995" y="28734"/>
                  <a:pt x="624250" y="34241"/>
                </a:cubicBezTo>
                <a:cubicBezTo>
                  <a:pt x="629506" y="39748"/>
                  <a:pt x="632134" y="47459"/>
                  <a:pt x="632134" y="57376"/>
                </a:cubicBezTo>
                <a:cubicBezTo>
                  <a:pt x="632134" y="62129"/>
                  <a:pt x="631677" y="66402"/>
                  <a:pt x="630763" y="70195"/>
                </a:cubicBezTo>
                <a:moveTo>
                  <a:pt x="614174" y="58199"/>
                </a:moveTo>
                <a:cubicBezTo>
                  <a:pt x="614219" y="57331"/>
                  <a:pt x="614242" y="56668"/>
                  <a:pt x="614242" y="56211"/>
                </a:cubicBezTo>
                <a:cubicBezTo>
                  <a:pt x="614242" y="50818"/>
                  <a:pt x="613031" y="46774"/>
                  <a:pt x="610609" y="44078"/>
                </a:cubicBezTo>
                <a:cubicBezTo>
                  <a:pt x="608187" y="41381"/>
                  <a:pt x="604942" y="40033"/>
                  <a:pt x="600875" y="40033"/>
                </a:cubicBezTo>
                <a:cubicBezTo>
                  <a:pt x="596808" y="40033"/>
                  <a:pt x="593163" y="41564"/>
                  <a:pt x="589941" y="44626"/>
                </a:cubicBezTo>
                <a:cubicBezTo>
                  <a:pt x="586719" y="47688"/>
                  <a:pt x="584537" y="52212"/>
                  <a:pt x="583395" y="58199"/>
                </a:cubicBezTo>
                <a:lnTo>
                  <a:pt x="614174" y="58199"/>
                </a:lnTo>
                <a:close/>
                <a:moveTo>
                  <a:pt x="653179" y="27694"/>
                </a:moveTo>
                <a:lnTo>
                  <a:pt x="671824" y="27694"/>
                </a:lnTo>
                <a:lnTo>
                  <a:pt x="669905" y="37154"/>
                </a:lnTo>
                <a:cubicBezTo>
                  <a:pt x="674566" y="33132"/>
                  <a:pt x="678919" y="30265"/>
                  <a:pt x="682964" y="28551"/>
                </a:cubicBezTo>
                <a:cubicBezTo>
                  <a:pt x="687008" y="26837"/>
                  <a:pt x="691270" y="25980"/>
                  <a:pt x="695748" y="25980"/>
                </a:cubicBezTo>
                <a:cubicBezTo>
                  <a:pt x="701735" y="25980"/>
                  <a:pt x="706453" y="27694"/>
                  <a:pt x="709904" y="31122"/>
                </a:cubicBezTo>
                <a:cubicBezTo>
                  <a:pt x="713354" y="34549"/>
                  <a:pt x="715079" y="39096"/>
                  <a:pt x="715079" y="44763"/>
                </a:cubicBezTo>
                <a:cubicBezTo>
                  <a:pt x="715079" y="47322"/>
                  <a:pt x="714325" y="52166"/>
                  <a:pt x="712817" y="59296"/>
                </a:cubicBezTo>
                <a:lnTo>
                  <a:pt x="704248" y="100494"/>
                </a:lnTo>
                <a:lnTo>
                  <a:pt x="684575" y="100494"/>
                </a:lnTo>
                <a:lnTo>
                  <a:pt x="693212" y="59159"/>
                </a:lnTo>
                <a:cubicBezTo>
                  <a:pt x="694491" y="52989"/>
                  <a:pt x="695131" y="49310"/>
                  <a:pt x="695131" y="48122"/>
                </a:cubicBezTo>
                <a:cubicBezTo>
                  <a:pt x="695131" y="45609"/>
                  <a:pt x="694389" y="43632"/>
                  <a:pt x="692903" y="42192"/>
                </a:cubicBezTo>
                <a:cubicBezTo>
                  <a:pt x="691418" y="40753"/>
                  <a:pt x="689350" y="40033"/>
                  <a:pt x="686700" y="40033"/>
                </a:cubicBezTo>
                <a:cubicBezTo>
                  <a:pt x="683821" y="40033"/>
                  <a:pt x="680622" y="41244"/>
                  <a:pt x="677103" y="43666"/>
                </a:cubicBezTo>
                <a:cubicBezTo>
                  <a:pt x="673584" y="46088"/>
                  <a:pt x="670819" y="49287"/>
                  <a:pt x="668808" y="53263"/>
                </a:cubicBezTo>
                <a:cubicBezTo>
                  <a:pt x="667346" y="56097"/>
                  <a:pt x="665700" y="61878"/>
                  <a:pt x="663872" y="70606"/>
                </a:cubicBezTo>
                <a:lnTo>
                  <a:pt x="657634" y="100494"/>
                </a:lnTo>
                <a:lnTo>
                  <a:pt x="637961" y="100494"/>
                </a:lnTo>
                <a:lnTo>
                  <a:pt x="653179" y="27694"/>
                </a:lnTo>
                <a:close/>
                <a:moveTo>
                  <a:pt x="766783" y="42295"/>
                </a:moveTo>
                <a:lnTo>
                  <a:pt x="769799" y="27694"/>
                </a:lnTo>
                <a:lnTo>
                  <a:pt x="779396" y="27694"/>
                </a:lnTo>
                <a:lnTo>
                  <a:pt x="781795" y="16041"/>
                </a:lnTo>
                <a:lnTo>
                  <a:pt x="804348" y="2468"/>
                </a:lnTo>
                <a:lnTo>
                  <a:pt x="799070" y="27694"/>
                </a:lnTo>
                <a:lnTo>
                  <a:pt x="811066" y="27694"/>
                </a:lnTo>
                <a:lnTo>
                  <a:pt x="808050" y="42295"/>
                </a:lnTo>
                <a:lnTo>
                  <a:pt x="795985" y="42295"/>
                </a:lnTo>
                <a:lnTo>
                  <a:pt x="789610" y="72800"/>
                </a:lnTo>
                <a:cubicBezTo>
                  <a:pt x="788468" y="78330"/>
                  <a:pt x="787896" y="81483"/>
                  <a:pt x="787896" y="82260"/>
                </a:cubicBezTo>
                <a:cubicBezTo>
                  <a:pt x="787896" y="83768"/>
                  <a:pt x="788376" y="84945"/>
                  <a:pt x="789336" y="85790"/>
                </a:cubicBezTo>
                <a:cubicBezTo>
                  <a:pt x="790296" y="86636"/>
                  <a:pt x="792032" y="87058"/>
                  <a:pt x="794546" y="87058"/>
                </a:cubicBezTo>
                <a:cubicBezTo>
                  <a:pt x="795414" y="87058"/>
                  <a:pt x="797585" y="86898"/>
                  <a:pt x="801058" y="86579"/>
                </a:cubicBezTo>
                <a:lnTo>
                  <a:pt x="797973" y="101180"/>
                </a:lnTo>
                <a:cubicBezTo>
                  <a:pt x="794591" y="101865"/>
                  <a:pt x="791118" y="102208"/>
                  <a:pt x="787554" y="102208"/>
                </a:cubicBezTo>
                <a:cubicBezTo>
                  <a:pt x="780607" y="102208"/>
                  <a:pt x="775557" y="100871"/>
                  <a:pt x="772404" y="98198"/>
                </a:cubicBezTo>
                <a:cubicBezTo>
                  <a:pt x="769251" y="95524"/>
                  <a:pt x="767674" y="91811"/>
                  <a:pt x="767674" y="87058"/>
                </a:cubicBezTo>
                <a:cubicBezTo>
                  <a:pt x="767674" y="84819"/>
                  <a:pt x="768520" y="79655"/>
                  <a:pt x="770210" y="71566"/>
                </a:cubicBezTo>
                <a:lnTo>
                  <a:pt x="776311" y="42295"/>
                </a:lnTo>
                <a:lnTo>
                  <a:pt x="766783" y="42295"/>
                </a:lnTo>
                <a:close/>
                <a:moveTo>
                  <a:pt x="822326" y="27694"/>
                </a:moveTo>
                <a:lnTo>
                  <a:pt x="840697" y="27694"/>
                </a:lnTo>
                <a:lnTo>
                  <a:pt x="837749" y="41815"/>
                </a:lnTo>
                <a:cubicBezTo>
                  <a:pt x="844604" y="31259"/>
                  <a:pt x="852031" y="25980"/>
                  <a:pt x="860028" y="25980"/>
                </a:cubicBezTo>
                <a:cubicBezTo>
                  <a:pt x="862861" y="25980"/>
                  <a:pt x="865900" y="26689"/>
                  <a:pt x="869145" y="28105"/>
                </a:cubicBezTo>
                <a:lnTo>
                  <a:pt x="861605" y="44215"/>
                </a:lnTo>
                <a:cubicBezTo>
                  <a:pt x="859822" y="43575"/>
                  <a:pt x="857926" y="43255"/>
                  <a:pt x="855915" y="43255"/>
                </a:cubicBezTo>
                <a:cubicBezTo>
                  <a:pt x="852533" y="43255"/>
                  <a:pt x="849094" y="44535"/>
                  <a:pt x="845598" y="47094"/>
                </a:cubicBezTo>
                <a:cubicBezTo>
                  <a:pt x="842102" y="49653"/>
                  <a:pt x="839372" y="53069"/>
                  <a:pt x="837407" y="57342"/>
                </a:cubicBezTo>
                <a:cubicBezTo>
                  <a:pt x="835441" y="61615"/>
                  <a:pt x="833499" y="68390"/>
                  <a:pt x="831580" y="77667"/>
                </a:cubicBezTo>
                <a:lnTo>
                  <a:pt x="826781" y="100494"/>
                </a:lnTo>
                <a:lnTo>
                  <a:pt x="807107" y="100494"/>
                </a:lnTo>
                <a:lnTo>
                  <a:pt x="822326" y="27694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yingtogetacupcake.">
            <a:extLst xmlns:a="http://schemas.openxmlformats.org/drawingml/2006/main">
              <a:ext uri="{FF2B5EF4-FFF2-40B4-BE49-F238E27FC236}">
                <a16:creationId xmlns:a16="http://schemas.microsoft.com/office/drawing/2014/main" id="{D805AF02-2023-407E-9D21-6739E0B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565" y="6505251"/>
            <a:ext cx="1450343" cy="130039"/>
          </a:xfrm>
          <a:custGeom xmlns:a="http://schemas.openxmlformats.org/drawingml/2006/main">
            <a:pathLst>
              <a:path w="1450343" h="130039">
                <a:moveTo>
                  <a:pt x="10831" y="27694"/>
                </a:moveTo>
                <a:lnTo>
                  <a:pt x="30436" y="27694"/>
                </a:lnTo>
                <a:lnTo>
                  <a:pt x="35372" y="63957"/>
                </a:lnTo>
                <a:cubicBezTo>
                  <a:pt x="36606" y="73280"/>
                  <a:pt x="37291" y="79815"/>
                  <a:pt x="37428" y="83562"/>
                </a:cubicBezTo>
                <a:cubicBezTo>
                  <a:pt x="39987" y="76113"/>
                  <a:pt x="43506" y="68253"/>
                  <a:pt x="47985" y="59981"/>
                </a:cubicBezTo>
                <a:lnTo>
                  <a:pt x="65397" y="27694"/>
                </a:lnTo>
                <a:lnTo>
                  <a:pt x="86236" y="27694"/>
                </a:lnTo>
                <a:lnTo>
                  <a:pt x="41267" y="107623"/>
                </a:lnTo>
                <a:cubicBezTo>
                  <a:pt x="37565" y="114250"/>
                  <a:pt x="34652" y="118888"/>
                  <a:pt x="32527" y="121539"/>
                </a:cubicBezTo>
                <a:cubicBezTo>
                  <a:pt x="30402" y="124190"/>
                  <a:pt x="27843" y="126269"/>
                  <a:pt x="24849" y="127777"/>
                </a:cubicBezTo>
                <a:cubicBezTo>
                  <a:pt x="21856" y="129285"/>
                  <a:pt x="18257" y="130039"/>
                  <a:pt x="14053" y="130039"/>
                </a:cubicBezTo>
                <a:cubicBezTo>
                  <a:pt x="9894" y="130039"/>
                  <a:pt x="5210" y="129308"/>
                  <a:pt x="0" y="127846"/>
                </a:cubicBezTo>
                <a:lnTo>
                  <a:pt x="1714" y="113176"/>
                </a:lnTo>
                <a:cubicBezTo>
                  <a:pt x="4090" y="113861"/>
                  <a:pt x="6398" y="114204"/>
                  <a:pt x="8637" y="114204"/>
                </a:cubicBezTo>
                <a:cubicBezTo>
                  <a:pt x="14670" y="114204"/>
                  <a:pt x="19628" y="109634"/>
                  <a:pt x="23513" y="100494"/>
                </a:cubicBezTo>
                <a:lnTo>
                  <a:pt x="10831" y="27694"/>
                </a:lnTo>
                <a:close/>
                <a:moveTo>
                  <a:pt x="103511" y="0"/>
                </a:moveTo>
                <a:lnTo>
                  <a:pt x="123185" y="0"/>
                </a:lnTo>
                <a:lnTo>
                  <a:pt x="119483" y="17823"/>
                </a:lnTo>
                <a:lnTo>
                  <a:pt x="99809" y="17823"/>
                </a:lnTo>
                <a:lnTo>
                  <a:pt x="103511" y="0"/>
                </a:lnTo>
                <a:moveTo>
                  <a:pt x="97753" y="27694"/>
                </a:moveTo>
                <a:lnTo>
                  <a:pt x="117426" y="27694"/>
                </a:lnTo>
                <a:lnTo>
                  <a:pt x="102208" y="100494"/>
                </a:lnTo>
                <a:lnTo>
                  <a:pt x="82535" y="100494"/>
                </a:lnTo>
                <a:lnTo>
                  <a:pt x="97753" y="27694"/>
                </a:lnTo>
                <a:close/>
                <a:moveTo>
                  <a:pt x="136522" y="27694"/>
                </a:moveTo>
                <a:lnTo>
                  <a:pt x="155167" y="27694"/>
                </a:lnTo>
                <a:lnTo>
                  <a:pt x="153248" y="37154"/>
                </a:lnTo>
                <a:cubicBezTo>
                  <a:pt x="157909" y="33132"/>
                  <a:pt x="162262" y="30265"/>
                  <a:pt x="166307" y="28551"/>
                </a:cubicBezTo>
                <a:cubicBezTo>
                  <a:pt x="170351" y="26837"/>
                  <a:pt x="174613" y="25980"/>
                  <a:pt x="179091" y="25980"/>
                </a:cubicBezTo>
                <a:cubicBezTo>
                  <a:pt x="185078" y="25980"/>
                  <a:pt x="189796" y="27694"/>
                  <a:pt x="193247" y="31122"/>
                </a:cubicBezTo>
                <a:cubicBezTo>
                  <a:pt x="196697" y="34549"/>
                  <a:pt x="198422" y="39096"/>
                  <a:pt x="198422" y="44763"/>
                </a:cubicBezTo>
                <a:cubicBezTo>
                  <a:pt x="198422" y="47322"/>
                  <a:pt x="197668" y="52166"/>
                  <a:pt x="196160" y="59296"/>
                </a:cubicBezTo>
                <a:lnTo>
                  <a:pt x="187591" y="100494"/>
                </a:lnTo>
                <a:lnTo>
                  <a:pt x="167917" y="100494"/>
                </a:lnTo>
                <a:lnTo>
                  <a:pt x="176555" y="59159"/>
                </a:lnTo>
                <a:cubicBezTo>
                  <a:pt x="177834" y="52989"/>
                  <a:pt x="178474" y="49310"/>
                  <a:pt x="178474" y="48122"/>
                </a:cubicBezTo>
                <a:cubicBezTo>
                  <a:pt x="178474" y="45609"/>
                  <a:pt x="177732" y="43632"/>
                  <a:pt x="176246" y="42192"/>
                </a:cubicBezTo>
                <a:cubicBezTo>
                  <a:pt x="174761" y="40753"/>
                  <a:pt x="172693" y="40033"/>
                  <a:pt x="170043" y="40033"/>
                </a:cubicBezTo>
                <a:cubicBezTo>
                  <a:pt x="167163" y="40033"/>
                  <a:pt x="163964" y="41244"/>
                  <a:pt x="160446" y="43666"/>
                </a:cubicBezTo>
                <a:cubicBezTo>
                  <a:pt x="156927" y="46088"/>
                  <a:pt x="154162" y="49287"/>
                  <a:pt x="152151" y="53263"/>
                </a:cubicBezTo>
                <a:cubicBezTo>
                  <a:pt x="150689" y="56097"/>
                  <a:pt x="149043" y="61878"/>
                  <a:pt x="147215" y="70606"/>
                </a:cubicBezTo>
                <a:lnTo>
                  <a:pt x="140977" y="100494"/>
                </a:lnTo>
                <a:lnTo>
                  <a:pt x="121304" y="100494"/>
                </a:lnTo>
                <a:lnTo>
                  <a:pt x="136522" y="27694"/>
                </a:lnTo>
                <a:close/>
                <a:moveTo>
                  <a:pt x="205667" y="104333"/>
                </a:moveTo>
                <a:lnTo>
                  <a:pt x="226438" y="107349"/>
                </a:lnTo>
                <a:cubicBezTo>
                  <a:pt x="226438" y="109451"/>
                  <a:pt x="226780" y="111039"/>
                  <a:pt x="227466" y="112113"/>
                </a:cubicBezTo>
                <a:cubicBezTo>
                  <a:pt x="228151" y="113187"/>
                  <a:pt x="229260" y="114101"/>
                  <a:pt x="230790" y="114855"/>
                </a:cubicBezTo>
                <a:cubicBezTo>
                  <a:pt x="232321" y="115609"/>
                  <a:pt x="234412" y="115986"/>
                  <a:pt x="237063" y="115986"/>
                </a:cubicBezTo>
                <a:cubicBezTo>
                  <a:pt x="241222" y="115986"/>
                  <a:pt x="244558" y="115164"/>
                  <a:pt x="247071" y="113519"/>
                </a:cubicBezTo>
                <a:cubicBezTo>
                  <a:pt x="248945" y="112239"/>
                  <a:pt x="250476" y="110183"/>
                  <a:pt x="251664" y="107349"/>
                </a:cubicBezTo>
                <a:cubicBezTo>
                  <a:pt x="252395" y="105567"/>
                  <a:pt x="253332" y="101682"/>
                  <a:pt x="254474" y="95696"/>
                </a:cubicBezTo>
                <a:lnTo>
                  <a:pt x="255160" y="92268"/>
                </a:lnTo>
                <a:cubicBezTo>
                  <a:pt x="248351" y="97935"/>
                  <a:pt x="241313" y="100768"/>
                  <a:pt x="234047" y="100768"/>
                </a:cubicBezTo>
                <a:cubicBezTo>
                  <a:pt x="226917" y="100768"/>
                  <a:pt x="221068" y="98255"/>
                  <a:pt x="216498" y="93228"/>
                </a:cubicBezTo>
                <a:cubicBezTo>
                  <a:pt x="211928" y="88201"/>
                  <a:pt x="209643" y="80843"/>
                  <a:pt x="209643" y="71155"/>
                </a:cubicBezTo>
                <a:cubicBezTo>
                  <a:pt x="209643" y="62609"/>
                  <a:pt x="211197" y="54771"/>
                  <a:pt x="214304" y="47642"/>
                </a:cubicBezTo>
                <a:cubicBezTo>
                  <a:pt x="217412" y="40513"/>
                  <a:pt x="221776" y="35120"/>
                  <a:pt x="227397" y="31464"/>
                </a:cubicBezTo>
                <a:cubicBezTo>
                  <a:pt x="233018" y="27808"/>
                  <a:pt x="238754" y="25980"/>
                  <a:pt x="244603" y="25980"/>
                </a:cubicBezTo>
                <a:cubicBezTo>
                  <a:pt x="249447" y="25980"/>
                  <a:pt x="253880" y="27260"/>
                  <a:pt x="257902" y="29819"/>
                </a:cubicBezTo>
                <a:cubicBezTo>
                  <a:pt x="261924" y="32378"/>
                  <a:pt x="265054" y="35966"/>
                  <a:pt x="267293" y="40582"/>
                </a:cubicBezTo>
                <a:lnTo>
                  <a:pt x="270035" y="27694"/>
                </a:lnTo>
                <a:lnTo>
                  <a:pt x="288475" y="27694"/>
                </a:lnTo>
                <a:lnTo>
                  <a:pt x="275862" y="88361"/>
                </a:lnTo>
                <a:cubicBezTo>
                  <a:pt x="273806" y="98095"/>
                  <a:pt x="272069" y="105041"/>
                  <a:pt x="270652" y="109200"/>
                </a:cubicBezTo>
                <a:cubicBezTo>
                  <a:pt x="269236" y="113359"/>
                  <a:pt x="267613" y="116672"/>
                  <a:pt x="265785" y="119140"/>
                </a:cubicBezTo>
                <a:cubicBezTo>
                  <a:pt x="263957" y="121608"/>
                  <a:pt x="261649" y="123675"/>
                  <a:pt x="258862" y="125344"/>
                </a:cubicBezTo>
                <a:cubicBezTo>
                  <a:pt x="256074" y="127012"/>
                  <a:pt x="252784" y="128211"/>
                  <a:pt x="248990" y="128942"/>
                </a:cubicBezTo>
                <a:cubicBezTo>
                  <a:pt x="245197" y="129674"/>
                  <a:pt x="241084" y="130039"/>
                  <a:pt x="236652" y="130039"/>
                </a:cubicBezTo>
                <a:cubicBezTo>
                  <a:pt x="226369" y="130039"/>
                  <a:pt x="218600" y="128280"/>
                  <a:pt x="213345" y="124761"/>
                </a:cubicBezTo>
                <a:cubicBezTo>
                  <a:pt x="208089" y="121242"/>
                  <a:pt x="205461" y="115392"/>
                  <a:pt x="205461" y="107212"/>
                </a:cubicBezTo>
                <a:cubicBezTo>
                  <a:pt x="205461" y="106344"/>
                  <a:pt x="205530" y="105384"/>
                  <a:pt x="205667" y="104333"/>
                </a:cubicBezTo>
                <a:moveTo>
                  <a:pt x="228837" y="69167"/>
                </a:moveTo>
                <a:cubicBezTo>
                  <a:pt x="228837" y="74697"/>
                  <a:pt x="230082" y="78912"/>
                  <a:pt x="232573" y="81814"/>
                </a:cubicBezTo>
                <a:cubicBezTo>
                  <a:pt x="235063" y="84716"/>
                  <a:pt x="238182" y="86167"/>
                  <a:pt x="241930" y="86167"/>
                </a:cubicBezTo>
                <a:cubicBezTo>
                  <a:pt x="245357" y="86167"/>
                  <a:pt x="248682" y="84865"/>
                  <a:pt x="251904" y="82260"/>
                </a:cubicBezTo>
                <a:cubicBezTo>
                  <a:pt x="255126" y="79655"/>
                  <a:pt x="257594" y="75953"/>
                  <a:pt x="259307" y="71155"/>
                </a:cubicBezTo>
                <a:cubicBezTo>
                  <a:pt x="261021" y="66356"/>
                  <a:pt x="261878" y="61718"/>
                  <a:pt x="261878" y="57239"/>
                </a:cubicBezTo>
                <a:cubicBezTo>
                  <a:pt x="261878" y="52075"/>
                  <a:pt x="260484" y="47916"/>
                  <a:pt x="257696" y="44763"/>
                </a:cubicBezTo>
                <a:cubicBezTo>
                  <a:pt x="254909" y="41610"/>
                  <a:pt x="251687" y="40033"/>
                  <a:pt x="248031" y="40033"/>
                </a:cubicBezTo>
                <a:cubicBezTo>
                  <a:pt x="244512" y="40033"/>
                  <a:pt x="241279" y="41427"/>
                  <a:pt x="238331" y="44215"/>
                </a:cubicBezTo>
                <a:cubicBezTo>
                  <a:pt x="235383" y="47002"/>
                  <a:pt x="232950" y="51298"/>
                  <a:pt x="231030" y="57102"/>
                </a:cubicBezTo>
                <a:cubicBezTo>
                  <a:pt x="229568" y="61581"/>
                  <a:pt x="228837" y="65602"/>
                  <a:pt x="228837" y="69167"/>
                </a:cubicBezTo>
                <a:close/>
                <a:moveTo>
                  <a:pt x="335792" y="42295"/>
                </a:moveTo>
                <a:lnTo>
                  <a:pt x="338808" y="27694"/>
                </a:lnTo>
                <a:lnTo>
                  <a:pt x="348405" y="27694"/>
                </a:lnTo>
                <a:lnTo>
                  <a:pt x="350804" y="16041"/>
                </a:lnTo>
                <a:lnTo>
                  <a:pt x="373357" y="2468"/>
                </a:lnTo>
                <a:lnTo>
                  <a:pt x="368079" y="27694"/>
                </a:lnTo>
                <a:lnTo>
                  <a:pt x="380075" y="27694"/>
                </a:lnTo>
                <a:lnTo>
                  <a:pt x="377059" y="42295"/>
                </a:lnTo>
                <a:lnTo>
                  <a:pt x="364994" y="42295"/>
                </a:lnTo>
                <a:lnTo>
                  <a:pt x="358619" y="72800"/>
                </a:lnTo>
                <a:cubicBezTo>
                  <a:pt x="357477" y="78330"/>
                  <a:pt x="356905" y="81483"/>
                  <a:pt x="356905" y="82260"/>
                </a:cubicBezTo>
                <a:cubicBezTo>
                  <a:pt x="356905" y="83768"/>
                  <a:pt x="357385" y="84945"/>
                  <a:pt x="358345" y="85790"/>
                </a:cubicBezTo>
                <a:cubicBezTo>
                  <a:pt x="359305" y="86636"/>
                  <a:pt x="361041" y="87058"/>
                  <a:pt x="363555" y="87058"/>
                </a:cubicBezTo>
                <a:cubicBezTo>
                  <a:pt x="364423" y="87058"/>
                  <a:pt x="366594" y="86898"/>
                  <a:pt x="370067" y="86579"/>
                </a:cubicBezTo>
                <a:lnTo>
                  <a:pt x="366982" y="101180"/>
                </a:lnTo>
                <a:cubicBezTo>
                  <a:pt x="363600" y="101865"/>
                  <a:pt x="360127" y="102208"/>
                  <a:pt x="356563" y="102208"/>
                </a:cubicBezTo>
                <a:cubicBezTo>
                  <a:pt x="349616" y="102208"/>
                  <a:pt x="344566" y="100871"/>
                  <a:pt x="341413" y="98198"/>
                </a:cubicBezTo>
                <a:cubicBezTo>
                  <a:pt x="338260" y="95524"/>
                  <a:pt x="336683" y="91811"/>
                  <a:pt x="336683" y="87058"/>
                </a:cubicBezTo>
                <a:cubicBezTo>
                  <a:pt x="336683" y="84819"/>
                  <a:pt x="337529" y="79655"/>
                  <a:pt x="339220" y="71566"/>
                </a:cubicBezTo>
                <a:lnTo>
                  <a:pt x="345320" y="42295"/>
                </a:lnTo>
                <a:lnTo>
                  <a:pt x="335792" y="42295"/>
                </a:lnTo>
                <a:close/>
                <a:moveTo>
                  <a:pt x="380092" y="70264"/>
                </a:moveTo>
                <a:cubicBezTo>
                  <a:pt x="380092" y="56782"/>
                  <a:pt x="383897" y="46031"/>
                  <a:pt x="391506" y="38011"/>
                </a:cubicBezTo>
                <a:cubicBezTo>
                  <a:pt x="399115" y="29991"/>
                  <a:pt x="409112" y="25980"/>
                  <a:pt x="421497" y="25980"/>
                </a:cubicBezTo>
                <a:cubicBezTo>
                  <a:pt x="432236" y="25980"/>
                  <a:pt x="440622" y="28939"/>
                  <a:pt x="446654" y="34858"/>
                </a:cubicBezTo>
                <a:cubicBezTo>
                  <a:pt x="452687" y="40776"/>
                  <a:pt x="455703" y="48739"/>
                  <a:pt x="455703" y="58747"/>
                </a:cubicBezTo>
                <a:cubicBezTo>
                  <a:pt x="455703" y="70538"/>
                  <a:pt x="451933" y="80729"/>
                  <a:pt x="444392" y="89321"/>
                </a:cubicBezTo>
                <a:cubicBezTo>
                  <a:pt x="436852" y="97912"/>
                  <a:pt x="426752" y="102208"/>
                  <a:pt x="414093" y="102208"/>
                </a:cubicBezTo>
                <a:cubicBezTo>
                  <a:pt x="407238" y="102208"/>
                  <a:pt x="401160" y="100837"/>
                  <a:pt x="395859" y="98095"/>
                </a:cubicBezTo>
                <a:cubicBezTo>
                  <a:pt x="390558" y="95353"/>
                  <a:pt x="386605" y="91468"/>
                  <a:pt x="384000" y="86441"/>
                </a:cubicBezTo>
                <a:cubicBezTo>
                  <a:pt x="381395" y="81414"/>
                  <a:pt x="380092" y="76022"/>
                  <a:pt x="380092" y="70264"/>
                </a:cubicBezTo>
                <a:moveTo>
                  <a:pt x="436166" y="56211"/>
                </a:moveTo>
                <a:cubicBezTo>
                  <a:pt x="436166" y="51550"/>
                  <a:pt x="434807" y="47814"/>
                  <a:pt x="432088" y="45003"/>
                </a:cubicBezTo>
                <a:cubicBezTo>
                  <a:pt x="429368" y="42192"/>
                  <a:pt x="425861" y="40787"/>
                  <a:pt x="421565" y="40787"/>
                </a:cubicBezTo>
                <a:cubicBezTo>
                  <a:pt x="417315" y="40787"/>
                  <a:pt x="413545" y="42101"/>
                  <a:pt x="410254" y="44729"/>
                </a:cubicBezTo>
                <a:cubicBezTo>
                  <a:pt x="406964" y="47357"/>
                  <a:pt x="404405" y="51173"/>
                  <a:pt x="402577" y="56177"/>
                </a:cubicBezTo>
                <a:cubicBezTo>
                  <a:pt x="400749" y="61181"/>
                  <a:pt x="399835" y="65785"/>
                  <a:pt x="399835" y="69989"/>
                </a:cubicBezTo>
                <a:cubicBezTo>
                  <a:pt x="399835" y="75199"/>
                  <a:pt x="401252" y="79335"/>
                  <a:pt x="404085" y="82397"/>
                </a:cubicBezTo>
                <a:cubicBezTo>
                  <a:pt x="406918" y="85459"/>
                  <a:pt x="410483" y="86990"/>
                  <a:pt x="414779" y="86990"/>
                </a:cubicBezTo>
                <a:cubicBezTo>
                  <a:pt x="420171" y="86990"/>
                  <a:pt x="424696" y="84682"/>
                  <a:pt x="428352" y="80066"/>
                </a:cubicBezTo>
                <a:cubicBezTo>
                  <a:pt x="433561" y="73531"/>
                  <a:pt x="436166" y="65579"/>
                  <a:pt x="436166" y="56211"/>
                </a:cubicBezTo>
                <a:close/>
                <a:moveTo>
                  <a:pt x="500346" y="104333"/>
                </a:moveTo>
                <a:lnTo>
                  <a:pt x="521117" y="107349"/>
                </a:lnTo>
                <a:cubicBezTo>
                  <a:pt x="521117" y="109451"/>
                  <a:pt x="521460" y="111039"/>
                  <a:pt x="522145" y="112113"/>
                </a:cubicBezTo>
                <a:cubicBezTo>
                  <a:pt x="522831" y="113187"/>
                  <a:pt x="523939" y="114101"/>
                  <a:pt x="525470" y="114855"/>
                </a:cubicBezTo>
                <a:cubicBezTo>
                  <a:pt x="527001" y="115609"/>
                  <a:pt x="529092" y="115986"/>
                  <a:pt x="531742" y="115986"/>
                </a:cubicBezTo>
                <a:cubicBezTo>
                  <a:pt x="535901" y="115986"/>
                  <a:pt x="539237" y="115164"/>
                  <a:pt x="541750" y="113519"/>
                </a:cubicBezTo>
                <a:cubicBezTo>
                  <a:pt x="543624" y="112239"/>
                  <a:pt x="545155" y="110183"/>
                  <a:pt x="546343" y="107349"/>
                </a:cubicBezTo>
                <a:cubicBezTo>
                  <a:pt x="547075" y="105567"/>
                  <a:pt x="548011" y="101682"/>
                  <a:pt x="549154" y="95696"/>
                </a:cubicBezTo>
                <a:lnTo>
                  <a:pt x="549839" y="92268"/>
                </a:lnTo>
                <a:cubicBezTo>
                  <a:pt x="543030" y="97935"/>
                  <a:pt x="535992" y="100768"/>
                  <a:pt x="528726" y="100768"/>
                </a:cubicBezTo>
                <a:cubicBezTo>
                  <a:pt x="521597" y="100768"/>
                  <a:pt x="515747" y="98255"/>
                  <a:pt x="511177" y="93228"/>
                </a:cubicBezTo>
                <a:cubicBezTo>
                  <a:pt x="506607" y="88201"/>
                  <a:pt x="504322" y="80843"/>
                  <a:pt x="504322" y="71155"/>
                </a:cubicBezTo>
                <a:cubicBezTo>
                  <a:pt x="504322" y="62609"/>
                  <a:pt x="505876" y="54771"/>
                  <a:pt x="508984" y="47642"/>
                </a:cubicBezTo>
                <a:cubicBezTo>
                  <a:pt x="512091" y="40513"/>
                  <a:pt x="516456" y="35120"/>
                  <a:pt x="522077" y="31464"/>
                </a:cubicBezTo>
                <a:cubicBezTo>
                  <a:pt x="527698" y="27808"/>
                  <a:pt x="533433" y="25980"/>
                  <a:pt x="539283" y="25980"/>
                </a:cubicBezTo>
                <a:cubicBezTo>
                  <a:pt x="544127" y="25980"/>
                  <a:pt x="548560" y="27260"/>
                  <a:pt x="552581" y="29819"/>
                </a:cubicBezTo>
                <a:cubicBezTo>
                  <a:pt x="556603" y="32378"/>
                  <a:pt x="559733" y="35966"/>
                  <a:pt x="561973" y="40582"/>
                </a:cubicBezTo>
                <a:lnTo>
                  <a:pt x="564715" y="27694"/>
                </a:lnTo>
                <a:lnTo>
                  <a:pt x="583155" y="27694"/>
                </a:lnTo>
                <a:lnTo>
                  <a:pt x="570541" y="88361"/>
                </a:lnTo>
                <a:cubicBezTo>
                  <a:pt x="568485" y="98095"/>
                  <a:pt x="566748" y="105041"/>
                  <a:pt x="565332" y="109200"/>
                </a:cubicBezTo>
                <a:cubicBezTo>
                  <a:pt x="563915" y="113359"/>
                  <a:pt x="562293" y="116672"/>
                  <a:pt x="560465" y="119140"/>
                </a:cubicBezTo>
                <a:cubicBezTo>
                  <a:pt x="558637" y="121608"/>
                  <a:pt x="556329" y="123675"/>
                  <a:pt x="553541" y="125344"/>
                </a:cubicBezTo>
                <a:cubicBezTo>
                  <a:pt x="550753" y="127012"/>
                  <a:pt x="547463" y="128211"/>
                  <a:pt x="543670" y="128942"/>
                </a:cubicBezTo>
                <a:cubicBezTo>
                  <a:pt x="539877" y="129674"/>
                  <a:pt x="535764" y="130039"/>
                  <a:pt x="531331" y="130039"/>
                </a:cubicBezTo>
                <a:cubicBezTo>
                  <a:pt x="521048" y="130039"/>
                  <a:pt x="513279" y="128280"/>
                  <a:pt x="508024" y="124761"/>
                </a:cubicBezTo>
                <a:cubicBezTo>
                  <a:pt x="502768" y="121242"/>
                  <a:pt x="500141" y="115392"/>
                  <a:pt x="500141" y="107212"/>
                </a:cubicBezTo>
                <a:cubicBezTo>
                  <a:pt x="500141" y="106344"/>
                  <a:pt x="500209" y="105384"/>
                  <a:pt x="500346" y="104333"/>
                </a:cubicBezTo>
                <a:moveTo>
                  <a:pt x="523516" y="69167"/>
                </a:moveTo>
                <a:cubicBezTo>
                  <a:pt x="523516" y="74697"/>
                  <a:pt x="524762" y="78912"/>
                  <a:pt x="527252" y="81814"/>
                </a:cubicBezTo>
                <a:cubicBezTo>
                  <a:pt x="529743" y="84716"/>
                  <a:pt x="532862" y="86167"/>
                  <a:pt x="536609" y="86167"/>
                </a:cubicBezTo>
                <a:cubicBezTo>
                  <a:pt x="540037" y="86167"/>
                  <a:pt x="543361" y="84865"/>
                  <a:pt x="546583" y="82260"/>
                </a:cubicBezTo>
                <a:cubicBezTo>
                  <a:pt x="549805" y="79655"/>
                  <a:pt x="552273" y="75953"/>
                  <a:pt x="553987" y="71155"/>
                </a:cubicBezTo>
                <a:cubicBezTo>
                  <a:pt x="555700" y="66356"/>
                  <a:pt x="556557" y="61718"/>
                  <a:pt x="556557" y="57239"/>
                </a:cubicBezTo>
                <a:cubicBezTo>
                  <a:pt x="556557" y="52075"/>
                  <a:pt x="555163" y="47916"/>
                  <a:pt x="552376" y="44763"/>
                </a:cubicBezTo>
                <a:cubicBezTo>
                  <a:pt x="549588" y="41610"/>
                  <a:pt x="546366" y="40033"/>
                  <a:pt x="542710" y="40033"/>
                </a:cubicBezTo>
                <a:cubicBezTo>
                  <a:pt x="539191" y="40033"/>
                  <a:pt x="535958" y="41427"/>
                  <a:pt x="533010" y="44215"/>
                </a:cubicBezTo>
                <a:cubicBezTo>
                  <a:pt x="530063" y="47002"/>
                  <a:pt x="527629" y="51298"/>
                  <a:pt x="525710" y="57102"/>
                </a:cubicBezTo>
                <a:cubicBezTo>
                  <a:pt x="524247" y="61581"/>
                  <a:pt x="523516" y="65602"/>
                  <a:pt x="523516" y="69167"/>
                </a:cubicBezTo>
                <a:close/>
                <a:moveTo>
                  <a:pt x="657921" y="70195"/>
                </a:moveTo>
                <a:lnTo>
                  <a:pt x="608565" y="70195"/>
                </a:lnTo>
                <a:cubicBezTo>
                  <a:pt x="608520" y="70972"/>
                  <a:pt x="608497" y="71566"/>
                  <a:pt x="608497" y="71977"/>
                </a:cubicBezTo>
                <a:cubicBezTo>
                  <a:pt x="608497" y="76822"/>
                  <a:pt x="609879" y="80729"/>
                  <a:pt x="612644" y="83699"/>
                </a:cubicBezTo>
                <a:cubicBezTo>
                  <a:pt x="615409" y="86670"/>
                  <a:pt x="618779" y="88155"/>
                  <a:pt x="622755" y="88155"/>
                </a:cubicBezTo>
                <a:cubicBezTo>
                  <a:pt x="629290" y="88155"/>
                  <a:pt x="634386" y="84773"/>
                  <a:pt x="638042" y="78010"/>
                </a:cubicBezTo>
                <a:lnTo>
                  <a:pt x="655659" y="80957"/>
                </a:lnTo>
                <a:cubicBezTo>
                  <a:pt x="652232" y="88041"/>
                  <a:pt x="647650" y="93354"/>
                  <a:pt x="641915" y="96895"/>
                </a:cubicBezTo>
                <a:cubicBezTo>
                  <a:pt x="636180" y="100437"/>
                  <a:pt x="629747" y="102208"/>
                  <a:pt x="622618" y="102208"/>
                </a:cubicBezTo>
                <a:cubicBezTo>
                  <a:pt x="612838" y="102208"/>
                  <a:pt x="604887" y="99112"/>
                  <a:pt x="598763" y="92919"/>
                </a:cubicBezTo>
                <a:cubicBezTo>
                  <a:pt x="592639" y="86727"/>
                  <a:pt x="589577" y="78535"/>
                  <a:pt x="589577" y="68344"/>
                </a:cubicBezTo>
                <a:cubicBezTo>
                  <a:pt x="589577" y="58382"/>
                  <a:pt x="592342" y="49516"/>
                  <a:pt x="597872" y="41747"/>
                </a:cubicBezTo>
                <a:cubicBezTo>
                  <a:pt x="605412" y="31236"/>
                  <a:pt x="616174" y="25980"/>
                  <a:pt x="630159" y="25980"/>
                </a:cubicBezTo>
                <a:cubicBezTo>
                  <a:pt x="639070" y="25980"/>
                  <a:pt x="646154" y="28734"/>
                  <a:pt x="651409" y="34241"/>
                </a:cubicBezTo>
                <a:cubicBezTo>
                  <a:pt x="656665" y="39748"/>
                  <a:pt x="659292" y="47459"/>
                  <a:pt x="659292" y="57376"/>
                </a:cubicBezTo>
                <a:cubicBezTo>
                  <a:pt x="659292" y="62129"/>
                  <a:pt x="658835" y="66402"/>
                  <a:pt x="657921" y="70195"/>
                </a:cubicBezTo>
                <a:moveTo>
                  <a:pt x="641332" y="58199"/>
                </a:moveTo>
                <a:cubicBezTo>
                  <a:pt x="641378" y="57331"/>
                  <a:pt x="641401" y="56668"/>
                  <a:pt x="641401" y="56211"/>
                </a:cubicBezTo>
                <a:cubicBezTo>
                  <a:pt x="641401" y="50818"/>
                  <a:pt x="640190" y="46774"/>
                  <a:pt x="637768" y="44078"/>
                </a:cubicBezTo>
                <a:cubicBezTo>
                  <a:pt x="635346" y="41381"/>
                  <a:pt x="632101" y="40033"/>
                  <a:pt x="628034" y="40033"/>
                </a:cubicBezTo>
                <a:cubicBezTo>
                  <a:pt x="623966" y="40033"/>
                  <a:pt x="620322" y="41564"/>
                  <a:pt x="617100" y="44626"/>
                </a:cubicBezTo>
                <a:cubicBezTo>
                  <a:pt x="613878" y="47688"/>
                  <a:pt x="611696" y="52212"/>
                  <a:pt x="610553" y="58199"/>
                </a:cubicBezTo>
                <a:lnTo>
                  <a:pt x="641332" y="58199"/>
                </a:lnTo>
                <a:close/>
                <a:moveTo>
                  <a:pt x="669781" y="42295"/>
                </a:moveTo>
                <a:lnTo>
                  <a:pt x="672797" y="27694"/>
                </a:lnTo>
                <a:lnTo>
                  <a:pt x="682394" y="27694"/>
                </a:lnTo>
                <a:lnTo>
                  <a:pt x="684793" y="16041"/>
                </a:lnTo>
                <a:lnTo>
                  <a:pt x="707346" y="2468"/>
                </a:lnTo>
                <a:lnTo>
                  <a:pt x="702068" y="27694"/>
                </a:lnTo>
                <a:lnTo>
                  <a:pt x="714064" y="27694"/>
                </a:lnTo>
                <a:lnTo>
                  <a:pt x="711048" y="42295"/>
                </a:lnTo>
                <a:lnTo>
                  <a:pt x="698983" y="42295"/>
                </a:lnTo>
                <a:lnTo>
                  <a:pt x="692608" y="72800"/>
                </a:lnTo>
                <a:cubicBezTo>
                  <a:pt x="691465" y="78330"/>
                  <a:pt x="690894" y="81483"/>
                  <a:pt x="690894" y="82260"/>
                </a:cubicBezTo>
                <a:cubicBezTo>
                  <a:pt x="690894" y="83768"/>
                  <a:pt x="691374" y="84945"/>
                  <a:pt x="692334" y="85790"/>
                </a:cubicBezTo>
                <a:cubicBezTo>
                  <a:pt x="693293" y="86636"/>
                  <a:pt x="695030" y="87058"/>
                  <a:pt x="697543" y="87058"/>
                </a:cubicBezTo>
                <a:cubicBezTo>
                  <a:pt x="698412" y="87058"/>
                  <a:pt x="700582" y="86898"/>
                  <a:pt x="704056" y="86579"/>
                </a:cubicBezTo>
                <a:lnTo>
                  <a:pt x="700971" y="101180"/>
                </a:lnTo>
                <a:cubicBezTo>
                  <a:pt x="697589" y="101865"/>
                  <a:pt x="694116" y="102208"/>
                  <a:pt x="690551" y="102208"/>
                </a:cubicBezTo>
                <a:cubicBezTo>
                  <a:pt x="683605" y="102208"/>
                  <a:pt x="678555" y="100871"/>
                  <a:pt x="675402" y="98198"/>
                </a:cubicBezTo>
                <a:cubicBezTo>
                  <a:pt x="672248" y="95524"/>
                  <a:pt x="670672" y="91811"/>
                  <a:pt x="670672" y="87058"/>
                </a:cubicBezTo>
                <a:cubicBezTo>
                  <a:pt x="670672" y="84819"/>
                  <a:pt x="671517" y="79655"/>
                  <a:pt x="673208" y="71566"/>
                </a:cubicBezTo>
                <a:lnTo>
                  <a:pt x="679309" y="42295"/>
                </a:lnTo>
                <a:lnTo>
                  <a:pt x="669781" y="42295"/>
                </a:lnTo>
                <a:close/>
                <a:moveTo>
                  <a:pt x="777460" y="48328"/>
                </a:moveTo>
                <a:lnTo>
                  <a:pt x="758266" y="46682"/>
                </a:lnTo>
                <a:cubicBezTo>
                  <a:pt x="760459" y="40193"/>
                  <a:pt x="764287" y="35120"/>
                  <a:pt x="769748" y="31464"/>
                </a:cubicBezTo>
                <a:cubicBezTo>
                  <a:pt x="775209" y="27808"/>
                  <a:pt x="782441" y="25980"/>
                  <a:pt x="791444" y="25980"/>
                </a:cubicBezTo>
                <a:cubicBezTo>
                  <a:pt x="800812" y="25980"/>
                  <a:pt x="807736" y="27866"/>
                  <a:pt x="812215" y="31636"/>
                </a:cubicBezTo>
                <a:cubicBezTo>
                  <a:pt x="816693" y="35406"/>
                  <a:pt x="818932" y="40010"/>
                  <a:pt x="818932" y="45449"/>
                </a:cubicBezTo>
                <a:cubicBezTo>
                  <a:pt x="818932" y="47642"/>
                  <a:pt x="818738" y="49973"/>
                  <a:pt x="818350" y="52441"/>
                </a:cubicBezTo>
                <a:cubicBezTo>
                  <a:pt x="817961" y="54908"/>
                  <a:pt x="816602" y="61398"/>
                  <a:pt x="814271" y="71909"/>
                </a:cubicBezTo>
                <a:cubicBezTo>
                  <a:pt x="812352" y="80592"/>
                  <a:pt x="811392" y="86670"/>
                  <a:pt x="811392" y="90143"/>
                </a:cubicBezTo>
                <a:cubicBezTo>
                  <a:pt x="811392" y="93251"/>
                  <a:pt x="811940" y="96701"/>
                  <a:pt x="813037" y="100494"/>
                </a:cubicBezTo>
                <a:lnTo>
                  <a:pt x="793912" y="100494"/>
                </a:lnTo>
                <a:cubicBezTo>
                  <a:pt x="793135" y="97844"/>
                  <a:pt x="792655" y="95102"/>
                  <a:pt x="792472" y="92268"/>
                </a:cubicBezTo>
                <a:cubicBezTo>
                  <a:pt x="789593" y="95467"/>
                  <a:pt x="786280" y="97924"/>
                  <a:pt x="782532" y="99637"/>
                </a:cubicBezTo>
                <a:cubicBezTo>
                  <a:pt x="778785" y="101351"/>
                  <a:pt x="775015" y="102208"/>
                  <a:pt x="771222" y="102208"/>
                </a:cubicBezTo>
                <a:cubicBezTo>
                  <a:pt x="765189" y="102208"/>
                  <a:pt x="760208" y="100231"/>
                  <a:pt x="756278" y="96278"/>
                </a:cubicBezTo>
                <a:cubicBezTo>
                  <a:pt x="752348" y="92325"/>
                  <a:pt x="750383" y="87241"/>
                  <a:pt x="750383" y="81026"/>
                </a:cubicBezTo>
                <a:cubicBezTo>
                  <a:pt x="750383" y="74080"/>
                  <a:pt x="752542" y="68527"/>
                  <a:pt x="756861" y="64368"/>
                </a:cubicBezTo>
                <a:cubicBezTo>
                  <a:pt x="761179" y="60210"/>
                  <a:pt x="768891" y="57696"/>
                  <a:pt x="779996" y="56828"/>
                </a:cubicBezTo>
                <a:cubicBezTo>
                  <a:pt x="789365" y="56051"/>
                  <a:pt x="795626" y="55114"/>
                  <a:pt x="798779" y="54017"/>
                </a:cubicBezTo>
                <a:cubicBezTo>
                  <a:pt x="799601" y="51275"/>
                  <a:pt x="800013" y="49082"/>
                  <a:pt x="800013" y="47437"/>
                </a:cubicBezTo>
                <a:cubicBezTo>
                  <a:pt x="800013" y="45334"/>
                  <a:pt x="799167" y="43575"/>
                  <a:pt x="797476" y="42158"/>
                </a:cubicBezTo>
                <a:cubicBezTo>
                  <a:pt x="795785" y="40742"/>
                  <a:pt x="793272" y="40033"/>
                  <a:pt x="789936" y="40033"/>
                </a:cubicBezTo>
                <a:cubicBezTo>
                  <a:pt x="786417" y="40033"/>
                  <a:pt x="783641" y="40753"/>
                  <a:pt x="781607" y="42192"/>
                </a:cubicBezTo>
                <a:cubicBezTo>
                  <a:pt x="779573" y="43632"/>
                  <a:pt x="778191" y="45677"/>
                  <a:pt x="777460" y="48328"/>
                </a:cubicBezTo>
                <a:moveTo>
                  <a:pt x="796174" y="66562"/>
                </a:moveTo>
                <a:cubicBezTo>
                  <a:pt x="794986" y="66882"/>
                  <a:pt x="793409" y="67179"/>
                  <a:pt x="791444" y="67453"/>
                </a:cubicBezTo>
                <a:cubicBezTo>
                  <a:pt x="781573" y="68641"/>
                  <a:pt x="775129" y="70378"/>
                  <a:pt x="772113" y="72663"/>
                </a:cubicBezTo>
                <a:cubicBezTo>
                  <a:pt x="769965" y="74308"/>
                  <a:pt x="768891" y="76525"/>
                  <a:pt x="768891" y="79312"/>
                </a:cubicBezTo>
                <a:cubicBezTo>
                  <a:pt x="768891" y="81597"/>
                  <a:pt x="769714" y="83528"/>
                  <a:pt x="771359" y="85105"/>
                </a:cubicBezTo>
                <a:cubicBezTo>
                  <a:pt x="773004" y="86681"/>
                  <a:pt x="775175" y="87470"/>
                  <a:pt x="777871" y="87470"/>
                </a:cubicBezTo>
                <a:cubicBezTo>
                  <a:pt x="780842" y="87470"/>
                  <a:pt x="783641" y="86750"/>
                  <a:pt x="786268" y="85310"/>
                </a:cubicBezTo>
                <a:cubicBezTo>
                  <a:pt x="788896" y="83871"/>
                  <a:pt x="790861" y="82020"/>
                  <a:pt x="792164" y="79758"/>
                </a:cubicBezTo>
                <a:cubicBezTo>
                  <a:pt x="793466" y="77496"/>
                  <a:pt x="794620" y="73965"/>
                  <a:pt x="795626" y="69167"/>
                </a:cubicBezTo>
                <a:lnTo>
                  <a:pt x="796174" y="66562"/>
                </a:lnTo>
                <a:close/>
                <a:moveTo>
                  <a:pt x="915353" y="73074"/>
                </a:moveTo>
                <a:lnTo>
                  <a:pt x="934478" y="76159"/>
                </a:lnTo>
                <a:cubicBezTo>
                  <a:pt x="931325" y="84659"/>
                  <a:pt x="926663" y="91126"/>
                  <a:pt x="920494" y="95559"/>
                </a:cubicBezTo>
                <a:cubicBezTo>
                  <a:pt x="914324" y="99991"/>
                  <a:pt x="907172" y="102208"/>
                  <a:pt x="899038" y="102208"/>
                </a:cubicBezTo>
                <a:cubicBezTo>
                  <a:pt x="889761" y="102208"/>
                  <a:pt x="882403" y="99443"/>
                  <a:pt x="876965" y="93913"/>
                </a:cubicBezTo>
                <a:cubicBezTo>
                  <a:pt x="871526" y="88384"/>
                  <a:pt x="868807" y="80775"/>
                  <a:pt x="868807" y="71086"/>
                </a:cubicBezTo>
                <a:cubicBezTo>
                  <a:pt x="868807" y="63180"/>
                  <a:pt x="870452" y="55708"/>
                  <a:pt x="873743" y="48670"/>
                </a:cubicBezTo>
                <a:cubicBezTo>
                  <a:pt x="877033" y="41633"/>
                  <a:pt x="881992" y="36092"/>
                  <a:pt x="888618" y="32047"/>
                </a:cubicBezTo>
                <a:cubicBezTo>
                  <a:pt x="895245" y="28003"/>
                  <a:pt x="902511" y="25980"/>
                  <a:pt x="910417" y="25980"/>
                </a:cubicBezTo>
                <a:cubicBezTo>
                  <a:pt x="919009" y="25980"/>
                  <a:pt x="925864" y="28220"/>
                  <a:pt x="930982" y="32698"/>
                </a:cubicBezTo>
                <a:cubicBezTo>
                  <a:pt x="936100" y="37177"/>
                  <a:pt x="938980" y="43072"/>
                  <a:pt x="939619" y="50384"/>
                </a:cubicBezTo>
                <a:lnTo>
                  <a:pt x="920905" y="52372"/>
                </a:lnTo>
                <a:cubicBezTo>
                  <a:pt x="920448" y="48305"/>
                  <a:pt x="919203" y="45312"/>
                  <a:pt x="917169" y="43392"/>
                </a:cubicBezTo>
                <a:cubicBezTo>
                  <a:pt x="915136" y="41473"/>
                  <a:pt x="912474" y="40513"/>
                  <a:pt x="909183" y="40513"/>
                </a:cubicBezTo>
                <a:cubicBezTo>
                  <a:pt x="905390" y="40513"/>
                  <a:pt x="901848" y="41930"/>
                  <a:pt x="898558" y="44763"/>
                </a:cubicBezTo>
                <a:cubicBezTo>
                  <a:pt x="895268" y="47596"/>
                  <a:pt x="892743" y="51835"/>
                  <a:pt x="890983" y="57479"/>
                </a:cubicBezTo>
                <a:cubicBezTo>
                  <a:pt x="889224" y="63123"/>
                  <a:pt x="888344" y="68413"/>
                  <a:pt x="888344" y="73348"/>
                </a:cubicBezTo>
                <a:cubicBezTo>
                  <a:pt x="888344" y="77644"/>
                  <a:pt x="889395" y="80957"/>
                  <a:pt x="891497" y="83288"/>
                </a:cubicBezTo>
                <a:cubicBezTo>
                  <a:pt x="893600" y="85619"/>
                  <a:pt x="896227" y="86784"/>
                  <a:pt x="899381" y="86784"/>
                </a:cubicBezTo>
                <a:cubicBezTo>
                  <a:pt x="902534" y="86784"/>
                  <a:pt x="905573" y="85642"/>
                  <a:pt x="908498" y="83357"/>
                </a:cubicBezTo>
                <a:cubicBezTo>
                  <a:pt x="911422" y="81072"/>
                  <a:pt x="913707" y="77644"/>
                  <a:pt x="915353" y="73074"/>
                </a:cubicBezTo>
                <a:close/>
                <a:moveTo>
                  <a:pt x="958882" y="27694"/>
                </a:moveTo>
                <a:lnTo>
                  <a:pt x="978556" y="27694"/>
                </a:lnTo>
                <a:lnTo>
                  <a:pt x="969576" y="70812"/>
                </a:lnTo>
                <a:cubicBezTo>
                  <a:pt x="968479" y="75976"/>
                  <a:pt x="967931" y="79198"/>
                  <a:pt x="967931" y="80478"/>
                </a:cubicBezTo>
                <a:cubicBezTo>
                  <a:pt x="967931" y="82580"/>
                  <a:pt x="968708" y="84385"/>
                  <a:pt x="970261" y="85893"/>
                </a:cubicBezTo>
                <a:cubicBezTo>
                  <a:pt x="971815" y="87401"/>
                  <a:pt x="973803" y="88155"/>
                  <a:pt x="976225" y="88155"/>
                </a:cubicBezTo>
                <a:cubicBezTo>
                  <a:pt x="977962" y="88155"/>
                  <a:pt x="979675" y="87824"/>
                  <a:pt x="981366" y="87161"/>
                </a:cubicBezTo>
                <a:cubicBezTo>
                  <a:pt x="983057" y="86499"/>
                  <a:pt x="984794" y="85493"/>
                  <a:pt x="986576" y="84145"/>
                </a:cubicBezTo>
                <a:cubicBezTo>
                  <a:pt x="988358" y="82797"/>
                  <a:pt x="989958" y="81255"/>
                  <a:pt x="991375" y="79518"/>
                </a:cubicBezTo>
                <a:cubicBezTo>
                  <a:pt x="992791" y="77781"/>
                  <a:pt x="994117" y="75496"/>
                  <a:pt x="995351" y="72663"/>
                </a:cubicBezTo>
                <a:cubicBezTo>
                  <a:pt x="996219" y="70561"/>
                  <a:pt x="997156" y="67133"/>
                  <a:pt x="998161" y="62380"/>
                </a:cubicBezTo>
                <a:lnTo>
                  <a:pt x="1005427" y="27694"/>
                </a:lnTo>
                <a:lnTo>
                  <a:pt x="1025101" y="27694"/>
                </a:lnTo>
                <a:lnTo>
                  <a:pt x="1009883" y="100494"/>
                </a:lnTo>
                <a:lnTo>
                  <a:pt x="991512" y="100494"/>
                </a:lnTo>
                <a:lnTo>
                  <a:pt x="993568" y="90623"/>
                </a:lnTo>
                <a:cubicBezTo>
                  <a:pt x="985525" y="98346"/>
                  <a:pt x="976774" y="102208"/>
                  <a:pt x="967314" y="102208"/>
                </a:cubicBezTo>
                <a:cubicBezTo>
                  <a:pt x="961327" y="102208"/>
                  <a:pt x="956620" y="100494"/>
                  <a:pt x="953192" y="97067"/>
                </a:cubicBezTo>
                <a:cubicBezTo>
                  <a:pt x="949765" y="93639"/>
                  <a:pt x="948051" y="89046"/>
                  <a:pt x="948051" y="83288"/>
                </a:cubicBezTo>
                <a:cubicBezTo>
                  <a:pt x="948051" y="80775"/>
                  <a:pt x="948828" y="75771"/>
                  <a:pt x="950382" y="68276"/>
                </a:cubicBezTo>
                <a:lnTo>
                  <a:pt x="958882" y="27694"/>
                </a:lnTo>
                <a:close/>
                <a:moveTo>
                  <a:pt x="1044068" y="27694"/>
                </a:moveTo>
                <a:lnTo>
                  <a:pt x="1062713" y="27694"/>
                </a:lnTo>
                <a:lnTo>
                  <a:pt x="1061137" y="35166"/>
                </a:lnTo>
                <a:cubicBezTo>
                  <a:pt x="1065113" y="31876"/>
                  <a:pt x="1068837" y="29522"/>
                  <a:pt x="1072310" y="28105"/>
                </a:cubicBezTo>
                <a:cubicBezTo>
                  <a:pt x="1075783" y="26689"/>
                  <a:pt x="1079508" y="25980"/>
                  <a:pt x="1083484" y="25980"/>
                </a:cubicBezTo>
                <a:cubicBezTo>
                  <a:pt x="1091116" y="25980"/>
                  <a:pt x="1097251" y="28608"/>
                  <a:pt x="1101890" y="33864"/>
                </a:cubicBezTo>
                <a:cubicBezTo>
                  <a:pt x="1106528" y="39119"/>
                  <a:pt x="1108847" y="46957"/>
                  <a:pt x="1108847" y="57376"/>
                </a:cubicBezTo>
                <a:cubicBezTo>
                  <a:pt x="1108847" y="70492"/>
                  <a:pt x="1104849" y="81574"/>
                  <a:pt x="1096851" y="90623"/>
                </a:cubicBezTo>
                <a:cubicBezTo>
                  <a:pt x="1089996" y="98346"/>
                  <a:pt x="1081884" y="102208"/>
                  <a:pt x="1072516" y="102208"/>
                </a:cubicBezTo>
                <a:cubicBezTo>
                  <a:pt x="1062873" y="102208"/>
                  <a:pt x="1055584" y="98301"/>
                  <a:pt x="1050649" y="90486"/>
                </a:cubicBezTo>
                <a:lnTo>
                  <a:pt x="1042765" y="128257"/>
                </a:lnTo>
                <a:lnTo>
                  <a:pt x="1023091" y="128257"/>
                </a:lnTo>
                <a:lnTo>
                  <a:pt x="1044068" y="27694"/>
                </a:lnTo>
                <a:moveTo>
                  <a:pt x="1055927" y="69441"/>
                </a:moveTo>
                <a:cubicBezTo>
                  <a:pt x="1055927" y="75108"/>
                  <a:pt x="1057309" y="79506"/>
                  <a:pt x="1060074" y="82637"/>
                </a:cubicBezTo>
                <a:cubicBezTo>
                  <a:pt x="1062839" y="85767"/>
                  <a:pt x="1066095" y="87333"/>
                  <a:pt x="1069843" y="87333"/>
                </a:cubicBezTo>
                <a:cubicBezTo>
                  <a:pt x="1073087" y="87333"/>
                  <a:pt x="1076218" y="86156"/>
                  <a:pt x="1079234" y="83802"/>
                </a:cubicBezTo>
                <a:cubicBezTo>
                  <a:pt x="1082250" y="81449"/>
                  <a:pt x="1084752" y="77541"/>
                  <a:pt x="1086740" y="72080"/>
                </a:cubicBezTo>
                <a:cubicBezTo>
                  <a:pt x="1088728" y="66619"/>
                  <a:pt x="1089722" y="61558"/>
                  <a:pt x="1089722" y="56896"/>
                </a:cubicBezTo>
                <a:cubicBezTo>
                  <a:pt x="1089722" y="51458"/>
                  <a:pt x="1088420" y="47288"/>
                  <a:pt x="1085815" y="44386"/>
                </a:cubicBezTo>
                <a:cubicBezTo>
                  <a:pt x="1083210" y="41484"/>
                  <a:pt x="1079896" y="40033"/>
                  <a:pt x="1075875" y="40033"/>
                </a:cubicBezTo>
                <a:cubicBezTo>
                  <a:pt x="1072127" y="40033"/>
                  <a:pt x="1068711" y="41370"/>
                  <a:pt x="1065627" y="44043"/>
                </a:cubicBezTo>
                <a:cubicBezTo>
                  <a:pt x="1062542" y="46717"/>
                  <a:pt x="1060154" y="50647"/>
                  <a:pt x="1058463" y="55834"/>
                </a:cubicBezTo>
                <a:cubicBezTo>
                  <a:pt x="1056772" y="61021"/>
                  <a:pt x="1055927" y="65557"/>
                  <a:pt x="1055927" y="69441"/>
                </a:cubicBezTo>
                <a:close/>
                <a:moveTo>
                  <a:pt x="1164489" y="73074"/>
                </a:moveTo>
                <a:lnTo>
                  <a:pt x="1183615" y="76159"/>
                </a:lnTo>
                <a:cubicBezTo>
                  <a:pt x="1180461" y="84659"/>
                  <a:pt x="1175800" y="91126"/>
                  <a:pt x="1169630" y="95559"/>
                </a:cubicBezTo>
                <a:cubicBezTo>
                  <a:pt x="1163461" y="99991"/>
                  <a:pt x="1156309" y="102208"/>
                  <a:pt x="1148174" y="102208"/>
                </a:cubicBezTo>
                <a:cubicBezTo>
                  <a:pt x="1138897" y="102208"/>
                  <a:pt x="1131540" y="99443"/>
                  <a:pt x="1126101" y="93913"/>
                </a:cubicBezTo>
                <a:cubicBezTo>
                  <a:pt x="1120663" y="88384"/>
                  <a:pt x="1117944" y="80775"/>
                  <a:pt x="1117944" y="71086"/>
                </a:cubicBezTo>
                <a:cubicBezTo>
                  <a:pt x="1117944" y="63180"/>
                  <a:pt x="1119589" y="55708"/>
                  <a:pt x="1122879" y="48670"/>
                </a:cubicBezTo>
                <a:cubicBezTo>
                  <a:pt x="1126170" y="41633"/>
                  <a:pt x="1131128" y="36092"/>
                  <a:pt x="1137755" y="32047"/>
                </a:cubicBezTo>
                <a:cubicBezTo>
                  <a:pt x="1144381" y="28003"/>
                  <a:pt x="1151648" y="25980"/>
                  <a:pt x="1159554" y="25980"/>
                </a:cubicBezTo>
                <a:cubicBezTo>
                  <a:pt x="1168145" y="25980"/>
                  <a:pt x="1175000" y="28220"/>
                  <a:pt x="1180119" y="32698"/>
                </a:cubicBezTo>
                <a:cubicBezTo>
                  <a:pt x="1185237" y="37177"/>
                  <a:pt x="1188116" y="43072"/>
                  <a:pt x="1188756" y="50384"/>
                </a:cubicBezTo>
                <a:lnTo>
                  <a:pt x="1170042" y="52372"/>
                </a:lnTo>
                <a:cubicBezTo>
                  <a:pt x="1169585" y="48305"/>
                  <a:pt x="1168339" y="45312"/>
                  <a:pt x="1166306" y="43392"/>
                </a:cubicBezTo>
                <a:cubicBezTo>
                  <a:pt x="1164272" y="41473"/>
                  <a:pt x="1161610" y="40513"/>
                  <a:pt x="1158320" y="40513"/>
                </a:cubicBezTo>
                <a:cubicBezTo>
                  <a:pt x="1154527" y="40513"/>
                  <a:pt x="1150985" y="41930"/>
                  <a:pt x="1147695" y="44763"/>
                </a:cubicBezTo>
                <a:cubicBezTo>
                  <a:pt x="1144404" y="47596"/>
                  <a:pt x="1141879" y="51835"/>
                  <a:pt x="1140120" y="57479"/>
                </a:cubicBezTo>
                <a:cubicBezTo>
                  <a:pt x="1138360" y="63123"/>
                  <a:pt x="1137481" y="68413"/>
                  <a:pt x="1137481" y="73348"/>
                </a:cubicBezTo>
                <a:cubicBezTo>
                  <a:pt x="1137481" y="77644"/>
                  <a:pt x="1138532" y="80957"/>
                  <a:pt x="1140634" y="83288"/>
                </a:cubicBezTo>
                <a:cubicBezTo>
                  <a:pt x="1142736" y="85619"/>
                  <a:pt x="1145364" y="86784"/>
                  <a:pt x="1148517" y="86784"/>
                </a:cubicBezTo>
                <a:cubicBezTo>
                  <a:pt x="1151670" y="86784"/>
                  <a:pt x="1154709" y="85642"/>
                  <a:pt x="1157634" y="83357"/>
                </a:cubicBezTo>
                <a:cubicBezTo>
                  <a:pt x="1160559" y="81072"/>
                  <a:pt x="1162844" y="77644"/>
                  <a:pt x="1164489" y="73074"/>
                </a:cubicBezTo>
                <a:close/>
                <a:moveTo>
                  <a:pt x="1220700" y="48328"/>
                </a:moveTo>
                <a:lnTo>
                  <a:pt x="1201506" y="46682"/>
                </a:lnTo>
                <a:cubicBezTo>
                  <a:pt x="1203700" y="40193"/>
                  <a:pt x="1207527" y="35120"/>
                  <a:pt x="1212988" y="31464"/>
                </a:cubicBezTo>
                <a:cubicBezTo>
                  <a:pt x="1218450" y="27808"/>
                  <a:pt x="1225682" y="25980"/>
                  <a:pt x="1234685" y="25980"/>
                </a:cubicBezTo>
                <a:cubicBezTo>
                  <a:pt x="1244053" y="25980"/>
                  <a:pt x="1250977" y="27866"/>
                  <a:pt x="1255455" y="31636"/>
                </a:cubicBezTo>
                <a:cubicBezTo>
                  <a:pt x="1259934" y="35406"/>
                  <a:pt x="1262173" y="40010"/>
                  <a:pt x="1262173" y="45449"/>
                </a:cubicBezTo>
                <a:cubicBezTo>
                  <a:pt x="1262173" y="47642"/>
                  <a:pt x="1261979" y="49973"/>
                  <a:pt x="1261590" y="52441"/>
                </a:cubicBezTo>
                <a:cubicBezTo>
                  <a:pt x="1261202" y="54908"/>
                  <a:pt x="1259842" y="61398"/>
                  <a:pt x="1257512" y="71909"/>
                </a:cubicBezTo>
                <a:cubicBezTo>
                  <a:pt x="1255592" y="80592"/>
                  <a:pt x="1254633" y="86670"/>
                  <a:pt x="1254633" y="90143"/>
                </a:cubicBezTo>
                <a:cubicBezTo>
                  <a:pt x="1254633" y="93251"/>
                  <a:pt x="1255181" y="96701"/>
                  <a:pt x="1256278" y="100494"/>
                </a:cubicBezTo>
                <a:lnTo>
                  <a:pt x="1237152" y="100494"/>
                </a:lnTo>
                <a:cubicBezTo>
                  <a:pt x="1236375" y="97844"/>
                  <a:pt x="1235896" y="95102"/>
                  <a:pt x="1235713" y="92268"/>
                </a:cubicBezTo>
                <a:cubicBezTo>
                  <a:pt x="1232834" y="95467"/>
                  <a:pt x="1229520" y="97924"/>
                  <a:pt x="1225773" y="99637"/>
                </a:cubicBezTo>
                <a:cubicBezTo>
                  <a:pt x="1222026" y="101351"/>
                  <a:pt x="1218255" y="102208"/>
                  <a:pt x="1214462" y="102208"/>
                </a:cubicBezTo>
                <a:cubicBezTo>
                  <a:pt x="1208430" y="102208"/>
                  <a:pt x="1203449" y="100231"/>
                  <a:pt x="1199518" y="96278"/>
                </a:cubicBezTo>
                <a:cubicBezTo>
                  <a:pt x="1195588" y="92325"/>
                  <a:pt x="1193623" y="87241"/>
                  <a:pt x="1193623" y="81026"/>
                </a:cubicBezTo>
                <a:cubicBezTo>
                  <a:pt x="1193623" y="74080"/>
                  <a:pt x="1195782" y="68527"/>
                  <a:pt x="1200101" y="64368"/>
                </a:cubicBezTo>
                <a:cubicBezTo>
                  <a:pt x="1204420" y="60210"/>
                  <a:pt x="1212132" y="57696"/>
                  <a:pt x="1223237" y="56828"/>
                </a:cubicBezTo>
                <a:cubicBezTo>
                  <a:pt x="1232605" y="56051"/>
                  <a:pt x="1238866" y="55114"/>
                  <a:pt x="1242019" y="54017"/>
                </a:cubicBezTo>
                <a:cubicBezTo>
                  <a:pt x="1242842" y="51275"/>
                  <a:pt x="1243253" y="49082"/>
                  <a:pt x="1243253" y="47437"/>
                </a:cubicBezTo>
                <a:cubicBezTo>
                  <a:pt x="1243253" y="45334"/>
                  <a:pt x="1242408" y="43575"/>
                  <a:pt x="1240717" y="42158"/>
                </a:cubicBezTo>
                <a:cubicBezTo>
                  <a:pt x="1239026" y="40742"/>
                  <a:pt x="1236513" y="40033"/>
                  <a:pt x="1233176" y="40033"/>
                </a:cubicBezTo>
                <a:cubicBezTo>
                  <a:pt x="1229658" y="40033"/>
                  <a:pt x="1226881" y="40753"/>
                  <a:pt x="1224848" y="42192"/>
                </a:cubicBezTo>
                <a:cubicBezTo>
                  <a:pt x="1222814" y="43632"/>
                  <a:pt x="1221432" y="45677"/>
                  <a:pt x="1220700" y="48328"/>
                </a:cubicBezTo>
                <a:moveTo>
                  <a:pt x="1239414" y="66562"/>
                </a:moveTo>
                <a:cubicBezTo>
                  <a:pt x="1238226" y="66882"/>
                  <a:pt x="1236650" y="67179"/>
                  <a:pt x="1234685" y="67453"/>
                </a:cubicBezTo>
                <a:cubicBezTo>
                  <a:pt x="1224813" y="68641"/>
                  <a:pt x="1218370" y="70378"/>
                  <a:pt x="1215353" y="72663"/>
                </a:cubicBezTo>
                <a:cubicBezTo>
                  <a:pt x="1213206" y="74308"/>
                  <a:pt x="1212132" y="76525"/>
                  <a:pt x="1212132" y="79312"/>
                </a:cubicBezTo>
                <a:cubicBezTo>
                  <a:pt x="1212132" y="81597"/>
                  <a:pt x="1212954" y="83528"/>
                  <a:pt x="1214599" y="85105"/>
                </a:cubicBezTo>
                <a:cubicBezTo>
                  <a:pt x="1216245" y="86681"/>
                  <a:pt x="1218415" y="87470"/>
                  <a:pt x="1221112" y="87470"/>
                </a:cubicBezTo>
                <a:cubicBezTo>
                  <a:pt x="1224082" y="87470"/>
                  <a:pt x="1226881" y="86750"/>
                  <a:pt x="1229509" y="85310"/>
                </a:cubicBezTo>
                <a:cubicBezTo>
                  <a:pt x="1232137" y="83871"/>
                  <a:pt x="1234102" y="82020"/>
                  <a:pt x="1235404" y="79758"/>
                </a:cubicBezTo>
                <a:cubicBezTo>
                  <a:pt x="1236707" y="77496"/>
                  <a:pt x="1237861" y="73965"/>
                  <a:pt x="1238866" y="69167"/>
                </a:cubicBezTo>
                <a:lnTo>
                  <a:pt x="1239414" y="66562"/>
                </a:lnTo>
                <a:close/>
                <a:moveTo>
                  <a:pt x="1270399" y="100494"/>
                </a:moveTo>
                <a:lnTo>
                  <a:pt x="1291444" y="0"/>
                </a:lnTo>
                <a:lnTo>
                  <a:pt x="1311118" y="0"/>
                </a:lnTo>
                <a:lnTo>
                  <a:pt x="1300150" y="52304"/>
                </a:lnTo>
                <a:lnTo>
                  <a:pt x="1325787" y="27694"/>
                </a:lnTo>
                <a:lnTo>
                  <a:pt x="1351357" y="27694"/>
                </a:lnTo>
                <a:lnTo>
                  <a:pt x="1322086" y="54154"/>
                </a:lnTo>
                <a:lnTo>
                  <a:pt x="1337647" y="100494"/>
                </a:lnTo>
                <a:lnTo>
                  <a:pt x="1317973" y="100494"/>
                </a:lnTo>
                <a:lnTo>
                  <a:pt x="1307965" y="66836"/>
                </a:lnTo>
                <a:lnTo>
                  <a:pt x="1294666" y="78627"/>
                </a:lnTo>
                <a:lnTo>
                  <a:pt x="1290073" y="100494"/>
                </a:lnTo>
                <a:lnTo>
                  <a:pt x="1270399" y="100494"/>
                </a:lnTo>
                <a:close/>
                <a:moveTo>
                  <a:pt x="1419427" y="70195"/>
                </a:moveTo>
                <a:lnTo>
                  <a:pt x="1370071" y="70195"/>
                </a:lnTo>
                <a:cubicBezTo>
                  <a:pt x="1370025" y="70972"/>
                  <a:pt x="1370002" y="71566"/>
                  <a:pt x="1370002" y="71977"/>
                </a:cubicBezTo>
                <a:cubicBezTo>
                  <a:pt x="1370002" y="76822"/>
                  <a:pt x="1371385" y="80729"/>
                  <a:pt x="1374150" y="83699"/>
                </a:cubicBezTo>
                <a:cubicBezTo>
                  <a:pt x="1376914" y="86670"/>
                  <a:pt x="1380285" y="88155"/>
                  <a:pt x="1384261" y="88155"/>
                </a:cubicBezTo>
                <a:cubicBezTo>
                  <a:pt x="1390796" y="88155"/>
                  <a:pt x="1395891" y="84773"/>
                  <a:pt x="1399547" y="78010"/>
                </a:cubicBezTo>
                <a:lnTo>
                  <a:pt x="1417165" y="80957"/>
                </a:lnTo>
                <a:cubicBezTo>
                  <a:pt x="1413737" y="88041"/>
                  <a:pt x="1409156" y="93354"/>
                  <a:pt x="1403420" y="96895"/>
                </a:cubicBezTo>
                <a:cubicBezTo>
                  <a:pt x="1397685" y="100437"/>
                  <a:pt x="1391253" y="102208"/>
                  <a:pt x="1384124" y="102208"/>
                </a:cubicBezTo>
                <a:cubicBezTo>
                  <a:pt x="1374344" y="102208"/>
                  <a:pt x="1366392" y="99112"/>
                  <a:pt x="1360268" y="92919"/>
                </a:cubicBezTo>
                <a:cubicBezTo>
                  <a:pt x="1354144" y="86727"/>
                  <a:pt x="1351083" y="78535"/>
                  <a:pt x="1351083" y="68344"/>
                </a:cubicBezTo>
                <a:cubicBezTo>
                  <a:pt x="1351083" y="58382"/>
                  <a:pt x="1353847" y="49516"/>
                  <a:pt x="1359377" y="41747"/>
                </a:cubicBezTo>
                <a:cubicBezTo>
                  <a:pt x="1366918" y="31236"/>
                  <a:pt x="1377680" y="25980"/>
                  <a:pt x="1391664" y="25980"/>
                </a:cubicBezTo>
                <a:cubicBezTo>
                  <a:pt x="1400576" y="25980"/>
                  <a:pt x="1407659" y="28734"/>
                  <a:pt x="1412915" y="34241"/>
                </a:cubicBezTo>
                <a:cubicBezTo>
                  <a:pt x="1418170" y="39748"/>
                  <a:pt x="1420798" y="47459"/>
                  <a:pt x="1420798" y="57376"/>
                </a:cubicBezTo>
                <a:cubicBezTo>
                  <a:pt x="1420798" y="62129"/>
                  <a:pt x="1420341" y="66402"/>
                  <a:pt x="1419427" y="70195"/>
                </a:cubicBezTo>
                <a:moveTo>
                  <a:pt x="1402838" y="58199"/>
                </a:moveTo>
                <a:cubicBezTo>
                  <a:pt x="1402883" y="57331"/>
                  <a:pt x="1402906" y="56668"/>
                  <a:pt x="1402906" y="56211"/>
                </a:cubicBezTo>
                <a:cubicBezTo>
                  <a:pt x="1402906" y="50818"/>
                  <a:pt x="1401695" y="46774"/>
                  <a:pt x="1399273" y="44078"/>
                </a:cubicBezTo>
                <a:cubicBezTo>
                  <a:pt x="1396851" y="41381"/>
                  <a:pt x="1393606" y="40033"/>
                  <a:pt x="1389539" y="40033"/>
                </a:cubicBezTo>
                <a:cubicBezTo>
                  <a:pt x="1385472" y="40033"/>
                  <a:pt x="1381827" y="41564"/>
                  <a:pt x="1378605" y="44626"/>
                </a:cubicBezTo>
                <a:cubicBezTo>
                  <a:pt x="1375383" y="47688"/>
                  <a:pt x="1373201" y="52212"/>
                  <a:pt x="1372059" y="58199"/>
                </a:cubicBezTo>
                <a:lnTo>
                  <a:pt x="1402838" y="58199"/>
                </a:lnTo>
                <a:close/>
                <a:moveTo>
                  <a:pt x="1430875" y="81506"/>
                </a:moveTo>
                <a:lnTo>
                  <a:pt x="1450343" y="81506"/>
                </a:lnTo>
                <a:lnTo>
                  <a:pt x="1446367" y="100494"/>
                </a:lnTo>
                <a:lnTo>
                  <a:pt x="1426899" y="100494"/>
                </a:lnTo>
                <a:lnTo>
                  <a:pt x="1430875" y="81506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Scene:…Thefirstcabinet,fromlefttoright,">
            <a:extLst xmlns:a="http://schemas.openxmlformats.org/drawingml/2006/main">
              <a:ext uri="{FF2B5EF4-FFF2-40B4-BE49-F238E27FC236}">
                <a16:creationId xmlns:a16="http://schemas.microsoft.com/office/drawing/2014/main" id="{33AB535C-0FFD-4949-B120-3D91C787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909" y="4762393"/>
            <a:ext cx="2735896" cy="131753"/>
          </a:xfrm>
          <a:custGeom xmlns:a="http://schemas.openxmlformats.org/drawingml/2006/main">
            <a:pathLst>
              <a:path w="2735896" h="131753">
                <a:moveTo>
                  <a:pt x="0" y="69510"/>
                </a:moveTo>
                <a:lnTo>
                  <a:pt x="19742" y="67590"/>
                </a:lnTo>
                <a:cubicBezTo>
                  <a:pt x="20931" y="74217"/>
                  <a:pt x="23341" y="79084"/>
                  <a:pt x="26974" y="82191"/>
                </a:cubicBezTo>
                <a:cubicBezTo>
                  <a:pt x="30608" y="85299"/>
                  <a:pt x="35509" y="86853"/>
                  <a:pt x="41678" y="86853"/>
                </a:cubicBezTo>
                <a:cubicBezTo>
                  <a:pt x="48213" y="86853"/>
                  <a:pt x="53138" y="85470"/>
                  <a:pt x="56451" y="82705"/>
                </a:cubicBezTo>
                <a:cubicBezTo>
                  <a:pt x="59764" y="79941"/>
                  <a:pt x="61421" y="76707"/>
                  <a:pt x="61421" y="73006"/>
                </a:cubicBezTo>
                <a:cubicBezTo>
                  <a:pt x="61421" y="70629"/>
                  <a:pt x="60724" y="68607"/>
                  <a:pt x="59330" y="66939"/>
                </a:cubicBezTo>
                <a:cubicBezTo>
                  <a:pt x="57936" y="65271"/>
                  <a:pt x="55503" y="63820"/>
                  <a:pt x="52029" y="62586"/>
                </a:cubicBezTo>
                <a:cubicBezTo>
                  <a:pt x="49653" y="61763"/>
                  <a:pt x="44238" y="60301"/>
                  <a:pt x="35783" y="58199"/>
                </a:cubicBezTo>
                <a:cubicBezTo>
                  <a:pt x="24906" y="55503"/>
                  <a:pt x="17275" y="52189"/>
                  <a:pt x="12887" y="48259"/>
                </a:cubicBezTo>
                <a:cubicBezTo>
                  <a:pt x="6718" y="42729"/>
                  <a:pt x="3633" y="35989"/>
                  <a:pt x="3633" y="28037"/>
                </a:cubicBezTo>
                <a:cubicBezTo>
                  <a:pt x="3633" y="22919"/>
                  <a:pt x="5084" y="18131"/>
                  <a:pt x="7986" y="13676"/>
                </a:cubicBezTo>
                <a:cubicBezTo>
                  <a:pt x="10888" y="9220"/>
                  <a:pt x="15070" y="5827"/>
                  <a:pt x="20531" y="3496"/>
                </a:cubicBezTo>
                <a:cubicBezTo>
                  <a:pt x="25992" y="1165"/>
                  <a:pt x="32584" y="0"/>
                  <a:pt x="40307" y="0"/>
                </a:cubicBezTo>
                <a:cubicBezTo>
                  <a:pt x="52921" y="0"/>
                  <a:pt x="62415" y="2765"/>
                  <a:pt x="68790" y="8295"/>
                </a:cubicBezTo>
                <a:cubicBezTo>
                  <a:pt x="75165" y="13824"/>
                  <a:pt x="78513" y="21205"/>
                  <a:pt x="78832" y="30436"/>
                </a:cubicBezTo>
                <a:lnTo>
                  <a:pt x="58542" y="31327"/>
                </a:lnTo>
                <a:cubicBezTo>
                  <a:pt x="57673" y="26163"/>
                  <a:pt x="55811" y="22450"/>
                  <a:pt x="52955" y="20188"/>
                </a:cubicBezTo>
                <a:cubicBezTo>
                  <a:pt x="50099" y="17926"/>
                  <a:pt x="45814" y="16795"/>
                  <a:pt x="40102" y="16795"/>
                </a:cubicBezTo>
                <a:cubicBezTo>
                  <a:pt x="34206" y="16795"/>
                  <a:pt x="29591" y="18006"/>
                  <a:pt x="26255" y="20428"/>
                </a:cubicBezTo>
                <a:cubicBezTo>
                  <a:pt x="24107" y="21982"/>
                  <a:pt x="23033" y="24061"/>
                  <a:pt x="23033" y="26666"/>
                </a:cubicBezTo>
                <a:cubicBezTo>
                  <a:pt x="23033" y="29042"/>
                  <a:pt x="24038" y="31076"/>
                  <a:pt x="26049" y="32767"/>
                </a:cubicBezTo>
                <a:cubicBezTo>
                  <a:pt x="28608" y="34915"/>
                  <a:pt x="34823" y="37154"/>
                  <a:pt x="44695" y="39485"/>
                </a:cubicBezTo>
                <a:cubicBezTo>
                  <a:pt x="54566" y="41815"/>
                  <a:pt x="61866" y="44226"/>
                  <a:pt x="66596" y="46717"/>
                </a:cubicBezTo>
                <a:cubicBezTo>
                  <a:pt x="71326" y="49207"/>
                  <a:pt x="75028" y="52612"/>
                  <a:pt x="77701" y="56931"/>
                </a:cubicBezTo>
                <a:cubicBezTo>
                  <a:pt x="80375" y="61249"/>
                  <a:pt x="81712" y="66585"/>
                  <a:pt x="81712" y="72937"/>
                </a:cubicBezTo>
                <a:cubicBezTo>
                  <a:pt x="81712" y="78695"/>
                  <a:pt x="80112" y="84088"/>
                  <a:pt x="76913" y="89115"/>
                </a:cubicBezTo>
                <a:cubicBezTo>
                  <a:pt x="73714" y="94142"/>
                  <a:pt x="69190" y="97878"/>
                  <a:pt x="63340" y="100323"/>
                </a:cubicBezTo>
                <a:cubicBezTo>
                  <a:pt x="57491" y="102768"/>
                  <a:pt x="50201" y="103990"/>
                  <a:pt x="41473" y="103990"/>
                </a:cubicBezTo>
                <a:cubicBezTo>
                  <a:pt x="28768" y="103990"/>
                  <a:pt x="19011" y="101054"/>
                  <a:pt x="12202" y="95182"/>
                </a:cubicBezTo>
                <a:cubicBezTo>
                  <a:pt x="5393" y="89309"/>
                  <a:pt x="1325" y="80752"/>
                  <a:pt x="0" y="69510"/>
                </a:cubicBezTo>
                <a:close/>
                <a:moveTo>
                  <a:pt x="162023" y="50933"/>
                </a:moveTo>
                <a:lnTo>
                  <a:pt x="143035" y="54360"/>
                </a:lnTo>
                <a:cubicBezTo>
                  <a:pt x="142395" y="50567"/>
                  <a:pt x="140944" y="47711"/>
                  <a:pt x="138682" y="45791"/>
                </a:cubicBezTo>
                <a:cubicBezTo>
                  <a:pt x="136420" y="43872"/>
                  <a:pt x="133484" y="42912"/>
                  <a:pt x="129873" y="42912"/>
                </a:cubicBezTo>
                <a:cubicBezTo>
                  <a:pt x="125075" y="42912"/>
                  <a:pt x="121248" y="44569"/>
                  <a:pt x="118391" y="47882"/>
                </a:cubicBezTo>
                <a:cubicBezTo>
                  <a:pt x="115535" y="51195"/>
                  <a:pt x="114107" y="56736"/>
                  <a:pt x="114107" y="64505"/>
                </a:cubicBezTo>
                <a:cubicBezTo>
                  <a:pt x="114107" y="73143"/>
                  <a:pt x="115558" y="79244"/>
                  <a:pt x="118460" y="82808"/>
                </a:cubicBezTo>
                <a:cubicBezTo>
                  <a:pt x="121362" y="86373"/>
                  <a:pt x="125258" y="88155"/>
                  <a:pt x="130148" y="88155"/>
                </a:cubicBezTo>
                <a:cubicBezTo>
                  <a:pt x="133804" y="88155"/>
                  <a:pt x="136797" y="87116"/>
                  <a:pt x="139128" y="85036"/>
                </a:cubicBezTo>
                <a:cubicBezTo>
                  <a:pt x="141458" y="82957"/>
                  <a:pt x="143104" y="79381"/>
                  <a:pt x="144063" y="74308"/>
                </a:cubicBezTo>
                <a:lnTo>
                  <a:pt x="162983" y="77530"/>
                </a:lnTo>
                <a:cubicBezTo>
                  <a:pt x="161018" y="86213"/>
                  <a:pt x="157248" y="92771"/>
                  <a:pt x="151672" y="97204"/>
                </a:cubicBezTo>
                <a:cubicBezTo>
                  <a:pt x="146097" y="101637"/>
                  <a:pt x="138625" y="103853"/>
                  <a:pt x="129256" y="103853"/>
                </a:cubicBezTo>
                <a:cubicBezTo>
                  <a:pt x="118608" y="103853"/>
                  <a:pt x="110120" y="100494"/>
                  <a:pt x="103790" y="93776"/>
                </a:cubicBezTo>
                <a:cubicBezTo>
                  <a:pt x="97461" y="87058"/>
                  <a:pt x="94296" y="77758"/>
                  <a:pt x="94296" y="65876"/>
                </a:cubicBezTo>
                <a:cubicBezTo>
                  <a:pt x="94296" y="53857"/>
                  <a:pt x="97472" y="44500"/>
                  <a:pt x="103824" y="37805"/>
                </a:cubicBezTo>
                <a:cubicBezTo>
                  <a:pt x="110177" y="31110"/>
                  <a:pt x="118768" y="27763"/>
                  <a:pt x="129599" y="27763"/>
                </a:cubicBezTo>
                <a:cubicBezTo>
                  <a:pt x="138465" y="27763"/>
                  <a:pt x="145514" y="29671"/>
                  <a:pt x="150747" y="33487"/>
                </a:cubicBezTo>
                <a:cubicBezTo>
                  <a:pt x="155980" y="37303"/>
                  <a:pt x="159738" y="43118"/>
                  <a:pt x="162023" y="50933"/>
                </a:cubicBezTo>
                <a:close/>
                <a:moveTo>
                  <a:pt x="218522" y="79038"/>
                </a:moveTo>
                <a:lnTo>
                  <a:pt x="237716" y="82260"/>
                </a:lnTo>
                <a:cubicBezTo>
                  <a:pt x="235249" y="89298"/>
                  <a:pt x="231353" y="94656"/>
                  <a:pt x="226029" y="98335"/>
                </a:cubicBezTo>
                <a:cubicBezTo>
                  <a:pt x="220705" y="102014"/>
                  <a:pt x="214044" y="103853"/>
                  <a:pt x="206046" y="103853"/>
                </a:cubicBezTo>
                <a:cubicBezTo>
                  <a:pt x="193387" y="103853"/>
                  <a:pt x="184019" y="99717"/>
                  <a:pt x="177941" y="91446"/>
                </a:cubicBezTo>
                <a:cubicBezTo>
                  <a:pt x="173142" y="84819"/>
                  <a:pt x="170743" y="76456"/>
                  <a:pt x="170743" y="66356"/>
                </a:cubicBezTo>
                <a:cubicBezTo>
                  <a:pt x="170743" y="54292"/>
                  <a:pt x="173896" y="44843"/>
                  <a:pt x="180203" y="38011"/>
                </a:cubicBezTo>
                <a:cubicBezTo>
                  <a:pt x="186510" y="31179"/>
                  <a:pt x="194484" y="27763"/>
                  <a:pt x="204127" y="27763"/>
                </a:cubicBezTo>
                <a:cubicBezTo>
                  <a:pt x="214958" y="27763"/>
                  <a:pt x="223504" y="31339"/>
                  <a:pt x="229765" y="38491"/>
                </a:cubicBezTo>
                <a:cubicBezTo>
                  <a:pt x="236025" y="45643"/>
                  <a:pt x="239019" y="56599"/>
                  <a:pt x="238745" y="71360"/>
                </a:cubicBezTo>
                <a:lnTo>
                  <a:pt x="190485" y="71360"/>
                </a:lnTo>
                <a:cubicBezTo>
                  <a:pt x="190623" y="77073"/>
                  <a:pt x="192176" y="81517"/>
                  <a:pt x="195147" y="84693"/>
                </a:cubicBezTo>
                <a:cubicBezTo>
                  <a:pt x="198117" y="87870"/>
                  <a:pt x="201819" y="89458"/>
                  <a:pt x="206252" y="89458"/>
                </a:cubicBezTo>
                <a:cubicBezTo>
                  <a:pt x="209268" y="89458"/>
                  <a:pt x="211804" y="88635"/>
                  <a:pt x="213861" y="86990"/>
                </a:cubicBezTo>
                <a:cubicBezTo>
                  <a:pt x="215917" y="85345"/>
                  <a:pt x="217471" y="82694"/>
                  <a:pt x="218522" y="79038"/>
                </a:cubicBezTo>
                <a:moveTo>
                  <a:pt x="219619" y="59570"/>
                </a:moveTo>
                <a:cubicBezTo>
                  <a:pt x="219482" y="53994"/>
                  <a:pt x="218042" y="49756"/>
                  <a:pt x="215300" y="46854"/>
                </a:cubicBezTo>
                <a:cubicBezTo>
                  <a:pt x="212558" y="43952"/>
                  <a:pt x="209222" y="42501"/>
                  <a:pt x="205292" y="42501"/>
                </a:cubicBezTo>
                <a:cubicBezTo>
                  <a:pt x="201088" y="42501"/>
                  <a:pt x="197615" y="44032"/>
                  <a:pt x="194873" y="47094"/>
                </a:cubicBezTo>
                <a:cubicBezTo>
                  <a:pt x="192131" y="50156"/>
                  <a:pt x="190782" y="54314"/>
                  <a:pt x="190828" y="59570"/>
                </a:cubicBezTo>
                <a:lnTo>
                  <a:pt x="219619" y="59570"/>
                </a:lnTo>
                <a:close/>
                <a:moveTo>
                  <a:pt x="320402" y="102208"/>
                </a:moveTo>
                <a:lnTo>
                  <a:pt x="301140" y="102208"/>
                </a:lnTo>
                <a:lnTo>
                  <a:pt x="301140" y="65054"/>
                </a:lnTo>
                <a:cubicBezTo>
                  <a:pt x="301140" y="57193"/>
                  <a:pt x="300728" y="52109"/>
                  <a:pt x="299906" y="49802"/>
                </a:cubicBezTo>
                <a:cubicBezTo>
                  <a:pt x="299083" y="47494"/>
                  <a:pt x="297746" y="45700"/>
                  <a:pt x="295896" y="44420"/>
                </a:cubicBezTo>
                <a:cubicBezTo>
                  <a:pt x="294045" y="43141"/>
                  <a:pt x="291817" y="42501"/>
                  <a:pt x="289212" y="42501"/>
                </a:cubicBezTo>
                <a:cubicBezTo>
                  <a:pt x="285876" y="42501"/>
                  <a:pt x="282883" y="43415"/>
                  <a:pt x="280232" y="45243"/>
                </a:cubicBezTo>
                <a:cubicBezTo>
                  <a:pt x="277581" y="47071"/>
                  <a:pt x="275765" y="49493"/>
                  <a:pt x="274782" y="52509"/>
                </a:cubicBezTo>
                <a:cubicBezTo>
                  <a:pt x="273800" y="55525"/>
                  <a:pt x="273308" y="61101"/>
                  <a:pt x="273308" y="69235"/>
                </a:cubicBezTo>
                <a:lnTo>
                  <a:pt x="273308" y="102208"/>
                </a:lnTo>
                <a:lnTo>
                  <a:pt x="254046" y="102208"/>
                </a:lnTo>
                <a:lnTo>
                  <a:pt x="254046" y="29408"/>
                </a:lnTo>
                <a:lnTo>
                  <a:pt x="271937" y="29408"/>
                </a:lnTo>
                <a:lnTo>
                  <a:pt x="271937" y="40102"/>
                </a:lnTo>
                <a:cubicBezTo>
                  <a:pt x="278290" y="31876"/>
                  <a:pt x="286287" y="27763"/>
                  <a:pt x="295930" y="27763"/>
                </a:cubicBezTo>
                <a:cubicBezTo>
                  <a:pt x="300180" y="27763"/>
                  <a:pt x="304065" y="28528"/>
                  <a:pt x="307583" y="30059"/>
                </a:cubicBezTo>
                <a:cubicBezTo>
                  <a:pt x="311102" y="31590"/>
                  <a:pt x="313764" y="33544"/>
                  <a:pt x="315569" y="35920"/>
                </a:cubicBezTo>
                <a:cubicBezTo>
                  <a:pt x="317375" y="38297"/>
                  <a:pt x="318631" y="40993"/>
                  <a:pt x="319340" y="44009"/>
                </a:cubicBezTo>
                <a:cubicBezTo>
                  <a:pt x="320048" y="47025"/>
                  <a:pt x="320402" y="51344"/>
                  <a:pt x="320402" y="56965"/>
                </a:cubicBezTo>
                <a:lnTo>
                  <a:pt x="320402" y="102208"/>
                </a:lnTo>
                <a:close/>
                <a:moveTo>
                  <a:pt x="382021" y="79038"/>
                </a:moveTo>
                <a:lnTo>
                  <a:pt x="401215" y="82260"/>
                </a:lnTo>
                <a:cubicBezTo>
                  <a:pt x="398748" y="89298"/>
                  <a:pt x="394852" y="94656"/>
                  <a:pt x="389528" y="98335"/>
                </a:cubicBezTo>
                <a:cubicBezTo>
                  <a:pt x="384204" y="102014"/>
                  <a:pt x="377543" y="103853"/>
                  <a:pt x="369545" y="103853"/>
                </a:cubicBezTo>
                <a:cubicBezTo>
                  <a:pt x="356886" y="103853"/>
                  <a:pt x="347518" y="99717"/>
                  <a:pt x="341440" y="91446"/>
                </a:cubicBezTo>
                <a:cubicBezTo>
                  <a:pt x="336641" y="84819"/>
                  <a:pt x="334242" y="76456"/>
                  <a:pt x="334242" y="66356"/>
                </a:cubicBezTo>
                <a:cubicBezTo>
                  <a:pt x="334242" y="54292"/>
                  <a:pt x="337395" y="44843"/>
                  <a:pt x="343702" y="38011"/>
                </a:cubicBezTo>
                <a:cubicBezTo>
                  <a:pt x="350009" y="31179"/>
                  <a:pt x="357983" y="27763"/>
                  <a:pt x="367626" y="27763"/>
                </a:cubicBezTo>
                <a:cubicBezTo>
                  <a:pt x="378457" y="27763"/>
                  <a:pt x="387003" y="31339"/>
                  <a:pt x="393264" y="38491"/>
                </a:cubicBezTo>
                <a:cubicBezTo>
                  <a:pt x="399524" y="45643"/>
                  <a:pt x="402518" y="56599"/>
                  <a:pt x="402244" y="71360"/>
                </a:cubicBezTo>
                <a:lnTo>
                  <a:pt x="353984" y="71360"/>
                </a:lnTo>
                <a:cubicBezTo>
                  <a:pt x="354122" y="77073"/>
                  <a:pt x="355675" y="81517"/>
                  <a:pt x="358646" y="84693"/>
                </a:cubicBezTo>
                <a:cubicBezTo>
                  <a:pt x="361616" y="87870"/>
                  <a:pt x="365318" y="89458"/>
                  <a:pt x="369751" y="89458"/>
                </a:cubicBezTo>
                <a:cubicBezTo>
                  <a:pt x="372767" y="89458"/>
                  <a:pt x="375303" y="88635"/>
                  <a:pt x="377360" y="86990"/>
                </a:cubicBezTo>
                <a:cubicBezTo>
                  <a:pt x="379416" y="85345"/>
                  <a:pt x="380970" y="82694"/>
                  <a:pt x="382021" y="79038"/>
                </a:cubicBezTo>
                <a:moveTo>
                  <a:pt x="383118" y="59570"/>
                </a:moveTo>
                <a:cubicBezTo>
                  <a:pt x="382981" y="53994"/>
                  <a:pt x="381541" y="49756"/>
                  <a:pt x="378799" y="46854"/>
                </a:cubicBezTo>
                <a:cubicBezTo>
                  <a:pt x="376058" y="43952"/>
                  <a:pt x="372721" y="42501"/>
                  <a:pt x="368791" y="42501"/>
                </a:cubicBezTo>
                <a:cubicBezTo>
                  <a:pt x="364587" y="42501"/>
                  <a:pt x="361114" y="44032"/>
                  <a:pt x="358372" y="47094"/>
                </a:cubicBezTo>
                <a:cubicBezTo>
                  <a:pt x="355630" y="50156"/>
                  <a:pt x="354281" y="54314"/>
                  <a:pt x="354327" y="59570"/>
                </a:cubicBezTo>
                <a:lnTo>
                  <a:pt x="383118" y="59570"/>
                </a:lnTo>
                <a:close/>
                <a:moveTo>
                  <a:pt x="421383" y="48670"/>
                </a:moveTo>
                <a:lnTo>
                  <a:pt x="421383" y="29408"/>
                </a:lnTo>
                <a:lnTo>
                  <a:pt x="440645" y="29408"/>
                </a:lnTo>
                <a:lnTo>
                  <a:pt x="440645" y="48670"/>
                </a:lnTo>
                <a:lnTo>
                  <a:pt x="421383" y="48670"/>
                </a:lnTo>
                <a:moveTo>
                  <a:pt x="421383" y="102208"/>
                </a:moveTo>
                <a:lnTo>
                  <a:pt x="421383" y="82945"/>
                </a:lnTo>
                <a:lnTo>
                  <a:pt x="440645" y="82945"/>
                </a:lnTo>
                <a:lnTo>
                  <a:pt x="440645" y="102208"/>
                </a:lnTo>
                <a:lnTo>
                  <a:pt x="421383" y="102208"/>
                </a:lnTo>
                <a:close/>
                <a:moveTo>
                  <a:pt x="508764" y="102208"/>
                </a:moveTo>
                <a:lnTo>
                  <a:pt x="508764" y="88155"/>
                </a:lnTo>
                <a:lnTo>
                  <a:pt x="522817" y="88155"/>
                </a:lnTo>
                <a:lnTo>
                  <a:pt x="522817" y="102208"/>
                </a:lnTo>
                <a:lnTo>
                  <a:pt x="508764" y="102208"/>
                </a:lnTo>
                <a:moveTo>
                  <a:pt x="555584" y="102208"/>
                </a:moveTo>
                <a:lnTo>
                  <a:pt x="555584" y="88155"/>
                </a:lnTo>
                <a:lnTo>
                  <a:pt x="569636" y="88155"/>
                </a:lnTo>
                <a:lnTo>
                  <a:pt x="569636" y="102208"/>
                </a:lnTo>
                <a:lnTo>
                  <a:pt x="555584" y="102208"/>
                </a:lnTo>
                <a:moveTo>
                  <a:pt x="602335" y="102208"/>
                </a:moveTo>
                <a:lnTo>
                  <a:pt x="602335" y="88155"/>
                </a:lnTo>
                <a:lnTo>
                  <a:pt x="616456" y="88155"/>
                </a:lnTo>
                <a:lnTo>
                  <a:pt x="616456" y="102208"/>
                </a:lnTo>
                <a:lnTo>
                  <a:pt x="602335" y="102208"/>
                </a:lnTo>
                <a:close/>
                <a:moveTo>
                  <a:pt x="704661" y="102208"/>
                </a:moveTo>
                <a:lnTo>
                  <a:pt x="704661" y="13573"/>
                </a:lnTo>
                <a:lnTo>
                  <a:pt x="671552" y="13573"/>
                </a:lnTo>
                <a:lnTo>
                  <a:pt x="671552" y="1714"/>
                </a:lnTo>
                <a:lnTo>
                  <a:pt x="751207" y="1714"/>
                </a:lnTo>
                <a:lnTo>
                  <a:pt x="751207" y="13573"/>
                </a:lnTo>
                <a:lnTo>
                  <a:pt x="717960" y="13573"/>
                </a:lnTo>
                <a:lnTo>
                  <a:pt x="717960" y="102208"/>
                </a:lnTo>
                <a:lnTo>
                  <a:pt x="704661" y="102208"/>
                </a:lnTo>
                <a:close/>
                <a:moveTo>
                  <a:pt x="763210" y="102208"/>
                </a:moveTo>
                <a:lnTo>
                  <a:pt x="763210" y="1714"/>
                </a:lnTo>
                <a:lnTo>
                  <a:pt x="775549" y="1714"/>
                </a:lnTo>
                <a:lnTo>
                  <a:pt x="775549" y="37771"/>
                </a:lnTo>
                <a:cubicBezTo>
                  <a:pt x="781307" y="31099"/>
                  <a:pt x="788574" y="27763"/>
                  <a:pt x="797348" y="27763"/>
                </a:cubicBezTo>
                <a:cubicBezTo>
                  <a:pt x="802741" y="27763"/>
                  <a:pt x="807425" y="28825"/>
                  <a:pt x="811401" y="30950"/>
                </a:cubicBezTo>
                <a:cubicBezTo>
                  <a:pt x="815377" y="33075"/>
                  <a:pt x="818221" y="36012"/>
                  <a:pt x="819935" y="39759"/>
                </a:cubicBezTo>
                <a:cubicBezTo>
                  <a:pt x="821649" y="43506"/>
                  <a:pt x="822506" y="48945"/>
                  <a:pt x="822506" y="56074"/>
                </a:cubicBezTo>
                <a:lnTo>
                  <a:pt x="822506" y="102208"/>
                </a:lnTo>
                <a:lnTo>
                  <a:pt x="810167" y="102208"/>
                </a:lnTo>
                <a:lnTo>
                  <a:pt x="810167" y="56074"/>
                </a:lnTo>
                <a:cubicBezTo>
                  <a:pt x="810167" y="49904"/>
                  <a:pt x="808830" y="45414"/>
                  <a:pt x="806157" y="42604"/>
                </a:cubicBezTo>
                <a:cubicBezTo>
                  <a:pt x="803483" y="39793"/>
                  <a:pt x="799702" y="38388"/>
                  <a:pt x="794812" y="38388"/>
                </a:cubicBezTo>
                <a:cubicBezTo>
                  <a:pt x="791156" y="38388"/>
                  <a:pt x="787717" y="39336"/>
                  <a:pt x="784495" y="41233"/>
                </a:cubicBezTo>
                <a:cubicBezTo>
                  <a:pt x="781273" y="43129"/>
                  <a:pt x="778977" y="45700"/>
                  <a:pt x="777606" y="48945"/>
                </a:cubicBezTo>
                <a:cubicBezTo>
                  <a:pt x="776235" y="52189"/>
                  <a:pt x="775549" y="56668"/>
                  <a:pt x="775549" y="62380"/>
                </a:cubicBezTo>
                <a:lnTo>
                  <a:pt x="775549" y="102208"/>
                </a:lnTo>
                <a:lnTo>
                  <a:pt x="763210" y="102208"/>
                </a:lnTo>
                <a:close/>
                <a:moveTo>
                  <a:pt x="890878" y="78764"/>
                </a:moveTo>
                <a:lnTo>
                  <a:pt x="903629" y="80341"/>
                </a:lnTo>
                <a:cubicBezTo>
                  <a:pt x="901618" y="87790"/>
                  <a:pt x="897893" y="93571"/>
                  <a:pt x="892455" y="97684"/>
                </a:cubicBezTo>
                <a:cubicBezTo>
                  <a:pt x="887017" y="101797"/>
                  <a:pt x="880070" y="103853"/>
                  <a:pt x="871616" y="103853"/>
                </a:cubicBezTo>
                <a:cubicBezTo>
                  <a:pt x="860968" y="103853"/>
                  <a:pt x="852525" y="100574"/>
                  <a:pt x="846286" y="94016"/>
                </a:cubicBezTo>
                <a:cubicBezTo>
                  <a:pt x="840048" y="87458"/>
                  <a:pt x="836929" y="78261"/>
                  <a:pt x="836929" y="66425"/>
                </a:cubicBezTo>
                <a:cubicBezTo>
                  <a:pt x="836929" y="54177"/>
                  <a:pt x="840083" y="44672"/>
                  <a:pt x="846389" y="37908"/>
                </a:cubicBezTo>
                <a:cubicBezTo>
                  <a:pt x="852696" y="31145"/>
                  <a:pt x="860876" y="27763"/>
                  <a:pt x="870930" y="27763"/>
                </a:cubicBezTo>
                <a:cubicBezTo>
                  <a:pt x="880664" y="27763"/>
                  <a:pt x="888616" y="31076"/>
                  <a:pt x="894786" y="37702"/>
                </a:cubicBezTo>
                <a:cubicBezTo>
                  <a:pt x="900955" y="44329"/>
                  <a:pt x="904040" y="53652"/>
                  <a:pt x="904040" y="65671"/>
                </a:cubicBezTo>
                <a:cubicBezTo>
                  <a:pt x="904040" y="66402"/>
                  <a:pt x="904017" y="67499"/>
                  <a:pt x="903971" y="68961"/>
                </a:cubicBezTo>
                <a:lnTo>
                  <a:pt x="849680" y="68961"/>
                </a:lnTo>
                <a:cubicBezTo>
                  <a:pt x="850137" y="76959"/>
                  <a:pt x="852399" y="83083"/>
                  <a:pt x="856466" y="87333"/>
                </a:cubicBezTo>
                <a:cubicBezTo>
                  <a:pt x="860533" y="91583"/>
                  <a:pt x="865606" y="93708"/>
                  <a:pt x="871684" y="93708"/>
                </a:cubicBezTo>
                <a:cubicBezTo>
                  <a:pt x="876209" y="93708"/>
                  <a:pt x="880070" y="92520"/>
                  <a:pt x="883269" y="90143"/>
                </a:cubicBezTo>
                <a:cubicBezTo>
                  <a:pt x="886468" y="87767"/>
                  <a:pt x="889005" y="83974"/>
                  <a:pt x="890878" y="78764"/>
                </a:cubicBezTo>
                <a:moveTo>
                  <a:pt x="850365" y="58816"/>
                </a:moveTo>
                <a:lnTo>
                  <a:pt x="891015" y="58816"/>
                </a:lnTo>
                <a:cubicBezTo>
                  <a:pt x="890467" y="52692"/>
                  <a:pt x="888913" y="48099"/>
                  <a:pt x="886354" y="45037"/>
                </a:cubicBezTo>
                <a:cubicBezTo>
                  <a:pt x="882424" y="40285"/>
                  <a:pt x="877328" y="37908"/>
                  <a:pt x="871067" y="37908"/>
                </a:cubicBezTo>
                <a:cubicBezTo>
                  <a:pt x="865401" y="37908"/>
                  <a:pt x="860636" y="39805"/>
                  <a:pt x="856775" y="43598"/>
                </a:cubicBezTo>
                <a:cubicBezTo>
                  <a:pt x="852913" y="47391"/>
                  <a:pt x="850777" y="52464"/>
                  <a:pt x="850365" y="58816"/>
                </a:cubicBezTo>
                <a:close/>
                <a:moveTo>
                  <a:pt x="960345" y="102208"/>
                </a:moveTo>
                <a:lnTo>
                  <a:pt x="960345" y="39005"/>
                </a:lnTo>
                <a:lnTo>
                  <a:pt x="949446" y="39005"/>
                </a:lnTo>
                <a:lnTo>
                  <a:pt x="949446" y="29408"/>
                </a:lnTo>
                <a:lnTo>
                  <a:pt x="960345" y="29408"/>
                </a:lnTo>
                <a:lnTo>
                  <a:pt x="960345" y="21662"/>
                </a:lnTo>
                <a:cubicBezTo>
                  <a:pt x="960345" y="16772"/>
                  <a:pt x="960780" y="13139"/>
                  <a:pt x="961648" y="10762"/>
                </a:cubicBezTo>
                <a:cubicBezTo>
                  <a:pt x="962836" y="7563"/>
                  <a:pt x="964927" y="4970"/>
                  <a:pt x="967920" y="2982"/>
                </a:cubicBezTo>
                <a:cubicBezTo>
                  <a:pt x="970914" y="994"/>
                  <a:pt x="975107" y="0"/>
                  <a:pt x="980499" y="0"/>
                </a:cubicBezTo>
                <a:cubicBezTo>
                  <a:pt x="983972" y="0"/>
                  <a:pt x="987811" y="411"/>
                  <a:pt x="992016" y="1234"/>
                </a:cubicBezTo>
                <a:lnTo>
                  <a:pt x="990165" y="11996"/>
                </a:lnTo>
                <a:cubicBezTo>
                  <a:pt x="987605" y="11539"/>
                  <a:pt x="985183" y="11311"/>
                  <a:pt x="982898" y="11311"/>
                </a:cubicBezTo>
                <a:cubicBezTo>
                  <a:pt x="979151" y="11311"/>
                  <a:pt x="976500" y="12110"/>
                  <a:pt x="974947" y="13710"/>
                </a:cubicBezTo>
                <a:cubicBezTo>
                  <a:pt x="973393" y="15309"/>
                  <a:pt x="972616" y="18303"/>
                  <a:pt x="972616" y="22690"/>
                </a:cubicBezTo>
                <a:lnTo>
                  <a:pt x="972616" y="29408"/>
                </a:lnTo>
                <a:lnTo>
                  <a:pt x="986806" y="29408"/>
                </a:lnTo>
                <a:lnTo>
                  <a:pt x="986806" y="39005"/>
                </a:lnTo>
                <a:lnTo>
                  <a:pt x="972616" y="39005"/>
                </a:lnTo>
                <a:lnTo>
                  <a:pt x="972616" y="102208"/>
                </a:lnTo>
                <a:lnTo>
                  <a:pt x="960345" y="102208"/>
                </a:lnTo>
                <a:close/>
                <a:moveTo>
                  <a:pt x="995990" y="15904"/>
                </a:moveTo>
                <a:lnTo>
                  <a:pt x="995990" y="1714"/>
                </a:lnTo>
                <a:lnTo>
                  <a:pt x="1008329" y="1714"/>
                </a:lnTo>
                <a:lnTo>
                  <a:pt x="1008329" y="15904"/>
                </a:lnTo>
                <a:lnTo>
                  <a:pt x="995990" y="15904"/>
                </a:lnTo>
                <a:moveTo>
                  <a:pt x="995990" y="102208"/>
                </a:moveTo>
                <a:lnTo>
                  <a:pt x="995990" y="29408"/>
                </a:lnTo>
                <a:lnTo>
                  <a:pt x="1008329" y="29408"/>
                </a:lnTo>
                <a:lnTo>
                  <a:pt x="1008329" y="102208"/>
                </a:lnTo>
                <a:lnTo>
                  <a:pt x="995990" y="102208"/>
                </a:lnTo>
                <a:close/>
                <a:moveTo>
                  <a:pt x="1027287" y="102208"/>
                </a:moveTo>
                <a:lnTo>
                  <a:pt x="1027287" y="29408"/>
                </a:lnTo>
                <a:lnTo>
                  <a:pt x="1038392" y="29408"/>
                </a:lnTo>
                <a:lnTo>
                  <a:pt x="1038392" y="40444"/>
                </a:lnTo>
                <a:cubicBezTo>
                  <a:pt x="1041226" y="35280"/>
                  <a:pt x="1043842" y="31876"/>
                  <a:pt x="1046241" y="30231"/>
                </a:cubicBezTo>
                <a:cubicBezTo>
                  <a:pt x="1048640" y="28585"/>
                  <a:pt x="1051280" y="27763"/>
                  <a:pt x="1054159" y="27763"/>
                </a:cubicBezTo>
                <a:cubicBezTo>
                  <a:pt x="1058317" y="27763"/>
                  <a:pt x="1062545" y="29088"/>
                  <a:pt x="1066841" y="31739"/>
                </a:cubicBezTo>
                <a:lnTo>
                  <a:pt x="1062590" y="43186"/>
                </a:lnTo>
                <a:cubicBezTo>
                  <a:pt x="1059574" y="41404"/>
                  <a:pt x="1056558" y="40513"/>
                  <a:pt x="1053542" y="40513"/>
                </a:cubicBezTo>
                <a:cubicBezTo>
                  <a:pt x="1050846" y="40513"/>
                  <a:pt x="1048423" y="41324"/>
                  <a:pt x="1046276" y="42947"/>
                </a:cubicBezTo>
                <a:cubicBezTo>
                  <a:pt x="1044128" y="44569"/>
                  <a:pt x="1042597" y="46820"/>
                  <a:pt x="1041683" y="49699"/>
                </a:cubicBezTo>
                <a:cubicBezTo>
                  <a:pt x="1040312" y="54086"/>
                  <a:pt x="1039626" y="58884"/>
                  <a:pt x="1039626" y="64094"/>
                </a:cubicBezTo>
                <a:lnTo>
                  <a:pt x="1039626" y="102208"/>
                </a:lnTo>
                <a:lnTo>
                  <a:pt x="1027287" y="102208"/>
                </a:lnTo>
                <a:close/>
                <a:moveTo>
                  <a:pt x="1068874" y="80478"/>
                </a:moveTo>
                <a:lnTo>
                  <a:pt x="1081076" y="78558"/>
                </a:lnTo>
                <a:cubicBezTo>
                  <a:pt x="1081762" y="83448"/>
                  <a:pt x="1083670" y="87196"/>
                  <a:pt x="1086800" y="89800"/>
                </a:cubicBezTo>
                <a:cubicBezTo>
                  <a:pt x="1089931" y="92405"/>
                  <a:pt x="1094307" y="93708"/>
                  <a:pt x="1099928" y="93708"/>
                </a:cubicBezTo>
                <a:cubicBezTo>
                  <a:pt x="1105594" y="93708"/>
                  <a:pt x="1109799" y="92554"/>
                  <a:pt x="1112541" y="90246"/>
                </a:cubicBezTo>
                <a:cubicBezTo>
                  <a:pt x="1115283" y="87938"/>
                  <a:pt x="1116654" y="85230"/>
                  <a:pt x="1116654" y="82123"/>
                </a:cubicBezTo>
                <a:cubicBezTo>
                  <a:pt x="1116654" y="79335"/>
                  <a:pt x="1115443" y="77142"/>
                  <a:pt x="1113021" y="75542"/>
                </a:cubicBezTo>
                <a:cubicBezTo>
                  <a:pt x="1111330" y="74445"/>
                  <a:pt x="1107125" y="73051"/>
                  <a:pt x="1100407" y="71360"/>
                </a:cubicBezTo>
                <a:cubicBezTo>
                  <a:pt x="1091359" y="69075"/>
                  <a:pt x="1085087" y="67099"/>
                  <a:pt x="1081591" y="65431"/>
                </a:cubicBezTo>
                <a:cubicBezTo>
                  <a:pt x="1078094" y="63763"/>
                  <a:pt x="1075444" y="61455"/>
                  <a:pt x="1073639" y="58507"/>
                </a:cubicBezTo>
                <a:cubicBezTo>
                  <a:pt x="1071834" y="55560"/>
                  <a:pt x="1070931" y="52304"/>
                  <a:pt x="1070931" y="48739"/>
                </a:cubicBezTo>
                <a:cubicBezTo>
                  <a:pt x="1070931" y="45494"/>
                  <a:pt x="1071674" y="42490"/>
                  <a:pt x="1073159" y="39725"/>
                </a:cubicBezTo>
                <a:cubicBezTo>
                  <a:pt x="1074644" y="36960"/>
                  <a:pt x="1076666" y="34663"/>
                  <a:pt x="1079226" y="32835"/>
                </a:cubicBezTo>
                <a:cubicBezTo>
                  <a:pt x="1081145" y="31419"/>
                  <a:pt x="1083761" y="30219"/>
                  <a:pt x="1087074" y="29237"/>
                </a:cubicBezTo>
                <a:cubicBezTo>
                  <a:pt x="1090388" y="28254"/>
                  <a:pt x="1093941" y="27763"/>
                  <a:pt x="1097734" y="27763"/>
                </a:cubicBezTo>
                <a:cubicBezTo>
                  <a:pt x="1103447" y="27763"/>
                  <a:pt x="1108462" y="28585"/>
                  <a:pt x="1112781" y="30231"/>
                </a:cubicBezTo>
                <a:cubicBezTo>
                  <a:pt x="1117099" y="31876"/>
                  <a:pt x="1120287" y="34104"/>
                  <a:pt x="1122343" y="36914"/>
                </a:cubicBezTo>
                <a:cubicBezTo>
                  <a:pt x="1124400" y="39725"/>
                  <a:pt x="1125817" y="43484"/>
                  <a:pt x="1126594" y="48191"/>
                </a:cubicBezTo>
                <a:lnTo>
                  <a:pt x="1114529" y="49836"/>
                </a:lnTo>
                <a:cubicBezTo>
                  <a:pt x="1113980" y="46088"/>
                  <a:pt x="1112392" y="43164"/>
                  <a:pt x="1109765" y="41061"/>
                </a:cubicBezTo>
                <a:cubicBezTo>
                  <a:pt x="1107137" y="38959"/>
                  <a:pt x="1103424" y="37908"/>
                  <a:pt x="1098625" y="37908"/>
                </a:cubicBezTo>
                <a:cubicBezTo>
                  <a:pt x="1092958" y="37908"/>
                  <a:pt x="1088914" y="38845"/>
                  <a:pt x="1086492" y="40719"/>
                </a:cubicBezTo>
                <a:cubicBezTo>
                  <a:pt x="1084070" y="42592"/>
                  <a:pt x="1082859" y="44786"/>
                  <a:pt x="1082859" y="47299"/>
                </a:cubicBezTo>
                <a:cubicBezTo>
                  <a:pt x="1082859" y="48899"/>
                  <a:pt x="1083361" y="50338"/>
                  <a:pt x="1084367" y="51618"/>
                </a:cubicBezTo>
                <a:cubicBezTo>
                  <a:pt x="1085372" y="52943"/>
                  <a:pt x="1086949" y="54040"/>
                  <a:pt x="1089097" y="54908"/>
                </a:cubicBezTo>
                <a:cubicBezTo>
                  <a:pt x="1090331" y="55365"/>
                  <a:pt x="1093964" y="56417"/>
                  <a:pt x="1099996" y="58062"/>
                </a:cubicBezTo>
                <a:cubicBezTo>
                  <a:pt x="1108725" y="60392"/>
                  <a:pt x="1114814" y="62300"/>
                  <a:pt x="1118265" y="63786"/>
                </a:cubicBezTo>
                <a:cubicBezTo>
                  <a:pt x="1121715" y="65271"/>
                  <a:pt x="1124423" y="67430"/>
                  <a:pt x="1126388" y="70264"/>
                </a:cubicBezTo>
                <a:cubicBezTo>
                  <a:pt x="1128353" y="73097"/>
                  <a:pt x="1129336" y="76616"/>
                  <a:pt x="1129336" y="80820"/>
                </a:cubicBezTo>
                <a:cubicBezTo>
                  <a:pt x="1129336" y="84933"/>
                  <a:pt x="1128136" y="88806"/>
                  <a:pt x="1125737" y="92440"/>
                </a:cubicBezTo>
                <a:cubicBezTo>
                  <a:pt x="1123337" y="96073"/>
                  <a:pt x="1119876" y="98883"/>
                  <a:pt x="1115351" y="100871"/>
                </a:cubicBezTo>
                <a:cubicBezTo>
                  <a:pt x="1110827" y="102859"/>
                  <a:pt x="1105709" y="103853"/>
                  <a:pt x="1099996" y="103853"/>
                </a:cubicBezTo>
                <a:cubicBezTo>
                  <a:pt x="1090536" y="103853"/>
                  <a:pt x="1083327" y="101888"/>
                  <a:pt x="1078369" y="97958"/>
                </a:cubicBezTo>
                <a:cubicBezTo>
                  <a:pt x="1073410" y="94028"/>
                  <a:pt x="1070245" y="88201"/>
                  <a:pt x="1068874" y="80478"/>
                </a:cubicBezTo>
                <a:close/>
                <a:moveTo>
                  <a:pt x="1170720" y="91171"/>
                </a:moveTo>
                <a:lnTo>
                  <a:pt x="1172502" y="102071"/>
                </a:lnTo>
                <a:cubicBezTo>
                  <a:pt x="1169029" y="102802"/>
                  <a:pt x="1165922" y="103168"/>
                  <a:pt x="1163180" y="103168"/>
                </a:cubicBezTo>
                <a:cubicBezTo>
                  <a:pt x="1158701" y="103168"/>
                  <a:pt x="1155228" y="102459"/>
                  <a:pt x="1152760" y="101043"/>
                </a:cubicBezTo>
                <a:cubicBezTo>
                  <a:pt x="1150292" y="99626"/>
                  <a:pt x="1148556" y="97764"/>
                  <a:pt x="1147550" y="95456"/>
                </a:cubicBezTo>
                <a:cubicBezTo>
                  <a:pt x="1146545" y="93148"/>
                  <a:pt x="1146042" y="88292"/>
                  <a:pt x="1146042" y="80889"/>
                </a:cubicBezTo>
                <a:lnTo>
                  <a:pt x="1146042" y="39005"/>
                </a:lnTo>
                <a:lnTo>
                  <a:pt x="1136994" y="39005"/>
                </a:lnTo>
                <a:lnTo>
                  <a:pt x="1136994" y="29408"/>
                </a:lnTo>
                <a:lnTo>
                  <a:pt x="1146042" y="29408"/>
                </a:lnTo>
                <a:lnTo>
                  <a:pt x="1146042" y="11379"/>
                </a:lnTo>
                <a:lnTo>
                  <a:pt x="1158313" y="3976"/>
                </a:lnTo>
                <a:lnTo>
                  <a:pt x="1158313" y="29408"/>
                </a:lnTo>
                <a:lnTo>
                  <a:pt x="1170720" y="29408"/>
                </a:lnTo>
                <a:lnTo>
                  <a:pt x="1170720" y="39005"/>
                </a:lnTo>
                <a:lnTo>
                  <a:pt x="1158313" y="39005"/>
                </a:lnTo>
                <a:lnTo>
                  <a:pt x="1158313" y="81574"/>
                </a:lnTo>
                <a:cubicBezTo>
                  <a:pt x="1158313" y="85093"/>
                  <a:pt x="1158530" y="87355"/>
                  <a:pt x="1158964" y="88361"/>
                </a:cubicBezTo>
                <a:cubicBezTo>
                  <a:pt x="1159398" y="89366"/>
                  <a:pt x="1160106" y="90166"/>
                  <a:pt x="1161089" y="90760"/>
                </a:cubicBezTo>
                <a:cubicBezTo>
                  <a:pt x="1162071" y="91354"/>
                  <a:pt x="1163477" y="91651"/>
                  <a:pt x="1165305" y="91651"/>
                </a:cubicBezTo>
                <a:cubicBezTo>
                  <a:pt x="1166676" y="91651"/>
                  <a:pt x="1168481" y="91491"/>
                  <a:pt x="1170720" y="91171"/>
                </a:cubicBezTo>
                <a:close/>
                <a:moveTo>
                  <a:pt x="1268331" y="75542"/>
                </a:moveTo>
                <a:lnTo>
                  <a:pt x="1280464" y="77119"/>
                </a:lnTo>
                <a:cubicBezTo>
                  <a:pt x="1279139" y="85482"/>
                  <a:pt x="1275746" y="92028"/>
                  <a:pt x="1270284" y="96758"/>
                </a:cubicBezTo>
                <a:cubicBezTo>
                  <a:pt x="1264823" y="101488"/>
                  <a:pt x="1258117" y="103853"/>
                  <a:pt x="1250165" y="103853"/>
                </a:cubicBezTo>
                <a:cubicBezTo>
                  <a:pt x="1240202" y="103853"/>
                  <a:pt x="1232193" y="100597"/>
                  <a:pt x="1226138" y="94085"/>
                </a:cubicBezTo>
                <a:cubicBezTo>
                  <a:pt x="1220083" y="87573"/>
                  <a:pt x="1217055" y="78238"/>
                  <a:pt x="1217055" y="66082"/>
                </a:cubicBezTo>
                <a:cubicBezTo>
                  <a:pt x="1217055" y="58222"/>
                  <a:pt x="1218358" y="51344"/>
                  <a:pt x="1220963" y="45449"/>
                </a:cubicBezTo>
                <a:cubicBezTo>
                  <a:pt x="1223568" y="39553"/>
                  <a:pt x="1227532" y="35132"/>
                  <a:pt x="1232856" y="32184"/>
                </a:cubicBezTo>
                <a:cubicBezTo>
                  <a:pt x="1238180" y="29237"/>
                  <a:pt x="1243973" y="27763"/>
                  <a:pt x="1250234" y="27763"/>
                </a:cubicBezTo>
                <a:cubicBezTo>
                  <a:pt x="1258140" y="27763"/>
                  <a:pt x="1264606" y="29762"/>
                  <a:pt x="1269633" y="33761"/>
                </a:cubicBezTo>
                <a:cubicBezTo>
                  <a:pt x="1274660" y="37760"/>
                  <a:pt x="1277882" y="43438"/>
                  <a:pt x="1279299" y="50795"/>
                </a:cubicBezTo>
                <a:lnTo>
                  <a:pt x="1267302" y="52646"/>
                </a:lnTo>
                <a:cubicBezTo>
                  <a:pt x="1266160" y="47756"/>
                  <a:pt x="1264138" y="44078"/>
                  <a:pt x="1261236" y="41610"/>
                </a:cubicBezTo>
                <a:cubicBezTo>
                  <a:pt x="1258334" y="39142"/>
                  <a:pt x="1254826" y="37908"/>
                  <a:pt x="1250713" y="37908"/>
                </a:cubicBezTo>
                <a:cubicBezTo>
                  <a:pt x="1244498" y="37908"/>
                  <a:pt x="1239448" y="40136"/>
                  <a:pt x="1235564" y="44592"/>
                </a:cubicBezTo>
                <a:cubicBezTo>
                  <a:pt x="1231679" y="49047"/>
                  <a:pt x="1229737" y="56097"/>
                  <a:pt x="1229737" y="65739"/>
                </a:cubicBezTo>
                <a:cubicBezTo>
                  <a:pt x="1229737" y="75519"/>
                  <a:pt x="1231611" y="82626"/>
                  <a:pt x="1235358" y="87058"/>
                </a:cubicBezTo>
                <a:cubicBezTo>
                  <a:pt x="1239106" y="91491"/>
                  <a:pt x="1243995" y="93708"/>
                  <a:pt x="1250028" y="93708"/>
                </a:cubicBezTo>
                <a:cubicBezTo>
                  <a:pt x="1254872" y="93708"/>
                  <a:pt x="1258917" y="92223"/>
                  <a:pt x="1262161" y="89252"/>
                </a:cubicBezTo>
                <a:cubicBezTo>
                  <a:pt x="1265406" y="86282"/>
                  <a:pt x="1267462" y="81712"/>
                  <a:pt x="1268331" y="75542"/>
                </a:cubicBezTo>
                <a:close/>
                <a:moveTo>
                  <a:pt x="1338302" y="93228"/>
                </a:moveTo>
                <a:cubicBezTo>
                  <a:pt x="1333732" y="97112"/>
                  <a:pt x="1329333" y="99854"/>
                  <a:pt x="1325106" y="101454"/>
                </a:cubicBezTo>
                <a:cubicBezTo>
                  <a:pt x="1320879" y="103053"/>
                  <a:pt x="1316343" y="103853"/>
                  <a:pt x="1311499" y="103853"/>
                </a:cubicBezTo>
                <a:cubicBezTo>
                  <a:pt x="1303502" y="103853"/>
                  <a:pt x="1297355" y="101899"/>
                  <a:pt x="1293059" y="97992"/>
                </a:cubicBezTo>
                <a:cubicBezTo>
                  <a:pt x="1288763" y="94085"/>
                  <a:pt x="1286615" y="89092"/>
                  <a:pt x="1286615" y="83014"/>
                </a:cubicBezTo>
                <a:cubicBezTo>
                  <a:pt x="1286615" y="79449"/>
                  <a:pt x="1287427" y="76193"/>
                  <a:pt x="1289049" y="73246"/>
                </a:cubicBezTo>
                <a:cubicBezTo>
                  <a:pt x="1290671" y="70298"/>
                  <a:pt x="1292796" y="67933"/>
                  <a:pt x="1295424" y="66151"/>
                </a:cubicBezTo>
                <a:cubicBezTo>
                  <a:pt x="1298052" y="64368"/>
                  <a:pt x="1301011" y="63020"/>
                  <a:pt x="1304301" y="62106"/>
                </a:cubicBezTo>
                <a:cubicBezTo>
                  <a:pt x="1306723" y="61466"/>
                  <a:pt x="1310379" y="60849"/>
                  <a:pt x="1315269" y="60255"/>
                </a:cubicBezTo>
                <a:cubicBezTo>
                  <a:pt x="1325232" y="59067"/>
                  <a:pt x="1332567" y="57650"/>
                  <a:pt x="1337274" y="56005"/>
                </a:cubicBezTo>
                <a:cubicBezTo>
                  <a:pt x="1337319" y="54314"/>
                  <a:pt x="1337342" y="53240"/>
                  <a:pt x="1337342" y="52783"/>
                </a:cubicBezTo>
                <a:cubicBezTo>
                  <a:pt x="1337342" y="47756"/>
                  <a:pt x="1336177" y="44215"/>
                  <a:pt x="1333846" y="42158"/>
                </a:cubicBezTo>
                <a:cubicBezTo>
                  <a:pt x="1330693" y="39371"/>
                  <a:pt x="1326009" y="37977"/>
                  <a:pt x="1319794" y="37977"/>
                </a:cubicBezTo>
                <a:cubicBezTo>
                  <a:pt x="1313990" y="37977"/>
                  <a:pt x="1309705" y="38993"/>
                  <a:pt x="1306940" y="41027"/>
                </a:cubicBezTo>
                <a:cubicBezTo>
                  <a:pt x="1304176" y="43061"/>
                  <a:pt x="1302131" y="46660"/>
                  <a:pt x="1300805" y="51824"/>
                </a:cubicBezTo>
                <a:lnTo>
                  <a:pt x="1288740" y="50179"/>
                </a:lnTo>
                <a:cubicBezTo>
                  <a:pt x="1289837" y="45014"/>
                  <a:pt x="1291642" y="40844"/>
                  <a:pt x="1294156" y="37668"/>
                </a:cubicBezTo>
                <a:cubicBezTo>
                  <a:pt x="1296669" y="34492"/>
                  <a:pt x="1300303" y="32047"/>
                  <a:pt x="1305055" y="30333"/>
                </a:cubicBezTo>
                <a:cubicBezTo>
                  <a:pt x="1309808" y="28620"/>
                  <a:pt x="1315315" y="27763"/>
                  <a:pt x="1321576" y="27763"/>
                </a:cubicBezTo>
                <a:cubicBezTo>
                  <a:pt x="1327791" y="27763"/>
                  <a:pt x="1332841" y="28494"/>
                  <a:pt x="1336725" y="29956"/>
                </a:cubicBezTo>
                <a:cubicBezTo>
                  <a:pt x="1340610" y="31419"/>
                  <a:pt x="1343466" y="33258"/>
                  <a:pt x="1345294" y="35475"/>
                </a:cubicBezTo>
                <a:cubicBezTo>
                  <a:pt x="1347122" y="37691"/>
                  <a:pt x="1348402" y="40490"/>
                  <a:pt x="1349133" y="43872"/>
                </a:cubicBezTo>
                <a:cubicBezTo>
                  <a:pt x="1349544" y="45974"/>
                  <a:pt x="1349750" y="49767"/>
                  <a:pt x="1349750" y="55251"/>
                </a:cubicBezTo>
                <a:lnTo>
                  <a:pt x="1349750" y="71703"/>
                </a:lnTo>
                <a:cubicBezTo>
                  <a:pt x="1349750" y="83174"/>
                  <a:pt x="1350013" y="90429"/>
                  <a:pt x="1350538" y="93468"/>
                </a:cubicBezTo>
                <a:cubicBezTo>
                  <a:pt x="1351064" y="96507"/>
                  <a:pt x="1352103" y="99420"/>
                  <a:pt x="1353657" y="102208"/>
                </a:cubicBezTo>
                <a:lnTo>
                  <a:pt x="1340770" y="102208"/>
                </a:lnTo>
                <a:cubicBezTo>
                  <a:pt x="1339490" y="99649"/>
                  <a:pt x="1338668" y="96655"/>
                  <a:pt x="1338302" y="93228"/>
                </a:cubicBezTo>
                <a:moveTo>
                  <a:pt x="1337274" y="65671"/>
                </a:moveTo>
                <a:cubicBezTo>
                  <a:pt x="1332795" y="67499"/>
                  <a:pt x="1326077" y="69053"/>
                  <a:pt x="1317120" y="70332"/>
                </a:cubicBezTo>
                <a:cubicBezTo>
                  <a:pt x="1312047" y="71063"/>
                  <a:pt x="1308460" y="71886"/>
                  <a:pt x="1306358" y="72800"/>
                </a:cubicBezTo>
                <a:cubicBezTo>
                  <a:pt x="1304256" y="73714"/>
                  <a:pt x="1302633" y="75051"/>
                  <a:pt x="1301491" y="76810"/>
                </a:cubicBezTo>
                <a:cubicBezTo>
                  <a:pt x="1300348" y="78570"/>
                  <a:pt x="1299777" y="80523"/>
                  <a:pt x="1299777" y="82671"/>
                </a:cubicBezTo>
                <a:cubicBezTo>
                  <a:pt x="1299777" y="85962"/>
                  <a:pt x="1301022" y="88704"/>
                  <a:pt x="1303513" y="90897"/>
                </a:cubicBezTo>
                <a:cubicBezTo>
                  <a:pt x="1306004" y="93091"/>
                  <a:pt x="1309648" y="94188"/>
                  <a:pt x="1314447" y="94188"/>
                </a:cubicBezTo>
                <a:cubicBezTo>
                  <a:pt x="1319199" y="94188"/>
                  <a:pt x="1323427" y="93148"/>
                  <a:pt x="1327128" y="91069"/>
                </a:cubicBezTo>
                <a:cubicBezTo>
                  <a:pt x="1330830" y="88989"/>
                  <a:pt x="1333549" y="86144"/>
                  <a:pt x="1335286" y="82534"/>
                </a:cubicBezTo>
                <a:cubicBezTo>
                  <a:pt x="1336611" y="79746"/>
                  <a:pt x="1337274" y="75633"/>
                  <a:pt x="1337274" y="70195"/>
                </a:cubicBezTo>
                <a:lnTo>
                  <a:pt x="1337274" y="65671"/>
                </a:lnTo>
                <a:close/>
                <a:moveTo>
                  <a:pt x="1380009" y="102208"/>
                </a:moveTo>
                <a:lnTo>
                  <a:pt x="1368561" y="102208"/>
                </a:lnTo>
                <a:lnTo>
                  <a:pt x="1368561" y="1714"/>
                </a:lnTo>
                <a:lnTo>
                  <a:pt x="1380900" y="1714"/>
                </a:lnTo>
                <a:lnTo>
                  <a:pt x="1380900" y="37565"/>
                </a:lnTo>
                <a:cubicBezTo>
                  <a:pt x="1386109" y="31030"/>
                  <a:pt x="1392759" y="27763"/>
                  <a:pt x="1400848" y="27763"/>
                </a:cubicBezTo>
                <a:cubicBezTo>
                  <a:pt x="1405326" y="27763"/>
                  <a:pt x="1409565" y="28665"/>
                  <a:pt x="1413564" y="30470"/>
                </a:cubicBezTo>
                <a:cubicBezTo>
                  <a:pt x="1417562" y="32276"/>
                  <a:pt x="1420853" y="34812"/>
                  <a:pt x="1423435" y="38079"/>
                </a:cubicBezTo>
                <a:cubicBezTo>
                  <a:pt x="1426017" y="41347"/>
                  <a:pt x="1428039" y="45289"/>
                  <a:pt x="1429502" y="49904"/>
                </a:cubicBezTo>
                <a:cubicBezTo>
                  <a:pt x="1430964" y="54520"/>
                  <a:pt x="1431695" y="59456"/>
                  <a:pt x="1431695" y="64711"/>
                </a:cubicBezTo>
                <a:cubicBezTo>
                  <a:pt x="1431695" y="77187"/>
                  <a:pt x="1428610" y="86830"/>
                  <a:pt x="1422441" y="93639"/>
                </a:cubicBezTo>
                <a:cubicBezTo>
                  <a:pt x="1416271" y="100448"/>
                  <a:pt x="1408868" y="103853"/>
                  <a:pt x="1400231" y="103853"/>
                </a:cubicBezTo>
                <a:cubicBezTo>
                  <a:pt x="1391639" y="103853"/>
                  <a:pt x="1384898" y="100266"/>
                  <a:pt x="1380009" y="93091"/>
                </a:cubicBezTo>
                <a:lnTo>
                  <a:pt x="1380009" y="102208"/>
                </a:lnTo>
                <a:moveTo>
                  <a:pt x="1379871" y="65260"/>
                </a:moveTo>
                <a:cubicBezTo>
                  <a:pt x="1379871" y="73988"/>
                  <a:pt x="1381060" y="80295"/>
                  <a:pt x="1383436" y="84179"/>
                </a:cubicBezTo>
                <a:cubicBezTo>
                  <a:pt x="1387321" y="90532"/>
                  <a:pt x="1392576" y="93708"/>
                  <a:pt x="1399202" y="93708"/>
                </a:cubicBezTo>
                <a:cubicBezTo>
                  <a:pt x="1404595" y="93708"/>
                  <a:pt x="1409256" y="91366"/>
                  <a:pt x="1413187" y="86681"/>
                </a:cubicBezTo>
                <a:cubicBezTo>
                  <a:pt x="1417117" y="81997"/>
                  <a:pt x="1419082" y="75016"/>
                  <a:pt x="1419082" y="65739"/>
                </a:cubicBezTo>
                <a:cubicBezTo>
                  <a:pt x="1419082" y="56234"/>
                  <a:pt x="1417197" y="49219"/>
                  <a:pt x="1413427" y="44695"/>
                </a:cubicBezTo>
                <a:cubicBezTo>
                  <a:pt x="1409656" y="40170"/>
                  <a:pt x="1405098" y="37908"/>
                  <a:pt x="1399751" y="37908"/>
                </a:cubicBezTo>
                <a:cubicBezTo>
                  <a:pt x="1394358" y="37908"/>
                  <a:pt x="1389697" y="40250"/>
                  <a:pt x="1385767" y="44934"/>
                </a:cubicBezTo>
                <a:cubicBezTo>
                  <a:pt x="1381837" y="49619"/>
                  <a:pt x="1379871" y="56394"/>
                  <a:pt x="1379871" y="65260"/>
                </a:cubicBezTo>
                <a:close/>
                <a:moveTo>
                  <a:pt x="1446530" y="15904"/>
                </a:moveTo>
                <a:lnTo>
                  <a:pt x="1446530" y="1714"/>
                </a:lnTo>
                <a:lnTo>
                  <a:pt x="1458869" y="1714"/>
                </a:lnTo>
                <a:lnTo>
                  <a:pt x="1458869" y="15904"/>
                </a:lnTo>
                <a:lnTo>
                  <a:pt x="1446530" y="15904"/>
                </a:lnTo>
                <a:moveTo>
                  <a:pt x="1446530" y="102208"/>
                </a:moveTo>
                <a:lnTo>
                  <a:pt x="1446530" y="29408"/>
                </a:lnTo>
                <a:lnTo>
                  <a:pt x="1458869" y="29408"/>
                </a:lnTo>
                <a:lnTo>
                  <a:pt x="1458869" y="102208"/>
                </a:lnTo>
                <a:lnTo>
                  <a:pt x="1446530" y="102208"/>
                </a:lnTo>
                <a:close/>
                <a:moveTo>
                  <a:pt x="1477965" y="102208"/>
                </a:moveTo>
                <a:lnTo>
                  <a:pt x="1477965" y="29408"/>
                </a:lnTo>
                <a:lnTo>
                  <a:pt x="1489070" y="29408"/>
                </a:lnTo>
                <a:lnTo>
                  <a:pt x="1489070" y="39759"/>
                </a:lnTo>
                <a:cubicBezTo>
                  <a:pt x="1494417" y="31761"/>
                  <a:pt x="1502140" y="27763"/>
                  <a:pt x="1512240" y="27763"/>
                </a:cubicBezTo>
                <a:cubicBezTo>
                  <a:pt x="1516627" y="27763"/>
                  <a:pt x="1520660" y="28551"/>
                  <a:pt x="1524339" y="30128"/>
                </a:cubicBezTo>
                <a:cubicBezTo>
                  <a:pt x="1528017" y="31704"/>
                  <a:pt x="1530771" y="33772"/>
                  <a:pt x="1532599" y="36331"/>
                </a:cubicBezTo>
                <a:cubicBezTo>
                  <a:pt x="1534427" y="38891"/>
                  <a:pt x="1535706" y="41930"/>
                  <a:pt x="1536438" y="45449"/>
                </a:cubicBezTo>
                <a:cubicBezTo>
                  <a:pt x="1536895" y="47734"/>
                  <a:pt x="1537123" y="51732"/>
                  <a:pt x="1537123" y="57445"/>
                </a:cubicBezTo>
                <a:lnTo>
                  <a:pt x="1537123" y="102208"/>
                </a:lnTo>
                <a:lnTo>
                  <a:pt x="1524784" y="102208"/>
                </a:lnTo>
                <a:lnTo>
                  <a:pt x="1524784" y="57925"/>
                </a:lnTo>
                <a:cubicBezTo>
                  <a:pt x="1524784" y="52898"/>
                  <a:pt x="1524304" y="49139"/>
                  <a:pt x="1523345" y="46648"/>
                </a:cubicBezTo>
                <a:cubicBezTo>
                  <a:pt x="1522385" y="44158"/>
                  <a:pt x="1520683" y="42170"/>
                  <a:pt x="1518238" y="40684"/>
                </a:cubicBezTo>
                <a:cubicBezTo>
                  <a:pt x="1515793" y="39199"/>
                  <a:pt x="1512925" y="38457"/>
                  <a:pt x="1509635" y="38457"/>
                </a:cubicBezTo>
                <a:cubicBezTo>
                  <a:pt x="1504379" y="38457"/>
                  <a:pt x="1499843" y="40125"/>
                  <a:pt x="1496028" y="43461"/>
                </a:cubicBezTo>
                <a:cubicBezTo>
                  <a:pt x="1492212" y="46797"/>
                  <a:pt x="1490304" y="53126"/>
                  <a:pt x="1490304" y="62449"/>
                </a:cubicBezTo>
                <a:lnTo>
                  <a:pt x="1490304" y="102208"/>
                </a:lnTo>
                <a:lnTo>
                  <a:pt x="1477965" y="102208"/>
                </a:lnTo>
                <a:close/>
                <a:moveTo>
                  <a:pt x="1605634" y="78764"/>
                </a:moveTo>
                <a:lnTo>
                  <a:pt x="1618384" y="80341"/>
                </a:lnTo>
                <a:cubicBezTo>
                  <a:pt x="1616373" y="87790"/>
                  <a:pt x="1612648" y="93571"/>
                  <a:pt x="1607210" y="97684"/>
                </a:cubicBezTo>
                <a:cubicBezTo>
                  <a:pt x="1601772" y="101797"/>
                  <a:pt x="1594826" y="103853"/>
                  <a:pt x="1586371" y="103853"/>
                </a:cubicBezTo>
                <a:cubicBezTo>
                  <a:pt x="1575723" y="103853"/>
                  <a:pt x="1567280" y="100574"/>
                  <a:pt x="1561042" y="94016"/>
                </a:cubicBezTo>
                <a:cubicBezTo>
                  <a:pt x="1554804" y="87458"/>
                  <a:pt x="1551685" y="78261"/>
                  <a:pt x="1551685" y="66425"/>
                </a:cubicBezTo>
                <a:cubicBezTo>
                  <a:pt x="1551685" y="54177"/>
                  <a:pt x="1554838" y="44672"/>
                  <a:pt x="1561145" y="37908"/>
                </a:cubicBezTo>
                <a:cubicBezTo>
                  <a:pt x="1567451" y="31145"/>
                  <a:pt x="1575632" y="27763"/>
                  <a:pt x="1585686" y="27763"/>
                </a:cubicBezTo>
                <a:cubicBezTo>
                  <a:pt x="1595420" y="27763"/>
                  <a:pt x="1603371" y="31076"/>
                  <a:pt x="1609541" y="37702"/>
                </a:cubicBezTo>
                <a:cubicBezTo>
                  <a:pt x="1615710" y="44329"/>
                  <a:pt x="1618795" y="53652"/>
                  <a:pt x="1618795" y="65671"/>
                </a:cubicBezTo>
                <a:cubicBezTo>
                  <a:pt x="1618795" y="66402"/>
                  <a:pt x="1618772" y="67499"/>
                  <a:pt x="1618727" y="68961"/>
                </a:cubicBezTo>
                <a:lnTo>
                  <a:pt x="1564435" y="68961"/>
                </a:lnTo>
                <a:cubicBezTo>
                  <a:pt x="1564892" y="76959"/>
                  <a:pt x="1567154" y="83083"/>
                  <a:pt x="1571221" y="87333"/>
                </a:cubicBezTo>
                <a:cubicBezTo>
                  <a:pt x="1575289" y="91583"/>
                  <a:pt x="1580361" y="93708"/>
                  <a:pt x="1586440" y="93708"/>
                </a:cubicBezTo>
                <a:cubicBezTo>
                  <a:pt x="1590964" y="93708"/>
                  <a:pt x="1594826" y="92520"/>
                  <a:pt x="1598025" y="90143"/>
                </a:cubicBezTo>
                <a:cubicBezTo>
                  <a:pt x="1601224" y="87767"/>
                  <a:pt x="1603760" y="83974"/>
                  <a:pt x="1605634" y="78764"/>
                </a:cubicBezTo>
                <a:moveTo>
                  <a:pt x="1565121" y="58816"/>
                </a:moveTo>
                <a:lnTo>
                  <a:pt x="1605771" y="58816"/>
                </a:lnTo>
                <a:cubicBezTo>
                  <a:pt x="1605222" y="52692"/>
                  <a:pt x="1603668" y="48099"/>
                  <a:pt x="1601109" y="45037"/>
                </a:cubicBezTo>
                <a:cubicBezTo>
                  <a:pt x="1597179" y="40285"/>
                  <a:pt x="1592084" y="37908"/>
                  <a:pt x="1585823" y="37908"/>
                </a:cubicBezTo>
                <a:cubicBezTo>
                  <a:pt x="1580156" y="37908"/>
                  <a:pt x="1575392" y="39805"/>
                  <a:pt x="1571530" y="43598"/>
                </a:cubicBezTo>
                <a:cubicBezTo>
                  <a:pt x="1567668" y="47391"/>
                  <a:pt x="1565532" y="52464"/>
                  <a:pt x="1565121" y="58816"/>
                </a:cubicBezTo>
                <a:close/>
                <a:moveTo>
                  <a:pt x="1660570" y="91171"/>
                </a:moveTo>
                <a:lnTo>
                  <a:pt x="1662352" y="102071"/>
                </a:lnTo>
                <a:cubicBezTo>
                  <a:pt x="1658879" y="102802"/>
                  <a:pt x="1655772" y="103168"/>
                  <a:pt x="1653030" y="103168"/>
                </a:cubicBezTo>
                <a:cubicBezTo>
                  <a:pt x="1648551" y="103168"/>
                  <a:pt x="1645078" y="102459"/>
                  <a:pt x="1642610" y="101043"/>
                </a:cubicBezTo>
                <a:cubicBezTo>
                  <a:pt x="1640142" y="99626"/>
                  <a:pt x="1638406" y="97764"/>
                  <a:pt x="1637400" y="95456"/>
                </a:cubicBezTo>
                <a:cubicBezTo>
                  <a:pt x="1636395" y="93148"/>
                  <a:pt x="1635892" y="88292"/>
                  <a:pt x="1635892" y="80889"/>
                </a:cubicBezTo>
                <a:lnTo>
                  <a:pt x="1635892" y="39005"/>
                </a:lnTo>
                <a:lnTo>
                  <a:pt x="1626844" y="39005"/>
                </a:lnTo>
                <a:lnTo>
                  <a:pt x="1626844" y="29408"/>
                </a:lnTo>
                <a:lnTo>
                  <a:pt x="1635892" y="29408"/>
                </a:lnTo>
                <a:lnTo>
                  <a:pt x="1635892" y="11379"/>
                </a:lnTo>
                <a:lnTo>
                  <a:pt x="1648163" y="3976"/>
                </a:lnTo>
                <a:lnTo>
                  <a:pt x="1648163" y="29408"/>
                </a:lnTo>
                <a:lnTo>
                  <a:pt x="1660570" y="29408"/>
                </a:lnTo>
                <a:lnTo>
                  <a:pt x="1660570" y="39005"/>
                </a:lnTo>
                <a:lnTo>
                  <a:pt x="1648163" y="39005"/>
                </a:lnTo>
                <a:lnTo>
                  <a:pt x="1648163" y="81574"/>
                </a:lnTo>
                <a:cubicBezTo>
                  <a:pt x="1648163" y="85093"/>
                  <a:pt x="1648380" y="87355"/>
                  <a:pt x="1648814" y="88361"/>
                </a:cubicBezTo>
                <a:cubicBezTo>
                  <a:pt x="1649248" y="89366"/>
                  <a:pt x="1649956" y="90166"/>
                  <a:pt x="1650939" y="90760"/>
                </a:cubicBezTo>
                <a:cubicBezTo>
                  <a:pt x="1651921" y="91354"/>
                  <a:pt x="1653327" y="91651"/>
                  <a:pt x="1655155" y="91651"/>
                </a:cubicBezTo>
                <a:cubicBezTo>
                  <a:pt x="1656526" y="91651"/>
                  <a:pt x="1658331" y="91491"/>
                  <a:pt x="1660570" y="91171"/>
                </a:cubicBezTo>
                <a:close/>
                <a:moveTo>
                  <a:pt x="1675375" y="102208"/>
                </a:moveTo>
                <a:lnTo>
                  <a:pt x="1675375" y="88155"/>
                </a:lnTo>
                <a:lnTo>
                  <a:pt x="1689428" y="88155"/>
                </a:lnTo>
                <a:lnTo>
                  <a:pt x="1689428" y="102208"/>
                </a:lnTo>
                <a:cubicBezTo>
                  <a:pt x="1689428" y="107372"/>
                  <a:pt x="1688514" y="111542"/>
                  <a:pt x="1686686" y="114718"/>
                </a:cubicBezTo>
                <a:cubicBezTo>
                  <a:pt x="1684858" y="117894"/>
                  <a:pt x="1681956" y="120351"/>
                  <a:pt x="1677980" y="122087"/>
                </a:cubicBezTo>
                <a:lnTo>
                  <a:pt x="1674552" y="116809"/>
                </a:lnTo>
                <a:cubicBezTo>
                  <a:pt x="1677157" y="115667"/>
                  <a:pt x="1679077" y="113987"/>
                  <a:pt x="1680311" y="111771"/>
                </a:cubicBezTo>
                <a:cubicBezTo>
                  <a:pt x="1681544" y="109554"/>
                  <a:pt x="1682230" y="106367"/>
                  <a:pt x="1682367" y="102208"/>
                </a:cubicBezTo>
                <a:lnTo>
                  <a:pt x="1675375" y="102208"/>
                </a:lnTo>
                <a:close/>
                <a:moveTo>
                  <a:pt x="1752147" y="102208"/>
                </a:moveTo>
                <a:lnTo>
                  <a:pt x="1752147" y="39005"/>
                </a:lnTo>
                <a:lnTo>
                  <a:pt x="1741248" y="39005"/>
                </a:lnTo>
                <a:lnTo>
                  <a:pt x="1741248" y="29408"/>
                </a:lnTo>
                <a:lnTo>
                  <a:pt x="1752147" y="29408"/>
                </a:lnTo>
                <a:lnTo>
                  <a:pt x="1752147" y="21662"/>
                </a:lnTo>
                <a:cubicBezTo>
                  <a:pt x="1752147" y="16772"/>
                  <a:pt x="1752581" y="13139"/>
                  <a:pt x="1753450" y="10762"/>
                </a:cubicBezTo>
                <a:cubicBezTo>
                  <a:pt x="1754638" y="7563"/>
                  <a:pt x="1756729" y="4970"/>
                  <a:pt x="1759722" y="2982"/>
                </a:cubicBezTo>
                <a:cubicBezTo>
                  <a:pt x="1762715" y="994"/>
                  <a:pt x="1766908" y="0"/>
                  <a:pt x="1772301" y="0"/>
                </a:cubicBezTo>
                <a:cubicBezTo>
                  <a:pt x="1775774" y="0"/>
                  <a:pt x="1779613" y="411"/>
                  <a:pt x="1783817" y="1234"/>
                </a:cubicBezTo>
                <a:lnTo>
                  <a:pt x="1781967" y="11996"/>
                </a:lnTo>
                <a:cubicBezTo>
                  <a:pt x="1779407" y="11539"/>
                  <a:pt x="1776985" y="11311"/>
                  <a:pt x="1774700" y="11311"/>
                </a:cubicBezTo>
                <a:cubicBezTo>
                  <a:pt x="1770953" y="11311"/>
                  <a:pt x="1768302" y="12110"/>
                  <a:pt x="1766748" y="13710"/>
                </a:cubicBezTo>
                <a:cubicBezTo>
                  <a:pt x="1765195" y="15309"/>
                  <a:pt x="1764418" y="18303"/>
                  <a:pt x="1764418" y="22690"/>
                </a:cubicBezTo>
                <a:lnTo>
                  <a:pt x="1764418" y="29408"/>
                </a:lnTo>
                <a:lnTo>
                  <a:pt x="1778608" y="29408"/>
                </a:lnTo>
                <a:lnTo>
                  <a:pt x="1778608" y="39005"/>
                </a:lnTo>
                <a:lnTo>
                  <a:pt x="1764418" y="39005"/>
                </a:lnTo>
                <a:lnTo>
                  <a:pt x="1764418" y="102208"/>
                </a:lnTo>
                <a:lnTo>
                  <a:pt x="1752147" y="102208"/>
                </a:lnTo>
                <a:close/>
                <a:moveTo>
                  <a:pt x="1787585" y="102208"/>
                </a:moveTo>
                <a:lnTo>
                  <a:pt x="1787585" y="29408"/>
                </a:lnTo>
                <a:lnTo>
                  <a:pt x="1798690" y="29408"/>
                </a:lnTo>
                <a:lnTo>
                  <a:pt x="1798690" y="40444"/>
                </a:lnTo>
                <a:cubicBezTo>
                  <a:pt x="1801523" y="35280"/>
                  <a:pt x="1804140" y="31876"/>
                  <a:pt x="1806539" y="30231"/>
                </a:cubicBezTo>
                <a:cubicBezTo>
                  <a:pt x="1808938" y="28585"/>
                  <a:pt x="1811577" y="27763"/>
                  <a:pt x="1814456" y="27763"/>
                </a:cubicBezTo>
                <a:cubicBezTo>
                  <a:pt x="1818615" y="27763"/>
                  <a:pt x="1822842" y="29088"/>
                  <a:pt x="1827138" y="31739"/>
                </a:cubicBezTo>
                <a:lnTo>
                  <a:pt x="1822888" y="43186"/>
                </a:lnTo>
                <a:cubicBezTo>
                  <a:pt x="1819872" y="41404"/>
                  <a:pt x="1816856" y="40513"/>
                  <a:pt x="1813839" y="40513"/>
                </a:cubicBezTo>
                <a:cubicBezTo>
                  <a:pt x="1811143" y="40513"/>
                  <a:pt x="1808721" y="41324"/>
                  <a:pt x="1806573" y="42947"/>
                </a:cubicBezTo>
                <a:cubicBezTo>
                  <a:pt x="1804425" y="44569"/>
                  <a:pt x="1802894" y="46820"/>
                  <a:pt x="1801980" y="49699"/>
                </a:cubicBezTo>
                <a:cubicBezTo>
                  <a:pt x="1800609" y="54086"/>
                  <a:pt x="1799924" y="58884"/>
                  <a:pt x="1799924" y="64094"/>
                </a:cubicBezTo>
                <a:lnTo>
                  <a:pt x="1799924" y="102208"/>
                </a:lnTo>
                <a:lnTo>
                  <a:pt x="1787585" y="102208"/>
                </a:lnTo>
                <a:close/>
                <a:moveTo>
                  <a:pt x="1829515" y="65808"/>
                </a:moveTo>
                <a:cubicBezTo>
                  <a:pt x="1829515" y="52326"/>
                  <a:pt x="1833262" y="42341"/>
                  <a:pt x="1840757" y="35852"/>
                </a:cubicBezTo>
                <a:cubicBezTo>
                  <a:pt x="1847018" y="30459"/>
                  <a:pt x="1854650" y="27763"/>
                  <a:pt x="1863652" y="27763"/>
                </a:cubicBezTo>
                <a:cubicBezTo>
                  <a:pt x="1873661" y="27763"/>
                  <a:pt x="1881841" y="31042"/>
                  <a:pt x="1888193" y="37600"/>
                </a:cubicBezTo>
                <a:cubicBezTo>
                  <a:pt x="1894546" y="44158"/>
                  <a:pt x="1897722" y="53218"/>
                  <a:pt x="1897722" y="64780"/>
                </a:cubicBezTo>
                <a:cubicBezTo>
                  <a:pt x="1897722" y="74148"/>
                  <a:pt x="1896316" y="81517"/>
                  <a:pt x="1893506" y="86887"/>
                </a:cubicBezTo>
                <a:cubicBezTo>
                  <a:pt x="1890695" y="92257"/>
                  <a:pt x="1886605" y="96427"/>
                  <a:pt x="1881235" y="99397"/>
                </a:cubicBezTo>
                <a:cubicBezTo>
                  <a:pt x="1875866" y="102368"/>
                  <a:pt x="1870005" y="103853"/>
                  <a:pt x="1863652" y="103853"/>
                </a:cubicBezTo>
                <a:cubicBezTo>
                  <a:pt x="1853461" y="103853"/>
                  <a:pt x="1845224" y="100586"/>
                  <a:pt x="1838940" y="94051"/>
                </a:cubicBezTo>
                <a:cubicBezTo>
                  <a:pt x="1832656" y="87515"/>
                  <a:pt x="1829515" y="78101"/>
                  <a:pt x="1829515" y="65808"/>
                </a:cubicBezTo>
                <a:moveTo>
                  <a:pt x="1842196" y="65808"/>
                </a:moveTo>
                <a:cubicBezTo>
                  <a:pt x="1842196" y="75131"/>
                  <a:pt x="1844230" y="82111"/>
                  <a:pt x="1848297" y="86750"/>
                </a:cubicBezTo>
                <a:cubicBezTo>
                  <a:pt x="1852365" y="91388"/>
                  <a:pt x="1857483" y="93708"/>
                  <a:pt x="1863652" y="93708"/>
                </a:cubicBezTo>
                <a:cubicBezTo>
                  <a:pt x="1869776" y="93708"/>
                  <a:pt x="1874872" y="91377"/>
                  <a:pt x="1878939" y="86716"/>
                </a:cubicBezTo>
                <a:cubicBezTo>
                  <a:pt x="1883006" y="82054"/>
                  <a:pt x="1885040" y="74948"/>
                  <a:pt x="1885040" y="65397"/>
                </a:cubicBezTo>
                <a:cubicBezTo>
                  <a:pt x="1885040" y="56394"/>
                  <a:pt x="1882995" y="49573"/>
                  <a:pt x="1878905" y="44934"/>
                </a:cubicBezTo>
                <a:cubicBezTo>
                  <a:pt x="1874815" y="40296"/>
                  <a:pt x="1869731" y="37977"/>
                  <a:pt x="1863652" y="37977"/>
                </a:cubicBezTo>
                <a:cubicBezTo>
                  <a:pt x="1857483" y="37977"/>
                  <a:pt x="1852365" y="40285"/>
                  <a:pt x="1848297" y="44900"/>
                </a:cubicBezTo>
                <a:cubicBezTo>
                  <a:pt x="1844230" y="49516"/>
                  <a:pt x="1842196" y="56485"/>
                  <a:pt x="1842196" y="65808"/>
                </a:cubicBezTo>
                <a:close/>
                <a:moveTo>
                  <a:pt x="1911940" y="102208"/>
                </a:moveTo>
                <a:lnTo>
                  <a:pt x="1911940" y="29408"/>
                </a:lnTo>
                <a:lnTo>
                  <a:pt x="1922976" y="29408"/>
                </a:lnTo>
                <a:lnTo>
                  <a:pt x="1922976" y="39622"/>
                </a:lnTo>
                <a:cubicBezTo>
                  <a:pt x="1925261" y="36057"/>
                  <a:pt x="1928300" y="33190"/>
                  <a:pt x="1932093" y="31019"/>
                </a:cubicBezTo>
                <a:cubicBezTo>
                  <a:pt x="1935886" y="28848"/>
                  <a:pt x="1940205" y="27763"/>
                  <a:pt x="1945049" y="27763"/>
                </a:cubicBezTo>
                <a:cubicBezTo>
                  <a:pt x="1950442" y="27763"/>
                  <a:pt x="1954863" y="28882"/>
                  <a:pt x="1958314" y="31122"/>
                </a:cubicBezTo>
                <a:cubicBezTo>
                  <a:pt x="1961764" y="33361"/>
                  <a:pt x="1964198" y="36491"/>
                  <a:pt x="1965614" y="40513"/>
                </a:cubicBezTo>
                <a:cubicBezTo>
                  <a:pt x="1971372" y="32013"/>
                  <a:pt x="1978867" y="27763"/>
                  <a:pt x="1988099" y="27763"/>
                </a:cubicBezTo>
                <a:cubicBezTo>
                  <a:pt x="1995319" y="27763"/>
                  <a:pt x="2000872" y="29762"/>
                  <a:pt x="2004756" y="33761"/>
                </a:cubicBezTo>
                <a:cubicBezTo>
                  <a:pt x="2008641" y="37760"/>
                  <a:pt x="2010583" y="43918"/>
                  <a:pt x="2010583" y="52235"/>
                </a:cubicBezTo>
                <a:lnTo>
                  <a:pt x="2010583" y="102208"/>
                </a:lnTo>
                <a:lnTo>
                  <a:pt x="1998313" y="102208"/>
                </a:lnTo>
                <a:lnTo>
                  <a:pt x="1998313" y="56348"/>
                </a:lnTo>
                <a:cubicBezTo>
                  <a:pt x="1998313" y="51412"/>
                  <a:pt x="1997913" y="47859"/>
                  <a:pt x="1997113" y="45689"/>
                </a:cubicBezTo>
                <a:cubicBezTo>
                  <a:pt x="1996313" y="43518"/>
                  <a:pt x="1994862" y="41770"/>
                  <a:pt x="1992760" y="40444"/>
                </a:cubicBezTo>
                <a:cubicBezTo>
                  <a:pt x="1990658" y="39119"/>
                  <a:pt x="1988190" y="38457"/>
                  <a:pt x="1985357" y="38457"/>
                </a:cubicBezTo>
                <a:cubicBezTo>
                  <a:pt x="1980238" y="38457"/>
                  <a:pt x="1975988" y="40159"/>
                  <a:pt x="1972606" y="43563"/>
                </a:cubicBezTo>
                <a:cubicBezTo>
                  <a:pt x="1969225" y="46968"/>
                  <a:pt x="1967534" y="52418"/>
                  <a:pt x="1967534" y="59913"/>
                </a:cubicBezTo>
                <a:lnTo>
                  <a:pt x="1967534" y="102208"/>
                </a:lnTo>
                <a:lnTo>
                  <a:pt x="1955195" y="102208"/>
                </a:lnTo>
                <a:lnTo>
                  <a:pt x="1955195" y="54908"/>
                </a:lnTo>
                <a:cubicBezTo>
                  <a:pt x="1955195" y="49424"/>
                  <a:pt x="1954189" y="45312"/>
                  <a:pt x="1952179" y="42570"/>
                </a:cubicBezTo>
                <a:cubicBezTo>
                  <a:pt x="1950168" y="39828"/>
                  <a:pt x="1946877" y="38457"/>
                  <a:pt x="1942307" y="38457"/>
                </a:cubicBezTo>
                <a:cubicBezTo>
                  <a:pt x="1938834" y="38457"/>
                  <a:pt x="1935624" y="39371"/>
                  <a:pt x="1932676" y="41199"/>
                </a:cubicBezTo>
                <a:cubicBezTo>
                  <a:pt x="1929728" y="43027"/>
                  <a:pt x="1927592" y="45700"/>
                  <a:pt x="1926267" y="49219"/>
                </a:cubicBezTo>
                <a:cubicBezTo>
                  <a:pt x="1924941" y="52738"/>
                  <a:pt x="1924279" y="57810"/>
                  <a:pt x="1924279" y="64437"/>
                </a:cubicBezTo>
                <a:lnTo>
                  <a:pt x="1924279" y="102208"/>
                </a:lnTo>
                <a:lnTo>
                  <a:pt x="1911940" y="102208"/>
                </a:lnTo>
                <a:close/>
                <a:moveTo>
                  <a:pt x="2066488" y="102208"/>
                </a:moveTo>
                <a:lnTo>
                  <a:pt x="2066488" y="1714"/>
                </a:lnTo>
                <a:lnTo>
                  <a:pt x="2078827" y="1714"/>
                </a:lnTo>
                <a:lnTo>
                  <a:pt x="2078827" y="102208"/>
                </a:lnTo>
                <a:lnTo>
                  <a:pt x="2066488" y="102208"/>
                </a:lnTo>
                <a:close/>
                <a:moveTo>
                  <a:pt x="2148102" y="78764"/>
                </a:moveTo>
                <a:lnTo>
                  <a:pt x="2160852" y="80341"/>
                </a:lnTo>
                <a:cubicBezTo>
                  <a:pt x="2158841" y="87790"/>
                  <a:pt x="2155117" y="93571"/>
                  <a:pt x="2149678" y="97684"/>
                </a:cubicBezTo>
                <a:cubicBezTo>
                  <a:pt x="2144240" y="101797"/>
                  <a:pt x="2137294" y="103853"/>
                  <a:pt x="2128839" y="103853"/>
                </a:cubicBezTo>
                <a:cubicBezTo>
                  <a:pt x="2118191" y="103853"/>
                  <a:pt x="2109748" y="100574"/>
                  <a:pt x="2103510" y="94016"/>
                </a:cubicBezTo>
                <a:cubicBezTo>
                  <a:pt x="2097272" y="87458"/>
                  <a:pt x="2094153" y="78261"/>
                  <a:pt x="2094153" y="66425"/>
                </a:cubicBezTo>
                <a:cubicBezTo>
                  <a:pt x="2094153" y="54177"/>
                  <a:pt x="2097306" y="44672"/>
                  <a:pt x="2103613" y="37908"/>
                </a:cubicBezTo>
                <a:cubicBezTo>
                  <a:pt x="2109919" y="31145"/>
                  <a:pt x="2118100" y="27763"/>
                  <a:pt x="2128154" y="27763"/>
                </a:cubicBezTo>
                <a:cubicBezTo>
                  <a:pt x="2137888" y="27763"/>
                  <a:pt x="2145839" y="31076"/>
                  <a:pt x="2152009" y="37702"/>
                </a:cubicBezTo>
                <a:cubicBezTo>
                  <a:pt x="2158178" y="44329"/>
                  <a:pt x="2161263" y="53652"/>
                  <a:pt x="2161263" y="65671"/>
                </a:cubicBezTo>
                <a:cubicBezTo>
                  <a:pt x="2161263" y="66402"/>
                  <a:pt x="2161240" y="67499"/>
                  <a:pt x="2161195" y="68961"/>
                </a:cubicBezTo>
                <a:lnTo>
                  <a:pt x="2106903" y="68961"/>
                </a:lnTo>
                <a:cubicBezTo>
                  <a:pt x="2107360" y="76959"/>
                  <a:pt x="2109622" y="83083"/>
                  <a:pt x="2113690" y="87333"/>
                </a:cubicBezTo>
                <a:cubicBezTo>
                  <a:pt x="2117757" y="91583"/>
                  <a:pt x="2122830" y="93708"/>
                  <a:pt x="2128908" y="93708"/>
                </a:cubicBezTo>
                <a:cubicBezTo>
                  <a:pt x="2133432" y="93708"/>
                  <a:pt x="2137294" y="92520"/>
                  <a:pt x="2140493" y="90143"/>
                </a:cubicBezTo>
                <a:cubicBezTo>
                  <a:pt x="2143692" y="87767"/>
                  <a:pt x="2146228" y="83974"/>
                  <a:pt x="2148102" y="78764"/>
                </a:cubicBezTo>
                <a:moveTo>
                  <a:pt x="2107589" y="58816"/>
                </a:moveTo>
                <a:lnTo>
                  <a:pt x="2148239" y="58816"/>
                </a:lnTo>
                <a:cubicBezTo>
                  <a:pt x="2147690" y="52692"/>
                  <a:pt x="2146137" y="48099"/>
                  <a:pt x="2143577" y="45037"/>
                </a:cubicBezTo>
                <a:cubicBezTo>
                  <a:pt x="2139647" y="40285"/>
                  <a:pt x="2134552" y="37908"/>
                  <a:pt x="2128291" y="37908"/>
                </a:cubicBezTo>
                <a:cubicBezTo>
                  <a:pt x="2122624" y="37908"/>
                  <a:pt x="2117860" y="39805"/>
                  <a:pt x="2113998" y="43598"/>
                </a:cubicBezTo>
                <a:cubicBezTo>
                  <a:pt x="2110136" y="47391"/>
                  <a:pt x="2108000" y="52464"/>
                  <a:pt x="2107589" y="58816"/>
                </a:cubicBezTo>
                <a:close/>
                <a:moveTo>
                  <a:pt x="2179046" y="102208"/>
                </a:moveTo>
                <a:lnTo>
                  <a:pt x="2179046" y="39005"/>
                </a:lnTo>
                <a:lnTo>
                  <a:pt x="2168146" y="39005"/>
                </a:lnTo>
                <a:lnTo>
                  <a:pt x="2168146" y="29408"/>
                </a:lnTo>
                <a:lnTo>
                  <a:pt x="2179046" y="29408"/>
                </a:lnTo>
                <a:lnTo>
                  <a:pt x="2179046" y="21662"/>
                </a:lnTo>
                <a:cubicBezTo>
                  <a:pt x="2179046" y="16772"/>
                  <a:pt x="2179480" y="13139"/>
                  <a:pt x="2180348" y="10762"/>
                </a:cubicBezTo>
                <a:cubicBezTo>
                  <a:pt x="2181536" y="7563"/>
                  <a:pt x="2183627" y="4970"/>
                  <a:pt x="2186620" y="2982"/>
                </a:cubicBezTo>
                <a:cubicBezTo>
                  <a:pt x="2189614" y="994"/>
                  <a:pt x="2193807" y="0"/>
                  <a:pt x="2199199" y="0"/>
                </a:cubicBezTo>
                <a:cubicBezTo>
                  <a:pt x="2202672" y="0"/>
                  <a:pt x="2206511" y="411"/>
                  <a:pt x="2210716" y="1234"/>
                </a:cubicBezTo>
                <a:lnTo>
                  <a:pt x="2208865" y="11996"/>
                </a:lnTo>
                <a:cubicBezTo>
                  <a:pt x="2206306" y="11539"/>
                  <a:pt x="2203883" y="11311"/>
                  <a:pt x="2201598" y="11311"/>
                </a:cubicBezTo>
                <a:cubicBezTo>
                  <a:pt x="2197851" y="11311"/>
                  <a:pt x="2195200" y="12110"/>
                  <a:pt x="2193647" y="13710"/>
                </a:cubicBezTo>
                <a:cubicBezTo>
                  <a:pt x="2192093" y="15309"/>
                  <a:pt x="2191316" y="18303"/>
                  <a:pt x="2191316" y="22690"/>
                </a:cubicBezTo>
                <a:lnTo>
                  <a:pt x="2191316" y="29408"/>
                </a:lnTo>
                <a:lnTo>
                  <a:pt x="2205506" y="29408"/>
                </a:lnTo>
                <a:lnTo>
                  <a:pt x="2205506" y="39005"/>
                </a:lnTo>
                <a:lnTo>
                  <a:pt x="2191316" y="39005"/>
                </a:lnTo>
                <a:lnTo>
                  <a:pt x="2191316" y="102208"/>
                </a:lnTo>
                <a:lnTo>
                  <a:pt x="2179046" y="102208"/>
                </a:lnTo>
                <a:close/>
                <a:moveTo>
                  <a:pt x="2241561" y="91171"/>
                </a:moveTo>
                <a:lnTo>
                  <a:pt x="2243344" y="102071"/>
                </a:lnTo>
                <a:cubicBezTo>
                  <a:pt x="2239870" y="102802"/>
                  <a:pt x="2236763" y="103168"/>
                  <a:pt x="2234021" y="103168"/>
                </a:cubicBezTo>
                <a:cubicBezTo>
                  <a:pt x="2229542" y="103168"/>
                  <a:pt x="2226069" y="102459"/>
                  <a:pt x="2223601" y="101043"/>
                </a:cubicBezTo>
                <a:cubicBezTo>
                  <a:pt x="2221133" y="99626"/>
                  <a:pt x="2219397" y="97764"/>
                  <a:pt x="2218391" y="95456"/>
                </a:cubicBezTo>
                <a:cubicBezTo>
                  <a:pt x="2217386" y="93148"/>
                  <a:pt x="2216883" y="88292"/>
                  <a:pt x="2216883" y="80889"/>
                </a:cubicBezTo>
                <a:lnTo>
                  <a:pt x="2216883" y="39005"/>
                </a:lnTo>
                <a:lnTo>
                  <a:pt x="2207835" y="39005"/>
                </a:lnTo>
                <a:lnTo>
                  <a:pt x="2207835" y="29408"/>
                </a:lnTo>
                <a:lnTo>
                  <a:pt x="2216883" y="29408"/>
                </a:lnTo>
                <a:lnTo>
                  <a:pt x="2216883" y="11379"/>
                </a:lnTo>
                <a:lnTo>
                  <a:pt x="2229154" y="3976"/>
                </a:lnTo>
                <a:lnTo>
                  <a:pt x="2229154" y="29408"/>
                </a:lnTo>
                <a:lnTo>
                  <a:pt x="2241561" y="29408"/>
                </a:lnTo>
                <a:lnTo>
                  <a:pt x="2241561" y="39005"/>
                </a:lnTo>
                <a:lnTo>
                  <a:pt x="2229154" y="39005"/>
                </a:lnTo>
                <a:lnTo>
                  <a:pt x="2229154" y="81574"/>
                </a:lnTo>
                <a:cubicBezTo>
                  <a:pt x="2229154" y="85093"/>
                  <a:pt x="2229371" y="87355"/>
                  <a:pt x="2229805" y="88361"/>
                </a:cubicBezTo>
                <a:cubicBezTo>
                  <a:pt x="2230239" y="89366"/>
                  <a:pt x="2230948" y="90166"/>
                  <a:pt x="2231930" y="90760"/>
                </a:cubicBezTo>
                <a:cubicBezTo>
                  <a:pt x="2232913" y="91354"/>
                  <a:pt x="2234318" y="91651"/>
                  <a:pt x="2236146" y="91651"/>
                </a:cubicBezTo>
                <a:cubicBezTo>
                  <a:pt x="2237517" y="91651"/>
                  <a:pt x="2239322" y="91491"/>
                  <a:pt x="2241561" y="91171"/>
                </a:cubicBezTo>
                <a:close/>
                <a:moveTo>
                  <a:pt x="2318607" y="91171"/>
                </a:moveTo>
                <a:lnTo>
                  <a:pt x="2320389" y="102071"/>
                </a:lnTo>
                <a:cubicBezTo>
                  <a:pt x="2316916" y="102802"/>
                  <a:pt x="2313808" y="103168"/>
                  <a:pt x="2311067" y="103168"/>
                </a:cubicBezTo>
                <a:cubicBezTo>
                  <a:pt x="2306588" y="103168"/>
                  <a:pt x="2303115" y="102459"/>
                  <a:pt x="2300647" y="101043"/>
                </a:cubicBezTo>
                <a:cubicBezTo>
                  <a:pt x="2298179" y="99626"/>
                  <a:pt x="2296443" y="97764"/>
                  <a:pt x="2295437" y="95456"/>
                </a:cubicBezTo>
                <a:cubicBezTo>
                  <a:pt x="2294432" y="93148"/>
                  <a:pt x="2293929" y="88292"/>
                  <a:pt x="2293929" y="80889"/>
                </a:cubicBezTo>
                <a:lnTo>
                  <a:pt x="2293929" y="39005"/>
                </a:lnTo>
                <a:lnTo>
                  <a:pt x="2284880" y="39005"/>
                </a:lnTo>
                <a:lnTo>
                  <a:pt x="2284880" y="29408"/>
                </a:lnTo>
                <a:lnTo>
                  <a:pt x="2293929" y="29408"/>
                </a:lnTo>
                <a:lnTo>
                  <a:pt x="2293929" y="11379"/>
                </a:lnTo>
                <a:lnTo>
                  <a:pt x="2306199" y="3976"/>
                </a:lnTo>
                <a:lnTo>
                  <a:pt x="2306199" y="29408"/>
                </a:lnTo>
                <a:lnTo>
                  <a:pt x="2318607" y="29408"/>
                </a:lnTo>
                <a:lnTo>
                  <a:pt x="2318607" y="39005"/>
                </a:lnTo>
                <a:lnTo>
                  <a:pt x="2306199" y="39005"/>
                </a:lnTo>
                <a:lnTo>
                  <a:pt x="2306199" y="81574"/>
                </a:lnTo>
                <a:cubicBezTo>
                  <a:pt x="2306199" y="85093"/>
                  <a:pt x="2306417" y="87355"/>
                  <a:pt x="2306851" y="88361"/>
                </a:cubicBezTo>
                <a:cubicBezTo>
                  <a:pt x="2307285" y="89366"/>
                  <a:pt x="2307993" y="90166"/>
                  <a:pt x="2308976" y="90760"/>
                </a:cubicBezTo>
                <a:cubicBezTo>
                  <a:pt x="2309958" y="91354"/>
                  <a:pt x="2311364" y="91651"/>
                  <a:pt x="2313192" y="91651"/>
                </a:cubicBezTo>
                <a:cubicBezTo>
                  <a:pt x="2314563" y="91651"/>
                  <a:pt x="2316368" y="91491"/>
                  <a:pt x="2318607" y="91171"/>
                </a:cubicBezTo>
                <a:close/>
                <a:moveTo>
                  <a:pt x="2325597" y="65808"/>
                </a:moveTo>
                <a:cubicBezTo>
                  <a:pt x="2325597" y="52326"/>
                  <a:pt x="2329345" y="42341"/>
                  <a:pt x="2336839" y="35852"/>
                </a:cubicBezTo>
                <a:cubicBezTo>
                  <a:pt x="2343100" y="30459"/>
                  <a:pt x="2350732" y="27763"/>
                  <a:pt x="2359735" y="27763"/>
                </a:cubicBezTo>
                <a:cubicBezTo>
                  <a:pt x="2369743" y="27763"/>
                  <a:pt x="2377924" y="31042"/>
                  <a:pt x="2384276" y="37600"/>
                </a:cubicBezTo>
                <a:cubicBezTo>
                  <a:pt x="2390628" y="44158"/>
                  <a:pt x="2393804" y="53218"/>
                  <a:pt x="2393804" y="64780"/>
                </a:cubicBezTo>
                <a:cubicBezTo>
                  <a:pt x="2393804" y="74148"/>
                  <a:pt x="2392399" y="81517"/>
                  <a:pt x="2389588" y="86887"/>
                </a:cubicBezTo>
                <a:cubicBezTo>
                  <a:pt x="2386778" y="92257"/>
                  <a:pt x="2382688" y="96427"/>
                  <a:pt x="2377318" y="99397"/>
                </a:cubicBezTo>
                <a:cubicBezTo>
                  <a:pt x="2371948" y="102368"/>
                  <a:pt x="2366087" y="103853"/>
                  <a:pt x="2359735" y="103853"/>
                </a:cubicBezTo>
                <a:cubicBezTo>
                  <a:pt x="2349544" y="103853"/>
                  <a:pt x="2341306" y="100586"/>
                  <a:pt x="2335023" y="94051"/>
                </a:cubicBezTo>
                <a:cubicBezTo>
                  <a:pt x="2328739" y="87515"/>
                  <a:pt x="2325597" y="78101"/>
                  <a:pt x="2325597" y="65808"/>
                </a:cubicBezTo>
                <a:moveTo>
                  <a:pt x="2338279" y="65808"/>
                </a:moveTo>
                <a:cubicBezTo>
                  <a:pt x="2338279" y="75131"/>
                  <a:pt x="2340313" y="82111"/>
                  <a:pt x="2344380" y="86750"/>
                </a:cubicBezTo>
                <a:cubicBezTo>
                  <a:pt x="2348447" y="91388"/>
                  <a:pt x="2353565" y="93708"/>
                  <a:pt x="2359735" y="93708"/>
                </a:cubicBezTo>
                <a:cubicBezTo>
                  <a:pt x="2365859" y="93708"/>
                  <a:pt x="2370954" y="91377"/>
                  <a:pt x="2375022" y="86716"/>
                </a:cubicBezTo>
                <a:cubicBezTo>
                  <a:pt x="2379089" y="82054"/>
                  <a:pt x="2381123" y="74948"/>
                  <a:pt x="2381123" y="65397"/>
                </a:cubicBezTo>
                <a:cubicBezTo>
                  <a:pt x="2381123" y="56394"/>
                  <a:pt x="2379077" y="49573"/>
                  <a:pt x="2374987" y="44934"/>
                </a:cubicBezTo>
                <a:cubicBezTo>
                  <a:pt x="2370897" y="40296"/>
                  <a:pt x="2365813" y="37977"/>
                  <a:pt x="2359735" y="37977"/>
                </a:cubicBezTo>
                <a:cubicBezTo>
                  <a:pt x="2353565" y="37977"/>
                  <a:pt x="2348447" y="40285"/>
                  <a:pt x="2344380" y="44900"/>
                </a:cubicBezTo>
                <a:cubicBezTo>
                  <a:pt x="2340313" y="49516"/>
                  <a:pt x="2338279" y="56485"/>
                  <a:pt x="2338279" y="65808"/>
                </a:cubicBezTo>
                <a:close/>
                <a:moveTo>
                  <a:pt x="2446408" y="102208"/>
                </a:moveTo>
                <a:lnTo>
                  <a:pt x="2446408" y="29408"/>
                </a:lnTo>
                <a:lnTo>
                  <a:pt x="2457513" y="29408"/>
                </a:lnTo>
                <a:lnTo>
                  <a:pt x="2457513" y="40444"/>
                </a:lnTo>
                <a:cubicBezTo>
                  <a:pt x="2460347" y="35280"/>
                  <a:pt x="2462963" y="31876"/>
                  <a:pt x="2465362" y="30231"/>
                </a:cubicBezTo>
                <a:cubicBezTo>
                  <a:pt x="2467762" y="28585"/>
                  <a:pt x="2470401" y="27763"/>
                  <a:pt x="2473280" y="27763"/>
                </a:cubicBezTo>
                <a:cubicBezTo>
                  <a:pt x="2477439" y="27763"/>
                  <a:pt x="2481666" y="29088"/>
                  <a:pt x="2485962" y="31739"/>
                </a:cubicBezTo>
                <a:lnTo>
                  <a:pt x="2481711" y="43186"/>
                </a:lnTo>
                <a:cubicBezTo>
                  <a:pt x="2478695" y="41404"/>
                  <a:pt x="2475679" y="40513"/>
                  <a:pt x="2472663" y="40513"/>
                </a:cubicBezTo>
                <a:cubicBezTo>
                  <a:pt x="2469967" y="40513"/>
                  <a:pt x="2467545" y="41324"/>
                  <a:pt x="2465397" y="42947"/>
                </a:cubicBezTo>
                <a:cubicBezTo>
                  <a:pt x="2463249" y="44569"/>
                  <a:pt x="2461718" y="46820"/>
                  <a:pt x="2460804" y="49699"/>
                </a:cubicBezTo>
                <a:cubicBezTo>
                  <a:pt x="2459433" y="54086"/>
                  <a:pt x="2458747" y="58884"/>
                  <a:pt x="2458747" y="64094"/>
                </a:cubicBezTo>
                <a:lnTo>
                  <a:pt x="2458747" y="102208"/>
                </a:lnTo>
                <a:lnTo>
                  <a:pt x="2446408" y="102208"/>
                </a:lnTo>
                <a:close/>
                <a:moveTo>
                  <a:pt x="2492999" y="15904"/>
                </a:moveTo>
                <a:lnTo>
                  <a:pt x="2492999" y="1714"/>
                </a:lnTo>
                <a:lnTo>
                  <a:pt x="2505338" y="1714"/>
                </a:lnTo>
                <a:lnTo>
                  <a:pt x="2505338" y="15904"/>
                </a:lnTo>
                <a:lnTo>
                  <a:pt x="2492999" y="15904"/>
                </a:lnTo>
                <a:moveTo>
                  <a:pt x="2492999" y="102208"/>
                </a:moveTo>
                <a:lnTo>
                  <a:pt x="2492999" y="29408"/>
                </a:lnTo>
                <a:lnTo>
                  <a:pt x="2505338" y="29408"/>
                </a:lnTo>
                <a:lnTo>
                  <a:pt x="2505338" y="102208"/>
                </a:lnTo>
                <a:lnTo>
                  <a:pt x="2492999" y="102208"/>
                </a:lnTo>
                <a:close/>
                <a:moveTo>
                  <a:pt x="2522171" y="108240"/>
                </a:moveTo>
                <a:lnTo>
                  <a:pt x="2534167" y="110023"/>
                </a:lnTo>
                <a:cubicBezTo>
                  <a:pt x="2534670" y="113724"/>
                  <a:pt x="2536064" y="116421"/>
                  <a:pt x="2538349" y="118112"/>
                </a:cubicBezTo>
                <a:cubicBezTo>
                  <a:pt x="2541411" y="120397"/>
                  <a:pt x="2545592" y="121539"/>
                  <a:pt x="2550894" y="121539"/>
                </a:cubicBezTo>
                <a:cubicBezTo>
                  <a:pt x="2556606" y="121539"/>
                  <a:pt x="2561016" y="120397"/>
                  <a:pt x="2564124" y="118112"/>
                </a:cubicBezTo>
                <a:cubicBezTo>
                  <a:pt x="2567231" y="115827"/>
                  <a:pt x="2569334" y="112628"/>
                  <a:pt x="2570430" y="108515"/>
                </a:cubicBezTo>
                <a:cubicBezTo>
                  <a:pt x="2571070" y="106001"/>
                  <a:pt x="2571367" y="100723"/>
                  <a:pt x="2571322" y="92680"/>
                </a:cubicBezTo>
                <a:cubicBezTo>
                  <a:pt x="2565929" y="99032"/>
                  <a:pt x="2559211" y="102208"/>
                  <a:pt x="2551168" y="102208"/>
                </a:cubicBezTo>
                <a:cubicBezTo>
                  <a:pt x="2541160" y="102208"/>
                  <a:pt x="2533413" y="98598"/>
                  <a:pt x="2527929" y="91377"/>
                </a:cubicBezTo>
                <a:cubicBezTo>
                  <a:pt x="2522445" y="84156"/>
                  <a:pt x="2519703" y="75496"/>
                  <a:pt x="2519703" y="65397"/>
                </a:cubicBezTo>
                <a:cubicBezTo>
                  <a:pt x="2519703" y="58450"/>
                  <a:pt x="2520960" y="52041"/>
                  <a:pt x="2523474" y="46168"/>
                </a:cubicBezTo>
                <a:cubicBezTo>
                  <a:pt x="2525987" y="40296"/>
                  <a:pt x="2529632" y="35760"/>
                  <a:pt x="2534407" y="32561"/>
                </a:cubicBezTo>
                <a:cubicBezTo>
                  <a:pt x="2539183" y="29362"/>
                  <a:pt x="2544793" y="27763"/>
                  <a:pt x="2551236" y="27763"/>
                </a:cubicBezTo>
                <a:cubicBezTo>
                  <a:pt x="2559828" y="27763"/>
                  <a:pt x="2566912" y="31236"/>
                  <a:pt x="2572487" y="38182"/>
                </a:cubicBezTo>
                <a:lnTo>
                  <a:pt x="2572487" y="29408"/>
                </a:lnTo>
                <a:lnTo>
                  <a:pt x="2583866" y="29408"/>
                </a:lnTo>
                <a:lnTo>
                  <a:pt x="2583866" y="92337"/>
                </a:lnTo>
                <a:cubicBezTo>
                  <a:pt x="2583866" y="103670"/>
                  <a:pt x="2582712" y="111702"/>
                  <a:pt x="2580404" y="116432"/>
                </a:cubicBezTo>
                <a:cubicBezTo>
                  <a:pt x="2578097" y="121162"/>
                  <a:pt x="2574441" y="124898"/>
                  <a:pt x="2569436" y="127640"/>
                </a:cubicBezTo>
                <a:cubicBezTo>
                  <a:pt x="2564432" y="130382"/>
                  <a:pt x="2558274" y="131753"/>
                  <a:pt x="2550962" y="131753"/>
                </a:cubicBezTo>
                <a:cubicBezTo>
                  <a:pt x="2542279" y="131753"/>
                  <a:pt x="2535264" y="129799"/>
                  <a:pt x="2529917" y="125892"/>
                </a:cubicBezTo>
                <a:cubicBezTo>
                  <a:pt x="2524570" y="121985"/>
                  <a:pt x="2521988" y="116101"/>
                  <a:pt x="2522171" y="108240"/>
                </a:cubicBezTo>
                <a:moveTo>
                  <a:pt x="2532385" y="64505"/>
                </a:moveTo>
                <a:cubicBezTo>
                  <a:pt x="2532385" y="74057"/>
                  <a:pt x="2534282" y="81026"/>
                  <a:pt x="2538075" y="85413"/>
                </a:cubicBezTo>
                <a:cubicBezTo>
                  <a:pt x="2541868" y="89800"/>
                  <a:pt x="2546621" y="91994"/>
                  <a:pt x="2552333" y="91994"/>
                </a:cubicBezTo>
                <a:cubicBezTo>
                  <a:pt x="2558000" y="91994"/>
                  <a:pt x="2562753" y="89812"/>
                  <a:pt x="2566592" y="85447"/>
                </a:cubicBezTo>
                <a:cubicBezTo>
                  <a:pt x="2570430" y="81083"/>
                  <a:pt x="2572350" y="74240"/>
                  <a:pt x="2572350" y="64917"/>
                </a:cubicBezTo>
                <a:cubicBezTo>
                  <a:pt x="2572350" y="56005"/>
                  <a:pt x="2570373" y="49287"/>
                  <a:pt x="2566420" y="44763"/>
                </a:cubicBezTo>
                <a:cubicBezTo>
                  <a:pt x="2562467" y="40239"/>
                  <a:pt x="2557703" y="37977"/>
                  <a:pt x="2552128" y="37977"/>
                </a:cubicBezTo>
                <a:cubicBezTo>
                  <a:pt x="2546644" y="37977"/>
                  <a:pt x="2541982" y="40205"/>
                  <a:pt x="2538143" y="44660"/>
                </a:cubicBezTo>
                <a:cubicBezTo>
                  <a:pt x="2534305" y="49116"/>
                  <a:pt x="2532385" y="55731"/>
                  <a:pt x="2532385" y="64505"/>
                </a:cubicBezTo>
                <a:close/>
                <a:moveTo>
                  <a:pt x="2602267" y="102208"/>
                </a:moveTo>
                <a:lnTo>
                  <a:pt x="2602267" y="1714"/>
                </a:lnTo>
                <a:lnTo>
                  <a:pt x="2614606" y="1714"/>
                </a:lnTo>
                <a:lnTo>
                  <a:pt x="2614606" y="37771"/>
                </a:lnTo>
                <a:cubicBezTo>
                  <a:pt x="2620364" y="31099"/>
                  <a:pt x="2627630" y="27763"/>
                  <a:pt x="2636404" y="27763"/>
                </a:cubicBezTo>
                <a:cubicBezTo>
                  <a:pt x="2641797" y="27763"/>
                  <a:pt x="2646481" y="28825"/>
                  <a:pt x="2650457" y="30950"/>
                </a:cubicBezTo>
                <a:cubicBezTo>
                  <a:pt x="2654433" y="33075"/>
                  <a:pt x="2657278" y="36012"/>
                  <a:pt x="2658992" y="39759"/>
                </a:cubicBezTo>
                <a:cubicBezTo>
                  <a:pt x="2660705" y="43506"/>
                  <a:pt x="2661562" y="48945"/>
                  <a:pt x="2661562" y="56074"/>
                </a:cubicBezTo>
                <a:lnTo>
                  <a:pt x="2661562" y="102208"/>
                </a:lnTo>
                <a:lnTo>
                  <a:pt x="2649223" y="102208"/>
                </a:lnTo>
                <a:lnTo>
                  <a:pt x="2649223" y="56074"/>
                </a:lnTo>
                <a:cubicBezTo>
                  <a:pt x="2649223" y="49904"/>
                  <a:pt x="2647887" y="45414"/>
                  <a:pt x="2645213" y="42604"/>
                </a:cubicBezTo>
                <a:cubicBezTo>
                  <a:pt x="2642540" y="39793"/>
                  <a:pt x="2638758" y="38388"/>
                  <a:pt x="2633868" y="38388"/>
                </a:cubicBezTo>
                <a:cubicBezTo>
                  <a:pt x="2630212" y="38388"/>
                  <a:pt x="2626773" y="39336"/>
                  <a:pt x="2623551" y="41233"/>
                </a:cubicBezTo>
                <a:cubicBezTo>
                  <a:pt x="2620329" y="43129"/>
                  <a:pt x="2618033" y="45700"/>
                  <a:pt x="2616662" y="48945"/>
                </a:cubicBezTo>
                <a:cubicBezTo>
                  <a:pt x="2615291" y="52189"/>
                  <a:pt x="2614606" y="56668"/>
                  <a:pt x="2614606" y="62380"/>
                </a:cubicBezTo>
                <a:lnTo>
                  <a:pt x="2614606" y="102208"/>
                </a:lnTo>
                <a:lnTo>
                  <a:pt x="2602267" y="102208"/>
                </a:lnTo>
                <a:close/>
                <a:moveTo>
                  <a:pt x="2707039" y="91171"/>
                </a:moveTo>
                <a:lnTo>
                  <a:pt x="2708821" y="102071"/>
                </a:lnTo>
                <a:cubicBezTo>
                  <a:pt x="2705348" y="102802"/>
                  <a:pt x="2702240" y="103168"/>
                  <a:pt x="2699498" y="103168"/>
                </a:cubicBezTo>
                <a:cubicBezTo>
                  <a:pt x="2695020" y="103168"/>
                  <a:pt x="2691546" y="102459"/>
                  <a:pt x="2689079" y="101043"/>
                </a:cubicBezTo>
                <a:cubicBezTo>
                  <a:pt x="2686611" y="99626"/>
                  <a:pt x="2684874" y="97764"/>
                  <a:pt x="2683869" y="95456"/>
                </a:cubicBezTo>
                <a:cubicBezTo>
                  <a:pt x="2682863" y="93148"/>
                  <a:pt x="2682361" y="88292"/>
                  <a:pt x="2682361" y="80889"/>
                </a:cubicBezTo>
                <a:lnTo>
                  <a:pt x="2682361" y="39005"/>
                </a:lnTo>
                <a:lnTo>
                  <a:pt x="2673312" y="39005"/>
                </a:lnTo>
                <a:lnTo>
                  <a:pt x="2673312" y="29408"/>
                </a:lnTo>
                <a:lnTo>
                  <a:pt x="2682361" y="29408"/>
                </a:lnTo>
                <a:lnTo>
                  <a:pt x="2682361" y="11379"/>
                </a:lnTo>
                <a:lnTo>
                  <a:pt x="2694631" y="3976"/>
                </a:lnTo>
                <a:lnTo>
                  <a:pt x="2694631" y="29408"/>
                </a:lnTo>
                <a:lnTo>
                  <a:pt x="2707039" y="29408"/>
                </a:lnTo>
                <a:lnTo>
                  <a:pt x="2707039" y="39005"/>
                </a:lnTo>
                <a:lnTo>
                  <a:pt x="2694631" y="39005"/>
                </a:lnTo>
                <a:lnTo>
                  <a:pt x="2694631" y="81574"/>
                </a:lnTo>
                <a:cubicBezTo>
                  <a:pt x="2694631" y="85093"/>
                  <a:pt x="2694848" y="87355"/>
                  <a:pt x="2695282" y="88361"/>
                </a:cubicBezTo>
                <a:cubicBezTo>
                  <a:pt x="2695717" y="89366"/>
                  <a:pt x="2696425" y="90166"/>
                  <a:pt x="2697407" y="90760"/>
                </a:cubicBezTo>
                <a:cubicBezTo>
                  <a:pt x="2698390" y="91354"/>
                  <a:pt x="2699795" y="91651"/>
                  <a:pt x="2701623" y="91651"/>
                </a:cubicBezTo>
                <a:cubicBezTo>
                  <a:pt x="2702994" y="91651"/>
                  <a:pt x="2704799" y="91491"/>
                  <a:pt x="2707039" y="91171"/>
                </a:cubicBezTo>
                <a:close/>
                <a:moveTo>
                  <a:pt x="2721843" y="102208"/>
                </a:moveTo>
                <a:lnTo>
                  <a:pt x="2721843" y="88155"/>
                </a:lnTo>
                <a:lnTo>
                  <a:pt x="2735896" y="88155"/>
                </a:lnTo>
                <a:lnTo>
                  <a:pt x="2735896" y="102208"/>
                </a:lnTo>
                <a:cubicBezTo>
                  <a:pt x="2735896" y="107372"/>
                  <a:pt x="2734982" y="111542"/>
                  <a:pt x="2733154" y="114718"/>
                </a:cubicBezTo>
                <a:cubicBezTo>
                  <a:pt x="2731326" y="117894"/>
                  <a:pt x="2728424" y="120351"/>
                  <a:pt x="2724448" y="122087"/>
                </a:cubicBezTo>
                <a:lnTo>
                  <a:pt x="2721020" y="116809"/>
                </a:lnTo>
                <a:cubicBezTo>
                  <a:pt x="2723625" y="115667"/>
                  <a:pt x="2725545" y="113987"/>
                  <a:pt x="2726779" y="111771"/>
                </a:cubicBezTo>
                <a:cubicBezTo>
                  <a:pt x="2728012" y="109554"/>
                  <a:pt x="2728698" y="106367"/>
                  <a:pt x="2728835" y="102208"/>
                </a:cubicBezTo>
                <a:lnTo>
                  <a:pt x="2721843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containsabagofchips.">
            <a:extLst xmlns:a="http://schemas.openxmlformats.org/drawingml/2006/main">
              <a:ext uri="{FF2B5EF4-FFF2-40B4-BE49-F238E27FC236}">
                <a16:creationId xmlns:a16="http://schemas.microsoft.com/office/drawing/2014/main" id="{873E66DD-C07D-4433-AC70-48686576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20" y="4930250"/>
            <a:ext cx="1450857" cy="131753"/>
          </a:xfrm>
          <a:custGeom xmlns:a="http://schemas.openxmlformats.org/drawingml/2006/main">
            <a:pathLst>
              <a:path w="1450857" h="131753">
                <a:moveTo>
                  <a:pt x="51275" y="75542"/>
                </a:moveTo>
                <a:lnTo>
                  <a:pt x="63409" y="77119"/>
                </a:lnTo>
                <a:cubicBezTo>
                  <a:pt x="62083" y="85482"/>
                  <a:pt x="58690" y="92028"/>
                  <a:pt x="53229" y="96758"/>
                </a:cubicBezTo>
                <a:cubicBezTo>
                  <a:pt x="47768" y="101488"/>
                  <a:pt x="41061" y="103853"/>
                  <a:pt x="33110" y="103853"/>
                </a:cubicBezTo>
                <a:cubicBezTo>
                  <a:pt x="23147" y="103853"/>
                  <a:pt x="15138" y="100597"/>
                  <a:pt x="9083" y="94085"/>
                </a:cubicBezTo>
                <a:cubicBezTo>
                  <a:pt x="3028" y="87573"/>
                  <a:pt x="0" y="78238"/>
                  <a:pt x="0" y="66082"/>
                </a:cubicBezTo>
                <a:cubicBezTo>
                  <a:pt x="0" y="58222"/>
                  <a:pt x="1302" y="51344"/>
                  <a:pt x="3907" y="45449"/>
                </a:cubicBezTo>
                <a:cubicBezTo>
                  <a:pt x="6512" y="39553"/>
                  <a:pt x="10477" y="35132"/>
                  <a:pt x="15801" y="32184"/>
                </a:cubicBezTo>
                <a:cubicBezTo>
                  <a:pt x="21125" y="29237"/>
                  <a:pt x="26917" y="27763"/>
                  <a:pt x="33178" y="27763"/>
                </a:cubicBezTo>
                <a:cubicBezTo>
                  <a:pt x="41084" y="27763"/>
                  <a:pt x="47551" y="29762"/>
                  <a:pt x="52578" y="33761"/>
                </a:cubicBezTo>
                <a:cubicBezTo>
                  <a:pt x="57605" y="37760"/>
                  <a:pt x="60827" y="43438"/>
                  <a:pt x="62243" y="50795"/>
                </a:cubicBezTo>
                <a:lnTo>
                  <a:pt x="50247" y="52646"/>
                </a:lnTo>
                <a:cubicBezTo>
                  <a:pt x="49105" y="47756"/>
                  <a:pt x="47082" y="44078"/>
                  <a:pt x="44180" y="41610"/>
                </a:cubicBezTo>
                <a:cubicBezTo>
                  <a:pt x="41278" y="39142"/>
                  <a:pt x="37771" y="37908"/>
                  <a:pt x="33658" y="37908"/>
                </a:cubicBezTo>
                <a:cubicBezTo>
                  <a:pt x="27443" y="37908"/>
                  <a:pt x="22393" y="40136"/>
                  <a:pt x="18508" y="44592"/>
                </a:cubicBezTo>
                <a:cubicBezTo>
                  <a:pt x="14624" y="49047"/>
                  <a:pt x="12682" y="56097"/>
                  <a:pt x="12682" y="65739"/>
                </a:cubicBezTo>
                <a:cubicBezTo>
                  <a:pt x="12682" y="75519"/>
                  <a:pt x="14555" y="82626"/>
                  <a:pt x="18303" y="87058"/>
                </a:cubicBezTo>
                <a:cubicBezTo>
                  <a:pt x="22050" y="91491"/>
                  <a:pt x="26940" y="93708"/>
                  <a:pt x="32973" y="93708"/>
                </a:cubicBezTo>
                <a:cubicBezTo>
                  <a:pt x="37817" y="93708"/>
                  <a:pt x="41861" y="92223"/>
                  <a:pt x="45106" y="89252"/>
                </a:cubicBezTo>
                <a:cubicBezTo>
                  <a:pt x="48351" y="86282"/>
                  <a:pt x="50407" y="81712"/>
                  <a:pt x="51275" y="75542"/>
                </a:cubicBezTo>
                <a:close/>
                <a:moveTo>
                  <a:pt x="69120" y="65808"/>
                </a:moveTo>
                <a:cubicBezTo>
                  <a:pt x="69120" y="52326"/>
                  <a:pt x="72867" y="42341"/>
                  <a:pt x="80362" y="35852"/>
                </a:cubicBezTo>
                <a:cubicBezTo>
                  <a:pt x="86623" y="30459"/>
                  <a:pt x="94255" y="27763"/>
                  <a:pt x="103258" y="27763"/>
                </a:cubicBezTo>
                <a:cubicBezTo>
                  <a:pt x="113266" y="27763"/>
                  <a:pt x="121446" y="31042"/>
                  <a:pt x="127799" y="37600"/>
                </a:cubicBezTo>
                <a:cubicBezTo>
                  <a:pt x="134151" y="44158"/>
                  <a:pt x="137327" y="53218"/>
                  <a:pt x="137327" y="64780"/>
                </a:cubicBezTo>
                <a:cubicBezTo>
                  <a:pt x="137327" y="74148"/>
                  <a:pt x="135922" y="81517"/>
                  <a:pt x="133111" y="86887"/>
                </a:cubicBezTo>
                <a:cubicBezTo>
                  <a:pt x="130301" y="92257"/>
                  <a:pt x="126211" y="96427"/>
                  <a:pt x="120841" y="99397"/>
                </a:cubicBezTo>
                <a:cubicBezTo>
                  <a:pt x="115471" y="102368"/>
                  <a:pt x="109610" y="103853"/>
                  <a:pt x="103258" y="103853"/>
                </a:cubicBezTo>
                <a:cubicBezTo>
                  <a:pt x="93067" y="103853"/>
                  <a:pt x="84829" y="100586"/>
                  <a:pt x="78545" y="94051"/>
                </a:cubicBezTo>
                <a:cubicBezTo>
                  <a:pt x="72262" y="87515"/>
                  <a:pt x="69120" y="78101"/>
                  <a:pt x="69120" y="65808"/>
                </a:cubicBezTo>
                <a:moveTo>
                  <a:pt x="81802" y="65808"/>
                </a:moveTo>
                <a:cubicBezTo>
                  <a:pt x="81802" y="75131"/>
                  <a:pt x="83835" y="82111"/>
                  <a:pt x="87903" y="86750"/>
                </a:cubicBezTo>
                <a:cubicBezTo>
                  <a:pt x="91970" y="91388"/>
                  <a:pt x="97088" y="93708"/>
                  <a:pt x="103258" y="93708"/>
                </a:cubicBezTo>
                <a:cubicBezTo>
                  <a:pt x="109382" y="93708"/>
                  <a:pt x="114477" y="91377"/>
                  <a:pt x="118544" y="86716"/>
                </a:cubicBezTo>
                <a:cubicBezTo>
                  <a:pt x="122612" y="82054"/>
                  <a:pt x="124645" y="74948"/>
                  <a:pt x="124645" y="65397"/>
                </a:cubicBezTo>
                <a:cubicBezTo>
                  <a:pt x="124645" y="56394"/>
                  <a:pt x="122600" y="49573"/>
                  <a:pt x="118510" y="44934"/>
                </a:cubicBezTo>
                <a:cubicBezTo>
                  <a:pt x="114420" y="40296"/>
                  <a:pt x="109336" y="37977"/>
                  <a:pt x="103258" y="37977"/>
                </a:cubicBezTo>
                <a:cubicBezTo>
                  <a:pt x="97088" y="37977"/>
                  <a:pt x="91970" y="40285"/>
                  <a:pt x="87903" y="44900"/>
                </a:cubicBezTo>
                <a:cubicBezTo>
                  <a:pt x="83835" y="49516"/>
                  <a:pt x="81802" y="56485"/>
                  <a:pt x="81802" y="65808"/>
                </a:cubicBezTo>
                <a:close/>
                <a:moveTo>
                  <a:pt x="151517" y="102208"/>
                </a:moveTo>
                <a:lnTo>
                  <a:pt x="151517" y="29408"/>
                </a:lnTo>
                <a:lnTo>
                  <a:pt x="162622" y="29408"/>
                </a:lnTo>
                <a:lnTo>
                  <a:pt x="162622" y="39759"/>
                </a:lnTo>
                <a:cubicBezTo>
                  <a:pt x="167969" y="31761"/>
                  <a:pt x="175692" y="27763"/>
                  <a:pt x="185792" y="27763"/>
                </a:cubicBezTo>
                <a:cubicBezTo>
                  <a:pt x="190179" y="27763"/>
                  <a:pt x="194212" y="28551"/>
                  <a:pt x="197891" y="30128"/>
                </a:cubicBezTo>
                <a:cubicBezTo>
                  <a:pt x="201570" y="31704"/>
                  <a:pt x="204323" y="33772"/>
                  <a:pt x="206151" y="36331"/>
                </a:cubicBezTo>
                <a:cubicBezTo>
                  <a:pt x="207979" y="38891"/>
                  <a:pt x="209259" y="41930"/>
                  <a:pt x="209990" y="45449"/>
                </a:cubicBezTo>
                <a:cubicBezTo>
                  <a:pt x="210447" y="47734"/>
                  <a:pt x="210675" y="51732"/>
                  <a:pt x="210675" y="57445"/>
                </a:cubicBezTo>
                <a:lnTo>
                  <a:pt x="210675" y="102208"/>
                </a:lnTo>
                <a:lnTo>
                  <a:pt x="198336" y="102208"/>
                </a:lnTo>
                <a:lnTo>
                  <a:pt x="198336" y="57925"/>
                </a:lnTo>
                <a:cubicBezTo>
                  <a:pt x="198336" y="52898"/>
                  <a:pt x="197856" y="49139"/>
                  <a:pt x="196897" y="46648"/>
                </a:cubicBezTo>
                <a:cubicBezTo>
                  <a:pt x="195937" y="44158"/>
                  <a:pt x="194235" y="42170"/>
                  <a:pt x="191790" y="40684"/>
                </a:cubicBezTo>
                <a:cubicBezTo>
                  <a:pt x="189345" y="39199"/>
                  <a:pt x="186477" y="38457"/>
                  <a:pt x="183187" y="38457"/>
                </a:cubicBezTo>
                <a:cubicBezTo>
                  <a:pt x="177931" y="38457"/>
                  <a:pt x="173396" y="40125"/>
                  <a:pt x="169580" y="43461"/>
                </a:cubicBezTo>
                <a:cubicBezTo>
                  <a:pt x="165764" y="46797"/>
                  <a:pt x="163856" y="53126"/>
                  <a:pt x="163856" y="62449"/>
                </a:cubicBezTo>
                <a:lnTo>
                  <a:pt x="163856" y="102208"/>
                </a:lnTo>
                <a:lnTo>
                  <a:pt x="151517" y="102208"/>
                </a:lnTo>
                <a:close/>
                <a:moveTo>
                  <a:pt x="256261" y="91171"/>
                </a:moveTo>
                <a:lnTo>
                  <a:pt x="258043" y="102071"/>
                </a:lnTo>
                <a:cubicBezTo>
                  <a:pt x="254570" y="102802"/>
                  <a:pt x="251463" y="103168"/>
                  <a:pt x="248721" y="103168"/>
                </a:cubicBezTo>
                <a:cubicBezTo>
                  <a:pt x="244242" y="103168"/>
                  <a:pt x="240769" y="102459"/>
                  <a:pt x="238301" y="101043"/>
                </a:cubicBezTo>
                <a:cubicBezTo>
                  <a:pt x="235833" y="99626"/>
                  <a:pt x="234097" y="97764"/>
                  <a:pt x="233091" y="95456"/>
                </a:cubicBezTo>
                <a:cubicBezTo>
                  <a:pt x="232086" y="93148"/>
                  <a:pt x="231583" y="88292"/>
                  <a:pt x="231583" y="80889"/>
                </a:cubicBezTo>
                <a:lnTo>
                  <a:pt x="231583" y="39005"/>
                </a:lnTo>
                <a:lnTo>
                  <a:pt x="222535" y="39005"/>
                </a:lnTo>
                <a:lnTo>
                  <a:pt x="222535" y="29408"/>
                </a:lnTo>
                <a:lnTo>
                  <a:pt x="231583" y="29408"/>
                </a:lnTo>
                <a:lnTo>
                  <a:pt x="231583" y="11379"/>
                </a:lnTo>
                <a:lnTo>
                  <a:pt x="243854" y="3976"/>
                </a:lnTo>
                <a:lnTo>
                  <a:pt x="243854" y="29408"/>
                </a:lnTo>
                <a:lnTo>
                  <a:pt x="256261" y="29408"/>
                </a:lnTo>
                <a:lnTo>
                  <a:pt x="256261" y="39005"/>
                </a:lnTo>
                <a:lnTo>
                  <a:pt x="243854" y="39005"/>
                </a:lnTo>
                <a:lnTo>
                  <a:pt x="243854" y="81574"/>
                </a:lnTo>
                <a:cubicBezTo>
                  <a:pt x="243854" y="85093"/>
                  <a:pt x="244071" y="87355"/>
                  <a:pt x="244505" y="88361"/>
                </a:cubicBezTo>
                <a:cubicBezTo>
                  <a:pt x="244939" y="89366"/>
                  <a:pt x="245647" y="90166"/>
                  <a:pt x="246630" y="90760"/>
                </a:cubicBezTo>
                <a:cubicBezTo>
                  <a:pt x="247612" y="91354"/>
                  <a:pt x="249018" y="91651"/>
                  <a:pt x="250846" y="91651"/>
                </a:cubicBezTo>
                <a:cubicBezTo>
                  <a:pt x="252217" y="91651"/>
                  <a:pt x="254022" y="91491"/>
                  <a:pt x="256261" y="91171"/>
                </a:cubicBezTo>
                <a:close/>
                <a:moveTo>
                  <a:pt x="315321" y="93228"/>
                </a:moveTo>
                <a:cubicBezTo>
                  <a:pt x="310751" y="97112"/>
                  <a:pt x="306353" y="99854"/>
                  <a:pt x="302125" y="101454"/>
                </a:cubicBezTo>
                <a:cubicBezTo>
                  <a:pt x="297898" y="103053"/>
                  <a:pt x="293362" y="103853"/>
                  <a:pt x="288518" y="103853"/>
                </a:cubicBezTo>
                <a:cubicBezTo>
                  <a:pt x="280521" y="103853"/>
                  <a:pt x="274374" y="101899"/>
                  <a:pt x="270078" y="97992"/>
                </a:cubicBezTo>
                <a:cubicBezTo>
                  <a:pt x="265782" y="94085"/>
                  <a:pt x="263635" y="89092"/>
                  <a:pt x="263635" y="83014"/>
                </a:cubicBezTo>
                <a:cubicBezTo>
                  <a:pt x="263635" y="79449"/>
                  <a:pt x="264446" y="76193"/>
                  <a:pt x="266068" y="73246"/>
                </a:cubicBezTo>
                <a:cubicBezTo>
                  <a:pt x="267690" y="70298"/>
                  <a:pt x="269815" y="67933"/>
                  <a:pt x="272443" y="66151"/>
                </a:cubicBezTo>
                <a:cubicBezTo>
                  <a:pt x="275071" y="64368"/>
                  <a:pt x="278030" y="63020"/>
                  <a:pt x="281320" y="62106"/>
                </a:cubicBezTo>
                <a:cubicBezTo>
                  <a:pt x="283743" y="61466"/>
                  <a:pt x="287399" y="60849"/>
                  <a:pt x="292288" y="60255"/>
                </a:cubicBezTo>
                <a:cubicBezTo>
                  <a:pt x="302251" y="59067"/>
                  <a:pt x="309586" y="57650"/>
                  <a:pt x="314293" y="56005"/>
                </a:cubicBezTo>
                <a:cubicBezTo>
                  <a:pt x="314339" y="54314"/>
                  <a:pt x="314362" y="53240"/>
                  <a:pt x="314362" y="52783"/>
                </a:cubicBezTo>
                <a:cubicBezTo>
                  <a:pt x="314362" y="47756"/>
                  <a:pt x="313196" y="44215"/>
                  <a:pt x="310865" y="42158"/>
                </a:cubicBezTo>
                <a:cubicBezTo>
                  <a:pt x="307712" y="39371"/>
                  <a:pt x="303028" y="37977"/>
                  <a:pt x="296813" y="37977"/>
                </a:cubicBezTo>
                <a:cubicBezTo>
                  <a:pt x="291009" y="37977"/>
                  <a:pt x="286724" y="38993"/>
                  <a:pt x="283960" y="41027"/>
                </a:cubicBezTo>
                <a:cubicBezTo>
                  <a:pt x="281195" y="43061"/>
                  <a:pt x="279150" y="46660"/>
                  <a:pt x="277824" y="51824"/>
                </a:cubicBezTo>
                <a:lnTo>
                  <a:pt x="265760" y="50179"/>
                </a:lnTo>
                <a:cubicBezTo>
                  <a:pt x="266856" y="45014"/>
                  <a:pt x="268662" y="40844"/>
                  <a:pt x="271175" y="37668"/>
                </a:cubicBezTo>
                <a:cubicBezTo>
                  <a:pt x="273689" y="34492"/>
                  <a:pt x="277322" y="32047"/>
                  <a:pt x="282074" y="30333"/>
                </a:cubicBezTo>
                <a:cubicBezTo>
                  <a:pt x="286827" y="28620"/>
                  <a:pt x="292334" y="27763"/>
                  <a:pt x="298595" y="27763"/>
                </a:cubicBezTo>
                <a:cubicBezTo>
                  <a:pt x="304810" y="27763"/>
                  <a:pt x="309860" y="28494"/>
                  <a:pt x="313745" y="29956"/>
                </a:cubicBezTo>
                <a:cubicBezTo>
                  <a:pt x="317629" y="31419"/>
                  <a:pt x="320485" y="33258"/>
                  <a:pt x="322313" y="35475"/>
                </a:cubicBezTo>
                <a:cubicBezTo>
                  <a:pt x="324141" y="37691"/>
                  <a:pt x="325421" y="40490"/>
                  <a:pt x="326152" y="43872"/>
                </a:cubicBezTo>
                <a:cubicBezTo>
                  <a:pt x="326563" y="45974"/>
                  <a:pt x="326769" y="49767"/>
                  <a:pt x="326769" y="55251"/>
                </a:cubicBezTo>
                <a:lnTo>
                  <a:pt x="326769" y="71703"/>
                </a:lnTo>
                <a:cubicBezTo>
                  <a:pt x="326769" y="83174"/>
                  <a:pt x="327032" y="90429"/>
                  <a:pt x="327557" y="93468"/>
                </a:cubicBezTo>
                <a:cubicBezTo>
                  <a:pt x="328083" y="96507"/>
                  <a:pt x="329123" y="99420"/>
                  <a:pt x="330676" y="102208"/>
                </a:cubicBezTo>
                <a:lnTo>
                  <a:pt x="317789" y="102208"/>
                </a:lnTo>
                <a:cubicBezTo>
                  <a:pt x="316509" y="99649"/>
                  <a:pt x="315687" y="96655"/>
                  <a:pt x="315321" y="93228"/>
                </a:cubicBezTo>
                <a:moveTo>
                  <a:pt x="314293" y="65671"/>
                </a:moveTo>
                <a:cubicBezTo>
                  <a:pt x="309814" y="67499"/>
                  <a:pt x="303096" y="69053"/>
                  <a:pt x="294139" y="70332"/>
                </a:cubicBezTo>
                <a:cubicBezTo>
                  <a:pt x="289067" y="71063"/>
                  <a:pt x="285479" y="71886"/>
                  <a:pt x="283377" y="72800"/>
                </a:cubicBezTo>
                <a:cubicBezTo>
                  <a:pt x="281275" y="73714"/>
                  <a:pt x="279652" y="75051"/>
                  <a:pt x="278510" y="76810"/>
                </a:cubicBezTo>
                <a:cubicBezTo>
                  <a:pt x="277367" y="78570"/>
                  <a:pt x="276796" y="80523"/>
                  <a:pt x="276796" y="82671"/>
                </a:cubicBezTo>
                <a:cubicBezTo>
                  <a:pt x="276796" y="85962"/>
                  <a:pt x="278041" y="88704"/>
                  <a:pt x="280532" y="90897"/>
                </a:cubicBezTo>
                <a:cubicBezTo>
                  <a:pt x="283023" y="93091"/>
                  <a:pt x="286667" y="94188"/>
                  <a:pt x="291466" y="94188"/>
                </a:cubicBezTo>
                <a:cubicBezTo>
                  <a:pt x="296219" y="94188"/>
                  <a:pt x="300446" y="93148"/>
                  <a:pt x="304148" y="91069"/>
                </a:cubicBezTo>
                <a:cubicBezTo>
                  <a:pt x="307849" y="88989"/>
                  <a:pt x="310568" y="86144"/>
                  <a:pt x="312305" y="82534"/>
                </a:cubicBezTo>
                <a:cubicBezTo>
                  <a:pt x="313630" y="79746"/>
                  <a:pt x="314293" y="75633"/>
                  <a:pt x="314293" y="70195"/>
                </a:cubicBezTo>
                <a:lnTo>
                  <a:pt x="314293" y="65671"/>
                </a:lnTo>
                <a:close/>
                <a:moveTo>
                  <a:pt x="345689" y="15904"/>
                </a:moveTo>
                <a:lnTo>
                  <a:pt x="345689" y="1714"/>
                </a:lnTo>
                <a:lnTo>
                  <a:pt x="358028" y="1714"/>
                </a:lnTo>
                <a:lnTo>
                  <a:pt x="358028" y="15904"/>
                </a:lnTo>
                <a:lnTo>
                  <a:pt x="345689" y="15904"/>
                </a:lnTo>
                <a:moveTo>
                  <a:pt x="345689" y="102208"/>
                </a:moveTo>
                <a:lnTo>
                  <a:pt x="345689" y="29408"/>
                </a:lnTo>
                <a:lnTo>
                  <a:pt x="358028" y="29408"/>
                </a:lnTo>
                <a:lnTo>
                  <a:pt x="358028" y="102208"/>
                </a:lnTo>
                <a:lnTo>
                  <a:pt x="345689" y="102208"/>
                </a:lnTo>
                <a:close/>
                <a:moveTo>
                  <a:pt x="377096" y="102208"/>
                </a:moveTo>
                <a:lnTo>
                  <a:pt x="377096" y="29408"/>
                </a:lnTo>
                <a:lnTo>
                  <a:pt x="388201" y="29408"/>
                </a:lnTo>
                <a:lnTo>
                  <a:pt x="388201" y="39759"/>
                </a:lnTo>
                <a:cubicBezTo>
                  <a:pt x="393548" y="31761"/>
                  <a:pt x="401271" y="27763"/>
                  <a:pt x="411371" y="27763"/>
                </a:cubicBezTo>
                <a:cubicBezTo>
                  <a:pt x="415758" y="27763"/>
                  <a:pt x="419791" y="28551"/>
                  <a:pt x="423470" y="30128"/>
                </a:cubicBezTo>
                <a:cubicBezTo>
                  <a:pt x="427149" y="31704"/>
                  <a:pt x="429902" y="33772"/>
                  <a:pt x="431730" y="36331"/>
                </a:cubicBezTo>
                <a:cubicBezTo>
                  <a:pt x="433558" y="38891"/>
                  <a:pt x="434838" y="41930"/>
                  <a:pt x="435569" y="45449"/>
                </a:cubicBezTo>
                <a:cubicBezTo>
                  <a:pt x="436026" y="47734"/>
                  <a:pt x="436255" y="51732"/>
                  <a:pt x="436255" y="57445"/>
                </a:cubicBezTo>
                <a:lnTo>
                  <a:pt x="436255" y="102208"/>
                </a:lnTo>
                <a:lnTo>
                  <a:pt x="423916" y="102208"/>
                </a:lnTo>
                <a:lnTo>
                  <a:pt x="423916" y="57925"/>
                </a:lnTo>
                <a:cubicBezTo>
                  <a:pt x="423916" y="52898"/>
                  <a:pt x="423436" y="49139"/>
                  <a:pt x="422476" y="46648"/>
                </a:cubicBezTo>
                <a:cubicBezTo>
                  <a:pt x="421516" y="44158"/>
                  <a:pt x="419814" y="42170"/>
                  <a:pt x="417369" y="40684"/>
                </a:cubicBezTo>
                <a:cubicBezTo>
                  <a:pt x="414924" y="39199"/>
                  <a:pt x="412057" y="38457"/>
                  <a:pt x="408766" y="38457"/>
                </a:cubicBezTo>
                <a:cubicBezTo>
                  <a:pt x="403511" y="38457"/>
                  <a:pt x="398975" y="40125"/>
                  <a:pt x="395159" y="43461"/>
                </a:cubicBezTo>
                <a:cubicBezTo>
                  <a:pt x="391343" y="46797"/>
                  <a:pt x="389435" y="53126"/>
                  <a:pt x="389435" y="62449"/>
                </a:cubicBezTo>
                <a:lnTo>
                  <a:pt x="389435" y="102208"/>
                </a:lnTo>
                <a:lnTo>
                  <a:pt x="377096" y="102208"/>
                </a:lnTo>
                <a:close/>
                <a:moveTo>
                  <a:pt x="449965" y="80478"/>
                </a:moveTo>
                <a:lnTo>
                  <a:pt x="462167" y="78558"/>
                </a:lnTo>
                <a:cubicBezTo>
                  <a:pt x="462852" y="83448"/>
                  <a:pt x="464760" y="87196"/>
                  <a:pt x="467891" y="89800"/>
                </a:cubicBezTo>
                <a:cubicBezTo>
                  <a:pt x="471021" y="92405"/>
                  <a:pt x="475397" y="93708"/>
                  <a:pt x="481018" y="93708"/>
                </a:cubicBezTo>
                <a:cubicBezTo>
                  <a:pt x="486685" y="93708"/>
                  <a:pt x="490889" y="92554"/>
                  <a:pt x="493631" y="90246"/>
                </a:cubicBezTo>
                <a:cubicBezTo>
                  <a:pt x="496373" y="87938"/>
                  <a:pt x="497744" y="85230"/>
                  <a:pt x="497744" y="82123"/>
                </a:cubicBezTo>
                <a:cubicBezTo>
                  <a:pt x="497744" y="79335"/>
                  <a:pt x="496533" y="77142"/>
                  <a:pt x="494111" y="75542"/>
                </a:cubicBezTo>
                <a:cubicBezTo>
                  <a:pt x="492420" y="74445"/>
                  <a:pt x="488216" y="73051"/>
                  <a:pt x="481498" y="71360"/>
                </a:cubicBezTo>
                <a:cubicBezTo>
                  <a:pt x="472449" y="69075"/>
                  <a:pt x="466177" y="67099"/>
                  <a:pt x="462681" y="65431"/>
                </a:cubicBezTo>
                <a:cubicBezTo>
                  <a:pt x="459185" y="63763"/>
                  <a:pt x="456534" y="61455"/>
                  <a:pt x="454729" y="58507"/>
                </a:cubicBezTo>
                <a:cubicBezTo>
                  <a:pt x="452924" y="55560"/>
                  <a:pt x="452021" y="52304"/>
                  <a:pt x="452021" y="48739"/>
                </a:cubicBezTo>
                <a:cubicBezTo>
                  <a:pt x="452021" y="45494"/>
                  <a:pt x="452764" y="42490"/>
                  <a:pt x="454249" y="39725"/>
                </a:cubicBezTo>
                <a:cubicBezTo>
                  <a:pt x="455734" y="36960"/>
                  <a:pt x="457757" y="34663"/>
                  <a:pt x="460316" y="32835"/>
                </a:cubicBezTo>
                <a:cubicBezTo>
                  <a:pt x="462235" y="31419"/>
                  <a:pt x="464852" y="30219"/>
                  <a:pt x="468165" y="29237"/>
                </a:cubicBezTo>
                <a:cubicBezTo>
                  <a:pt x="471478" y="28254"/>
                  <a:pt x="475031" y="27763"/>
                  <a:pt x="478824" y="27763"/>
                </a:cubicBezTo>
                <a:cubicBezTo>
                  <a:pt x="484537" y="27763"/>
                  <a:pt x="489552" y="28585"/>
                  <a:pt x="493871" y="30231"/>
                </a:cubicBezTo>
                <a:cubicBezTo>
                  <a:pt x="498190" y="31876"/>
                  <a:pt x="501377" y="34104"/>
                  <a:pt x="503434" y="36914"/>
                </a:cubicBezTo>
                <a:cubicBezTo>
                  <a:pt x="505490" y="39725"/>
                  <a:pt x="506907" y="43484"/>
                  <a:pt x="507684" y="48191"/>
                </a:cubicBezTo>
                <a:lnTo>
                  <a:pt x="495619" y="49836"/>
                </a:lnTo>
                <a:cubicBezTo>
                  <a:pt x="495071" y="46088"/>
                  <a:pt x="493483" y="43164"/>
                  <a:pt x="490855" y="41061"/>
                </a:cubicBezTo>
                <a:cubicBezTo>
                  <a:pt x="488227" y="38959"/>
                  <a:pt x="484514" y="37908"/>
                  <a:pt x="479715" y="37908"/>
                </a:cubicBezTo>
                <a:cubicBezTo>
                  <a:pt x="474049" y="37908"/>
                  <a:pt x="470004" y="38845"/>
                  <a:pt x="467582" y="40719"/>
                </a:cubicBezTo>
                <a:cubicBezTo>
                  <a:pt x="465160" y="42592"/>
                  <a:pt x="463949" y="44786"/>
                  <a:pt x="463949" y="47299"/>
                </a:cubicBezTo>
                <a:cubicBezTo>
                  <a:pt x="463949" y="48899"/>
                  <a:pt x="464452" y="50338"/>
                  <a:pt x="465457" y="51618"/>
                </a:cubicBezTo>
                <a:cubicBezTo>
                  <a:pt x="466462" y="52943"/>
                  <a:pt x="468039" y="54040"/>
                  <a:pt x="470187" y="54908"/>
                </a:cubicBezTo>
                <a:cubicBezTo>
                  <a:pt x="471421" y="55365"/>
                  <a:pt x="475054" y="56417"/>
                  <a:pt x="481086" y="58062"/>
                </a:cubicBezTo>
                <a:cubicBezTo>
                  <a:pt x="489815" y="60392"/>
                  <a:pt x="495905" y="62300"/>
                  <a:pt x="499355" y="63786"/>
                </a:cubicBezTo>
                <a:cubicBezTo>
                  <a:pt x="502805" y="65271"/>
                  <a:pt x="505513" y="67430"/>
                  <a:pt x="507478" y="70264"/>
                </a:cubicBezTo>
                <a:cubicBezTo>
                  <a:pt x="509443" y="73097"/>
                  <a:pt x="510426" y="76616"/>
                  <a:pt x="510426" y="80820"/>
                </a:cubicBezTo>
                <a:cubicBezTo>
                  <a:pt x="510426" y="84933"/>
                  <a:pt x="509226" y="88806"/>
                  <a:pt x="506827" y="92440"/>
                </a:cubicBezTo>
                <a:cubicBezTo>
                  <a:pt x="504428" y="96073"/>
                  <a:pt x="500966" y="98883"/>
                  <a:pt x="496442" y="100871"/>
                </a:cubicBezTo>
                <a:cubicBezTo>
                  <a:pt x="491917" y="102859"/>
                  <a:pt x="486799" y="103853"/>
                  <a:pt x="481086" y="103853"/>
                </a:cubicBezTo>
                <a:cubicBezTo>
                  <a:pt x="471627" y="103853"/>
                  <a:pt x="464417" y="101888"/>
                  <a:pt x="459459" y="97958"/>
                </a:cubicBezTo>
                <a:cubicBezTo>
                  <a:pt x="454500" y="94028"/>
                  <a:pt x="451336" y="88201"/>
                  <a:pt x="449965" y="80478"/>
                </a:cubicBezTo>
                <a:close/>
                <a:moveTo>
                  <a:pt x="610843" y="93228"/>
                </a:moveTo>
                <a:cubicBezTo>
                  <a:pt x="606273" y="97112"/>
                  <a:pt x="601874" y="99854"/>
                  <a:pt x="597647" y="101454"/>
                </a:cubicBezTo>
                <a:cubicBezTo>
                  <a:pt x="593420" y="103053"/>
                  <a:pt x="588884" y="103853"/>
                  <a:pt x="584040" y="103853"/>
                </a:cubicBezTo>
                <a:cubicBezTo>
                  <a:pt x="576042" y="103853"/>
                  <a:pt x="569896" y="101899"/>
                  <a:pt x="565600" y="97992"/>
                </a:cubicBezTo>
                <a:cubicBezTo>
                  <a:pt x="561304" y="94085"/>
                  <a:pt x="559156" y="89092"/>
                  <a:pt x="559156" y="83014"/>
                </a:cubicBezTo>
                <a:cubicBezTo>
                  <a:pt x="559156" y="79449"/>
                  <a:pt x="559967" y="76193"/>
                  <a:pt x="561590" y="73246"/>
                </a:cubicBezTo>
                <a:cubicBezTo>
                  <a:pt x="563212" y="70298"/>
                  <a:pt x="565337" y="67933"/>
                  <a:pt x="567965" y="66151"/>
                </a:cubicBezTo>
                <a:cubicBezTo>
                  <a:pt x="570592" y="64368"/>
                  <a:pt x="573552" y="63020"/>
                  <a:pt x="576842" y="62106"/>
                </a:cubicBezTo>
                <a:cubicBezTo>
                  <a:pt x="579264" y="61466"/>
                  <a:pt x="582920" y="60849"/>
                  <a:pt x="587810" y="60255"/>
                </a:cubicBezTo>
                <a:cubicBezTo>
                  <a:pt x="597773" y="59067"/>
                  <a:pt x="605107" y="57650"/>
                  <a:pt x="609814" y="56005"/>
                </a:cubicBezTo>
                <a:cubicBezTo>
                  <a:pt x="609860" y="54314"/>
                  <a:pt x="609883" y="53240"/>
                  <a:pt x="609883" y="52783"/>
                </a:cubicBezTo>
                <a:cubicBezTo>
                  <a:pt x="609883" y="47756"/>
                  <a:pt x="608718" y="44215"/>
                  <a:pt x="606387" y="42158"/>
                </a:cubicBezTo>
                <a:cubicBezTo>
                  <a:pt x="603234" y="39371"/>
                  <a:pt x="598549" y="37977"/>
                  <a:pt x="592334" y="37977"/>
                </a:cubicBezTo>
                <a:cubicBezTo>
                  <a:pt x="586530" y="37977"/>
                  <a:pt x="582246" y="38993"/>
                  <a:pt x="579481" y="41027"/>
                </a:cubicBezTo>
                <a:cubicBezTo>
                  <a:pt x="576716" y="43061"/>
                  <a:pt x="574671" y="46660"/>
                  <a:pt x="573346" y="51824"/>
                </a:cubicBezTo>
                <a:lnTo>
                  <a:pt x="561281" y="50179"/>
                </a:lnTo>
                <a:cubicBezTo>
                  <a:pt x="562378" y="45014"/>
                  <a:pt x="564183" y="40844"/>
                  <a:pt x="566697" y="37668"/>
                </a:cubicBezTo>
                <a:cubicBezTo>
                  <a:pt x="569210" y="34492"/>
                  <a:pt x="572843" y="32047"/>
                  <a:pt x="577596" y="30333"/>
                </a:cubicBezTo>
                <a:cubicBezTo>
                  <a:pt x="582349" y="28620"/>
                  <a:pt x="587856" y="27763"/>
                  <a:pt x="594117" y="27763"/>
                </a:cubicBezTo>
                <a:cubicBezTo>
                  <a:pt x="600332" y="27763"/>
                  <a:pt x="605382" y="28494"/>
                  <a:pt x="609266" y="29956"/>
                </a:cubicBezTo>
                <a:cubicBezTo>
                  <a:pt x="613151" y="31419"/>
                  <a:pt x="616007" y="33258"/>
                  <a:pt x="617835" y="35475"/>
                </a:cubicBezTo>
                <a:cubicBezTo>
                  <a:pt x="619663" y="37691"/>
                  <a:pt x="620942" y="40490"/>
                  <a:pt x="621674" y="43872"/>
                </a:cubicBezTo>
                <a:cubicBezTo>
                  <a:pt x="622085" y="45974"/>
                  <a:pt x="622291" y="49767"/>
                  <a:pt x="622291" y="55251"/>
                </a:cubicBezTo>
                <a:lnTo>
                  <a:pt x="622291" y="71703"/>
                </a:lnTo>
                <a:cubicBezTo>
                  <a:pt x="622291" y="83174"/>
                  <a:pt x="622553" y="90429"/>
                  <a:pt x="623079" y="93468"/>
                </a:cubicBezTo>
                <a:cubicBezTo>
                  <a:pt x="623604" y="96507"/>
                  <a:pt x="624644" y="99420"/>
                  <a:pt x="626198" y="102208"/>
                </a:cubicBezTo>
                <a:lnTo>
                  <a:pt x="613311" y="102208"/>
                </a:lnTo>
                <a:cubicBezTo>
                  <a:pt x="612031" y="99649"/>
                  <a:pt x="611208" y="96655"/>
                  <a:pt x="610843" y="93228"/>
                </a:cubicBezTo>
                <a:moveTo>
                  <a:pt x="609814" y="65671"/>
                </a:moveTo>
                <a:cubicBezTo>
                  <a:pt x="605336" y="67499"/>
                  <a:pt x="598618" y="69053"/>
                  <a:pt x="589661" y="70332"/>
                </a:cubicBezTo>
                <a:cubicBezTo>
                  <a:pt x="584588" y="71063"/>
                  <a:pt x="581001" y="71886"/>
                  <a:pt x="578898" y="72800"/>
                </a:cubicBezTo>
                <a:cubicBezTo>
                  <a:pt x="576796" y="73714"/>
                  <a:pt x="575174" y="75051"/>
                  <a:pt x="574031" y="76810"/>
                </a:cubicBezTo>
                <a:cubicBezTo>
                  <a:pt x="572889" y="78570"/>
                  <a:pt x="572318" y="80523"/>
                  <a:pt x="572318" y="82671"/>
                </a:cubicBezTo>
                <a:cubicBezTo>
                  <a:pt x="572318" y="85962"/>
                  <a:pt x="573563" y="88704"/>
                  <a:pt x="576054" y="90897"/>
                </a:cubicBezTo>
                <a:cubicBezTo>
                  <a:pt x="578544" y="93091"/>
                  <a:pt x="582189" y="94188"/>
                  <a:pt x="586987" y="94188"/>
                </a:cubicBezTo>
                <a:cubicBezTo>
                  <a:pt x="591740" y="94188"/>
                  <a:pt x="595967" y="93148"/>
                  <a:pt x="599669" y="91069"/>
                </a:cubicBezTo>
                <a:cubicBezTo>
                  <a:pt x="603371" y="88989"/>
                  <a:pt x="606090" y="86144"/>
                  <a:pt x="607827" y="82534"/>
                </a:cubicBezTo>
                <a:cubicBezTo>
                  <a:pt x="609152" y="79746"/>
                  <a:pt x="609814" y="75633"/>
                  <a:pt x="609814" y="70195"/>
                </a:cubicBezTo>
                <a:lnTo>
                  <a:pt x="609814" y="65671"/>
                </a:lnTo>
                <a:close/>
                <a:moveTo>
                  <a:pt x="691016" y="102208"/>
                </a:moveTo>
                <a:lnTo>
                  <a:pt x="679568" y="102208"/>
                </a:lnTo>
                <a:lnTo>
                  <a:pt x="679568" y="1714"/>
                </a:lnTo>
                <a:lnTo>
                  <a:pt x="691907" y="1714"/>
                </a:lnTo>
                <a:lnTo>
                  <a:pt x="691907" y="37565"/>
                </a:lnTo>
                <a:cubicBezTo>
                  <a:pt x="697117" y="31030"/>
                  <a:pt x="703766" y="27763"/>
                  <a:pt x="711855" y="27763"/>
                </a:cubicBezTo>
                <a:cubicBezTo>
                  <a:pt x="716334" y="27763"/>
                  <a:pt x="720572" y="28665"/>
                  <a:pt x="724571" y="30470"/>
                </a:cubicBezTo>
                <a:cubicBezTo>
                  <a:pt x="728570" y="32276"/>
                  <a:pt x="731860" y="34812"/>
                  <a:pt x="734442" y="38079"/>
                </a:cubicBezTo>
                <a:cubicBezTo>
                  <a:pt x="737024" y="41347"/>
                  <a:pt x="739047" y="45289"/>
                  <a:pt x="740509" y="49904"/>
                </a:cubicBezTo>
                <a:cubicBezTo>
                  <a:pt x="741971" y="54520"/>
                  <a:pt x="742703" y="59456"/>
                  <a:pt x="742703" y="64711"/>
                </a:cubicBezTo>
                <a:cubicBezTo>
                  <a:pt x="742703" y="77187"/>
                  <a:pt x="739618" y="86830"/>
                  <a:pt x="733448" y="93639"/>
                </a:cubicBezTo>
                <a:cubicBezTo>
                  <a:pt x="727279" y="100448"/>
                  <a:pt x="719876" y="103853"/>
                  <a:pt x="711238" y="103853"/>
                </a:cubicBezTo>
                <a:cubicBezTo>
                  <a:pt x="702647" y="103853"/>
                  <a:pt x="695906" y="100266"/>
                  <a:pt x="691016" y="93091"/>
                </a:cubicBezTo>
                <a:lnTo>
                  <a:pt x="691016" y="102208"/>
                </a:lnTo>
                <a:moveTo>
                  <a:pt x="690879" y="65260"/>
                </a:moveTo>
                <a:cubicBezTo>
                  <a:pt x="690879" y="73988"/>
                  <a:pt x="692067" y="80295"/>
                  <a:pt x="694444" y="84179"/>
                </a:cubicBezTo>
                <a:cubicBezTo>
                  <a:pt x="698328" y="90532"/>
                  <a:pt x="703583" y="93708"/>
                  <a:pt x="710210" y="93708"/>
                </a:cubicBezTo>
                <a:cubicBezTo>
                  <a:pt x="715603" y="93708"/>
                  <a:pt x="720264" y="91366"/>
                  <a:pt x="724194" y="86681"/>
                </a:cubicBezTo>
                <a:cubicBezTo>
                  <a:pt x="728124" y="81997"/>
                  <a:pt x="730089" y="75016"/>
                  <a:pt x="730089" y="65739"/>
                </a:cubicBezTo>
                <a:cubicBezTo>
                  <a:pt x="730089" y="56234"/>
                  <a:pt x="728204" y="49219"/>
                  <a:pt x="724434" y="44695"/>
                </a:cubicBezTo>
                <a:cubicBezTo>
                  <a:pt x="720664" y="40170"/>
                  <a:pt x="716105" y="37908"/>
                  <a:pt x="710758" y="37908"/>
                </a:cubicBezTo>
                <a:cubicBezTo>
                  <a:pt x="705366" y="37908"/>
                  <a:pt x="700704" y="40250"/>
                  <a:pt x="696774" y="44934"/>
                </a:cubicBezTo>
                <a:cubicBezTo>
                  <a:pt x="692844" y="49619"/>
                  <a:pt x="690879" y="56394"/>
                  <a:pt x="690879" y="65260"/>
                </a:cubicBezTo>
                <a:close/>
                <a:moveTo>
                  <a:pt x="804946" y="93228"/>
                </a:moveTo>
                <a:cubicBezTo>
                  <a:pt x="800376" y="97112"/>
                  <a:pt x="795978" y="99854"/>
                  <a:pt x="791750" y="101454"/>
                </a:cubicBezTo>
                <a:cubicBezTo>
                  <a:pt x="787523" y="103053"/>
                  <a:pt x="782987" y="103853"/>
                  <a:pt x="778143" y="103853"/>
                </a:cubicBezTo>
                <a:cubicBezTo>
                  <a:pt x="770146" y="103853"/>
                  <a:pt x="763999" y="101899"/>
                  <a:pt x="759703" y="97992"/>
                </a:cubicBezTo>
                <a:cubicBezTo>
                  <a:pt x="755407" y="94085"/>
                  <a:pt x="753259" y="89092"/>
                  <a:pt x="753259" y="83014"/>
                </a:cubicBezTo>
                <a:cubicBezTo>
                  <a:pt x="753259" y="79449"/>
                  <a:pt x="754071" y="76193"/>
                  <a:pt x="755693" y="73246"/>
                </a:cubicBezTo>
                <a:cubicBezTo>
                  <a:pt x="757315" y="70298"/>
                  <a:pt x="759440" y="67933"/>
                  <a:pt x="762068" y="66151"/>
                </a:cubicBezTo>
                <a:cubicBezTo>
                  <a:pt x="764696" y="64368"/>
                  <a:pt x="767655" y="63020"/>
                  <a:pt x="770945" y="62106"/>
                </a:cubicBezTo>
                <a:cubicBezTo>
                  <a:pt x="773367" y="61466"/>
                  <a:pt x="777023" y="60849"/>
                  <a:pt x="781913" y="60255"/>
                </a:cubicBezTo>
                <a:cubicBezTo>
                  <a:pt x="791876" y="59067"/>
                  <a:pt x="799211" y="57650"/>
                  <a:pt x="803918" y="56005"/>
                </a:cubicBezTo>
                <a:cubicBezTo>
                  <a:pt x="803964" y="54314"/>
                  <a:pt x="803986" y="53240"/>
                  <a:pt x="803986" y="52783"/>
                </a:cubicBezTo>
                <a:cubicBezTo>
                  <a:pt x="803986" y="47756"/>
                  <a:pt x="802821" y="44215"/>
                  <a:pt x="800490" y="42158"/>
                </a:cubicBezTo>
                <a:cubicBezTo>
                  <a:pt x="797337" y="39371"/>
                  <a:pt x="792653" y="37977"/>
                  <a:pt x="786438" y="37977"/>
                </a:cubicBezTo>
                <a:cubicBezTo>
                  <a:pt x="780634" y="37977"/>
                  <a:pt x="776349" y="38993"/>
                  <a:pt x="773585" y="41027"/>
                </a:cubicBezTo>
                <a:cubicBezTo>
                  <a:pt x="770820" y="43061"/>
                  <a:pt x="768775" y="46660"/>
                  <a:pt x="767449" y="51824"/>
                </a:cubicBezTo>
                <a:lnTo>
                  <a:pt x="755385" y="50179"/>
                </a:lnTo>
                <a:cubicBezTo>
                  <a:pt x="756481" y="45014"/>
                  <a:pt x="758286" y="40844"/>
                  <a:pt x="760800" y="37668"/>
                </a:cubicBezTo>
                <a:cubicBezTo>
                  <a:pt x="763313" y="34492"/>
                  <a:pt x="766947" y="32047"/>
                  <a:pt x="771699" y="30333"/>
                </a:cubicBezTo>
                <a:cubicBezTo>
                  <a:pt x="776452" y="28620"/>
                  <a:pt x="781959" y="27763"/>
                  <a:pt x="788220" y="27763"/>
                </a:cubicBezTo>
                <a:cubicBezTo>
                  <a:pt x="794435" y="27763"/>
                  <a:pt x="799485" y="28494"/>
                  <a:pt x="803369" y="29956"/>
                </a:cubicBezTo>
                <a:cubicBezTo>
                  <a:pt x="807254" y="31419"/>
                  <a:pt x="810110" y="33258"/>
                  <a:pt x="811938" y="35475"/>
                </a:cubicBezTo>
                <a:cubicBezTo>
                  <a:pt x="813766" y="37691"/>
                  <a:pt x="815046" y="40490"/>
                  <a:pt x="815777" y="43872"/>
                </a:cubicBezTo>
                <a:cubicBezTo>
                  <a:pt x="816188" y="45974"/>
                  <a:pt x="816394" y="49767"/>
                  <a:pt x="816394" y="55251"/>
                </a:cubicBezTo>
                <a:lnTo>
                  <a:pt x="816394" y="71703"/>
                </a:lnTo>
                <a:cubicBezTo>
                  <a:pt x="816394" y="83174"/>
                  <a:pt x="816657" y="90429"/>
                  <a:pt x="817182" y="93468"/>
                </a:cubicBezTo>
                <a:cubicBezTo>
                  <a:pt x="817708" y="96507"/>
                  <a:pt x="818748" y="99420"/>
                  <a:pt x="820301" y="102208"/>
                </a:cubicBezTo>
                <a:lnTo>
                  <a:pt x="807414" y="102208"/>
                </a:lnTo>
                <a:cubicBezTo>
                  <a:pt x="806134" y="99649"/>
                  <a:pt x="805312" y="96655"/>
                  <a:pt x="804946" y="93228"/>
                </a:cubicBezTo>
                <a:moveTo>
                  <a:pt x="803918" y="65671"/>
                </a:moveTo>
                <a:cubicBezTo>
                  <a:pt x="799439" y="67499"/>
                  <a:pt x="792721" y="69053"/>
                  <a:pt x="783764" y="70332"/>
                </a:cubicBezTo>
                <a:cubicBezTo>
                  <a:pt x="778691" y="71063"/>
                  <a:pt x="775104" y="71886"/>
                  <a:pt x="773002" y="72800"/>
                </a:cubicBezTo>
                <a:cubicBezTo>
                  <a:pt x="770900" y="73714"/>
                  <a:pt x="769277" y="75051"/>
                  <a:pt x="768135" y="76810"/>
                </a:cubicBezTo>
                <a:cubicBezTo>
                  <a:pt x="766992" y="78570"/>
                  <a:pt x="766421" y="80523"/>
                  <a:pt x="766421" y="82671"/>
                </a:cubicBezTo>
                <a:cubicBezTo>
                  <a:pt x="766421" y="85962"/>
                  <a:pt x="767666" y="88704"/>
                  <a:pt x="770157" y="90897"/>
                </a:cubicBezTo>
                <a:cubicBezTo>
                  <a:pt x="772648" y="93091"/>
                  <a:pt x="776292" y="94188"/>
                  <a:pt x="781091" y="94188"/>
                </a:cubicBezTo>
                <a:cubicBezTo>
                  <a:pt x="785844" y="94188"/>
                  <a:pt x="790071" y="93148"/>
                  <a:pt x="793772" y="91069"/>
                </a:cubicBezTo>
                <a:cubicBezTo>
                  <a:pt x="797474" y="88989"/>
                  <a:pt x="800193" y="86144"/>
                  <a:pt x="801930" y="82534"/>
                </a:cubicBezTo>
                <a:cubicBezTo>
                  <a:pt x="803255" y="79746"/>
                  <a:pt x="803918" y="75633"/>
                  <a:pt x="803918" y="70195"/>
                </a:cubicBezTo>
                <a:lnTo>
                  <a:pt x="803918" y="65671"/>
                </a:lnTo>
                <a:close/>
                <a:moveTo>
                  <a:pt x="832983" y="108240"/>
                </a:moveTo>
                <a:lnTo>
                  <a:pt x="844980" y="110023"/>
                </a:lnTo>
                <a:cubicBezTo>
                  <a:pt x="845482" y="113724"/>
                  <a:pt x="846876" y="116421"/>
                  <a:pt x="849161" y="118112"/>
                </a:cubicBezTo>
                <a:cubicBezTo>
                  <a:pt x="852223" y="120397"/>
                  <a:pt x="856405" y="121539"/>
                  <a:pt x="861706" y="121539"/>
                </a:cubicBezTo>
                <a:cubicBezTo>
                  <a:pt x="867418" y="121539"/>
                  <a:pt x="871828" y="120397"/>
                  <a:pt x="874936" y="118112"/>
                </a:cubicBezTo>
                <a:cubicBezTo>
                  <a:pt x="878044" y="115827"/>
                  <a:pt x="880146" y="112628"/>
                  <a:pt x="881243" y="108515"/>
                </a:cubicBezTo>
                <a:cubicBezTo>
                  <a:pt x="881882" y="106001"/>
                  <a:pt x="882179" y="100723"/>
                  <a:pt x="882134" y="92680"/>
                </a:cubicBezTo>
                <a:cubicBezTo>
                  <a:pt x="876741" y="99032"/>
                  <a:pt x="870023" y="102208"/>
                  <a:pt x="861980" y="102208"/>
                </a:cubicBezTo>
                <a:cubicBezTo>
                  <a:pt x="851972" y="102208"/>
                  <a:pt x="844226" y="98598"/>
                  <a:pt x="838742" y="91377"/>
                </a:cubicBezTo>
                <a:cubicBezTo>
                  <a:pt x="833258" y="84156"/>
                  <a:pt x="830516" y="75496"/>
                  <a:pt x="830516" y="65397"/>
                </a:cubicBezTo>
                <a:cubicBezTo>
                  <a:pt x="830516" y="58450"/>
                  <a:pt x="831772" y="52041"/>
                  <a:pt x="834286" y="46168"/>
                </a:cubicBezTo>
                <a:cubicBezTo>
                  <a:pt x="836799" y="40296"/>
                  <a:pt x="840444" y="35760"/>
                  <a:pt x="845220" y="32561"/>
                </a:cubicBezTo>
                <a:cubicBezTo>
                  <a:pt x="849995" y="29362"/>
                  <a:pt x="855605" y="27763"/>
                  <a:pt x="862049" y="27763"/>
                </a:cubicBezTo>
                <a:cubicBezTo>
                  <a:pt x="870640" y="27763"/>
                  <a:pt x="877724" y="31236"/>
                  <a:pt x="883299" y="38182"/>
                </a:cubicBezTo>
                <a:lnTo>
                  <a:pt x="883299" y="29408"/>
                </a:lnTo>
                <a:lnTo>
                  <a:pt x="894678" y="29408"/>
                </a:lnTo>
                <a:lnTo>
                  <a:pt x="894678" y="92337"/>
                </a:lnTo>
                <a:cubicBezTo>
                  <a:pt x="894678" y="103670"/>
                  <a:pt x="893524" y="111702"/>
                  <a:pt x="891217" y="116432"/>
                </a:cubicBezTo>
                <a:cubicBezTo>
                  <a:pt x="888909" y="121162"/>
                  <a:pt x="885253" y="124898"/>
                  <a:pt x="880249" y="127640"/>
                </a:cubicBezTo>
                <a:cubicBezTo>
                  <a:pt x="875244" y="130382"/>
                  <a:pt x="869086" y="131753"/>
                  <a:pt x="861774" y="131753"/>
                </a:cubicBezTo>
                <a:cubicBezTo>
                  <a:pt x="853091" y="131753"/>
                  <a:pt x="846076" y="129799"/>
                  <a:pt x="840730" y="125892"/>
                </a:cubicBezTo>
                <a:cubicBezTo>
                  <a:pt x="835383" y="121985"/>
                  <a:pt x="832801" y="116101"/>
                  <a:pt x="832983" y="108240"/>
                </a:cubicBezTo>
                <a:moveTo>
                  <a:pt x="843197" y="64505"/>
                </a:moveTo>
                <a:cubicBezTo>
                  <a:pt x="843197" y="74057"/>
                  <a:pt x="845094" y="81026"/>
                  <a:pt x="848887" y="85413"/>
                </a:cubicBezTo>
                <a:cubicBezTo>
                  <a:pt x="852680" y="89800"/>
                  <a:pt x="857433" y="91994"/>
                  <a:pt x="863145" y="91994"/>
                </a:cubicBezTo>
                <a:cubicBezTo>
                  <a:pt x="868812" y="91994"/>
                  <a:pt x="873565" y="89812"/>
                  <a:pt x="877404" y="85447"/>
                </a:cubicBezTo>
                <a:cubicBezTo>
                  <a:pt x="881243" y="81083"/>
                  <a:pt x="883162" y="74240"/>
                  <a:pt x="883162" y="64917"/>
                </a:cubicBezTo>
                <a:cubicBezTo>
                  <a:pt x="883162" y="56005"/>
                  <a:pt x="881185" y="49287"/>
                  <a:pt x="877232" y="44763"/>
                </a:cubicBezTo>
                <a:cubicBezTo>
                  <a:pt x="873279" y="40239"/>
                  <a:pt x="868515" y="37977"/>
                  <a:pt x="862940" y="37977"/>
                </a:cubicBezTo>
                <a:cubicBezTo>
                  <a:pt x="857456" y="37977"/>
                  <a:pt x="852794" y="40205"/>
                  <a:pt x="848956" y="44660"/>
                </a:cubicBezTo>
                <a:cubicBezTo>
                  <a:pt x="845117" y="49116"/>
                  <a:pt x="843197" y="55731"/>
                  <a:pt x="843197" y="64505"/>
                </a:cubicBezTo>
                <a:close/>
                <a:moveTo>
                  <a:pt x="946952" y="65808"/>
                </a:moveTo>
                <a:cubicBezTo>
                  <a:pt x="946952" y="52326"/>
                  <a:pt x="950700" y="42341"/>
                  <a:pt x="958194" y="35852"/>
                </a:cubicBezTo>
                <a:cubicBezTo>
                  <a:pt x="964455" y="30459"/>
                  <a:pt x="972087" y="27763"/>
                  <a:pt x="981090" y="27763"/>
                </a:cubicBezTo>
                <a:cubicBezTo>
                  <a:pt x="991098" y="27763"/>
                  <a:pt x="999279" y="31042"/>
                  <a:pt x="1005631" y="37600"/>
                </a:cubicBezTo>
                <a:cubicBezTo>
                  <a:pt x="1011983" y="44158"/>
                  <a:pt x="1015159" y="53218"/>
                  <a:pt x="1015159" y="64780"/>
                </a:cubicBezTo>
                <a:cubicBezTo>
                  <a:pt x="1015159" y="74148"/>
                  <a:pt x="1013754" y="81517"/>
                  <a:pt x="1010944" y="86887"/>
                </a:cubicBezTo>
                <a:cubicBezTo>
                  <a:pt x="1008133" y="92257"/>
                  <a:pt x="1004043" y="96427"/>
                  <a:pt x="998673" y="99397"/>
                </a:cubicBezTo>
                <a:cubicBezTo>
                  <a:pt x="993303" y="102368"/>
                  <a:pt x="987442" y="103853"/>
                  <a:pt x="981090" y="103853"/>
                </a:cubicBezTo>
                <a:cubicBezTo>
                  <a:pt x="970899" y="103853"/>
                  <a:pt x="962662" y="100586"/>
                  <a:pt x="956378" y="94051"/>
                </a:cubicBezTo>
                <a:cubicBezTo>
                  <a:pt x="950094" y="87515"/>
                  <a:pt x="946952" y="78101"/>
                  <a:pt x="946952" y="65808"/>
                </a:cubicBezTo>
                <a:moveTo>
                  <a:pt x="959634" y="65808"/>
                </a:moveTo>
                <a:cubicBezTo>
                  <a:pt x="959634" y="75131"/>
                  <a:pt x="961668" y="82111"/>
                  <a:pt x="965735" y="86750"/>
                </a:cubicBezTo>
                <a:cubicBezTo>
                  <a:pt x="969802" y="91388"/>
                  <a:pt x="974921" y="93708"/>
                  <a:pt x="981090" y="93708"/>
                </a:cubicBezTo>
                <a:cubicBezTo>
                  <a:pt x="987214" y="93708"/>
                  <a:pt x="992309" y="91377"/>
                  <a:pt x="996377" y="86716"/>
                </a:cubicBezTo>
                <a:cubicBezTo>
                  <a:pt x="1000444" y="82054"/>
                  <a:pt x="1002478" y="74948"/>
                  <a:pt x="1002478" y="65397"/>
                </a:cubicBezTo>
                <a:cubicBezTo>
                  <a:pt x="1002478" y="56394"/>
                  <a:pt x="1000433" y="49573"/>
                  <a:pt x="996342" y="44934"/>
                </a:cubicBezTo>
                <a:cubicBezTo>
                  <a:pt x="992252" y="40296"/>
                  <a:pt x="987168" y="37977"/>
                  <a:pt x="981090" y="37977"/>
                </a:cubicBezTo>
                <a:cubicBezTo>
                  <a:pt x="974921" y="37977"/>
                  <a:pt x="969802" y="40285"/>
                  <a:pt x="965735" y="44900"/>
                </a:cubicBezTo>
                <a:cubicBezTo>
                  <a:pt x="961668" y="49516"/>
                  <a:pt x="959634" y="56485"/>
                  <a:pt x="959634" y="65808"/>
                </a:cubicBezTo>
                <a:close/>
                <a:moveTo>
                  <a:pt x="1032297" y="102208"/>
                </a:moveTo>
                <a:lnTo>
                  <a:pt x="1032297" y="39005"/>
                </a:lnTo>
                <a:lnTo>
                  <a:pt x="1021397" y="39005"/>
                </a:lnTo>
                <a:lnTo>
                  <a:pt x="1021397" y="29408"/>
                </a:lnTo>
                <a:lnTo>
                  <a:pt x="1032297" y="29408"/>
                </a:lnTo>
                <a:lnTo>
                  <a:pt x="1032297" y="21662"/>
                </a:lnTo>
                <a:cubicBezTo>
                  <a:pt x="1032297" y="16772"/>
                  <a:pt x="1032731" y="13139"/>
                  <a:pt x="1033599" y="10762"/>
                </a:cubicBezTo>
                <a:cubicBezTo>
                  <a:pt x="1034788" y="7563"/>
                  <a:pt x="1036878" y="4970"/>
                  <a:pt x="1039872" y="2982"/>
                </a:cubicBezTo>
                <a:cubicBezTo>
                  <a:pt x="1042865" y="994"/>
                  <a:pt x="1047058" y="0"/>
                  <a:pt x="1052451" y="0"/>
                </a:cubicBezTo>
                <a:cubicBezTo>
                  <a:pt x="1055924" y="0"/>
                  <a:pt x="1059763" y="411"/>
                  <a:pt x="1063967" y="1234"/>
                </a:cubicBezTo>
                <a:lnTo>
                  <a:pt x="1062116" y="11996"/>
                </a:lnTo>
                <a:cubicBezTo>
                  <a:pt x="1059557" y="11539"/>
                  <a:pt x="1057135" y="11311"/>
                  <a:pt x="1054850" y="11311"/>
                </a:cubicBezTo>
                <a:cubicBezTo>
                  <a:pt x="1051102" y="11311"/>
                  <a:pt x="1048452" y="12110"/>
                  <a:pt x="1046898" y="13710"/>
                </a:cubicBezTo>
                <a:cubicBezTo>
                  <a:pt x="1045344" y="15309"/>
                  <a:pt x="1044567" y="18303"/>
                  <a:pt x="1044567" y="22690"/>
                </a:cubicBezTo>
                <a:lnTo>
                  <a:pt x="1044567" y="29408"/>
                </a:lnTo>
                <a:lnTo>
                  <a:pt x="1058757" y="29408"/>
                </a:lnTo>
                <a:lnTo>
                  <a:pt x="1058757" y="39005"/>
                </a:lnTo>
                <a:lnTo>
                  <a:pt x="1044567" y="39005"/>
                </a:lnTo>
                <a:lnTo>
                  <a:pt x="1044567" y="102208"/>
                </a:lnTo>
                <a:lnTo>
                  <a:pt x="1032297" y="102208"/>
                </a:lnTo>
                <a:close/>
                <a:moveTo>
                  <a:pt x="1153844" y="75542"/>
                </a:moveTo>
                <a:lnTo>
                  <a:pt x="1165978" y="77119"/>
                </a:lnTo>
                <a:cubicBezTo>
                  <a:pt x="1164652" y="85482"/>
                  <a:pt x="1161259" y="92028"/>
                  <a:pt x="1155798" y="96758"/>
                </a:cubicBezTo>
                <a:cubicBezTo>
                  <a:pt x="1150337" y="101488"/>
                  <a:pt x="1143630" y="103853"/>
                  <a:pt x="1135679" y="103853"/>
                </a:cubicBezTo>
                <a:cubicBezTo>
                  <a:pt x="1125716" y="103853"/>
                  <a:pt x="1117707" y="100597"/>
                  <a:pt x="1111652" y="94085"/>
                </a:cubicBezTo>
                <a:cubicBezTo>
                  <a:pt x="1105597" y="87573"/>
                  <a:pt x="1102569" y="78238"/>
                  <a:pt x="1102569" y="66082"/>
                </a:cubicBezTo>
                <a:cubicBezTo>
                  <a:pt x="1102569" y="58222"/>
                  <a:pt x="1103871" y="51344"/>
                  <a:pt x="1106476" y="45449"/>
                </a:cubicBezTo>
                <a:cubicBezTo>
                  <a:pt x="1109081" y="39553"/>
                  <a:pt x="1113046" y="35132"/>
                  <a:pt x="1118370" y="32184"/>
                </a:cubicBezTo>
                <a:cubicBezTo>
                  <a:pt x="1123694" y="29237"/>
                  <a:pt x="1129486" y="27763"/>
                  <a:pt x="1135747" y="27763"/>
                </a:cubicBezTo>
                <a:cubicBezTo>
                  <a:pt x="1143653" y="27763"/>
                  <a:pt x="1150120" y="29762"/>
                  <a:pt x="1155147" y="33761"/>
                </a:cubicBezTo>
                <a:cubicBezTo>
                  <a:pt x="1160174" y="37760"/>
                  <a:pt x="1163396" y="43438"/>
                  <a:pt x="1164812" y="50795"/>
                </a:cubicBezTo>
                <a:lnTo>
                  <a:pt x="1152816" y="52646"/>
                </a:lnTo>
                <a:cubicBezTo>
                  <a:pt x="1151674" y="47756"/>
                  <a:pt x="1149651" y="44078"/>
                  <a:pt x="1146749" y="41610"/>
                </a:cubicBezTo>
                <a:cubicBezTo>
                  <a:pt x="1143847" y="39142"/>
                  <a:pt x="1140340" y="37908"/>
                  <a:pt x="1136227" y="37908"/>
                </a:cubicBezTo>
                <a:cubicBezTo>
                  <a:pt x="1130012" y="37908"/>
                  <a:pt x="1124962" y="40136"/>
                  <a:pt x="1121077" y="44592"/>
                </a:cubicBezTo>
                <a:cubicBezTo>
                  <a:pt x="1117193" y="49047"/>
                  <a:pt x="1115251" y="56097"/>
                  <a:pt x="1115251" y="65739"/>
                </a:cubicBezTo>
                <a:cubicBezTo>
                  <a:pt x="1115251" y="75519"/>
                  <a:pt x="1117124" y="82626"/>
                  <a:pt x="1120872" y="87058"/>
                </a:cubicBezTo>
                <a:cubicBezTo>
                  <a:pt x="1124619" y="91491"/>
                  <a:pt x="1129509" y="93708"/>
                  <a:pt x="1135541" y="93708"/>
                </a:cubicBezTo>
                <a:cubicBezTo>
                  <a:pt x="1140386" y="93708"/>
                  <a:pt x="1144430" y="92223"/>
                  <a:pt x="1147675" y="89252"/>
                </a:cubicBezTo>
                <a:cubicBezTo>
                  <a:pt x="1150919" y="86282"/>
                  <a:pt x="1152976" y="81712"/>
                  <a:pt x="1153844" y="75542"/>
                </a:cubicBezTo>
                <a:close/>
                <a:moveTo>
                  <a:pt x="1176282" y="102208"/>
                </a:moveTo>
                <a:lnTo>
                  <a:pt x="1176282" y="1714"/>
                </a:lnTo>
                <a:lnTo>
                  <a:pt x="1188621" y="1714"/>
                </a:lnTo>
                <a:lnTo>
                  <a:pt x="1188621" y="37771"/>
                </a:lnTo>
                <a:cubicBezTo>
                  <a:pt x="1194379" y="31099"/>
                  <a:pt x="1201645" y="27763"/>
                  <a:pt x="1210420" y="27763"/>
                </a:cubicBezTo>
                <a:cubicBezTo>
                  <a:pt x="1215812" y="27763"/>
                  <a:pt x="1220497" y="28825"/>
                  <a:pt x="1224473" y="30950"/>
                </a:cubicBezTo>
                <a:cubicBezTo>
                  <a:pt x="1228448" y="33075"/>
                  <a:pt x="1231293" y="36012"/>
                  <a:pt x="1233007" y="39759"/>
                </a:cubicBezTo>
                <a:cubicBezTo>
                  <a:pt x="1234721" y="43506"/>
                  <a:pt x="1235578" y="48945"/>
                  <a:pt x="1235578" y="56074"/>
                </a:cubicBezTo>
                <a:lnTo>
                  <a:pt x="1235578" y="102208"/>
                </a:lnTo>
                <a:lnTo>
                  <a:pt x="1223239" y="102208"/>
                </a:lnTo>
                <a:lnTo>
                  <a:pt x="1223239" y="56074"/>
                </a:lnTo>
                <a:cubicBezTo>
                  <a:pt x="1223239" y="49904"/>
                  <a:pt x="1221902" y="45414"/>
                  <a:pt x="1219228" y="42604"/>
                </a:cubicBezTo>
                <a:cubicBezTo>
                  <a:pt x="1216555" y="39793"/>
                  <a:pt x="1212773" y="38388"/>
                  <a:pt x="1207883" y="38388"/>
                </a:cubicBezTo>
                <a:cubicBezTo>
                  <a:pt x="1204227" y="38388"/>
                  <a:pt x="1200789" y="39336"/>
                  <a:pt x="1197567" y="41233"/>
                </a:cubicBezTo>
                <a:cubicBezTo>
                  <a:pt x="1194345" y="43129"/>
                  <a:pt x="1192048" y="45700"/>
                  <a:pt x="1190677" y="48945"/>
                </a:cubicBezTo>
                <a:cubicBezTo>
                  <a:pt x="1189306" y="52189"/>
                  <a:pt x="1188621" y="56668"/>
                  <a:pt x="1188621" y="62380"/>
                </a:cubicBezTo>
                <a:lnTo>
                  <a:pt x="1188621" y="102208"/>
                </a:lnTo>
                <a:lnTo>
                  <a:pt x="1176282" y="102208"/>
                </a:lnTo>
                <a:close/>
                <a:moveTo>
                  <a:pt x="1254155" y="15904"/>
                </a:moveTo>
                <a:lnTo>
                  <a:pt x="1254155" y="1714"/>
                </a:lnTo>
                <a:lnTo>
                  <a:pt x="1266494" y="1714"/>
                </a:lnTo>
                <a:lnTo>
                  <a:pt x="1266494" y="15904"/>
                </a:lnTo>
                <a:lnTo>
                  <a:pt x="1254155" y="15904"/>
                </a:lnTo>
                <a:moveTo>
                  <a:pt x="1254155" y="102208"/>
                </a:moveTo>
                <a:lnTo>
                  <a:pt x="1254155" y="29408"/>
                </a:lnTo>
                <a:lnTo>
                  <a:pt x="1266494" y="29408"/>
                </a:lnTo>
                <a:lnTo>
                  <a:pt x="1266494" y="102208"/>
                </a:lnTo>
                <a:lnTo>
                  <a:pt x="1254155" y="102208"/>
                </a:lnTo>
                <a:close/>
                <a:moveTo>
                  <a:pt x="1285562" y="130108"/>
                </a:moveTo>
                <a:lnTo>
                  <a:pt x="1285562" y="29408"/>
                </a:lnTo>
                <a:lnTo>
                  <a:pt x="1296804" y="29408"/>
                </a:lnTo>
                <a:lnTo>
                  <a:pt x="1296804" y="38868"/>
                </a:lnTo>
                <a:cubicBezTo>
                  <a:pt x="1299454" y="35166"/>
                  <a:pt x="1302448" y="32390"/>
                  <a:pt x="1305784" y="30539"/>
                </a:cubicBezTo>
                <a:cubicBezTo>
                  <a:pt x="1309120" y="28688"/>
                  <a:pt x="1313164" y="27763"/>
                  <a:pt x="1317917" y="27763"/>
                </a:cubicBezTo>
                <a:cubicBezTo>
                  <a:pt x="1324132" y="27763"/>
                  <a:pt x="1329616" y="29362"/>
                  <a:pt x="1334369" y="32561"/>
                </a:cubicBezTo>
                <a:cubicBezTo>
                  <a:pt x="1339122" y="35760"/>
                  <a:pt x="1342709" y="40273"/>
                  <a:pt x="1345131" y="46100"/>
                </a:cubicBezTo>
                <a:cubicBezTo>
                  <a:pt x="1347554" y="51927"/>
                  <a:pt x="1348765" y="58313"/>
                  <a:pt x="1348765" y="65260"/>
                </a:cubicBezTo>
                <a:cubicBezTo>
                  <a:pt x="1348765" y="72709"/>
                  <a:pt x="1347428" y="79415"/>
                  <a:pt x="1344754" y="85379"/>
                </a:cubicBezTo>
                <a:cubicBezTo>
                  <a:pt x="1342081" y="91343"/>
                  <a:pt x="1338197" y="95913"/>
                  <a:pt x="1333101" y="99089"/>
                </a:cubicBezTo>
                <a:cubicBezTo>
                  <a:pt x="1328005" y="102265"/>
                  <a:pt x="1322647" y="103853"/>
                  <a:pt x="1317026" y="103853"/>
                </a:cubicBezTo>
                <a:cubicBezTo>
                  <a:pt x="1312913" y="103853"/>
                  <a:pt x="1309223" y="102985"/>
                  <a:pt x="1305955" y="101248"/>
                </a:cubicBezTo>
                <a:cubicBezTo>
                  <a:pt x="1302688" y="99512"/>
                  <a:pt x="1300003" y="97318"/>
                  <a:pt x="1297901" y="94667"/>
                </a:cubicBezTo>
                <a:lnTo>
                  <a:pt x="1297901" y="130108"/>
                </a:lnTo>
                <a:lnTo>
                  <a:pt x="1285562" y="130108"/>
                </a:lnTo>
                <a:moveTo>
                  <a:pt x="1296735" y="66219"/>
                </a:moveTo>
                <a:cubicBezTo>
                  <a:pt x="1296735" y="75588"/>
                  <a:pt x="1298632" y="82511"/>
                  <a:pt x="1302425" y="86990"/>
                </a:cubicBezTo>
                <a:cubicBezTo>
                  <a:pt x="1306218" y="91468"/>
                  <a:pt x="1310811" y="93708"/>
                  <a:pt x="1316203" y="93708"/>
                </a:cubicBezTo>
                <a:cubicBezTo>
                  <a:pt x="1321687" y="93708"/>
                  <a:pt x="1326383" y="91388"/>
                  <a:pt x="1330290" y="86750"/>
                </a:cubicBezTo>
                <a:cubicBezTo>
                  <a:pt x="1334198" y="82111"/>
                  <a:pt x="1336151" y="74925"/>
                  <a:pt x="1336151" y="65191"/>
                </a:cubicBezTo>
                <a:cubicBezTo>
                  <a:pt x="1336151" y="55914"/>
                  <a:pt x="1334243" y="48967"/>
                  <a:pt x="1330428" y="44352"/>
                </a:cubicBezTo>
                <a:cubicBezTo>
                  <a:pt x="1326612" y="39736"/>
                  <a:pt x="1322053" y="37428"/>
                  <a:pt x="1316752" y="37428"/>
                </a:cubicBezTo>
                <a:cubicBezTo>
                  <a:pt x="1311496" y="37428"/>
                  <a:pt x="1306846" y="39885"/>
                  <a:pt x="1302802" y="44797"/>
                </a:cubicBezTo>
                <a:cubicBezTo>
                  <a:pt x="1298757" y="49710"/>
                  <a:pt x="1296735" y="56851"/>
                  <a:pt x="1296735" y="66219"/>
                </a:cubicBezTo>
                <a:close/>
                <a:moveTo>
                  <a:pt x="1358430" y="80478"/>
                </a:moveTo>
                <a:lnTo>
                  <a:pt x="1370632" y="78558"/>
                </a:lnTo>
                <a:cubicBezTo>
                  <a:pt x="1371318" y="83448"/>
                  <a:pt x="1373226" y="87196"/>
                  <a:pt x="1376356" y="89800"/>
                </a:cubicBezTo>
                <a:cubicBezTo>
                  <a:pt x="1379487" y="92405"/>
                  <a:pt x="1383862" y="93708"/>
                  <a:pt x="1389483" y="93708"/>
                </a:cubicBezTo>
                <a:cubicBezTo>
                  <a:pt x="1395150" y="93708"/>
                  <a:pt x="1399355" y="92554"/>
                  <a:pt x="1402097" y="90246"/>
                </a:cubicBezTo>
                <a:cubicBezTo>
                  <a:pt x="1404839" y="87938"/>
                  <a:pt x="1406210" y="85230"/>
                  <a:pt x="1406210" y="82123"/>
                </a:cubicBezTo>
                <a:cubicBezTo>
                  <a:pt x="1406210" y="79335"/>
                  <a:pt x="1404999" y="77142"/>
                  <a:pt x="1402576" y="75542"/>
                </a:cubicBezTo>
                <a:cubicBezTo>
                  <a:pt x="1400886" y="74445"/>
                  <a:pt x="1396681" y="73051"/>
                  <a:pt x="1389963" y="71360"/>
                </a:cubicBezTo>
                <a:cubicBezTo>
                  <a:pt x="1380915" y="69075"/>
                  <a:pt x="1374642" y="67099"/>
                  <a:pt x="1371146" y="65431"/>
                </a:cubicBezTo>
                <a:cubicBezTo>
                  <a:pt x="1367650" y="63763"/>
                  <a:pt x="1365000" y="61455"/>
                  <a:pt x="1363195" y="58507"/>
                </a:cubicBezTo>
                <a:cubicBezTo>
                  <a:pt x="1361389" y="55560"/>
                  <a:pt x="1360487" y="52304"/>
                  <a:pt x="1360487" y="48739"/>
                </a:cubicBezTo>
                <a:cubicBezTo>
                  <a:pt x="1360487" y="45494"/>
                  <a:pt x="1361229" y="42490"/>
                  <a:pt x="1362715" y="39725"/>
                </a:cubicBezTo>
                <a:cubicBezTo>
                  <a:pt x="1364200" y="36960"/>
                  <a:pt x="1366222" y="34663"/>
                  <a:pt x="1368781" y="32835"/>
                </a:cubicBezTo>
                <a:cubicBezTo>
                  <a:pt x="1370701" y="31419"/>
                  <a:pt x="1373317" y="30219"/>
                  <a:pt x="1376630" y="29237"/>
                </a:cubicBezTo>
                <a:cubicBezTo>
                  <a:pt x="1379944" y="28254"/>
                  <a:pt x="1383497" y="27763"/>
                  <a:pt x="1387290" y="27763"/>
                </a:cubicBezTo>
                <a:cubicBezTo>
                  <a:pt x="1393002" y="27763"/>
                  <a:pt x="1398018" y="28585"/>
                  <a:pt x="1402337" y="30231"/>
                </a:cubicBezTo>
                <a:cubicBezTo>
                  <a:pt x="1406655" y="31876"/>
                  <a:pt x="1409843" y="34104"/>
                  <a:pt x="1411899" y="36914"/>
                </a:cubicBezTo>
                <a:cubicBezTo>
                  <a:pt x="1413956" y="39725"/>
                  <a:pt x="1415372" y="43484"/>
                  <a:pt x="1416149" y="48191"/>
                </a:cubicBezTo>
                <a:lnTo>
                  <a:pt x="1404085" y="49836"/>
                </a:lnTo>
                <a:cubicBezTo>
                  <a:pt x="1403536" y="46088"/>
                  <a:pt x="1401948" y="43164"/>
                  <a:pt x="1399320" y="41061"/>
                </a:cubicBezTo>
                <a:cubicBezTo>
                  <a:pt x="1396693" y="38959"/>
                  <a:pt x="1392979" y="37908"/>
                  <a:pt x="1388181" y="37908"/>
                </a:cubicBezTo>
                <a:cubicBezTo>
                  <a:pt x="1382514" y="37908"/>
                  <a:pt x="1378470" y="38845"/>
                  <a:pt x="1376048" y="40719"/>
                </a:cubicBezTo>
                <a:cubicBezTo>
                  <a:pt x="1373626" y="42592"/>
                  <a:pt x="1372414" y="44786"/>
                  <a:pt x="1372414" y="47299"/>
                </a:cubicBezTo>
                <a:cubicBezTo>
                  <a:pt x="1372414" y="48899"/>
                  <a:pt x="1372917" y="50338"/>
                  <a:pt x="1373923" y="51618"/>
                </a:cubicBezTo>
                <a:cubicBezTo>
                  <a:pt x="1374928" y="52943"/>
                  <a:pt x="1376505" y="54040"/>
                  <a:pt x="1378653" y="54908"/>
                </a:cubicBezTo>
                <a:cubicBezTo>
                  <a:pt x="1379886" y="55365"/>
                  <a:pt x="1383520" y="56417"/>
                  <a:pt x="1389552" y="58062"/>
                </a:cubicBezTo>
                <a:cubicBezTo>
                  <a:pt x="1398281" y="60392"/>
                  <a:pt x="1404370" y="62300"/>
                  <a:pt x="1407821" y="63786"/>
                </a:cubicBezTo>
                <a:cubicBezTo>
                  <a:pt x="1411271" y="65271"/>
                  <a:pt x="1413979" y="67430"/>
                  <a:pt x="1415944" y="70264"/>
                </a:cubicBezTo>
                <a:cubicBezTo>
                  <a:pt x="1417909" y="73097"/>
                  <a:pt x="1418891" y="76616"/>
                  <a:pt x="1418891" y="80820"/>
                </a:cubicBezTo>
                <a:cubicBezTo>
                  <a:pt x="1418891" y="84933"/>
                  <a:pt x="1417692" y="88806"/>
                  <a:pt x="1415292" y="92440"/>
                </a:cubicBezTo>
                <a:cubicBezTo>
                  <a:pt x="1412893" y="96073"/>
                  <a:pt x="1409431" y="98883"/>
                  <a:pt x="1404907" y="100871"/>
                </a:cubicBezTo>
                <a:cubicBezTo>
                  <a:pt x="1400383" y="102859"/>
                  <a:pt x="1395264" y="103853"/>
                  <a:pt x="1389552" y="103853"/>
                </a:cubicBezTo>
                <a:cubicBezTo>
                  <a:pt x="1380092" y="103853"/>
                  <a:pt x="1372883" y="101888"/>
                  <a:pt x="1367924" y="97958"/>
                </a:cubicBezTo>
                <a:cubicBezTo>
                  <a:pt x="1362966" y="94028"/>
                  <a:pt x="1359801" y="88201"/>
                  <a:pt x="1358430" y="80478"/>
                </a:cubicBezTo>
                <a:close/>
                <a:moveTo>
                  <a:pt x="1436804" y="102208"/>
                </a:moveTo>
                <a:lnTo>
                  <a:pt x="1436804" y="88155"/>
                </a:lnTo>
                <a:lnTo>
                  <a:pt x="1450857" y="88155"/>
                </a:lnTo>
                <a:lnTo>
                  <a:pt x="1450857" y="102208"/>
                </a:lnTo>
                <a:lnTo>
                  <a:pt x="1436804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Actions:Mary…walkstowardsthefirstkitchen">
            <a:extLst xmlns:a="http://schemas.openxmlformats.org/drawingml/2006/main">
              <a:ext uri="{FF2B5EF4-FFF2-40B4-BE49-F238E27FC236}">
                <a16:creationId xmlns:a16="http://schemas.microsoft.com/office/drawing/2014/main" id="{3EDD9E45-E66D-4DEB-8BD9-B2F3C638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836" y="5098109"/>
            <a:ext cx="2933597" cy="131753"/>
          </a:xfrm>
          <a:custGeom xmlns:a="http://schemas.openxmlformats.org/drawingml/2006/main">
            <a:pathLst>
              <a:path w="2933597" h="131753">
                <a:moveTo>
                  <a:pt x="100837" y="102208"/>
                </a:moveTo>
                <a:lnTo>
                  <a:pt x="78764" y="102208"/>
                </a:lnTo>
                <a:lnTo>
                  <a:pt x="69989" y="79381"/>
                </a:lnTo>
                <a:lnTo>
                  <a:pt x="29819" y="79381"/>
                </a:lnTo>
                <a:lnTo>
                  <a:pt x="21525" y="102208"/>
                </a:lnTo>
                <a:lnTo>
                  <a:pt x="0" y="102208"/>
                </a:lnTo>
                <a:lnTo>
                  <a:pt x="39142" y="1714"/>
                </a:lnTo>
                <a:lnTo>
                  <a:pt x="60598" y="1714"/>
                </a:lnTo>
                <a:lnTo>
                  <a:pt x="100837" y="102208"/>
                </a:lnTo>
                <a:moveTo>
                  <a:pt x="63477" y="62449"/>
                </a:moveTo>
                <a:lnTo>
                  <a:pt x="49630" y="25158"/>
                </a:lnTo>
                <a:lnTo>
                  <a:pt x="36057" y="62449"/>
                </a:lnTo>
                <a:lnTo>
                  <a:pt x="63477" y="62449"/>
                </a:lnTo>
                <a:close/>
                <a:moveTo>
                  <a:pt x="174972" y="50933"/>
                </a:moveTo>
                <a:lnTo>
                  <a:pt x="155984" y="54360"/>
                </a:lnTo>
                <a:cubicBezTo>
                  <a:pt x="155344" y="50567"/>
                  <a:pt x="153893" y="47711"/>
                  <a:pt x="151631" y="45791"/>
                </a:cubicBezTo>
                <a:cubicBezTo>
                  <a:pt x="149368" y="43872"/>
                  <a:pt x="146432" y="42912"/>
                  <a:pt x="142822" y="42912"/>
                </a:cubicBezTo>
                <a:cubicBezTo>
                  <a:pt x="138023" y="42912"/>
                  <a:pt x="134196" y="44569"/>
                  <a:pt x="131340" y="47882"/>
                </a:cubicBezTo>
                <a:cubicBezTo>
                  <a:pt x="128484" y="51195"/>
                  <a:pt x="127055" y="56736"/>
                  <a:pt x="127055" y="64505"/>
                </a:cubicBezTo>
                <a:cubicBezTo>
                  <a:pt x="127055" y="73143"/>
                  <a:pt x="128506" y="79244"/>
                  <a:pt x="131408" y="82808"/>
                </a:cubicBezTo>
                <a:cubicBezTo>
                  <a:pt x="134310" y="86373"/>
                  <a:pt x="138206" y="88155"/>
                  <a:pt x="143096" y="88155"/>
                </a:cubicBezTo>
                <a:cubicBezTo>
                  <a:pt x="146752" y="88155"/>
                  <a:pt x="149746" y="87116"/>
                  <a:pt x="152076" y="85036"/>
                </a:cubicBezTo>
                <a:cubicBezTo>
                  <a:pt x="154407" y="82957"/>
                  <a:pt x="156052" y="79381"/>
                  <a:pt x="157012" y="74308"/>
                </a:cubicBezTo>
                <a:lnTo>
                  <a:pt x="175932" y="77530"/>
                </a:lnTo>
                <a:cubicBezTo>
                  <a:pt x="173966" y="86213"/>
                  <a:pt x="170196" y="92771"/>
                  <a:pt x="164621" y="97204"/>
                </a:cubicBezTo>
                <a:cubicBezTo>
                  <a:pt x="159045" y="101637"/>
                  <a:pt x="151574" y="103853"/>
                  <a:pt x="142205" y="103853"/>
                </a:cubicBezTo>
                <a:cubicBezTo>
                  <a:pt x="131557" y="103853"/>
                  <a:pt x="123068" y="100494"/>
                  <a:pt x="116739" y="93776"/>
                </a:cubicBezTo>
                <a:cubicBezTo>
                  <a:pt x="110409" y="87058"/>
                  <a:pt x="107245" y="77758"/>
                  <a:pt x="107245" y="65876"/>
                </a:cubicBezTo>
                <a:cubicBezTo>
                  <a:pt x="107245" y="53857"/>
                  <a:pt x="110421" y="44500"/>
                  <a:pt x="116773" y="37805"/>
                </a:cubicBezTo>
                <a:cubicBezTo>
                  <a:pt x="123125" y="31110"/>
                  <a:pt x="131717" y="27763"/>
                  <a:pt x="142548" y="27763"/>
                </a:cubicBezTo>
                <a:cubicBezTo>
                  <a:pt x="151414" y="27763"/>
                  <a:pt x="158463" y="29671"/>
                  <a:pt x="163695" y="33487"/>
                </a:cubicBezTo>
                <a:cubicBezTo>
                  <a:pt x="168928" y="37303"/>
                  <a:pt x="172687" y="43118"/>
                  <a:pt x="174972" y="50933"/>
                </a:cubicBezTo>
                <a:close/>
                <a:moveTo>
                  <a:pt x="222711" y="29408"/>
                </a:moveTo>
                <a:lnTo>
                  <a:pt x="222711" y="44763"/>
                </a:lnTo>
                <a:lnTo>
                  <a:pt x="209549" y="44763"/>
                </a:lnTo>
                <a:lnTo>
                  <a:pt x="209549" y="74102"/>
                </a:lnTo>
                <a:cubicBezTo>
                  <a:pt x="209549" y="80043"/>
                  <a:pt x="209675" y="83505"/>
                  <a:pt x="209926" y="84488"/>
                </a:cubicBezTo>
                <a:cubicBezTo>
                  <a:pt x="210178" y="85470"/>
                  <a:pt x="210749" y="86282"/>
                  <a:pt x="211640" y="86921"/>
                </a:cubicBezTo>
                <a:cubicBezTo>
                  <a:pt x="212531" y="87561"/>
                  <a:pt x="213617" y="87881"/>
                  <a:pt x="214896" y="87881"/>
                </a:cubicBezTo>
                <a:cubicBezTo>
                  <a:pt x="216679" y="87881"/>
                  <a:pt x="219261" y="87264"/>
                  <a:pt x="222643" y="86030"/>
                </a:cubicBezTo>
                <a:lnTo>
                  <a:pt x="224288" y="100974"/>
                </a:lnTo>
                <a:cubicBezTo>
                  <a:pt x="219809" y="102893"/>
                  <a:pt x="214736" y="103853"/>
                  <a:pt x="209070" y="103853"/>
                </a:cubicBezTo>
                <a:cubicBezTo>
                  <a:pt x="205596" y="103853"/>
                  <a:pt x="202466" y="103270"/>
                  <a:pt x="199678" y="102105"/>
                </a:cubicBezTo>
                <a:cubicBezTo>
                  <a:pt x="196891" y="100940"/>
                  <a:pt x="194846" y="99432"/>
                  <a:pt x="193543" y="97581"/>
                </a:cubicBezTo>
                <a:cubicBezTo>
                  <a:pt x="192241" y="95730"/>
                  <a:pt x="191338" y="93228"/>
                  <a:pt x="190835" y="90075"/>
                </a:cubicBezTo>
                <a:cubicBezTo>
                  <a:pt x="190424" y="87835"/>
                  <a:pt x="190218" y="83311"/>
                  <a:pt x="190218" y="76502"/>
                </a:cubicBezTo>
                <a:lnTo>
                  <a:pt x="190218" y="44763"/>
                </a:lnTo>
                <a:lnTo>
                  <a:pt x="181375" y="44763"/>
                </a:lnTo>
                <a:lnTo>
                  <a:pt x="181375" y="29408"/>
                </a:lnTo>
                <a:lnTo>
                  <a:pt x="190218" y="29408"/>
                </a:lnTo>
                <a:lnTo>
                  <a:pt x="190218" y="14944"/>
                </a:lnTo>
                <a:lnTo>
                  <a:pt x="209549" y="3702"/>
                </a:lnTo>
                <a:lnTo>
                  <a:pt x="209549" y="29408"/>
                </a:lnTo>
                <a:lnTo>
                  <a:pt x="222711" y="29408"/>
                </a:lnTo>
                <a:close/>
                <a:moveTo>
                  <a:pt x="235712" y="19537"/>
                </a:moveTo>
                <a:lnTo>
                  <a:pt x="235712" y="1714"/>
                </a:lnTo>
                <a:lnTo>
                  <a:pt x="254974" y="1714"/>
                </a:lnTo>
                <a:lnTo>
                  <a:pt x="254974" y="19537"/>
                </a:lnTo>
                <a:lnTo>
                  <a:pt x="235712" y="19537"/>
                </a:lnTo>
                <a:moveTo>
                  <a:pt x="235712" y="102208"/>
                </a:moveTo>
                <a:lnTo>
                  <a:pt x="235712" y="29408"/>
                </a:lnTo>
                <a:lnTo>
                  <a:pt x="254974" y="29408"/>
                </a:lnTo>
                <a:lnTo>
                  <a:pt x="254974" y="102208"/>
                </a:lnTo>
                <a:lnTo>
                  <a:pt x="235712" y="102208"/>
                </a:lnTo>
                <a:close/>
                <a:moveTo>
                  <a:pt x="269779" y="64780"/>
                </a:moveTo>
                <a:cubicBezTo>
                  <a:pt x="269779" y="58382"/>
                  <a:pt x="271356" y="52189"/>
                  <a:pt x="274509" y="46203"/>
                </a:cubicBezTo>
                <a:cubicBezTo>
                  <a:pt x="277662" y="40216"/>
                  <a:pt x="282130" y="35646"/>
                  <a:pt x="287911" y="32493"/>
                </a:cubicBezTo>
                <a:cubicBezTo>
                  <a:pt x="293692" y="29339"/>
                  <a:pt x="300147" y="27763"/>
                  <a:pt x="307276" y="27763"/>
                </a:cubicBezTo>
                <a:cubicBezTo>
                  <a:pt x="318290" y="27763"/>
                  <a:pt x="327315" y="31339"/>
                  <a:pt x="334353" y="38491"/>
                </a:cubicBezTo>
                <a:cubicBezTo>
                  <a:pt x="341391" y="45643"/>
                  <a:pt x="344910" y="54680"/>
                  <a:pt x="344910" y="65602"/>
                </a:cubicBezTo>
                <a:cubicBezTo>
                  <a:pt x="344910" y="76616"/>
                  <a:pt x="341357" y="85745"/>
                  <a:pt x="334250" y="92988"/>
                </a:cubicBezTo>
                <a:cubicBezTo>
                  <a:pt x="327144" y="100231"/>
                  <a:pt x="318198" y="103853"/>
                  <a:pt x="307413" y="103853"/>
                </a:cubicBezTo>
                <a:cubicBezTo>
                  <a:pt x="300741" y="103853"/>
                  <a:pt x="294377" y="102345"/>
                  <a:pt x="288322" y="99329"/>
                </a:cubicBezTo>
                <a:cubicBezTo>
                  <a:pt x="282267" y="96313"/>
                  <a:pt x="277662" y="91891"/>
                  <a:pt x="274509" y="86064"/>
                </a:cubicBezTo>
                <a:cubicBezTo>
                  <a:pt x="271356" y="80238"/>
                  <a:pt x="269779" y="73143"/>
                  <a:pt x="269779" y="64780"/>
                </a:cubicBezTo>
                <a:moveTo>
                  <a:pt x="289522" y="65808"/>
                </a:moveTo>
                <a:cubicBezTo>
                  <a:pt x="289522" y="73029"/>
                  <a:pt x="291235" y="78558"/>
                  <a:pt x="294663" y="82397"/>
                </a:cubicBezTo>
                <a:cubicBezTo>
                  <a:pt x="298090" y="86236"/>
                  <a:pt x="302318" y="88155"/>
                  <a:pt x="307345" y="88155"/>
                </a:cubicBezTo>
                <a:cubicBezTo>
                  <a:pt x="312372" y="88155"/>
                  <a:pt x="316587" y="86236"/>
                  <a:pt x="319992" y="82397"/>
                </a:cubicBezTo>
                <a:cubicBezTo>
                  <a:pt x="323397" y="78558"/>
                  <a:pt x="325099" y="72983"/>
                  <a:pt x="325099" y="65671"/>
                </a:cubicBezTo>
                <a:cubicBezTo>
                  <a:pt x="325099" y="58542"/>
                  <a:pt x="323397" y="53058"/>
                  <a:pt x="319992" y="49219"/>
                </a:cubicBezTo>
                <a:cubicBezTo>
                  <a:pt x="316587" y="45380"/>
                  <a:pt x="312372" y="43461"/>
                  <a:pt x="307345" y="43461"/>
                </a:cubicBezTo>
                <a:cubicBezTo>
                  <a:pt x="302318" y="43461"/>
                  <a:pt x="298090" y="45380"/>
                  <a:pt x="294663" y="49219"/>
                </a:cubicBezTo>
                <a:cubicBezTo>
                  <a:pt x="291235" y="53058"/>
                  <a:pt x="289522" y="58587"/>
                  <a:pt x="289522" y="65808"/>
                </a:cubicBezTo>
                <a:close/>
                <a:moveTo>
                  <a:pt x="426148" y="102208"/>
                </a:moveTo>
                <a:lnTo>
                  <a:pt x="406886" y="102208"/>
                </a:lnTo>
                <a:lnTo>
                  <a:pt x="406886" y="65054"/>
                </a:lnTo>
                <a:cubicBezTo>
                  <a:pt x="406886" y="57193"/>
                  <a:pt x="406475" y="52109"/>
                  <a:pt x="405652" y="49802"/>
                </a:cubicBezTo>
                <a:cubicBezTo>
                  <a:pt x="404829" y="47494"/>
                  <a:pt x="403493" y="45700"/>
                  <a:pt x="401642" y="44420"/>
                </a:cubicBezTo>
                <a:cubicBezTo>
                  <a:pt x="399791" y="43141"/>
                  <a:pt x="397563" y="42501"/>
                  <a:pt x="394958" y="42501"/>
                </a:cubicBezTo>
                <a:cubicBezTo>
                  <a:pt x="391622" y="42501"/>
                  <a:pt x="388629" y="43415"/>
                  <a:pt x="385978" y="45243"/>
                </a:cubicBezTo>
                <a:cubicBezTo>
                  <a:pt x="383328" y="47071"/>
                  <a:pt x="381511" y="49493"/>
                  <a:pt x="380528" y="52509"/>
                </a:cubicBezTo>
                <a:cubicBezTo>
                  <a:pt x="379546" y="55525"/>
                  <a:pt x="379055" y="61101"/>
                  <a:pt x="379055" y="69235"/>
                </a:cubicBezTo>
                <a:lnTo>
                  <a:pt x="379055" y="102208"/>
                </a:lnTo>
                <a:lnTo>
                  <a:pt x="359792" y="102208"/>
                </a:lnTo>
                <a:lnTo>
                  <a:pt x="359792" y="29408"/>
                </a:lnTo>
                <a:lnTo>
                  <a:pt x="377684" y="29408"/>
                </a:lnTo>
                <a:lnTo>
                  <a:pt x="377684" y="40102"/>
                </a:lnTo>
                <a:cubicBezTo>
                  <a:pt x="384036" y="31876"/>
                  <a:pt x="392033" y="27763"/>
                  <a:pt x="401676" y="27763"/>
                </a:cubicBezTo>
                <a:cubicBezTo>
                  <a:pt x="405926" y="27763"/>
                  <a:pt x="409811" y="28528"/>
                  <a:pt x="413330" y="30059"/>
                </a:cubicBezTo>
                <a:cubicBezTo>
                  <a:pt x="416848" y="31590"/>
                  <a:pt x="419510" y="33544"/>
                  <a:pt x="421316" y="35920"/>
                </a:cubicBezTo>
                <a:cubicBezTo>
                  <a:pt x="423121" y="38297"/>
                  <a:pt x="424377" y="40993"/>
                  <a:pt x="425086" y="44009"/>
                </a:cubicBezTo>
                <a:cubicBezTo>
                  <a:pt x="425794" y="47025"/>
                  <a:pt x="426148" y="51344"/>
                  <a:pt x="426148" y="56965"/>
                </a:cubicBezTo>
                <a:lnTo>
                  <a:pt x="426148" y="102208"/>
                </a:lnTo>
                <a:close/>
                <a:moveTo>
                  <a:pt x="438837" y="81437"/>
                </a:moveTo>
                <a:lnTo>
                  <a:pt x="458168" y="78490"/>
                </a:lnTo>
                <a:cubicBezTo>
                  <a:pt x="458991" y="82237"/>
                  <a:pt x="460659" y="85082"/>
                  <a:pt x="463172" y="87024"/>
                </a:cubicBezTo>
                <a:cubicBezTo>
                  <a:pt x="465686" y="88966"/>
                  <a:pt x="469205" y="89938"/>
                  <a:pt x="473729" y="89938"/>
                </a:cubicBezTo>
                <a:cubicBezTo>
                  <a:pt x="478710" y="89938"/>
                  <a:pt x="482458" y="89024"/>
                  <a:pt x="484971" y="87196"/>
                </a:cubicBezTo>
                <a:cubicBezTo>
                  <a:pt x="486662" y="85916"/>
                  <a:pt x="487508" y="84202"/>
                  <a:pt x="487508" y="82054"/>
                </a:cubicBezTo>
                <a:cubicBezTo>
                  <a:pt x="487508" y="80592"/>
                  <a:pt x="487051" y="79381"/>
                  <a:pt x="486137" y="78421"/>
                </a:cubicBezTo>
                <a:cubicBezTo>
                  <a:pt x="485177" y="77507"/>
                  <a:pt x="483029" y="76662"/>
                  <a:pt x="479693" y="75885"/>
                </a:cubicBezTo>
                <a:cubicBezTo>
                  <a:pt x="464155" y="72457"/>
                  <a:pt x="454307" y="69327"/>
                  <a:pt x="450148" y="66493"/>
                </a:cubicBezTo>
                <a:cubicBezTo>
                  <a:pt x="444390" y="62563"/>
                  <a:pt x="441511" y="57102"/>
                  <a:pt x="441511" y="50110"/>
                </a:cubicBezTo>
                <a:cubicBezTo>
                  <a:pt x="441511" y="43803"/>
                  <a:pt x="444001" y="38502"/>
                  <a:pt x="448983" y="34206"/>
                </a:cubicBezTo>
                <a:cubicBezTo>
                  <a:pt x="453964" y="29911"/>
                  <a:pt x="461687" y="27763"/>
                  <a:pt x="472152" y="27763"/>
                </a:cubicBezTo>
                <a:cubicBezTo>
                  <a:pt x="482115" y="27763"/>
                  <a:pt x="489518" y="29385"/>
                  <a:pt x="494363" y="32630"/>
                </a:cubicBezTo>
                <a:cubicBezTo>
                  <a:pt x="499207" y="35874"/>
                  <a:pt x="502543" y="40673"/>
                  <a:pt x="504371" y="47025"/>
                </a:cubicBezTo>
                <a:lnTo>
                  <a:pt x="486205" y="50384"/>
                </a:lnTo>
                <a:cubicBezTo>
                  <a:pt x="485428" y="47551"/>
                  <a:pt x="483954" y="45380"/>
                  <a:pt x="481784" y="43872"/>
                </a:cubicBezTo>
                <a:cubicBezTo>
                  <a:pt x="479613" y="42364"/>
                  <a:pt x="476517" y="41610"/>
                  <a:pt x="472495" y="41610"/>
                </a:cubicBezTo>
                <a:cubicBezTo>
                  <a:pt x="467422" y="41610"/>
                  <a:pt x="463789" y="42318"/>
                  <a:pt x="461596" y="43735"/>
                </a:cubicBezTo>
                <a:cubicBezTo>
                  <a:pt x="460133" y="44740"/>
                  <a:pt x="459402" y="46043"/>
                  <a:pt x="459402" y="47642"/>
                </a:cubicBezTo>
                <a:cubicBezTo>
                  <a:pt x="459402" y="49013"/>
                  <a:pt x="460042" y="50179"/>
                  <a:pt x="461321" y="51138"/>
                </a:cubicBezTo>
                <a:cubicBezTo>
                  <a:pt x="463058" y="52418"/>
                  <a:pt x="469056" y="54223"/>
                  <a:pt x="479316" y="56554"/>
                </a:cubicBezTo>
                <a:cubicBezTo>
                  <a:pt x="489575" y="58884"/>
                  <a:pt x="496739" y="61741"/>
                  <a:pt x="500806" y="65122"/>
                </a:cubicBezTo>
                <a:cubicBezTo>
                  <a:pt x="504828" y="68550"/>
                  <a:pt x="506839" y="73326"/>
                  <a:pt x="506839" y="79449"/>
                </a:cubicBezTo>
                <a:cubicBezTo>
                  <a:pt x="506839" y="86122"/>
                  <a:pt x="504051" y="91857"/>
                  <a:pt x="498476" y="96655"/>
                </a:cubicBezTo>
                <a:cubicBezTo>
                  <a:pt x="492900" y="101454"/>
                  <a:pt x="484651" y="103853"/>
                  <a:pt x="473729" y="103853"/>
                </a:cubicBezTo>
                <a:cubicBezTo>
                  <a:pt x="463812" y="103853"/>
                  <a:pt x="455963" y="101842"/>
                  <a:pt x="450182" y="97821"/>
                </a:cubicBezTo>
                <a:cubicBezTo>
                  <a:pt x="444401" y="93799"/>
                  <a:pt x="440619" y="88338"/>
                  <a:pt x="438837" y="81437"/>
                </a:cubicBezTo>
                <a:close/>
                <a:moveTo>
                  <a:pt x="527158" y="48670"/>
                </a:moveTo>
                <a:lnTo>
                  <a:pt x="527158" y="29408"/>
                </a:lnTo>
                <a:lnTo>
                  <a:pt x="546420" y="29408"/>
                </a:lnTo>
                <a:lnTo>
                  <a:pt x="546420" y="48670"/>
                </a:lnTo>
                <a:lnTo>
                  <a:pt x="527158" y="48670"/>
                </a:lnTo>
                <a:moveTo>
                  <a:pt x="527158" y="102208"/>
                </a:moveTo>
                <a:lnTo>
                  <a:pt x="527158" y="82945"/>
                </a:lnTo>
                <a:lnTo>
                  <a:pt x="546420" y="82945"/>
                </a:lnTo>
                <a:lnTo>
                  <a:pt x="546420" y="102208"/>
                </a:lnTo>
                <a:lnTo>
                  <a:pt x="527158" y="102208"/>
                </a:lnTo>
                <a:close/>
                <a:moveTo>
                  <a:pt x="608413" y="102208"/>
                </a:moveTo>
                <a:lnTo>
                  <a:pt x="608413" y="1714"/>
                </a:lnTo>
                <a:lnTo>
                  <a:pt x="628429" y="1714"/>
                </a:lnTo>
                <a:lnTo>
                  <a:pt x="652216" y="72869"/>
                </a:lnTo>
                <a:cubicBezTo>
                  <a:pt x="654410" y="79495"/>
                  <a:pt x="656009" y="84454"/>
                  <a:pt x="657015" y="87744"/>
                </a:cubicBezTo>
                <a:cubicBezTo>
                  <a:pt x="658157" y="84088"/>
                  <a:pt x="659939" y="78718"/>
                  <a:pt x="662361" y="71635"/>
                </a:cubicBezTo>
                <a:lnTo>
                  <a:pt x="686422" y="1714"/>
                </a:lnTo>
                <a:lnTo>
                  <a:pt x="704314" y="1714"/>
                </a:lnTo>
                <a:lnTo>
                  <a:pt x="704314" y="102208"/>
                </a:lnTo>
                <a:lnTo>
                  <a:pt x="691495" y="102208"/>
                </a:lnTo>
                <a:lnTo>
                  <a:pt x="691495" y="18097"/>
                </a:lnTo>
                <a:lnTo>
                  <a:pt x="662293" y="102208"/>
                </a:lnTo>
                <a:lnTo>
                  <a:pt x="650297" y="102208"/>
                </a:lnTo>
                <a:lnTo>
                  <a:pt x="621231" y="16658"/>
                </a:lnTo>
                <a:lnTo>
                  <a:pt x="621231" y="102208"/>
                </a:lnTo>
                <a:lnTo>
                  <a:pt x="608413" y="102208"/>
                </a:lnTo>
                <a:close/>
                <a:moveTo>
                  <a:pt x="771023" y="93228"/>
                </a:moveTo>
                <a:cubicBezTo>
                  <a:pt x="766453" y="97112"/>
                  <a:pt x="762055" y="99854"/>
                  <a:pt x="757828" y="101454"/>
                </a:cubicBezTo>
                <a:cubicBezTo>
                  <a:pt x="753600" y="103053"/>
                  <a:pt x="749065" y="103853"/>
                  <a:pt x="744220" y="103853"/>
                </a:cubicBezTo>
                <a:cubicBezTo>
                  <a:pt x="736223" y="103853"/>
                  <a:pt x="730076" y="101899"/>
                  <a:pt x="725781" y="97992"/>
                </a:cubicBezTo>
                <a:cubicBezTo>
                  <a:pt x="721485" y="94085"/>
                  <a:pt x="719337" y="89092"/>
                  <a:pt x="719337" y="83014"/>
                </a:cubicBezTo>
                <a:cubicBezTo>
                  <a:pt x="719337" y="79449"/>
                  <a:pt x="720148" y="76193"/>
                  <a:pt x="721770" y="73246"/>
                </a:cubicBezTo>
                <a:cubicBezTo>
                  <a:pt x="723393" y="70298"/>
                  <a:pt x="725518" y="67933"/>
                  <a:pt x="728145" y="66151"/>
                </a:cubicBezTo>
                <a:cubicBezTo>
                  <a:pt x="730773" y="64368"/>
                  <a:pt x="733732" y="63020"/>
                  <a:pt x="737023" y="62106"/>
                </a:cubicBezTo>
                <a:cubicBezTo>
                  <a:pt x="739445" y="61466"/>
                  <a:pt x="743101" y="60849"/>
                  <a:pt x="747991" y="60255"/>
                </a:cubicBezTo>
                <a:cubicBezTo>
                  <a:pt x="757953" y="59067"/>
                  <a:pt x="765288" y="57650"/>
                  <a:pt x="769995" y="56005"/>
                </a:cubicBezTo>
                <a:cubicBezTo>
                  <a:pt x="770041" y="54314"/>
                  <a:pt x="770064" y="53240"/>
                  <a:pt x="770064" y="52783"/>
                </a:cubicBezTo>
                <a:cubicBezTo>
                  <a:pt x="770064" y="47756"/>
                  <a:pt x="768898" y="44215"/>
                  <a:pt x="766568" y="42158"/>
                </a:cubicBezTo>
                <a:cubicBezTo>
                  <a:pt x="763414" y="39371"/>
                  <a:pt x="758730" y="37977"/>
                  <a:pt x="752515" y="37977"/>
                </a:cubicBezTo>
                <a:cubicBezTo>
                  <a:pt x="746711" y="37977"/>
                  <a:pt x="742427" y="38993"/>
                  <a:pt x="739662" y="41027"/>
                </a:cubicBezTo>
                <a:cubicBezTo>
                  <a:pt x="736897" y="43061"/>
                  <a:pt x="734852" y="46660"/>
                  <a:pt x="733527" y="51824"/>
                </a:cubicBezTo>
                <a:lnTo>
                  <a:pt x="721462" y="50179"/>
                </a:lnTo>
                <a:cubicBezTo>
                  <a:pt x="722559" y="45014"/>
                  <a:pt x="724364" y="40844"/>
                  <a:pt x="726877" y="37668"/>
                </a:cubicBezTo>
                <a:cubicBezTo>
                  <a:pt x="729391" y="34492"/>
                  <a:pt x="733024" y="32047"/>
                  <a:pt x="737777" y="30333"/>
                </a:cubicBezTo>
                <a:cubicBezTo>
                  <a:pt x="742530" y="28620"/>
                  <a:pt x="748036" y="27763"/>
                  <a:pt x="754297" y="27763"/>
                </a:cubicBezTo>
                <a:cubicBezTo>
                  <a:pt x="760512" y="27763"/>
                  <a:pt x="765562" y="28494"/>
                  <a:pt x="769447" y="29956"/>
                </a:cubicBezTo>
                <a:cubicBezTo>
                  <a:pt x="773331" y="31419"/>
                  <a:pt x="776188" y="33258"/>
                  <a:pt x="778016" y="35475"/>
                </a:cubicBezTo>
                <a:cubicBezTo>
                  <a:pt x="779844" y="37691"/>
                  <a:pt x="781123" y="40490"/>
                  <a:pt x="781854" y="43872"/>
                </a:cubicBezTo>
                <a:cubicBezTo>
                  <a:pt x="782266" y="45974"/>
                  <a:pt x="782471" y="49767"/>
                  <a:pt x="782471" y="55251"/>
                </a:cubicBezTo>
                <a:lnTo>
                  <a:pt x="782471" y="71703"/>
                </a:lnTo>
                <a:cubicBezTo>
                  <a:pt x="782471" y="83174"/>
                  <a:pt x="782734" y="90429"/>
                  <a:pt x="783260" y="93468"/>
                </a:cubicBezTo>
                <a:cubicBezTo>
                  <a:pt x="783785" y="96507"/>
                  <a:pt x="784825" y="99420"/>
                  <a:pt x="786379" y="102208"/>
                </a:cubicBezTo>
                <a:lnTo>
                  <a:pt x="773491" y="102208"/>
                </a:lnTo>
                <a:cubicBezTo>
                  <a:pt x="772212" y="99649"/>
                  <a:pt x="771389" y="96655"/>
                  <a:pt x="771023" y="93228"/>
                </a:cubicBezTo>
                <a:moveTo>
                  <a:pt x="769995" y="65671"/>
                </a:moveTo>
                <a:cubicBezTo>
                  <a:pt x="765517" y="67499"/>
                  <a:pt x="758799" y="69053"/>
                  <a:pt x="749842" y="70332"/>
                </a:cubicBezTo>
                <a:cubicBezTo>
                  <a:pt x="744769" y="71063"/>
                  <a:pt x="741181" y="71886"/>
                  <a:pt x="739079" y="72800"/>
                </a:cubicBezTo>
                <a:cubicBezTo>
                  <a:pt x="736977" y="73714"/>
                  <a:pt x="735355" y="75051"/>
                  <a:pt x="734212" y="76810"/>
                </a:cubicBezTo>
                <a:cubicBezTo>
                  <a:pt x="733070" y="78570"/>
                  <a:pt x="732498" y="80523"/>
                  <a:pt x="732498" y="82671"/>
                </a:cubicBezTo>
                <a:cubicBezTo>
                  <a:pt x="732498" y="85962"/>
                  <a:pt x="733744" y="88704"/>
                  <a:pt x="736234" y="90897"/>
                </a:cubicBezTo>
                <a:cubicBezTo>
                  <a:pt x="738725" y="93091"/>
                  <a:pt x="742370" y="94188"/>
                  <a:pt x="747168" y="94188"/>
                </a:cubicBezTo>
                <a:cubicBezTo>
                  <a:pt x="751921" y="94188"/>
                  <a:pt x="756148" y="93148"/>
                  <a:pt x="759850" y="91069"/>
                </a:cubicBezTo>
                <a:cubicBezTo>
                  <a:pt x="763552" y="88989"/>
                  <a:pt x="766271" y="86144"/>
                  <a:pt x="768007" y="82534"/>
                </a:cubicBezTo>
                <a:cubicBezTo>
                  <a:pt x="769333" y="79746"/>
                  <a:pt x="769995" y="75633"/>
                  <a:pt x="769995" y="70195"/>
                </a:cubicBezTo>
                <a:lnTo>
                  <a:pt x="769995" y="65671"/>
                </a:lnTo>
                <a:close/>
                <a:moveTo>
                  <a:pt x="801186" y="102208"/>
                </a:moveTo>
                <a:lnTo>
                  <a:pt x="801186" y="29408"/>
                </a:lnTo>
                <a:lnTo>
                  <a:pt x="812291" y="29408"/>
                </a:lnTo>
                <a:lnTo>
                  <a:pt x="812291" y="40444"/>
                </a:lnTo>
                <a:cubicBezTo>
                  <a:pt x="815124" y="35280"/>
                  <a:pt x="817740" y="31876"/>
                  <a:pt x="820140" y="30231"/>
                </a:cubicBezTo>
                <a:cubicBezTo>
                  <a:pt x="822539" y="28585"/>
                  <a:pt x="825178" y="27763"/>
                  <a:pt x="828057" y="27763"/>
                </a:cubicBezTo>
                <a:cubicBezTo>
                  <a:pt x="832216" y="27763"/>
                  <a:pt x="836443" y="29088"/>
                  <a:pt x="840739" y="31739"/>
                </a:cubicBezTo>
                <a:lnTo>
                  <a:pt x="836489" y="43186"/>
                </a:lnTo>
                <a:cubicBezTo>
                  <a:pt x="833473" y="41404"/>
                  <a:pt x="830456" y="40513"/>
                  <a:pt x="827440" y="40513"/>
                </a:cubicBezTo>
                <a:cubicBezTo>
                  <a:pt x="824744" y="40513"/>
                  <a:pt x="822322" y="41324"/>
                  <a:pt x="820174" y="42947"/>
                </a:cubicBezTo>
                <a:cubicBezTo>
                  <a:pt x="818026" y="44569"/>
                  <a:pt x="816495" y="46820"/>
                  <a:pt x="815581" y="49699"/>
                </a:cubicBezTo>
                <a:cubicBezTo>
                  <a:pt x="814210" y="54086"/>
                  <a:pt x="813525" y="58884"/>
                  <a:pt x="813525" y="64094"/>
                </a:cubicBezTo>
                <a:lnTo>
                  <a:pt x="813525" y="102208"/>
                </a:lnTo>
                <a:lnTo>
                  <a:pt x="801186" y="102208"/>
                </a:lnTo>
                <a:close/>
                <a:moveTo>
                  <a:pt x="847131" y="130245"/>
                </a:moveTo>
                <a:lnTo>
                  <a:pt x="845760" y="118660"/>
                </a:lnTo>
                <a:cubicBezTo>
                  <a:pt x="848457" y="119391"/>
                  <a:pt x="850810" y="119757"/>
                  <a:pt x="852821" y="119757"/>
                </a:cubicBezTo>
                <a:cubicBezTo>
                  <a:pt x="855563" y="119757"/>
                  <a:pt x="857756" y="119300"/>
                  <a:pt x="859402" y="118386"/>
                </a:cubicBezTo>
                <a:cubicBezTo>
                  <a:pt x="861047" y="117472"/>
                  <a:pt x="862395" y="116192"/>
                  <a:pt x="863446" y="114547"/>
                </a:cubicBezTo>
                <a:cubicBezTo>
                  <a:pt x="864223" y="113313"/>
                  <a:pt x="865480" y="110251"/>
                  <a:pt x="867216" y="105361"/>
                </a:cubicBezTo>
                <a:cubicBezTo>
                  <a:pt x="867445" y="104676"/>
                  <a:pt x="867810" y="103670"/>
                  <a:pt x="868313" y="102345"/>
                </a:cubicBezTo>
                <a:lnTo>
                  <a:pt x="840688" y="29408"/>
                </a:lnTo>
                <a:lnTo>
                  <a:pt x="853986" y="29408"/>
                </a:lnTo>
                <a:lnTo>
                  <a:pt x="869136" y="71566"/>
                </a:lnTo>
                <a:cubicBezTo>
                  <a:pt x="871101" y="76913"/>
                  <a:pt x="872860" y="82534"/>
                  <a:pt x="874414" y="88429"/>
                </a:cubicBezTo>
                <a:cubicBezTo>
                  <a:pt x="875831" y="82763"/>
                  <a:pt x="877522" y="77233"/>
                  <a:pt x="879487" y="71840"/>
                </a:cubicBezTo>
                <a:lnTo>
                  <a:pt x="895048" y="29408"/>
                </a:lnTo>
                <a:lnTo>
                  <a:pt x="907387" y="29408"/>
                </a:lnTo>
                <a:lnTo>
                  <a:pt x="879692" y="103442"/>
                </a:lnTo>
                <a:cubicBezTo>
                  <a:pt x="876722" y="111439"/>
                  <a:pt x="874414" y="116946"/>
                  <a:pt x="872769" y="119962"/>
                </a:cubicBezTo>
                <a:cubicBezTo>
                  <a:pt x="870575" y="124030"/>
                  <a:pt x="868062" y="127012"/>
                  <a:pt x="865228" y="128908"/>
                </a:cubicBezTo>
                <a:cubicBezTo>
                  <a:pt x="862395" y="130805"/>
                  <a:pt x="859013" y="131753"/>
                  <a:pt x="855083" y="131753"/>
                </a:cubicBezTo>
                <a:cubicBezTo>
                  <a:pt x="852707" y="131753"/>
                  <a:pt x="850056" y="131250"/>
                  <a:pt x="847131" y="130245"/>
                </a:cubicBezTo>
                <a:close/>
                <a:moveTo>
                  <a:pt x="924752" y="102208"/>
                </a:moveTo>
                <a:lnTo>
                  <a:pt x="924752" y="88155"/>
                </a:lnTo>
                <a:lnTo>
                  <a:pt x="938805" y="88155"/>
                </a:lnTo>
                <a:lnTo>
                  <a:pt x="938805" y="102208"/>
                </a:lnTo>
                <a:lnTo>
                  <a:pt x="924752" y="102208"/>
                </a:lnTo>
                <a:moveTo>
                  <a:pt x="971571" y="102208"/>
                </a:moveTo>
                <a:lnTo>
                  <a:pt x="971571" y="88155"/>
                </a:lnTo>
                <a:lnTo>
                  <a:pt x="985624" y="88155"/>
                </a:lnTo>
                <a:lnTo>
                  <a:pt x="985624" y="102208"/>
                </a:lnTo>
                <a:lnTo>
                  <a:pt x="971571" y="102208"/>
                </a:lnTo>
                <a:moveTo>
                  <a:pt x="1018322" y="102208"/>
                </a:moveTo>
                <a:lnTo>
                  <a:pt x="1018322" y="88155"/>
                </a:lnTo>
                <a:lnTo>
                  <a:pt x="1032444" y="88155"/>
                </a:lnTo>
                <a:lnTo>
                  <a:pt x="1032444" y="102208"/>
                </a:lnTo>
                <a:lnTo>
                  <a:pt x="1018322" y="102208"/>
                </a:lnTo>
                <a:close/>
                <a:moveTo>
                  <a:pt x="1109409" y="102208"/>
                </a:moveTo>
                <a:lnTo>
                  <a:pt x="1087131" y="29408"/>
                </a:lnTo>
                <a:lnTo>
                  <a:pt x="1099881" y="29408"/>
                </a:lnTo>
                <a:lnTo>
                  <a:pt x="1111466" y="71429"/>
                </a:lnTo>
                <a:lnTo>
                  <a:pt x="1115784" y="87058"/>
                </a:lnTo>
                <a:cubicBezTo>
                  <a:pt x="1115967" y="86282"/>
                  <a:pt x="1117224" y="81277"/>
                  <a:pt x="1119555" y="72046"/>
                </a:cubicBezTo>
                <a:lnTo>
                  <a:pt x="1131140" y="29408"/>
                </a:lnTo>
                <a:lnTo>
                  <a:pt x="1143821" y="29408"/>
                </a:lnTo>
                <a:lnTo>
                  <a:pt x="1154721" y="71635"/>
                </a:lnTo>
                <a:lnTo>
                  <a:pt x="1158354" y="85550"/>
                </a:lnTo>
                <a:lnTo>
                  <a:pt x="1162535" y="71498"/>
                </a:lnTo>
                <a:lnTo>
                  <a:pt x="1175012" y="29408"/>
                </a:lnTo>
                <a:lnTo>
                  <a:pt x="1187008" y="29408"/>
                </a:lnTo>
                <a:lnTo>
                  <a:pt x="1164249" y="102208"/>
                </a:lnTo>
                <a:lnTo>
                  <a:pt x="1151430" y="102208"/>
                </a:lnTo>
                <a:lnTo>
                  <a:pt x="1139845" y="58610"/>
                </a:lnTo>
                <a:lnTo>
                  <a:pt x="1137035" y="46203"/>
                </a:lnTo>
                <a:lnTo>
                  <a:pt x="1122297" y="102208"/>
                </a:lnTo>
                <a:lnTo>
                  <a:pt x="1109409" y="102208"/>
                </a:lnTo>
                <a:close/>
                <a:moveTo>
                  <a:pt x="1244869" y="93228"/>
                </a:moveTo>
                <a:cubicBezTo>
                  <a:pt x="1240299" y="97112"/>
                  <a:pt x="1235901" y="99854"/>
                  <a:pt x="1231673" y="101454"/>
                </a:cubicBezTo>
                <a:cubicBezTo>
                  <a:pt x="1227446" y="103053"/>
                  <a:pt x="1222910" y="103853"/>
                  <a:pt x="1218066" y="103853"/>
                </a:cubicBezTo>
                <a:cubicBezTo>
                  <a:pt x="1210069" y="103853"/>
                  <a:pt x="1203922" y="101899"/>
                  <a:pt x="1199626" y="97992"/>
                </a:cubicBezTo>
                <a:cubicBezTo>
                  <a:pt x="1195331" y="94085"/>
                  <a:pt x="1193183" y="89092"/>
                  <a:pt x="1193183" y="83014"/>
                </a:cubicBezTo>
                <a:cubicBezTo>
                  <a:pt x="1193183" y="79449"/>
                  <a:pt x="1193994" y="76193"/>
                  <a:pt x="1195616" y="73246"/>
                </a:cubicBezTo>
                <a:cubicBezTo>
                  <a:pt x="1197238" y="70298"/>
                  <a:pt x="1199364" y="67933"/>
                  <a:pt x="1201991" y="66151"/>
                </a:cubicBezTo>
                <a:cubicBezTo>
                  <a:pt x="1204619" y="64368"/>
                  <a:pt x="1207578" y="63020"/>
                  <a:pt x="1210869" y="62106"/>
                </a:cubicBezTo>
                <a:cubicBezTo>
                  <a:pt x="1213291" y="61466"/>
                  <a:pt x="1216947" y="60849"/>
                  <a:pt x="1221836" y="60255"/>
                </a:cubicBezTo>
                <a:cubicBezTo>
                  <a:pt x="1231799" y="59067"/>
                  <a:pt x="1239134" y="57650"/>
                  <a:pt x="1243841" y="56005"/>
                </a:cubicBezTo>
                <a:cubicBezTo>
                  <a:pt x="1243887" y="54314"/>
                  <a:pt x="1243910" y="53240"/>
                  <a:pt x="1243910" y="52783"/>
                </a:cubicBezTo>
                <a:cubicBezTo>
                  <a:pt x="1243910" y="47756"/>
                  <a:pt x="1242744" y="44215"/>
                  <a:pt x="1240414" y="42158"/>
                </a:cubicBezTo>
                <a:cubicBezTo>
                  <a:pt x="1237260" y="39371"/>
                  <a:pt x="1232576" y="37977"/>
                  <a:pt x="1226361" y="37977"/>
                </a:cubicBezTo>
                <a:cubicBezTo>
                  <a:pt x="1220557" y="37977"/>
                  <a:pt x="1216273" y="38993"/>
                  <a:pt x="1213508" y="41027"/>
                </a:cubicBezTo>
                <a:cubicBezTo>
                  <a:pt x="1210743" y="43061"/>
                  <a:pt x="1208698" y="46660"/>
                  <a:pt x="1207372" y="51824"/>
                </a:cubicBezTo>
                <a:lnTo>
                  <a:pt x="1195308" y="50179"/>
                </a:lnTo>
                <a:cubicBezTo>
                  <a:pt x="1196404" y="45014"/>
                  <a:pt x="1198210" y="40844"/>
                  <a:pt x="1200723" y="37668"/>
                </a:cubicBezTo>
                <a:cubicBezTo>
                  <a:pt x="1203237" y="34492"/>
                  <a:pt x="1206870" y="32047"/>
                  <a:pt x="1211623" y="30333"/>
                </a:cubicBezTo>
                <a:cubicBezTo>
                  <a:pt x="1216375" y="28620"/>
                  <a:pt x="1221882" y="27763"/>
                  <a:pt x="1228143" y="27763"/>
                </a:cubicBezTo>
                <a:cubicBezTo>
                  <a:pt x="1234358" y="27763"/>
                  <a:pt x="1239408" y="28494"/>
                  <a:pt x="1243293" y="29956"/>
                </a:cubicBezTo>
                <a:cubicBezTo>
                  <a:pt x="1247177" y="31419"/>
                  <a:pt x="1250033" y="33258"/>
                  <a:pt x="1251861" y="35475"/>
                </a:cubicBezTo>
                <a:cubicBezTo>
                  <a:pt x="1253689" y="37691"/>
                  <a:pt x="1254969" y="40490"/>
                  <a:pt x="1255700" y="43872"/>
                </a:cubicBezTo>
                <a:cubicBezTo>
                  <a:pt x="1256111" y="45974"/>
                  <a:pt x="1256317" y="49767"/>
                  <a:pt x="1256317" y="55251"/>
                </a:cubicBezTo>
                <a:lnTo>
                  <a:pt x="1256317" y="71703"/>
                </a:lnTo>
                <a:cubicBezTo>
                  <a:pt x="1256317" y="83174"/>
                  <a:pt x="1256580" y="90429"/>
                  <a:pt x="1257105" y="93468"/>
                </a:cubicBezTo>
                <a:cubicBezTo>
                  <a:pt x="1257631" y="96507"/>
                  <a:pt x="1258671" y="99420"/>
                  <a:pt x="1260224" y="102208"/>
                </a:cubicBezTo>
                <a:lnTo>
                  <a:pt x="1247337" y="102208"/>
                </a:lnTo>
                <a:cubicBezTo>
                  <a:pt x="1246057" y="99649"/>
                  <a:pt x="1245235" y="96655"/>
                  <a:pt x="1244869" y="93228"/>
                </a:cubicBezTo>
                <a:moveTo>
                  <a:pt x="1243841" y="65671"/>
                </a:moveTo>
                <a:cubicBezTo>
                  <a:pt x="1239362" y="67499"/>
                  <a:pt x="1232645" y="69053"/>
                  <a:pt x="1223687" y="70332"/>
                </a:cubicBezTo>
                <a:cubicBezTo>
                  <a:pt x="1218615" y="71063"/>
                  <a:pt x="1215027" y="71886"/>
                  <a:pt x="1212925" y="72800"/>
                </a:cubicBezTo>
                <a:cubicBezTo>
                  <a:pt x="1210823" y="73714"/>
                  <a:pt x="1209200" y="75051"/>
                  <a:pt x="1208058" y="76810"/>
                </a:cubicBezTo>
                <a:cubicBezTo>
                  <a:pt x="1206915" y="78570"/>
                  <a:pt x="1206344" y="80523"/>
                  <a:pt x="1206344" y="82671"/>
                </a:cubicBezTo>
                <a:cubicBezTo>
                  <a:pt x="1206344" y="85962"/>
                  <a:pt x="1207590" y="88704"/>
                  <a:pt x="1210080" y="90897"/>
                </a:cubicBezTo>
                <a:cubicBezTo>
                  <a:pt x="1212571" y="93091"/>
                  <a:pt x="1216215" y="94188"/>
                  <a:pt x="1221014" y="94188"/>
                </a:cubicBezTo>
                <a:cubicBezTo>
                  <a:pt x="1225767" y="94188"/>
                  <a:pt x="1229994" y="93148"/>
                  <a:pt x="1233696" y="91069"/>
                </a:cubicBezTo>
                <a:cubicBezTo>
                  <a:pt x="1237397" y="88989"/>
                  <a:pt x="1240116" y="86144"/>
                  <a:pt x="1241853" y="82534"/>
                </a:cubicBezTo>
                <a:cubicBezTo>
                  <a:pt x="1243178" y="79746"/>
                  <a:pt x="1243841" y="75633"/>
                  <a:pt x="1243841" y="70195"/>
                </a:cubicBezTo>
                <a:lnTo>
                  <a:pt x="1243841" y="65671"/>
                </a:lnTo>
                <a:close/>
                <a:moveTo>
                  <a:pt x="1274894" y="102208"/>
                </a:moveTo>
                <a:lnTo>
                  <a:pt x="1274894" y="1714"/>
                </a:lnTo>
                <a:lnTo>
                  <a:pt x="1287233" y="1714"/>
                </a:lnTo>
                <a:lnTo>
                  <a:pt x="1287233" y="102208"/>
                </a:lnTo>
                <a:lnTo>
                  <a:pt x="1274894" y="102208"/>
                </a:lnTo>
                <a:close/>
                <a:moveTo>
                  <a:pt x="1306712" y="102208"/>
                </a:moveTo>
                <a:lnTo>
                  <a:pt x="1306712" y="1714"/>
                </a:lnTo>
                <a:lnTo>
                  <a:pt x="1319051" y="1714"/>
                </a:lnTo>
                <a:lnTo>
                  <a:pt x="1319051" y="59021"/>
                </a:lnTo>
                <a:lnTo>
                  <a:pt x="1348254" y="29408"/>
                </a:lnTo>
                <a:lnTo>
                  <a:pt x="1364226" y="29408"/>
                </a:lnTo>
                <a:lnTo>
                  <a:pt x="1336394" y="56417"/>
                </a:lnTo>
                <a:lnTo>
                  <a:pt x="1367036" y="102208"/>
                </a:lnTo>
                <a:lnTo>
                  <a:pt x="1351818" y="102208"/>
                </a:lnTo>
                <a:lnTo>
                  <a:pt x="1327757" y="64985"/>
                </a:lnTo>
                <a:lnTo>
                  <a:pt x="1319051" y="73348"/>
                </a:lnTo>
                <a:lnTo>
                  <a:pt x="1319051" y="102208"/>
                </a:lnTo>
                <a:lnTo>
                  <a:pt x="1306712" y="102208"/>
                </a:lnTo>
                <a:close/>
                <a:moveTo>
                  <a:pt x="1371650" y="80478"/>
                </a:moveTo>
                <a:lnTo>
                  <a:pt x="1383852" y="78558"/>
                </a:lnTo>
                <a:cubicBezTo>
                  <a:pt x="1384537" y="83448"/>
                  <a:pt x="1386445" y="87196"/>
                  <a:pt x="1389576" y="89800"/>
                </a:cubicBezTo>
                <a:cubicBezTo>
                  <a:pt x="1392706" y="92405"/>
                  <a:pt x="1397082" y="93708"/>
                  <a:pt x="1402703" y="93708"/>
                </a:cubicBezTo>
                <a:cubicBezTo>
                  <a:pt x="1408370" y="93708"/>
                  <a:pt x="1412574" y="92554"/>
                  <a:pt x="1415316" y="90246"/>
                </a:cubicBezTo>
                <a:cubicBezTo>
                  <a:pt x="1418058" y="87938"/>
                  <a:pt x="1419429" y="85230"/>
                  <a:pt x="1419429" y="82123"/>
                </a:cubicBezTo>
                <a:cubicBezTo>
                  <a:pt x="1419429" y="79335"/>
                  <a:pt x="1418218" y="77142"/>
                  <a:pt x="1415796" y="75542"/>
                </a:cubicBezTo>
                <a:cubicBezTo>
                  <a:pt x="1414105" y="74445"/>
                  <a:pt x="1409901" y="73051"/>
                  <a:pt x="1403183" y="71360"/>
                </a:cubicBezTo>
                <a:cubicBezTo>
                  <a:pt x="1394134" y="69075"/>
                  <a:pt x="1387862" y="67099"/>
                  <a:pt x="1384366" y="65431"/>
                </a:cubicBezTo>
                <a:cubicBezTo>
                  <a:pt x="1380870" y="63763"/>
                  <a:pt x="1378219" y="61455"/>
                  <a:pt x="1376414" y="58507"/>
                </a:cubicBezTo>
                <a:cubicBezTo>
                  <a:pt x="1374609" y="55560"/>
                  <a:pt x="1373707" y="52304"/>
                  <a:pt x="1373707" y="48739"/>
                </a:cubicBezTo>
                <a:cubicBezTo>
                  <a:pt x="1373707" y="45494"/>
                  <a:pt x="1374449" y="42490"/>
                  <a:pt x="1375934" y="39725"/>
                </a:cubicBezTo>
                <a:cubicBezTo>
                  <a:pt x="1377420" y="36960"/>
                  <a:pt x="1379442" y="34663"/>
                  <a:pt x="1382001" y="32835"/>
                </a:cubicBezTo>
                <a:cubicBezTo>
                  <a:pt x="1383921" y="31419"/>
                  <a:pt x="1386537" y="30219"/>
                  <a:pt x="1389850" y="29237"/>
                </a:cubicBezTo>
                <a:cubicBezTo>
                  <a:pt x="1393163" y="28254"/>
                  <a:pt x="1396717" y="27763"/>
                  <a:pt x="1400510" y="27763"/>
                </a:cubicBezTo>
                <a:cubicBezTo>
                  <a:pt x="1406222" y="27763"/>
                  <a:pt x="1411238" y="28585"/>
                  <a:pt x="1415556" y="30231"/>
                </a:cubicBezTo>
                <a:cubicBezTo>
                  <a:pt x="1419875" y="31876"/>
                  <a:pt x="1423063" y="34104"/>
                  <a:pt x="1425119" y="36914"/>
                </a:cubicBezTo>
                <a:cubicBezTo>
                  <a:pt x="1427176" y="39725"/>
                  <a:pt x="1428592" y="43484"/>
                  <a:pt x="1429369" y="48191"/>
                </a:cubicBezTo>
                <a:lnTo>
                  <a:pt x="1417304" y="49836"/>
                </a:lnTo>
                <a:cubicBezTo>
                  <a:pt x="1416756" y="46088"/>
                  <a:pt x="1415168" y="43164"/>
                  <a:pt x="1412540" y="41061"/>
                </a:cubicBezTo>
                <a:cubicBezTo>
                  <a:pt x="1409912" y="38959"/>
                  <a:pt x="1406199" y="37908"/>
                  <a:pt x="1401401" y="37908"/>
                </a:cubicBezTo>
                <a:cubicBezTo>
                  <a:pt x="1395734" y="37908"/>
                  <a:pt x="1391690" y="38845"/>
                  <a:pt x="1389267" y="40719"/>
                </a:cubicBezTo>
                <a:cubicBezTo>
                  <a:pt x="1386845" y="42592"/>
                  <a:pt x="1385634" y="44786"/>
                  <a:pt x="1385634" y="47299"/>
                </a:cubicBezTo>
                <a:cubicBezTo>
                  <a:pt x="1385634" y="48899"/>
                  <a:pt x="1386137" y="50338"/>
                  <a:pt x="1387142" y="51618"/>
                </a:cubicBezTo>
                <a:cubicBezTo>
                  <a:pt x="1388148" y="52943"/>
                  <a:pt x="1389724" y="54040"/>
                  <a:pt x="1391872" y="54908"/>
                </a:cubicBezTo>
                <a:cubicBezTo>
                  <a:pt x="1393106" y="55365"/>
                  <a:pt x="1396739" y="56417"/>
                  <a:pt x="1402772" y="58062"/>
                </a:cubicBezTo>
                <a:cubicBezTo>
                  <a:pt x="1411500" y="60392"/>
                  <a:pt x="1417590" y="62300"/>
                  <a:pt x="1421040" y="63786"/>
                </a:cubicBezTo>
                <a:cubicBezTo>
                  <a:pt x="1424491" y="65271"/>
                  <a:pt x="1427198" y="67430"/>
                  <a:pt x="1429164" y="70264"/>
                </a:cubicBezTo>
                <a:cubicBezTo>
                  <a:pt x="1431129" y="73097"/>
                  <a:pt x="1432111" y="76616"/>
                  <a:pt x="1432111" y="80820"/>
                </a:cubicBezTo>
                <a:cubicBezTo>
                  <a:pt x="1432111" y="84933"/>
                  <a:pt x="1430912" y="88806"/>
                  <a:pt x="1428512" y="92440"/>
                </a:cubicBezTo>
                <a:cubicBezTo>
                  <a:pt x="1426113" y="96073"/>
                  <a:pt x="1422651" y="98883"/>
                  <a:pt x="1418127" y="100871"/>
                </a:cubicBezTo>
                <a:cubicBezTo>
                  <a:pt x="1413603" y="102859"/>
                  <a:pt x="1408484" y="103853"/>
                  <a:pt x="1402772" y="103853"/>
                </a:cubicBezTo>
                <a:cubicBezTo>
                  <a:pt x="1393312" y="103853"/>
                  <a:pt x="1386103" y="101888"/>
                  <a:pt x="1381144" y="97958"/>
                </a:cubicBezTo>
                <a:cubicBezTo>
                  <a:pt x="1376186" y="94028"/>
                  <a:pt x="1373021" y="88201"/>
                  <a:pt x="1371650" y="80478"/>
                </a:cubicBezTo>
                <a:close/>
                <a:moveTo>
                  <a:pt x="1511963" y="91171"/>
                </a:moveTo>
                <a:lnTo>
                  <a:pt x="1513745" y="102071"/>
                </a:lnTo>
                <a:cubicBezTo>
                  <a:pt x="1510272" y="102802"/>
                  <a:pt x="1507165" y="103168"/>
                  <a:pt x="1504423" y="103168"/>
                </a:cubicBezTo>
                <a:cubicBezTo>
                  <a:pt x="1499944" y="103168"/>
                  <a:pt x="1496471" y="102459"/>
                  <a:pt x="1494003" y="101043"/>
                </a:cubicBezTo>
                <a:cubicBezTo>
                  <a:pt x="1491535" y="99626"/>
                  <a:pt x="1489799" y="97764"/>
                  <a:pt x="1488793" y="95456"/>
                </a:cubicBezTo>
                <a:cubicBezTo>
                  <a:pt x="1487788" y="93148"/>
                  <a:pt x="1487285" y="88292"/>
                  <a:pt x="1487285" y="80889"/>
                </a:cubicBezTo>
                <a:lnTo>
                  <a:pt x="1487285" y="39005"/>
                </a:lnTo>
                <a:lnTo>
                  <a:pt x="1478237" y="39005"/>
                </a:lnTo>
                <a:lnTo>
                  <a:pt x="1478237" y="29408"/>
                </a:lnTo>
                <a:lnTo>
                  <a:pt x="1487285" y="29408"/>
                </a:lnTo>
                <a:lnTo>
                  <a:pt x="1487285" y="11379"/>
                </a:lnTo>
                <a:lnTo>
                  <a:pt x="1499556" y="3976"/>
                </a:lnTo>
                <a:lnTo>
                  <a:pt x="1499556" y="29408"/>
                </a:lnTo>
                <a:lnTo>
                  <a:pt x="1511963" y="29408"/>
                </a:lnTo>
                <a:lnTo>
                  <a:pt x="1511963" y="39005"/>
                </a:lnTo>
                <a:lnTo>
                  <a:pt x="1499556" y="39005"/>
                </a:lnTo>
                <a:lnTo>
                  <a:pt x="1499556" y="81574"/>
                </a:lnTo>
                <a:cubicBezTo>
                  <a:pt x="1499556" y="85093"/>
                  <a:pt x="1499773" y="87355"/>
                  <a:pt x="1500207" y="88361"/>
                </a:cubicBezTo>
                <a:cubicBezTo>
                  <a:pt x="1500641" y="89366"/>
                  <a:pt x="1501349" y="90166"/>
                  <a:pt x="1502332" y="90760"/>
                </a:cubicBezTo>
                <a:cubicBezTo>
                  <a:pt x="1503314" y="91354"/>
                  <a:pt x="1504720" y="91651"/>
                  <a:pt x="1506548" y="91651"/>
                </a:cubicBezTo>
                <a:cubicBezTo>
                  <a:pt x="1507919" y="91651"/>
                  <a:pt x="1509724" y="91491"/>
                  <a:pt x="1511963" y="91171"/>
                </a:cubicBezTo>
                <a:close/>
                <a:moveTo>
                  <a:pt x="1518926" y="65808"/>
                </a:moveTo>
                <a:cubicBezTo>
                  <a:pt x="1518926" y="52326"/>
                  <a:pt x="1522673" y="42341"/>
                  <a:pt x="1530168" y="35852"/>
                </a:cubicBezTo>
                <a:cubicBezTo>
                  <a:pt x="1536429" y="30459"/>
                  <a:pt x="1544060" y="27763"/>
                  <a:pt x="1553063" y="27763"/>
                </a:cubicBezTo>
                <a:cubicBezTo>
                  <a:pt x="1563072" y="27763"/>
                  <a:pt x="1571252" y="31042"/>
                  <a:pt x="1577604" y="37600"/>
                </a:cubicBezTo>
                <a:cubicBezTo>
                  <a:pt x="1583957" y="44158"/>
                  <a:pt x="1587133" y="53218"/>
                  <a:pt x="1587133" y="64780"/>
                </a:cubicBezTo>
                <a:cubicBezTo>
                  <a:pt x="1587133" y="74148"/>
                  <a:pt x="1585727" y="81517"/>
                  <a:pt x="1582917" y="86887"/>
                </a:cubicBezTo>
                <a:cubicBezTo>
                  <a:pt x="1580106" y="92257"/>
                  <a:pt x="1576016" y="96427"/>
                  <a:pt x="1570646" y="99397"/>
                </a:cubicBezTo>
                <a:cubicBezTo>
                  <a:pt x="1565277" y="102368"/>
                  <a:pt x="1559416" y="103853"/>
                  <a:pt x="1553063" y="103853"/>
                </a:cubicBezTo>
                <a:cubicBezTo>
                  <a:pt x="1542872" y="103853"/>
                  <a:pt x="1534635" y="100586"/>
                  <a:pt x="1528351" y="94051"/>
                </a:cubicBezTo>
                <a:cubicBezTo>
                  <a:pt x="1522067" y="87515"/>
                  <a:pt x="1518926" y="78101"/>
                  <a:pt x="1518926" y="65808"/>
                </a:cubicBezTo>
                <a:moveTo>
                  <a:pt x="1531607" y="65808"/>
                </a:moveTo>
                <a:cubicBezTo>
                  <a:pt x="1531607" y="75131"/>
                  <a:pt x="1533641" y="82111"/>
                  <a:pt x="1537708" y="86750"/>
                </a:cubicBezTo>
                <a:cubicBezTo>
                  <a:pt x="1541775" y="91388"/>
                  <a:pt x="1546894" y="93708"/>
                  <a:pt x="1553063" y="93708"/>
                </a:cubicBezTo>
                <a:cubicBezTo>
                  <a:pt x="1559187" y="93708"/>
                  <a:pt x="1564283" y="91377"/>
                  <a:pt x="1568350" y="86716"/>
                </a:cubicBezTo>
                <a:cubicBezTo>
                  <a:pt x="1572417" y="82054"/>
                  <a:pt x="1574451" y="74948"/>
                  <a:pt x="1574451" y="65397"/>
                </a:cubicBezTo>
                <a:cubicBezTo>
                  <a:pt x="1574451" y="56394"/>
                  <a:pt x="1572406" y="49573"/>
                  <a:pt x="1568316" y="44934"/>
                </a:cubicBezTo>
                <a:cubicBezTo>
                  <a:pt x="1564226" y="40296"/>
                  <a:pt x="1559141" y="37977"/>
                  <a:pt x="1553063" y="37977"/>
                </a:cubicBezTo>
                <a:cubicBezTo>
                  <a:pt x="1546894" y="37977"/>
                  <a:pt x="1541775" y="40285"/>
                  <a:pt x="1537708" y="44900"/>
                </a:cubicBezTo>
                <a:cubicBezTo>
                  <a:pt x="1533641" y="49516"/>
                  <a:pt x="1531607" y="56485"/>
                  <a:pt x="1531607" y="65808"/>
                </a:cubicBezTo>
                <a:close/>
                <a:moveTo>
                  <a:pt x="1614758" y="102208"/>
                </a:moveTo>
                <a:lnTo>
                  <a:pt x="1592479" y="29408"/>
                </a:lnTo>
                <a:lnTo>
                  <a:pt x="1605230" y="29408"/>
                </a:lnTo>
                <a:lnTo>
                  <a:pt x="1616815" y="71429"/>
                </a:lnTo>
                <a:lnTo>
                  <a:pt x="1621133" y="87058"/>
                </a:lnTo>
                <a:cubicBezTo>
                  <a:pt x="1621316" y="86282"/>
                  <a:pt x="1622573" y="81277"/>
                  <a:pt x="1624904" y="72046"/>
                </a:cubicBezTo>
                <a:lnTo>
                  <a:pt x="1636488" y="29408"/>
                </a:lnTo>
                <a:lnTo>
                  <a:pt x="1649170" y="29408"/>
                </a:lnTo>
                <a:lnTo>
                  <a:pt x="1660070" y="71635"/>
                </a:lnTo>
                <a:lnTo>
                  <a:pt x="1663703" y="85550"/>
                </a:lnTo>
                <a:lnTo>
                  <a:pt x="1667884" y="71498"/>
                </a:lnTo>
                <a:lnTo>
                  <a:pt x="1680360" y="29408"/>
                </a:lnTo>
                <a:lnTo>
                  <a:pt x="1692357" y="29408"/>
                </a:lnTo>
                <a:lnTo>
                  <a:pt x="1669598" y="102208"/>
                </a:lnTo>
                <a:lnTo>
                  <a:pt x="1656779" y="102208"/>
                </a:lnTo>
                <a:lnTo>
                  <a:pt x="1645194" y="58610"/>
                </a:lnTo>
                <a:lnTo>
                  <a:pt x="1642384" y="46203"/>
                </a:lnTo>
                <a:lnTo>
                  <a:pt x="1627646" y="102208"/>
                </a:lnTo>
                <a:lnTo>
                  <a:pt x="1614758" y="102208"/>
                </a:lnTo>
                <a:close/>
                <a:moveTo>
                  <a:pt x="1750218" y="93228"/>
                </a:moveTo>
                <a:cubicBezTo>
                  <a:pt x="1745648" y="97112"/>
                  <a:pt x="1741250" y="99854"/>
                  <a:pt x="1737022" y="101454"/>
                </a:cubicBezTo>
                <a:cubicBezTo>
                  <a:pt x="1732795" y="103053"/>
                  <a:pt x="1728259" y="103853"/>
                  <a:pt x="1723415" y="103853"/>
                </a:cubicBezTo>
                <a:cubicBezTo>
                  <a:pt x="1715418" y="103853"/>
                  <a:pt x="1709271" y="101899"/>
                  <a:pt x="1704975" y="97992"/>
                </a:cubicBezTo>
                <a:cubicBezTo>
                  <a:pt x="1700679" y="94085"/>
                  <a:pt x="1698531" y="89092"/>
                  <a:pt x="1698531" y="83014"/>
                </a:cubicBezTo>
                <a:cubicBezTo>
                  <a:pt x="1698531" y="79449"/>
                  <a:pt x="1699343" y="76193"/>
                  <a:pt x="1700965" y="73246"/>
                </a:cubicBezTo>
                <a:cubicBezTo>
                  <a:pt x="1702587" y="70298"/>
                  <a:pt x="1704712" y="67933"/>
                  <a:pt x="1707340" y="66151"/>
                </a:cubicBezTo>
                <a:cubicBezTo>
                  <a:pt x="1709968" y="64368"/>
                  <a:pt x="1712927" y="63020"/>
                  <a:pt x="1716217" y="62106"/>
                </a:cubicBezTo>
                <a:cubicBezTo>
                  <a:pt x="1718639" y="61466"/>
                  <a:pt x="1722295" y="60849"/>
                  <a:pt x="1727185" y="60255"/>
                </a:cubicBezTo>
                <a:cubicBezTo>
                  <a:pt x="1737148" y="59067"/>
                  <a:pt x="1744483" y="57650"/>
                  <a:pt x="1749190" y="56005"/>
                </a:cubicBezTo>
                <a:cubicBezTo>
                  <a:pt x="1749236" y="54314"/>
                  <a:pt x="1749258" y="53240"/>
                  <a:pt x="1749258" y="52783"/>
                </a:cubicBezTo>
                <a:cubicBezTo>
                  <a:pt x="1749258" y="47756"/>
                  <a:pt x="1748093" y="44215"/>
                  <a:pt x="1745762" y="42158"/>
                </a:cubicBezTo>
                <a:cubicBezTo>
                  <a:pt x="1742609" y="39371"/>
                  <a:pt x="1737925" y="37977"/>
                  <a:pt x="1731710" y="37977"/>
                </a:cubicBezTo>
                <a:cubicBezTo>
                  <a:pt x="1725906" y="37977"/>
                  <a:pt x="1721621" y="38993"/>
                  <a:pt x="1718857" y="41027"/>
                </a:cubicBezTo>
                <a:cubicBezTo>
                  <a:pt x="1716092" y="43061"/>
                  <a:pt x="1714047" y="46660"/>
                  <a:pt x="1712721" y="51824"/>
                </a:cubicBezTo>
                <a:lnTo>
                  <a:pt x="1700657" y="50179"/>
                </a:lnTo>
                <a:cubicBezTo>
                  <a:pt x="1701753" y="45014"/>
                  <a:pt x="1703558" y="40844"/>
                  <a:pt x="1706072" y="37668"/>
                </a:cubicBezTo>
                <a:cubicBezTo>
                  <a:pt x="1708585" y="34492"/>
                  <a:pt x="1712219" y="32047"/>
                  <a:pt x="1716971" y="30333"/>
                </a:cubicBezTo>
                <a:cubicBezTo>
                  <a:pt x="1721724" y="28620"/>
                  <a:pt x="1727231" y="27763"/>
                  <a:pt x="1733492" y="27763"/>
                </a:cubicBezTo>
                <a:cubicBezTo>
                  <a:pt x="1739707" y="27763"/>
                  <a:pt x="1744757" y="28494"/>
                  <a:pt x="1748641" y="29956"/>
                </a:cubicBezTo>
                <a:cubicBezTo>
                  <a:pt x="1752526" y="31419"/>
                  <a:pt x="1755382" y="33258"/>
                  <a:pt x="1757210" y="35475"/>
                </a:cubicBezTo>
                <a:cubicBezTo>
                  <a:pt x="1759038" y="37691"/>
                  <a:pt x="1760318" y="40490"/>
                  <a:pt x="1761049" y="43872"/>
                </a:cubicBezTo>
                <a:cubicBezTo>
                  <a:pt x="1761460" y="45974"/>
                  <a:pt x="1761666" y="49767"/>
                  <a:pt x="1761666" y="55251"/>
                </a:cubicBezTo>
                <a:lnTo>
                  <a:pt x="1761666" y="71703"/>
                </a:lnTo>
                <a:cubicBezTo>
                  <a:pt x="1761666" y="83174"/>
                  <a:pt x="1761929" y="90429"/>
                  <a:pt x="1762454" y="93468"/>
                </a:cubicBezTo>
                <a:cubicBezTo>
                  <a:pt x="1762980" y="96507"/>
                  <a:pt x="1764020" y="99420"/>
                  <a:pt x="1765573" y="102208"/>
                </a:cubicBezTo>
                <a:lnTo>
                  <a:pt x="1752686" y="102208"/>
                </a:lnTo>
                <a:cubicBezTo>
                  <a:pt x="1751406" y="99649"/>
                  <a:pt x="1750584" y="96655"/>
                  <a:pt x="1750218" y="93228"/>
                </a:cubicBezTo>
                <a:moveTo>
                  <a:pt x="1749190" y="65671"/>
                </a:moveTo>
                <a:cubicBezTo>
                  <a:pt x="1744711" y="67499"/>
                  <a:pt x="1737993" y="69053"/>
                  <a:pt x="1729036" y="70332"/>
                </a:cubicBezTo>
                <a:cubicBezTo>
                  <a:pt x="1723964" y="71063"/>
                  <a:pt x="1720376" y="71886"/>
                  <a:pt x="1718274" y="72800"/>
                </a:cubicBezTo>
                <a:cubicBezTo>
                  <a:pt x="1716172" y="73714"/>
                  <a:pt x="1714549" y="75051"/>
                  <a:pt x="1713407" y="76810"/>
                </a:cubicBezTo>
                <a:cubicBezTo>
                  <a:pt x="1712264" y="78570"/>
                  <a:pt x="1711693" y="80523"/>
                  <a:pt x="1711693" y="82671"/>
                </a:cubicBezTo>
                <a:cubicBezTo>
                  <a:pt x="1711693" y="85962"/>
                  <a:pt x="1712938" y="88704"/>
                  <a:pt x="1715429" y="90897"/>
                </a:cubicBezTo>
                <a:cubicBezTo>
                  <a:pt x="1717920" y="93091"/>
                  <a:pt x="1721564" y="94188"/>
                  <a:pt x="1726363" y="94188"/>
                </a:cubicBezTo>
                <a:cubicBezTo>
                  <a:pt x="1731116" y="94188"/>
                  <a:pt x="1735343" y="93148"/>
                  <a:pt x="1739045" y="91069"/>
                </a:cubicBezTo>
                <a:cubicBezTo>
                  <a:pt x="1742746" y="88989"/>
                  <a:pt x="1745465" y="86144"/>
                  <a:pt x="1747202" y="82534"/>
                </a:cubicBezTo>
                <a:cubicBezTo>
                  <a:pt x="1748527" y="79746"/>
                  <a:pt x="1749190" y="75633"/>
                  <a:pt x="1749190" y="70195"/>
                </a:cubicBezTo>
                <a:lnTo>
                  <a:pt x="1749190" y="65671"/>
                </a:lnTo>
                <a:close/>
                <a:moveTo>
                  <a:pt x="1780379" y="102208"/>
                </a:moveTo>
                <a:lnTo>
                  <a:pt x="1780379" y="29408"/>
                </a:lnTo>
                <a:lnTo>
                  <a:pt x="1791484" y="29408"/>
                </a:lnTo>
                <a:lnTo>
                  <a:pt x="1791484" y="40444"/>
                </a:lnTo>
                <a:cubicBezTo>
                  <a:pt x="1794318" y="35280"/>
                  <a:pt x="1796934" y="31876"/>
                  <a:pt x="1799333" y="30231"/>
                </a:cubicBezTo>
                <a:cubicBezTo>
                  <a:pt x="1801732" y="28585"/>
                  <a:pt x="1804372" y="27763"/>
                  <a:pt x="1807251" y="27763"/>
                </a:cubicBezTo>
                <a:cubicBezTo>
                  <a:pt x="1811409" y="27763"/>
                  <a:pt x="1815637" y="29088"/>
                  <a:pt x="1819932" y="31739"/>
                </a:cubicBezTo>
                <a:lnTo>
                  <a:pt x="1815682" y="43186"/>
                </a:lnTo>
                <a:cubicBezTo>
                  <a:pt x="1812666" y="41404"/>
                  <a:pt x="1809650" y="40513"/>
                  <a:pt x="1806634" y="40513"/>
                </a:cubicBezTo>
                <a:cubicBezTo>
                  <a:pt x="1803937" y="40513"/>
                  <a:pt x="1801515" y="41324"/>
                  <a:pt x="1799367" y="42947"/>
                </a:cubicBezTo>
                <a:cubicBezTo>
                  <a:pt x="1797220" y="44569"/>
                  <a:pt x="1795689" y="46820"/>
                  <a:pt x="1794775" y="49699"/>
                </a:cubicBezTo>
                <a:cubicBezTo>
                  <a:pt x="1793404" y="54086"/>
                  <a:pt x="1792718" y="58884"/>
                  <a:pt x="1792718" y="64094"/>
                </a:cubicBezTo>
                <a:lnTo>
                  <a:pt x="1792718" y="102208"/>
                </a:lnTo>
                <a:lnTo>
                  <a:pt x="1780379" y="102208"/>
                </a:lnTo>
                <a:close/>
                <a:moveTo>
                  <a:pt x="1874104" y="102208"/>
                </a:moveTo>
                <a:lnTo>
                  <a:pt x="1874104" y="93022"/>
                </a:lnTo>
                <a:cubicBezTo>
                  <a:pt x="1869489" y="100243"/>
                  <a:pt x="1862702" y="103853"/>
                  <a:pt x="1853745" y="103853"/>
                </a:cubicBezTo>
                <a:cubicBezTo>
                  <a:pt x="1847941" y="103853"/>
                  <a:pt x="1842606" y="102254"/>
                  <a:pt x="1837739" y="99055"/>
                </a:cubicBezTo>
                <a:cubicBezTo>
                  <a:pt x="1832872" y="95856"/>
                  <a:pt x="1829101" y="91388"/>
                  <a:pt x="1826428" y="85653"/>
                </a:cubicBezTo>
                <a:cubicBezTo>
                  <a:pt x="1823754" y="79918"/>
                  <a:pt x="1822418" y="73326"/>
                  <a:pt x="1822418" y="65876"/>
                </a:cubicBezTo>
                <a:cubicBezTo>
                  <a:pt x="1822418" y="58610"/>
                  <a:pt x="1823629" y="52018"/>
                  <a:pt x="1826051" y="46100"/>
                </a:cubicBezTo>
                <a:cubicBezTo>
                  <a:pt x="1828473" y="40182"/>
                  <a:pt x="1832106" y="35646"/>
                  <a:pt x="1836950" y="32493"/>
                </a:cubicBezTo>
                <a:cubicBezTo>
                  <a:pt x="1841794" y="29339"/>
                  <a:pt x="1847210" y="27763"/>
                  <a:pt x="1853197" y="27763"/>
                </a:cubicBezTo>
                <a:cubicBezTo>
                  <a:pt x="1857584" y="27763"/>
                  <a:pt x="1861491" y="28688"/>
                  <a:pt x="1864919" y="30539"/>
                </a:cubicBezTo>
                <a:cubicBezTo>
                  <a:pt x="1868346" y="32390"/>
                  <a:pt x="1871134" y="34801"/>
                  <a:pt x="1873282" y="37771"/>
                </a:cubicBezTo>
                <a:lnTo>
                  <a:pt x="1873282" y="1714"/>
                </a:lnTo>
                <a:lnTo>
                  <a:pt x="1885552" y="1714"/>
                </a:lnTo>
                <a:lnTo>
                  <a:pt x="1885552" y="102208"/>
                </a:lnTo>
                <a:lnTo>
                  <a:pt x="1874104" y="102208"/>
                </a:lnTo>
                <a:moveTo>
                  <a:pt x="1835099" y="65876"/>
                </a:moveTo>
                <a:cubicBezTo>
                  <a:pt x="1835099" y="75199"/>
                  <a:pt x="1837065" y="82169"/>
                  <a:pt x="1840995" y="86784"/>
                </a:cubicBezTo>
                <a:cubicBezTo>
                  <a:pt x="1844925" y="91400"/>
                  <a:pt x="1849563" y="93708"/>
                  <a:pt x="1854910" y="93708"/>
                </a:cubicBezTo>
                <a:cubicBezTo>
                  <a:pt x="1860303" y="93708"/>
                  <a:pt x="1864884" y="91503"/>
                  <a:pt x="1868655" y="87093"/>
                </a:cubicBezTo>
                <a:cubicBezTo>
                  <a:pt x="1872425" y="82683"/>
                  <a:pt x="1874310" y="75953"/>
                  <a:pt x="1874310" y="66905"/>
                </a:cubicBezTo>
                <a:cubicBezTo>
                  <a:pt x="1874310" y="56942"/>
                  <a:pt x="1872391" y="49630"/>
                  <a:pt x="1868552" y="44969"/>
                </a:cubicBezTo>
                <a:cubicBezTo>
                  <a:pt x="1864713" y="40307"/>
                  <a:pt x="1859983" y="37977"/>
                  <a:pt x="1854362" y="37977"/>
                </a:cubicBezTo>
                <a:cubicBezTo>
                  <a:pt x="1848878" y="37977"/>
                  <a:pt x="1844297" y="40216"/>
                  <a:pt x="1840618" y="44695"/>
                </a:cubicBezTo>
                <a:cubicBezTo>
                  <a:pt x="1836939" y="49173"/>
                  <a:pt x="1835099" y="56234"/>
                  <a:pt x="1835099" y="65876"/>
                </a:cubicBezTo>
                <a:close/>
                <a:moveTo>
                  <a:pt x="1899743" y="80478"/>
                </a:moveTo>
                <a:lnTo>
                  <a:pt x="1911945" y="78558"/>
                </a:lnTo>
                <a:cubicBezTo>
                  <a:pt x="1912630" y="83448"/>
                  <a:pt x="1914538" y="87196"/>
                  <a:pt x="1917668" y="89800"/>
                </a:cubicBezTo>
                <a:cubicBezTo>
                  <a:pt x="1920799" y="92405"/>
                  <a:pt x="1925175" y="93708"/>
                  <a:pt x="1930796" y="93708"/>
                </a:cubicBezTo>
                <a:cubicBezTo>
                  <a:pt x="1936463" y="93708"/>
                  <a:pt x="1940667" y="92554"/>
                  <a:pt x="1943409" y="90246"/>
                </a:cubicBezTo>
                <a:cubicBezTo>
                  <a:pt x="1946151" y="87938"/>
                  <a:pt x="1947522" y="85230"/>
                  <a:pt x="1947522" y="82123"/>
                </a:cubicBezTo>
                <a:cubicBezTo>
                  <a:pt x="1947522" y="79335"/>
                  <a:pt x="1946311" y="77142"/>
                  <a:pt x="1943889" y="75542"/>
                </a:cubicBezTo>
                <a:cubicBezTo>
                  <a:pt x="1942198" y="74445"/>
                  <a:pt x="1937994" y="73051"/>
                  <a:pt x="1931276" y="71360"/>
                </a:cubicBezTo>
                <a:cubicBezTo>
                  <a:pt x="1922227" y="69075"/>
                  <a:pt x="1915955" y="67099"/>
                  <a:pt x="1912459" y="65431"/>
                </a:cubicBezTo>
                <a:cubicBezTo>
                  <a:pt x="1908963" y="63763"/>
                  <a:pt x="1906312" y="61455"/>
                  <a:pt x="1904507" y="58507"/>
                </a:cubicBezTo>
                <a:cubicBezTo>
                  <a:pt x="1902702" y="55560"/>
                  <a:pt x="1901799" y="52304"/>
                  <a:pt x="1901799" y="48739"/>
                </a:cubicBezTo>
                <a:cubicBezTo>
                  <a:pt x="1901799" y="45494"/>
                  <a:pt x="1902542" y="42490"/>
                  <a:pt x="1904027" y="39725"/>
                </a:cubicBezTo>
                <a:cubicBezTo>
                  <a:pt x="1905512" y="36960"/>
                  <a:pt x="1907535" y="34663"/>
                  <a:pt x="1910094" y="32835"/>
                </a:cubicBezTo>
                <a:cubicBezTo>
                  <a:pt x="1912013" y="31419"/>
                  <a:pt x="1914629" y="30219"/>
                  <a:pt x="1917943" y="29237"/>
                </a:cubicBezTo>
                <a:cubicBezTo>
                  <a:pt x="1921256" y="28254"/>
                  <a:pt x="1924809" y="27763"/>
                  <a:pt x="1928602" y="27763"/>
                </a:cubicBezTo>
                <a:cubicBezTo>
                  <a:pt x="1934315" y="27763"/>
                  <a:pt x="1939330" y="28585"/>
                  <a:pt x="1943649" y="30231"/>
                </a:cubicBezTo>
                <a:cubicBezTo>
                  <a:pt x="1947968" y="31876"/>
                  <a:pt x="1951155" y="34104"/>
                  <a:pt x="1953212" y="36914"/>
                </a:cubicBezTo>
                <a:cubicBezTo>
                  <a:pt x="1955268" y="39725"/>
                  <a:pt x="1956685" y="43484"/>
                  <a:pt x="1957462" y="48191"/>
                </a:cubicBezTo>
                <a:lnTo>
                  <a:pt x="1945397" y="49836"/>
                </a:lnTo>
                <a:cubicBezTo>
                  <a:pt x="1944849" y="46088"/>
                  <a:pt x="1943260" y="43164"/>
                  <a:pt x="1940633" y="41061"/>
                </a:cubicBezTo>
                <a:cubicBezTo>
                  <a:pt x="1938005" y="38959"/>
                  <a:pt x="1934292" y="37908"/>
                  <a:pt x="1929493" y="37908"/>
                </a:cubicBezTo>
                <a:cubicBezTo>
                  <a:pt x="1923827" y="37908"/>
                  <a:pt x="1919782" y="38845"/>
                  <a:pt x="1917360" y="40719"/>
                </a:cubicBezTo>
                <a:cubicBezTo>
                  <a:pt x="1914938" y="42592"/>
                  <a:pt x="1913727" y="44786"/>
                  <a:pt x="1913727" y="47299"/>
                </a:cubicBezTo>
                <a:cubicBezTo>
                  <a:pt x="1913727" y="48899"/>
                  <a:pt x="1914230" y="50338"/>
                  <a:pt x="1915235" y="51618"/>
                </a:cubicBezTo>
                <a:cubicBezTo>
                  <a:pt x="1916240" y="52943"/>
                  <a:pt x="1917817" y="54040"/>
                  <a:pt x="1919965" y="54908"/>
                </a:cubicBezTo>
                <a:cubicBezTo>
                  <a:pt x="1921199" y="55365"/>
                  <a:pt x="1924832" y="56417"/>
                  <a:pt x="1930864" y="58062"/>
                </a:cubicBezTo>
                <a:cubicBezTo>
                  <a:pt x="1939593" y="60392"/>
                  <a:pt x="1945683" y="62300"/>
                  <a:pt x="1949133" y="63786"/>
                </a:cubicBezTo>
                <a:cubicBezTo>
                  <a:pt x="1952583" y="65271"/>
                  <a:pt x="1955291" y="67430"/>
                  <a:pt x="1957256" y="70264"/>
                </a:cubicBezTo>
                <a:cubicBezTo>
                  <a:pt x="1959221" y="73097"/>
                  <a:pt x="1960204" y="76616"/>
                  <a:pt x="1960204" y="80820"/>
                </a:cubicBezTo>
                <a:cubicBezTo>
                  <a:pt x="1960204" y="84933"/>
                  <a:pt x="1959004" y="88806"/>
                  <a:pt x="1956605" y="92440"/>
                </a:cubicBezTo>
                <a:cubicBezTo>
                  <a:pt x="1954206" y="96073"/>
                  <a:pt x="1950744" y="98883"/>
                  <a:pt x="1946220" y="100871"/>
                </a:cubicBezTo>
                <a:cubicBezTo>
                  <a:pt x="1941695" y="102859"/>
                  <a:pt x="1936577" y="103853"/>
                  <a:pt x="1930864" y="103853"/>
                </a:cubicBezTo>
                <a:cubicBezTo>
                  <a:pt x="1921404" y="103853"/>
                  <a:pt x="1914195" y="101888"/>
                  <a:pt x="1909237" y="97958"/>
                </a:cubicBezTo>
                <a:cubicBezTo>
                  <a:pt x="1904278" y="94028"/>
                  <a:pt x="1901114" y="88201"/>
                  <a:pt x="1899743" y="80478"/>
                </a:cubicBezTo>
                <a:close/>
                <a:moveTo>
                  <a:pt x="2040056" y="91171"/>
                </a:moveTo>
                <a:lnTo>
                  <a:pt x="2041838" y="102071"/>
                </a:lnTo>
                <a:cubicBezTo>
                  <a:pt x="2038365" y="102802"/>
                  <a:pt x="2035257" y="103168"/>
                  <a:pt x="2032515" y="103168"/>
                </a:cubicBezTo>
                <a:cubicBezTo>
                  <a:pt x="2028037" y="103168"/>
                  <a:pt x="2024563" y="102459"/>
                  <a:pt x="2022096" y="101043"/>
                </a:cubicBezTo>
                <a:cubicBezTo>
                  <a:pt x="2019628" y="99626"/>
                  <a:pt x="2017891" y="97764"/>
                  <a:pt x="2016886" y="95456"/>
                </a:cubicBezTo>
                <a:cubicBezTo>
                  <a:pt x="2015880" y="93148"/>
                  <a:pt x="2015378" y="88292"/>
                  <a:pt x="2015378" y="80889"/>
                </a:cubicBezTo>
                <a:lnTo>
                  <a:pt x="2015378" y="39005"/>
                </a:lnTo>
                <a:lnTo>
                  <a:pt x="2006329" y="39005"/>
                </a:lnTo>
                <a:lnTo>
                  <a:pt x="2006329" y="29408"/>
                </a:lnTo>
                <a:lnTo>
                  <a:pt x="2015378" y="29408"/>
                </a:lnTo>
                <a:lnTo>
                  <a:pt x="2015378" y="11379"/>
                </a:lnTo>
                <a:lnTo>
                  <a:pt x="2027648" y="3976"/>
                </a:lnTo>
                <a:lnTo>
                  <a:pt x="2027648" y="29408"/>
                </a:lnTo>
                <a:lnTo>
                  <a:pt x="2040056" y="29408"/>
                </a:lnTo>
                <a:lnTo>
                  <a:pt x="2040056" y="39005"/>
                </a:lnTo>
                <a:lnTo>
                  <a:pt x="2027648" y="39005"/>
                </a:lnTo>
                <a:lnTo>
                  <a:pt x="2027648" y="81574"/>
                </a:lnTo>
                <a:cubicBezTo>
                  <a:pt x="2027648" y="85093"/>
                  <a:pt x="2027865" y="87355"/>
                  <a:pt x="2028299" y="88361"/>
                </a:cubicBezTo>
                <a:cubicBezTo>
                  <a:pt x="2028734" y="89366"/>
                  <a:pt x="2029442" y="90166"/>
                  <a:pt x="2030424" y="90760"/>
                </a:cubicBezTo>
                <a:cubicBezTo>
                  <a:pt x="2031407" y="91354"/>
                  <a:pt x="2032812" y="91651"/>
                  <a:pt x="2034640" y="91651"/>
                </a:cubicBezTo>
                <a:cubicBezTo>
                  <a:pt x="2036011" y="91651"/>
                  <a:pt x="2037816" y="91491"/>
                  <a:pt x="2040056" y="91171"/>
                </a:cubicBezTo>
                <a:close/>
                <a:moveTo>
                  <a:pt x="2051611" y="102208"/>
                </a:moveTo>
                <a:lnTo>
                  <a:pt x="2051611" y="1714"/>
                </a:lnTo>
                <a:lnTo>
                  <a:pt x="2063950" y="1714"/>
                </a:lnTo>
                <a:lnTo>
                  <a:pt x="2063950" y="37771"/>
                </a:lnTo>
                <a:cubicBezTo>
                  <a:pt x="2069708" y="31099"/>
                  <a:pt x="2076974" y="27763"/>
                  <a:pt x="2085749" y="27763"/>
                </a:cubicBezTo>
                <a:cubicBezTo>
                  <a:pt x="2091141" y="27763"/>
                  <a:pt x="2095826" y="28825"/>
                  <a:pt x="2099802" y="30950"/>
                </a:cubicBezTo>
                <a:cubicBezTo>
                  <a:pt x="2103777" y="33075"/>
                  <a:pt x="2106622" y="36012"/>
                  <a:pt x="2108336" y="39759"/>
                </a:cubicBezTo>
                <a:cubicBezTo>
                  <a:pt x="2110050" y="43506"/>
                  <a:pt x="2110907" y="48945"/>
                  <a:pt x="2110907" y="56074"/>
                </a:cubicBezTo>
                <a:lnTo>
                  <a:pt x="2110907" y="102208"/>
                </a:lnTo>
                <a:lnTo>
                  <a:pt x="2098568" y="102208"/>
                </a:lnTo>
                <a:lnTo>
                  <a:pt x="2098568" y="56074"/>
                </a:lnTo>
                <a:cubicBezTo>
                  <a:pt x="2098568" y="49904"/>
                  <a:pt x="2097231" y="45414"/>
                  <a:pt x="2094557" y="42604"/>
                </a:cubicBezTo>
                <a:cubicBezTo>
                  <a:pt x="2091884" y="39793"/>
                  <a:pt x="2088102" y="38388"/>
                  <a:pt x="2083212" y="38388"/>
                </a:cubicBezTo>
                <a:cubicBezTo>
                  <a:pt x="2079556" y="38388"/>
                  <a:pt x="2076118" y="39336"/>
                  <a:pt x="2072896" y="41233"/>
                </a:cubicBezTo>
                <a:cubicBezTo>
                  <a:pt x="2069674" y="43129"/>
                  <a:pt x="2067377" y="45700"/>
                  <a:pt x="2066006" y="48945"/>
                </a:cubicBezTo>
                <a:cubicBezTo>
                  <a:pt x="2064635" y="52189"/>
                  <a:pt x="2063950" y="56668"/>
                  <a:pt x="2063950" y="62380"/>
                </a:cubicBezTo>
                <a:lnTo>
                  <a:pt x="2063950" y="102208"/>
                </a:lnTo>
                <a:lnTo>
                  <a:pt x="2051611" y="102208"/>
                </a:lnTo>
                <a:close/>
                <a:moveTo>
                  <a:pt x="2179250" y="78764"/>
                </a:moveTo>
                <a:lnTo>
                  <a:pt x="2192000" y="80341"/>
                </a:lnTo>
                <a:cubicBezTo>
                  <a:pt x="2189989" y="87790"/>
                  <a:pt x="2186265" y="93571"/>
                  <a:pt x="2180827" y="97684"/>
                </a:cubicBezTo>
                <a:cubicBezTo>
                  <a:pt x="2175388" y="101797"/>
                  <a:pt x="2168442" y="103853"/>
                  <a:pt x="2159987" y="103853"/>
                </a:cubicBezTo>
                <a:cubicBezTo>
                  <a:pt x="2149339" y="103853"/>
                  <a:pt x="2140896" y="100574"/>
                  <a:pt x="2134658" y="94016"/>
                </a:cubicBezTo>
                <a:cubicBezTo>
                  <a:pt x="2128420" y="87458"/>
                  <a:pt x="2125301" y="78261"/>
                  <a:pt x="2125301" y="66425"/>
                </a:cubicBezTo>
                <a:cubicBezTo>
                  <a:pt x="2125301" y="54177"/>
                  <a:pt x="2128454" y="44672"/>
                  <a:pt x="2134761" y="37908"/>
                </a:cubicBezTo>
                <a:cubicBezTo>
                  <a:pt x="2141068" y="31145"/>
                  <a:pt x="2149248" y="27763"/>
                  <a:pt x="2159302" y="27763"/>
                </a:cubicBezTo>
                <a:cubicBezTo>
                  <a:pt x="2169036" y="27763"/>
                  <a:pt x="2176988" y="31076"/>
                  <a:pt x="2183157" y="37702"/>
                </a:cubicBezTo>
                <a:cubicBezTo>
                  <a:pt x="2189327" y="44329"/>
                  <a:pt x="2192411" y="53652"/>
                  <a:pt x="2192411" y="65671"/>
                </a:cubicBezTo>
                <a:cubicBezTo>
                  <a:pt x="2192411" y="66402"/>
                  <a:pt x="2192389" y="67499"/>
                  <a:pt x="2192343" y="68961"/>
                </a:cubicBezTo>
                <a:lnTo>
                  <a:pt x="2138051" y="68961"/>
                </a:lnTo>
                <a:cubicBezTo>
                  <a:pt x="2138508" y="76959"/>
                  <a:pt x="2140771" y="83083"/>
                  <a:pt x="2144838" y="87333"/>
                </a:cubicBezTo>
                <a:cubicBezTo>
                  <a:pt x="2148905" y="91583"/>
                  <a:pt x="2153978" y="93708"/>
                  <a:pt x="2160056" y="93708"/>
                </a:cubicBezTo>
                <a:cubicBezTo>
                  <a:pt x="2164580" y="93708"/>
                  <a:pt x="2168442" y="92520"/>
                  <a:pt x="2171641" y="90143"/>
                </a:cubicBezTo>
                <a:cubicBezTo>
                  <a:pt x="2174840" y="87767"/>
                  <a:pt x="2177376" y="83974"/>
                  <a:pt x="2179250" y="78764"/>
                </a:cubicBezTo>
                <a:moveTo>
                  <a:pt x="2138737" y="58816"/>
                </a:moveTo>
                <a:lnTo>
                  <a:pt x="2179387" y="58816"/>
                </a:lnTo>
                <a:cubicBezTo>
                  <a:pt x="2178839" y="52692"/>
                  <a:pt x="2177285" y="48099"/>
                  <a:pt x="2174726" y="45037"/>
                </a:cubicBezTo>
                <a:cubicBezTo>
                  <a:pt x="2170795" y="40285"/>
                  <a:pt x="2165700" y="37908"/>
                  <a:pt x="2159439" y="37908"/>
                </a:cubicBezTo>
                <a:cubicBezTo>
                  <a:pt x="2153772" y="37908"/>
                  <a:pt x="2149008" y="39805"/>
                  <a:pt x="2145146" y="43598"/>
                </a:cubicBezTo>
                <a:cubicBezTo>
                  <a:pt x="2141285" y="47391"/>
                  <a:pt x="2139148" y="52464"/>
                  <a:pt x="2138737" y="58816"/>
                </a:cubicBezTo>
                <a:close/>
                <a:moveTo>
                  <a:pt x="2248661" y="102208"/>
                </a:moveTo>
                <a:lnTo>
                  <a:pt x="2248661" y="39005"/>
                </a:lnTo>
                <a:lnTo>
                  <a:pt x="2237762" y="39005"/>
                </a:lnTo>
                <a:lnTo>
                  <a:pt x="2237762" y="29408"/>
                </a:lnTo>
                <a:lnTo>
                  <a:pt x="2248661" y="29408"/>
                </a:lnTo>
                <a:lnTo>
                  <a:pt x="2248661" y="21662"/>
                </a:lnTo>
                <a:cubicBezTo>
                  <a:pt x="2248661" y="16772"/>
                  <a:pt x="2249096" y="13139"/>
                  <a:pt x="2249964" y="10762"/>
                </a:cubicBezTo>
                <a:cubicBezTo>
                  <a:pt x="2251152" y="7563"/>
                  <a:pt x="2253243" y="4970"/>
                  <a:pt x="2256236" y="2982"/>
                </a:cubicBezTo>
                <a:cubicBezTo>
                  <a:pt x="2259230" y="994"/>
                  <a:pt x="2263422" y="0"/>
                  <a:pt x="2268815" y="0"/>
                </a:cubicBezTo>
                <a:cubicBezTo>
                  <a:pt x="2272288" y="0"/>
                  <a:pt x="2276127" y="411"/>
                  <a:pt x="2280331" y="1234"/>
                </a:cubicBezTo>
                <a:lnTo>
                  <a:pt x="2278481" y="11996"/>
                </a:lnTo>
                <a:cubicBezTo>
                  <a:pt x="2275921" y="11539"/>
                  <a:pt x="2273499" y="11311"/>
                  <a:pt x="2271214" y="11311"/>
                </a:cubicBezTo>
                <a:cubicBezTo>
                  <a:pt x="2267467" y="11311"/>
                  <a:pt x="2264816" y="12110"/>
                  <a:pt x="2263263" y="13710"/>
                </a:cubicBezTo>
                <a:cubicBezTo>
                  <a:pt x="2261709" y="15309"/>
                  <a:pt x="2260932" y="18303"/>
                  <a:pt x="2260932" y="22690"/>
                </a:cubicBezTo>
                <a:lnTo>
                  <a:pt x="2260932" y="29408"/>
                </a:lnTo>
                <a:lnTo>
                  <a:pt x="2275122" y="29408"/>
                </a:lnTo>
                <a:lnTo>
                  <a:pt x="2275122" y="39005"/>
                </a:lnTo>
                <a:lnTo>
                  <a:pt x="2260932" y="39005"/>
                </a:lnTo>
                <a:lnTo>
                  <a:pt x="2260932" y="102208"/>
                </a:lnTo>
                <a:lnTo>
                  <a:pt x="2248661" y="102208"/>
                </a:lnTo>
                <a:close/>
                <a:moveTo>
                  <a:pt x="2284278" y="15904"/>
                </a:moveTo>
                <a:lnTo>
                  <a:pt x="2284278" y="1714"/>
                </a:lnTo>
                <a:lnTo>
                  <a:pt x="2296617" y="1714"/>
                </a:lnTo>
                <a:lnTo>
                  <a:pt x="2296617" y="15904"/>
                </a:lnTo>
                <a:lnTo>
                  <a:pt x="2284278" y="15904"/>
                </a:lnTo>
                <a:moveTo>
                  <a:pt x="2284278" y="102208"/>
                </a:moveTo>
                <a:lnTo>
                  <a:pt x="2284278" y="29408"/>
                </a:lnTo>
                <a:lnTo>
                  <a:pt x="2296617" y="29408"/>
                </a:lnTo>
                <a:lnTo>
                  <a:pt x="2296617" y="102208"/>
                </a:lnTo>
                <a:lnTo>
                  <a:pt x="2284278" y="102208"/>
                </a:lnTo>
                <a:close/>
                <a:moveTo>
                  <a:pt x="2315547" y="102208"/>
                </a:moveTo>
                <a:lnTo>
                  <a:pt x="2315547" y="29408"/>
                </a:lnTo>
                <a:lnTo>
                  <a:pt x="2326652" y="29408"/>
                </a:lnTo>
                <a:lnTo>
                  <a:pt x="2326652" y="40444"/>
                </a:lnTo>
                <a:cubicBezTo>
                  <a:pt x="2329486" y="35280"/>
                  <a:pt x="2332102" y="31876"/>
                  <a:pt x="2334501" y="30231"/>
                </a:cubicBezTo>
                <a:cubicBezTo>
                  <a:pt x="2336901" y="28585"/>
                  <a:pt x="2339540" y="27763"/>
                  <a:pt x="2342419" y="27763"/>
                </a:cubicBezTo>
                <a:cubicBezTo>
                  <a:pt x="2346578" y="27763"/>
                  <a:pt x="2350805" y="29088"/>
                  <a:pt x="2355101" y="31739"/>
                </a:cubicBezTo>
                <a:lnTo>
                  <a:pt x="2350851" y="43186"/>
                </a:lnTo>
                <a:cubicBezTo>
                  <a:pt x="2347834" y="41404"/>
                  <a:pt x="2344818" y="40513"/>
                  <a:pt x="2341802" y="40513"/>
                </a:cubicBezTo>
                <a:cubicBezTo>
                  <a:pt x="2339106" y="40513"/>
                  <a:pt x="2336684" y="41324"/>
                  <a:pt x="2334536" y="42947"/>
                </a:cubicBezTo>
                <a:cubicBezTo>
                  <a:pt x="2332388" y="44569"/>
                  <a:pt x="2330857" y="46820"/>
                  <a:pt x="2329943" y="49699"/>
                </a:cubicBezTo>
                <a:cubicBezTo>
                  <a:pt x="2328572" y="54086"/>
                  <a:pt x="2327886" y="58884"/>
                  <a:pt x="2327886" y="64094"/>
                </a:cubicBezTo>
                <a:lnTo>
                  <a:pt x="2327886" y="102208"/>
                </a:lnTo>
                <a:lnTo>
                  <a:pt x="2315547" y="102208"/>
                </a:lnTo>
                <a:close/>
                <a:moveTo>
                  <a:pt x="2357106" y="80478"/>
                </a:moveTo>
                <a:lnTo>
                  <a:pt x="2369308" y="78558"/>
                </a:lnTo>
                <a:cubicBezTo>
                  <a:pt x="2369993" y="83448"/>
                  <a:pt x="2371901" y="87196"/>
                  <a:pt x="2375032" y="89800"/>
                </a:cubicBezTo>
                <a:cubicBezTo>
                  <a:pt x="2378162" y="92405"/>
                  <a:pt x="2382538" y="93708"/>
                  <a:pt x="2388159" y="93708"/>
                </a:cubicBezTo>
                <a:cubicBezTo>
                  <a:pt x="2393826" y="93708"/>
                  <a:pt x="2398030" y="92554"/>
                  <a:pt x="2400772" y="90246"/>
                </a:cubicBezTo>
                <a:cubicBezTo>
                  <a:pt x="2403514" y="87938"/>
                  <a:pt x="2404885" y="85230"/>
                  <a:pt x="2404885" y="82123"/>
                </a:cubicBezTo>
                <a:cubicBezTo>
                  <a:pt x="2404885" y="79335"/>
                  <a:pt x="2403674" y="77142"/>
                  <a:pt x="2401252" y="75542"/>
                </a:cubicBezTo>
                <a:cubicBezTo>
                  <a:pt x="2399561" y="74445"/>
                  <a:pt x="2395357" y="73051"/>
                  <a:pt x="2388639" y="71360"/>
                </a:cubicBezTo>
                <a:cubicBezTo>
                  <a:pt x="2379590" y="69075"/>
                  <a:pt x="2373318" y="67099"/>
                  <a:pt x="2369822" y="65431"/>
                </a:cubicBezTo>
                <a:cubicBezTo>
                  <a:pt x="2366326" y="63763"/>
                  <a:pt x="2363675" y="61455"/>
                  <a:pt x="2361870" y="58507"/>
                </a:cubicBezTo>
                <a:cubicBezTo>
                  <a:pt x="2360065" y="55560"/>
                  <a:pt x="2359162" y="52304"/>
                  <a:pt x="2359162" y="48739"/>
                </a:cubicBezTo>
                <a:cubicBezTo>
                  <a:pt x="2359162" y="45494"/>
                  <a:pt x="2359905" y="42490"/>
                  <a:pt x="2361390" y="39725"/>
                </a:cubicBezTo>
                <a:cubicBezTo>
                  <a:pt x="2362875" y="36960"/>
                  <a:pt x="2364898" y="34663"/>
                  <a:pt x="2367457" y="32835"/>
                </a:cubicBezTo>
                <a:cubicBezTo>
                  <a:pt x="2369376" y="31419"/>
                  <a:pt x="2371993" y="30219"/>
                  <a:pt x="2375306" y="29237"/>
                </a:cubicBezTo>
                <a:cubicBezTo>
                  <a:pt x="2378619" y="28254"/>
                  <a:pt x="2382172" y="27763"/>
                  <a:pt x="2385965" y="27763"/>
                </a:cubicBezTo>
                <a:cubicBezTo>
                  <a:pt x="2391678" y="27763"/>
                  <a:pt x="2396693" y="28585"/>
                  <a:pt x="2401012" y="30231"/>
                </a:cubicBezTo>
                <a:cubicBezTo>
                  <a:pt x="2405331" y="31876"/>
                  <a:pt x="2408518" y="34104"/>
                  <a:pt x="2410575" y="36914"/>
                </a:cubicBezTo>
                <a:cubicBezTo>
                  <a:pt x="2412631" y="39725"/>
                  <a:pt x="2414048" y="43484"/>
                  <a:pt x="2414825" y="48191"/>
                </a:cubicBezTo>
                <a:lnTo>
                  <a:pt x="2402760" y="49836"/>
                </a:lnTo>
                <a:cubicBezTo>
                  <a:pt x="2402212" y="46088"/>
                  <a:pt x="2400624" y="43164"/>
                  <a:pt x="2397996" y="41061"/>
                </a:cubicBezTo>
                <a:cubicBezTo>
                  <a:pt x="2395368" y="38959"/>
                  <a:pt x="2391655" y="37908"/>
                  <a:pt x="2386857" y="37908"/>
                </a:cubicBezTo>
                <a:cubicBezTo>
                  <a:pt x="2381190" y="37908"/>
                  <a:pt x="2377145" y="38845"/>
                  <a:pt x="2374723" y="40719"/>
                </a:cubicBezTo>
                <a:cubicBezTo>
                  <a:pt x="2372301" y="42592"/>
                  <a:pt x="2371090" y="44786"/>
                  <a:pt x="2371090" y="47299"/>
                </a:cubicBezTo>
                <a:cubicBezTo>
                  <a:pt x="2371090" y="48899"/>
                  <a:pt x="2371593" y="50338"/>
                  <a:pt x="2372598" y="51618"/>
                </a:cubicBezTo>
                <a:cubicBezTo>
                  <a:pt x="2373604" y="52943"/>
                  <a:pt x="2375180" y="54040"/>
                  <a:pt x="2377328" y="54908"/>
                </a:cubicBezTo>
                <a:cubicBezTo>
                  <a:pt x="2378562" y="55365"/>
                  <a:pt x="2382195" y="56417"/>
                  <a:pt x="2388228" y="58062"/>
                </a:cubicBezTo>
                <a:cubicBezTo>
                  <a:pt x="2396956" y="60392"/>
                  <a:pt x="2403046" y="62300"/>
                  <a:pt x="2406496" y="63786"/>
                </a:cubicBezTo>
                <a:cubicBezTo>
                  <a:pt x="2409946" y="65271"/>
                  <a:pt x="2412654" y="67430"/>
                  <a:pt x="2414619" y="70264"/>
                </a:cubicBezTo>
                <a:cubicBezTo>
                  <a:pt x="2416584" y="73097"/>
                  <a:pt x="2417567" y="76616"/>
                  <a:pt x="2417567" y="80820"/>
                </a:cubicBezTo>
                <a:cubicBezTo>
                  <a:pt x="2417567" y="84933"/>
                  <a:pt x="2416367" y="88806"/>
                  <a:pt x="2413968" y="92440"/>
                </a:cubicBezTo>
                <a:cubicBezTo>
                  <a:pt x="2411569" y="96073"/>
                  <a:pt x="2408107" y="98883"/>
                  <a:pt x="2403583" y="100871"/>
                </a:cubicBezTo>
                <a:cubicBezTo>
                  <a:pt x="2399058" y="102859"/>
                  <a:pt x="2393940" y="103853"/>
                  <a:pt x="2388228" y="103853"/>
                </a:cubicBezTo>
                <a:cubicBezTo>
                  <a:pt x="2378768" y="103853"/>
                  <a:pt x="2371558" y="101888"/>
                  <a:pt x="2366600" y="97958"/>
                </a:cubicBezTo>
                <a:cubicBezTo>
                  <a:pt x="2361642" y="94028"/>
                  <a:pt x="2358477" y="88201"/>
                  <a:pt x="2357106" y="80478"/>
                </a:cubicBezTo>
                <a:close/>
                <a:moveTo>
                  <a:pt x="2458924" y="91171"/>
                </a:moveTo>
                <a:lnTo>
                  <a:pt x="2460707" y="102071"/>
                </a:lnTo>
                <a:cubicBezTo>
                  <a:pt x="2457233" y="102802"/>
                  <a:pt x="2454126" y="103168"/>
                  <a:pt x="2451384" y="103168"/>
                </a:cubicBezTo>
                <a:cubicBezTo>
                  <a:pt x="2446905" y="103168"/>
                  <a:pt x="2443432" y="102459"/>
                  <a:pt x="2440964" y="101043"/>
                </a:cubicBezTo>
                <a:cubicBezTo>
                  <a:pt x="2438496" y="99626"/>
                  <a:pt x="2436760" y="97764"/>
                  <a:pt x="2435754" y="95456"/>
                </a:cubicBezTo>
                <a:cubicBezTo>
                  <a:pt x="2434749" y="93148"/>
                  <a:pt x="2434246" y="88292"/>
                  <a:pt x="2434246" y="80889"/>
                </a:cubicBezTo>
                <a:lnTo>
                  <a:pt x="2434246" y="39005"/>
                </a:lnTo>
                <a:lnTo>
                  <a:pt x="2425198" y="39005"/>
                </a:lnTo>
                <a:lnTo>
                  <a:pt x="2425198" y="29408"/>
                </a:lnTo>
                <a:lnTo>
                  <a:pt x="2434246" y="29408"/>
                </a:lnTo>
                <a:lnTo>
                  <a:pt x="2434246" y="11379"/>
                </a:lnTo>
                <a:lnTo>
                  <a:pt x="2446517" y="3976"/>
                </a:lnTo>
                <a:lnTo>
                  <a:pt x="2446517" y="29408"/>
                </a:lnTo>
                <a:lnTo>
                  <a:pt x="2458924" y="29408"/>
                </a:lnTo>
                <a:lnTo>
                  <a:pt x="2458924" y="39005"/>
                </a:lnTo>
                <a:lnTo>
                  <a:pt x="2446517" y="39005"/>
                </a:lnTo>
                <a:lnTo>
                  <a:pt x="2446517" y="81574"/>
                </a:lnTo>
                <a:cubicBezTo>
                  <a:pt x="2446517" y="85093"/>
                  <a:pt x="2446734" y="87355"/>
                  <a:pt x="2447168" y="88361"/>
                </a:cubicBezTo>
                <a:cubicBezTo>
                  <a:pt x="2447602" y="89366"/>
                  <a:pt x="2448310" y="90166"/>
                  <a:pt x="2449293" y="90760"/>
                </a:cubicBezTo>
                <a:cubicBezTo>
                  <a:pt x="2450276" y="91354"/>
                  <a:pt x="2451681" y="91651"/>
                  <a:pt x="2453509" y="91651"/>
                </a:cubicBezTo>
                <a:cubicBezTo>
                  <a:pt x="2454880" y="91651"/>
                  <a:pt x="2456685" y="91491"/>
                  <a:pt x="2458924" y="91171"/>
                </a:cubicBezTo>
                <a:close/>
                <a:moveTo>
                  <a:pt x="2509042" y="102208"/>
                </a:moveTo>
                <a:lnTo>
                  <a:pt x="2509042" y="1714"/>
                </a:lnTo>
                <a:lnTo>
                  <a:pt x="2521381" y="1714"/>
                </a:lnTo>
                <a:lnTo>
                  <a:pt x="2521381" y="59021"/>
                </a:lnTo>
                <a:lnTo>
                  <a:pt x="2550584" y="29408"/>
                </a:lnTo>
                <a:lnTo>
                  <a:pt x="2566556" y="29408"/>
                </a:lnTo>
                <a:lnTo>
                  <a:pt x="2538724" y="56417"/>
                </a:lnTo>
                <a:lnTo>
                  <a:pt x="2569366" y="102208"/>
                </a:lnTo>
                <a:lnTo>
                  <a:pt x="2554148" y="102208"/>
                </a:lnTo>
                <a:lnTo>
                  <a:pt x="2530087" y="64985"/>
                </a:lnTo>
                <a:lnTo>
                  <a:pt x="2521381" y="73348"/>
                </a:lnTo>
                <a:lnTo>
                  <a:pt x="2521381" y="102208"/>
                </a:lnTo>
                <a:lnTo>
                  <a:pt x="2509042" y="102208"/>
                </a:lnTo>
                <a:close/>
                <a:moveTo>
                  <a:pt x="2578985" y="15904"/>
                </a:moveTo>
                <a:lnTo>
                  <a:pt x="2578985" y="1714"/>
                </a:lnTo>
                <a:lnTo>
                  <a:pt x="2591324" y="1714"/>
                </a:lnTo>
                <a:lnTo>
                  <a:pt x="2591324" y="15904"/>
                </a:lnTo>
                <a:lnTo>
                  <a:pt x="2578985" y="15904"/>
                </a:lnTo>
                <a:moveTo>
                  <a:pt x="2578985" y="102208"/>
                </a:moveTo>
                <a:lnTo>
                  <a:pt x="2578985" y="29408"/>
                </a:lnTo>
                <a:lnTo>
                  <a:pt x="2591324" y="29408"/>
                </a:lnTo>
                <a:lnTo>
                  <a:pt x="2591324" y="102208"/>
                </a:lnTo>
                <a:lnTo>
                  <a:pt x="2578985" y="102208"/>
                </a:lnTo>
                <a:close/>
                <a:moveTo>
                  <a:pt x="2637332" y="91171"/>
                </a:moveTo>
                <a:lnTo>
                  <a:pt x="2639115" y="102071"/>
                </a:lnTo>
                <a:cubicBezTo>
                  <a:pt x="2635641" y="102802"/>
                  <a:pt x="2632534" y="103168"/>
                  <a:pt x="2629792" y="103168"/>
                </a:cubicBezTo>
                <a:cubicBezTo>
                  <a:pt x="2625313" y="103168"/>
                  <a:pt x="2621840" y="102459"/>
                  <a:pt x="2619372" y="101043"/>
                </a:cubicBezTo>
                <a:cubicBezTo>
                  <a:pt x="2616904" y="99626"/>
                  <a:pt x="2615168" y="97764"/>
                  <a:pt x="2614162" y="95456"/>
                </a:cubicBezTo>
                <a:cubicBezTo>
                  <a:pt x="2613157" y="93148"/>
                  <a:pt x="2612654" y="88292"/>
                  <a:pt x="2612654" y="80889"/>
                </a:cubicBezTo>
                <a:lnTo>
                  <a:pt x="2612654" y="39005"/>
                </a:lnTo>
                <a:lnTo>
                  <a:pt x="2603606" y="39005"/>
                </a:lnTo>
                <a:lnTo>
                  <a:pt x="2603606" y="29408"/>
                </a:lnTo>
                <a:lnTo>
                  <a:pt x="2612654" y="29408"/>
                </a:lnTo>
                <a:lnTo>
                  <a:pt x="2612654" y="11379"/>
                </a:lnTo>
                <a:lnTo>
                  <a:pt x="2624925" y="3976"/>
                </a:lnTo>
                <a:lnTo>
                  <a:pt x="2624925" y="29408"/>
                </a:lnTo>
                <a:lnTo>
                  <a:pt x="2637332" y="29408"/>
                </a:lnTo>
                <a:lnTo>
                  <a:pt x="2637332" y="39005"/>
                </a:lnTo>
                <a:lnTo>
                  <a:pt x="2624925" y="39005"/>
                </a:lnTo>
                <a:lnTo>
                  <a:pt x="2624925" y="81574"/>
                </a:lnTo>
                <a:cubicBezTo>
                  <a:pt x="2624925" y="85093"/>
                  <a:pt x="2625142" y="87355"/>
                  <a:pt x="2625576" y="88361"/>
                </a:cubicBezTo>
                <a:cubicBezTo>
                  <a:pt x="2626010" y="89366"/>
                  <a:pt x="2626719" y="90166"/>
                  <a:pt x="2627701" y="90760"/>
                </a:cubicBezTo>
                <a:cubicBezTo>
                  <a:pt x="2628684" y="91354"/>
                  <a:pt x="2630089" y="91651"/>
                  <a:pt x="2631917" y="91651"/>
                </a:cubicBezTo>
                <a:cubicBezTo>
                  <a:pt x="2633288" y="91651"/>
                  <a:pt x="2635093" y="91491"/>
                  <a:pt x="2637332" y="91171"/>
                </a:cubicBezTo>
                <a:close/>
                <a:moveTo>
                  <a:pt x="2696393" y="75542"/>
                </a:moveTo>
                <a:lnTo>
                  <a:pt x="2708526" y="77119"/>
                </a:lnTo>
                <a:cubicBezTo>
                  <a:pt x="2707201" y="85482"/>
                  <a:pt x="2703808" y="92028"/>
                  <a:pt x="2698346" y="96758"/>
                </a:cubicBezTo>
                <a:cubicBezTo>
                  <a:pt x="2692885" y="101488"/>
                  <a:pt x="2686179" y="103853"/>
                  <a:pt x="2678227" y="103853"/>
                </a:cubicBezTo>
                <a:cubicBezTo>
                  <a:pt x="2668264" y="103853"/>
                  <a:pt x="2660255" y="100597"/>
                  <a:pt x="2654200" y="94085"/>
                </a:cubicBezTo>
                <a:cubicBezTo>
                  <a:pt x="2648145" y="87573"/>
                  <a:pt x="2645117" y="78238"/>
                  <a:pt x="2645117" y="66082"/>
                </a:cubicBezTo>
                <a:cubicBezTo>
                  <a:pt x="2645117" y="58222"/>
                  <a:pt x="2646420" y="51344"/>
                  <a:pt x="2649025" y="45449"/>
                </a:cubicBezTo>
                <a:cubicBezTo>
                  <a:pt x="2651630" y="39553"/>
                  <a:pt x="2655594" y="35132"/>
                  <a:pt x="2660918" y="32184"/>
                </a:cubicBezTo>
                <a:cubicBezTo>
                  <a:pt x="2666242" y="29237"/>
                  <a:pt x="2672035" y="27763"/>
                  <a:pt x="2678296" y="27763"/>
                </a:cubicBezTo>
                <a:cubicBezTo>
                  <a:pt x="2686202" y="27763"/>
                  <a:pt x="2692668" y="29762"/>
                  <a:pt x="2697695" y="33761"/>
                </a:cubicBezTo>
                <a:cubicBezTo>
                  <a:pt x="2702722" y="37760"/>
                  <a:pt x="2705944" y="43438"/>
                  <a:pt x="2707361" y="50795"/>
                </a:cubicBezTo>
                <a:lnTo>
                  <a:pt x="2695364" y="52646"/>
                </a:lnTo>
                <a:cubicBezTo>
                  <a:pt x="2694222" y="47756"/>
                  <a:pt x="2692200" y="44078"/>
                  <a:pt x="2689298" y="41610"/>
                </a:cubicBezTo>
                <a:cubicBezTo>
                  <a:pt x="2686396" y="39142"/>
                  <a:pt x="2682888" y="37908"/>
                  <a:pt x="2678775" y="37908"/>
                </a:cubicBezTo>
                <a:cubicBezTo>
                  <a:pt x="2672560" y="37908"/>
                  <a:pt x="2667510" y="40136"/>
                  <a:pt x="2663626" y="44592"/>
                </a:cubicBezTo>
                <a:cubicBezTo>
                  <a:pt x="2659741" y="49047"/>
                  <a:pt x="2657799" y="56097"/>
                  <a:pt x="2657799" y="65739"/>
                </a:cubicBezTo>
                <a:cubicBezTo>
                  <a:pt x="2657799" y="75519"/>
                  <a:pt x="2659673" y="82626"/>
                  <a:pt x="2663420" y="87058"/>
                </a:cubicBezTo>
                <a:cubicBezTo>
                  <a:pt x="2667168" y="91491"/>
                  <a:pt x="2672057" y="93708"/>
                  <a:pt x="2678090" y="93708"/>
                </a:cubicBezTo>
                <a:cubicBezTo>
                  <a:pt x="2682934" y="93708"/>
                  <a:pt x="2686978" y="92223"/>
                  <a:pt x="2690223" y="89252"/>
                </a:cubicBezTo>
                <a:cubicBezTo>
                  <a:pt x="2693468" y="86282"/>
                  <a:pt x="2695524" y="81712"/>
                  <a:pt x="2696393" y="75542"/>
                </a:cubicBezTo>
                <a:close/>
                <a:moveTo>
                  <a:pt x="2718829" y="102208"/>
                </a:moveTo>
                <a:lnTo>
                  <a:pt x="2718829" y="1714"/>
                </a:lnTo>
                <a:lnTo>
                  <a:pt x="2731168" y="1714"/>
                </a:lnTo>
                <a:lnTo>
                  <a:pt x="2731168" y="37771"/>
                </a:lnTo>
                <a:cubicBezTo>
                  <a:pt x="2736927" y="31099"/>
                  <a:pt x="2744193" y="27763"/>
                  <a:pt x="2752967" y="27763"/>
                </a:cubicBezTo>
                <a:cubicBezTo>
                  <a:pt x="2758360" y="27763"/>
                  <a:pt x="2763044" y="28825"/>
                  <a:pt x="2767020" y="30950"/>
                </a:cubicBezTo>
                <a:cubicBezTo>
                  <a:pt x="2770996" y="33075"/>
                  <a:pt x="2773841" y="36012"/>
                  <a:pt x="2775555" y="39759"/>
                </a:cubicBezTo>
                <a:cubicBezTo>
                  <a:pt x="2777268" y="43506"/>
                  <a:pt x="2778125" y="48945"/>
                  <a:pt x="2778125" y="56074"/>
                </a:cubicBezTo>
                <a:lnTo>
                  <a:pt x="2778125" y="102208"/>
                </a:lnTo>
                <a:lnTo>
                  <a:pt x="2765786" y="102208"/>
                </a:lnTo>
                <a:lnTo>
                  <a:pt x="2765786" y="56074"/>
                </a:lnTo>
                <a:cubicBezTo>
                  <a:pt x="2765786" y="49904"/>
                  <a:pt x="2764449" y="45414"/>
                  <a:pt x="2761776" y="42604"/>
                </a:cubicBezTo>
                <a:cubicBezTo>
                  <a:pt x="2759103" y="39793"/>
                  <a:pt x="2755321" y="38388"/>
                  <a:pt x="2750431" y="38388"/>
                </a:cubicBezTo>
                <a:cubicBezTo>
                  <a:pt x="2746775" y="38388"/>
                  <a:pt x="2743336" y="39336"/>
                  <a:pt x="2740114" y="41233"/>
                </a:cubicBezTo>
                <a:cubicBezTo>
                  <a:pt x="2736892" y="43129"/>
                  <a:pt x="2734596" y="45700"/>
                  <a:pt x="2733225" y="48945"/>
                </a:cubicBezTo>
                <a:cubicBezTo>
                  <a:pt x="2731854" y="52189"/>
                  <a:pt x="2731168" y="56668"/>
                  <a:pt x="2731168" y="62380"/>
                </a:cubicBezTo>
                <a:lnTo>
                  <a:pt x="2731168" y="102208"/>
                </a:lnTo>
                <a:lnTo>
                  <a:pt x="2718829" y="102208"/>
                </a:lnTo>
                <a:close/>
                <a:moveTo>
                  <a:pt x="2846470" y="78764"/>
                </a:moveTo>
                <a:lnTo>
                  <a:pt x="2859220" y="80341"/>
                </a:lnTo>
                <a:cubicBezTo>
                  <a:pt x="2857209" y="87790"/>
                  <a:pt x="2853485" y="93571"/>
                  <a:pt x="2848046" y="97684"/>
                </a:cubicBezTo>
                <a:cubicBezTo>
                  <a:pt x="2842608" y="101797"/>
                  <a:pt x="2835662" y="103853"/>
                  <a:pt x="2827207" y="103853"/>
                </a:cubicBezTo>
                <a:cubicBezTo>
                  <a:pt x="2816559" y="103853"/>
                  <a:pt x="2808116" y="100574"/>
                  <a:pt x="2801878" y="94016"/>
                </a:cubicBezTo>
                <a:cubicBezTo>
                  <a:pt x="2795640" y="87458"/>
                  <a:pt x="2792521" y="78261"/>
                  <a:pt x="2792521" y="66425"/>
                </a:cubicBezTo>
                <a:cubicBezTo>
                  <a:pt x="2792521" y="54177"/>
                  <a:pt x="2795674" y="44672"/>
                  <a:pt x="2801981" y="37908"/>
                </a:cubicBezTo>
                <a:cubicBezTo>
                  <a:pt x="2808287" y="31145"/>
                  <a:pt x="2816468" y="27763"/>
                  <a:pt x="2826522" y="27763"/>
                </a:cubicBezTo>
                <a:cubicBezTo>
                  <a:pt x="2836256" y="27763"/>
                  <a:pt x="2844207" y="31076"/>
                  <a:pt x="2850377" y="37702"/>
                </a:cubicBezTo>
                <a:cubicBezTo>
                  <a:pt x="2856546" y="44329"/>
                  <a:pt x="2859631" y="53652"/>
                  <a:pt x="2859631" y="65671"/>
                </a:cubicBezTo>
                <a:cubicBezTo>
                  <a:pt x="2859631" y="66402"/>
                  <a:pt x="2859608" y="67499"/>
                  <a:pt x="2859563" y="68961"/>
                </a:cubicBezTo>
                <a:lnTo>
                  <a:pt x="2805271" y="68961"/>
                </a:lnTo>
                <a:cubicBezTo>
                  <a:pt x="2805728" y="76959"/>
                  <a:pt x="2807990" y="83083"/>
                  <a:pt x="2812057" y="87333"/>
                </a:cubicBezTo>
                <a:cubicBezTo>
                  <a:pt x="2816125" y="91583"/>
                  <a:pt x="2821197" y="93708"/>
                  <a:pt x="2827276" y="93708"/>
                </a:cubicBezTo>
                <a:cubicBezTo>
                  <a:pt x="2831800" y="93708"/>
                  <a:pt x="2835662" y="92520"/>
                  <a:pt x="2838861" y="90143"/>
                </a:cubicBezTo>
                <a:cubicBezTo>
                  <a:pt x="2842060" y="87767"/>
                  <a:pt x="2844596" y="83974"/>
                  <a:pt x="2846470" y="78764"/>
                </a:cubicBezTo>
                <a:moveTo>
                  <a:pt x="2805957" y="58816"/>
                </a:moveTo>
                <a:lnTo>
                  <a:pt x="2846607" y="58816"/>
                </a:lnTo>
                <a:cubicBezTo>
                  <a:pt x="2846058" y="52692"/>
                  <a:pt x="2844504" y="48099"/>
                  <a:pt x="2841945" y="45037"/>
                </a:cubicBezTo>
                <a:cubicBezTo>
                  <a:pt x="2838015" y="40285"/>
                  <a:pt x="2832920" y="37908"/>
                  <a:pt x="2826659" y="37908"/>
                </a:cubicBezTo>
                <a:cubicBezTo>
                  <a:pt x="2820992" y="37908"/>
                  <a:pt x="2816228" y="39805"/>
                  <a:pt x="2812366" y="43598"/>
                </a:cubicBezTo>
                <a:cubicBezTo>
                  <a:pt x="2808504" y="47391"/>
                  <a:pt x="2806368" y="52464"/>
                  <a:pt x="2805957" y="58816"/>
                </a:cubicBezTo>
                <a:close/>
                <a:moveTo>
                  <a:pt x="2874438" y="102208"/>
                </a:moveTo>
                <a:lnTo>
                  <a:pt x="2874438" y="29408"/>
                </a:lnTo>
                <a:lnTo>
                  <a:pt x="2885543" y="29408"/>
                </a:lnTo>
                <a:lnTo>
                  <a:pt x="2885543" y="39759"/>
                </a:lnTo>
                <a:cubicBezTo>
                  <a:pt x="2890890" y="31761"/>
                  <a:pt x="2898613" y="27763"/>
                  <a:pt x="2908713" y="27763"/>
                </a:cubicBezTo>
                <a:cubicBezTo>
                  <a:pt x="2913100" y="27763"/>
                  <a:pt x="2917133" y="28551"/>
                  <a:pt x="2920812" y="30128"/>
                </a:cubicBezTo>
                <a:cubicBezTo>
                  <a:pt x="2924491" y="31704"/>
                  <a:pt x="2927244" y="33772"/>
                  <a:pt x="2929072" y="36331"/>
                </a:cubicBezTo>
                <a:cubicBezTo>
                  <a:pt x="2930900" y="38891"/>
                  <a:pt x="2932180" y="41930"/>
                  <a:pt x="2932911" y="45449"/>
                </a:cubicBezTo>
                <a:cubicBezTo>
                  <a:pt x="2933368" y="47734"/>
                  <a:pt x="2933597" y="51732"/>
                  <a:pt x="2933597" y="57445"/>
                </a:cubicBezTo>
                <a:lnTo>
                  <a:pt x="2933597" y="102208"/>
                </a:lnTo>
                <a:lnTo>
                  <a:pt x="2921258" y="102208"/>
                </a:lnTo>
                <a:lnTo>
                  <a:pt x="2921258" y="57925"/>
                </a:lnTo>
                <a:cubicBezTo>
                  <a:pt x="2921258" y="52898"/>
                  <a:pt x="2920778" y="49139"/>
                  <a:pt x="2919818" y="46648"/>
                </a:cubicBezTo>
                <a:cubicBezTo>
                  <a:pt x="2918858" y="44158"/>
                  <a:pt x="2917156" y="42170"/>
                  <a:pt x="2914711" y="40684"/>
                </a:cubicBezTo>
                <a:cubicBezTo>
                  <a:pt x="2912266" y="39199"/>
                  <a:pt x="2909399" y="38457"/>
                  <a:pt x="2906108" y="38457"/>
                </a:cubicBezTo>
                <a:cubicBezTo>
                  <a:pt x="2900853" y="38457"/>
                  <a:pt x="2896317" y="40125"/>
                  <a:pt x="2892501" y="43461"/>
                </a:cubicBezTo>
                <a:cubicBezTo>
                  <a:pt x="2888685" y="46797"/>
                  <a:pt x="2886777" y="53126"/>
                  <a:pt x="2886777" y="62449"/>
                </a:cubicBezTo>
                <a:lnTo>
                  <a:pt x="2886777" y="102208"/>
                </a:lnTo>
                <a:lnTo>
                  <a:pt x="2874438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cabinet,opensit,andthenclosesit.">
            <a:extLst xmlns:a="http://schemas.openxmlformats.org/drawingml/2006/main">
              <a:ext uri="{FF2B5EF4-FFF2-40B4-BE49-F238E27FC236}">
                <a16:creationId xmlns:a16="http://schemas.microsoft.com/office/drawing/2014/main" id="{02F268C2-F07E-4433-9F50-E1B1340D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320" y="5267680"/>
            <a:ext cx="2203742" cy="128394"/>
          </a:xfrm>
          <a:custGeom xmlns:a="http://schemas.openxmlformats.org/drawingml/2006/main">
            <a:pathLst>
              <a:path w="2203742" h="128394">
                <a:moveTo>
                  <a:pt x="51275" y="73828"/>
                </a:moveTo>
                <a:lnTo>
                  <a:pt x="63409" y="75405"/>
                </a:lnTo>
                <a:cubicBezTo>
                  <a:pt x="62083" y="83768"/>
                  <a:pt x="58690" y="90315"/>
                  <a:pt x="53229" y="95044"/>
                </a:cubicBezTo>
                <a:cubicBezTo>
                  <a:pt x="47768" y="99774"/>
                  <a:pt x="41061" y="102139"/>
                  <a:pt x="33110" y="102139"/>
                </a:cubicBezTo>
                <a:cubicBezTo>
                  <a:pt x="23147" y="102139"/>
                  <a:pt x="15138" y="98883"/>
                  <a:pt x="9083" y="92371"/>
                </a:cubicBezTo>
                <a:cubicBezTo>
                  <a:pt x="3028" y="85859"/>
                  <a:pt x="0" y="76525"/>
                  <a:pt x="0" y="64368"/>
                </a:cubicBezTo>
                <a:cubicBezTo>
                  <a:pt x="0" y="56508"/>
                  <a:pt x="1302" y="49630"/>
                  <a:pt x="3907" y="43735"/>
                </a:cubicBezTo>
                <a:cubicBezTo>
                  <a:pt x="6512" y="37840"/>
                  <a:pt x="10477" y="33418"/>
                  <a:pt x="15801" y="30470"/>
                </a:cubicBezTo>
                <a:cubicBezTo>
                  <a:pt x="21125" y="27523"/>
                  <a:pt x="26917" y="26049"/>
                  <a:pt x="33178" y="26049"/>
                </a:cubicBezTo>
                <a:cubicBezTo>
                  <a:pt x="41084" y="26049"/>
                  <a:pt x="47551" y="28048"/>
                  <a:pt x="52578" y="32047"/>
                </a:cubicBezTo>
                <a:cubicBezTo>
                  <a:pt x="57605" y="36046"/>
                  <a:pt x="60827" y="41724"/>
                  <a:pt x="62243" y="49082"/>
                </a:cubicBezTo>
                <a:lnTo>
                  <a:pt x="50247" y="50933"/>
                </a:lnTo>
                <a:cubicBezTo>
                  <a:pt x="49105" y="46043"/>
                  <a:pt x="47082" y="42364"/>
                  <a:pt x="44180" y="39896"/>
                </a:cubicBezTo>
                <a:cubicBezTo>
                  <a:pt x="41278" y="37428"/>
                  <a:pt x="37771" y="36194"/>
                  <a:pt x="33658" y="36194"/>
                </a:cubicBezTo>
                <a:cubicBezTo>
                  <a:pt x="27443" y="36194"/>
                  <a:pt x="22393" y="38422"/>
                  <a:pt x="18508" y="42878"/>
                </a:cubicBezTo>
                <a:cubicBezTo>
                  <a:pt x="14624" y="47334"/>
                  <a:pt x="12682" y="54383"/>
                  <a:pt x="12682" y="64026"/>
                </a:cubicBezTo>
                <a:cubicBezTo>
                  <a:pt x="12682" y="73805"/>
                  <a:pt x="14555" y="80912"/>
                  <a:pt x="18303" y="85345"/>
                </a:cubicBezTo>
                <a:cubicBezTo>
                  <a:pt x="22050" y="89778"/>
                  <a:pt x="26940" y="91994"/>
                  <a:pt x="32973" y="91994"/>
                </a:cubicBezTo>
                <a:cubicBezTo>
                  <a:pt x="37817" y="91994"/>
                  <a:pt x="41861" y="90509"/>
                  <a:pt x="45106" y="87538"/>
                </a:cubicBezTo>
                <a:cubicBezTo>
                  <a:pt x="48351" y="84568"/>
                  <a:pt x="50407" y="79998"/>
                  <a:pt x="51275" y="73828"/>
                </a:cubicBezTo>
                <a:close/>
                <a:moveTo>
                  <a:pt x="121218" y="91514"/>
                </a:moveTo>
                <a:cubicBezTo>
                  <a:pt x="116648" y="95399"/>
                  <a:pt x="112249" y="98141"/>
                  <a:pt x="108022" y="99740"/>
                </a:cubicBezTo>
                <a:cubicBezTo>
                  <a:pt x="103795" y="101340"/>
                  <a:pt x="99259" y="102139"/>
                  <a:pt x="94415" y="102139"/>
                </a:cubicBezTo>
                <a:cubicBezTo>
                  <a:pt x="86417" y="102139"/>
                  <a:pt x="80271" y="100186"/>
                  <a:pt x="75975" y="96278"/>
                </a:cubicBezTo>
                <a:cubicBezTo>
                  <a:pt x="71679" y="92371"/>
                  <a:pt x="69531" y="87378"/>
                  <a:pt x="69531" y="81300"/>
                </a:cubicBezTo>
                <a:cubicBezTo>
                  <a:pt x="69531" y="77736"/>
                  <a:pt x="70342" y="74479"/>
                  <a:pt x="71965" y="71532"/>
                </a:cubicBezTo>
                <a:cubicBezTo>
                  <a:pt x="73587" y="68584"/>
                  <a:pt x="75712" y="66219"/>
                  <a:pt x="78340" y="64437"/>
                </a:cubicBezTo>
                <a:cubicBezTo>
                  <a:pt x="80968" y="62655"/>
                  <a:pt x="83927" y="61306"/>
                  <a:pt x="87217" y="60392"/>
                </a:cubicBezTo>
                <a:cubicBezTo>
                  <a:pt x="89639" y="59753"/>
                  <a:pt x="93295" y="59136"/>
                  <a:pt x="98185" y="58542"/>
                </a:cubicBezTo>
                <a:cubicBezTo>
                  <a:pt x="108148" y="57353"/>
                  <a:pt x="115482" y="55937"/>
                  <a:pt x="120190" y="54292"/>
                </a:cubicBezTo>
                <a:cubicBezTo>
                  <a:pt x="120235" y="52601"/>
                  <a:pt x="120258" y="51527"/>
                  <a:pt x="120258" y="51070"/>
                </a:cubicBezTo>
                <a:cubicBezTo>
                  <a:pt x="120258" y="46043"/>
                  <a:pt x="119093" y="42501"/>
                  <a:pt x="116762" y="40444"/>
                </a:cubicBezTo>
                <a:cubicBezTo>
                  <a:pt x="113609" y="37657"/>
                  <a:pt x="108925" y="36263"/>
                  <a:pt x="102709" y="36263"/>
                </a:cubicBezTo>
                <a:cubicBezTo>
                  <a:pt x="96905" y="36263"/>
                  <a:pt x="92621" y="37280"/>
                  <a:pt x="89856" y="39313"/>
                </a:cubicBezTo>
                <a:cubicBezTo>
                  <a:pt x="87091" y="41347"/>
                  <a:pt x="85046" y="44946"/>
                  <a:pt x="83721" y="50110"/>
                </a:cubicBezTo>
                <a:lnTo>
                  <a:pt x="71656" y="48465"/>
                </a:lnTo>
                <a:cubicBezTo>
                  <a:pt x="72753" y="43301"/>
                  <a:pt x="74558" y="39131"/>
                  <a:pt x="77072" y="35954"/>
                </a:cubicBezTo>
                <a:cubicBezTo>
                  <a:pt x="79585" y="32778"/>
                  <a:pt x="83218" y="30333"/>
                  <a:pt x="87971" y="28620"/>
                </a:cubicBezTo>
                <a:cubicBezTo>
                  <a:pt x="92724" y="26906"/>
                  <a:pt x="98231" y="26049"/>
                  <a:pt x="104492" y="26049"/>
                </a:cubicBezTo>
                <a:cubicBezTo>
                  <a:pt x="110707" y="26049"/>
                  <a:pt x="115757" y="26780"/>
                  <a:pt x="119641" y="28243"/>
                </a:cubicBezTo>
                <a:cubicBezTo>
                  <a:pt x="123526" y="29705"/>
                  <a:pt x="126382" y="31544"/>
                  <a:pt x="128210" y="33761"/>
                </a:cubicBezTo>
                <a:cubicBezTo>
                  <a:pt x="130038" y="35977"/>
                  <a:pt x="131317" y="38776"/>
                  <a:pt x="132049" y="42158"/>
                </a:cubicBezTo>
                <a:cubicBezTo>
                  <a:pt x="132460" y="44260"/>
                  <a:pt x="132666" y="48053"/>
                  <a:pt x="132666" y="53537"/>
                </a:cubicBezTo>
                <a:lnTo>
                  <a:pt x="132666" y="69989"/>
                </a:lnTo>
                <a:cubicBezTo>
                  <a:pt x="132666" y="81460"/>
                  <a:pt x="132928" y="88715"/>
                  <a:pt x="133454" y="91754"/>
                </a:cubicBezTo>
                <a:cubicBezTo>
                  <a:pt x="133980" y="94793"/>
                  <a:pt x="135019" y="97706"/>
                  <a:pt x="136573" y="100494"/>
                </a:cubicBezTo>
                <a:lnTo>
                  <a:pt x="123686" y="100494"/>
                </a:lnTo>
                <a:cubicBezTo>
                  <a:pt x="122406" y="97935"/>
                  <a:pt x="121583" y="94942"/>
                  <a:pt x="121218" y="91514"/>
                </a:cubicBezTo>
                <a:moveTo>
                  <a:pt x="120190" y="63957"/>
                </a:moveTo>
                <a:cubicBezTo>
                  <a:pt x="115711" y="65785"/>
                  <a:pt x="108993" y="67339"/>
                  <a:pt x="100036" y="68618"/>
                </a:cubicBezTo>
                <a:cubicBezTo>
                  <a:pt x="94963" y="69350"/>
                  <a:pt x="91376" y="70172"/>
                  <a:pt x="89274" y="71086"/>
                </a:cubicBezTo>
                <a:cubicBezTo>
                  <a:pt x="87171" y="72000"/>
                  <a:pt x="85549" y="73337"/>
                  <a:pt x="84406" y="75096"/>
                </a:cubicBezTo>
                <a:cubicBezTo>
                  <a:pt x="83264" y="76856"/>
                  <a:pt x="82693" y="78810"/>
                  <a:pt x="82693" y="80957"/>
                </a:cubicBezTo>
                <a:cubicBezTo>
                  <a:pt x="82693" y="84248"/>
                  <a:pt x="83938" y="86990"/>
                  <a:pt x="86429" y="89183"/>
                </a:cubicBezTo>
                <a:cubicBezTo>
                  <a:pt x="88919" y="91377"/>
                  <a:pt x="92564" y="92474"/>
                  <a:pt x="97362" y="92474"/>
                </a:cubicBezTo>
                <a:cubicBezTo>
                  <a:pt x="102115" y="92474"/>
                  <a:pt x="106342" y="91434"/>
                  <a:pt x="110044" y="89355"/>
                </a:cubicBezTo>
                <a:cubicBezTo>
                  <a:pt x="113746" y="87275"/>
                  <a:pt x="116465" y="84431"/>
                  <a:pt x="118202" y="80820"/>
                </a:cubicBezTo>
                <a:cubicBezTo>
                  <a:pt x="119527" y="78033"/>
                  <a:pt x="120190" y="73920"/>
                  <a:pt x="120190" y="68481"/>
                </a:cubicBezTo>
                <a:lnTo>
                  <a:pt x="120190" y="63957"/>
                </a:lnTo>
                <a:close/>
                <a:moveTo>
                  <a:pt x="162896" y="100494"/>
                </a:moveTo>
                <a:lnTo>
                  <a:pt x="151448" y="100494"/>
                </a:lnTo>
                <a:lnTo>
                  <a:pt x="151448" y="0"/>
                </a:lnTo>
                <a:lnTo>
                  <a:pt x="163787" y="0"/>
                </a:lnTo>
                <a:lnTo>
                  <a:pt x="163787" y="35852"/>
                </a:lnTo>
                <a:cubicBezTo>
                  <a:pt x="168997" y="29317"/>
                  <a:pt x="175646" y="26049"/>
                  <a:pt x="183735" y="26049"/>
                </a:cubicBezTo>
                <a:cubicBezTo>
                  <a:pt x="188214" y="26049"/>
                  <a:pt x="192452" y="26952"/>
                  <a:pt x="196451" y="28757"/>
                </a:cubicBezTo>
                <a:cubicBezTo>
                  <a:pt x="200450" y="30562"/>
                  <a:pt x="203740" y="33098"/>
                  <a:pt x="206322" y="36366"/>
                </a:cubicBezTo>
                <a:cubicBezTo>
                  <a:pt x="208904" y="39633"/>
                  <a:pt x="210927" y="43575"/>
                  <a:pt x="212389" y="48191"/>
                </a:cubicBezTo>
                <a:cubicBezTo>
                  <a:pt x="213851" y="52806"/>
                  <a:pt x="214583" y="57742"/>
                  <a:pt x="214583" y="62997"/>
                </a:cubicBezTo>
                <a:cubicBezTo>
                  <a:pt x="214583" y="75473"/>
                  <a:pt x="211498" y="85116"/>
                  <a:pt x="205328" y="91925"/>
                </a:cubicBezTo>
                <a:cubicBezTo>
                  <a:pt x="199159" y="98735"/>
                  <a:pt x="191756" y="102139"/>
                  <a:pt x="183118" y="102139"/>
                </a:cubicBezTo>
                <a:cubicBezTo>
                  <a:pt x="174527" y="102139"/>
                  <a:pt x="167786" y="98552"/>
                  <a:pt x="162896" y="91377"/>
                </a:cubicBezTo>
                <a:lnTo>
                  <a:pt x="162896" y="100494"/>
                </a:lnTo>
                <a:moveTo>
                  <a:pt x="162759" y="63546"/>
                </a:moveTo>
                <a:cubicBezTo>
                  <a:pt x="162759" y="72274"/>
                  <a:pt x="163947" y="78581"/>
                  <a:pt x="166323" y="82466"/>
                </a:cubicBezTo>
                <a:cubicBezTo>
                  <a:pt x="170208" y="88818"/>
                  <a:pt x="175463" y="91994"/>
                  <a:pt x="182090" y="91994"/>
                </a:cubicBezTo>
                <a:cubicBezTo>
                  <a:pt x="187483" y="91994"/>
                  <a:pt x="192144" y="89652"/>
                  <a:pt x="196074" y="84968"/>
                </a:cubicBezTo>
                <a:cubicBezTo>
                  <a:pt x="200004" y="80283"/>
                  <a:pt x="201969" y="73303"/>
                  <a:pt x="201969" y="64026"/>
                </a:cubicBezTo>
                <a:cubicBezTo>
                  <a:pt x="201969" y="54520"/>
                  <a:pt x="200084" y="47505"/>
                  <a:pt x="196314" y="42981"/>
                </a:cubicBezTo>
                <a:cubicBezTo>
                  <a:pt x="192544" y="38457"/>
                  <a:pt x="187985" y="36194"/>
                  <a:pt x="182638" y="36194"/>
                </a:cubicBezTo>
                <a:cubicBezTo>
                  <a:pt x="177246" y="36194"/>
                  <a:pt x="172584" y="38536"/>
                  <a:pt x="168654" y="43221"/>
                </a:cubicBezTo>
                <a:cubicBezTo>
                  <a:pt x="164724" y="47905"/>
                  <a:pt x="162759" y="54680"/>
                  <a:pt x="162759" y="63546"/>
                </a:cubicBezTo>
                <a:close/>
                <a:moveTo>
                  <a:pt x="229390" y="14190"/>
                </a:moveTo>
                <a:lnTo>
                  <a:pt x="229390" y="0"/>
                </a:lnTo>
                <a:lnTo>
                  <a:pt x="241729" y="0"/>
                </a:lnTo>
                <a:lnTo>
                  <a:pt x="241729" y="14190"/>
                </a:lnTo>
                <a:lnTo>
                  <a:pt x="229390" y="14190"/>
                </a:lnTo>
                <a:moveTo>
                  <a:pt x="229390" y="100494"/>
                </a:moveTo>
                <a:lnTo>
                  <a:pt x="229390" y="27694"/>
                </a:lnTo>
                <a:lnTo>
                  <a:pt x="241729" y="27694"/>
                </a:lnTo>
                <a:lnTo>
                  <a:pt x="241729" y="100494"/>
                </a:lnTo>
                <a:lnTo>
                  <a:pt x="229390" y="100494"/>
                </a:lnTo>
                <a:close/>
                <a:moveTo>
                  <a:pt x="260796" y="100494"/>
                </a:moveTo>
                <a:lnTo>
                  <a:pt x="260796" y="27694"/>
                </a:lnTo>
                <a:lnTo>
                  <a:pt x="271901" y="27694"/>
                </a:lnTo>
                <a:lnTo>
                  <a:pt x="271901" y="38045"/>
                </a:lnTo>
                <a:cubicBezTo>
                  <a:pt x="277248" y="30048"/>
                  <a:pt x="284972" y="26049"/>
                  <a:pt x="295071" y="26049"/>
                </a:cubicBezTo>
                <a:cubicBezTo>
                  <a:pt x="299459" y="26049"/>
                  <a:pt x="303492" y="26837"/>
                  <a:pt x="307170" y="28414"/>
                </a:cubicBezTo>
                <a:cubicBezTo>
                  <a:pt x="310849" y="29991"/>
                  <a:pt x="313603" y="32059"/>
                  <a:pt x="315431" y="34618"/>
                </a:cubicBezTo>
                <a:cubicBezTo>
                  <a:pt x="317259" y="37177"/>
                  <a:pt x="318538" y="40216"/>
                  <a:pt x="319269" y="43735"/>
                </a:cubicBezTo>
                <a:cubicBezTo>
                  <a:pt x="319726" y="46020"/>
                  <a:pt x="319955" y="50019"/>
                  <a:pt x="319955" y="55731"/>
                </a:cubicBezTo>
                <a:lnTo>
                  <a:pt x="319955" y="100494"/>
                </a:lnTo>
                <a:lnTo>
                  <a:pt x="307616" y="100494"/>
                </a:lnTo>
                <a:lnTo>
                  <a:pt x="307616" y="56211"/>
                </a:lnTo>
                <a:cubicBezTo>
                  <a:pt x="307616" y="51184"/>
                  <a:pt x="307136" y="47425"/>
                  <a:pt x="306176" y="44934"/>
                </a:cubicBezTo>
                <a:cubicBezTo>
                  <a:pt x="305217" y="42444"/>
                  <a:pt x="303514" y="40456"/>
                  <a:pt x="301069" y="38971"/>
                </a:cubicBezTo>
                <a:cubicBezTo>
                  <a:pt x="298625" y="37485"/>
                  <a:pt x="295757" y="36743"/>
                  <a:pt x="292466" y="36743"/>
                </a:cubicBezTo>
                <a:cubicBezTo>
                  <a:pt x="287211" y="36743"/>
                  <a:pt x="282675" y="38411"/>
                  <a:pt x="278859" y="41747"/>
                </a:cubicBezTo>
                <a:cubicBezTo>
                  <a:pt x="275043" y="45083"/>
                  <a:pt x="273135" y="51412"/>
                  <a:pt x="273135" y="60735"/>
                </a:cubicBezTo>
                <a:lnTo>
                  <a:pt x="273135" y="100494"/>
                </a:lnTo>
                <a:lnTo>
                  <a:pt x="260796" y="100494"/>
                </a:lnTo>
                <a:close/>
                <a:moveTo>
                  <a:pt x="388437" y="77050"/>
                </a:moveTo>
                <a:lnTo>
                  <a:pt x="401187" y="78627"/>
                </a:lnTo>
                <a:cubicBezTo>
                  <a:pt x="399177" y="86076"/>
                  <a:pt x="395452" y="91857"/>
                  <a:pt x="390014" y="95970"/>
                </a:cubicBezTo>
                <a:cubicBezTo>
                  <a:pt x="384575" y="100083"/>
                  <a:pt x="377629" y="102139"/>
                  <a:pt x="369175" y="102139"/>
                </a:cubicBezTo>
                <a:cubicBezTo>
                  <a:pt x="358526" y="102139"/>
                  <a:pt x="350083" y="98860"/>
                  <a:pt x="343845" y="92302"/>
                </a:cubicBezTo>
                <a:cubicBezTo>
                  <a:pt x="337607" y="85745"/>
                  <a:pt x="334488" y="76547"/>
                  <a:pt x="334488" y="64711"/>
                </a:cubicBezTo>
                <a:cubicBezTo>
                  <a:pt x="334488" y="52464"/>
                  <a:pt x="337642" y="42958"/>
                  <a:pt x="343948" y="36194"/>
                </a:cubicBezTo>
                <a:cubicBezTo>
                  <a:pt x="350255" y="29431"/>
                  <a:pt x="358435" y="26049"/>
                  <a:pt x="368489" y="26049"/>
                </a:cubicBezTo>
                <a:cubicBezTo>
                  <a:pt x="378223" y="26049"/>
                  <a:pt x="386175" y="29362"/>
                  <a:pt x="392344" y="35989"/>
                </a:cubicBezTo>
                <a:cubicBezTo>
                  <a:pt x="398514" y="42615"/>
                  <a:pt x="401599" y="51938"/>
                  <a:pt x="401599" y="63957"/>
                </a:cubicBezTo>
                <a:cubicBezTo>
                  <a:pt x="401599" y="64688"/>
                  <a:pt x="401576" y="65785"/>
                  <a:pt x="401530" y="67247"/>
                </a:cubicBezTo>
                <a:lnTo>
                  <a:pt x="347239" y="67247"/>
                </a:lnTo>
                <a:cubicBezTo>
                  <a:pt x="347696" y="75245"/>
                  <a:pt x="349958" y="81369"/>
                  <a:pt x="354025" y="85619"/>
                </a:cubicBezTo>
                <a:cubicBezTo>
                  <a:pt x="358092" y="89869"/>
                  <a:pt x="363165" y="91994"/>
                  <a:pt x="369243" y="91994"/>
                </a:cubicBezTo>
                <a:cubicBezTo>
                  <a:pt x="373767" y="91994"/>
                  <a:pt x="377629" y="90806"/>
                  <a:pt x="380828" y="88429"/>
                </a:cubicBezTo>
                <a:cubicBezTo>
                  <a:pt x="384027" y="86053"/>
                  <a:pt x="386563" y="82260"/>
                  <a:pt x="388437" y="77050"/>
                </a:cubicBezTo>
                <a:moveTo>
                  <a:pt x="347924" y="57102"/>
                </a:moveTo>
                <a:lnTo>
                  <a:pt x="388574" y="57102"/>
                </a:lnTo>
                <a:cubicBezTo>
                  <a:pt x="388026" y="50978"/>
                  <a:pt x="386472" y="46385"/>
                  <a:pt x="383913" y="43324"/>
                </a:cubicBezTo>
                <a:cubicBezTo>
                  <a:pt x="379983" y="38571"/>
                  <a:pt x="374887" y="36194"/>
                  <a:pt x="368626" y="36194"/>
                </a:cubicBezTo>
                <a:cubicBezTo>
                  <a:pt x="362959" y="36194"/>
                  <a:pt x="358195" y="38091"/>
                  <a:pt x="354333" y="41884"/>
                </a:cubicBezTo>
                <a:cubicBezTo>
                  <a:pt x="350472" y="45677"/>
                  <a:pt x="348335" y="50750"/>
                  <a:pt x="347924" y="57102"/>
                </a:cubicBezTo>
                <a:close/>
                <a:moveTo>
                  <a:pt x="443345" y="89458"/>
                </a:moveTo>
                <a:lnTo>
                  <a:pt x="445128" y="100357"/>
                </a:lnTo>
                <a:cubicBezTo>
                  <a:pt x="441654" y="101088"/>
                  <a:pt x="438547" y="101454"/>
                  <a:pt x="435805" y="101454"/>
                </a:cubicBezTo>
                <a:cubicBezTo>
                  <a:pt x="431326" y="101454"/>
                  <a:pt x="427853" y="100746"/>
                  <a:pt x="425385" y="99329"/>
                </a:cubicBezTo>
                <a:cubicBezTo>
                  <a:pt x="422917" y="97912"/>
                  <a:pt x="421181" y="96050"/>
                  <a:pt x="420175" y="93742"/>
                </a:cubicBezTo>
                <a:cubicBezTo>
                  <a:pt x="419170" y="91434"/>
                  <a:pt x="418667" y="86579"/>
                  <a:pt x="418667" y="79175"/>
                </a:cubicBezTo>
                <a:lnTo>
                  <a:pt x="418667" y="37291"/>
                </a:lnTo>
                <a:lnTo>
                  <a:pt x="409619" y="37291"/>
                </a:lnTo>
                <a:lnTo>
                  <a:pt x="409619" y="27694"/>
                </a:lnTo>
                <a:lnTo>
                  <a:pt x="418667" y="27694"/>
                </a:lnTo>
                <a:lnTo>
                  <a:pt x="418667" y="9666"/>
                </a:lnTo>
                <a:lnTo>
                  <a:pt x="430938" y="2262"/>
                </a:lnTo>
                <a:lnTo>
                  <a:pt x="430938" y="27694"/>
                </a:lnTo>
                <a:lnTo>
                  <a:pt x="443345" y="27694"/>
                </a:lnTo>
                <a:lnTo>
                  <a:pt x="443345" y="37291"/>
                </a:lnTo>
                <a:lnTo>
                  <a:pt x="430938" y="37291"/>
                </a:lnTo>
                <a:lnTo>
                  <a:pt x="430938" y="79861"/>
                </a:lnTo>
                <a:cubicBezTo>
                  <a:pt x="430938" y="83380"/>
                  <a:pt x="431155" y="85642"/>
                  <a:pt x="431589" y="86647"/>
                </a:cubicBezTo>
                <a:cubicBezTo>
                  <a:pt x="432023" y="87653"/>
                  <a:pt x="432732" y="88452"/>
                  <a:pt x="433714" y="89046"/>
                </a:cubicBezTo>
                <a:cubicBezTo>
                  <a:pt x="434697" y="89640"/>
                  <a:pt x="436102" y="89938"/>
                  <a:pt x="437930" y="89938"/>
                </a:cubicBezTo>
                <a:cubicBezTo>
                  <a:pt x="439301" y="89938"/>
                  <a:pt x="441106" y="89778"/>
                  <a:pt x="443345" y="89458"/>
                </a:cubicBezTo>
                <a:close/>
                <a:moveTo>
                  <a:pt x="458122" y="100494"/>
                </a:moveTo>
                <a:lnTo>
                  <a:pt x="458122" y="86441"/>
                </a:lnTo>
                <a:lnTo>
                  <a:pt x="472175" y="86441"/>
                </a:lnTo>
                <a:lnTo>
                  <a:pt x="472175" y="100494"/>
                </a:lnTo>
                <a:cubicBezTo>
                  <a:pt x="472175" y="105658"/>
                  <a:pt x="471261" y="109828"/>
                  <a:pt x="469433" y="113005"/>
                </a:cubicBezTo>
                <a:cubicBezTo>
                  <a:pt x="467605" y="116181"/>
                  <a:pt x="464703" y="118637"/>
                  <a:pt x="460727" y="120374"/>
                </a:cubicBezTo>
                <a:lnTo>
                  <a:pt x="457300" y="115095"/>
                </a:lnTo>
                <a:cubicBezTo>
                  <a:pt x="459904" y="113953"/>
                  <a:pt x="461824" y="112273"/>
                  <a:pt x="463058" y="110057"/>
                </a:cubicBezTo>
                <a:cubicBezTo>
                  <a:pt x="464292" y="107840"/>
                  <a:pt x="464977" y="104653"/>
                  <a:pt x="465114" y="100494"/>
                </a:cubicBezTo>
                <a:lnTo>
                  <a:pt x="458122" y="100494"/>
                </a:lnTo>
                <a:close/>
                <a:moveTo>
                  <a:pt x="527297" y="64094"/>
                </a:moveTo>
                <a:cubicBezTo>
                  <a:pt x="527297" y="50613"/>
                  <a:pt x="531045" y="40627"/>
                  <a:pt x="538540" y="34138"/>
                </a:cubicBezTo>
                <a:cubicBezTo>
                  <a:pt x="544800" y="28745"/>
                  <a:pt x="552432" y="26049"/>
                  <a:pt x="561435" y="26049"/>
                </a:cubicBezTo>
                <a:cubicBezTo>
                  <a:pt x="571444" y="26049"/>
                  <a:pt x="579624" y="29328"/>
                  <a:pt x="585976" y="35886"/>
                </a:cubicBezTo>
                <a:cubicBezTo>
                  <a:pt x="592328" y="42444"/>
                  <a:pt x="595505" y="51504"/>
                  <a:pt x="595505" y="63066"/>
                </a:cubicBezTo>
                <a:cubicBezTo>
                  <a:pt x="595505" y="72434"/>
                  <a:pt x="594099" y="79804"/>
                  <a:pt x="591289" y="85173"/>
                </a:cubicBezTo>
                <a:cubicBezTo>
                  <a:pt x="588478" y="90543"/>
                  <a:pt x="584388" y="94713"/>
                  <a:pt x="579018" y="97684"/>
                </a:cubicBezTo>
                <a:cubicBezTo>
                  <a:pt x="573649" y="100654"/>
                  <a:pt x="567788" y="102139"/>
                  <a:pt x="561435" y="102139"/>
                </a:cubicBezTo>
                <a:cubicBezTo>
                  <a:pt x="551244" y="102139"/>
                  <a:pt x="543007" y="98872"/>
                  <a:pt x="536723" y="92337"/>
                </a:cubicBezTo>
                <a:cubicBezTo>
                  <a:pt x="530439" y="85802"/>
                  <a:pt x="527297" y="76387"/>
                  <a:pt x="527297" y="64094"/>
                </a:cubicBezTo>
                <a:moveTo>
                  <a:pt x="539979" y="64094"/>
                </a:moveTo>
                <a:cubicBezTo>
                  <a:pt x="539979" y="73417"/>
                  <a:pt x="542013" y="80398"/>
                  <a:pt x="546080" y="85036"/>
                </a:cubicBezTo>
                <a:cubicBezTo>
                  <a:pt x="550147" y="89675"/>
                  <a:pt x="555266" y="91994"/>
                  <a:pt x="561435" y="91994"/>
                </a:cubicBezTo>
                <a:cubicBezTo>
                  <a:pt x="567559" y="91994"/>
                  <a:pt x="572655" y="89663"/>
                  <a:pt x="576722" y="85002"/>
                </a:cubicBezTo>
                <a:cubicBezTo>
                  <a:pt x="580789" y="80341"/>
                  <a:pt x="582823" y="73234"/>
                  <a:pt x="582823" y="63683"/>
                </a:cubicBezTo>
                <a:cubicBezTo>
                  <a:pt x="582823" y="54680"/>
                  <a:pt x="580778" y="47859"/>
                  <a:pt x="576688" y="43221"/>
                </a:cubicBezTo>
                <a:cubicBezTo>
                  <a:pt x="572597" y="38582"/>
                  <a:pt x="567513" y="36263"/>
                  <a:pt x="561435" y="36263"/>
                </a:cubicBezTo>
                <a:cubicBezTo>
                  <a:pt x="555266" y="36263"/>
                  <a:pt x="550147" y="38571"/>
                  <a:pt x="546080" y="43186"/>
                </a:cubicBezTo>
                <a:cubicBezTo>
                  <a:pt x="542013" y="47802"/>
                  <a:pt x="539979" y="54771"/>
                  <a:pt x="539979" y="64094"/>
                </a:cubicBezTo>
                <a:close/>
                <a:moveTo>
                  <a:pt x="609694" y="128394"/>
                </a:moveTo>
                <a:lnTo>
                  <a:pt x="609694" y="27694"/>
                </a:lnTo>
                <a:lnTo>
                  <a:pt x="620936" y="27694"/>
                </a:lnTo>
                <a:lnTo>
                  <a:pt x="620936" y="37154"/>
                </a:lnTo>
                <a:cubicBezTo>
                  <a:pt x="623587" y="33452"/>
                  <a:pt x="626580" y="30676"/>
                  <a:pt x="629916" y="28825"/>
                </a:cubicBezTo>
                <a:cubicBezTo>
                  <a:pt x="633253" y="26974"/>
                  <a:pt x="637297" y="26049"/>
                  <a:pt x="642050" y="26049"/>
                </a:cubicBezTo>
                <a:cubicBezTo>
                  <a:pt x="648265" y="26049"/>
                  <a:pt x="653749" y="27648"/>
                  <a:pt x="658502" y="30847"/>
                </a:cubicBezTo>
                <a:cubicBezTo>
                  <a:pt x="663255" y="34046"/>
                  <a:pt x="666842" y="38559"/>
                  <a:pt x="669264" y="44386"/>
                </a:cubicBezTo>
                <a:cubicBezTo>
                  <a:pt x="671686" y="50213"/>
                  <a:pt x="672897" y="56599"/>
                  <a:pt x="672897" y="63546"/>
                </a:cubicBezTo>
                <a:cubicBezTo>
                  <a:pt x="672897" y="70995"/>
                  <a:pt x="671561" y="77701"/>
                  <a:pt x="668887" y="83665"/>
                </a:cubicBezTo>
                <a:cubicBezTo>
                  <a:pt x="666214" y="89629"/>
                  <a:pt x="662329" y="94199"/>
                  <a:pt x="657234" y="97375"/>
                </a:cubicBezTo>
                <a:cubicBezTo>
                  <a:pt x="652138" y="100551"/>
                  <a:pt x="646780" y="102139"/>
                  <a:pt x="641159" y="102139"/>
                </a:cubicBezTo>
                <a:cubicBezTo>
                  <a:pt x="637046" y="102139"/>
                  <a:pt x="633355" y="101271"/>
                  <a:pt x="630088" y="99534"/>
                </a:cubicBezTo>
                <a:cubicBezTo>
                  <a:pt x="626820" y="97798"/>
                  <a:pt x="624135" y="95604"/>
                  <a:pt x="622033" y="92954"/>
                </a:cubicBezTo>
                <a:lnTo>
                  <a:pt x="622033" y="128394"/>
                </a:lnTo>
                <a:lnTo>
                  <a:pt x="609694" y="128394"/>
                </a:lnTo>
                <a:moveTo>
                  <a:pt x="620868" y="64505"/>
                </a:moveTo>
                <a:cubicBezTo>
                  <a:pt x="620868" y="73874"/>
                  <a:pt x="622764" y="80798"/>
                  <a:pt x="626558" y="85276"/>
                </a:cubicBezTo>
                <a:cubicBezTo>
                  <a:pt x="630351" y="89755"/>
                  <a:pt x="634943" y="91994"/>
                  <a:pt x="640336" y="91994"/>
                </a:cubicBezTo>
                <a:cubicBezTo>
                  <a:pt x="645820" y="91994"/>
                  <a:pt x="650516" y="89675"/>
                  <a:pt x="654423" y="85036"/>
                </a:cubicBezTo>
                <a:cubicBezTo>
                  <a:pt x="658330" y="80398"/>
                  <a:pt x="660284" y="73211"/>
                  <a:pt x="660284" y="63477"/>
                </a:cubicBezTo>
                <a:cubicBezTo>
                  <a:pt x="660284" y="54200"/>
                  <a:pt x="658376" y="47254"/>
                  <a:pt x="654560" y="42638"/>
                </a:cubicBezTo>
                <a:cubicBezTo>
                  <a:pt x="650744" y="38022"/>
                  <a:pt x="646186" y="35715"/>
                  <a:pt x="640884" y="35715"/>
                </a:cubicBezTo>
                <a:cubicBezTo>
                  <a:pt x="635629" y="35715"/>
                  <a:pt x="630979" y="38171"/>
                  <a:pt x="626935" y="43084"/>
                </a:cubicBezTo>
                <a:cubicBezTo>
                  <a:pt x="622890" y="47996"/>
                  <a:pt x="620868" y="55137"/>
                  <a:pt x="620868" y="64505"/>
                </a:cubicBezTo>
                <a:close/>
                <a:moveTo>
                  <a:pt x="737334" y="77050"/>
                </a:moveTo>
                <a:lnTo>
                  <a:pt x="750085" y="78627"/>
                </a:lnTo>
                <a:cubicBezTo>
                  <a:pt x="748074" y="86076"/>
                  <a:pt x="744349" y="91857"/>
                  <a:pt x="738911" y="95970"/>
                </a:cubicBezTo>
                <a:cubicBezTo>
                  <a:pt x="733473" y="100083"/>
                  <a:pt x="726526" y="102139"/>
                  <a:pt x="718072" y="102139"/>
                </a:cubicBezTo>
                <a:cubicBezTo>
                  <a:pt x="707424" y="102139"/>
                  <a:pt x="698981" y="98860"/>
                  <a:pt x="692743" y="92302"/>
                </a:cubicBezTo>
                <a:cubicBezTo>
                  <a:pt x="686505" y="85745"/>
                  <a:pt x="683386" y="76547"/>
                  <a:pt x="683386" y="64711"/>
                </a:cubicBezTo>
                <a:cubicBezTo>
                  <a:pt x="683386" y="52464"/>
                  <a:pt x="686539" y="42958"/>
                  <a:pt x="692845" y="36194"/>
                </a:cubicBezTo>
                <a:cubicBezTo>
                  <a:pt x="699152" y="29431"/>
                  <a:pt x="707332" y="26049"/>
                  <a:pt x="717386" y="26049"/>
                </a:cubicBezTo>
                <a:cubicBezTo>
                  <a:pt x="727120" y="26049"/>
                  <a:pt x="735072" y="29362"/>
                  <a:pt x="741242" y="35989"/>
                </a:cubicBezTo>
                <a:cubicBezTo>
                  <a:pt x="747411" y="42615"/>
                  <a:pt x="750496" y="51938"/>
                  <a:pt x="750496" y="63957"/>
                </a:cubicBezTo>
                <a:cubicBezTo>
                  <a:pt x="750496" y="64688"/>
                  <a:pt x="750473" y="65785"/>
                  <a:pt x="750427" y="67247"/>
                </a:cubicBezTo>
                <a:lnTo>
                  <a:pt x="696136" y="67247"/>
                </a:lnTo>
                <a:cubicBezTo>
                  <a:pt x="696593" y="75245"/>
                  <a:pt x="698855" y="81369"/>
                  <a:pt x="702922" y="85619"/>
                </a:cubicBezTo>
                <a:cubicBezTo>
                  <a:pt x="706990" y="89869"/>
                  <a:pt x="712062" y="91994"/>
                  <a:pt x="718140" y="91994"/>
                </a:cubicBezTo>
                <a:cubicBezTo>
                  <a:pt x="722665" y="91994"/>
                  <a:pt x="726526" y="90806"/>
                  <a:pt x="729725" y="88429"/>
                </a:cubicBezTo>
                <a:cubicBezTo>
                  <a:pt x="732924" y="86053"/>
                  <a:pt x="735461" y="82260"/>
                  <a:pt x="737334" y="77050"/>
                </a:cubicBezTo>
                <a:moveTo>
                  <a:pt x="696821" y="57102"/>
                </a:moveTo>
                <a:lnTo>
                  <a:pt x="737471" y="57102"/>
                </a:lnTo>
                <a:cubicBezTo>
                  <a:pt x="736923" y="50978"/>
                  <a:pt x="735369" y="46385"/>
                  <a:pt x="732810" y="43324"/>
                </a:cubicBezTo>
                <a:cubicBezTo>
                  <a:pt x="728880" y="38571"/>
                  <a:pt x="723784" y="36194"/>
                  <a:pt x="717523" y="36194"/>
                </a:cubicBezTo>
                <a:cubicBezTo>
                  <a:pt x="711857" y="36194"/>
                  <a:pt x="707092" y="38091"/>
                  <a:pt x="703231" y="41884"/>
                </a:cubicBezTo>
                <a:cubicBezTo>
                  <a:pt x="699369" y="45677"/>
                  <a:pt x="697233" y="50750"/>
                  <a:pt x="696821" y="57102"/>
                </a:cubicBezTo>
                <a:close/>
                <a:moveTo>
                  <a:pt x="765303" y="100494"/>
                </a:moveTo>
                <a:lnTo>
                  <a:pt x="765303" y="27694"/>
                </a:lnTo>
                <a:lnTo>
                  <a:pt x="776408" y="27694"/>
                </a:lnTo>
                <a:lnTo>
                  <a:pt x="776408" y="38045"/>
                </a:lnTo>
                <a:cubicBezTo>
                  <a:pt x="781755" y="30048"/>
                  <a:pt x="789478" y="26049"/>
                  <a:pt x="799578" y="26049"/>
                </a:cubicBezTo>
                <a:cubicBezTo>
                  <a:pt x="803965" y="26049"/>
                  <a:pt x="807998" y="26837"/>
                  <a:pt x="811677" y="28414"/>
                </a:cubicBezTo>
                <a:cubicBezTo>
                  <a:pt x="815356" y="29991"/>
                  <a:pt x="818109" y="32059"/>
                  <a:pt x="819937" y="34618"/>
                </a:cubicBezTo>
                <a:cubicBezTo>
                  <a:pt x="821765" y="37177"/>
                  <a:pt x="823045" y="40216"/>
                  <a:pt x="823776" y="43735"/>
                </a:cubicBezTo>
                <a:cubicBezTo>
                  <a:pt x="824233" y="46020"/>
                  <a:pt x="824461" y="50019"/>
                  <a:pt x="824461" y="55731"/>
                </a:cubicBezTo>
                <a:lnTo>
                  <a:pt x="824461" y="100494"/>
                </a:lnTo>
                <a:lnTo>
                  <a:pt x="812122" y="100494"/>
                </a:lnTo>
                <a:lnTo>
                  <a:pt x="812122" y="56211"/>
                </a:lnTo>
                <a:cubicBezTo>
                  <a:pt x="812122" y="51184"/>
                  <a:pt x="811643" y="47425"/>
                  <a:pt x="810683" y="44934"/>
                </a:cubicBezTo>
                <a:cubicBezTo>
                  <a:pt x="809723" y="42444"/>
                  <a:pt x="808021" y="40456"/>
                  <a:pt x="805576" y="38971"/>
                </a:cubicBezTo>
                <a:cubicBezTo>
                  <a:pt x="803131" y="37485"/>
                  <a:pt x="800263" y="36743"/>
                  <a:pt x="796973" y="36743"/>
                </a:cubicBezTo>
                <a:cubicBezTo>
                  <a:pt x="791717" y="36743"/>
                  <a:pt x="787182" y="38411"/>
                  <a:pt x="783366" y="41747"/>
                </a:cubicBezTo>
                <a:cubicBezTo>
                  <a:pt x="779550" y="45083"/>
                  <a:pt x="777642" y="51412"/>
                  <a:pt x="777642" y="60735"/>
                </a:cubicBezTo>
                <a:lnTo>
                  <a:pt x="777642" y="100494"/>
                </a:lnTo>
                <a:lnTo>
                  <a:pt x="765303" y="100494"/>
                </a:lnTo>
                <a:close/>
                <a:moveTo>
                  <a:pt x="838172" y="78764"/>
                </a:moveTo>
                <a:lnTo>
                  <a:pt x="850373" y="76844"/>
                </a:lnTo>
                <a:cubicBezTo>
                  <a:pt x="851059" y="81734"/>
                  <a:pt x="852967" y="85482"/>
                  <a:pt x="856097" y="88087"/>
                </a:cubicBezTo>
                <a:cubicBezTo>
                  <a:pt x="859228" y="90692"/>
                  <a:pt x="863604" y="91994"/>
                  <a:pt x="869225" y="91994"/>
                </a:cubicBezTo>
                <a:cubicBezTo>
                  <a:pt x="874891" y="91994"/>
                  <a:pt x="879096" y="90840"/>
                  <a:pt x="881838" y="88532"/>
                </a:cubicBezTo>
                <a:cubicBezTo>
                  <a:pt x="884580" y="86224"/>
                  <a:pt x="885951" y="83517"/>
                  <a:pt x="885951" y="80409"/>
                </a:cubicBezTo>
                <a:cubicBezTo>
                  <a:pt x="885951" y="77621"/>
                  <a:pt x="884740" y="75428"/>
                  <a:pt x="882318" y="73828"/>
                </a:cubicBezTo>
                <a:cubicBezTo>
                  <a:pt x="880627" y="72731"/>
                  <a:pt x="876422" y="71338"/>
                  <a:pt x="869705" y="69647"/>
                </a:cubicBezTo>
                <a:cubicBezTo>
                  <a:pt x="860656" y="67362"/>
                  <a:pt x="854384" y="65385"/>
                  <a:pt x="850888" y="63717"/>
                </a:cubicBezTo>
                <a:cubicBezTo>
                  <a:pt x="847392" y="62049"/>
                  <a:pt x="844741" y="59741"/>
                  <a:pt x="842936" y="56794"/>
                </a:cubicBezTo>
                <a:cubicBezTo>
                  <a:pt x="841131" y="53846"/>
                  <a:pt x="840228" y="50590"/>
                  <a:pt x="840228" y="47025"/>
                </a:cubicBezTo>
                <a:cubicBezTo>
                  <a:pt x="840228" y="43781"/>
                  <a:pt x="840971" y="40776"/>
                  <a:pt x="842456" y="38011"/>
                </a:cubicBezTo>
                <a:cubicBezTo>
                  <a:pt x="843941" y="35246"/>
                  <a:pt x="845963" y="32950"/>
                  <a:pt x="848523" y="31122"/>
                </a:cubicBezTo>
                <a:cubicBezTo>
                  <a:pt x="850442" y="29705"/>
                  <a:pt x="853058" y="28505"/>
                  <a:pt x="856372" y="27523"/>
                </a:cubicBezTo>
                <a:cubicBezTo>
                  <a:pt x="859685" y="26540"/>
                  <a:pt x="863238" y="26049"/>
                  <a:pt x="867031" y="26049"/>
                </a:cubicBezTo>
                <a:cubicBezTo>
                  <a:pt x="872744" y="26049"/>
                  <a:pt x="877759" y="26872"/>
                  <a:pt x="882078" y="28517"/>
                </a:cubicBezTo>
                <a:cubicBezTo>
                  <a:pt x="886396" y="30162"/>
                  <a:pt x="889584" y="32390"/>
                  <a:pt x="891640" y="35200"/>
                </a:cubicBezTo>
                <a:cubicBezTo>
                  <a:pt x="893697" y="38011"/>
                  <a:pt x="895114" y="41770"/>
                  <a:pt x="895891" y="46477"/>
                </a:cubicBezTo>
                <a:lnTo>
                  <a:pt x="883826" y="48122"/>
                </a:lnTo>
                <a:cubicBezTo>
                  <a:pt x="883277" y="44375"/>
                  <a:pt x="881689" y="41450"/>
                  <a:pt x="879062" y="39348"/>
                </a:cubicBezTo>
                <a:cubicBezTo>
                  <a:pt x="876434" y="37245"/>
                  <a:pt x="872721" y="36194"/>
                  <a:pt x="867922" y="36194"/>
                </a:cubicBezTo>
                <a:cubicBezTo>
                  <a:pt x="862255" y="36194"/>
                  <a:pt x="858211" y="37131"/>
                  <a:pt x="855789" y="39005"/>
                </a:cubicBezTo>
                <a:cubicBezTo>
                  <a:pt x="853367" y="40879"/>
                  <a:pt x="852156" y="43072"/>
                  <a:pt x="852156" y="45586"/>
                </a:cubicBezTo>
                <a:cubicBezTo>
                  <a:pt x="852156" y="47185"/>
                  <a:pt x="852658" y="48625"/>
                  <a:pt x="853664" y="49904"/>
                </a:cubicBezTo>
                <a:cubicBezTo>
                  <a:pt x="854669" y="51230"/>
                  <a:pt x="856246" y="52326"/>
                  <a:pt x="858394" y="53195"/>
                </a:cubicBezTo>
                <a:cubicBezTo>
                  <a:pt x="859628" y="53652"/>
                  <a:pt x="863261" y="54703"/>
                  <a:pt x="869293" y="56348"/>
                </a:cubicBezTo>
                <a:cubicBezTo>
                  <a:pt x="878022" y="58679"/>
                  <a:pt x="884111" y="60587"/>
                  <a:pt x="887562" y="62072"/>
                </a:cubicBezTo>
                <a:cubicBezTo>
                  <a:pt x="891012" y="63557"/>
                  <a:pt x="893720" y="65717"/>
                  <a:pt x="895685" y="68550"/>
                </a:cubicBezTo>
                <a:cubicBezTo>
                  <a:pt x="897650" y="71383"/>
                  <a:pt x="898633" y="74902"/>
                  <a:pt x="898633" y="79107"/>
                </a:cubicBezTo>
                <a:cubicBezTo>
                  <a:pt x="898633" y="83220"/>
                  <a:pt x="897433" y="87093"/>
                  <a:pt x="895034" y="90726"/>
                </a:cubicBezTo>
                <a:cubicBezTo>
                  <a:pt x="892634" y="94359"/>
                  <a:pt x="889173" y="97170"/>
                  <a:pt x="884648" y="99157"/>
                </a:cubicBezTo>
                <a:cubicBezTo>
                  <a:pt x="880124" y="101145"/>
                  <a:pt x="875006" y="102139"/>
                  <a:pt x="869293" y="102139"/>
                </a:cubicBezTo>
                <a:cubicBezTo>
                  <a:pt x="859833" y="102139"/>
                  <a:pt x="852624" y="100174"/>
                  <a:pt x="847666" y="96244"/>
                </a:cubicBezTo>
                <a:cubicBezTo>
                  <a:pt x="842707" y="92314"/>
                  <a:pt x="839543" y="86487"/>
                  <a:pt x="838172" y="78764"/>
                </a:cubicBezTo>
                <a:close/>
                <a:moveTo>
                  <a:pt x="951614" y="14190"/>
                </a:moveTo>
                <a:lnTo>
                  <a:pt x="951614" y="0"/>
                </a:lnTo>
                <a:lnTo>
                  <a:pt x="963953" y="0"/>
                </a:lnTo>
                <a:lnTo>
                  <a:pt x="963953" y="14190"/>
                </a:lnTo>
                <a:lnTo>
                  <a:pt x="951614" y="14190"/>
                </a:lnTo>
                <a:moveTo>
                  <a:pt x="951614" y="100494"/>
                </a:moveTo>
                <a:lnTo>
                  <a:pt x="951614" y="27694"/>
                </a:lnTo>
                <a:lnTo>
                  <a:pt x="963953" y="27694"/>
                </a:lnTo>
                <a:lnTo>
                  <a:pt x="963953" y="100494"/>
                </a:lnTo>
                <a:lnTo>
                  <a:pt x="951614" y="100494"/>
                </a:lnTo>
                <a:close/>
                <a:moveTo>
                  <a:pt x="1009961" y="89458"/>
                </a:moveTo>
                <a:lnTo>
                  <a:pt x="1011743" y="100357"/>
                </a:lnTo>
                <a:cubicBezTo>
                  <a:pt x="1008270" y="101088"/>
                  <a:pt x="1005162" y="101454"/>
                  <a:pt x="1002420" y="101454"/>
                </a:cubicBezTo>
                <a:cubicBezTo>
                  <a:pt x="997942" y="101454"/>
                  <a:pt x="994468" y="100746"/>
                  <a:pt x="992001" y="99329"/>
                </a:cubicBezTo>
                <a:cubicBezTo>
                  <a:pt x="989533" y="97912"/>
                  <a:pt x="987796" y="96050"/>
                  <a:pt x="986791" y="93742"/>
                </a:cubicBezTo>
                <a:cubicBezTo>
                  <a:pt x="985785" y="91434"/>
                  <a:pt x="985283" y="86579"/>
                  <a:pt x="985283" y="79175"/>
                </a:cubicBezTo>
                <a:lnTo>
                  <a:pt x="985283" y="37291"/>
                </a:lnTo>
                <a:lnTo>
                  <a:pt x="976234" y="37291"/>
                </a:lnTo>
                <a:lnTo>
                  <a:pt x="976234" y="27694"/>
                </a:lnTo>
                <a:lnTo>
                  <a:pt x="985283" y="27694"/>
                </a:lnTo>
                <a:lnTo>
                  <a:pt x="985283" y="9666"/>
                </a:lnTo>
                <a:lnTo>
                  <a:pt x="997553" y="2262"/>
                </a:lnTo>
                <a:lnTo>
                  <a:pt x="997553" y="27694"/>
                </a:lnTo>
                <a:lnTo>
                  <a:pt x="1009961" y="27694"/>
                </a:lnTo>
                <a:lnTo>
                  <a:pt x="1009961" y="37291"/>
                </a:lnTo>
                <a:lnTo>
                  <a:pt x="997553" y="37291"/>
                </a:lnTo>
                <a:lnTo>
                  <a:pt x="997553" y="79861"/>
                </a:lnTo>
                <a:cubicBezTo>
                  <a:pt x="997553" y="83380"/>
                  <a:pt x="997770" y="85642"/>
                  <a:pt x="998204" y="86647"/>
                </a:cubicBezTo>
                <a:cubicBezTo>
                  <a:pt x="998639" y="87653"/>
                  <a:pt x="999347" y="88452"/>
                  <a:pt x="1000329" y="89046"/>
                </a:cubicBezTo>
                <a:cubicBezTo>
                  <a:pt x="1001312" y="89640"/>
                  <a:pt x="1002717" y="89938"/>
                  <a:pt x="1004545" y="89938"/>
                </a:cubicBezTo>
                <a:cubicBezTo>
                  <a:pt x="1005916" y="89938"/>
                  <a:pt x="1007721" y="89778"/>
                  <a:pt x="1009961" y="89458"/>
                </a:cubicBezTo>
                <a:close/>
                <a:moveTo>
                  <a:pt x="1024737" y="100494"/>
                </a:moveTo>
                <a:lnTo>
                  <a:pt x="1024737" y="86441"/>
                </a:lnTo>
                <a:lnTo>
                  <a:pt x="1038790" y="86441"/>
                </a:lnTo>
                <a:lnTo>
                  <a:pt x="1038790" y="100494"/>
                </a:lnTo>
                <a:cubicBezTo>
                  <a:pt x="1038790" y="105658"/>
                  <a:pt x="1037876" y="109828"/>
                  <a:pt x="1036048" y="113005"/>
                </a:cubicBezTo>
                <a:cubicBezTo>
                  <a:pt x="1034220" y="116181"/>
                  <a:pt x="1031318" y="118637"/>
                  <a:pt x="1027342" y="120374"/>
                </a:cubicBezTo>
                <a:lnTo>
                  <a:pt x="1023914" y="115095"/>
                </a:lnTo>
                <a:cubicBezTo>
                  <a:pt x="1026519" y="113953"/>
                  <a:pt x="1028439" y="112273"/>
                  <a:pt x="1029673" y="110057"/>
                </a:cubicBezTo>
                <a:cubicBezTo>
                  <a:pt x="1030907" y="107840"/>
                  <a:pt x="1031592" y="104653"/>
                  <a:pt x="1031729" y="100494"/>
                </a:cubicBezTo>
                <a:lnTo>
                  <a:pt x="1024737" y="100494"/>
                </a:lnTo>
                <a:close/>
                <a:moveTo>
                  <a:pt x="1146011" y="91514"/>
                </a:moveTo>
                <a:cubicBezTo>
                  <a:pt x="1141441" y="95399"/>
                  <a:pt x="1137042" y="98141"/>
                  <a:pt x="1132815" y="99740"/>
                </a:cubicBezTo>
                <a:cubicBezTo>
                  <a:pt x="1128588" y="101340"/>
                  <a:pt x="1124052" y="102139"/>
                  <a:pt x="1119208" y="102139"/>
                </a:cubicBezTo>
                <a:cubicBezTo>
                  <a:pt x="1111210" y="102139"/>
                  <a:pt x="1105064" y="100186"/>
                  <a:pt x="1100768" y="96278"/>
                </a:cubicBezTo>
                <a:cubicBezTo>
                  <a:pt x="1096472" y="92371"/>
                  <a:pt x="1094324" y="87378"/>
                  <a:pt x="1094324" y="81300"/>
                </a:cubicBezTo>
                <a:cubicBezTo>
                  <a:pt x="1094324" y="77736"/>
                  <a:pt x="1095135" y="74479"/>
                  <a:pt x="1096758" y="71532"/>
                </a:cubicBezTo>
                <a:cubicBezTo>
                  <a:pt x="1098380" y="68584"/>
                  <a:pt x="1100505" y="66219"/>
                  <a:pt x="1103133" y="64437"/>
                </a:cubicBezTo>
                <a:cubicBezTo>
                  <a:pt x="1105761" y="62655"/>
                  <a:pt x="1108720" y="61306"/>
                  <a:pt x="1112010" y="60392"/>
                </a:cubicBezTo>
                <a:cubicBezTo>
                  <a:pt x="1114432" y="59753"/>
                  <a:pt x="1118088" y="59136"/>
                  <a:pt x="1122978" y="58542"/>
                </a:cubicBezTo>
                <a:cubicBezTo>
                  <a:pt x="1132941" y="57353"/>
                  <a:pt x="1140275" y="55937"/>
                  <a:pt x="1144982" y="54292"/>
                </a:cubicBezTo>
                <a:cubicBezTo>
                  <a:pt x="1145028" y="52601"/>
                  <a:pt x="1145051" y="51527"/>
                  <a:pt x="1145051" y="51070"/>
                </a:cubicBezTo>
                <a:cubicBezTo>
                  <a:pt x="1145051" y="46043"/>
                  <a:pt x="1143886" y="42501"/>
                  <a:pt x="1141555" y="40444"/>
                </a:cubicBezTo>
                <a:cubicBezTo>
                  <a:pt x="1138402" y="37657"/>
                  <a:pt x="1133717" y="36263"/>
                  <a:pt x="1127502" y="36263"/>
                </a:cubicBezTo>
                <a:cubicBezTo>
                  <a:pt x="1121698" y="36263"/>
                  <a:pt x="1117414" y="37280"/>
                  <a:pt x="1114649" y="39313"/>
                </a:cubicBezTo>
                <a:cubicBezTo>
                  <a:pt x="1111884" y="41347"/>
                  <a:pt x="1109839" y="44946"/>
                  <a:pt x="1108514" y="50110"/>
                </a:cubicBezTo>
                <a:lnTo>
                  <a:pt x="1096449" y="48465"/>
                </a:lnTo>
                <a:cubicBezTo>
                  <a:pt x="1097546" y="43301"/>
                  <a:pt x="1099351" y="39131"/>
                  <a:pt x="1101865" y="35954"/>
                </a:cubicBezTo>
                <a:cubicBezTo>
                  <a:pt x="1104378" y="32778"/>
                  <a:pt x="1108011" y="30333"/>
                  <a:pt x="1112764" y="28620"/>
                </a:cubicBezTo>
                <a:cubicBezTo>
                  <a:pt x="1117517" y="26906"/>
                  <a:pt x="1123024" y="26049"/>
                  <a:pt x="1129285" y="26049"/>
                </a:cubicBezTo>
                <a:cubicBezTo>
                  <a:pt x="1135500" y="26049"/>
                  <a:pt x="1140550" y="26780"/>
                  <a:pt x="1144434" y="28243"/>
                </a:cubicBezTo>
                <a:cubicBezTo>
                  <a:pt x="1148319" y="29705"/>
                  <a:pt x="1151175" y="31544"/>
                  <a:pt x="1153003" y="33761"/>
                </a:cubicBezTo>
                <a:cubicBezTo>
                  <a:pt x="1154831" y="35977"/>
                  <a:pt x="1156110" y="38776"/>
                  <a:pt x="1156842" y="42158"/>
                </a:cubicBezTo>
                <a:cubicBezTo>
                  <a:pt x="1157253" y="44260"/>
                  <a:pt x="1157459" y="48053"/>
                  <a:pt x="1157459" y="53537"/>
                </a:cubicBezTo>
                <a:lnTo>
                  <a:pt x="1157459" y="69989"/>
                </a:lnTo>
                <a:cubicBezTo>
                  <a:pt x="1157459" y="81460"/>
                  <a:pt x="1157721" y="88715"/>
                  <a:pt x="1158247" y="91754"/>
                </a:cubicBezTo>
                <a:cubicBezTo>
                  <a:pt x="1158772" y="94793"/>
                  <a:pt x="1159812" y="97706"/>
                  <a:pt x="1161366" y="100494"/>
                </a:cubicBezTo>
                <a:lnTo>
                  <a:pt x="1148479" y="100494"/>
                </a:lnTo>
                <a:cubicBezTo>
                  <a:pt x="1147199" y="97935"/>
                  <a:pt x="1146376" y="94942"/>
                  <a:pt x="1146011" y="91514"/>
                </a:cubicBezTo>
                <a:moveTo>
                  <a:pt x="1144982" y="63957"/>
                </a:moveTo>
                <a:cubicBezTo>
                  <a:pt x="1140504" y="65785"/>
                  <a:pt x="1133786" y="67339"/>
                  <a:pt x="1124829" y="68618"/>
                </a:cubicBezTo>
                <a:cubicBezTo>
                  <a:pt x="1119756" y="69350"/>
                  <a:pt x="1116169" y="70172"/>
                  <a:pt x="1114066" y="71086"/>
                </a:cubicBezTo>
                <a:cubicBezTo>
                  <a:pt x="1111964" y="72000"/>
                  <a:pt x="1110342" y="73337"/>
                  <a:pt x="1109199" y="75096"/>
                </a:cubicBezTo>
                <a:cubicBezTo>
                  <a:pt x="1108057" y="76856"/>
                  <a:pt x="1107486" y="78810"/>
                  <a:pt x="1107486" y="80957"/>
                </a:cubicBezTo>
                <a:cubicBezTo>
                  <a:pt x="1107486" y="84248"/>
                  <a:pt x="1108731" y="86990"/>
                  <a:pt x="1111222" y="89183"/>
                </a:cubicBezTo>
                <a:cubicBezTo>
                  <a:pt x="1113712" y="91377"/>
                  <a:pt x="1117357" y="92474"/>
                  <a:pt x="1122155" y="92474"/>
                </a:cubicBezTo>
                <a:cubicBezTo>
                  <a:pt x="1126908" y="92474"/>
                  <a:pt x="1131135" y="91434"/>
                  <a:pt x="1134837" y="89355"/>
                </a:cubicBezTo>
                <a:cubicBezTo>
                  <a:pt x="1138539" y="87275"/>
                  <a:pt x="1141258" y="84431"/>
                  <a:pt x="1142995" y="80820"/>
                </a:cubicBezTo>
                <a:cubicBezTo>
                  <a:pt x="1144320" y="78033"/>
                  <a:pt x="1144982" y="73920"/>
                  <a:pt x="1144982" y="68481"/>
                </a:cubicBezTo>
                <a:lnTo>
                  <a:pt x="1144982" y="63957"/>
                </a:lnTo>
                <a:close/>
                <a:moveTo>
                  <a:pt x="1176310" y="100494"/>
                </a:moveTo>
                <a:lnTo>
                  <a:pt x="1176310" y="27694"/>
                </a:lnTo>
                <a:lnTo>
                  <a:pt x="1187415" y="27694"/>
                </a:lnTo>
                <a:lnTo>
                  <a:pt x="1187415" y="38045"/>
                </a:lnTo>
                <a:cubicBezTo>
                  <a:pt x="1192762" y="30048"/>
                  <a:pt x="1200485" y="26049"/>
                  <a:pt x="1210585" y="26049"/>
                </a:cubicBezTo>
                <a:cubicBezTo>
                  <a:pt x="1214972" y="26049"/>
                  <a:pt x="1219005" y="26837"/>
                  <a:pt x="1222684" y="28414"/>
                </a:cubicBezTo>
                <a:cubicBezTo>
                  <a:pt x="1226363" y="29991"/>
                  <a:pt x="1229116" y="32059"/>
                  <a:pt x="1230944" y="34618"/>
                </a:cubicBezTo>
                <a:cubicBezTo>
                  <a:pt x="1232772" y="37177"/>
                  <a:pt x="1234052" y="40216"/>
                  <a:pt x="1234783" y="43735"/>
                </a:cubicBezTo>
                <a:cubicBezTo>
                  <a:pt x="1235240" y="46020"/>
                  <a:pt x="1235469" y="50019"/>
                  <a:pt x="1235469" y="55731"/>
                </a:cubicBezTo>
                <a:lnTo>
                  <a:pt x="1235469" y="100494"/>
                </a:lnTo>
                <a:lnTo>
                  <a:pt x="1223130" y="100494"/>
                </a:lnTo>
                <a:lnTo>
                  <a:pt x="1223130" y="56211"/>
                </a:lnTo>
                <a:cubicBezTo>
                  <a:pt x="1223130" y="51184"/>
                  <a:pt x="1222650" y="47425"/>
                  <a:pt x="1221690" y="44934"/>
                </a:cubicBezTo>
                <a:cubicBezTo>
                  <a:pt x="1220730" y="42444"/>
                  <a:pt x="1219028" y="40456"/>
                  <a:pt x="1216583" y="38971"/>
                </a:cubicBezTo>
                <a:cubicBezTo>
                  <a:pt x="1214138" y="37485"/>
                  <a:pt x="1211270" y="36743"/>
                  <a:pt x="1207980" y="36743"/>
                </a:cubicBezTo>
                <a:cubicBezTo>
                  <a:pt x="1202725" y="36743"/>
                  <a:pt x="1198189" y="38411"/>
                  <a:pt x="1194373" y="41747"/>
                </a:cubicBezTo>
                <a:cubicBezTo>
                  <a:pt x="1190557" y="45083"/>
                  <a:pt x="1188649" y="51412"/>
                  <a:pt x="1188649" y="60735"/>
                </a:cubicBezTo>
                <a:lnTo>
                  <a:pt x="1188649" y="100494"/>
                </a:lnTo>
                <a:lnTo>
                  <a:pt x="1176310" y="100494"/>
                </a:lnTo>
                <a:close/>
                <a:moveTo>
                  <a:pt x="1301345" y="100494"/>
                </a:moveTo>
                <a:lnTo>
                  <a:pt x="1301345" y="91308"/>
                </a:lnTo>
                <a:cubicBezTo>
                  <a:pt x="1296729" y="98529"/>
                  <a:pt x="1289943" y="102139"/>
                  <a:pt x="1280986" y="102139"/>
                </a:cubicBezTo>
                <a:cubicBezTo>
                  <a:pt x="1275182" y="102139"/>
                  <a:pt x="1269846" y="100540"/>
                  <a:pt x="1264979" y="97341"/>
                </a:cubicBezTo>
                <a:cubicBezTo>
                  <a:pt x="1260112" y="94142"/>
                  <a:pt x="1256342" y="89675"/>
                  <a:pt x="1253669" y="83939"/>
                </a:cubicBezTo>
                <a:cubicBezTo>
                  <a:pt x="1250995" y="78204"/>
                  <a:pt x="1249658" y="71612"/>
                  <a:pt x="1249658" y="64163"/>
                </a:cubicBezTo>
                <a:cubicBezTo>
                  <a:pt x="1249658" y="56896"/>
                  <a:pt x="1250870" y="50304"/>
                  <a:pt x="1253292" y="44386"/>
                </a:cubicBezTo>
                <a:cubicBezTo>
                  <a:pt x="1255714" y="38468"/>
                  <a:pt x="1259347" y="33932"/>
                  <a:pt x="1264191" y="30779"/>
                </a:cubicBezTo>
                <a:cubicBezTo>
                  <a:pt x="1269035" y="27626"/>
                  <a:pt x="1274451" y="26049"/>
                  <a:pt x="1280437" y="26049"/>
                </a:cubicBezTo>
                <a:cubicBezTo>
                  <a:pt x="1284825" y="26049"/>
                  <a:pt x="1288732" y="26974"/>
                  <a:pt x="1292159" y="28825"/>
                </a:cubicBezTo>
                <a:cubicBezTo>
                  <a:pt x="1295587" y="30676"/>
                  <a:pt x="1298375" y="33087"/>
                  <a:pt x="1300523" y="36057"/>
                </a:cubicBezTo>
                <a:lnTo>
                  <a:pt x="1300523" y="0"/>
                </a:lnTo>
                <a:lnTo>
                  <a:pt x="1312793" y="0"/>
                </a:lnTo>
                <a:lnTo>
                  <a:pt x="1312793" y="100494"/>
                </a:lnTo>
                <a:lnTo>
                  <a:pt x="1301345" y="100494"/>
                </a:lnTo>
                <a:moveTo>
                  <a:pt x="1262340" y="64163"/>
                </a:moveTo>
                <a:cubicBezTo>
                  <a:pt x="1262340" y="73486"/>
                  <a:pt x="1264305" y="80455"/>
                  <a:pt x="1268236" y="85070"/>
                </a:cubicBezTo>
                <a:cubicBezTo>
                  <a:pt x="1272166" y="89686"/>
                  <a:pt x="1276804" y="91994"/>
                  <a:pt x="1282151" y="91994"/>
                </a:cubicBezTo>
                <a:cubicBezTo>
                  <a:pt x="1287544" y="91994"/>
                  <a:pt x="1292125" y="89789"/>
                  <a:pt x="1295895" y="85379"/>
                </a:cubicBezTo>
                <a:cubicBezTo>
                  <a:pt x="1299666" y="80969"/>
                  <a:pt x="1301551" y="74240"/>
                  <a:pt x="1301551" y="65191"/>
                </a:cubicBezTo>
                <a:cubicBezTo>
                  <a:pt x="1301551" y="55228"/>
                  <a:pt x="1299631" y="47916"/>
                  <a:pt x="1295793" y="43255"/>
                </a:cubicBezTo>
                <a:cubicBezTo>
                  <a:pt x="1291954" y="38594"/>
                  <a:pt x="1287224" y="36263"/>
                  <a:pt x="1281603" y="36263"/>
                </a:cubicBezTo>
                <a:cubicBezTo>
                  <a:pt x="1276119" y="36263"/>
                  <a:pt x="1271537" y="38502"/>
                  <a:pt x="1267858" y="42981"/>
                </a:cubicBezTo>
                <a:cubicBezTo>
                  <a:pt x="1264180" y="47459"/>
                  <a:pt x="1262340" y="54520"/>
                  <a:pt x="1262340" y="64163"/>
                </a:cubicBezTo>
                <a:close/>
                <a:moveTo>
                  <a:pt x="1397353" y="89458"/>
                </a:moveTo>
                <a:lnTo>
                  <a:pt x="1399135" y="100357"/>
                </a:lnTo>
                <a:cubicBezTo>
                  <a:pt x="1395662" y="101088"/>
                  <a:pt x="1392554" y="101454"/>
                  <a:pt x="1389812" y="101454"/>
                </a:cubicBezTo>
                <a:cubicBezTo>
                  <a:pt x="1385334" y="101454"/>
                  <a:pt x="1381861" y="100746"/>
                  <a:pt x="1379393" y="99329"/>
                </a:cubicBezTo>
                <a:cubicBezTo>
                  <a:pt x="1376925" y="97912"/>
                  <a:pt x="1375188" y="96050"/>
                  <a:pt x="1374183" y="93742"/>
                </a:cubicBezTo>
                <a:cubicBezTo>
                  <a:pt x="1373178" y="91434"/>
                  <a:pt x="1372675" y="86579"/>
                  <a:pt x="1372675" y="79175"/>
                </a:cubicBezTo>
                <a:lnTo>
                  <a:pt x="1372675" y="37291"/>
                </a:lnTo>
                <a:lnTo>
                  <a:pt x="1363626" y="37291"/>
                </a:lnTo>
                <a:lnTo>
                  <a:pt x="1363626" y="27694"/>
                </a:lnTo>
                <a:lnTo>
                  <a:pt x="1372675" y="27694"/>
                </a:lnTo>
                <a:lnTo>
                  <a:pt x="1372675" y="9666"/>
                </a:lnTo>
                <a:lnTo>
                  <a:pt x="1384945" y="2262"/>
                </a:lnTo>
                <a:lnTo>
                  <a:pt x="1384945" y="27694"/>
                </a:lnTo>
                <a:lnTo>
                  <a:pt x="1397353" y="27694"/>
                </a:lnTo>
                <a:lnTo>
                  <a:pt x="1397353" y="37291"/>
                </a:lnTo>
                <a:lnTo>
                  <a:pt x="1384945" y="37291"/>
                </a:lnTo>
                <a:lnTo>
                  <a:pt x="1384945" y="79861"/>
                </a:lnTo>
                <a:cubicBezTo>
                  <a:pt x="1384945" y="83380"/>
                  <a:pt x="1385162" y="85642"/>
                  <a:pt x="1385597" y="86647"/>
                </a:cubicBezTo>
                <a:cubicBezTo>
                  <a:pt x="1386031" y="87653"/>
                  <a:pt x="1386739" y="88452"/>
                  <a:pt x="1387722" y="89046"/>
                </a:cubicBezTo>
                <a:cubicBezTo>
                  <a:pt x="1388704" y="89640"/>
                  <a:pt x="1390109" y="89938"/>
                  <a:pt x="1391937" y="89938"/>
                </a:cubicBezTo>
                <a:cubicBezTo>
                  <a:pt x="1393308" y="89938"/>
                  <a:pt x="1395114" y="89778"/>
                  <a:pt x="1397353" y="89458"/>
                </a:cubicBezTo>
                <a:close/>
                <a:moveTo>
                  <a:pt x="1408908" y="100494"/>
                </a:moveTo>
                <a:lnTo>
                  <a:pt x="1408908" y="0"/>
                </a:lnTo>
                <a:lnTo>
                  <a:pt x="1421247" y="0"/>
                </a:lnTo>
                <a:lnTo>
                  <a:pt x="1421247" y="36057"/>
                </a:lnTo>
                <a:cubicBezTo>
                  <a:pt x="1427005" y="29385"/>
                  <a:pt x="1434272" y="26049"/>
                  <a:pt x="1443046" y="26049"/>
                </a:cubicBezTo>
                <a:cubicBezTo>
                  <a:pt x="1448439" y="26049"/>
                  <a:pt x="1453123" y="27111"/>
                  <a:pt x="1457099" y="29237"/>
                </a:cubicBezTo>
                <a:cubicBezTo>
                  <a:pt x="1461075" y="31362"/>
                  <a:pt x="1463919" y="34298"/>
                  <a:pt x="1465633" y="38045"/>
                </a:cubicBezTo>
                <a:cubicBezTo>
                  <a:pt x="1467347" y="41793"/>
                  <a:pt x="1468204" y="47231"/>
                  <a:pt x="1468204" y="54360"/>
                </a:cubicBezTo>
                <a:lnTo>
                  <a:pt x="1468204" y="100494"/>
                </a:lnTo>
                <a:lnTo>
                  <a:pt x="1455865" y="100494"/>
                </a:lnTo>
                <a:lnTo>
                  <a:pt x="1455865" y="54360"/>
                </a:lnTo>
                <a:cubicBezTo>
                  <a:pt x="1455865" y="48191"/>
                  <a:pt x="1454528" y="43701"/>
                  <a:pt x="1451855" y="40890"/>
                </a:cubicBezTo>
                <a:cubicBezTo>
                  <a:pt x="1449181" y="38079"/>
                  <a:pt x="1445400" y="36674"/>
                  <a:pt x="1440510" y="36674"/>
                </a:cubicBezTo>
                <a:cubicBezTo>
                  <a:pt x="1436854" y="36674"/>
                  <a:pt x="1433415" y="37622"/>
                  <a:pt x="1430193" y="39519"/>
                </a:cubicBezTo>
                <a:cubicBezTo>
                  <a:pt x="1426971" y="41416"/>
                  <a:pt x="1424675" y="43986"/>
                  <a:pt x="1423304" y="47231"/>
                </a:cubicBezTo>
                <a:cubicBezTo>
                  <a:pt x="1421933" y="50476"/>
                  <a:pt x="1421247" y="54954"/>
                  <a:pt x="1421247" y="60667"/>
                </a:cubicBezTo>
                <a:lnTo>
                  <a:pt x="1421247" y="100494"/>
                </a:lnTo>
                <a:lnTo>
                  <a:pt x="1408908" y="100494"/>
                </a:lnTo>
                <a:close/>
                <a:moveTo>
                  <a:pt x="1536548" y="77050"/>
                </a:moveTo>
                <a:lnTo>
                  <a:pt x="1549299" y="78627"/>
                </a:lnTo>
                <a:cubicBezTo>
                  <a:pt x="1547288" y="86076"/>
                  <a:pt x="1543563" y="91857"/>
                  <a:pt x="1538125" y="95970"/>
                </a:cubicBezTo>
                <a:cubicBezTo>
                  <a:pt x="1532687" y="100083"/>
                  <a:pt x="1525740" y="102139"/>
                  <a:pt x="1517286" y="102139"/>
                </a:cubicBezTo>
                <a:cubicBezTo>
                  <a:pt x="1506638" y="102139"/>
                  <a:pt x="1498195" y="98860"/>
                  <a:pt x="1491957" y="92302"/>
                </a:cubicBezTo>
                <a:cubicBezTo>
                  <a:pt x="1485718" y="85745"/>
                  <a:pt x="1482599" y="76547"/>
                  <a:pt x="1482599" y="64711"/>
                </a:cubicBezTo>
                <a:cubicBezTo>
                  <a:pt x="1482599" y="52464"/>
                  <a:pt x="1485753" y="42958"/>
                  <a:pt x="1492059" y="36194"/>
                </a:cubicBezTo>
                <a:cubicBezTo>
                  <a:pt x="1498366" y="29431"/>
                  <a:pt x="1506546" y="26049"/>
                  <a:pt x="1516600" y="26049"/>
                </a:cubicBezTo>
                <a:cubicBezTo>
                  <a:pt x="1526334" y="26049"/>
                  <a:pt x="1534286" y="29362"/>
                  <a:pt x="1540456" y="35989"/>
                </a:cubicBezTo>
                <a:cubicBezTo>
                  <a:pt x="1546625" y="42615"/>
                  <a:pt x="1549710" y="51938"/>
                  <a:pt x="1549710" y="63957"/>
                </a:cubicBezTo>
                <a:cubicBezTo>
                  <a:pt x="1549710" y="64688"/>
                  <a:pt x="1549687" y="65785"/>
                  <a:pt x="1549641" y="67247"/>
                </a:cubicBezTo>
                <a:lnTo>
                  <a:pt x="1495350" y="67247"/>
                </a:lnTo>
                <a:cubicBezTo>
                  <a:pt x="1495807" y="75245"/>
                  <a:pt x="1498069" y="81369"/>
                  <a:pt x="1502136" y="85619"/>
                </a:cubicBezTo>
                <a:cubicBezTo>
                  <a:pt x="1506203" y="89869"/>
                  <a:pt x="1511276" y="91994"/>
                  <a:pt x="1517354" y="91994"/>
                </a:cubicBezTo>
                <a:cubicBezTo>
                  <a:pt x="1521879" y="91994"/>
                  <a:pt x="1525740" y="90806"/>
                  <a:pt x="1528939" y="88429"/>
                </a:cubicBezTo>
                <a:cubicBezTo>
                  <a:pt x="1532138" y="86053"/>
                  <a:pt x="1534675" y="82260"/>
                  <a:pt x="1536548" y="77050"/>
                </a:cubicBezTo>
                <a:moveTo>
                  <a:pt x="1496035" y="57102"/>
                </a:moveTo>
                <a:lnTo>
                  <a:pt x="1536685" y="57102"/>
                </a:lnTo>
                <a:cubicBezTo>
                  <a:pt x="1536137" y="50978"/>
                  <a:pt x="1534583" y="46385"/>
                  <a:pt x="1532024" y="43324"/>
                </a:cubicBezTo>
                <a:cubicBezTo>
                  <a:pt x="1528094" y="38571"/>
                  <a:pt x="1522998" y="36194"/>
                  <a:pt x="1516737" y="36194"/>
                </a:cubicBezTo>
                <a:cubicBezTo>
                  <a:pt x="1511071" y="36194"/>
                  <a:pt x="1506306" y="38091"/>
                  <a:pt x="1502445" y="41884"/>
                </a:cubicBezTo>
                <a:cubicBezTo>
                  <a:pt x="1498583" y="45677"/>
                  <a:pt x="1496447" y="50750"/>
                  <a:pt x="1496035" y="57102"/>
                </a:cubicBezTo>
                <a:close/>
                <a:moveTo>
                  <a:pt x="1564517" y="100494"/>
                </a:moveTo>
                <a:lnTo>
                  <a:pt x="1564517" y="27694"/>
                </a:lnTo>
                <a:lnTo>
                  <a:pt x="1575622" y="27694"/>
                </a:lnTo>
                <a:lnTo>
                  <a:pt x="1575622" y="38045"/>
                </a:lnTo>
                <a:cubicBezTo>
                  <a:pt x="1580969" y="30048"/>
                  <a:pt x="1588692" y="26049"/>
                  <a:pt x="1598792" y="26049"/>
                </a:cubicBezTo>
                <a:cubicBezTo>
                  <a:pt x="1603179" y="26049"/>
                  <a:pt x="1607212" y="26837"/>
                  <a:pt x="1610891" y="28414"/>
                </a:cubicBezTo>
                <a:cubicBezTo>
                  <a:pt x="1614570" y="29991"/>
                  <a:pt x="1617323" y="32059"/>
                  <a:pt x="1619151" y="34618"/>
                </a:cubicBezTo>
                <a:cubicBezTo>
                  <a:pt x="1620979" y="37177"/>
                  <a:pt x="1622259" y="40216"/>
                  <a:pt x="1622990" y="43735"/>
                </a:cubicBezTo>
                <a:cubicBezTo>
                  <a:pt x="1623447" y="46020"/>
                  <a:pt x="1623675" y="50019"/>
                  <a:pt x="1623675" y="55731"/>
                </a:cubicBezTo>
                <a:lnTo>
                  <a:pt x="1623675" y="100494"/>
                </a:lnTo>
                <a:lnTo>
                  <a:pt x="1611336" y="100494"/>
                </a:lnTo>
                <a:lnTo>
                  <a:pt x="1611336" y="56211"/>
                </a:lnTo>
                <a:cubicBezTo>
                  <a:pt x="1611336" y="51184"/>
                  <a:pt x="1610856" y="47425"/>
                  <a:pt x="1609897" y="44934"/>
                </a:cubicBezTo>
                <a:cubicBezTo>
                  <a:pt x="1608937" y="42444"/>
                  <a:pt x="1607235" y="40456"/>
                  <a:pt x="1604790" y="38971"/>
                </a:cubicBezTo>
                <a:cubicBezTo>
                  <a:pt x="1602345" y="37485"/>
                  <a:pt x="1599477" y="36743"/>
                  <a:pt x="1596187" y="36743"/>
                </a:cubicBezTo>
                <a:cubicBezTo>
                  <a:pt x="1590931" y="36743"/>
                  <a:pt x="1586396" y="38411"/>
                  <a:pt x="1582580" y="41747"/>
                </a:cubicBezTo>
                <a:cubicBezTo>
                  <a:pt x="1578764" y="45083"/>
                  <a:pt x="1576856" y="51412"/>
                  <a:pt x="1576856" y="60735"/>
                </a:cubicBezTo>
                <a:lnTo>
                  <a:pt x="1576856" y="100494"/>
                </a:lnTo>
                <a:lnTo>
                  <a:pt x="1564517" y="100494"/>
                </a:lnTo>
                <a:close/>
                <a:moveTo>
                  <a:pt x="1728322" y="73828"/>
                </a:moveTo>
                <a:lnTo>
                  <a:pt x="1740455" y="75405"/>
                </a:lnTo>
                <a:cubicBezTo>
                  <a:pt x="1739130" y="83768"/>
                  <a:pt x="1735736" y="90315"/>
                  <a:pt x="1730275" y="95044"/>
                </a:cubicBezTo>
                <a:cubicBezTo>
                  <a:pt x="1724814" y="99774"/>
                  <a:pt x="1718108" y="102139"/>
                  <a:pt x="1710156" y="102139"/>
                </a:cubicBezTo>
                <a:cubicBezTo>
                  <a:pt x="1700193" y="102139"/>
                  <a:pt x="1692184" y="98883"/>
                  <a:pt x="1686129" y="92371"/>
                </a:cubicBezTo>
                <a:cubicBezTo>
                  <a:pt x="1680074" y="85859"/>
                  <a:pt x="1677046" y="76525"/>
                  <a:pt x="1677046" y="64368"/>
                </a:cubicBezTo>
                <a:cubicBezTo>
                  <a:pt x="1677046" y="56508"/>
                  <a:pt x="1678349" y="49630"/>
                  <a:pt x="1680954" y="43735"/>
                </a:cubicBezTo>
                <a:cubicBezTo>
                  <a:pt x="1683558" y="37840"/>
                  <a:pt x="1687523" y="33418"/>
                  <a:pt x="1692847" y="30470"/>
                </a:cubicBezTo>
                <a:cubicBezTo>
                  <a:pt x="1698171" y="27523"/>
                  <a:pt x="1703963" y="26049"/>
                  <a:pt x="1710224" y="26049"/>
                </a:cubicBezTo>
                <a:cubicBezTo>
                  <a:pt x="1718130" y="26049"/>
                  <a:pt x="1724597" y="28048"/>
                  <a:pt x="1729624" y="32047"/>
                </a:cubicBezTo>
                <a:cubicBezTo>
                  <a:pt x="1734651" y="36046"/>
                  <a:pt x="1737873" y="41724"/>
                  <a:pt x="1739290" y="49082"/>
                </a:cubicBezTo>
                <a:lnTo>
                  <a:pt x="1727293" y="50933"/>
                </a:lnTo>
                <a:cubicBezTo>
                  <a:pt x="1726151" y="46043"/>
                  <a:pt x="1724129" y="42364"/>
                  <a:pt x="1721227" y="39896"/>
                </a:cubicBezTo>
                <a:cubicBezTo>
                  <a:pt x="1718325" y="37428"/>
                  <a:pt x="1714817" y="36194"/>
                  <a:pt x="1710704" y="36194"/>
                </a:cubicBezTo>
                <a:cubicBezTo>
                  <a:pt x="1704489" y="36194"/>
                  <a:pt x="1699439" y="38422"/>
                  <a:pt x="1695555" y="42878"/>
                </a:cubicBezTo>
                <a:cubicBezTo>
                  <a:pt x="1691670" y="47334"/>
                  <a:pt x="1689728" y="54383"/>
                  <a:pt x="1689728" y="64026"/>
                </a:cubicBezTo>
                <a:cubicBezTo>
                  <a:pt x="1689728" y="73805"/>
                  <a:pt x="1691602" y="80912"/>
                  <a:pt x="1695349" y="85345"/>
                </a:cubicBezTo>
                <a:cubicBezTo>
                  <a:pt x="1699096" y="89778"/>
                  <a:pt x="1703986" y="91994"/>
                  <a:pt x="1710019" y="91994"/>
                </a:cubicBezTo>
                <a:cubicBezTo>
                  <a:pt x="1714863" y="91994"/>
                  <a:pt x="1718907" y="90509"/>
                  <a:pt x="1722152" y="87538"/>
                </a:cubicBezTo>
                <a:cubicBezTo>
                  <a:pt x="1725397" y="84568"/>
                  <a:pt x="1727453" y="79998"/>
                  <a:pt x="1728322" y="73828"/>
                </a:cubicBezTo>
                <a:close/>
                <a:moveTo>
                  <a:pt x="1750484" y="100494"/>
                </a:moveTo>
                <a:lnTo>
                  <a:pt x="1750484" y="0"/>
                </a:lnTo>
                <a:lnTo>
                  <a:pt x="1762823" y="0"/>
                </a:lnTo>
                <a:lnTo>
                  <a:pt x="1762823" y="100494"/>
                </a:lnTo>
                <a:lnTo>
                  <a:pt x="1750484" y="100494"/>
                </a:lnTo>
                <a:close/>
                <a:moveTo>
                  <a:pt x="1777640" y="64094"/>
                </a:moveTo>
                <a:cubicBezTo>
                  <a:pt x="1777640" y="50613"/>
                  <a:pt x="1781388" y="40627"/>
                  <a:pt x="1788882" y="34138"/>
                </a:cubicBezTo>
                <a:cubicBezTo>
                  <a:pt x="1795143" y="28745"/>
                  <a:pt x="1802775" y="26049"/>
                  <a:pt x="1811778" y="26049"/>
                </a:cubicBezTo>
                <a:cubicBezTo>
                  <a:pt x="1821786" y="26049"/>
                  <a:pt x="1829967" y="29328"/>
                  <a:pt x="1836319" y="35886"/>
                </a:cubicBezTo>
                <a:cubicBezTo>
                  <a:pt x="1842671" y="42444"/>
                  <a:pt x="1845847" y="51504"/>
                  <a:pt x="1845847" y="63066"/>
                </a:cubicBezTo>
                <a:cubicBezTo>
                  <a:pt x="1845847" y="72434"/>
                  <a:pt x="1844442" y="79804"/>
                  <a:pt x="1841632" y="85173"/>
                </a:cubicBezTo>
                <a:cubicBezTo>
                  <a:pt x="1838821" y="90543"/>
                  <a:pt x="1834731" y="94713"/>
                  <a:pt x="1829361" y="97684"/>
                </a:cubicBezTo>
                <a:cubicBezTo>
                  <a:pt x="1823991" y="100654"/>
                  <a:pt x="1818130" y="102139"/>
                  <a:pt x="1811778" y="102139"/>
                </a:cubicBezTo>
                <a:cubicBezTo>
                  <a:pt x="1801587" y="102139"/>
                  <a:pt x="1793350" y="98872"/>
                  <a:pt x="1787066" y="92337"/>
                </a:cubicBezTo>
                <a:cubicBezTo>
                  <a:pt x="1780782" y="85802"/>
                  <a:pt x="1777640" y="76387"/>
                  <a:pt x="1777640" y="64094"/>
                </a:cubicBezTo>
                <a:moveTo>
                  <a:pt x="1790322" y="64094"/>
                </a:moveTo>
                <a:cubicBezTo>
                  <a:pt x="1790322" y="73417"/>
                  <a:pt x="1792356" y="80398"/>
                  <a:pt x="1796423" y="85036"/>
                </a:cubicBezTo>
                <a:cubicBezTo>
                  <a:pt x="1800490" y="89675"/>
                  <a:pt x="1805609" y="91994"/>
                  <a:pt x="1811778" y="91994"/>
                </a:cubicBezTo>
                <a:cubicBezTo>
                  <a:pt x="1817902" y="91994"/>
                  <a:pt x="1822997" y="89663"/>
                  <a:pt x="1827065" y="85002"/>
                </a:cubicBezTo>
                <a:cubicBezTo>
                  <a:pt x="1831132" y="80341"/>
                  <a:pt x="1833166" y="73234"/>
                  <a:pt x="1833166" y="63683"/>
                </a:cubicBezTo>
                <a:cubicBezTo>
                  <a:pt x="1833166" y="54680"/>
                  <a:pt x="1831121" y="47859"/>
                  <a:pt x="1827030" y="43221"/>
                </a:cubicBezTo>
                <a:cubicBezTo>
                  <a:pt x="1822940" y="38582"/>
                  <a:pt x="1817856" y="36263"/>
                  <a:pt x="1811778" y="36263"/>
                </a:cubicBezTo>
                <a:cubicBezTo>
                  <a:pt x="1805609" y="36263"/>
                  <a:pt x="1800490" y="38571"/>
                  <a:pt x="1796423" y="43186"/>
                </a:cubicBezTo>
                <a:cubicBezTo>
                  <a:pt x="1792356" y="47802"/>
                  <a:pt x="1790322" y="54771"/>
                  <a:pt x="1790322" y="64094"/>
                </a:cubicBezTo>
                <a:close/>
                <a:moveTo>
                  <a:pt x="1855103" y="78764"/>
                </a:moveTo>
                <a:lnTo>
                  <a:pt x="1867305" y="76844"/>
                </a:lnTo>
                <a:cubicBezTo>
                  <a:pt x="1867991" y="81734"/>
                  <a:pt x="1869899" y="85482"/>
                  <a:pt x="1873029" y="88087"/>
                </a:cubicBezTo>
                <a:cubicBezTo>
                  <a:pt x="1876159" y="90692"/>
                  <a:pt x="1880535" y="91994"/>
                  <a:pt x="1886156" y="91994"/>
                </a:cubicBezTo>
                <a:cubicBezTo>
                  <a:pt x="1891823" y="91994"/>
                  <a:pt x="1896028" y="90840"/>
                  <a:pt x="1898770" y="88532"/>
                </a:cubicBezTo>
                <a:cubicBezTo>
                  <a:pt x="1901512" y="86224"/>
                  <a:pt x="1902883" y="83517"/>
                  <a:pt x="1902883" y="80409"/>
                </a:cubicBezTo>
                <a:cubicBezTo>
                  <a:pt x="1902883" y="77621"/>
                  <a:pt x="1901671" y="75428"/>
                  <a:pt x="1899249" y="73828"/>
                </a:cubicBezTo>
                <a:cubicBezTo>
                  <a:pt x="1897558" y="72731"/>
                  <a:pt x="1893354" y="71338"/>
                  <a:pt x="1886636" y="69647"/>
                </a:cubicBezTo>
                <a:cubicBezTo>
                  <a:pt x="1877588" y="67362"/>
                  <a:pt x="1871315" y="65385"/>
                  <a:pt x="1867819" y="63717"/>
                </a:cubicBezTo>
                <a:cubicBezTo>
                  <a:pt x="1864323" y="62049"/>
                  <a:pt x="1861673" y="59741"/>
                  <a:pt x="1859867" y="56794"/>
                </a:cubicBezTo>
                <a:cubicBezTo>
                  <a:pt x="1858062" y="53846"/>
                  <a:pt x="1857160" y="50590"/>
                  <a:pt x="1857160" y="47025"/>
                </a:cubicBezTo>
                <a:cubicBezTo>
                  <a:pt x="1857160" y="43781"/>
                  <a:pt x="1857902" y="40776"/>
                  <a:pt x="1859388" y="38011"/>
                </a:cubicBezTo>
                <a:cubicBezTo>
                  <a:pt x="1860873" y="35246"/>
                  <a:pt x="1862895" y="32950"/>
                  <a:pt x="1865454" y="31122"/>
                </a:cubicBezTo>
                <a:cubicBezTo>
                  <a:pt x="1867374" y="29705"/>
                  <a:pt x="1869990" y="28505"/>
                  <a:pt x="1873303" y="27523"/>
                </a:cubicBezTo>
                <a:cubicBezTo>
                  <a:pt x="1876616" y="26540"/>
                  <a:pt x="1880170" y="26049"/>
                  <a:pt x="1883963" y="26049"/>
                </a:cubicBezTo>
                <a:cubicBezTo>
                  <a:pt x="1889675" y="26049"/>
                  <a:pt x="1894691" y="26872"/>
                  <a:pt x="1899009" y="28517"/>
                </a:cubicBezTo>
                <a:cubicBezTo>
                  <a:pt x="1903328" y="30162"/>
                  <a:pt x="1906516" y="32390"/>
                  <a:pt x="1908572" y="35200"/>
                </a:cubicBezTo>
                <a:cubicBezTo>
                  <a:pt x="1910629" y="38011"/>
                  <a:pt x="1912045" y="41770"/>
                  <a:pt x="1912822" y="46477"/>
                </a:cubicBezTo>
                <a:lnTo>
                  <a:pt x="1900757" y="48122"/>
                </a:lnTo>
                <a:cubicBezTo>
                  <a:pt x="1900209" y="44375"/>
                  <a:pt x="1898621" y="41450"/>
                  <a:pt x="1895993" y="39348"/>
                </a:cubicBezTo>
                <a:cubicBezTo>
                  <a:pt x="1893366" y="37245"/>
                  <a:pt x="1889652" y="36194"/>
                  <a:pt x="1884854" y="36194"/>
                </a:cubicBezTo>
                <a:cubicBezTo>
                  <a:pt x="1879187" y="36194"/>
                  <a:pt x="1875143" y="37131"/>
                  <a:pt x="1872721" y="39005"/>
                </a:cubicBezTo>
                <a:cubicBezTo>
                  <a:pt x="1870298" y="40879"/>
                  <a:pt x="1869087" y="43072"/>
                  <a:pt x="1869087" y="45586"/>
                </a:cubicBezTo>
                <a:cubicBezTo>
                  <a:pt x="1869087" y="47185"/>
                  <a:pt x="1869590" y="48625"/>
                  <a:pt x="1870596" y="49904"/>
                </a:cubicBezTo>
                <a:cubicBezTo>
                  <a:pt x="1871601" y="51230"/>
                  <a:pt x="1873178" y="52326"/>
                  <a:pt x="1875325" y="53195"/>
                </a:cubicBezTo>
                <a:cubicBezTo>
                  <a:pt x="1876559" y="53652"/>
                  <a:pt x="1880193" y="54703"/>
                  <a:pt x="1886225" y="56348"/>
                </a:cubicBezTo>
                <a:cubicBezTo>
                  <a:pt x="1894954" y="58679"/>
                  <a:pt x="1901043" y="60587"/>
                  <a:pt x="1904493" y="62072"/>
                </a:cubicBezTo>
                <a:cubicBezTo>
                  <a:pt x="1907944" y="63557"/>
                  <a:pt x="1910652" y="65717"/>
                  <a:pt x="1912617" y="68550"/>
                </a:cubicBezTo>
                <a:cubicBezTo>
                  <a:pt x="1914582" y="71383"/>
                  <a:pt x="1915564" y="74902"/>
                  <a:pt x="1915564" y="79107"/>
                </a:cubicBezTo>
                <a:cubicBezTo>
                  <a:pt x="1915564" y="83220"/>
                  <a:pt x="1914365" y="87093"/>
                  <a:pt x="1911965" y="90726"/>
                </a:cubicBezTo>
                <a:cubicBezTo>
                  <a:pt x="1909566" y="94359"/>
                  <a:pt x="1906104" y="97170"/>
                  <a:pt x="1901580" y="99157"/>
                </a:cubicBezTo>
                <a:cubicBezTo>
                  <a:pt x="1897056" y="101145"/>
                  <a:pt x="1891937" y="102139"/>
                  <a:pt x="1886225" y="102139"/>
                </a:cubicBezTo>
                <a:cubicBezTo>
                  <a:pt x="1876765" y="102139"/>
                  <a:pt x="1869556" y="100174"/>
                  <a:pt x="1864597" y="96244"/>
                </a:cubicBezTo>
                <a:cubicBezTo>
                  <a:pt x="1859639" y="92314"/>
                  <a:pt x="1856474" y="86487"/>
                  <a:pt x="1855103" y="78764"/>
                </a:cubicBezTo>
                <a:close/>
                <a:moveTo>
                  <a:pt x="1979816" y="77050"/>
                </a:moveTo>
                <a:lnTo>
                  <a:pt x="1992566" y="78627"/>
                </a:lnTo>
                <a:cubicBezTo>
                  <a:pt x="1990555" y="86076"/>
                  <a:pt x="1986831" y="91857"/>
                  <a:pt x="1981393" y="95970"/>
                </a:cubicBezTo>
                <a:cubicBezTo>
                  <a:pt x="1975954" y="100083"/>
                  <a:pt x="1969008" y="102139"/>
                  <a:pt x="1960553" y="102139"/>
                </a:cubicBezTo>
                <a:cubicBezTo>
                  <a:pt x="1949905" y="102139"/>
                  <a:pt x="1941462" y="98860"/>
                  <a:pt x="1935224" y="92302"/>
                </a:cubicBezTo>
                <a:cubicBezTo>
                  <a:pt x="1928986" y="85745"/>
                  <a:pt x="1925867" y="76547"/>
                  <a:pt x="1925867" y="64711"/>
                </a:cubicBezTo>
                <a:cubicBezTo>
                  <a:pt x="1925867" y="52464"/>
                  <a:pt x="1929020" y="42958"/>
                  <a:pt x="1935327" y="36194"/>
                </a:cubicBezTo>
                <a:cubicBezTo>
                  <a:pt x="1941634" y="29431"/>
                  <a:pt x="1949814" y="26049"/>
                  <a:pt x="1959868" y="26049"/>
                </a:cubicBezTo>
                <a:cubicBezTo>
                  <a:pt x="1969602" y="26049"/>
                  <a:pt x="1977554" y="29362"/>
                  <a:pt x="1983723" y="35989"/>
                </a:cubicBezTo>
                <a:cubicBezTo>
                  <a:pt x="1989893" y="42615"/>
                  <a:pt x="1992978" y="51938"/>
                  <a:pt x="1992978" y="63957"/>
                </a:cubicBezTo>
                <a:cubicBezTo>
                  <a:pt x="1992978" y="64688"/>
                  <a:pt x="1992955" y="65785"/>
                  <a:pt x="1992909" y="67247"/>
                </a:cubicBezTo>
                <a:lnTo>
                  <a:pt x="1938617" y="67247"/>
                </a:lnTo>
                <a:cubicBezTo>
                  <a:pt x="1939074" y="75245"/>
                  <a:pt x="1941337" y="81369"/>
                  <a:pt x="1945404" y="85619"/>
                </a:cubicBezTo>
                <a:cubicBezTo>
                  <a:pt x="1949471" y="89869"/>
                  <a:pt x="1954544" y="91994"/>
                  <a:pt x="1960622" y="91994"/>
                </a:cubicBezTo>
                <a:cubicBezTo>
                  <a:pt x="1965146" y="91994"/>
                  <a:pt x="1969008" y="90806"/>
                  <a:pt x="1972207" y="88429"/>
                </a:cubicBezTo>
                <a:cubicBezTo>
                  <a:pt x="1975406" y="86053"/>
                  <a:pt x="1977942" y="82260"/>
                  <a:pt x="1979816" y="77050"/>
                </a:cubicBezTo>
                <a:moveTo>
                  <a:pt x="1939303" y="57102"/>
                </a:moveTo>
                <a:lnTo>
                  <a:pt x="1979953" y="57102"/>
                </a:lnTo>
                <a:cubicBezTo>
                  <a:pt x="1979405" y="50978"/>
                  <a:pt x="1977851" y="46385"/>
                  <a:pt x="1975292" y="43324"/>
                </a:cubicBezTo>
                <a:cubicBezTo>
                  <a:pt x="1971361" y="38571"/>
                  <a:pt x="1966266" y="36194"/>
                  <a:pt x="1960005" y="36194"/>
                </a:cubicBezTo>
                <a:cubicBezTo>
                  <a:pt x="1954338" y="36194"/>
                  <a:pt x="1949574" y="38091"/>
                  <a:pt x="1945712" y="41884"/>
                </a:cubicBezTo>
                <a:cubicBezTo>
                  <a:pt x="1941851" y="45677"/>
                  <a:pt x="1939714" y="50750"/>
                  <a:pt x="1939303" y="57102"/>
                </a:cubicBezTo>
                <a:close/>
                <a:moveTo>
                  <a:pt x="2002849" y="78764"/>
                </a:moveTo>
                <a:lnTo>
                  <a:pt x="2015051" y="76844"/>
                </a:lnTo>
                <a:cubicBezTo>
                  <a:pt x="2015737" y="81734"/>
                  <a:pt x="2017645" y="85482"/>
                  <a:pt x="2020775" y="88087"/>
                </a:cubicBezTo>
                <a:cubicBezTo>
                  <a:pt x="2023906" y="90692"/>
                  <a:pt x="2028281" y="91994"/>
                  <a:pt x="2033903" y="91994"/>
                </a:cubicBezTo>
                <a:cubicBezTo>
                  <a:pt x="2039569" y="91994"/>
                  <a:pt x="2043774" y="90840"/>
                  <a:pt x="2046516" y="88532"/>
                </a:cubicBezTo>
                <a:cubicBezTo>
                  <a:pt x="2049258" y="86224"/>
                  <a:pt x="2050629" y="83517"/>
                  <a:pt x="2050629" y="80409"/>
                </a:cubicBezTo>
                <a:cubicBezTo>
                  <a:pt x="2050629" y="77621"/>
                  <a:pt x="2049418" y="75428"/>
                  <a:pt x="2046996" y="73828"/>
                </a:cubicBezTo>
                <a:cubicBezTo>
                  <a:pt x="2045305" y="72731"/>
                  <a:pt x="2041100" y="71338"/>
                  <a:pt x="2034382" y="69647"/>
                </a:cubicBezTo>
                <a:cubicBezTo>
                  <a:pt x="2025334" y="67362"/>
                  <a:pt x="2019061" y="65385"/>
                  <a:pt x="2015565" y="63717"/>
                </a:cubicBezTo>
                <a:cubicBezTo>
                  <a:pt x="2012069" y="62049"/>
                  <a:pt x="2009419" y="59741"/>
                  <a:pt x="2007614" y="56794"/>
                </a:cubicBezTo>
                <a:cubicBezTo>
                  <a:pt x="2005808" y="53846"/>
                  <a:pt x="2004906" y="50590"/>
                  <a:pt x="2004906" y="47025"/>
                </a:cubicBezTo>
                <a:cubicBezTo>
                  <a:pt x="2004906" y="43781"/>
                  <a:pt x="2005649" y="40776"/>
                  <a:pt x="2007134" y="38011"/>
                </a:cubicBezTo>
                <a:cubicBezTo>
                  <a:pt x="2008619" y="35246"/>
                  <a:pt x="2010641" y="32950"/>
                  <a:pt x="2013200" y="31122"/>
                </a:cubicBezTo>
                <a:cubicBezTo>
                  <a:pt x="2015120" y="29705"/>
                  <a:pt x="2017736" y="28505"/>
                  <a:pt x="2021049" y="27523"/>
                </a:cubicBezTo>
                <a:cubicBezTo>
                  <a:pt x="2024363" y="26540"/>
                  <a:pt x="2027916" y="26049"/>
                  <a:pt x="2031709" y="26049"/>
                </a:cubicBezTo>
                <a:cubicBezTo>
                  <a:pt x="2037421" y="26049"/>
                  <a:pt x="2042437" y="26872"/>
                  <a:pt x="2046756" y="28517"/>
                </a:cubicBezTo>
                <a:cubicBezTo>
                  <a:pt x="2051074" y="30162"/>
                  <a:pt x="2054262" y="32390"/>
                  <a:pt x="2056318" y="35200"/>
                </a:cubicBezTo>
                <a:cubicBezTo>
                  <a:pt x="2058375" y="38011"/>
                  <a:pt x="2059792" y="41770"/>
                  <a:pt x="2060568" y="46477"/>
                </a:cubicBezTo>
                <a:lnTo>
                  <a:pt x="2048504" y="48122"/>
                </a:lnTo>
                <a:cubicBezTo>
                  <a:pt x="2047955" y="44375"/>
                  <a:pt x="2046367" y="41450"/>
                  <a:pt x="2043739" y="39348"/>
                </a:cubicBezTo>
                <a:cubicBezTo>
                  <a:pt x="2041112" y="37245"/>
                  <a:pt x="2037399" y="36194"/>
                  <a:pt x="2032600" y="36194"/>
                </a:cubicBezTo>
                <a:cubicBezTo>
                  <a:pt x="2026933" y="36194"/>
                  <a:pt x="2022889" y="37131"/>
                  <a:pt x="2020467" y="39005"/>
                </a:cubicBezTo>
                <a:cubicBezTo>
                  <a:pt x="2018045" y="40879"/>
                  <a:pt x="2016834" y="43072"/>
                  <a:pt x="2016834" y="45586"/>
                </a:cubicBezTo>
                <a:cubicBezTo>
                  <a:pt x="2016834" y="47185"/>
                  <a:pt x="2017336" y="48625"/>
                  <a:pt x="2018342" y="49904"/>
                </a:cubicBezTo>
                <a:cubicBezTo>
                  <a:pt x="2019347" y="51230"/>
                  <a:pt x="2020924" y="52326"/>
                  <a:pt x="2023072" y="53195"/>
                </a:cubicBezTo>
                <a:cubicBezTo>
                  <a:pt x="2024306" y="53652"/>
                  <a:pt x="2027939" y="54703"/>
                  <a:pt x="2033971" y="56348"/>
                </a:cubicBezTo>
                <a:cubicBezTo>
                  <a:pt x="2042700" y="58679"/>
                  <a:pt x="2048789" y="60587"/>
                  <a:pt x="2052240" y="62072"/>
                </a:cubicBezTo>
                <a:cubicBezTo>
                  <a:pt x="2055690" y="63557"/>
                  <a:pt x="2058398" y="65717"/>
                  <a:pt x="2060363" y="68550"/>
                </a:cubicBezTo>
                <a:cubicBezTo>
                  <a:pt x="2062328" y="71383"/>
                  <a:pt x="2063310" y="74902"/>
                  <a:pt x="2063310" y="79107"/>
                </a:cubicBezTo>
                <a:cubicBezTo>
                  <a:pt x="2063310" y="83220"/>
                  <a:pt x="2062111" y="87093"/>
                  <a:pt x="2059712" y="90726"/>
                </a:cubicBezTo>
                <a:cubicBezTo>
                  <a:pt x="2057312" y="94359"/>
                  <a:pt x="2053851" y="97170"/>
                  <a:pt x="2049326" y="99157"/>
                </a:cubicBezTo>
                <a:cubicBezTo>
                  <a:pt x="2044802" y="101145"/>
                  <a:pt x="2039684" y="102139"/>
                  <a:pt x="2033971" y="102139"/>
                </a:cubicBezTo>
                <a:cubicBezTo>
                  <a:pt x="2024511" y="102139"/>
                  <a:pt x="2017302" y="100174"/>
                  <a:pt x="2012344" y="96244"/>
                </a:cubicBezTo>
                <a:cubicBezTo>
                  <a:pt x="2007385" y="92314"/>
                  <a:pt x="2004220" y="86487"/>
                  <a:pt x="2002849" y="78764"/>
                </a:cubicBezTo>
                <a:close/>
                <a:moveTo>
                  <a:pt x="2116291" y="14190"/>
                </a:moveTo>
                <a:lnTo>
                  <a:pt x="2116291" y="0"/>
                </a:lnTo>
                <a:lnTo>
                  <a:pt x="2128630" y="0"/>
                </a:lnTo>
                <a:lnTo>
                  <a:pt x="2128630" y="14190"/>
                </a:lnTo>
                <a:lnTo>
                  <a:pt x="2116291" y="14190"/>
                </a:lnTo>
                <a:moveTo>
                  <a:pt x="2116291" y="100494"/>
                </a:moveTo>
                <a:lnTo>
                  <a:pt x="2116291" y="27694"/>
                </a:lnTo>
                <a:lnTo>
                  <a:pt x="2128630" y="27694"/>
                </a:lnTo>
                <a:lnTo>
                  <a:pt x="2128630" y="100494"/>
                </a:lnTo>
                <a:lnTo>
                  <a:pt x="2116291" y="100494"/>
                </a:lnTo>
                <a:close/>
                <a:moveTo>
                  <a:pt x="2174639" y="89458"/>
                </a:moveTo>
                <a:lnTo>
                  <a:pt x="2176421" y="100357"/>
                </a:lnTo>
                <a:cubicBezTo>
                  <a:pt x="2172948" y="101088"/>
                  <a:pt x="2169840" y="101454"/>
                  <a:pt x="2167098" y="101454"/>
                </a:cubicBezTo>
                <a:cubicBezTo>
                  <a:pt x="2162620" y="101454"/>
                  <a:pt x="2159146" y="100746"/>
                  <a:pt x="2156679" y="99329"/>
                </a:cubicBezTo>
                <a:cubicBezTo>
                  <a:pt x="2154211" y="97912"/>
                  <a:pt x="2152474" y="96050"/>
                  <a:pt x="2151469" y="93742"/>
                </a:cubicBezTo>
                <a:cubicBezTo>
                  <a:pt x="2150463" y="91434"/>
                  <a:pt x="2149961" y="86579"/>
                  <a:pt x="2149961" y="79175"/>
                </a:cubicBezTo>
                <a:lnTo>
                  <a:pt x="2149961" y="37291"/>
                </a:lnTo>
                <a:lnTo>
                  <a:pt x="2140912" y="37291"/>
                </a:lnTo>
                <a:lnTo>
                  <a:pt x="2140912" y="27694"/>
                </a:lnTo>
                <a:lnTo>
                  <a:pt x="2149961" y="27694"/>
                </a:lnTo>
                <a:lnTo>
                  <a:pt x="2149961" y="9666"/>
                </a:lnTo>
                <a:lnTo>
                  <a:pt x="2162231" y="2262"/>
                </a:lnTo>
                <a:lnTo>
                  <a:pt x="2162231" y="27694"/>
                </a:lnTo>
                <a:lnTo>
                  <a:pt x="2174639" y="27694"/>
                </a:lnTo>
                <a:lnTo>
                  <a:pt x="2174639" y="37291"/>
                </a:lnTo>
                <a:lnTo>
                  <a:pt x="2162231" y="37291"/>
                </a:lnTo>
                <a:lnTo>
                  <a:pt x="2162231" y="79861"/>
                </a:lnTo>
                <a:cubicBezTo>
                  <a:pt x="2162231" y="83380"/>
                  <a:pt x="2162448" y="85642"/>
                  <a:pt x="2162882" y="86647"/>
                </a:cubicBezTo>
                <a:cubicBezTo>
                  <a:pt x="2163316" y="87653"/>
                  <a:pt x="2164025" y="88452"/>
                  <a:pt x="2165007" y="89046"/>
                </a:cubicBezTo>
                <a:cubicBezTo>
                  <a:pt x="2165990" y="89640"/>
                  <a:pt x="2167395" y="89938"/>
                  <a:pt x="2169223" y="89938"/>
                </a:cubicBezTo>
                <a:cubicBezTo>
                  <a:pt x="2170594" y="89938"/>
                  <a:pt x="2172399" y="89778"/>
                  <a:pt x="2174639" y="89458"/>
                </a:cubicBezTo>
                <a:close/>
                <a:moveTo>
                  <a:pt x="2189689" y="100494"/>
                </a:moveTo>
                <a:lnTo>
                  <a:pt x="2189689" y="86441"/>
                </a:lnTo>
                <a:lnTo>
                  <a:pt x="2203742" y="86441"/>
                </a:lnTo>
                <a:lnTo>
                  <a:pt x="2203742" y="100494"/>
                </a:lnTo>
                <a:lnTo>
                  <a:pt x="2189689" y="100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Question:Whichoneofthefollowing">
            <a:extLst xmlns:a="http://schemas.openxmlformats.org/drawingml/2006/main">
              <a:ext uri="{FF2B5EF4-FFF2-40B4-BE49-F238E27FC236}">
                <a16:creationId xmlns:a16="http://schemas.microsoft.com/office/drawing/2014/main" id="{C642C649-3AA8-4287-B5FB-1A7A797E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937" y="5517754"/>
            <a:ext cx="2308143" cy="131753"/>
          </a:xfrm>
          <a:custGeom xmlns:a="http://schemas.openxmlformats.org/drawingml/2006/main">
            <a:pathLst>
              <a:path w="2308143" h="131753">
                <a:moveTo>
                  <a:pt x="85002" y="89458"/>
                </a:moveTo>
                <a:cubicBezTo>
                  <a:pt x="89983" y="93022"/>
                  <a:pt x="95399" y="95856"/>
                  <a:pt x="101248" y="97958"/>
                </a:cubicBezTo>
                <a:lnTo>
                  <a:pt x="93776" y="112285"/>
                </a:lnTo>
                <a:cubicBezTo>
                  <a:pt x="90714" y="111371"/>
                  <a:pt x="87721" y="110114"/>
                  <a:pt x="84796" y="108515"/>
                </a:cubicBezTo>
                <a:cubicBezTo>
                  <a:pt x="84156" y="108195"/>
                  <a:pt x="79655" y="105224"/>
                  <a:pt x="71292" y="99603"/>
                </a:cubicBezTo>
                <a:cubicBezTo>
                  <a:pt x="64711" y="102482"/>
                  <a:pt x="57422" y="103922"/>
                  <a:pt x="49424" y="103922"/>
                </a:cubicBezTo>
                <a:cubicBezTo>
                  <a:pt x="33978" y="103922"/>
                  <a:pt x="21879" y="99375"/>
                  <a:pt x="13127" y="90280"/>
                </a:cubicBezTo>
                <a:cubicBezTo>
                  <a:pt x="4376" y="81186"/>
                  <a:pt x="0" y="68413"/>
                  <a:pt x="0" y="51961"/>
                </a:cubicBezTo>
                <a:cubicBezTo>
                  <a:pt x="0" y="35555"/>
                  <a:pt x="4387" y="22793"/>
                  <a:pt x="13162" y="13676"/>
                </a:cubicBezTo>
                <a:cubicBezTo>
                  <a:pt x="21936" y="4559"/>
                  <a:pt x="33841" y="0"/>
                  <a:pt x="48876" y="0"/>
                </a:cubicBezTo>
                <a:cubicBezTo>
                  <a:pt x="63774" y="0"/>
                  <a:pt x="75588" y="4559"/>
                  <a:pt x="84316" y="13676"/>
                </a:cubicBezTo>
                <a:cubicBezTo>
                  <a:pt x="93045" y="22793"/>
                  <a:pt x="97409" y="35555"/>
                  <a:pt x="97409" y="51961"/>
                </a:cubicBezTo>
                <a:cubicBezTo>
                  <a:pt x="97409" y="60644"/>
                  <a:pt x="96198" y="68276"/>
                  <a:pt x="93776" y="74857"/>
                </a:cubicBezTo>
                <a:cubicBezTo>
                  <a:pt x="91948" y="79884"/>
                  <a:pt x="89024" y="84751"/>
                  <a:pt x="85002" y="89458"/>
                </a:cubicBezTo>
                <a:moveTo>
                  <a:pt x="68687" y="78010"/>
                </a:moveTo>
                <a:cubicBezTo>
                  <a:pt x="71292" y="74948"/>
                  <a:pt x="73246" y="71246"/>
                  <a:pt x="74548" y="66905"/>
                </a:cubicBezTo>
                <a:cubicBezTo>
                  <a:pt x="75850" y="62563"/>
                  <a:pt x="76502" y="57582"/>
                  <a:pt x="76502" y="51961"/>
                </a:cubicBezTo>
                <a:cubicBezTo>
                  <a:pt x="76502" y="40353"/>
                  <a:pt x="73943" y="31681"/>
                  <a:pt x="68824" y="25946"/>
                </a:cubicBezTo>
                <a:cubicBezTo>
                  <a:pt x="63706" y="20211"/>
                  <a:pt x="57011" y="17343"/>
                  <a:pt x="48739" y="17343"/>
                </a:cubicBezTo>
                <a:cubicBezTo>
                  <a:pt x="40467" y="17343"/>
                  <a:pt x="33761" y="20222"/>
                  <a:pt x="28620" y="25980"/>
                </a:cubicBezTo>
                <a:cubicBezTo>
                  <a:pt x="23478" y="31739"/>
                  <a:pt x="20908" y="40399"/>
                  <a:pt x="20908" y="51961"/>
                </a:cubicBezTo>
                <a:cubicBezTo>
                  <a:pt x="20908" y="63706"/>
                  <a:pt x="23478" y="72492"/>
                  <a:pt x="28620" y="78318"/>
                </a:cubicBezTo>
                <a:cubicBezTo>
                  <a:pt x="33761" y="84145"/>
                  <a:pt x="40262" y="87058"/>
                  <a:pt x="48122" y="87058"/>
                </a:cubicBezTo>
                <a:cubicBezTo>
                  <a:pt x="51047" y="87058"/>
                  <a:pt x="53812" y="86579"/>
                  <a:pt x="56417" y="85619"/>
                </a:cubicBezTo>
                <a:cubicBezTo>
                  <a:pt x="52304" y="82923"/>
                  <a:pt x="48122" y="80820"/>
                  <a:pt x="43872" y="79312"/>
                </a:cubicBezTo>
                <a:lnTo>
                  <a:pt x="49562" y="67727"/>
                </a:lnTo>
                <a:cubicBezTo>
                  <a:pt x="56234" y="70012"/>
                  <a:pt x="62609" y="73440"/>
                  <a:pt x="68687" y="78010"/>
                </a:cubicBezTo>
                <a:close/>
                <a:moveTo>
                  <a:pt x="160302" y="102208"/>
                </a:moveTo>
                <a:lnTo>
                  <a:pt x="160302" y="91309"/>
                </a:lnTo>
                <a:cubicBezTo>
                  <a:pt x="157651" y="95193"/>
                  <a:pt x="154166" y="98255"/>
                  <a:pt x="149848" y="100494"/>
                </a:cubicBezTo>
                <a:cubicBezTo>
                  <a:pt x="145529" y="102733"/>
                  <a:pt x="140970" y="103853"/>
                  <a:pt x="136172" y="103853"/>
                </a:cubicBezTo>
                <a:cubicBezTo>
                  <a:pt x="131282" y="103853"/>
                  <a:pt x="126895" y="102779"/>
                  <a:pt x="123010" y="100631"/>
                </a:cubicBezTo>
                <a:cubicBezTo>
                  <a:pt x="119126" y="98483"/>
                  <a:pt x="116315" y="95467"/>
                  <a:pt x="114579" y="91583"/>
                </a:cubicBezTo>
                <a:cubicBezTo>
                  <a:pt x="112842" y="87698"/>
                  <a:pt x="111974" y="82328"/>
                  <a:pt x="111974" y="75473"/>
                </a:cubicBezTo>
                <a:lnTo>
                  <a:pt x="111974" y="29408"/>
                </a:lnTo>
                <a:lnTo>
                  <a:pt x="131236" y="29408"/>
                </a:lnTo>
                <a:lnTo>
                  <a:pt x="131236" y="62860"/>
                </a:lnTo>
                <a:cubicBezTo>
                  <a:pt x="131236" y="73097"/>
                  <a:pt x="131591" y="79369"/>
                  <a:pt x="132299" y="81677"/>
                </a:cubicBezTo>
                <a:cubicBezTo>
                  <a:pt x="133007" y="83985"/>
                  <a:pt x="134298" y="85813"/>
                  <a:pt x="136172" y="87161"/>
                </a:cubicBezTo>
                <a:cubicBezTo>
                  <a:pt x="138046" y="88509"/>
                  <a:pt x="140422" y="89183"/>
                  <a:pt x="143301" y="89183"/>
                </a:cubicBezTo>
                <a:cubicBezTo>
                  <a:pt x="146592" y="89183"/>
                  <a:pt x="149539" y="88281"/>
                  <a:pt x="152144" y="86476"/>
                </a:cubicBezTo>
                <a:cubicBezTo>
                  <a:pt x="154749" y="84671"/>
                  <a:pt x="156531" y="82431"/>
                  <a:pt x="157491" y="79758"/>
                </a:cubicBezTo>
                <a:cubicBezTo>
                  <a:pt x="158451" y="77084"/>
                  <a:pt x="158931" y="70538"/>
                  <a:pt x="158931" y="60118"/>
                </a:cubicBezTo>
                <a:lnTo>
                  <a:pt x="158931" y="29408"/>
                </a:lnTo>
                <a:lnTo>
                  <a:pt x="178193" y="29408"/>
                </a:lnTo>
                <a:lnTo>
                  <a:pt x="178193" y="102208"/>
                </a:lnTo>
                <a:lnTo>
                  <a:pt x="160302" y="102208"/>
                </a:lnTo>
                <a:close/>
                <a:moveTo>
                  <a:pt x="240209" y="79038"/>
                </a:moveTo>
                <a:lnTo>
                  <a:pt x="259403" y="82260"/>
                </a:lnTo>
                <a:cubicBezTo>
                  <a:pt x="256936" y="89298"/>
                  <a:pt x="253040" y="94656"/>
                  <a:pt x="247716" y="98335"/>
                </a:cubicBezTo>
                <a:cubicBezTo>
                  <a:pt x="242392" y="102014"/>
                  <a:pt x="235731" y="103853"/>
                  <a:pt x="227733" y="103853"/>
                </a:cubicBezTo>
                <a:cubicBezTo>
                  <a:pt x="215075" y="103853"/>
                  <a:pt x="205706" y="99717"/>
                  <a:pt x="199628" y="91446"/>
                </a:cubicBezTo>
                <a:cubicBezTo>
                  <a:pt x="194829" y="84819"/>
                  <a:pt x="192430" y="76456"/>
                  <a:pt x="192430" y="66356"/>
                </a:cubicBezTo>
                <a:cubicBezTo>
                  <a:pt x="192430" y="54292"/>
                  <a:pt x="195583" y="44843"/>
                  <a:pt x="201890" y="38011"/>
                </a:cubicBezTo>
                <a:cubicBezTo>
                  <a:pt x="208197" y="31179"/>
                  <a:pt x="216171" y="27763"/>
                  <a:pt x="225814" y="27763"/>
                </a:cubicBezTo>
                <a:cubicBezTo>
                  <a:pt x="236645" y="27763"/>
                  <a:pt x="245191" y="31339"/>
                  <a:pt x="251452" y="38491"/>
                </a:cubicBezTo>
                <a:cubicBezTo>
                  <a:pt x="257713" y="45643"/>
                  <a:pt x="260706" y="56599"/>
                  <a:pt x="260432" y="71360"/>
                </a:cubicBezTo>
                <a:lnTo>
                  <a:pt x="212173" y="71360"/>
                </a:lnTo>
                <a:cubicBezTo>
                  <a:pt x="212310" y="77073"/>
                  <a:pt x="213863" y="81517"/>
                  <a:pt x="216834" y="84693"/>
                </a:cubicBezTo>
                <a:cubicBezTo>
                  <a:pt x="219804" y="87870"/>
                  <a:pt x="223506" y="89458"/>
                  <a:pt x="227939" y="89458"/>
                </a:cubicBezTo>
                <a:cubicBezTo>
                  <a:pt x="230955" y="89458"/>
                  <a:pt x="233492" y="88635"/>
                  <a:pt x="235548" y="86990"/>
                </a:cubicBezTo>
                <a:cubicBezTo>
                  <a:pt x="237605" y="85345"/>
                  <a:pt x="239158" y="82694"/>
                  <a:pt x="240209" y="79038"/>
                </a:cubicBezTo>
                <a:moveTo>
                  <a:pt x="241306" y="59570"/>
                </a:moveTo>
                <a:cubicBezTo>
                  <a:pt x="241169" y="53994"/>
                  <a:pt x="239730" y="49756"/>
                  <a:pt x="236988" y="46854"/>
                </a:cubicBezTo>
                <a:cubicBezTo>
                  <a:pt x="234246" y="43952"/>
                  <a:pt x="230910" y="42501"/>
                  <a:pt x="226979" y="42501"/>
                </a:cubicBezTo>
                <a:cubicBezTo>
                  <a:pt x="222775" y="42501"/>
                  <a:pt x="219302" y="44032"/>
                  <a:pt x="216560" y="47094"/>
                </a:cubicBezTo>
                <a:cubicBezTo>
                  <a:pt x="213818" y="50156"/>
                  <a:pt x="212470" y="54314"/>
                  <a:pt x="212515" y="59570"/>
                </a:cubicBezTo>
                <a:lnTo>
                  <a:pt x="241306" y="59570"/>
                </a:lnTo>
                <a:close/>
                <a:moveTo>
                  <a:pt x="269069" y="81437"/>
                </a:moveTo>
                <a:lnTo>
                  <a:pt x="288400" y="78490"/>
                </a:lnTo>
                <a:cubicBezTo>
                  <a:pt x="289223" y="82237"/>
                  <a:pt x="290891" y="85082"/>
                  <a:pt x="293404" y="87024"/>
                </a:cubicBezTo>
                <a:cubicBezTo>
                  <a:pt x="295918" y="88966"/>
                  <a:pt x="299437" y="89938"/>
                  <a:pt x="303961" y="89938"/>
                </a:cubicBezTo>
                <a:cubicBezTo>
                  <a:pt x="308942" y="89938"/>
                  <a:pt x="312690" y="89024"/>
                  <a:pt x="315203" y="87196"/>
                </a:cubicBezTo>
                <a:cubicBezTo>
                  <a:pt x="316894" y="85916"/>
                  <a:pt x="317740" y="84202"/>
                  <a:pt x="317740" y="82054"/>
                </a:cubicBezTo>
                <a:cubicBezTo>
                  <a:pt x="317740" y="80592"/>
                  <a:pt x="317283" y="79381"/>
                  <a:pt x="316369" y="78421"/>
                </a:cubicBezTo>
                <a:cubicBezTo>
                  <a:pt x="315409" y="77507"/>
                  <a:pt x="313261" y="76662"/>
                  <a:pt x="309925" y="75885"/>
                </a:cubicBezTo>
                <a:cubicBezTo>
                  <a:pt x="294387" y="72457"/>
                  <a:pt x="284539" y="69327"/>
                  <a:pt x="280380" y="66493"/>
                </a:cubicBezTo>
                <a:cubicBezTo>
                  <a:pt x="274622" y="62563"/>
                  <a:pt x="271743" y="57102"/>
                  <a:pt x="271743" y="50110"/>
                </a:cubicBezTo>
                <a:cubicBezTo>
                  <a:pt x="271743" y="43803"/>
                  <a:pt x="274233" y="38502"/>
                  <a:pt x="279215" y="34206"/>
                </a:cubicBezTo>
                <a:cubicBezTo>
                  <a:pt x="284196" y="29911"/>
                  <a:pt x="291919" y="27763"/>
                  <a:pt x="302384" y="27763"/>
                </a:cubicBezTo>
                <a:cubicBezTo>
                  <a:pt x="312347" y="27763"/>
                  <a:pt x="319750" y="29385"/>
                  <a:pt x="324595" y="32630"/>
                </a:cubicBezTo>
                <a:cubicBezTo>
                  <a:pt x="329439" y="35874"/>
                  <a:pt x="332775" y="40673"/>
                  <a:pt x="334603" y="47025"/>
                </a:cubicBezTo>
                <a:lnTo>
                  <a:pt x="316437" y="50384"/>
                </a:lnTo>
                <a:cubicBezTo>
                  <a:pt x="315660" y="47551"/>
                  <a:pt x="314186" y="45380"/>
                  <a:pt x="312016" y="43872"/>
                </a:cubicBezTo>
                <a:cubicBezTo>
                  <a:pt x="309845" y="42364"/>
                  <a:pt x="306749" y="41610"/>
                  <a:pt x="302727" y="41610"/>
                </a:cubicBezTo>
                <a:cubicBezTo>
                  <a:pt x="297654" y="41610"/>
                  <a:pt x="294021" y="42318"/>
                  <a:pt x="291828" y="43735"/>
                </a:cubicBezTo>
                <a:cubicBezTo>
                  <a:pt x="290365" y="44740"/>
                  <a:pt x="289634" y="46043"/>
                  <a:pt x="289634" y="47642"/>
                </a:cubicBezTo>
                <a:cubicBezTo>
                  <a:pt x="289634" y="49013"/>
                  <a:pt x="290274" y="50179"/>
                  <a:pt x="291554" y="51138"/>
                </a:cubicBezTo>
                <a:cubicBezTo>
                  <a:pt x="293290" y="52418"/>
                  <a:pt x="299288" y="54223"/>
                  <a:pt x="309548" y="56554"/>
                </a:cubicBezTo>
                <a:cubicBezTo>
                  <a:pt x="319808" y="58884"/>
                  <a:pt x="326971" y="61741"/>
                  <a:pt x="331038" y="65122"/>
                </a:cubicBezTo>
                <a:cubicBezTo>
                  <a:pt x="335060" y="68550"/>
                  <a:pt x="337071" y="73326"/>
                  <a:pt x="337071" y="79449"/>
                </a:cubicBezTo>
                <a:cubicBezTo>
                  <a:pt x="337071" y="86122"/>
                  <a:pt x="334283" y="91857"/>
                  <a:pt x="328708" y="96655"/>
                </a:cubicBezTo>
                <a:cubicBezTo>
                  <a:pt x="323132" y="101454"/>
                  <a:pt x="314883" y="103853"/>
                  <a:pt x="303961" y="103853"/>
                </a:cubicBezTo>
                <a:cubicBezTo>
                  <a:pt x="294044" y="103853"/>
                  <a:pt x="286195" y="101842"/>
                  <a:pt x="280414" y="97821"/>
                </a:cubicBezTo>
                <a:cubicBezTo>
                  <a:pt x="274633" y="93799"/>
                  <a:pt x="270851" y="88338"/>
                  <a:pt x="269069" y="81437"/>
                </a:cubicBezTo>
                <a:close/>
                <a:moveTo>
                  <a:pt x="387044" y="29408"/>
                </a:moveTo>
                <a:lnTo>
                  <a:pt x="387044" y="44763"/>
                </a:lnTo>
                <a:lnTo>
                  <a:pt x="373882" y="44763"/>
                </a:lnTo>
                <a:lnTo>
                  <a:pt x="373882" y="74102"/>
                </a:lnTo>
                <a:cubicBezTo>
                  <a:pt x="373882" y="80043"/>
                  <a:pt x="374008" y="83505"/>
                  <a:pt x="374259" y="84488"/>
                </a:cubicBezTo>
                <a:cubicBezTo>
                  <a:pt x="374510" y="85470"/>
                  <a:pt x="375082" y="86282"/>
                  <a:pt x="375973" y="86921"/>
                </a:cubicBezTo>
                <a:cubicBezTo>
                  <a:pt x="376864" y="87561"/>
                  <a:pt x="377949" y="87881"/>
                  <a:pt x="379229" y="87881"/>
                </a:cubicBezTo>
                <a:cubicBezTo>
                  <a:pt x="381011" y="87881"/>
                  <a:pt x="383593" y="87264"/>
                  <a:pt x="386975" y="86030"/>
                </a:cubicBezTo>
                <a:lnTo>
                  <a:pt x="388620" y="100974"/>
                </a:lnTo>
                <a:cubicBezTo>
                  <a:pt x="384142" y="102893"/>
                  <a:pt x="379069" y="103853"/>
                  <a:pt x="373402" y="103853"/>
                </a:cubicBezTo>
                <a:cubicBezTo>
                  <a:pt x="369929" y="103853"/>
                  <a:pt x="366799" y="103270"/>
                  <a:pt x="364011" y="102105"/>
                </a:cubicBezTo>
                <a:cubicBezTo>
                  <a:pt x="361223" y="100940"/>
                  <a:pt x="359178" y="99432"/>
                  <a:pt x="357876" y="97581"/>
                </a:cubicBezTo>
                <a:cubicBezTo>
                  <a:pt x="356573" y="95730"/>
                  <a:pt x="355671" y="93228"/>
                  <a:pt x="355168" y="90075"/>
                </a:cubicBezTo>
                <a:cubicBezTo>
                  <a:pt x="354757" y="87835"/>
                  <a:pt x="354551" y="83311"/>
                  <a:pt x="354551" y="76502"/>
                </a:cubicBezTo>
                <a:lnTo>
                  <a:pt x="354551" y="44763"/>
                </a:lnTo>
                <a:lnTo>
                  <a:pt x="345708" y="44763"/>
                </a:lnTo>
                <a:lnTo>
                  <a:pt x="345708" y="29408"/>
                </a:lnTo>
                <a:lnTo>
                  <a:pt x="354551" y="29408"/>
                </a:lnTo>
                <a:lnTo>
                  <a:pt x="354551" y="14944"/>
                </a:lnTo>
                <a:lnTo>
                  <a:pt x="373882" y="3702"/>
                </a:lnTo>
                <a:lnTo>
                  <a:pt x="373882" y="29408"/>
                </a:lnTo>
                <a:lnTo>
                  <a:pt x="387044" y="29408"/>
                </a:lnTo>
                <a:close/>
                <a:moveTo>
                  <a:pt x="400017" y="19537"/>
                </a:moveTo>
                <a:lnTo>
                  <a:pt x="400017" y="1714"/>
                </a:lnTo>
                <a:lnTo>
                  <a:pt x="419279" y="1714"/>
                </a:lnTo>
                <a:lnTo>
                  <a:pt x="419279" y="19537"/>
                </a:lnTo>
                <a:lnTo>
                  <a:pt x="400017" y="19537"/>
                </a:lnTo>
                <a:moveTo>
                  <a:pt x="400017" y="102208"/>
                </a:moveTo>
                <a:lnTo>
                  <a:pt x="400017" y="29408"/>
                </a:lnTo>
                <a:lnTo>
                  <a:pt x="419279" y="29408"/>
                </a:lnTo>
                <a:lnTo>
                  <a:pt x="419279" y="102208"/>
                </a:lnTo>
                <a:lnTo>
                  <a:pt x="400017" y="102208"/>
                </a:lnTo>
                <a:close/>
                <a:moveTo>
                  <a:pt x="434056" y="64780"/>
                </a:moveTo>
                <a:cubicBezTo>
                  <a:pt x="434056" y="58382"/>
                  <a:pt x="435633" y="52189"/>
                  <a:pt x="438786" y="46203"/>
                </a:cubicBezTo>
                <a:cubicBezTo>
                  <a:pt x="441939" y="40216"/>
                  <a:pt x="446406" y="35646"/>
                  <a:pt x="452187" y="32493"/>
                </a:cubicBezTo>
                <a:cubicBezTo>
                  <a:pt x="457968" y="29339"/>
                  <a:pt x="464424" y="27763"/>
                  <a:pt x="471553" y="27763"/>
                </a:cubicBezTo>
                <a:cubicBezTo>
                  <a:pt x="482566" y="27763"/>
                  <a:pt x="491592" y="31339"/>
                  <a:pt x="498630" y="38491"/>
                </a:cubicBezTo>
                <a:cubicBezTo>
                  <a:pt x="505668" y="45643"/>
                  <a:pt x="509187" y="54680"/>
                  <a:pt x="509187" y="65602"/>
                </a:cubicBezTo>
                <a:cubicBezTo>
                  <a:pt x="509187" y="76616"/>
                  <a:pt x="505633" y="85745"/>
                  <a:pt x="498527" y="92988"/>
                </a:cubicBezTo>
                <a:cubicBezTo>
                  <a:pt x="491421" y="100231"/>
                  <a:pt x="482475" y="103853"/>
                  <a:pt x="471690" y="103853"/>
                </a:cubicBezTo>
                <a:cubicBezTo>
                  <a:pt x="465018" y="103853"/>
                  <a:pt x="458654" y="102345"/>
                  <a:pt x="452599" y="99329"/>
                </a:cubicBezTo>
                <a:cubicBezTo>
                  <a:pt x="446543" y="96313"/>
                  <a:pt x="441939" y="91891"/>
                  <a:pt x="438786" y="86064"/>
                </a:cubicBezTo>
                <a:cubicBezTo>
                  <a:pt x="435633" y="80238"/>
                  <a:pt x="434056" y="73143"/>
                  <a:pt x="434056" y="64780"/>
                </a:cubicBezTo>
                <a:moveTo>
                  <a:pt x="453798" y="65808"/>
                </a:moveTo>
                <a:cubicBezTo>
                  <a:pt x="453798" y="73029"/>
                  <a:pt x="455512" y="78558"/>
                  <a:pt x="458940" y="82397"/>
                </a:cubicBezTo>
                <a:cubicBezTo>
                  <a:pt x="462367" y="86236"/>
                  <a:pt x="466594" y="88155"/>
                  <a:pt x="471621" y="88155"/>
                </a:cubicBezTo>
                <a:cubicBezTo>
                  <a:pt x="476648" y="88155"/>
                  <a:pt x="480864" y="86236"/>
                  <a:pt x="484269" y="82397"/>
                </a:cubicBezTo>
                <a:cubicBezTo>
                  <a:pt x="487673" y="78558"/>
                  <a:pt x="489376" y="72983"/>
                  <a:pt x="489376" y="65671"/>
                </a:cubicBezTo>
                <a:cubicBezTo>
                  <a:pt x="489376" y="58542"/>
                  <a:pt x="487673" y="53058"/>
                  <a:pt x="484269" y="49219"/>
                </a:cubicBezTo>
                <a:cubicBezTo>
                  <a:pt x="480864" y="45380"/>
                  <a:pt x="476648" y="43461"/>
                  <a:pt x="471621" y="43461"/>
                </a:cubicBezTo>
                <a:cubicBezTo>
                  <a:pt x="466594" y="43461"/>
                  <a:pt x="462367" y="45380"/>
                  <a:pt x="458940" y="49219"/>
                </a:cubicBezTo>
                <a:cubicBezTo>
                  <a:pt x="455512" y="53058"/>
                  <a:pt x="453798" y="58587"/>
                  <a:pt x="453798" y="65808"/>
                </a:cubicBezTo>
                <a:close/>
                <a:moveTo>
                  <a:pt x="590397" y="102208"/>
                </a:moveTo>
                <a:lnTo>
                  <a:pt x="571134" y="102208"/>
                </a:lnTo>
                <a:lnTo>
                  <a:pt x="571134" y="65054"/>
                </a:lnTo>
                <a:cubicBezTo>
                  <a:pt x="571134" y="57193"/>
                  <a:pt x="570723" y="52109"/>
                  <a:pt x="569901" y="49802"/>
                </a:cubicBezTo>
                <a:cubicBezTo>
                  <a:pt x="569078" y="47494"/>
                  <a:pt x="567741" y="45700"/>
                  <a:pt x="565890" y="44420"/>
                </a:cubicBezTo>
                <a:cubicBezTo>
                  <a:pt x="564040" y="43141"/>
                  <a:pt x="561812" y="42501"/>
                  <a:pt x="559207" y="42501"/>
                </a:cubicBezTo>
                <a:cubicBezTo>
                  <a:pt x="555871" y="42501"/>
                  <a:pt x="552877" y="43415"/>
                  <a:pt x="550227" y="45243"/>
                </a:cubicBezTo>
                <a:cubicBezTo>
                  <a:pt x="547576" y="47071"/>
                  <a:pt x="545760" y="49493"/>
                  <a:pt x="544777" y="52509"/>
                </a:cubicBezTo>
                <a:cubicBezTo>
                  <a:pt x="543794" y="55525"/>
                  <a:pt x="543303" y="61101"/>
                  <a:pt x="543303" y="69235"/>
                </a:cubicBezTo>
                <a:lnTo>
                  <a:pt x="543303" y="102208"/>
                </a:lnTo>
                <a:lnTo>
                  <a:pt x="524041" y="102208"/>
                </a:lnTo>
                <a:lnTo>
                  <a:pt x="524041" y="29408"/>
                </a:lnTo>
                <a:lnTo>
                  <a:pt x="541932" y="29408"/>
                </a:lnTo>
                <a:lnTo>
                  <a:pt x="541932" y="40102"/>
                </a:lnTo>
                <a:cubicBezTo>
                  <a:pt x="548284" y="31876"/>
                  <a:pt x="556282" y="27763"/>
                  <a:pt x="565925" y="27763"/>
                </a:cubicBezTo>
                <a:cubicBezTo>
                  <a:pt x="570175" y="27763"/>
                  <a:pt x="574059" y="28528"/>
                  <a:pt x="577578" y="30059"/>
                </a:cubicBezTo>
                <a:cubicBezTo>
                  <a:pt x="581097" y="31590"/>
                  <a:pt x="583759" y="33544"/>
                  <a:pt x="585564" y="35920"/>
                </a:cubicBezTo>
                <a:cubicBezTo>
                  <a:pt x="587369" y="38297"/>
                  <a:pt x="588626" y="40993"/>
                  <a:pt x="589334" y="44009"/>
                </a:cubicBezTo>
                <a:cubicBezTo>
                  <a:pt x="590043" y="47025"/>
                  <a:pt x="590397" y="51344"/>
                  <a:pt x="590397" y="56965"/>
                </a:cubicBezTo>
                <a:lnTo>
                  <a:pt x="590397" y="102208"/>
                </a:lnTo>
                <a:close/>
                <a:moveTo>
                  <a:pt x="613545" y="48670"/>
                </a:moveTo>
                <a:lnTo>
                  <a:pt x="613545" y="29408"/>
                </a:lnTo>
                <a:lnTo>
                  <a:pt x="632808" y="29408"/>
                </a:lnTo>
                <a:lnTo>
                  <a:pt x="632808" y="48670"/>
                </a:lnTo>
                <a:lnTo>
                  <a:pt x="613545" y="48670"/>
                </a:lnTo>
                <a:moveTo>
                  <a:pt x="613545" y="102208"/>
                </a:moveTo>
                <a:lnTo>
                  <a:pt x="613545" y="82945"/>
                </a:lnTo>
                <a:lnTo>
                  <a:pt x="632808" y="82945"/>
                </a:lnTo>
                <a:lnTo>
                  <a:pt x="632808" y="102208"/>
                </a:lnTo>
                <a:lnTo>
                  <a:pt x="613545" y="102208"/>
                </a:lnTo>
                <a:close/>
                <a:moveTo>
                  <a:pt x="712943" y="102208"/>
                </a:moveTo>
                <a:lnTo>
                  <a:pt x="686277" y="1714"/>
                </a:lnTo>
                <a:lnTo>
                  <a:pt x="699918" y="1714"/>
                </a:lnTo>
                <a:lnTo>
                  <a:pt x="715205" y="67590"/>
                </a:lnTo>
                <a:cubicBezTo>
                  <a:pt x="716850" y="74491"/>
                  <a:pt x="718267" y="81346"/>
                  <a:pt x="719455" y="88155"/>
                </a:cubicBezTo>
                <a:cubicBezTo>
                  <a:pt x="722014" y="77416"/>
                  <a:pt x="723522" y="71223"/>
                  <a:pt x="723979" y="69578"/>
                </a:cubicBezTo>
                <a:lnTo>
                  <a:pt x="743105" y="1714"/>
                </a:lnTo>
                <a:lnTo>
                  <a:pt x="759145" y="1714"/>
                </a:lnTo>
                <a:lnTo>
                  <a:pt x="773541" y="52578"/>
                </a:lnTo>
                <a:cubicBezTo>
                  <a:pt x="777151" y="65191"/>
                  <a:pt x="779756" y="77050"/>
                  <a:pt x="781356" y="88155"/>
                </a:cubicBezTo>
                <a:cubicBezTo>
                  <a:pt x="782635" y="81803"/>
                  <a:pt x="784303" y="74514"/>
                  <a:pt x="786360" y="66288"/>
                </a:cubicBezTo>
                <a:lnTo>
                  <a:pt x="802126" y="1714"/>
                </a:lnTo>
                <a:lnTo>
                  <a:pt x="815493" y="1714"/>
                </a:lnTo>
                <a:lnTo>
                  <a:pt x="787936" y="102208"/>
                </a:lnTo>
                <a:lnTo>
                  <a:pt x="775118" y="102208"/>
                </a:lnTo>
                <a:lnTo>
                  <a:pt x="753936" y="25638"/>
                </a:lnTo>
                <a:cubicBezTo>
                  <a:pt x="752153" y="19240"/>
                  <a:pt x="751102" y="15309"/>
                  <a:pt x="750782" y="13847"/>
                </a:cubicBezTo>
                <a:cubicBezTo>
                  <a:pt x="749731" y="18463"/>
                  <a:pt x="748749" y="22393"/>
                  <a:pt x="747835" y="25638"/>
                </a:cubicBezTo>
                <a:lnTo>
                  <a:pt x="726516" y="102208"/>
                </a:lnTo>
                <a:lnTo>
                  <a:pt x="712943" y="102208"/>
                </a:lnTo>
                <a:close/>
                <a:moveTo>
                  <a:pt x="825826" y="102208"/>
                </a:moveTo>
                <a:lnTo>
                  <a:pt x="825826" y="1714"/>
                </a:lnTo>
                <a:lnTo>
                  <a:pt x="838165" y="1714"/>
                </a:lnTo>
                <a:lnTo>
                  <a:pt x="838165" y="37771"/>
                </a:lnTo>
                <a:cubicBezTo>
                  <a:pt x="843924" y="31099"/>
                  <a:pt x="851190" y="27763"/>
                  <a:pt x="859964" y="27763"/>
                </a:cubicBezTo>
                <a:cubicBezTo>
                  <a:pt x="865357" y="27763"/>
                  <a:pt x="870041" y="28825"/>
                  <a:pt x="874017" y="30950"/>
                </a:cubicBezTo>
                <a:cubicBezTo>
                  <a:pt x="877993" y="33075"/>
                  <a:pt x="880838" y="36012"/>
                  <a:pt x="882551" y="39759"/>
                </a:cubicBezTo>
                <a:cubicBezTo>
                  <a:pt x="884265" y="43506"/>
                  <a:pt x="885122" y="48945"/>
                  <a:pt x="885122" y="56074"/>
                </a:cubicBezTo>
                <a:lnTo>
                  <a:pt x="885122" y="102208"/>
                </a:lnTo>
                <a:lnTo>
                  <a:pt x="872783" y="102208"/>
                </a:lnTo>
                <a:lnTo>
                  <a:pt x="872783" y="56074"/>
                </a:lnTo>
                <a:cubicBezTo>
                  <a:pt x="872783" y="49904"/>
                  <a:pt x="871446" y="45414"/>
                  <a:pt x="868773" y="42604"/>
                </a:cubicBezTo>
                <a:cubicBezTo>
                  <a:pt x="866099" y="39793"/>
                  <a:pt x="862318" y="38388"/>
                  <a:pt x="857428" y="38388"/>
                </a:cubicBezTo>
                <a:cubicBezTo>
                  <a:pt x="853772" y="38388"/>
                  <a:pt x="850333" y="39336"/>
                  <a:pt x="847111" y="41233"/>
                </a:cubicBezTo>
                <a:cubicBezTo>
                  <a:pt x="843889" y="43129"/>
                  <a:pt x="841593" y="45700"/>
                  <a:pt x="840222" y="48945"/>
                </a:cubicBezTo>
                <a:cubicBezTo>
                  <a:pt x="838851" y="52189"/>
                  <a:pt x="838165" y="56668"/>
                  <a:pt x="838165" y="62380"/>
                </a:cubicBezTo>
                <a:lnTo>
                  <a:pt x="838165" y="102208"/>
                </a:lnTo>
                <a:lnTo>
                  <a:pt x="825826" y="102208"/>
                </a:lnTo>
                <a:close/>
                <a:moveTo>
                  <a:pt x="903714" y="15904"/>
                </a:moveTo>
                <a:lnTo>
                  <a:pt x="903714" y="1714"/>
                </a:lnTo>
                <a:lnTo>
                  <a:pt x="916053" y="1714"/>
                </a:lnTo>
                <a:lnTo>
                  <a:pt x="916053" y="15904"/>
                </a:lnTo>
                <a:lnTo>
                  <a:pt x="903714" y="15904"/>
                </a:lnTo>
                <a:moveTo>
                  <a:pt x="903714" y="102208"/>
                </a:moveTo>
                <a:lnTo>
                  <a:pt x="903714" y="29408"/>
                </a:lnTo>
                <a:lnTo>
                  <a:pt x="916053" y="29408"/>
                </a:lnTo>
                <a:lnTo>
                  <a:pt x="916053" y="102208"/>
                </a:lnTo>
                <a:lnTo>
                  <a:pt x="903714" y="102208"/>
                </a:lnTo>
                <a:close/>
                <a:moveTo>
                  <a:pt x="982640" y="75542"/>
                </a:moveTo>
                <a:lnTo>
                  <a:pt x="994773" y="77119"/>
                </a:lnTo>
                <a:cubicBezTo>
                  <a:pt x="993448" y="85482"/>
                  <a:pt x="990055" y="92028"/>
                  <a:pt x="984593" y="96758"/>
                </a:cubicBezTo>
                <a:cubicBezTo>
                  <a:pt x="979132" y="101488"/>
                  <a:pt x="972426" y="103853"/>
                  <a:pt x="964474" y="103853"/>
                </a:cubicBezTo>
                <a:cubicBezTo>
                  <a:pt x="954511" y="103853"/>
                  <a:pt x="946503" y="100597"/>
                  <a:pt x="940447" y="94085"/>
                </a:cubicBezTo>
                <a:cubicBezTo>
                  <a:pt x="934392" y="87573"/>
                  <a:pt x="931364" y="78238"/>
                  <a:pt x="931364" y="66082"/>
                </a:cubicBezTo>
                <a:cubicBezTo>
                  <a:pt x="931364" y="58222"/>
                  <a:pt x="932667" y="51344"/>
                  <a:pt x="935272" y="45449"/>
                </a:cubicBezTo>
                <a:cubicBezTo>
                  <a:pt x="937877" y="39553"/>
                  <a:pt x="941841" y="35132"/>
                  <a:pt x="947165" y="32184"/>
                </a:cubicBezTo>
                <a:cubicBezTo>
                  <a:pt x="952489" y="29237"/>
                  <a:pt x="958282" y="27763"/>
                  <a:pt x="964543" y="27763"/>
                </a:cubicBezTo>
                <a:cubicBezTo>
                  <a:pt x="972449" y="27763"/>
                  <a:pt x="978915" y="29762"/>
                  <a:pt x="983942" y="33761"/>
                </a:cubicBezTo>
                <a:cubicBezTo>
                  <a:pt x="988969" y="37760"/>
                  <a:pt x="992191" y="43438"/>
                  <a:pt x="993608" y="50795"/>
                </a:cubicBezTo>
                <a:lnTo>
                  <a:pt x="981611" y="52646"/>
                </a:lnTo>
                <a:cubicBezTo>
                  <a:pt x="980469" y="47756"/>
                  <a:pt x="978447" y="44078"/>
                  <a:pt x="975545" y="41610"/>
                </a:cubicBezTo>
                <a:cubicBezTo>
                  <a:pt x="972643" y="39142"/>
                  <a:pt x="969135" y="37908"/>
                  <a:pt x="965022" y="37908"/>
                </a:cubicBezTo>
                <a:cubicBezTo>
                  <a:pt x="958807" y="37908"/>
                  <a:pt x="953757" y="40136"/>
                  <a:pt x="949873" y="44592"/>
                </a:cubicBezTo>
                <a:cubicBezTo>
                  <a:pt x="945988" y="49047"/>
                  <a:pt x="944046" y="56097"/>
                  <a:pt x="944046" y="65739"/>
                </a:cubicBezTo>
                <a:cubicBezTo>
                  <a:pt x="944046" y="75519"/>
                  <a:pt x="945920" y="82626"/>
                  <a:pt x="949667" y="87058"/>
                </a:cubicBezTo>
                <a:cubicBezTo>
                  <a:pt x="953415" y="91491"/>
                  <a:pt x="958305" y="93708"/>
                  <a:pt x="964337" y="93708"/>
                </a:cubicBezTo>
                <a:cubicBezTo>
                  <a:pt x="969181" y="93708"/>
                  <a:pt x="973226" y="92223"/>
                  <a:pt x="976470" y="89252"/>
                </a:cubicBezTo>
                <a:cubicBezTo>
                  <a:pt x="979715" y="86282"/>
                  <a:pt x="981771" y="81712"/>
                  <a:pt x="982640" y="75542"/>
                </a:cubicBezTo>
                <a:close/>
                <a:moveTo>
                  <a:pt x="1005091" y="102208"/>
                </a:moveTo>
                <a:lnTo>
                  <a:pt x="1005091" y="1714"/>
                </a:lnTo>
                <a:lnTo>
                  <a:pt x="1017430" y="1714"/>
                </a:lnTo>
                <a:lnTo>
                  <a:pt x="1017430" y="37771"/>
                </a:lnTo>
                <a:cubicBezTo>
                  <a:pt x="1023189" y="31099"/>
                  <a:pt x="1030455" y="27763"/>
                  <a:pt x="1039229" y="27763"/>
                </a:cubicBezTo>
                <a:cubicBezTo>
                  <a:pt x="1044622" y="27763"/>
                  <a:pt x="1049306" y="28825"/>
                  <a:pt x="1053282" y="30950"/>
                </a:cubicBezTo>
                <a:cubicBezTo>
                  <a:pt x="1057258" y="33075"/>
                  <a:pt x="1060103" y="36012"/>
                  <a:pt x="1061816" y="39759"/>
                </a:cubicBezTo>
                <a:cubicBezTo>
                  <a:pt x="1063530" y="43506"/>
                  <a:pt x="1064387" y="48945"/>
                  <a:pt x="1064387" y="56074"/>
                </a:cubicBezTo>
                <a:lnTo>
                  <a:pt x="1064387" y="102208"/>
                </a:lnTo>
                <a:lnTo>
                  <a:pt x="1052048" y="102208"/>
                </a:lnTo>
                <a:lnTo>
                  <a:pt x="1052048" y="56074"/>
                </a:lnTo>
                <a:cubicBezTo>
                  <a:pt x="1052048" y="49904"/>
                  <a:pt x="1050711" y="45414"/>
                  <a:pt x="1048038" y="42604"/>
                </a:cubicBezTo>
                <a:cubicBezTo>
                  <a:pt x="1045364" y="39793"/>
                  <a:pt x="1041583" y="38388"/>
                  <a:pt x="1036693" y="38388"/>
                </a:cubicBezTo>
                <a:cubicBezTo>
                  <a:pt x="1033037" y="38388"/>
                  <a:pt x="1029598" y="39336"/>
                  <a:pt x="1026376" y="41233"/>
                </a:cubicBezTo>
                <a:cubicBezTo>
                  <a:pt x="1023154" y="43129"/>
                  <a:pt x="1020858" y="45700"/>
                  <a:pt x="1019487" y="48945"/>
                </a:cubicBezTo>
                <a:cubicBezTo>
                  <a:pt x="1018116" y="52189"/>
                  <a:pt x="1017430" y="56668"/>
                  <a:pt x="1017430" y="62380"/>
                </a:cubicBezTo>
                <a:lnTo>
                  <a:pt x="1017430" y="102208"/>
                </a:lnTo>
                <a:lnTo>
                  <a:pt x="1005091" y="102208"/>
                </a:lnTo>
                <a:close/>
                <a:moveTo>
                  <a:pt x="1116825" y="65808"/>
                </a:moveTo>
                <a:cubicBezTo>
                  <a:pt x="1116825" y="52326"/>
                  <a:pt x="1120572" y="42341"/>
                  <a:pt x="1128067" y="35852"/>
                </a:cubicBezTo>
                <a:cubicBezTo>
                  <a:pt x="1134328" y="30459"/>
                  <a:pt x="1141960" y="27763"/>
                  <a:pt x="1150963" y="27763"/>
                </a:cubicBezTo>
                <a:cubicBezTo>
                  <a:pt x="1160971" y="27763"/>
                  <a:pt x="1169152" y="31042"/>
                  <a:pt x="1175504" y="37600"/>
                </a:cubicBezTo>
                <a:cubicBezTo>
                  <a:pt x="1181856" y="44158"/>
                  <a:pt x="1185032" y="53218"/>
                  <a:pt x="1185032" y="64780"/>
                </a:cubicBezTo>
                <a:cubicBezTo>
                  <a:pt x="1185032" y="74148"/>
                  <a:pt x="1183627" y="81517"/>
                  <a:pt x="1180816" y="86887"/>
                </a:cubicBezTo>
                <a:cubicBezTo>
                  <a:pt x="1178006" y="92257"/>
                  <a:pt x="1173916" y="96427"/>
                  <a:pt x="1168546" y="99397"/>
                </a:cubicBezTo>
                <a:cubicBezTo>
                  <a:pt x="1163176" y="102368"/>
                  <a:pt x="1157315" y="103853"/>
                  <a:pt x="1150963" y="103853"/>
                </a:cubicBezTo>
                <a:cubicBezTo>
                  <a:pt x="1140772" y="103853"/>
                  <a:pt x="1132534" y="100586"/>
                  <a:pt x="1126251" y="94051"/>
                </a:cubicBezTo>
                <a:cubicBezTo>
                  <a:pt x="1119967" y="87515"/>
                  <a:pt x="1116825" y="78101"/>
                  <a:pt x="1116825" y="65808"/>
                </a:cubicBezTo>
                <a:moveTo>
                  <a:pt x="1129507" y="65808"/>
                </a:moveTo>
                <a:cubicBezTo>
                  <a:pt x="1129507" y="75131"/>
                  <a:pt x="1131540" y="82111"/>
                  <a:pt x="1135608" y="86750"/>
                </a:cubicBezTo>
                <a:cubicBezTo>
                  <a:pt x="1139675" y="91388"/>
                  <a:pt x="1144793" y="93708"/>
                  <a:pt x="1150963" y="93708"/>
                </a:cubicBezTo>
                <a:cubicBezTo>
                  <a:pt x="1157087" y="93708"/>
                  <a:pt x="1162182" y="91377"/>
                  <a:pt x="1166250" y="86716"/>
                </a:cubicBezTo>
                <a:cubicBezTo>
                  <a:pt x="1170317" y="82054"/>
                  <a:pt x="1172351" y="74948"/>
                  <a:pt x="1172351" y="65397"/>
                </a:cubicBezTo>
                <a:cubicBezTo>
                  <a:pt x="1172351" y="56394"/>
                  <a:pt x="1170305" y="49573"/>
                  <a:pt x="1166215" y="44934"/>
                </a:cubicBezTo>
                <a:cubicBezTo>
                  <a:pt x="1162125" y="40296"/>
                  <a:pt x="1157041" y="37977"/>
                  <a:pt x="1150963" y="37977"/>
                </a:cubicBezTo>
                <a:cubicBezTo>
                  <a:pt x="1144793" y="37977"/>
                  <a:pt x="1139675" y="40285"/>
                  <a:pt x="1135608" y="44900"/>
                </a:cubicBezTo>
                <a:cubicBezTo>
                  <a:pt x="1131540" y="49516"/>
                  <a:pt x="1129507" y="56485"/>
                  <a:pt x="1129507" y="65808"/>
                </a:cubicBezTo>
                <a:close/>
                <a:moveTo>
                  <a:pt x="1199236" y="102208"/>
                </a:moveTo>
                <a:lnTo>
                  <a:pt x="1199236" y="29408"/>
                </a:lnTo>
                <a:lnTo>
                  <a:pt x="1210341" y="29408"/>
                </a:lnTo>
                <a:lnTo>
                  <a:pt x="1210341" y="39759"/>
                </a:lnTo>
                <a:cubicBezTo>
                  <a:pt x="1215688" y="31761"/>
                  <a:pt x="1223411" y="27763"/>
                  <a:pt x="1233511" y="27763"/>
                </a:cubicBezTo>
                <a:cubicBezTo>
                  <a:pt x="1237898" y="27763"/>
                  <a:pt x="1241931" y="28551"/>
                  <a:pt x="1245610" y="30128"/>
                </a:cubicBezTo>
                <a:cubicBezTo>
                  <a:pt x="1249289" y="31704"/>
                  <a:pt x="1252043" y="33772"/>
                  <a:pt x="1253871" y="36331"/>
                </a:cubicBezTo>
                <a:cubicBezTo>
                  <a:pt x="1255699" y="38891"/>
                  <a:pt x="1256978" y="41930"/>
                  <a:pt x="1257709" y="45449"/>
                </a:cubicBezTo>
                <a:cubicBezTo>
                  <a:pt x="1258166" y="47734"/>
                  <a:pt x="1258395" y="51732"/>
                  <a:pt x="1258395" y="57445"/>
                </a:cubicBezTo>
                <a:lnTo>
                  <a:pt x="1258395" y="102208"/>
                </a:lnTo>
                <a:lnTo>
                  <a:pt x="1246056" y="102208"/>
                </a:lnTo>
                <a:lnTo>
                  <a:pt x="1246056" y="57925"/>
                </a:lnTo>
                <a:cubicBezTo>
                  <a:pt x="1246056" y="52898"/>
                  <a:pt x="1245576" y="49139"/>
                  <a:pt x="1244616" y="46648"/>
                </a:cubicBezTo>
                <a:cubicBezTo>
                  <a:pt x="1243657" y="44158"/>
                  <a:pt x="1241954" y="42170"/>
                  <a:pt x="1239509" y="40684"/>
                </a:cubicBezTo>
                <a:cubicBezTo>
                  <a:pt x="1237064" y="39199"/>
                  <a:pt x="1234197" y="38457"/>
                  <a:pt x="1230906" y="38457"/>
                </a:cubicBezTo>
                <a:cubicBezTo>
                  <a:pt x="1225651" y="38457"/>
                  <a:pt x="1221115" y="40125"/>
                  <a:pt x="1217299" y="43461"/>
                </a:cubicBezTo>
                <a:cubicBezTo>
                  <a:pt x="1213483" y="46797"/>
                  <a:pt x="1211575" y="53126"/>
                  <a:pt x="1211575" y="62449"/>
                </a:cubicBezTo>
                <a:lnTo>
                  <a:pt x="1211575" y="102208"/>
                </a:lnTo>
                <a:lnTo>
                  <a:pt x="1199236" y="102208"/>
                </a:lnTo>
                <a:close/>
                <a:moveTo>
                  <a:pt x="1326891" y="78764"/>
                </a:moveTo>
                <a:lnTo>
                  <a:pt x="1339641" y="80341"/>
                </a:lnTo>
                <a:cubicBezTo>
                  <a:pt x="1337631" y="87790"/>
                  <a:pt x="1333906" y="93571"/>
                  <a:pt x="1328468" y="97684"/>
                </a:cubicBezTo>
                <a:cubicBezTo>
                  <a:pt x="1323030" y="101797"/>
                  <a:pt x="1316083" y="103853"/>
                  <a:pt x="1307629" y="103853"/>
                </a:cubicBezTo>
                <a:cubicBezTo>
                  <a:pt x="1296981" y="103853"/>
                  <a:pt x="1288537" y="100574"/>
                  <a:pt x="1282299" y="94016"/>
                </a:cubicBezTo>
                <a:cubicBezTo>
                  <a:pt x="1276061" y="87458"/>
                  <a:pt x="1272942" y="78261"/>
                  <a:pt x="1272942" y="66425"/>
                </a:cubicBezTo>
                <a:cubicBezTo>
                  <a:pt x="1272942" y="54177"/>
                  <a:pt x="1276096" y="44672"/>
                  <a:pt x="1282402" y="37908"/>
                </a:cubicBezTo>
                <a:cubicBezTo>
                  <a:pt x="1288709" y="31145"/>
                  <a:pt x="1296889" y="27763"/>
                  <a:pt x="1306943" y="27763"/>
                </a:cubicBezTo>
                <a:cubicBezTo>
                  <a:pt x="1316677" y="27763"/>
                  <a:pt x="1324629" y="31076"/>
                  <a:pt x="1330799" y="37702"/>
                </a:cubicBezTo>
                <a:cubicBezTo>
                  <a:pt x="1336968" y="44329"/>
                  <a:pt x="1340053" y="53652"/>
                  <a:pt x="1340053" y="65671"/>
                </a:cubicBezTo>
                <a:cubicBezTo>
                  <a:pt x="1340053" y="66402"/>
                  <a:pt x="1340030" y="67499"/>
                  <a:pt x="1339984" y="68961"/>
                </a:cubicBezTo>
                <a:lnTo>
                  <a:pt x="1285693" y="68961"/>
                </a:lnTo>
                <a:cubicBezTo>
                  <a:pt x="1286150" y="76959"/>
                  <a:pt x="1288412" y="83083"/>
                  <a:pt x="1292479" y="87333"/>
                </a:cubicBezTo>
                <a:cubicBezTo>
                  <a:pt x="1296546" y="91583"/>
                  <a:pt x="1301619" y="93708"/>
                  <a:pt x="1307697" y="93708"/>
                </a:cubicBezTo>
                <a:cubicBezTo>
                  <a:pt x="1312221" y="93708"/>
                  <a:pt x="1316083" y="92520"/>
                  <a:pt x="1319282" y="90143"/>
                </a:cubicBezTo>
                <a:cubicBezTo>
                  <a:pt x="1322481" y="87767"/>
                  <a:pt x="1325017" y="83974"/>
                  <a:pt x="1326891" y="78764"/>
                </a:cubicBezTo>
                <a:moveTo>
                  <a:pt x="1286378" y="58816"/>
                </a:moveTo>
                <a:lnTo>
                  <a:pt x="1327028" y="58816"/>
                </a:lnTo>
                <a:cubicBezTo>
                  <a:pt x="1326480" y="52692"/>
                  <a:pt x="1324926" y="48099"/>
                  <a:pt x="1322367" y="45037"/>
                </a:cubicBezTo>
                <a:cubicBezTo>
                  <a:pt x="1318437" y="40285"/>
                  <a:pt x="1313341" y="37908"/>
                  <a:pt x="1307080" y="37908"/>
                </a:cubicBezTo>
                <a:cubicBezTo>
                  <a:pt x="1301413" y="37908"/>
                  <a:pt x="1296649" y="39805"/>
                  <a:pt x="1292788" y="43598"/>
                </a:cubicBezTo>
                <a:cubicBezTo>
                  <a:pt x="1288926" y="47391"/>
                  <a:pt x="1286789" y="52464"/>
                  <a:pt x="1286378" y="58816"/>
                </a:cubicBezTo>
                <a:close/>
                <a:moveTo>
                  <a:pt x="1388789" y="65808"/>
                </a:moveTo>
                <a:cubicBezTo>
                  <a:pt x="1388789" y="52326"/>
                  <a:pt x="1392536" y="42341"/>
                  <a:pt x="1400031" y="35852"/>
                </a:cubicBezTo>
                <a:cubicBezTo>
                  <a:pt x="1406292" y="30459"/>
                  <a:pt x="1413924" y="27763"/>
                  <a:pt x="1422927" y="27763"/>
                </a:cubicBezTo>
                <a:cubicBezTo>
                  <a:pt x="1432935" y="27763"/>
                  <a:pt x="1441116" y="31042"/>
                  <a:pt x="1447468" y="37600"/>
                </a:cubicBezTo>
                <a:cubicBezTo>
                  <a:pt x="1453820" y="44158"/>
                  <a:pt x="1456996" y="53218"/>
                  <a:pt x="1456996" y="64780"/>
                </a:cubicBezTo>
                <a:cubicBezTo>
                  <a:pt x="1456996" y="74148"/>
                  <a:pt x="1455591" y="81517"/>
                  <a:pt x="1452780" y="86887"/>
                </a:cubicBezTo>
                <a:cubicBezTo>
                  <a:pt x="1449970" y="92257"/>
                  <a:pt x="1445880" y="96427"/>
                  <a:pt x="1440510" y="99397"/>
                </a:cubicBezTo>
                <a:cubicBezTo>
                  <a:pt x="1435140" y="102368"/>
                  <a:pt x="1429279" y="103853"/>
                  <a:pt x="1422927" y="103853"/>
                </a:cubicBezTo>
                <a:cubicBezTo>
                  <a:pt x="1412736" y="103853"/>
                  <a:pt x="1404498" y="100586"/>
                  <a:pt x="1398215" y="94051"/>
                </a:cubicBezTo>
                <a:cubicBezTo>
                  <a:pt x="1391931" y="87515"/>
                  <a:pt x="1388789" y="78101"/>
                  <a:pt x="1388789" y="65808"/>
                </a:cubicBezTo>
                <a:moveTo>
                  <a:pt x="1401471" y="65808"/>
                </a:moveTo>
                <a:cubicBezTo>
                  <a:pt x="1401471" y="75131"/>
                  <a:pt x="1403504" y="82111"/>
                  <a:pt x="1407572" y="86750"/>
                </a:cubicBezTo>
                <a:cubicBezTo>
                  <a:pt x="1411639" y="91388"/>
                  <a:pt x="1416757" y="93708"/>
                  <a:pt x="1422927" y="93708"/>
                </a:cubicBezTo>
                <a:cubicBezTo>
                  <a:pt x="1429051" y="93708"/>
                  <a:pt x="1434146" y="91377"/>
                  <a:pt x="1438214" y="86716"/>
                </a:cubicBezTo>
                <a:cubicBezTo>
                  <a:pt x="1442281" y="82054"/>
                  <a:pt x="1444315" y="74948"/>
                  <a:pt x="1444315" y="65397"/>
                </a:cubicBezTo>
                <a:cubicBezTo>
                  <a:pt x="1444315" y="56394"/>
                  <a:pt x="1442269" y="49573"/>
                  <a:pt x="1438179" y="44934"/>
                </a:cubicBezTo>
                <a:cubicBezTo>
                  <a:pt x="1434089" y="40296"/>
                  <a:pt x="1429005" y="37977"/>
                  <a:pt x="1422927" y="37977"/>
                </a:cubicBezTo>
                <a:cubicBezTo>
                  <a:pt x="1416757" y="37977"/>
                  <a:pt x="1411639" y="40285"/>
                  <a:pt x="1407572" y="44900"/>
                </a:cubicBezTo>
                <a:cubicBezTo>
                  <a:pt x="1403504" y="49516"/>
                  <a:pt x="1401471" y="56485"/>
                  <a:pt x="1401471" y="65808"/>
                </a:cubicBezTo>
                <a:close/>
                <a:moveTo>
                  <a:pt x="1474149" y="102208"/>
                </a:moveTo>
                <a:lnTo>
                  <a:pt x="1474149" y="39005"/>
                </a:lnTo>
                <a:lnTo>
                  <a:pt x="1463249" y="39005"/>
                </a:lnTo>
                <a:lnTo>
                  <a:pt x="1463249" y="29408"/>
                </a:lnTo>
                <a:lnTo>
                  <a:pt x="1474149" y="29408"/>
                </a:lnTo>
                <a:lnTo>
                  <a:pt x="1474149" y="21662"/>
                </a:lnTo>
                <a:cubicBezTo>
                  <a:pt x="1474149" y="16772"/>
                  <a:pt x="1474583" y="13139"/>
                  <a:pt x="1475451" y="10762"/>
                </a:cubicBezTo>
                <a:cubicBezTo>
                  <a:pt x="1476639" y="7563"/>
                  <a:pt x="1478730" y="4970"/>
                  <a:pt x="1481723" y="2982"/>
                </a:cubicBezTo>
                <a:cubicBezTo>
                  <a:pt x="1484717" y="994"/>
                  <a:pt x="1488910" y="0"/>
                  <a:pt x="1494302" y="0"/>
                </a:cubicBezTo>
                <a:cubicBezTo>
                  <a:pt x="1497776" y="0"/>
                  <a:pt x="1501614" y="411"/>
                  <a:pt x="1505819" y="1234"/>
                </a:cubicBezTo>
                <a:lnTo>
                  <a:pt x="1503968" y="11996"/>
                </a:lnTo>
                <a:cubicBezTo>
                  <a:pt x="1501409" y="11539"/>
                  <a:pt x="1498987" y="11311"/>
                  <a:pt x="1496702" y="11311"/>
                </a:cubicBezTo>
                <a:cubicBezTo>
                  <a:pt x="1492954" y="11311"/>
                  <a:pt x="1490304" y="12110"/>
                  <a:pt x="1488750" y="13710"/>
                </a:cubicBezTo>
                <a:cubicBezTo>
                  <a:pt x="1487196" y="15309"/>
                  <a:pt x="1486419" y="18303"/>
                  <a:pt x="1486419" y="22690"/>
                </a:cubicBezTo>
                <a:lnTo>
                  <a:pt x="1486419" y="29408"/>
                </a:lnTo>
                <a:lnTo>
                  <a:pt x="1500609" y="29408"/>
                </a:lnTo>
                <a:lnTo>
                  <a:pt x="1500609" y="39005"/>
                </a:lnTo>
                <a:lnTo>
                  <a:pt x="1486419" y="39005"/>
                </a:lnTo>
                <a:lnTo>
                  <a:pt x="1486419" y="102208"/>
                </a:lnTo>
                <a:lnTo>
                  <a:pt x="1474149" y="102208"/>
                </a:lnTo>
                <a:close/>
                <a:moveTo>
                  <a:pt x="1575159" y="91171"/>
                </a:moveTo>
                <a:lnTo>
                  <a:pt x="1576941" y="102071"/>
                </a:lnTo>
                <a:cubicBezTo>
                  <a:pt x="1573468" y="102802"/>
                  <a:pt x="1570360" y="103168"/>
                  <a:pt x="1567618" y="103168"/>
                </a:cubicBezTo>
                <a:cubicBezTo>
                  <a:pt x="1563139" y="103168"/>
                  <a:pt x="1559666" y="102459"/>
                  <a:pt x="1557198" y="101043"/>
                </a:cubicBezTo>
                <a:cubicBezTo>
                  <a:pt x="1554731" y="99626"/>
                  <a:pt x="1552994" y="97764"/>
                  <a:pt x="1551989" y="95456"/>
                </a:cubicBezTo>
                <a:cubicBezTo>
                  <a:pt x="1550983" y="93148"/>
                  <a:pt x="1550481" y="88292"/>
                  <a:pt x="1550481" y="80889"/>
                </a:cubicBezTo>
                <a:lnTo>
                  <a:pt x="1550481" y="39005"/>
                </a:lnTo>
                <a:lnTo>
                  <a:pt x="1541432" y="39005"/>
                </a:lnTo>
                <a:lnTo>
                  <a:pt x="1541432" y="29408"/>
                </a:lnTo>
                <a:lnTo>
                  <a:pt x="1550481" y="29408"/>
                </a:lnTo>
                <a:lnTo>
                  <a:pt x="1550481" y="11379"/>
                </a:lnTo>
                <a:lnTo>
                  <a:pt x="1562751" y="3976"/>
                </a:lnTo>
                <a:lnTo>
                  <a:pt x="1562751" y="29408"/>
                </a:lnTo>
                <a:lnTo>
                  <a:pt x="1575159" y="29408"/>
                </a:lnTo>
                <a:lnTo>
                  <a:pt x="1575159" y="39005"/>
                </a:lnTo>
                <a:lnTo>
                  <a:pt x="1562751" y="39005"/>
                </a:lnTo>
                <a:lnTo>
                  <a:pt x="1562751" y="81574"/>
                </a:lnTo>
                <a:cubicBezTo>
                  <a:pt x="1562751" y="85093"/>
                  <a:pt x="1562968" y="87355"/>
                  <a:pt x="1563402" y="88361"/>
                </a:cubicBezTo>
                <a:cubicBezTo>
                  <a:pt x="1563836" y="89366"/>
                  <a:pt x="1564545" y="90166"/>
                  <a:pt x="1565527" y="90760"/>
                </a:cubicBezTo>
                <a:cubicBezTo>
                  <a:pt x="1566510" y="91354"/>
                  <a:pt x="1567915" y="91651"/>
                  <a:pt x="1569743" y="91651"/>
                </a:cubicBezTo>
                <a:cubicBezTo>
                  <a:pt x="1571114" y="91651"/>
                  <a:pt x="1572919" y="91491"/>
                  <a:pt x="1575159" y="91171"/>
                </a:cubicBezTo>
                <a:close/>
                <a:moveTo>
                  <a:pt x="1586728" y="102208"/>
                </a:moveTo>
                <a:lnTo>
                  <a:pt x="1586728" y="1714"/>
                </a:lnTo>
                <a:lnTo>
                  <a:pt x="1599067" y="1714"/>
                </a:lnTo>
                <a:lnTo>
                  <a:pt x="1599067" y="37771"/>
                </a:lnTo>
                <a:cubicBezTo>
                  <a:pt x="1604825" y="31099"/>
                  <a:pt x="1612092" y="27763"/>
                  <a:pt x="1620866" y="27763"/>
                </a:cubicBezTo>
                <a:cubicBezTo>
                  <a:pt x="1626259" y="27763"/>
                  <a:pt x="1630943" y="28825"/>
                  <a:pt x="1634919" y="30950"/>
                </a:cubicBezTo>
                <a:cubicBezTo>
                  <a:pt x="1638895" y="33075"/>
                  <a:pt x="1641739" y="36012"/>
                  <a:pt x="1643453" y="39759"/>
                </a:cubicBezTo>
                <a:cubicBezTo>
                  <a:pt x="1645167" y="43506"/>
                  <a:pt x="1646024" y="48945"/>
                  <a:pt x="1646024" y="56074"/>
                </a:cubicBezTo>
                <a:lnTo>
                  <a:pt x="1646024" y="102208"/>
                </a:lnTo>
                <a:lnTo>
                  <a:pt x="1633685" y="102208"/>
                </a:lnTo>
                <a:lnTo>
                  <a:pt x="1633685" y="56074"/>
                </a:lnTo>
                <a:cubicBezTo>
                  <a:pt x="1633685" y="49904"/>
                  <a:pt x="1632348" y="45414"/>
                  <a:pt x="1629675" y="42604"/>
                </a:cubicBezTo>
                <a:cubicBezTo>
                  <a:pt x="1627001" y="39793"/>
                  <a:pt x="1623219" y="38388"/>
                  <a:pt x="1618330" y="38388"/>
                </a:cubicBezTo>
                <a:cubicBezTo>
                  <a:pt x="1614674" y="38388"/>
                  <a:pt x="1611235" y="39336"/>
                  <a:pt x="1608013" y="41233"/>
                </a:cubicBezTo>
                <a:cubicBezTo>
                  <a:pt x="1604791" y="43129"/>
                  <a:pt x="1602495" y="45700"/>
                  <a:pt x="1601124" y="48945"/>
                </a:cubicBezTo>
                <a:cubicBezTo>
                  <a:pt x="1599753" y="52189"/>
                  <a:pt x="1599067" y="56668"/>
                  <a:pt x="1599067" y="62380"/>
                </a:cubicBezTo>
                <a:lnTo>
                  <a:pt x="1599067" y="102208"/>
                </a:lnTo>
                <a:lnTo>
                  <a:pt x="1586728" y="102208"/>
                </a:lnTo>
                <a:close/>
                <a:moveTo>
                  <a:pt x="1714382" y="78764"/>
                </a:moveTo>
                <a:lnTo>
                  <a:pt x="1727132" y="80341"/>
                </a:lnTo>
                <a:cubicBezTo>
                  <a:pt x="1725121" y="87790"/>
                  <a:pt x="1721397" y="93571"/>
                  <a:pt x="1715959" y="97684"/>
                </a:cubicBezTo>
                <a:cubicBezTo>
                  <a:pt x="1710520" y="101797"/>
                  <a:pt x="1703574" y="103853"/>
                  <a:pt x="1695119" y="103853"/>
                </a:cubicBezTo>
                <a:cubicBezTo>
                  <a:pt x="1684471" y="103853"/>
                  <a:pt x="1676028" y="100574"/>
                  <a:pt x="1669790" y="94016"/>
                </a:cubicBezTo>
                <a:cubicBezTo>
                  <a:pt x="1663552" y="87458"/>
                  <a:pt x="1660433" y="78261"/>
                  <a:pt x="1660433" y="66425"/>
                </a:cubicBezTo>
                <a:cubicBezTo>
                  <a:pt x="1660433" y="54177"/>
                  <a:pt x="1663586" y="44672"/>
                  <a:pt x="1669893" y="37908"/>
                </a:cubicBezTo>
                <a:cubicBezTo>
                  <a:pt x="1676200" y="31145"/>
                  <a:pt x="1684380" y="27763"/>
                  <a:pt x="1694434" y="27763"/>
                </a:cubicBezTo>
                <a:cubicBezTo>
                  <a:pt x="1704168" y="27763"/>
                  <a:pt x="1712120" y="31076"/>
                  <a:pt x="1718289" y="37702"/>
                </a:cubicBezTo>
                <a:cubicBezTo>
                  <a:pt x="1724459" y="44329"/>
                  <a:pt x="1727543" y="53652"/>
                  <a:pt x="1727543" y="65671"/>
                </a:cubicBezTo>
                <a:cubicBezTo>
                  <a:pt x="1727543" y="66402"/>
                  <a:pt x="1727521" y="67499"/>
                  <a:pt x="1727475" y="68961"/>
                </a:cubicBezTo>
                <a:lnTo>
                  <a:pt x="1673183" y="68961"/>
                </a:lnTo>
                <a:cubicBezTo>
                  <a:pt x="1673640" y="76959"/>
                  <a:pt x="1675903" y="83083"/>
                  <a:pt x="1679970" y="87333"/>
                </a:cubicBezTo>
                <a:cubicBezTo>
                  <a:pt x="1684037" y="91583"/>
                  <a:pt x="1689110" y="93708"/>
                  <a:pt x="1695188" y="93708"/>
                </a:cubicBezTo>
                <a:cubicBezTo>
                  <a:pt x="1699712" y="93708"/>
                  <a:pt x="1703574" y="92520"/>
                  <a:pt x="1706773" y="90143"/>
                </a:cubicBezTo>
                <a:cubicBezTo>
                  <a:pt x="1709972" y="87767"/>
                  <a:pt x="1712508" y="83974"/>
                  <a:pt x="1714382" y="78764"/>
                </a:cubicBezTo>
                <a:moveTo>
                  <a:pt x="1673869" y="58816"/>
                </a:moveTo>
                <a:lnTo>
                  <a:pt x="1714519" y="58816"/>
                </a:lnTo>
                <a:cubicBezTo>
                  <a:pt x="1713971" y="52692"/>
                  <a:pt x="1712417" y="48099"/>
                  <a:pt x="1709858" y="45037"/>
                </a:cubicBezTo>
                <a:cubicBezTo>
                  <a:pt x="1705927" y="40285"/>
                  <a:pt x="1700832" y="37908"/>
                  <a:pt x="1694571" y="37908"/>
                </a:cubicBezTo>
                <a:cubicBezTo>
                  <a:pt x="1688904" y="37908"/>
                  <a:pt x="1684140" y="39805"/>
                  <a:pt x="1680278" y="43598"/>
                </a:cubicBezTo>
                <a:cubicBezTo>
                  <a:pt x="1676417" y="47391"/>
                  <a:pt x="1674280" y="52464"/>
                  <a:pt x="1673869" y="58816"/>
                </a:cubicBezTo>
                <a:close/>
                <a:moveTo>
                  <a:pt x="1783821" y="102208"/>
                </a:moveTo>
                <a:lnTo>
                  <a:pt x="1783821" y="39005"/>
                </a:lnTo>
                <a:lnTo>
                  <a:pt x="1772921" y="39005"/>
                </a:lnTo>
                <a:lnTo>
                  <a:pt x="1772921" y="29408"/>
                </a:lnTo>
                <a:lnTo>
                  <a:pt x="1783821" y="29408"/>
                </a:lnTo>
                <a:lnTo>
                  <a:pt x="1783821" y="21662"/>
                </a:lnTo>
                <a:cubicBezTo>
                  <a:pt x="1783821" y="16772"/>
                  <a:pt x="1784255" y="13139"/>
                  <a:pt x="1785123" y="10762"/>
                </a:cubicBezTo>
                <a:cubicBezTo>
                  <a:pt x="1786311" y="7563"/>
                  <a:pt x="1788402" y="4970"/>
                  <a:pt x="1791396" y="2982"/>
                </a:cubicBezTo>
                <a:cubicBezTo>
                  <a:pt x="1794389" y="994"/>
                  <a:pt x="1798582" y="0"/>
                  <a:pt x="1803975" y="0"/>
                </a:cubicBezTo>
                <a:cubicBezTo>
                  <a:pt x="1807448" y="0"/>
                  <a:pt x="1811287" y="411"/>
                  <a:pt x="1815491" y="1234"/>
                </a:cubicBezTo>
                <a:lnTo>
                  <a:pt x="1813640" y="11996"/>
                </a:lnTo>
                <a:cubicBezTo>
                  <a:pt x="1811081" y="11539"/>
                  <a:pt x="1808659" y="11311"/>
                  <a:pt x="1806374" y="11311"/>
                </a:cubicBezTo>
                <a:cubicBezTo>
                  <a:pt x="1802626" y="11311"/>
                  <a:pt x="1799976" y="12110"/>
                  <a:pt x="1798422" y="13710"/>
                </a:cubicBezTo>
                <a:cubicBezTo>
                  <a:pt x="1796868" y="15309"/>
                  <a:pt x="1796091" y="18303"/>
                  <a:pt x="1796091" y="22690"/>
                </a:cubicBezTo>
                <a:lnTo>
                  <a:pt x="1796091" y="29408"/>
                </a:lnTo>
                <a:lnTo>
                  <a:pt x="1810281" y="29408"/>
                </a:lnTo>
                <a:lnTo>
                  <a:pt x="1810281" y="39005"/>
                </a:lnTo>
                <a:lnTo>
                  <a:pt x="1796091" y="39005"/>
                </a:lnTo>
                <a:lnTo>
                  <a:pt x="1796091" y="102208"/>
                </a:lnTo>
                <a:lnTo>
                  <a:pt x="1783821" y="102208"/>
                </a:lnTo>
                <a:close/>
                <a:moveTo>
                  <a:pt x="1814790" y="65808"/>
                </a:moveTo>
                <a:cubicBezTo>
                  <a:pt x="1814790" y="52326"/>
                  <a:pt x="1818537" y="42341"/>
                  <a:pt x="1826032" y="35852"/>
                </a:cubicBezTo>
                <a:cubicBezTo>
                  <a:pt x="1832293" y="30459"/>
                  <a:pt x="1839925" y="27763"/>
                  <a:pt x="1848928" y="27763"/>
                </a:cubicBezTo>
                <a:cubicBezTo>
                  <a:pt x="1858936" y="27763"/>
                  <a:pt x="1867116" y="31042"/>
                  <a:pt x="1873469" y="37600"/>
                </a:cubicBezTo>
                <a:cubicBezTo>
                  <a:pt x="1879821" y="44158"/>
                  <a:pt x="1882997" y="53218"/>
                  <a:pt x="1882997" y="64780"/>
                </a:cubicBezTo>
                <a:cubicBezTo>
                  <a:pt x="1882997" y="74148"/>
                  <a:pt x="1881592" y="81517"/>
                  <a:pt x="1878781" y="86887"/>
                </a:cubicBezTo>
                <a:cubicBezTo>
                  <a:pt x="1875971" y="92257"/>
                  <a:pt x="1871881" y="96427"/>
                  <a:pt x="1866511" y="99397"/>
                </a:cubicBezTo>
                <a:cubicBezTo>
                  <a:pt x="1861141" y="102368"/>
                  <a:pt x="1855280" y="103853"/>
                  <a:pt x="1848928" y="103853"/>
                </a:cubicBezTo>
                <a:cubicBezTo>
                  <a:pt x="1838737" y="103853"/>
                  <a:pt x="1830499" y="100586"/>
                  <a:pt x="1824216" y="94051"/>
                </a:cubicBezTo>
                <a:cubicBezTo>
                  <a:pt x="1817932" y="87515"/>
                  <a:pt x="1814790" y="78101"/>
                  <a:pt x="1814790" y="65808"/>
                </a:cubicBezTo>
                <a:moveTo>
                  <a:pt x="1827472" y="65808"/>
                </a:moveTo>
                <a:cubicBezTo>
                  <a:pt x="1827472" y="75131"/>
                  <a:pt x="1829505" y="82111"/>
                  <a:pt x="1833573" y="86750"/>
                </a:cubicBezTo>
                <a:cubicBezTo>
                  <a:pt x="1837640" y="91388"/>
                  <a:pt x="1842758" y="93708"/>
                  <a:pt x="1848928" y="93708"/>
                </a:cubicBezTo>
                <a:cubicBezTo>
                  <a:pt x="1855052" y="93708"/>
                  <a:pt x="1860147" y="91377"/>
                  <a:pt x="1864215" y="86716"/>
                </a:cubicBezTo>
                <a:cubicBezTo>
                  <a:pt x="1868282" y="82054"/>
                  <a:pt x="1870315" y="74948"/>
                  <a:pt x="1870315" y="65397"/>
                </a:cubicBezTo>
                <a:cubicBezTo>
                  <a:pt x="1870315" y="56394"/>
                  <a:pt x="1868270" y="49573"/>
                  <a:pt x="1864180" y="44934"/>
                </a:cubicBezTo>
                <a:cubicBezTo>
                  <a:pt x="1860090" y="40296"/>
                  <a:pt x="1855006" y="37977"/>
                  <a:pt x="1848928" y="37977"/>
                </a:cubicBezTo>
                <a:cubicBezTo>
                  <a:pt x="1842758" y="37977"/>
                  <a:pt x="1837640" y="40285"/>
                  <a:pt x="1833573" y="44900"/>
                </a:cubicBezTo>
                <a:cubicBezTo>
                  <a:pt x="1829505" y="49516"/>
                  <a:pt x="1827472" y="56485"/>
                  <a:pt x="1827472" y="65808"/>
                </a:cubicBezTo>
                <a:close/>
                <a:moveTo>
                  <a:pt x="1896927" y="102208"/>
                </a:moveTo>
                <a:lnTo>
                  <a:pt x="1896927" y="1714"/>
                </a:lnTo>
                <a:lnTo>
                  <a:pt x="1909266" y="1714"/>
                </a:lnTo>
                <a:lnTo>
                  <a:pt x="1909266" y="102208"/>
                </a:lnTo>
                <a:lnTo>
                  <a:pt x="1896927" y="102208"/>
                </a:lnTo>
                <a:close/>
                <a:moveTo>
                  <a:pt x="1928416" y="102208"/>
                </a:moveTo>
                <a:lnTo>
                  <a:pt x="1928416" y="1714"/>
                </a:lnTo>
                <a:lnTo>
                  <a:pt x="1940755" y="1714"/>
                </a:lnTo>
                <a:lnTo>
                  <a:pt x="1940755" y="102208"/>
                </a:lnTo>
                <a:lnTo>
                  <a:pt x="1928416" y="102208"/>
                </a:lnTo>
                <a:close/>
                <a:moveTo>
                  <a:pt x="1955587" y="65808"/>
                </a:moveTo>
                <a:cubicBezTo>
                  <a:pt x="1955587" y="52326"/>
                  <a:pt x="1959334" y="42341"/>
                  <a:pt x="1966829" y="35852"/>
                </a:cubicBezTo>
                <a:cubicBezTo>
                  <a:pt x="1973090" y="30459"/>
                  <a:pt x="1980722" y="27763"/>
                  <a:pt x="1989725" y="27763"/>
                </a:cubicBezTo>
                <a:cubicBezTo>
                  <a:pt x="1999733" y="27763"/>
                  <a:pt x="2007913" y="31042"/>
                  <a:pt x="2014266" y="37600"/>
                </a:cubicBezTo>
                <a:cubicBezTo>
                  <a:pt x="2020618" y="44158"/>
                  <a:pt x="2023794" y="53218"/>
                  <a:pt x="2023794" y="64780"/>
                </a:cubicBezTo>
                <a:cubicBezTo>
                  <a:pt x="2023794" y="74148"/>
                  <a:pt x="2022389" y="81517"/>
                  <a:pt x="2019578" y="86887"/>
                </a:cubicBezTo>
                <a:cubicBezTo>
                  <a:pt x="2016768" y="92257"/>
                  <a:pt x="2012678" y="96427"/>
                  <a:pt x="2007308" y="99397"/>
                </a:cubicBezTo>
                <a:cubicBezTo>
                  <a:pt x="2001938" y="102368"/>
                  <a:pt x="1996077" y="103853"/>
                  <a:pt x="1989725" y="103853"/>
                </a:cubicBezTo>
                <a:cubicBezTo>
                  <a:pt x="1979534" y="103853"/>
                  <a:pt x="1971296" y="100586"/>
                  <a:pt x="1965013" y="94051"/>
                </a:cubicBezTo>
                <a:cubicBezTo>
                  <a:pt x="1958729" y="87515"/>
                  <a:pt x="1955587" y="78101"/>
                  <a:pt x="1955587" y="65808"/>
                </a:cubicBezTo>
                <a:moveTo>
                  <a:pt x="1968269" y="65808"/>
                </a:moveTo>
                <a:cubicBezTo>
                  <a:pt x="1968269" y="75131"/>
                  <a:pt x="1970302" y="82111"/>
                  <a:pt x="1974370" y="86750"/>
                </a:cubicBezTo>
                <a:cubicBezTo>
                  <a:pt x="1978437" y="91388"/>
                  <a:pt x="1983555" y="93708"/>
                  <a:pt x="1989725" y="93708"/>
                </a:cubicBezTo>
                <a:cubicBezTo>
                  <a:pt x="1995849" y="93708"/>
                  <a:pt x="2000944" y="91377"/>
                  <a:pt x="2005012" y="86716"/>
                </a:cubicBezTo>
                <a:cubicBezTo>
                  <a:pt x="2009079" y="82054"/>
                  <a:pt x="2011112" y="74948"/>
                  <a:pt x="2011112" y="65397"/>
                </a:cubicBezTo>
                <a:cubicBezTo>
                  <a:pt x="2011112" y="56394"/>
                  <a:pt x="2009067" y="49573"/>
                  <a:pt x="2004977" y="44934"/>
                </a:cubicBezTo>
                <a:cubicBezTo>
                  <a:pt x="2000887" y="40296"/>
                  <a:pt x="1995803" y="37977"/>
                  <a:pt x="1989725" y="37977"/>
                </a:cubicBezTo>
                <a:cubicBezTo>
                  <a:pt x="1983555" y="37977"/>
                  <a:pt x="1978437" y="40285"/>
                  <a:pt x="1974370" y="44900"/>
                </a:cubicBezTo>
                <a:cubicBezTo>
                  <a:pt x="1970302" y="49516"/>
                  <a:pt x="1968269" y="56485"/>
                  <a:pt x="1968269" y="65808"/>
                </a:cubicBezTo>
                <a:close/>
                <a:moveTo>
                  <a:pt x="2051434" y="102208"/>
                </a:moveTo>
                <a:lnTo>
                  <a:pt x="2029155" y="29408"/>
                </a:lnTo>
                <a:lnTo>
                  <a:pt x="2041906" y="29408"/>
                </a:lnTo>
                <a:lnTo>
                  <a:pt x="2053490" y="71429"/>
                </a:lnTo>
                <a:lnTo>
                  <a:pt x="2057809" y="87058"/>
                </a:lnTo>
                <a:cubicBezTo>
                  <a:pt x="2057992" y="86282"/>
                  <a:pt x="2059249" y="81277"/>
                  <a:pt x="2061579" y="72046"/>
                </a:cubicBezTo>
                <a:lnTo>
                  <a:pt x="2073164" y="29408"/>
                </a:lnTo>
                <a:lnTo>
                  <a:pt x="2085846" y="29408"/>
                </a:lnTo>
                <a:lnTo>
                  <a:pt x="2096745" y="71635"/>
                </a:lnTo>
                <a:lnTo>
                  <a:pt x="2100379" y="85550"/>
                </a:lnTo>
                <a:lnTo>
                  <a:pt x="2104560" y="71498"/>
                </a:lnTo>
                <a:lnTo>
                  <a:pt x="2117036" y="29408"/>
                </a:lnTo>
                <a:lnTo>
                  <a:pt x="2129032" y="29408"/>
                </a:lnTo>
                <a:lnTo>
                  <a:pt x="2106274" y="102208"/>
                </a:lnTo>
                <a:lnTo>
                  <a:pt x="2093455" y="102208"/>
                </a:lnTo>
                <a:lnTo>
                  <a:pt x="2081870" y="58610"/>
                </a:lnTo>
                <a:lnTo>
                  <a:pt x="2079060" y="46203"/>
                </a:lnTo>
                <a:lnTo>
                  <a:pt x="2064321" y="102208"/>
                </a:lnTo>
                <a:lnTo>
                  <a:pt x="2051434" y="102208"/>
                </a:lnTo>
                <a:close/>
                <a:moveTo>
                  <a:pt x="2139471" y="15904"/>
                </a:moveTo>
                <a:lnTo>
                  <a:pt x="2139471" y="1714"/>
                </a:lnTo>
                <a:lnTo>
                  <a:pt x="2151810" y="1714"/>
                </a:lnTo>
                <a:lnTo>
                  <a:pt x="2151810" y="15904"/>
                </a:lnTo>
                <a:lnTo>
                  <a:pt x="2139471" y="15904"/>
                </a:lnTo>
                <a:moveTo>
                  <a:pt x="2139471" y="102208"/>
                </a:moveTo>
                <a:lnTo>
                  <a:pt x="2139471" y="29408"/>
                </a:lnTo>
                <a:lnTo>
                  <a:pt x="2151810" y="29408"/>
                </a:lnTo>
                <a:lnTo>
                  <a:pt x="2151810" y="102208"/>
                </a:lnTo>
                <a:lnTo>
                  <a:pt x="2139471" y="102208"/>
                </a:lnTo>
                <a:close/>
                <a:moveTo>
                  <a:pt x="2170892" y="102208"/>
                </a:moveTo>
                <a:lnTo>
                  <a:pt x="2170892" y="29408"/>
                </a:lnTo>
                <a:lnTo>
                  <a:pt x="2181997" y="29408"/>
                </a:lnTo>
                <a:lnTo>
                  <a:pt x="2181997" y="39759"/>
                </a:lnTo>
                <a:cubicBezTo>
                  <a:pt x="2187344" y="31761"/>
                  <a:pt x="2195067" y="27763"/>
                  <a:pt x="2205167" y="27763"/>
                </a:cubicBezTo>
                <a:cubicBezTo>
                  <a:pt x="2209554" y="27763"/>
                  <a:pt x="2213587" y="28551"/>
                  <a:pt x="2217266" y="30128"/>
                </a:cubicBezTo>
                <a:cubicBezTo>
                  <a:pt x="2220945" y="31704"/>
                  <a:pt x="2223698" y="33772"/>
                  <a:pt x="2225526" y="36331"/>
                </a:cubicBezTo>
                <a:cubicBezTo>
                  <a:pt x="2227354" y="38891"/>
                  <a:pt x="2228634" y="41930"/>
                  <a:pt x="2229365" y="45449"/>
                </a:cubicBezTo>
                <a:cubicBezTo>
                  <a:pt x="2229822" y="47734"/>
                  <a:pt x="2230050" y="51732"/>
                  <a:pt x="2230050" y="57445"/>
                </a:cubicBezTo>
                <a:lnTo>
                  <a:pt x="2230050" y="102208"/>
                </a:lnTo>
                <a:lnTo>
                  <a:pt x="2217711" y="102208"/>
                </a:lnTo>
                <a:lnTo>
                  <a:pt x="2217711" y="57925"/>
                </a:lnTo>
                <a:cubicBezTo>
                  <a:pt x="2217711" y="52898"/>
                  <a:pt x="2217231" y="49139"/>
                  <a:pt x="2216272" y="46648"/>
                </a:cubicBezTo>
                <a:cubicBezTo>
                  <a:pt x="2215312" y="44158"/>
                  <a:pt x="2213610" y="42170"/>
                  <a:pt x="2211165" y="40684"/>
                </a:cubicBezTo>
                <a:cubicBezTo>
                  <a:pt x="2208720" y="39199"/>
                  <a:pt x="2205852" y="38457"/>
                  <a:pt x="2202562" y="38457"/>
                </a:cubicBezTo>
                <a:cubicBezTo>
                  <a:pt x="2197306" y="38457"/>
                  <a:pt x="2192771" y="40125"/>
                  <a:pt x="2188955" y="43461"/>
                </a:cubicBezTo>
                <a:cubicBezTo>
                  <a:pt x="2185139" y="46797"/>
                  <a:pt x="2183231" y="53126"/>
                  <a:pt x="2183231" y="62449"/>
                </a:cubicBezTo>
                <a:lnTo>
                  <a:pt x="2183231" y="102208"/>
                </a:lnTo>
                <a:lnTo>
                  <a:pt x="2170892" y="102208"/>
                </a:lnTo>
                <a:close/>
                <a:moveTo>
                  <a:pt x="2246448" y="108240"/>
                </a:moveTo>
                <a:lnTo>
                  <a:pt x="2258444" y="110023"/>
                </a:lnTo>
                <a:cubicBezTo>
                  <a:pt x="2258947" y="113724"/>
                  <a:pt x="2260341" y="116421"/>
                  <a:pt x="2262626" y="118112"/>
                </a:cubicBezTo>
                <a:cubicBezTo>
                  <a:pt x="2265687" y="120397"/>
                  <a:pt x="2269869" y="121539"/>
                  <a:pt x="2275170" y="121539"/>
                </a:cubicBezTo>
                <a:cubicBezTo>
                  <a:pt x="2280883" y="121539"/>
                  <a:pt x="2285293" y="120397"/>
                  <a:pt x="2288400" y="118112"/>
                </a:cubicBezTo>
                <a:cubicBezTo>
                  <a:pt x="2291508" y="115827"/>
                  <a:pt x="2293610" y="112628"/>
                  <a:pt x="2294707" y="108515"/>
                </a:cubicBezTo>
                <a:cubicBezTo>
                  <a:pt x="2295347" y="106001"/>
                  <a:pt x="2295644" y="100723"/>
                  <a:pt x="2295598" y="92680"/>
                </a:cubicBezTo>
                <a:cubicBezTo>
                  <a:pt x="2290206" y="99032"/>
                  <a:pt x="2283488" y="102208"/>
                  <a:pt x="2275444" y="102208"/>
                </a:cubicBezTo>
                <a:cubicBezTo>
                  <a:pt x="2265436" y="102208"/>
                  <a:pt x="2257690" y="98598"/>
                  <a:pt x="2252206" y="91377"/>
                </a:cubicBezTo>
                <a:cubicBezTo>
                  <a:pt x="2246722" y="84156"/>
                  <a:pt x="2243980" y="75496"/>
                  <a:pt x="2243980" y="65397"/>
                </a:cubicBezTo>
                <a:cubicBezTo>
                  <a:pt x="2243980" y="58450"/>
                  <a:pt x="2245237" y="52041"/>
                  <a:pt x="2247750" y="46168"/>
                </a:cubicBezTo>
                <a:cubicBezTo>
                  <a:pt x="2250264" y="40296"/>
                  <a:pt x="2253908" y="35760"/>
                  <a:pt x="2258684" y="32561"/>
                </a:cubicBezTo>
                <a:cubicBezTo>
                  <a:pt x="2263460" y="29362"/>
                  <a:pt x="2269069" y="27763"/>
                  <a:pt x="2275513" y="27763"/>
                </a:cubicBezTo>
                <a:cubicBezTo>
                  <a:pt x="2284105" y="27763"/>
                  <a:pt x="2291188" y="31236"/>
                  <a:pt x="2296763" y="38182"/>
                </a:cubicBezTo>
                <a:lnTo>
                  <a:pt x="2296763" y="29408"/>
                </a:lnTo>
                <a:lnTo>
                  <a:pt x="2308143" y="29408"/>
                </a:lnTo>
                <a:lnTo>
                  <a:pt x="2308143" y="92337"/>
                </a:lnTo>
                <a:cubicBezTo>
                  <a:pt x="2308143" y="103670"/>
                  <a:pt x="2306989" y="111702"/>
                  <a:pt x="2304681" y="116432"/>
                </a:cubicBezTo>
                <a:cubicBezTo>
                  <a:pt x="2302373" y="121162"/>
                  <a:pt x="2298717" y="124898"/>
                  <a:pt x="2293713" y="127640"/>
                </a:cubicBezTo>
                <a:cubicBezTo>
                  <a:pt x="2288709" y="130382"/>
                  <a:pt x="2282551" y="131753"/>
                  <a:pt x="2275239" y="131753"/>
                </a:cubicBezTo>
                <a:cubicBezTo>
                  <a:pt x="2266556" y="131753"/>
                  <a:pt x="2259541" y="129799"/>
                  <a:pt x="2254194" y="125892"/>
                </a:cubicBezTo>
                <a:cubicBezTo>
                  <a:pt x="2248847" y="121985"/>
                  <a:pt x="2246265" y="116101"/>
                  <a:pt x="2246448" y="108240"/>
                </a:cubicBezTo>
                <a:moveTo>
                  <a:pt x="2256662" y="64505"/>
                </a:moveTo>
                <a:cubicBezTo>
                  <a:pt x="2256662" y="74057"/>
                  <a:pt x="2258558" y="81026"/>
                  <a:pt x="2262351" y="85413"/>
                </a:cubicBezTo>
                <a:cubicBezTo>
                  <a:pt x="2266144" y="89800"/>
                  <a:pt x="2270897" y="91994"/>
                  <a:pt x="2276610" y="91994"/>
                </a:cubicBezTo>
                <a:cubicBezTo>
                  <a:pt x="2282277" y="91994"/>
                  <a:pt x="2287029" y="89812"/>
                  <a:pt x="2290868" y="85447"/>
                </a:cubicBezTo>
                <a:cubicBezTo>
                  <a:pt x="2294707" y="81083"/>
                  <a:pt x="2296626" y="74240"/>
                  <a:pt x="2296626" y="64917"/>
                </a:cubicBezTo>
                <a:cubicBezTo>
                  <a:pt x="2296626" y="56005"/>
                  <a:pt x="2294650" y="49287"/>
                  <a:pt x="2290697" y="44763"/>
                </a:cubicBezTo>
                <a:cubicBezTo>
                  <a:pt x="2286744" y="40239"/>
                  <a:pt x="2281980" y="37977"/>
                  <a:pt x="2276404" y="37977"/>
                </a:cubicBezTo>
                <a:cubicBezTo>
                  <a:pt x="2270920" y="37977"/>
                  <a:pt x="2266259" y="40205"/>
                  <a:pt x="2262420" y="44660"/>
                </a:cubicBezTo>
                <a:cubicBezTo>
                  <a:pt x="2258581" y="49116"/>
                  <a:pt x="2256662" y="55731"/>
                  <a:pt x="2256662" y="645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statementsismorelikelytobetrue?">
            <a:extLst xmlns:a="http://schemas.openxmlformats.org/drawingml/2006/main">
              <a:ext uri="{FF2B5EF4-FFF2-40B4-BE49-F238E27FC236}">
                <a16:creationId xmlns:a16="http://schemas.microsoft.com/office/drawing/2014/main" id="{CEDAD8F8-FC10-490E-B315-B0733D4A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155" y="5685611"/>
            <a:ext cx="2224667" cy="131753"/>
          </a:xfrm>
          <a:custGeom xmlns:a="http://schemas.openxmlformats.org/drawingml/2006/main">
            <a:pathLst>
              <a:path w="2224667" h="131753">
                <a:moveTo>
                  <a:pt x="0" y="80478"/>
                </a:moveTo>
                <a:lnTo>
                  <a:pt x="12202" y="78558"/>
                </a:lnTo>
                <a:cubicBezTo>
                  <a:pt x="12887" y="83448"/>
                  <a:pt x="14795" y="87196"/>
                  <a:pt x="17926" y="89800"/>
                </a:cubicBezTo>
                <a:cubicBezTo>
                  <a:pt x="21056" y="92405"/>
                  <a:pt x="25432" y="93708"/>
                  <a:pt x="31053" y="93708"/>
                </a:cubicBezTo>
                <a:cubicBezTo>
                  <a:pt x="36720" y="93708"/>
                  <a:pt x="40924" y="92554"/>
                  <a:pt x="43666" y="90246"/>
                </a:cubicBezTo>
                <a:cubicBezTo>
                  <a:pt x="46408" y="87938"/>
                  <a:pt x="47779" y="85230"/>
                  <a:pt x="47779" y="82123"/>
                </a:cubicBezTo>
                <a:cubicBezTo>
                  <a:pt x="47779" y="79335"/>
                  <a:pt x="46568" y="77142"/>
                  <a:pt x="44146" y="75542"/>
                </a:cubicBezTo>
                <a:cubicBezTo>
                  <a:pt x="42455" y="74445"/>
                  <a:pt x="38251" y="73051"/>
                  <a:pt x="31533" y="71360"/>
                </a:cubicBezTo>
                <a:cubicBezTo>
                  <a:pt x="22484" y="69075"/>
                  <a:pt x="16212" y="67099"/>
                  <a:pt x="12716" y="65431"/>
                </a:cubicBezTo>
                <a:cubicBezTo>
                  <a:pt x="9220" y="63763"/>
                  <a:pt x="6569" y="61455"/>
                  <a:pt x="4764" y="58507"/>
                </a:cubicBezTo>
                <a:cubicBezTo>
                  <a:pt x="2959" y="55560"/>
                  <a:pt x="2056" y="52304"/>
                  <a:pt x="2056" y="48739"/>
                </a:cubicBezTo>
                <a:cubicBezTo>
                  <a:pt x="2056" y="45494"/>
                  <a:pt x="2799" y="42490"/>
                  <a:pt x="4284" y="39725"/>
                </a:cubicBezTo>
                <a:cubicBezTo>
                  <a:pt x="5770" y="36960"/>
                  <a:pt x="7792" y="34663"/>
                  <a:pt x="10351" y="32835"/>
                </a:cubicBezTo>
                <a:cubicBezTo>
                  <a:pt x="12270" y="31419"/>
                  <a:pt x="14887" y="30219"/>
                  <a:pt x="18200" y="29237"/>
                </a:cubicBezTo>
                <a:cubicBezTo>
                  <a:pt x="21513" y="28254"/>
                  <a:pt x="25066" y="27763"/>
                  <a:pt x="28860" y="27763"/>
                </a:cubicBezTo>
                <a:cubicBezTo>
                  <a:pt x="34572" y="27763"/>
                  <a:pt x="39588" y="28585"/>
                  <a:pt x="43906" y="30231"/>
                </a:cubicBezTo>
                <a:cubicBezTo>
                  <a:pt x="48225" y="31876"/>
                  <a:pt x="51412" y="34104"/>
                  <a:pt x="53469" y="36914"/>
                </a:cubicBezTo>
                <a:cubicBezTo>
                  <a:pt x="55525" y="39725"/>
                  <a:pt x="56942" y="43484"/>
                  <a:pt x="57719" y="48191"/>
                </a:cubicBezTo>
                <a:lnTo>
                  <a:pt x="45654" y="49836"/>
                </a:lnTo>
                <a:cubicBezTo>
                  <a:pt x="45106" y="46088"/>
                  <a:pt x="43518" y="43164"/>
                  <a:pt x="40890" y="41061"/>
                </a:cubicBezTo>
                <a:cubicBezTo>
                  <a:pt x="38262" y="38959"/>
                  <a:pt x="34549" y="37908"/>
                  <a:pt x="29751" y="37908"/>
                </a:cubicBezTo>
                <a:cubicBezTo>
                  <a:pt x="24084" y="37908"/>
                  <a:pt x="20039" y="38845"/>
                  <a:pt x="17617" y="40719"/>
                </a:cubicBezTo>
                <a:cubicBezTo>
                  <a:pt x="15195" y="42592"/>
                  <a:pt x="13984" y="44786"/>
                  <a:pt x="13984" y="47299"/>
                </a:cubicBezTo>
                <a:cubicBezTo>
                  <a:pt x="13984" y="48899"/>
                  <a:pt x="14487" y="50338"/>
                  <a:pt x="15492" y="51618"/>
                </a:cubicBezTo>
                <a:cubicBezTo>
                  <a:pt x="16498" y="52943"/>
                  <a:pt x="18074" y="54040"/>
                  <a:pt x="20222" y="54908"/>
                </a:cubicBezTo>
                <a:cubicBezTo>
                  <a:pt x="21456" y="55365"/>
                  <a:pt x="25089" y="56417"/>
                  <a:pt x="31122" y="58062"/>
                </a:cubicBezTo>
                <a:cubicBezTo>
                  <a:pt x="39850" y="60392"/>
                  <a:pt x="45940" y="62300"/>
                  <a:pt x="49390" y="63786"/>
                </a:cubicBezTo>
                <a:cubicBezTo>
                  <a:pt x="52841" y="65271"/>
                  <a:pt x="55548" y="67430"/>
                  <a:pt x="57513" y="70264"/>
                </a:cubicBezTo>
                <a:cubicBezTo>
                  <a:pt x="59478" y="73097"/>
                  <a:pt x="60461" y="76616"/>
                  <a:pt x="60461" y="80820"/>
                </a:cubicBezTo>
                <a:cubicBezTo>
                  <a:pt x="60461" y="84933"/>
                  <a:pt x="59261" y="88806"/>
                  <a:pt x="56862" y="92440"/>
                </a:cubicBezTo>
                <a:cubicBezTo>
                  <a:pt x="54463" y="96073"/>
                  <a:pt x="51001" y="98883"/>
                  <a:pt x="46477" y="100871"/>
                </a:cubicBezTo>
                <a:cubicBezTo>
                  <a:pt x="41953" y="102859"/>
                  <a:pt x="36834" y="103853"/>
                  <a:pt x="31122" y="103853"/>
                </a:cubicBezTo>
                <a:cubicBezTo>
                  <a:pt x="21662" y="103853"/>
                  <a:pt x="14453" y="101888"/>
                  <a:pt x="9494" y="97958"/>
                </a:cubicBezTo>
                <a:cubicBezTo>
                  <a:pt x="4536" y="94028"/>
                  <a:pt x="1371" y="88201"/>
                  <a:pt x="0" y="80478"/>
                </a:cubicBezTo>
                <a:close/>
                <a:moveTo>
                  <a:pt x="101818" y="91171"/>
                </a:moveTo>
                <a:lnTo>
                  <a:pt x="103600" y="102071"/>
                </a:lnTo>
                <a:cubicBezTo>
                  <a:pt x="100127" y="102802"/>
                  <a:pt x="97020" y="103168"/>
                  <a:pt x="94278" y="103168"/>
                </a:cubicBezTo>
                <a:cubicBezTo>
                  <a:pt x="89799" y="103168"/>
                  <a:pt x="86326" y="102459"/>
                  <a:pt x="83858" y="101043"/>
                </a:cubicBezTo>
                <a:cubicBezTo>
                  <a:pt x="81390" y="99626"/>
                  <a:pt x="79654" y="97764"/>
                  <a:pt x="78648" y="95456"/>
                </a:cubicBezTo>
                <a:cubicBezTo>
                  <a:pt x="77643" y="93148"/>
                  <a:pt x="77140" y="88292"/>
                  <a:pt x="77140" y="80889"/>
                </a:cubicBezTo>
                <a:lnTo>
                  <a:pt x="77140" y="39005"/>
                </a:lnTo>
                <a:lnTo>
                  <a:pt x="68092" y="39005"/>
                </a:lnTo>
                <a:lnTo>
                  <a:pt x="68092" y="29408"/>
                </a:lnTo>
                <a:lnTo>
                  <a:pt x="77140" y="29408"/>
                </a:lnTo>
                <a:lnTo>
                  <a:pt x="77140" y="11379"/>
                </a:lnTo>
                <a:lnTo>
                  <a:pt x="89411" y="3976"/>
                </a:lnTo>
                <a:lnTo>
                  <a:pt x="89411" y="29408"/>
                </a:lnTo>
                <a:lnTo>
                  <a:pt x="101818" y="29408"/>
                </a:lnTo>
                <a:lnTo>
                  <a:pt x="101818" y="39005"/>
                </a:lnTo>
                <a:lnTo>
                  <a:pt x="89411" y="39005"/>
                </a:lnTo>
                <a:lnTo>
                  <a:pt x="89411" y="81574"/>
                </a:lnTo>
                <a:cubicBezTo>
                  <a:pt x="89411" y="85093"/>
                  <a:pt x="89628" y="87355"/>
                  <a:pt x="90062" y="88361"/>
                </a:cubicBezTo>
                <a:cubicBezTo>
                  <a:pt x="90496" y="89366"/>
                  <a:pt x="91204" y="90166"/>
                  <a:pt x="92187" y="90760"/>
                </a:cubicBezTo>
                <a:cubicBezTo>
                  <a:pt x="93169" y="91354"/>
                  <a:pt x="94575" y="91651"/>
                  <a:pt x="96403" y="91651"/>
                </a:cubicBezTo>
                <a:cubicBezTo>
                  <a:pt x="97774" y="91651"/>
                  <a:pt x="99579" y="91491"/>
                  <a:pt x="101818" y="91171"/>
                </a:cubicBezTo>
                <a:close/>
                <a:moveTo>
                  <a:pt x="160878" y="93228"/>
                </a:moveTo>
                <a:cubicBezTo>
                  <a:pt x="156308" y="97112"/>
                  <a:pt x="151909" y="99854"/>
                  <a:pt x="147682" y="101454"/>
                </a:cubicBezTo>
                <a:cubicBezTo>
                  <a:pt x="143455" y="103053"/>
                  <a:pt x="138919" y="103853"/>
                  <a:pt x="134075" y="103853"/>
                </a:cubicBezTo>
                <a:cubicBezTo>
                  <a:pt x="126077" y="103853"/>
                  <a:pt x="119931" y="101899"/>
                  <a:pt x="115635" y="97992"/>
                </a:cubicBezTo>
                <a:cubicBezTo>
                  <a:pt x="111339" y="94085"/>
                  <a:pt x="109191" y="89092"/>
                  <a:pt x="109191" y="83014"/>
                </a:cubicBezTo>
                <a:cubicBezTo>
                  <a:pt x="109191" y="79449"/>
                  <a:pt x="110002" y="76193"/>
                  <a:pt x="111625" y="73246"/>
                </a:cubicBezTo>
                <a:cubicBezTo>
                  <a:pt x="113247" y="70298"/>
                  <a:pt x="115372" y="67933"/>
                  <a:pt x="118000" y="66151"/>
                </a:cubicBezTo>
                <a:cubicBezTo>
                  <a:pt x="120627" y="64368"/>
                  <a:pt x="123587" y="63020"/>
                  <a:pt x="126877" y="62106"/>
                </a:cubicBezTo>
                <a:cubicBezTo>
                  <a:pt x="129299" y="61466"/>
                  <a:pt x="132955" y="60849"/>
                  <a:pt x="137845" y="60255"/>
                </a:cubicBezTo>
                <a:cubicBezTo>
                  <a:pt x="147807" y="59067"/>
                  <a:pt x="155142" y="57650"/>
                  <a:pt x="159849" y="56005"/>
                </a:cubicBezTo>
                <a:cubicBezTo>
                  <a:pt x="159895" y="54314"/>
                  <a:pt x="159918" y="53240"/>
                  <a:pt x="159918" y="52783"/>
                </a:cubicBezTo>
                <a:cubicBezTo>
                  <a:pt x="159918" y="47756"/>
                  <a:pt x="158753" y="44215"/>
                  <a:pt x="156422" y="42158"/>
                </a:cubicBezTo>
                <a:cubicBezTo>
                  <a:pt x="153269" y="39371"/>
                  <a:pt x="148584" y="37977"/>
                  <a:pt x="142369" y="37977"/>
                </a:cubicBezTo>
                <a:cubicBezTo>
                  <a:pt x="136565" y="37977"/>
                  <a:pt x="132281" y="38993"/>
                  <a:pt x="129516" y="41027"/>
                </a:cubicBezTo>
                <a:cubicBezTo>
                  <a:pt x="126751" y="43061"/>
                  <a:pt x="124706" y="46660"/>
                  <a:pt x="123381" y="51824"/>
                </a:cubicBezTo>
                <a:lnTo>
                  <a:pt x="111316" y="50179"/>
                </a:lnTo>
                <a:cubicBezTo>
                  <a:pt x="112413" y="45014"/>
                  <a:pt x="114218" y="40844"/>
                  <a:pt x="116732" y="37668"/>
                </a:cubicBezTo>
                <a:cubicBezTo>
                  <a:pt x="119245" y="34492"/>
                  <a:pt x="122878" y="32047"/>
                  <a:pt x="127631" y="30333"/>
                </a:cubicBezTo>
                <a:cubicBezTo>
                  <a:pt x="132384" y="28620"/>
                  <a:pt x="137891" y="27763"/>
                  <a:pt x="144151" y="27763"/>
                </a:cubicBezTo>
                <a:cubicBezTo>
                  <a:pt x="150367" y="27763"/>
                  <a:pt x="155417" y="28494"/>
                  <a:pt x="159301" y="29956"/>
                </a:cubicBezTo>
                <a:cubicBezTo>
                  <a:pt x="163186" y="31419"/>
                  <a:pt x="166042" y="33258"/>
                  <a:pt x="167870" y="35475"/>
                </a:cubicBezTo>
                <a:cubicBezTo>
                  <a:pt x="169698" y="37691"/>
                  <a:pt x="170977" y="40490"/>
                  <a:pt x="171709" y="43872"/>
                </a:cubicBezTo>
                <a:cubicBezTo>
                  <a:pt x="172120" y="45974"/>
                  <a:pt x="172326" y="49767"/>
                  <a:pt x="172326" y="55251"/>
                </a:cubicBezTo>
                <a:lnTo>
                  <a:pt x="172326" y="71703"/>
                </a:lnTo>
                <a:cubicBezTo>
                  <a:pt x="172326" y="83174"/>
                  <a:pt x="172588" y="90429"/>
                  <a:pt x="173114" y="93468"/>
                </a:cubicBezTo>
                <a:cubicBezTo>
                  <a:pt x="173639" y="96507"/>
                  <a:pt x="174679" y="99420"/>
                  <a:pt x="176233" y="102208"/>
                </a:cubicBezTo>
                <a:lnTo>
                  <a:pt x="163345" y="102208"/>
                </a:lnTo>
                <a:cubicBezTo>
                  <a:pt x="162066" y="99649"/>
                  <a:pt x="161243" y="96655"/>
                  <a:pt x="160878" y="93228"/>
                </a:cubicBezTo>
                <a:moveTo>
                  <a:pt x="159849" y="65671"/>
                </a:moveTo>
                <a:cubicBezTo>
                  <a:pt x="155371" y="67499"/>
                  <a:pt x="148653" y="69053"/>
                  <a:pt x="139696" y="70332"/>
                </a:cubicBezTo>
                <a:cubicBezTo>
                  <a:pt x="134623" y="71063"/>
                  <a:pt x="131036" y="71886"/>
                  <a:pt x="128933" y="72800"/>
                </a:cubicBezTo>
                <a:cubicBezTo>
                  <a:pt x="126831" y="73714"/>
                  <a:pt x="125209" y="75051"/>
                  <a:pt x="124066" y="76810"/>
                </a:cubicBezTo>
                <a:cubicBezTo>
                  <a:pt x="122924" y="78570"/>
                  <a:pt x="122353" y="80523"/>
                  <a:pt x="122353" y="82671"/>
                </a:cubicBezTo>
                <a:cubicBezTo>
                  <a:pt x="122353" y="85962"/>
                  <a:pt x="123598" y="88704"/>
                  <a:pt x="126089" y="90897"/>
                </a:cubicBezTo>
                <a:cubicBezTo>
                  <a:pt x="128579" y="93091"/>
                  <a:pt x="132224" y="94188"/>
                  <a:pt x="137022" y="94188"/>
                </a:cubicBezTo>
                <a:cubicBezTo>
                  <a:pt x="141775" y="94188"/>
                  <a:pt x="146002" y="93148"/>
                  <a:pt x="149704" y="91069"/>
                </a:cubicBezTo>
                <a:cubicBezTo>
                  <a:pt x="153406" y="88989"/>
                  <a:pt x="156125" y="86144"/>
                  <a:pt x="157861" y="82534"/>
                </a:cubicBezTo>
                <a:cubicBezTo>
                  <a:pt x="159187" y="79746"/>
                  <a:pt x="159849" y="75633"/>
                  <a:pt x="159849" y="70195"/>
                </a:cubicBezTo>
                <a:lnTo>
                  <a:pt x="159849" y="65671"/>
                </a:lnTo>
                <a:close/>
                <a:moveTo>
                  <a:pt x="218117" y="91171"/>
                </a:moveTo>
                <a:lnTo>
                  <a:pt x="219900" y="102071"/>
                </a:lnTo>
                <a:cubicBezTo>
                  <a:pt x="216426" y="102802"/>
                  <a:pt x="213319" y="103168"/>
                  <a:pt x="210577" y="103168"/>
                </a:cubicBezTo>
                <a:cubicBezTo>
                  <a:pt x="206098" y="103168"/>
                  <a:pt x="202625" y="102459"/>
                  <a:pt x="200157" y="101043"/>
                </a:cubicBezTo>
                <a:cubicBezTo>
                  <a:pt x="197689" y="99626"/>
                  <a:pt x="195953" y="97764"/>
                  <a:pt x="194947" y="95456"/>
                </a:cubicBezTo>
                <a:cubicBezTo>
                  <a:pt x="193942" y="93148"/>
                  <a:pt x="193439" y="88292"/>
                  <a:pt x="193439" y="80889"/>
                </a:cubicBezTo>
                <a:lnTo>
                  <a:pt x="193439" y="39005"/>
                </a:lnTo>
                <a:lnTo>
                  <a:pt x="184391" y="39005"/>
                </a:lnTo>
                <a:lnTo>
                  <a:pt x="184391" y="29408"/>
                </a:lnTo>
                <a:lnTo>
                  <a:pt x="193439" y="29408"/>
                </a:lnTo>
                <a:lnTo>
                  <a:pt x="193439" y="11379"/>
                </a:lnTo>
                <a:lnTo>
                  <a:pt x="205710" y="3976"/>
                </a:lnTo>
                <a:lnTo>
                  <a:pt x="205710" y="29408"/>
                </a:lnTo>
                <a:lnTo>
                  <a:pt x="218117" y="29408"/>
                </a:lnTo>
                <a:lnTo>
                  <a:pt x="218117" y="39005"/>
                </a:lnTo>
                <a:lnTo>
                  <a:pt x="205710" y="39005"/>
                </a:lnTo>
                <a:lnTo>
                  <a:pt x="205710" y="81574"/>
                </a:lnTo>
                <a:cubicBezTo>
                  <a:pt x="205710" y="85093"/>
                  <a:pt x="205927" y="87355"/>
                  <a:pt x="206361" y="88361"/>
                </a:cubicBezTo>
                <a:cubicBezTo>
                  <a:pt x="206795" y="89366"/>
                  <a:pt x="207503" y="90166"/>
                  <a:pt x="208486" y="90760"/>
                </a:cubicBezTo>
                <a:cubicBezTo>
                  <a:pt x="209469" y="91354"/>
                  <a:pt x="210874" y="91651"/>
                  <a:pt x="212702" y="91651"/>
                </a:cubicBezTo>
                <a:cubicBezTo>
                  <a:pt x="214073" y="91651"/>
                  <a:pt x="215878" y="91491"/>
                  <a:pt x="218117" y="91171"/>
                </a:cubicBezTo>
                <a:close/>
                <a:moveTo>
                  <a:pt x="279508" y="78764"/>
                </a:moveTo>
                <a:lnTo>
                  <a:pt x="292259" y="80341"/>
                </a:lnTo>
                <a:cubicBezTo>
                  <a:pt x="290248" y="87790"/>
                  <a:pt x="286523" y="93571"/>
                  <a:pt x="281085" y="97684"/>
                </a:cubicBezTo>
                <a:cubicBezTo>
                  <a:pt x="275647" y="101797"/>
                  <a:pt x="268700" y="103853"/>
                  <a:pt x="260246" y="103853"/>
                </a:cubicBezTo>
                <a:cubicBezTo>
                  <a:pt x="249598" y="103853"/>
                  <a:pt x="241155" y="100574"/>
                  <a:pt x="234917" y="94016"/>
                </a:cubicBezTo>
                <a:cubicBezTo>
                  <a:pt x="228679" y="87458"/>
                  <a:pt x="225560" y="78261"/>
                  <a:pt x="225560" y="66425"/>
                </a:cubicBezTo>
                <a:cubicBezTo>
                  <a:pt x="225560" y="54177"/>
                  <a:pt x="228713" y="44672"/>
                  <a:pt x="235019" y="37908"/>
                </a:cubicBezTo>
                <a:cubicBezTo>
                  <a:pt x="241326" y="31145"/>
                  <a:pt x="249506" y="27763"/>
                  <a:pt x="259560" y="27763"/>
                </a:cubicBezTo>
                <a:cubicBezTo>
                  <a:pt x="269294" y="27763"/>
                  <a:pt x="277246" y="31076"/>
                  <a:pt x="283416" y="37702"/>
                </a:cubicBezTo>
                <a:cubicBezTo>
                  <a:pt x="289585" y="44329"/>
                  <a:pt x="292670" y="53652"/>
                  <a:pt x="292670" y="65671"/>
                </a:cubicBezTo>
                <a:cubicBezTo>
                  <a:pt x="292670" y="66402"/>
                  <a:pt x="292647" y="67499"/>
                  <a:pt x="292601" y="68961"/>
                </a:cubicBezTo>
                <a:lnTo>
                  <a:pt x="238310" y="68961"/>
                </a:lnTo>
                <a:cubicBezTo>
                  <a:pt x="238767" y="76959"/>
                  <a:pt x="241029" y="83083"/>
                  <a:pt x="245096" y="87333"/>
                </a:cubicBezTo>
                <a:cubicBezTo>
                  <a:pt x="249164" y="91583"/>
                  <a:pt x="254236" y="93708"/>
                  <a:pt x="260314" y="93708"/>
                </a:cubicBezTo>
                <a:cubicBezTo>
                  <a:pt x="264839" y="93708"/>
                  <a:pt x="268700" y="92520"/>
                  <a:pt x="271899" y="90143"/>
                </a:cubicBezTo>
                <a:cubicBezTo>
                  <a:pt x="275098" y="87767"/>
                  <a:pt x="277635" y="83974"/>
                  <a:pt x="279508" y="78764"/>
                </a:cubicBezTo>
                <a:moveTo>
                  <a:pt x="238995" y="58816"/>
                </a:moveTo>
                <a:lnTo>
                  <a:pt x="279645" y="58816"/>
                </a:lnTo>
                <a:cubicBezTo>
                  <a:pt x="279097" y="52692"/>
                  <a:pt x="277543" y="48099"/>
                  <a:pt x="274984" y="45037"/>
                </a:cubicBezTo>
                <a:cubicBezTo>
                  <a:pt x="271054" y="40285"/>
                  <a:pt x="265958" y="37908"/>
                  <a:pt x="259697" y="37908"/>
                </a:cubicBezTo>
                <a:cubicBezTo>
                  <a:pt x="254031" y="37908"/>
                  <a:pt x="249266" y="39805"/>
                  <a:pt x="245405" y="43598"/>
                </a:cubicBezTo>
                <a:cubicBezTo>
                  <a:pt x="241543" y="47391"/>
                  <a:pt x="239407" y="52464"/>
                  <a:pt x="238995" y="58816"/>
                </a:cubicBezTo>
                <a:close/>
                <a:moveTo>
                  <a:pt x="307477" y="102208"/>
                </a:moveTo>
                <a:lnTo>
                  <a:pt x="307477" y="29408"/>
                </a:lnTo>
                <a:lnTo>
                  <a:pt x="318513" y="29408"/>
                </a:lnTo>
                <a:lnTo>
                  <a:pt x="318513" y="39622"/>
                </a:lnTo>
                <a:cubicBezTo>
                  <a:pt x="320798" y="36057"/>
                  <a:pt x="323837" y="33190"/>
                  <a:pt x="327630" y="31019"/>
                </a:cubicBezTo>
                <a:cubicBezTo>
                  <a:pt x="331423" y="28848"/>
                  <a:pt x="335742" y="27763"/>
                  <a:pt x="340586" y="27763"/>
                </a:cubicBezTo>
                <a:cubicBezTo>
                  <a:pt x="345979" y="27763"/>
                  <a:pt x="350400" y="28882"/>
                  <a:pt x="353851" y="31122"/>
                </a:cubicBezTo>
                <a:cubicBezTo>
                  <a:pt x="357301" y="33361"/>
                  <a:pt x="359734" y="36491"/>
                  <a:pt x="361151" y="40513"/>
                </a:cubicBezTo>
                <a:cubicBezTo>
                  <a:pt x="366909" y="32013"/>
                  <a:pt x="374404" y="27763"/>
                  <a:pt x="383636" y="27763"/>
                </a:cubicBezTo>
                <a:cubicBezTo>
                  <a:pt x="390856" y="27763"/>
                  <a:pt x="396409" y="29762"/>
                  <a:pt x="400293" y="33761"/>
                </a:cubicBezTo>
                <a:cubicBezTo>
                  <a:pt x="404178" y="37760"/>
                  <a:pt x="406120" y="43918"/>
                  <a:pt x="406120" y="52235"/>
                </a:cubicBezTo>
                <a:lnTo>
                  <a:pt x="406120" y="102208"/>
                </a:lnTo>
                <a:lnTo>
                  <a:pt x="393849" y="102208"/>
                </a:lnTo>
                <a:lnTo>
                  <a:pt x="393849" y="56348"/>
                </a:lnTo>
                <a:cubicBezTo>
                  <a:pt x="393849" y="51412"/>
                  <a:pt x="393450" y="47859"/>
                  <a:pt x="392650" y="45689"/>
                </a:cubicBezTo>
                <a:cubicBezTo>
                  <a:pt x="391850" y="43518"/>
                  <a:pt x="390399" y="41770"/>
                  <a:pt x="388297" y="40444"/>
                </a:cubicBezTo>
                <a:cubicBezTo>
                  <a:pt x="386195" y="39119"/>
                  <a:pt x="383727" y="38457"/>
                  <a:pt x="380894" y="38457"/>
                </a:cubicBezTo>
                <a:cubicBezTo>
                  <a:pt x="375775" y="38457"/>
                  <a:pt x="371525" y="40159"/>
                  <a:pt x="368143" y="43563"/>
                </a:cubicBezTo>
                <a:cubicBezTo>
                  <a:pt x="364761" y="46968"/>
                  <a:pt x="363071" y="52418"/>
                  <a:pt x="363071" y="59913"/>
                </a:cubicBezTo>
                <a:lnTo>
                  <a:pt x="363071" y="102208"/>
                </a:lnTo>
                <a:lnTo>
                  <a:pt x="350732" y="102208"/>
                </a:lnTo>
                <a:lnTo>
                  <a:pt x="350732" y="54908"/>
                </a:lnTo>
                <a:cubicBezTo>
                  <a:pt x="350732" y="49424"/>
                  <a:pt x="349726" y="45312"/>
                  <a:pt x="347715" y="42570"/>
                </a:cubicBezTo>
                <a:cubicBezTo>
                  <a:pt x="345705" y="39828"/>
                  <a:pt x="342414" y="38457"/>
                  <a:pt x="337844" y="38457"/>
                </a:cubicBezTo>
                <a:cubicBezTo>
                  <a:pt x="334371" y="38457"/>
                  <a:pt x="331161" y="39371"/>
                  <a:pt x="328213" y="41199"/>
                </a:cubicBezTo>
                <a:cubicBezTo>
                  <a:pt x="325265" y="43027"/>
                  <a:pt x="323129" y="45700"/>
                  <a:pt x="321803" y="49219"/>
                </a:cubicBezTo>
                <a:cubicBezTo>
                  <a:pt x="320478" y="52738"/>
                  <a:pt x="319816" y="57810"/>
                  <a:pt x="319816" y="64437"/>
                </a:cubicBezTo>
                <a:lnTo>
                  <a:pt x="319816" y="102208"/>
                </a:lnTo>
                <a:lnTo>
                  <a:pt x="307477" y="102208"/>
                </a:lnTo>
                <a:close/>
                <a:moveTo>
                  <a:pt x="473584" y="78764"/>
                </a:moveTo>
                <a:lnTo>
                  <a:pt x="486334" y="80341"/>
                </a:lnTo>
                <a:cubicBezTo>
                  <a:pt x="484323" y="87790"/>
                  <a:pt x="480599" y="93571"/>
                  <a:pt x="475160" y="97684"/>
                </a:cubicBezTo>
                <a:cubicBezTo>
                  <a:pt x="469722" y="101797"/>
                  <a:pt x="462776" y="103853"/>
                  <a:pt x="454321" y="103853"/>
                </a:cubicBezTo>
                <a:cubicBezTo>
                  <a:pt x="443673" y="103853"/>
                  <a:pt x="435230" y="100574"/>
                  <a:pt x="428992" y="94016"/>
                </a:cubicBezTo>
                <a:cubicBezTo>
                  <a:pt x="422754" y="87458"/>
                  <a:pt x="419635" y="78261"/>
                  <a:pt x="419635" y="66425"/>
                </a:cubicBezTo>
                <a:cubicBezTo>
                  <a:pt x="419635" y="54177"/>
                  <a:pt x="422788" y="44672"/>
                  <a:pt x="429095" y="37908"/>
                </a:cubicBezTo>
                <a:cubicBezTo>
                  <a:pt x="435401" y="31145"/>
                  <a:pt x="443582" y="27763"/>
                  <a:pt x="453636" y="27763"/>
                </a:cubicBezTo>
                <a:cubicBezTo>
                  <a:pt x="463370" y="27763"/>
                  <a:pt x="471322" y="31076"/>
                  <a:pt x="477491" y="37702"/>
                </a:cubicBezTo>
                <a:cubicBezTo>
                  <a:pt x="483661" y="44329"/>
                  <a:pt x="486745" y="53652"/>
                  <a:pt x="486745" y="65671"/>
                </a:cubicBezTo>
                <a:cubicBezTo>
                  <a:pt x="486745" y="66402"/>
                  <a:pt x="486722" y="67499"/>
                  <a:pt x="486677" y="68961"/>
                </a:cubicBezTo>
                <a:lnTo>
                  <a:pt x="432385" y="68961"/>
                </a:lnTo>
                <a:cubicBezTo>
                  <a:pt x="432842" y="76959"/>
                  <a:pt x="435104" y="83083"/>
                  <a:pt x="439172" y="87333"/>
                </a:cubicBezTo>
                <a:cubicBezTo>
                  <a:pt x="443239" y="91583"/>
                  <a:pt x="448312" y="93708"/>
                  <a:pt x="454390" y="93708"/>
                </a:cubicBezTo>
                <a:cubicBezTo>
                  <a:pt x="458914" y="93708"/>
                  <a:pt x="462776" y="92520"/>
                  <a:pt x="465975" y="90143"/>
                </a:cubicBezTo>
                <a:cubicBezTo>
                  <a:pt x="469174" y="87767"/>
                  <a:pt x="471710" y="83974"/>
                  <a:pt x="473584" y="78764"/>
                </a:cubicBezTo>
                <a:moveTo>
                  <a:pt x="433071" y="58816"/>
                </a:moveTo>
                <a:lnTo>
                  <a:pt x="473721" y="58816"/>
                </a:lnTo>
                <a:cubicBezTo>
                  <a:pt x="473172" y="52692"/>
                  <a:pt x="471619" y="48099"/>
                  <a:pt x="469059" y="45037"/>
                </a:cubicBezTo>
                <a:cubicBezTo>
                  <a:pt x="465129" y="40285"/>
                  <a:pt x="460034" y="37908"/>
                  <a:pt x="453773" y="37908"/>
                </a:cubicBezTo>
                <a:cubicBezTo>
                  <a:pt x="448106" y="37908"/>
                  <a:pt x="443342" y="39805"/>
                  <a:pt x="439480" y="43598"/>
                </a:cubicBezTo>
                <a:cubicBezTo>
                  <a:pt x="435619" y="47391"/>
                  <a:pt x="433482" y="52464"/>
                  <a:pt x="433071" y="58816"/>
                </a:cubicBezTo>
                <a:close/>
                <a:moveTo>
                  <a:pt x="501552" y="102208"/>
                </a:moveTo>
                <a:lnTo>
                  <a:pt x="501552" y="29408"/>
                </a:lnTo>
                <a:lnTo>
                  <a:pt x="512657" y="29408"/>
                </a:lnTo>
                <a:lnTo>
                  <a:pt x="512657" y="39759"/>
                </a:lnTo>
                <a:cubicBezTo>
                  <a:pt x="518004" y="31761"/>
                  <a:pt x="525728" y="27763"/>
                  <a:pt x="535827" y="27763"/>
                </a:cubicBezTo>
                <a:cubicBezTo>
                  <a:pt x="540214" y="27763"/>
                  <a:pt x="544247" y="28551"/>
                  <a:pt x="547926" y="30128"/>
                </a:cubicBezTo>
                <a:cubicBezTo>
                  <a:pt x="551605" y="31704"/>
                  <a:pt x="554359" y="33772"/>
                  <a:pt x="556187" y="36331"/>
                </a:cubicBezTo>
                <a:cubicBezTo>
                  <a:pt x="558015" y="38891"/>
                  <a:pt x="559294" y="41930"/>
                  <a:pt x="560025" y="45449"/>
                </a:cubicBezTo>
                <a:cubicBezTo>
                  <a:pt x="560482" y="47734"/>
                  <a:pt x="560711" y="51732"/>
                  <a:pt x="560711" y="57445"/>
                </a:cubicBezTo>
                <a:lnTo>
                  <a:pt x="560711" y="102208"/>
                </a:lnTo>
                <a:lnTo>
                  <a:pt x="548372" y="102208"/>
                </a:lnTo>
                <a:lnTo>
                  <a:pt x="548372" y="57925"/>
                </a:lnTo>
                <a:cubicBezTo>
                  <a:pt x="548372" y="52898"/>
                  <a:pt x="547892" y="49139"/>
                  <a:pt x="546932" y="46648"/>
                </a:cubicBezTo>
                <a:cubicBezTo>
                  <a:pt x="545973" y="44158"/>
                  <a:pt x="544270" y="42170"/>
                  <a:pt x="541825" y="40684"/>
                </a:cubicBezTo>
                <a:cubicBezTo>
                  <a:pt x="539380" y="39199"/>
                  <a:pt x="536513" y="38457"/>
                  <a:pt x="533222" y="38457"/>
                </a:cubicBezTo>
                <a:cubicBezTo>
                  <a:pt x="527967" y="38457"/>
                  <a:pt x="523431" y="40125"/>
                  <a:pt x="519615" y="43461"/>
                </a:cubicBezTo>
                <a:cubicBezTo>
                  <a:pt x="515799" y="46797"/>
                  <a:pt x="513891" y="53126"/>
                  <a:pt x="513891" y="62449"/>
                </a:cubicBezTo>
                <a:lnTo>
                  <a:pt x="513891" y="102208"/>
                </a:lnTo>
                <a:lnTo>
                  <a:pt x="501552" y="102208"/>
                </a:lnTo>
                <a:close/>
                <a:moveTo>
                  <a:pt x="606297" y="91171"/>
                </a:moveTo>
                <a:lnTo>
                  <a:pt x="608079" y="102071"/>
                </a:lnTo>
                <a:cubicBezTo>
                  <a:pt x="604606" y="102802"/>
                  <a:pt x="601498" y="103168"/>
                  <a:pt x="598756" y="103168"/>
                </a:cubicBezTo>
                <a:cubicBezTo>
                  <a:pt x="594278" y="103168"/>
                  <a:pt x="590804" y="102459"/>
                  <a:pt x="588337" y="101043"/>
                </a:cubicBezTo>
                <a:cubicBezTo>
                  <a:pt x="585869" y="99626"/>
                  <a:pt x="584132" y="97764"/>
                  <a:pt x="583127" y="95456"/>
                </a:cubicBezTo>
                <a:cubicBezTo>
                  <a:pt x="582121" y="93148"/>
                  <a:pt x="581619" y="88292"/>
                  <a:pt x="581619" y="80889"/>
                </a:cubicBezTo>
                <a:lnTo>
                  <a:pt x="581619" y="39005"/>
                </a:lnTo>
                <a:lnTo>
                  <a:pt x="572570" y="39005"/>
                </a:lnTo>
                <a:lnTo>
                  <a:pt x="572570" y="29408"/>
                </a:lnTo>
                <a:lnTo>
                  <a:pt x="581619" y="29408"/>
                </a:lnTo>
                <a:lnTo>
                  <a:pt x="581619" y="11379"/>
                </a:lnTo>
                <a:lnTo>
                  <a:pt x="593889" y="3976"/>
                </a:lnTo>
                <a:lnTo>
                  <a:pt x="593889" y="29408"/>
                </a:lnTo>
                <a:lnTo>
                  <a:pt x="606297" y="29408"/>
                </a:lnTo>
                <a:lnTo>
                  <a:pt x="606297" y="39005"/>
                </a:lnTo>
                <a:lnTo>
                  <a:pt x="593889" y="39005"/>
                </a:lnTo>
                <a:lnTo>
                  <a:pt x="593889" y="81574"/>
                </a:lnTo>
                <a:cubicBezTo>
                  <a:pt x="593889" y="85093"/>
                  <a:pt x="594106" y="87355"/>
                  <a:pt x="594540" y="88361"/>
                </a:cubicBezTo>
                <a:cubicBezTo>
                  <a:pt x="594974" y="89366"/>
                  <a:pt x="595683" y="90166"/>
                  <a:pt x="596665" y="90760"/>
                </a:cubicBezTo>
                <a:cubicBezTo>
                  <a:pt x="597648" y="91354"/>
                  <a:pt x="599053" y="91651"/>
                  <a:pt x="600881" y="91651"/>
                </a:cubicBezTo>
                <a:cubicBezTo>
                  <a:pt x="602252" y="91651"/>
                  <a:pt x="604057" y="91491"/>
                  <a:pt x="606297" y="91171"/>
                </a:cubicBezTo>
                <a:close/>
                <a:moveTo>
                  <a:pt x="612916" y="80478"/>
                </a:moveTo>
                <a:lnTo>
                  <a:pt x="625118" y="78558"/>
                </a:lnTo>
                <a:cubicBezTo>
                  <a:pt x="625803" y="83448"/>
                  <a:pt x="627711" y="87196"/>
                  <a:pt x="630842" y="89800"/>
                </a:cubicBezTo>
                <a:cubicBezTo>
                  <a:pt x="633972" y="92405"/>
                  <a:pt x="638348" y="93708"/>
                  <a:pt x="643969" y="93708"/>
                </a:cubicBezTo>
                <a:cubicBezTo>
                  <a:pt x="649636" y="93708"/>
                  <a:pt x="653840" y="92554"/>
                  <a:pt x="656582" y="90246"/>
                </a:cubicBezTo>
                <a:cubicBezTo>
                  <a:pt x="659324" y="87938"/>
                  <a:pt x="660695" y="85230"/>
                  <a:pt x="660695" y="82123"/>
                </a:cubicBezTo>
                <a:cubicBezTo>
                  <a:pt x="660695" y="79335"/>
                  <a:pt x="659484" y="77142"/>
                  <a:pt x="657062" y="75542"/>
                </a:cubicBezTo>
                <a:cubicBezTo>
                  <a:pt x="655371" y="74445"/>
                  <a:pt x="651167" y="73051"/>
                  <a:pt x="644449" y="71360"/>
                </a:cubicBezTo>
                <a:cubicBezTo>
                  <a:pt x="635400" y="69075"/>
                  <a:pt x="629128" y="67099"/>
                  <a:pt x="625632" y="65431"/>
                </a:cubicBezTo>
                <a:cubicBezTo>
                  <a:pt x="622136" y="63763"/>
                  <a:pt x="619485" y="61455"/>
                  <a:pt x="617680" y="58507"/>
                </a:cubicBezTo>
                <a:cubicBezTo>
                  <a:pt x="615875" y="55560"/>
                  <a:pt x="614972" y="52304"/>
                  <a:pt x="614972" y="48739"/>
                </a:cubicBezTo>
                <a:cubicBezTo>
                  <a:pt x="614972" y="45494"/>
                  <a:pt x="615715" y="42490"/>
                  <a:pt x="617200" y="39725"/>
                </a:cubicBezTo>
                <a:cubicBezTo>
                  <a:pt x="618685" y="36960"/>
                  <a:pt x="620708" y="34663"/>
                  <a:pt x="623267" y="32835"/>
                </a:cubicBezTo>
                <a:cubicBezTo>
                  <a:pt x="625186" y="31419"/>
                  <a:pt x="627803" y="30219"/>
                  <a:pt x="631116" y="29237"/>
                </a:cubicBezTo>
                <a:cubicBezTo>
                  <a:pt x="634429" y="28254"/>
                  <a:pt x="637982" y="27763"/>
                  <a:pt x="641775" y="27763"/>
                </a:cubicBezTo>
                <a:cubicBezTo>
                  <a:pt x="647488" y="27763"/>
                  <a:pt x="652503" y="28585"/>
                  <a:pt x="656822" y="30231"/>
                </a:cubicBezTo>
                <a:cubicBezTo>
                  <a:pt x="661141" y="31876"/>
                  <a:pt x="664328" y="34104"/>
                  <a:pt x="666385" y="36914"/>
                </a:cubicBezTo>
                <a:cubicBezTo>
                  <a:pt x="668441" y="39725"/>
                  <a:pt x="669858" y="43484"/>
                  <a:pt x="670635" y="48191"/>
                </a:cubicBezTo>
                <a:lnTo>
                  <a:pt x="658570" y="49836"/>
                </a:lnTo>
                <a:cubicBezTo>
                  <a:pt x="658022" y="46088"/>
                  <a:pt x="656434" y="43164"/>
                  <a:pt x="653806" y="41061"/>
                </a:cubicBezTo>
                <a:cubicBezTo>
                  <a:pt x="651178" y="38959"/>
                  <a:pt x="647465" y="37908"/>
                  <a:pt x="642666" y="37908"/>
                </a:cubicBezTo>
                <a:cubicBezTo>
                  <a:pt x="637000" y="37908"/>
                  <a:pt x="632955" y="38845"/>
                  <a:pt x="630533" y="40719"/>
                </a:cubicBezTo>
                <a:cubicBezTo>
                  <a:pt x="628111" y="42592"/>
                  <a:pt x="626900" y="44786"/>
                  <a:pt x="626900" y="47299"/>
                </a:cubicBezTo>
                <a:cubicBezTo>
                  <a:pt x="626900" y="48899"/>
                  <a:pt x="627403" y="50338"/>
                  <a:pt x="628408" y="51618"/>
                </a:cubicBezTo>
                <a:cubicBezTo>
                  <a:pt x="629413" y="52943"/>
                  <a:pt x="630990" y="54040"/>
                  <a:pt x="633138" y="54908"/>
                </a:cubicBezTo>
                <a:cubicBezTo>
                  <a:pt x="634372" y="55365"/>
                  <a:pt x="638005" y="56417"/>
                  <a:pt x="644037" y="58062"/>
                </a:cubicBezTo>
                <a:cubicBezTo>
                  <a:pt x="652766" y="60392"/>
                  <a:pt x="658856" y="62300"/>
                  <a:pt x="662306" y="63786"/>
                </a:cubicBezTo>
                <a:cubicBezTo>
                  <a:pt x="665756" y="65271"/>
                  <a:pt x="668464" y="67430"/>
                  <a:pt x="670429" y="70264"/>
                </a:cubicBezTo>
                <a:cubicBezTo>
                  <a:pt x="672394" y="73097"/>
                  <a:pt x="673377" y="76616"/>
                  <a:pt x="673377" y="80820"/>
                </a:cubicBezTo>
                <a:cubicBezTo>
                  <a:pt x="673377" y="84933"/>
                  <a:pt x="672177" y="88806"/>
                  <a:pt x="669778" y="92440"/>
                </a:cubicBezTo>
                <a:cubicBezTo>
                  <a:pt x="667379" y="96073"/>
                  <a:pt x="663917" y="98883"/>
                  <a:pt x="659393" y="100871"/>
                </a:cubicBezTo>
                <a:cubicBezTo>
                  <a:pt x="654868" y="102859"/>
                  <a:pt x="649750" y="103853"/>
                  <a:pt x="644037" y="103853"/>
                </a:cubicBezTo>
                <a:cubicBezTo>
                  <a:pt x="634578" y="103853"/>
                  <a:pt x="627368" y="101888"/>
                  <a:pt x="622410" y="97958"/>
                </a:cubicBezTo>
                <a:cubicBezTo>
                  <a:pt x="617451" y="94028"/>
                  <a:pt x="614287" y="88201"/>
                  <a:pt x="612916" y="80478"/>
                </a:cubicBezTo>
                <a:close/>
                <a:moveTo>
                  <a:pt x="726357" y="15904"/>
                </a:moveTo>
                <a:lnTo>
                  <a:pt x="726357" y="1714"/>
                </a:lnTo>
                <a:lnTo>
                  <a:pt x="738696" y="1714"/>
                </a:lnTo>
                <a:lnTo>
                  <a:pt x="738696" y="15904"/>
                </a:lnTo>
                <a:lnTo>
                  <a:pt x="726357" y="15904"/>
                </a:lnTo>
                <a:moveTo>
                  <a:pt x="726357" y="102208"/>
                </a:moveTo>
                <a:lnTo>
                  <a:pt x="726357" y="29408"/>
                </a:lnTo>
                <a:lnTo>
                  <a:pt x="738696" y="29408"/>
                </a:lnTo>
                <a:lnTo>
                  <a:pt x="738696" y="102208"/>
                </a:lnTo>
                <a:lnTo>
                  <a:pt x="726357" y="102208"/>
                </a:lnTo>
                <a:close/>
                <a:moveTo>
                  <a:pt x="752828" y="80478"/>
                </a:moveTo>
                <a:lnTo>
                  <a:pt x="765030" y="78558"/>
                </a:lnTo>
                <a:cubicBezTo>
                  <a:pt x="765716" y="83448"/>
                  <a:pt x="767624" y="87196"/>
                  <a:pt x="770754" y="89800"/>
                </a:cubicBezTo>
                <a:cubicBezTo>
                  <a:pt x="773885" y="92405"/>
                  <a:pt x="778260" y="93708"/>
                  <a:pt x="783881" y="93708"/>
                </a:cubicBezTo>
                <a:cubicBezTo>
                  <a:pt x="789548" y="93708"/>
                  <a:pt x="793753" y="92554"/>
                  <a:pt x="796495" y="90246"/>
                </a:cubicBezTo>
                <a:cubicBezTo>
                  <a:pt x="799237" y="87938"/>
                  <a:pt x="800608" y="85230"/>
                  <a:pt x="800608" y="82123"/>
                </a:cubicBezTo>
                <a:cubicBezTo>
                  <a:pt x="800608" y="79335"/>
                  <a:pt x="799397" y="77142"/>
                  <a:pt x="796975" y="75542"/>
                </a:cubicBezTo>
                <a:cubicBezTo>
                  <a:pt x="795284" y="74445"/>
                  <a:pt x="791079" y="73051"/>
                  <a:pt x="784361" y="71360"/>
                </a:cubicBezTo>
                <a:cubicBezTo>
                  <a:pt x="775313" y="69075"/>
                  <a:pt x="769040" y="67099"/>
                  <a:pt x="765544" y="65431"/>
                </a:cubicBezTo>
                <a:cubicBezTo>
                  <a:pt x="762048" y="63763"/>
                  <a:pt x="759398" y="61455"/>
                  <a:pt x="757593" y="58507"/>
                </a:cubicBezTo>
                <a:cubicBezTo>
                  <a:pt x="755787" y="55560"/>
                  <a:pt x="754885" y="52304"/>
                  <a:pt x="754885" y="48739"/>
                </a:cubicBezTo>
                <a:cubicBezTo>
                  <a:pt x="754885" y="45494"/>
                  <a:pt x="755627" y="42490"/>
                  <a:pt x="757113" y="39725"/>
                </a:cubicBezTo>
                <a:cubicBezTo>
                  <a:pt x="758598" y="36960"/>
                  <a:pt x="760620" y="34663"/>
                  <a:pt x="763179" y="32835"/>
                </a:cubicBezTo>
                <a:cubicBezTo>
                  <a:pt x="765099" y="31419"/>
                  <a:pt x="767715" y="30219"/>
                  <a:pt x="771028" y="29237"/>
                </a:cubicBezTo>
                <a:cubicBezTo>
                  <a:pt x="774342" y="28254"/>
                  <a:pt x="777895" y="27763"/>
                  <a:pt x="781688" y="27763"/>
                </a:cubicBezTo>
                <a:cubicBezTo>
                  <a:pt x="787400" y="27763"/>
                  <a:pt x="792416" y="28585"/>
                  <a:pt x="796735" y="30231"/>
                </a:cubicBezTo>
                <a:cubicBezTo>
                  <a:pt x="801053" y="31876"/>
                  <a:pt x="804241" y="34104"/>
                  <a:pt x="806297" y="36914"/>
                </a:cubicBezTo>
                <a:cubicBezTo>
                  <a:pt x="808354" y="39725"/>
                  <a:pt x="809771" y="43484"/>
                  <a:pt x="810547" y="48191"/>
                </a:cubicBezTo>
                <a:lnTo>
                  <a:pt x="798483" y="49836"/>
                </a:lnTo>
                <a:cubicBezTo>
                  <a:pt x="797934" y="46088"/>
                  <a:pt x="796346" y="43164"/>
                  <a:pt x="793718" y="41061"/>
                </a:cubicBezTo>
                <a:cubicBezTo>
                  <a:pt x="791091" y="38959"/>
                  <a:pt x="787378" y="37908"/>
                  <a:pt x="782579" y="37908"/>
                </a:cubicBezTo>
                <a:cubicBezTo>
                  <a:pt x="776912" y="37908"/>
                  <a:pt x="772868" y="38845"/>
                  <a:pt x="770446" y="40719"/>
                </a:cubicBezTo>
                <a:cubicBezTo>
                  <a:pt x="768024" y="42592"/>
                  <a:pt x="766813" y="44786"/>
                  <a:pt x="766813" y="47299"/>
                </a:cubicBezTo>
                <a:cubicBezTo>
                  <a:pt x="766813" y="48899"/>
                  <a:pt x="767315" y="50338"/>
                  <a:pt x="768321" y="51618"/>
                </a:cubicBezTo>
                <a:cubicBezTo>
                  <a:pt x="769326" y="52943"/>
                  <a:pt x="770903" y="54040"/>
                  <a:pt x="773051" y="54908"/>
                </a:cubicBezTo>
                <a:cubicBezTo>
                  <a:pt x="774285" y="55365"/>
                  <a:pt x="777918" y="56417"/>
                  <a:pt x="783950" y="58062"/>
                </a:cubicBezTo>
                <a:cubicBezTo>
                  <a:pt x="792679" y="60392"/>
                  <a:pt x="798768" y="62300"/>
                  <a:pt x="802219" y="63786"/>
                </a:cubicBezTo>
                <a:cubicBezTo>
                  <a:pt x="805669" y="65271"/>
                  <a:pt x="808377" y="67430"/>
                  <a:pt x="810342" y="70264"/>
                </a:cubicBezTo>
                <a:cubicBezTo>
                  <a:pt x="812307" y="73097"/>
                  <a:pt x="813289" y="76616"/>
                  <a:pt x="813289" y="80820"/>
                </a:cubicBezTo>
                <a:cubicBezTo>
                  <a:pt x="813289" y="84933"/>
                  <a:pt x="812090" y="88806"/>
                  <a:pt x="809691" y="92440"/>
                </a:cubicBezTo>
                <a:cubicBezTo>
                  <a:pt x="807291" y="96073"/>
                  <a:pt x="803830" y="98883"/>
                  <a:pt x="799305" y="100871"/>
                </a:cubicBezTo>
                <a:cubicBezTo>
                  <a:pt x="794781" y="102859"/>
                  <a:pt x="789663" y="103853"/>
                  <a:pt x="783950" y="103853"/>
                </a:cubicBezTo>
                <a:cubicBezTo>
                  <a:pt x="774490" y="103853"/>
                  <a:pt x="767281" y="101888"/>
                  <a:pt x="762323" y="97958"/>
                </a:cubicBezTo>
                <a:cubicBezTo>
                  <a:pt x="757364" y="94028"/>
                  <a:pt x="754199" y="88201"/>
                  <a:pt x="752828" y="80478"/>
                </a:cubicBezTo>
                <a:close/>
                <a:moveTo>
                  <a:pt x="866201" y="102208"/>
                </a:moveTo>
                <a:lnTo>
                  <a:pt x="866201" y="29408"/>
                </a:lnTo>
                <a:lnTo>
                  <a:pt x="877237" y="29408"/>
                </a:lnTo>
                <a:lnTo>
                  <a:pt x="877237" y="39622"/>
                </a:lnTo>
                <a:cubicBezTo>
                  <a:pt x="879522" y="36057"/>
                  <a:pt x="882562" y="33190"/>
                  <a:pt x="886355" y="31019"/>
                </a:cubicBezTo>
                <a:cubicBezTo>
                  <a:pt x="890148" y="28848"/>
                  <a:pt x="894466" y="27763"/>
                  <a:pt x="899311" y="27763"/>
                </a:cubicBezTo>
                <a:cubicBezTo>
                  <a:pt x="904703" y="27763"/>
                  <a:pt x="909125" y="28882"/>
                  <a:pt x="912575" y="31122"/>
                </a:cubicBezTo>
                <a:cubicBezTo>
                  <a:pt x="916025" y="33361"/>
                  <a:pt x="918459" y="36491"/>
                  <a:pt x="919876" y="40513"/>
                </a:cubicBezTo>
                <a:cubicBezTo>
                  <a:pt x="925634" y="32013"/>
                  <a:pt x="933129" y="27763"/>
                  <a:pt x="942360" y="27763"/>
                </a:cubicBezTo>
                <a:cubicBezTo>
                  <a:pt x="949581" y="27763"/>
                  <a:pt x="955133" y="29762"/>
                  <a:pt x="959018" y="33761"/>
                </a:cubicBezTo>
                <a:cubicBezTo>
                  <a:pt x="962902" y="37760"/>
                  <a:pt x="964844" y="43918"/>
                  <a:pt x="964844" y="52235"/>
                </a:cubicBezTo>
                <a:lnTo>
                  <a:pt x="964844" y="102208"/>
                </a:lnTo>
                <a:lnTo>
                  <a:pt x="952574" y="102208"/>
                </a:lnTo>
                <a:lnTo>
                  <a:pt x="952574" y="56348"/>
                </a:lnTo>
                <a:cubicBezTo>
                  <a:pt x="952574" y="51412"/>
                  <a:pt x="952174" y="47859"/>
                  <a:pt x="951374" y="45689"/>
                </a:cubicBezTo>
                <a:cubicBezTo>
                  <a:pt x="950574" y="43518"/>
                  <a:pt x="949124" y="41770"/>
                  <a:pt x="947021" y="40444"/>
                </a:cubicBezTo>
                <a:cubicBezTo>
                  <a:pt x="944919" y="39119"/>
                  <a:pt x="942451" y="38457"/>
                  <a:pt x="939618" y="38457"/>
                </a:cubicBezTo>
                <a:cubicBezTo>
                  <a:pt x="934500" y="38457"/>
                  <a:pt x="930249" y="40159"/>
                  <a:pt x="926868" y="43563"/>
                </a:cubicBezTo>
                <a:cubicBezTo>
                  <a:pt x="923486" y="46968"/>
                  <a:pt x="921795" y="52418"/>
                  <a:pt x="921795" y="59913"/>
                </a:cubicBezTo>
                <a:lnTo>
                  <a:pt x="921795" y="102208"/>
                </a:lnTo>
                <a:lnTo>
                  <a:pt x="909456" y="102208"/>
                </a:lnTo>
                <a:lnTo>
                  <a:pt x="909456" y="54908"/>
                </a:lnTo>
                <a:cubicBezTo>
                  <a:pt x="909456" y="49424"/>
                  <a:pt x="908451" y="45312"/>
                  <a:pt x="906440" y="42570"/>
                </a:cubicBezTo>
                <a:cubicBezTo>
                  <a:pt x="904429" y="39828"/>
                  <a:pt x="901139" y="38457"/>
                  <a:pt x="896569" y="38457"/>
                </a:cubicBezTo>
                <a:cubicBezTo>
                  <a:pt x="893095" y="38457"/>
                  <a:pt x="889885" y="39371"/>
                  <a:pt x="886937" y="41199"/>
                </a:cubicBezTo>
                <a:cubicBezTo>
                  <a:pt x="883990" y="43027"/>
                  <a:pt x="881853" y="45700"/>
                  <a:pt x="880528" y="49219"/>
                </a:cubicBezTo>
                <a:cubicBezTo>
                  <a:pt x="879203" y="52738"/>
                  <a:pt x="878540" y="57810"/>
                  <a:pt x="878540" y="64437"/>
                </a:cubicBezTo>
                <a:lnTo>
                  <a:pt x="878540" y="102208"/>
                </a:lnTo>
                <a:lnTo>
                  <a:pt x="866201" y="102208"/>
                </a:lnTo>
                <a:close/>
                <a:moveTo>
                  <a:pt x="977880" y="65808"/>
                </a:moveTo>
                <a:cubicBezTo>
                  <a:pt x="977880" y="52326"/>
                  <a:pt x="981627" y="42341"/>
                  <a:pt x="989122" y="35852"/>
                </a:cubicBezTo>
                <a:cubicBezTo>
                  <a:pt x="995383" y="30459"/>
                  <a:pt x="1003015" y="27763"/>
                  <a:pt x="1012018" y="27763"/>
                </a:cubicBezTo>
                <a:cubicBezTo>
                  <a:pt x="1022026" y="27763"/>
                  <a:pt x="1030206" y="31042"/>
                  <a:pt x="1036559" y="37600"/>
                </a:cubicBezTo>
                <a:cubicBezTo>
                  <a:pt x="1042911" y="44158"/>
                  <a:pt x="1046087" y="53218"/>
                  <a:pt x="1046087" y="64780"/>
                </a:cubicBezTo>
                <a:cubicBezTo>
                  <a:pt x="1046087" y="74148"/>
                  <a:pt x="1044682" y="81517"/>
                  <a:pt x="1041871" y="86887"/>
                </a:cubicBezTo>
                <a:cubicBezTo>
                  <a:pt x="1039061" y="92257"/>
                  <a:pt x="1034970" y="96427"/>
                  <a:pt x="1029601" y="99397"/>
                </a:cubicBezTo>
                <a:cubicBezTo>
                  <a:pt x="1024231" y="102368"/>
                  <a:pt x="1018370" y="103853"/>
                  <a:pt x="1012018" y="103853"/>
                </a:cubicBezTo>
                <a:cubicBezTo>
                  <a:pt x="1001827" y="103853"/>
                  <a:pt x="993589" y="100586"/>
                  <a:pt x="987305" y="94051"/>
                </a:cubicBezTo>
                <a:cubicBezTo>
                  <a:pt x="981022" y="87515"/>
                  <a:pt x="977880" y="78101"/>
                  <a:pt x="977880" y="65808"/>
                </a:cubicBezTo>
                <a:moveTo>
                  <a:pt x="990562" y="65808"/>
                </a:moveTo>
                <a:cubicBezTo>
                  <a:pt x="990562" y="75131"/>
                  <a:pt x="992595" y="82111"/>
                  <a:pt x="996662" y="86750"/>
                </a:cubicBezTo>
                <a:cubicBezTo>
                  <a:pt x="1000730" y="91388"/>
                  <a:pt x="1005848" y="93708"/>
                  <a:pt x="1012018" y="93708"/>
                </a:cubicBezTo>
                <a:cubicBezTo>
                  <a:pt x="1018141" y="93708"/>
                  <a:pt x="1023237" y="91377"/>
                  <a:pt x="1027304" y="86716"/>
                </a:cubicBezTo>
                <a:cubicBezTo>
                  <a:pt x="1031372" y="82054"/>
                  <a:pt x="1033405" y="74948"/>
                  <a:pt x="1033405" y="65397"/>
                </a:cubicBezTo>
                <a:cubicBezTo>
                  <a:pt x="1033405" y="56394"/>
                  <a:pt x="1031360" y="49573"/>
                  <a:pt x="1027270" y="44934"/>
                </a:cubicBezTo>
                <a:cubicBezTo>
                  <a:pt x="1023180" y="40296"/>
                  <a:pt x="1018096" y="37977"/>
                  <a:pt x="1012018" y="37977"/>
                </a:cubicBezTo>
                <a:cubicBezTo>
                  <a:pt x="1005848" y="37977"/>
                  <a:pt x="1000730" y="40285"/>
                  <a:pt x="996662" y="44900"/>
                </a:cubicBezTo>
                <a:cubicBezTo>
                  <a:pt x="992595" y="49516"/>
                  <a:pt x="990562" y="56485"/>
                  <a:pt x="990562" y="65808"/>
                </a:cubicBezTo>
                <a:close/>
                <a:moveTo>
                  <a:pt x="1060140" y="102208"/>
                </a:moveTo>
                <a:lnTo>
                  <a:pt x="1060140" y="29408"/>
                </a:lnTo>
                <a:lnTo>
                  <a:pt x="1071245" y="29408"/>
                </a:lnTo>
                <a:lnTo>
                  <a:pt x="1071245" y="40444"/>
                </a:lnTo>
                <a:cubicBezTo>
                  <a:pt x="1074079" y="35280"/>
                  <a:pt x="1076695" y="31876"/>
                  <a:pt x="1079094" y="30231"/>
                </a:cubicBezTo>
                <a:cubicBezTo>
                  <a:pt x="1081494" y="28585"/>
                  <a:pt x="1084133" y="27763"/>
                  <a:pt x="1087012" y="27763"/>
                </a:cubicBezTo>
                <a:cubicBezTo>
                  <a:pt x="1091171" y="27763"/>
                  <a:pt x="1095398" y="29088"/>
                  <a:pt x="1099694" y="31739"/>
                </a:cubicBezTo>
                <a:lnTo>
                  <a:pt x="1095444" y="43186"/>
                </a:lnTo>
                <a:cubicBezTo>
                  <a:pt x="1092427" y="41404"/>
                  <a:pt x="1089411" y="40513"/>
                  <a:pt x="1086395" y="40513"/>
                </a:cubicBezTo>
                <a:cubicBezTo>
                  <a:pt x="1083699" y="40513"/>
                  <a:pt x="1081277" y="41324"/>
                  <a:pt x="1079129" y="42947"/>
                </a:cubicBezTo>
                <a:cubicBezTo>
                  <a:pt x="1076981" y="44569"/>
                  <a:pt x="1075450" y="46820"/>
                  <a:pt x="1074536" y="49699"/>
                </a:cubicBezTo>
                <a:cubicBezTo>
                  <a:pt x="1073165" y="54086"/>
                  <a:pt x="1072479" y="58884"/>
                  <a:pt x="1072479" y="64094"/>
                </a:cubicBezTo>
                <a:lnTo>
                  <a:pt x="1072479" y="102208"/>
                </a:lnTo>
                <a:lnTo>
                  <a:pt x="1060140" y="102208"/>
                </a:lnTo>
                <a:close/>
                <a:moveTo>
                  <a:pt x="1156470" y="78764"/>
                </a:moveTo>
                <a:lnTo>
                  <a:pt x="1169220" y="80341"/>
                </a:lnTo>
                <a:cubicBezTo>
                  <a:pt x="1167209" y="87790"/>
                  <a:pt x="1163485" y="93571"/>
                  <a:pt x="1158046" y="97684"/>
                </a:cubicBezTo>
                <a:cubicBezTo>
                  <a:pt x="1152608" y="101797"/>
                  <a:pt x="1145662" y="103853"/>
                  <a:pt x="1137207" y="103853"/>
                </a:cubicBezTo>
                <a:cubicBezTo>
                  <a:pt x="1126559" y="103853"/>
                  <a:pt x="1118116" y="100574"/>
                  <a:pt x="1111878" y="94016"/>
                </a:cubicBezTo>
                <a:cubicBezTo>
                  <a:pt x="1105640" y="87458"/>
                  <a:pt x="1102521" y="78261"/>
                  <a:pt x="1102521" y="66425"/>
                </a:cubicBezTo>
                <a:cubicBezTo>
                  <a:pt x="1102521" y="54177"/>
                  <a:pt x="1105674" y="44672"/>
                  <a:pt x="1111981" y="37908"/>
                </a:cubicBezTo>
                <a:cubicBezTo>
                  <a:pt x="1118287" y="31145"/>
                  <a:pt x="1126468" y="27763"/>
                  <a:pt x="1136522" y="27763"/>
                </a:cubicBezTo>
                <a:cubicBezTo>
                  <a:pt x="1146256" y="27763"/>
                  <a:pt x="1154208" y="31076"/>
                  <a:pt x="1160377" y="37702"/>
                </a:cubicBezTo>
                <a:cubicBezTo>
                  <a:pt x="1166546" y="44329"/>
                  <a:pt x="1169631" y="53652"/>
                  <a:pt x="1169631" y="65671"/>
                </a:cubicBezTo>
                <a:cubicBezTo>
                  <a:pt x="1169631" y="66402"/>
                  <a:pt x="1169608" y="67499"/>
                  <a:pt x="1169563" y="68961"/>
                </a:cubicBezTo>
                <a:lnTo>
                  <a:pt x="1115271" y="68961"/>
                </a:lnTo>
                <a:cubicBezTo>
                  <a:pt x="1115728" y="76959"/>
                  <a:pt x="1117990" y="83083"/>
                  <a:pt x="1122058" y="87333"/>
                </a:cubicBezTo>
                <a:cubicBezTo>
                  <a:pt x="1126125" y="91583"/>
                  <a:pt x="1131198" y="93708"/>
                  <a:pt x="1137276" y="93708"/>
                </a:cubicBezTo>
                <a:cubicBezTo>
                  <a:pt x="1141800" y="93708"/>
                  <a:pt x="1145662" y="92520"/>
                  <a:pt x="1148861" y="90143"/>
                </a:cubicBezTo>
                <a:cubicBezTo>
                  <a:pt x="1152060" y="87767"/>
                  <a:pt x="1154596" y="83974"/>
                  <a:pt x="1156470" y="78764"/>
                </a:cubicBezTo>
                <a:moveTo>
                  <a:pt x="1115957" y="58816"/>
                </a:moveTo>
                <a:lnTo>
                  <a:pt x="1156607" y="58816"/>
                </a:lnTo>
                <a:cubicBezTo>
                  <a:pt x="1156058" y="52692"/>
                  <a:pt x="1154505" y="48099"/>
                  <a:pt x="1151945" y="45037"/>
                </a:cubicBezTo>
                <a:cubicBezTo>
                  <a:pt x="1148015" y="40285"/>
                  <a:pt x="1142920" y="37908"/>
                  <a:pt x="1136659" y="37908"/>
                </a:cubicBezTo>
                <a:cubicBezTo>
                  <a:pt x="1130992" y="37908"/>
                  <a:pt x="1126228" y="39805"/>
                  <a:pt x="1122366" y="43598"/>
                </a:cubicBezTo>
                <a:cubicBezTo>
                  <a:pt x="1118504" y="47391"/>
                  <a:pt x="1116368" y="52464"/>
                  <a:pt x="1115957" y="58816"/>
                </a:cubicBezTo>
                <a:close/>
                <a:moveTo>
                  <a:pt x="1222660" y="102208"/>
                </a:moveTo>
                <a:lnTo>
                  <a:pt x="1222660" y="1714"/>
                </a:lnTo>
                <a:lnTo>
                  <a:pt x="1234999" y="1714"/>
                </a:lnTo>
                <a:lnTo>
                  <a:pt x="1234999" y="102208"/>
                </a:lnTo>
                <a:lnTo>
                  <a:pt x="1222660" y="102208"/>
                </a:lnTo>
                <a:close/>
                <a:moveTo>
                  <a:pt x="1254478" y="15904"/>
                </a:moveTo>
                <a:lnTo>
                  <a:pt x="1254478" y="1714"/>
                </a:lnTo>
                <a:lnTo>
                  <a:pt x="1266817" y="1714"/>
                </a:lnTo>
                <a:lnTo>
                  <a:pt x="1266817" y="15904"/>
                </a:lnTo>
                <a:lnTo>
                  <a:pt x="1254478" y="15904"/>
                </a:lnTo>
                <a:moveTo>
                  <a:pt x="1254478" y="102208"/>
                </a:moveTo>
                <a:lnTo>
                  <a:pt x="1254478" y="29408"/>
                </a:lnTo>
                <a:lnTo>
                  <a:pt x="1266817" y="29408"/>
                </a:lnTo>
                <a:lnTo>
                  <a:pt x="1266817" y="102208"/>
                </a:lnTo>
                <a:lnTo>
                  <a:pt x="1254478" y="102208"/>
                </a:lnTo>
                <a:close/>
                <a:moveTo>
                  <a:pt x="1285953" y="102208"/>
                </a:moveTo>
                <a:lnTo>
                  <a:pt x="1285953" y="1714"/>
                </a:lnTo>
                <a:lnTo>
                  <a:pt x="1298292" y="1714"/>
                </a:lnTo>
                <a:lnTo>
                  <a:pt x="1298292" y="59021"/>
                </a:lnTo>
                <a:lnTo>
                  <a:pt x="1327494" y="29408"/>
                </a:lnTo>
                <a:lnTo>
                  <a:pt x="1343466" y="29408"/>
                </a:lnTo>
                <a:lnTo>
                  <a:pt x="1315635" y="56417"/>
                </a:lnTo>
                <a:lnTo>
                  <a:pt x="1346277" y="102208"/>
                </a:lnTo>
                <a:lnTo>
                  <a:pt x="1331059" y="102208"/>
                </a:lnTo>
                <a:lnTo>
                  <a:pt x="1306998" y="64985"/>
                </a:lnTo>
                <a:lnTo>
                  <a:pt x="1298292" y="73348"/>
                </a:lnTo>
                <a:lnTo>
                  <a:pt x="1298292" y="102208"/>
                </a:lnTo>
                <a:lnTo>
                  <a:pt x="1285953" y="102208"/>
                </a:lnTo>
                <a:close/>
                <a:moveTo>
                  <a:pt x="1405662" y="78764"/>
                </a:moveTo>
                <a:lnTo>
                  <a:pt x="1418413" y="80341"/>
                </a:lnTo>
                <a:cubicBezTo>
                  <a:pt x="1416402" y="87790"/>
                  <a:pt x="1412677" y="93571"/>
                  <a:pt x="1407239" y="97684"/>
                </a:cubicBezTo>
                <a:cubicBezTo>
                  <a:pt x="1401801" y="101797"/>
                  <a:pt x="1394854" y="103853"/>
                  <a:pt x="1386400" y="103853"/>
                </a:cubicBezTo>
                <a:cubicBezTo>
                  <a:pt x="1375752" y="103853"/>
                  <a:pt x="1367309" y="100574"/>
                  <a:pt x="1361071" y="94016"/>
                </a:cubicBezTo>
                <a:cubicBezTo>
                  <a:pt x="1354832" y="87458"/>
                  <a:pt x="1351713" y="78261"/>
                  <a:pt x="1351713" y="66425"/>
                </a:cubicBezTo>
                <a:cubicBezTo>
                  <a:pt x="1351713" y="54177"/>
                  <a:pt x="1354867" y="44672"/>
                  <a:pt x="1361173" y="37908"/>
                </a:cubicBezTo>
                <a:cubicBezTo>
                  <a:pt x="1367480" y="31145"/>
                  <a:pt x="1375660" y="27763"/>
                  <a:pt x="1385714" y="27763"/>
                </a:cubicBezTo>
                <a:cubicBezTo>
                  <a:pt x="1395448" y="27763"/>
                  <a:pt x="1403400" y="31076"/>
                  <a:pt x="1409570" y="37702"/>
                </a:cubicBezTo>
                <a:cubicBezTo>
                  <a:pt x="1415739" y="44329"/>
                  <a:pt x="1418824" y="53652"/>
                  <a:pt x="1418824" y="65671"/>
                </a:cubicBezTo>
                <a:cubicBezTo>
                  <a:pt x="1418824" y="66402"/>
                  <a:pt x="1418801" y="67499"/>
                  <a:pt x="1418755" y="68961"/>
                </a:cubicBezTo>
                <a:lnTo>
                  <a:pt x="1364464" y="68961"/>
                </a:lnTo>
                <a:cubicBezTo>
                  <a:pt x="1364921" y="76959"/>
                  <a:pt x="1367183" y="83083"/>
                  <a:pt x="1371250" y="87333"/>
                </a:cubicBezTo>
                <a:cubicBezTo>
                  <a:pt x="1375317" y="91583"/>
                  <a:pt x="1380390" y="93708"/>
                  <a:pt x="1386468" y="93708"/>
                </a:cubicBezTo>
                <a:cubicBezTo>
                  <a:pt x="1390993" y="93708"/>
                  <a:pt x="1394854" y="92520"/>
                  <a:pt x="1398053" y="90143"/>
                </a:cubicBezTo>
                <a:cubicBezTo>
                  <a:pt x="1401252" y="87767"/>
                  <a:pt x="1403789" y="83974"/>
                  <a:pt x="1405662" y="78764"/>
                </a:cubicBezTo>
                <a:moveTo>
                  <a:pt x="1365149" y="58816"/>
                </a:moveTo>
                <a:lnTo>
                  <a:pt x="1405799" y="58816"/>
                </a:lnTo>
                <a:cubicBezTo>
                  <a:pt x="1405251" y="52692"/>
                  <a:pt x="1403697" y="48099"/>
                  <a:pt x="1401138" y="45037"/>
                </a:cubicBezTo>
                <a:cubicBezTo>
                  <a:pt x="1397208" y="40285"/>
                  <a:pt x="1392112" y="37908"/>
                  <a:pt x="1385851" y="37908"/>
                </a:cubicBezTo>
                <a:cubicBezTo>
                  <a:pt x="1380185" y="37908"/>
                  <a:pt x="1375420" y="39805"/>
                  <a:pt x="1371559" y="43598"/>
                </a:cubicBezTo>
                <a:cubicBezTo>
                  <a:pt x="1367697" y="47391"/>
                  <a:pt x="1365561" y="52464"/>
                  <a:pt x="1365149" y="58816"/>
                </a:cubicBezTo>
                <a:close/>
                <a:moveTo>
                  <a:pt x="1433357" y="102208"/>
                </a:moveTo>
                <a:lnTo>
                  <a:pt x="1433357" y="1714"/>
                </a:lnTo>
                <a:lnTo>
                  <a:pt x="1445696" y="1714"/>
                </a:lnTo>
                <a:lnTo>
                  <a:pt x="1445696" y="102208"/>
                </a:lnTo>
                <a:lnTo>
                  <a:pt x="1433357" y="102208"/>
                </a:lnTo>
                <a:close/>
                <a:moveTo>
                  <a:pt x="1464558" y="130245"/>
                </a:moveTo>
                <a:lnTo>
                  <a:pt x="1463187" y="118660"/>
                </a:lnTo>
                <a:cubicBezTo>
                  <a:pt x="1465883" y="119391"/>
                  <a:pt x="1468237" y="119757"/>
                  <a:pt x="1470247" y="119757"/>
                </a:cubicBezTo>
                <a:cubicBezTo>
                  <a:pt x="1472989" y="119757"/>
                  <a:pt x="1475183" y="119300"/>
                  <a:pt x="1476828" y="118386"/>
                </a:cubicBezTo>
                <a:cubicBezTo>
                  <a:pt x="1478473" y="117472"/>
                  <a:pt x="1479821" y="116192"/>
                  <a:pt x="1480873" y="114547"/>
                </a:cubicBezTo>
                <a:cubicBezTo>
                  <a:pt x="1481649" y="113313"/>
                  <a:pt x="1482906" y="110251"/>
                  <a:pt x="1484643" y="105361"/>
                </a:cubicBezTo>
                <a:cubicBezTo>
                  <a:pt x="1484871" y="104676"/>
                  <a:pt x="1485237" y="103670"/>
                  <a:pt x="1485740" y="102345"/>
                </a:cubicBezTo>
                <a:lnTo>
                  <a:pt x="1458114" y="29408"/>
                </a:lnTo>
                <a:lnTo>
                  <a:pt x="1471413" y="29408"/>
                </a:lnTo>
                <a:lnTo>
                  <a:pt x="1486562" y="71566"/>
                </a:lnTo>
                <a:cubicBezTo>
                  <a:pt x="1488527" y="76913"/>
                  <a:pt x="1490287" y="82534"/>
                  <a:pt x="1491841" y="88429"/>
                </a:cubicBezTo>
                <a:cubicBezTo>
                  <a:pt x="1493257" y="82763"/>
                  <a:pt x="1494948" y="77233"/>
                  <a:pt x="1496913" y="71840"/>
                </a:cubicBezTo>
                <a:lnTo>
                  <a:pt x="1512474" y="29408"/>
                </a:lnTo>
                <a:lnTo>
                  <a:pt x="1524813" y="29408"/>
                </a:lnTo>
                <a:lnTo>
                  <a:pt x="1497119" y="103442"/>
                </a:lnTo>
                <a:cubicBezTo>
                  <a:pt x="1494148" y="111439"/>
                  <a:pt x="1491841" y="116946"/>
                  <a:pt x="1490195" y="119962"/>
                </a:cubicBezTo>
                <a:cubicBezTo>
                  <a:pt x="1488002" y="124030"/>
                  <a:pt x="1485488" y="127012"/>
                  <a:pt x="1482655" y="128908"/>
                </a:cubicBezTo>
                <a:cubicBezTo>
                  <a:pt x="1479821" y="130805"/>
                  <a:pt x="1476440" y="131753"/>
                  <a:pt x="1472509" y="131753"/>
                </a:cubicBezTo>
                <a:cubicBezTo>
                  <a:pt x="1470133" y="131753"/>
                  <a:pt x="1467482" y="131250"/>
                  <a:pt x="1464558" y="130245"/>
                </a:cubicBezTo>
                <a:close/>
                <a:moveTo>
                  <a:pt x="1600484" y="91171"/>
                </a:moveTo>
                <a:lnTo>
                  <a:pt x="1602266" y="102071"/>
                </a:lnTo>
                <a:cubicBezTo>
                  <a:pt x="1598793" y="102802"/>
                  <a:pt x="1595685" y="103168"/>
                  <a:pt x="1592943" y="103168"/>
                </a:cubicBezTo>
                <a:cubicBezTo>
                  <a:pt x="1588465" y="103168"/>
                  <a:pt x="1584991" y="102459"/>
                  <a:pt x="1582524" y="101043"/>
                </a:cubicBezTo>
                <a:cubicBezTo>
                  <a:pt x="1580056" y="99626"/>
                  <a:pt x="1578319" y="97764"/>
                  <a:pt x="1577314" y="95456"/>
                </a:cubicBezTo>
                <a:cubicBezTo>
                  <a:pt x="1576308" y="93148"/>
                  <a:pt x="1575806" y="88292"/>
                  <a:pt x="1575806" y="80889"/>
                </a:cubicBezTo>
                <a:lnTo>
                  <a:pt x="1575806" y="39005"/>
                </a:lnTo>
                <a:lnTo>
                  <a:pt x="1566757" y="39005"/>
                </a:lnTo>
                <a:lnTo>
                  <a:pt x="1566757" y="29408"/>
                </a:lnTo>
                <a:lnTo>
                  <a:pt x="1575806" y="29408"/>
                </a:lnTo>
                <a:lnTo>
                  <a:pt x="1575806" y="11379"/>
                </a:lnTo>
                <a:lnTo>
                  <a:pt x="1588076" y="3976"/>
                </a:lnTo>
                <a:lnTo>
                  <a:pt x="1588076" y="29408"/>
                </a:lnTo>
                <a:lnTo>
                  <a:pt x="1600484" y="29408"/>
                </a:lnTo>
                <a:lnTo>
                  <a:pt x="1600484" y="39005"/>
                </a:lnTo>
                <a:lnTo>
                  <a:pt x="1588076" y="39005"/>
                </a:lnTo>
                <a:lnTo>
                  <a:pt x="1588076" y="81574"/>
                </a:lnTo>
                <a:cubicBezTo>
                  <a:pt x="1588076" y="85093"/>
                  <a:pt x="1588293" y="87355"/>
                  <a:pt x="1588727" y="88361"/>
                </a:cubicBezTo>
                <a:cubicBezTo>
                  <a:pt x="1589162" y="89366"/>
                  <a:pt x="1589870" y="90166"/>
                  <a:pt x="1590853" y="90760"/>
                </a:cubicBezTo>
                <a:cubicBezTo>
                  <a:pt x="1591835" y="91354"/>
                  <a:pt x="1593240" y="91651"/>
                  <a:pt x="1595068" y="91651"/>
                </a:cubicBezTo>
                <a:cubicBezTo>
                  <a:pt x="1596439" y="91651"/>
                  <a:pt x="1598244" y="91491"/>
                  <a:pt x="1600484" y="91171"/>
                </a:cubicBezTo>
                <a:close/>
                <a:moveTo>
                  <a:pt x="1607447" y="65808"/>
                </a:moveTo>
                <a:cubicBezTo>
                  <a:pt x="1607447" y="52326"/>
                  <a:pt x="1611194" y="42341"/>
                  <a:pt x="1618689" y="35852"/>
                </a:cubicBezTo>
                <a:cubicBezTo>
                  <a:pt x="1624950" y="30459"/>
                  <a:pt x="1632582" y="27763"/>
                  <a:pt x="1641585" y="27763"/>
                </a:cubicBezTo>
                <a:cubicBezTo>
                  <a:pt x="1651593" y="27763"/>
                  <a:pt x="1659773" y="31042"/>
                  <a:pt x="1666125" y="37600"/>
                </a:cubicBezTo>
                <a:cubicBezTo>
                  <a:pt x="1672478" y="44158"/>
                  <a:pt x="1675654" y="53218"/>
                  <a:pt x="1675654" y="64780"/>
                </a:cubicBezTo>
                <a:cubicBezTo>
                  <a:pt x="1675654" y="74148"/>
                  <a:pt x="1674249" y="81517"/>
                  <a:pt x="1671438" y="86887"/>
                </a:cubicBezTo>
                <a:cubicBezTo>
                  <a:pt x="1668628" y="92257"/>
                  <a:pt x="1664537" y="96427"/>
                  <a:pt x="1659168" y="99397"/>
                </a:cubicBezTo>
                <a:cubicBezTo>
                  <a:pt x="1653798" y="102368"/>
                  <a:pt x="1647937" y="103853"/>
                  <a:pt x="1641585" y="103853"/>
                </a:cubicBezTo>
                <a:cubicBezTo>
                  <a:pt x="1631394" y="103853"/>
                  <a:pt x="1623156" y="100586"/>
                  <a:pt x="1616872" y="94051"/>
                </a:cubicBezTo>
                <a:cubicBezTo>
                  <a:pt x="1610589" y="87515"/>
                  <a:pt x="1607447" y="78101"/>
                  <a:pt x="1607447" y="65808"/>
                </a:cubicBezTo>
                <a:moveTo>
                  <a:pt x="1620128" y="65808"/>
                </a:moveTo>
                <a:cubicBezTo>
                  <a:pt x="1620128" y="75131"/>
                  <a:pt x="1622162" y="82111"/>
                  <a:pt x="1626229" y="86750"/>
                </a:cubicBezTo>
                <a:cubicBezTo>
                  <a:pt x="1630297" y="91388"/>
                  <a:pt x="1635415" y="93708"/>
                  <a:pt x="1641585" y="93708"/>
                </a:cubicBezTo>
                <a:cubicBezTo>
                  <a:pt x="1647708" y="93708"/>
                  <a:pt x="1652804" y="91377"/>
                  <a:pt x="1656871" y="86716"/>
                </a:cubicBezTo>
                <a:cubicBezTo>
                  <a:pt x="1660939" y="82054"/>
                  <a:pt x="1662972" y="74948"/>
                  <a:pt x="1662972" y="65397"/>
                </a:cubicBezTo>
                <a:cubicBezTo>
                  <a:pt x="1662972" y="56394"/>
                  <a:pt x="1660927" y="49573"/>
                  <a:pt x="1656837" y="44934"/>
                </a:cubicBezTo>
                <a:cubicBezTo>
                  <a:pt x="1652747" y="40296"/>
                  <a:pt x="1647663" y="37977"/>
                  <a:pt x="1641585" y="37977"/>
                </a:cubicBezTo>
                <a:cubicBezTo>
                  <a:pt x="1635415" y="37977"/>
                  <a:pt x="1630297" y="40285"/>
                  <a:pt x="1626229" y="44900"/>
                </a:cubicBezTo>
                <a:cubicBezTo>
                  <a:pt x="1622162" y="49516"/>
                  <a:pt x="1620128" y="56485"/>
                  <a:pt x="1620128" y="65808"/>
                </a:cubicBezTo>
                <a:close/>
                <a:moveTo>
                  <a:pt x="1739718" y="102208"/>
                </a:moveTo>
                <a:lnTo>
                  <a:pt x="1728270" y="102208"/>
                </a:lnTo>
                <a:lnTo>
                  <a:pt x="1728270" y="1714"/>
                </a:lnTo>
                <a:lnTo>
                  <a:pt x="1740609" y="1714"/>
                </a:lnTo>
                <a:lnTo>
                  <a:pt x="1740609" y="37565"/>
                </a:lnTo>
                <a:cubicBezTo>
                  <a:pt x="1745819" y="31030"/>
                  <a:pt x="1752468" y="27763"/>
                  <a:pt x="1760557" y="27763"/>
                </a:cubicBezTo>
                <a:cubicBezTo>
                  <a:pt x="1765035" y="27763"/>
                  <a:pt x="1769274" y="28665"/>
                  <a:pt x="1773273" y="30470"/>
                </a:cubicBezTo>
                <a:cubicBezTo>
                  <a:pt x="1777272" y="32276"/>
                  <a:pt x="1780562" y="34812"/>
                  <a:pt x="1783144" y="38079"/>
                </a:cubicBezTo>
                <a:cubicBezTo>
                  <a:pt x="1785726" y="41347"/>
                  <a:pt x="1787748" y="45289"/>
                  <a:pt x="1789211" y="49904"/>
                </a:cubicBezTo>
                <a:cubicBezTo>
                  <a:pt x="1790673" y="54520"/>
                  <a:pt x="1791404" y="59456"/>
                  <a:pt x="1791404" y="64711"/>
                </a:cubicBezTo>
                <a:cubicBezTo>
                  <a:pt x="1791404" y="77187"/>
                  <a:pt x="1788320" y="86830"/>
                  <a:pt x="1782150" y="93639"/>
                </a:cubicBezTo>
                <a:cubicBezTo>
                  <a:pt x="1775981" y="100448"/>
                  <a:pt x="1768577" y="103853"/>
                  <a:pt x="1759940" y="103853"/>
                </a:cubicBezTo>
                <a:cubicBezTo>
                  <a:pt x="1751348" y="103853"/>
                  <a:pt x="1744608" y="100266"/>
                  <a:pt x="1739718" y="93091"/>
                </a:cubicBezTo>
                <a:lnTo>
                  <a:pt x="1739718" y="102208"/>
                </a:lnTo>
                <a:moveTo>
                  <a:pt x="1739581" y="65260"/>
                </a:moveTo>
                <a:cubicBezTo>
                  <a:pt x="1739581" y="73988"/>
                  <a:pt x="1740769" y="80295"/>
                  <a:pt x="1743145" y="84179"/>
                </a:cubicBezTo>
                <a:cubicBezTo>
                  <a:pt x="1747030" y="90532"/>
                  <a:pt x="1752285" y="93708"/>
                  <a:pt x="1758912" y="93708"/>
                </a:cubicBezTo>
                <a:cubicBezTo>
                  <a:pt x="1764304" y="93708"/>
                  <a:pt x="1768966" y="91366"/>
                  <a:pt x="1772896" y="86681"/>
                </a:cubicBezTo>
                <a:cubicBezTo>
                  <a:pt x="1776826" y="81997"/>
                  <a:pt x="1778791" y="75016"/>
                  <a:pt x="1778791" y="65739"/>
                </a:cubicBezTo>
                <a:cubicBezTo>
                  <a:pt x="1778791" y="56234"/>
                  <a:pt x="1776906" y="49219"/>
                  <a:pt x="1773136" y="44695"/>
                </a:cubicBezTo>
                <a:cubicBezTo>
                  <a:pt x="1769366" y="40170"/>
                  <a:pt x="1764807" y="37908"/>
                  <a:pt x="1759460" y="37908"/>
                </a:cubicBezTo>
                <a:cubicBezTo>
                  <a:pt x="1754067" y="37908"/>
                  <a:pt x="1749406" y="40250"/>
                  <a:pt x="1745476" y="44934"/>
                </a:cubicBezTo>
                <a:cubicBezTo>
                  <a:pt x="1741546" y="49619"/>
                  <a:pt x="1739581" y="56394"/>
                  <a:pt x="1739581" y="65260"/>
                </a:cubicBezTo>
                <a:close/>
                <a:moveTo>
                  <a:pt x="1855979" y="78764"/>
                </a:moveTo>
                <a:lnTo>
                  <a:pt x="1868730" y="80341"/>
                </a:lnTo>
                <a:cubicBezTo>
                  <a:pt x="1866719" y="87790"/>
                  <a:pt x="1862994" y="93571"/>
                  <a:pt x="1857556" y="97684"/>
                </a:cubicBezTo>
                <a:cubicBezTo>
                  <a:pt x="1852118" y="101797"/>
                  <a:pt x="1845171" y="103853"/>
                  <a:pt x="1836717" y="103853"/>
                </a:cubicBezTo>
                <a:cubicBezTo>
                  <a:pt x="1826069" y="103853"/>
                  <a:pt x="1817626" y="100574"/>
                  <a:pt x="1811388" y="94016"/>
                </a:cubicBezTo>
                <a:cubicBezTo>
                  <a:pt x="1805150" y="87458"/>
                  <a:pt x="1802031" y="78261"/>
                  <a:pt x="1802031" y="66425"/>
                </a:cubicBezTo>
                <a:cubicBezTo>
                  <a:pt x="1802031" y="54177"/>
                  <a:pt x="1805184" y="44672"/>
                  <a:pt x="1811490" y="37908"/>
                </a:cubicBezTo>
                <a:cubicBezTo>
                  <a:pt x="1817797" y="31145"/>
                  <a:pt x="1825977" y="27763"/>
                  <a:pt x="1836031" y="27763"/>
                </a:cubicBezTo>
                <a:cubicBezTo>
                  <a:pt x="1845765" y="27763"/>
                  <a:pt x="1853717" y="31076"/>
                  <a:pt x="1859887" y="37702"/>
                </a:cubicBezTo>
                <a:cubicBezTo>
                  <a:pt x="1866056" y="44329"/>
                  <a:pt x="1869141" y="53652"/>
                  <a:pt x="1869141" y="65671"/>
                </a:cubicBezTo>
                <a:cubicBezTo>
                  <a:pt x="1869141" y="66402"/>
                  <a:pt x="1869118" y="67499"/>
                  <a:pt x="1869072" y="68961"/>
                </a:cubicBezTo>
                <a:lnTo>
                  <a:pt x="1814781" y="68961"/>
                </a:lnTo>
                <a:cubicBezTo>
                  <a:pt x="1815238" y="76959"/>
                  <a:pt x="1817500" y="83083"/>
                  <a:pt x="1821567" y="87333"/>
                </a:cubicBezTo>
                <a:cubicBezTo>
                  <a:pt x="1825635" y="91583"/>
                  <a:pt x="1830707" y="93708"/>
                  <a:pt x="1836785" y="93708"/>
                </a:cubicBezTo>
                <a:cubicBezTo>
                  <a:pt x="1841310" y="93708"/>
                  <a:pt x="1845171" y="92520"/>
                  <a:pt x="1848370" y="90143"/>
                </a:cubicBezTo>
                <a:cubicBezTo>
                  <a:pt x="1851569" y="87767"/>
                  <a:pt x="1854106" y="83974"/>
                  <a:pt x="1855979" y="78764"/>
                </a:cubicBezTo>
                <a:moveTo>
                  <a:pt x="1815466" y="58816"/>
                </a:moveTo>
                <a:lnTo>
                  <a:pt x="1856116" y="58816"/>
                </a:lnTo>
                <a:cubicBezTo>
                  <a:pt x="1855568" y="52692"/>
                  <a:pt x="1854014" y="48099"/>
                  <a:pt x="1851455" y="45037"/>
                </a:cubicBezTo>
                <a:cubicBezTo>
                  <a:pt x="1847525" y="40285"/>
                  <a:pt x="1842429" y="37908"/>
                  <a:pt x="1836168" y="37908"/>
                </a:cubicBezTo>
                <a:cubicBezTo>
                  <a:pt x="1830502" y="37908"/>
                  <a:pt x="1825737" y="39805"/>
                  <a:pt x="1821876" y="43598"/>
                </a:cubicBezTo>
                <a:cubicBezTo>
                  <a:pt x="1818014" y="47391"/>
                  <a:pt x="1815878" y="52464"/>
                  <a:pt x="1815466" y="58816"/>
                </a:cubicBezTo>
                <a:close/>
                <a:moveTo>
                  <a:pt x="1949382" y="91171"/>
                </a:moveTo>
                <a:lnTo>
                  <a:pt x="1951164" y="102071"/>
                </a:lnTo>
                <a:cubicBezTo>
                  <a:pt x="1947691" y="102802"/>
                  <a:pt x="1944583" y="103168"/>
                  <a:pt x="1941841" y="103168"/>
                </a:cubicBezTo>
                <a:cubicBezTo>
                  <a:pt x="1937363" y="103168"/>
                  <a:pt x="1933889" y="102459"/>
                  <a:pt x="1931422" y="101043"/>
                </a:cubicBezTo>
                <a:cubicBezTo>
                  <a:pt x="1928954" y="99626"/>
                  <a:pt x="1927217" y="97764"/>
                  <a:pt x="1926212" y="95456"/>
                </a:cubicBezTo>
                <a:cubicBezTo>
                  <a:pt x="1925206" y="93148"/>
                  <a:pt x="1924704" y="88292"/>
                  <a:pt x="1924704" y="80889"/>
                </a:cubicBezTo>
                <a:lnTo>
                  <a:pt x="1924704" y="39005"/>
                </a:lnTo>
                <a:lnTo>
                  <a:pt x="1915655" y="39005"/>
                </a:lnTo>
                <a:lnTo>
                  <a:pt x="1915655" y="29408"/>
                </a:lnTo>
                <a:lnTo>
                  <a:pt x="1924704" y="29408"/>
                </a:lnTo>
                <a:lnTo>
                  <a:pt x="1924704" y="11379"/>
                </a:lnTo>
                <a:lnTo>
                  <a:pt x="1936974" y="3976"/>
                </a:lnTo>
                <a:lnTo>
                  <a:pt x="1936974" y="29408"/>
                </a:lnTo>
                <a:lnTo>
                  <a:pt x="1949382" y="29408"/>
                </a:lnTo>
                <a:lnTo>
                  <a:pt x="1949382" y="39005"/>
                </a:lnTo>
                <a:lnTo>
                  <a:pt x="1936974" y="39005"/>
                </a:lnTo>
                <a:lnTo>
                  <a:pt x="1936974" y="81574"/>
                </a:lnTo>
                <a:cubicBezTo>
                  <a:pt x="1936974" y="85093"/>
                  <a:pt x="1937191" y="87355"/>
                  <a:pt x="1937625" y="88361"/>
                </a:cubicBezTo>
                <a:cubicBezTo>
                  <a:pt x="1938059" y="89366"/>
                  <a:pt x="1938768" y="90166"/>
                  <a:pt x="1939750" y="90760"/>
                </a:cubicBezTo>
                <a:cubicBezTo>
                  <a:pt x="1940733" y="91354"/>
                  <a:pt x="1942138" y="91651"/>
                  <a:pt x="1943966" y="91651"/>
                </a:cubicBezTo>
                <a:cubicBezTo>
                  <a:pt x="1945337" y="91651"/>
                  <a:pt x="1947142" y="91491"/>
                  <a:pt x="1949382" y="91171"/>
                </a:cubicBezTo>
                <a:close/>
                <a:moveTo>
                  <a:pt x="1960800" y="102208"/>
                </a:moveTo>
                <a:lnTo>
                  <a:pt x="1960800" y="29408"/>
                </a:lnTo>
                <a:lnTo>
                  <a:pt x="1971905" y="29408"/>
                </a:lnTo>
                <a:lnTo>
                  <a:pt x="1971905" y="40444"/>
                </a:lnTo>
                <a:cubicBezTo>
                  <a:pt x="1974739" y="35280"/>
                  <a:pt x="1977355" y="31876"/>
                  <a:pt x="1979754" y="30231"/>
                </a:cubicBezTo>
                <a:cubicBezTo>
                  <a:pt x="1982154" y="28585"/>
                  <a:pt x="1984793" y="27763"/>
                  <a:pt x="1987672" y="27763"/>
                </a:cubicBezTo>
                <a:cubicBezTo>
                  <a:pt x="1991831" y="27763"/>
                  <a:pt x="1996058" y="29088"/>
                  <a:pt x="2000354" y="31739"/>
                </a:cubicBezTo>
                <a:lnTo>
                  <a:pt x="1996104" y="43186"/>
                </a:lnTo>
                <a:cubicBezTo>
                  <a:pt x="1993087" y="41404"/>
                  <a:pt x="1990071" y="40513"/>
                  <a:pt x="1987055" y="40513"/>
                </a:cubicBezTo>
                <a:cubicBezTo>
                  <a:pt x="1984359" y="40513"/>
                  <a:pt x="1981937" y="41324"/>
                  <a:pt x="1979789" y="42947"/>
                </a:cubicBezTo>
                <a:cubicBezTo>
                  <a:pt x="1977641" y="44569"/>
                  <a:pt x="1976110" y="46820"/>
                  <a:pt x="1975196" y="49699"/>
                </a:cubicBezTo>
                <a:cubicBezTo>
                  <a:pt x="1973825" y="54086"/>
                  <a:pt x="1973139" y="58884"/>
                  <a:pt x="1973139" y="64094"/>
                </a:cubicBezTo>
                <a:lnTo>
                  <a:pt x="1973139" y="102208"/>
                </a:lnTo>
                <a:lnTo>
                  <a:pt x="1960800" y="102208"/>
                </a:lnTo>
                <a:close/>
                <a:moveTo>
                  <a:pt x="2055005" y="102208"/>
                </a:moveTo>
                <a:lnTo>
                  <a:pt x="2055005" y="91514"/>
                </a:lnTo>
                <a:cubicBezTo>
                  <a:pt x="2049338" y="99740"/>
                  <a:pt x="2041638" y="103853"/>
                  <a:pt x="2031904" y="103853"/>
                </a:cubicBezTo>
                <a:cubicBezTo>
                  <a:pt x="2027608" y="103853"/>
                  <a:pt x="2023598" y="103031"/>
                  <a:pt x="2019873" y="101385"/>
                </a:cubicBezTo>
                <a:cubicBezTo>
                  <a:pt x="2016149" y="99740"/>
                  <a:pt x="2013384" y="97672"/>
                  <a:pt x="2011579" y="95182"/>
                </a:cubicBezTo>
                <a:cubicBezTo>
                  <a:pt x="2009774" y="92691"/>
                  <a:pt x="2008505" y="89640"/>
                  <a:pt x="2007774" y="86030"/>
                </a:cubicBezTo>
                <a:cubicBezTo>
                  <a:pt x="2007272" y="83608"/>
                  <a:pt x="2007020" y="79769"/>
                  <a:pt x="2007020" y="74514"/>
                </a:cubicBezTo>
                <a:lnTo>
                  <a:pt x="2007020" y="29408"/>
                </a:lnTo>
                <a:lnTo>
                  <a:pt x="2019359" y="29408"/>
                </a:lnTo>
                <a:lnTo>
                  <a:pt x="2019359" y="69784"/>
                </a:lnTo>
                <a:cubicBezTo>
                  <a:pt x="2019359" y="76228"/>
                  <a:pt x="2019611" y="80569"/>
                  <a:pt x="2020113" y="82808"/>
                </a:cubicBezTo>
                <a:cubicBezTo>
                  <a:pt x="2020890" y="86053"/>
                  <a:pt x="2022535" y="88601"/>
                  <a:pt x="2025049" y="90452"/>
                </a:cubicBezTo>
                <a:cubicBezTo>
                  <a:pt x="2027562" y="92302"/>
                  <a:pt x="2030670" y="93228"/>
                  <a:pt x="2034372" y="93228"/>
                </a:cubicBezTo>
                <a:cubicBezTo>
                  <a:pt x="2038073" y="93228"/>
                  <a:pt x="2041547" y="92280"/>
                  <a:pt x="2044791" y="90383"/>
                </a:cubicBezTo>
                <a:cubicBezTo>
                  <a:pt x="2048036" y="88487"/>
                  <a:pt x="2050332" y="85904"/>
                  <a:pt x="2051681" y="82637"/>
                </a:cubicBezTo>
                <a:cubicBezTo>
                  <a:pt x="2053029" y="79369"/>
                  <a:pt x="2053703" y="74628"/>
                  <a:pt x="2053703" y="68413"/>
                </a:cubicBezTo>
                <a:lnTo>
                  <a:pt x="2053703" y="29408"/>
                </a:lnTo>
                <a:lnTo>
                  <a:pt x="2066042" y="29408"/>
                </a:lnTo>
                <a:lnTo>
                  <a:pt x="2066042" y="102208"/>
                </a:lnTo>
                <a:lnTo>
                  <a:pt x="2055005" y="102208"/>
                </a:lnTo>
                <a:close/>
                <a:moveTo>
                  <a:pt x="2134935" y="78764"/>
                </a:moveTo>
                <a:lnTo>
                  <a:pt x="2147685" y="80341"/>
                </a:lnTo>
                <a:cubicBezTo>
                  <a:pt x="2145674" y="87790"/>
                  <a:pt x="2141949" y="93571"/>
                  <a:pt x="2136511" y="97684"/>
                </a:cubicBezTo>
                <a:cubicBezTo>
                  <a:pt x="2131073" y="101797"/>
                  <a:pt x="2124126" y="103853"/>
                  <a:pt x="2115672" y="103853"/>
                </a:cubicBezTo>
                <a:cubicBezTo>
                  <a:pt x="2105024" y="103853"/>
                  <a:pt x="2096581" y="100574"/>
                  <a:pt x="2090343" y="94016"/>
                </a:cubicBezTo>
                <a:cubicBezTo>
                  <a:pt x="2084105" y="87458"/>
                  <a:pt x="2080986" y="78261"/>
                  <a:pt x="2080986" y="66425"/>
                </a:cubicBezTo>
                <a:cubicBezTo>
                  <a:pt x="2080986" y="54177"/>
                  <a:pt x="2084139" y="44672"/>
                  <a:pt x="2090446" y="37908"/>
                </a:cubicBezTo>
                <a:cubicBezTo>
                  <a:pt x="2096752" y="31145"/>
                  <a:pt x="2104933" y="27763"/>
                  <a:pt x="2114986" y="27763"/>
                </a:cubicBezTo>
                <a:cubicBezTo>
                  <a:pt x="2124721" y="27763"/>
                  <a:pt x="2132672" y="31076"/>
                  <a:pt x="2138842" y="37702"/>
                </a:cubicBezTo>
                <a:cubicBezTo>
                  <a:pt x="2145011" y="44329"/>
                  <a:pt x="2148096" y="53652"/>
                  <a:pt x="2148096" y="65671"/>
                </a:cubicBezTo>
                <a:cubicBezTo>
                  <a:pt x="2148096" y="66402"/>
                  <a:pt x="2148073" y="67499"/>
                  <a:pt x="2148028" y="68961"/>
                </a:cubicBezTo>
                <a:lnTo>
                  <a:pt x="2093736" y="68961"/>
                </a:lnTo>
                <a:cubicBezTo>
                  <a:pt x="2094193" y="76959"/>
                  <a:pt x="2096455" y="83083"/>
                  <a:pt x="2100522" y="87333"/>
                </a:cubicBezTo>
                <a:cubicBezTo>
                  <a:pt x="2104590" y="91583"/>
                  <a:pt x="2109662" y="93708"/>
                  <a:pt x="2115741" y="93708"/>
                </a:cubicBezTo>
                <a:cubicBezTo>
                  <a:pt x="2120265" y="93708"/>
                  <a:pt x="2124126" y="92520"/>
                  <a:pt x="2127325" y="90143"/>
                </a:cubicBezTo>
                <a:cubicBezTo>
                  <a:pt x="2130524" y="87767"/>
                  <a:pt x="2133061" y="83974"/>
                  <a:pt x="2134935" y="78764"/>
                </a:cubicBezTo>
                <a:moveTo>
                  <a:pt x="2094422" y="58816"/>
                </a:moveTo>
                <a:lnTo>
                  <a:pt x="2135072" y="58816"/>
                </a:lnTo>
                <a:cubicBezTo>
                  <a:pt x="2134523" y="52692"/>
                  <a:pt x="2132969" y="48099"/>
                  <a:pt x="2130410" y="45037"/>
                </a:cubicBezTo>
                <a:cubicBezTo>
                  <a:pt x="2126480" y="40285"/>
                  <a:pt x="2121384" y="37908"/>
                  <a:pt x="2115124" y="37908"/>
                </a:cubicBezTo>
                <a:cubicBezTo>
                  <a:pt x="2109457" y="37908"/>
                  <a:pt x="2104693" y="39805"/>
                  <a:pt x="2100831" y="43598"/>
                </a:cubicBezTo>
                <a:cubicBezTo>
                  <a:pt x="2096969" y="47391"/>
                  <a:pt x="2094833" y="52464"/>
                  <a:pt x="2094422" y="58816"/>
                </a:cubicBezTo>
                <a:close/>
                <a:moveTo>
                  <a:pt x="2186004" y="77461"/>
                </a:moveTo>
                <a:cubicBezTo>
                  <a:pt x="2185959" y="75816"/>
                  <a:pt x="2185936" y="74582"/>
                  <a:pt x="2185936" y="73760"/>
                </a:cubicBezTo>
                <a:cubicBezTo>
                  <a:pt x="2185936" y="68916"/>
                  <a:pt x="2186621" y="64734"/>
                  <a:pt x="2187992" y="61215"/>
                </a:cubicBezTo>
                <a:cubicBezTo>
                  <a:pt x="2188998" y="58564"/>
                  <a:pt x="2190620" y="55891"/>
                  <a:pt x="2192859" y="53195"/>
                </a:cubicBezTo>
                <a:cubicBezTo>
                  <a:pt x="2194505" y="51230"/>
                  <a:pt x="2197464" y="48362"/>
                  <a:pt x="2201737" y="44592"/>
                </a:cubicBezTo>
                <a:cubicBezTo>
                  <a:pt x="2206009" y="40821"/>
                  <a:pt x="2208786" y="37817"/>
                  <a:pt x="2210065" y="35577"/>
                </a:cubicBezTo>
                <a:cubicBezTo>
                  <a:pt x="2211345" y="33338"/>
                  <a:pt x="2211985" y="30893"/>
                  <a:pt x="2211985" y="28243"/>
                </a:cubicBezTo>
                <a:cubicBezTo>
                  <a:pt x="2211985" y="23444"/>
                  <a:pt x="2210111" y="19228"/>
                  <a:pt x="2206364" y="15595"/>
                </a:cubicBezTo>
                <a:cubicBezTo>
                  <a:pt x="2202616" y="11962"/>
                  <a:pt x="2198023" y="10145"/>
                  <a:pt x="2192585" y="10145"/>
                </a:cubicBezTo>
                <a:cubicBezTo>
                  <a:pt x="2187330" y="10145"/>
                  <a:pt x="2182942" y="11791"/>
                  <a:pt x="2179424" y="15081"/>
                </a:cubicBezTo>
                <a:cubicBezTo>
                  <a:pt x="2175905" y="18371"/>
                  <a:pt x="2173597" y="23513"/>
                  <a:pt x="2172500" y="30505"/>
                </a:cubicBezTo>
                <a:lnTo>
                  <a:pt x="2159818" y="28997"/>
                </a:lnTo>
                <a:cubicBezTo>
                  <a:pt x="2160961" y="19628"/>
                  <a:pt x="2164354" y="12453"/>
                  <a:pt x="2169998" y="7472"/>
                </a:cubicBezTo>
                <a:cubicBezTo>
                  <a:pt x="2175642" y="2491"/>
                  <a:pt x="2183102" y="0"/>
                  <a:pt x="2192379" y="0"/>
                </a:cubicBezTo>
                <a:cubicBezTo>
                  <a:pt x="2202205" y="0"/>
                  <a:pt x="2210043" y="2673"/>
                  <a:pt x="2215892" y="8020"/>
                </a:cubicBezTo>
                <a:cubicBezTo>
                  <a:pt x="2221742" y="13367"/>
                  <a:pt x="2224667" y="19834"/>
                  <a:pt x="2224667" y="27420"/>
                </a:cubicBezTo>
                <a:cubicBezTo>
                  <a:pt x="2224667" y="31807"/>
                  <a:pt x="2223638" y="35852"/>
                  <a:pt x="2221582" y="39553"/>
                </a:cubicBezTo>
                <a:cubicBezTo>
                  <a:pt x="2219525" y="43255"/>
                  <a:pt x="2215504" y="47756"/>
                  <a:pt x="2209517" y="53058"/>
                </a:cubicBezTo>
                <a:cubicBezTo>
                  <a:pt x="2205495" y="56622"/>
                  <a:pt x="2202868" y="59250"/>
                  <a:pt x="2201634" y="60941"/>
                </a:cubicBezTo>
                <a:cubicBezTo>
                  <a:pt x="2200400" y="62632"/>
                  <a:pt x="2199486" y="64574"/>
                  <a:pt x="2198892" y="66768"/>
                </a:cubicBezTo>
                <a:cubicBezTo>
                  <a:pt x="2198298" y="68961"/>
                  <a:pt x="2197955" y="72526"/>
                  <a:pt x="2197863" y="77461"/>
                </a:cubicBezTo>
                <a:lnTo>
                  <a:pt x="2186004" y="77461"/>
                </a:lnTo>
                <a:moveTo>
                  <a:pt x="2185250" y="102208"/>
                </a:moveTo>
                <a:lnTo>
                  <a:pt x="2185250" y="88155"/>
                </a:lnTo>
                <a:lnTo>
                  <a:pt x="2199303" y="88155"/>
                </a:lnTo>
                <a:lnTo>
                  <a:pt x="2199303" y="102208"/>
                </a:lnTo>
                <a:lnTo>
                  <a:pt x="2185250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(a)Maryhasbeentryingtogetabagofchips.">
            <a:extLst xmlns:a="http://schemas.openxmlformats.org/drawingml/2006/main">
              <a:ext uri="{FF2B5EF4-FFF2-40B4-BE49-F238E27FC236}">
                <a16:creationId xmlns:a16="http://schemas.microsoft.com/office/drawing/2014/main" id="{8AF36872-9729-4349-92A5-24B5B0E9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336" y="5853469"/>
            <a:ext cx="2807508" cy="131753"/>
          </a:xfrm>
          <a:custGeom xmlns:a="http://schemas.openxmlformats.org/drawingml/2006/main">
            <a:pathLst>
              <a:path w="2807508" h="131753">
                <a:moveTo>
                  <a:pt x="24335" y="131753"/>
                </a:moveTo>
                <a:cubicBezTo>
                  <a:pt x="17526" y="123161"/>
                  <a:pt x="11768" y="113107"/>
                  <a:pt x="7061" y="101591"/>
                </a:cubicBezTo>
                <a:cubicBezTo>
                  <a:pt x="2354" y="90075"/>
                  <a:pt x="0" y="78147"/>
                  <a:pt x="0" y="65808"/>
                </a:cubicBezTo>
                <a:cubicBezTo>
                  <a:pt x="0" y="54931"/>
                  <a:pt x="1759" y="44512"/>
                  <a:pt x="5278" y="34549"/>
                </a:cubicBezTo>
                <a:cubicBezTo>
                  <a:pt x="9391" y="22987"/>
                  <a:pt x="15744" y="11471"/>
                  <a:pt x="24335" y="0"/>
                </a:cubicBezTo>
                <a:lnTo>
                  <a:pt x="33178" y="0"/>
                </a:lnTo>
                <a:cubicBezTo>
                  <a:pt x="27648" y="9506"/>
                  <a:pt x="23992" y="16292"/>
                  <a:pt x="22210" y="20359"/>
                </a:cubicBezTo>
                <a:cubicBezTo>
                  <a:pt x="19422" y="26666"/>
                  <a:pt x="17229" y="33247"/>
                  <a:pt x="15629" y="40102"/>
                </a:cubicBezTo>
                <a:cubicBezTo>
                  <a:pt x="13664" y="48648"/>
                  <a:pt x="12682" y="57239"/>
                  <a:pt x="12682" y="65876"/>
                </a:cubicBezTo>
                <a:cubicBezTo>
                  <a:pt x="12682" y="87858"/>
                  <a:pt x="19514" y="109817"/>
                  <a:pt x="33178" y="131753"/>
                </a:cubicBezTo>
                <a:lnTo>
                  <a:pt x="24335" y="131753"/>
                </a:lnTo>
                <a:close/>
                <a:moveTo>
                  <a:pt x="94588" y="93228"/>
                </a:moveTo>
                <a:cubicBezTo>
                  <a:pt x="90018" y="97112"/>
                  <a:pt x="85619" y="99854"/>
                  <a:pt x="81392" y="101454"/>
                </a:cubicBezTo>
                <a:cubicBezTo>
                  <a:pt x="77165" y="103053"/>
                  <a:pt x="72629" y="103853"/>
                  <a:pt x="67785" y="103853"/>
                </a:cubicBezTo>
                <a:cubicBezTo>
                  <a:pt x="59788" y="103853"/>
                  <a:pt x="53641" y="101899"/>
                  <a:pt x="49345" y="97992"/>
                </a:cubicBezTo>
                <a:cubicBezTo>
                  <a:pt x="45049" y="94085"/>
                  <a:pt x="42901" y="89092"/>
                  <a:pt x="42901" y="83014"/>
                </a:cubicBezTo>
                <a:cubicBezTo>
                  <a:pt x="42901" y="79449"/>
                  <a:pt x="43713" y="76193"/>
                  <a:pt x="45335" y="73246"/>
                </a:cubicBezTo>
                <a:cubicBezTo>
                  <a:pt x="46957" y="70298"/>
                  <a:pt x="49082" y="67933"/>
                  <a:pt x="51710" y="66151"/>
                </a:cubicBezTo>
                <a:cubicBezTo>
                  <a:pt x="54338" y="64368"/>
                  <a:pt x="57297" y="63020"/>
                  <a:pt x="60587" y="62106"/>
                </a:cubicBezTo>
                <a:cubicBezTo>
                  <a:pt x="63009" y="61466"/>
                  <a:pt x="66665" y="60849"/>
                  <a:pt x="71555" y="60255"/>
                </a:cubicBezTo>
                <a:cubicBezTo>
                  <a:pt x="81518" y="59067"/>
                  <a:pt x="88853" y="57650"/>
                  <a:pt x="93560" y="56005"/>
                </a:cubicBezTo>
                <a:cubicBezTo>
                  <a:pt x="93606" y="54314"/>
                  <a:pt x="93628" y="53240"/>
                  <a:pt x="93628" y="52783"/>
                </a:cubicBezTo>
                <a:cubicBezTo>
                  <a:pt x="93628" y="47756"/>
                  <a:pt x="92463" y="44215"/>
                  <a:pt x="90132" y="42158"/>
                </a:cubicBezTo>
                <a:cubicBezTo>
                  <a:pt x="86979" y="39371"/>
                  <a:pt x="82295" y="37977"/>
                  <a:pt x="76080" y="37977"/>
                </a:cubicBezTo>
                <a:cubicBezTo>
                  <a:pt x="70276" y="37977"/>
                  <a:pt x="65991" y="38993"/>
                  <a:pt x="63226" y="41027"/>
                </a:cubicBezTo>
                <a:cubicBezTo>
                  <a:pt x="60462" y="43061"/>
                  <a:pt x="58417" y="46660"/>
                  <a:pt x="57091" y="51824"/>
                </a:cubicBezTo>
                <a:lnTo>
                  <a:pt x="45026" y="50179"/>
                </a:lnTo>
                <a:cubicBezTo>
                  <a:pt x="46123" y="45014"/>
                  <a:pt x="47928" y="40844"/>
                  <a:pt x="50442" y="37668"/>
                </a:cubicBezTo>
                <a:cubicBezTo>
                  <a:pt x="52955" y="34492"/>
                  <a:pt x="56589" y="32047"/>
                  <a:pt x="61341" y="30333"/>
                </a:cubicBezTo>
                <a:cubicBezTo>
                  <a:pt x="66094" y="28620"/>
                  <a:pt x="71601" y="27763"/>
                  <a:pt x="77862" y="27763"/>
                </a:cubicBezTo>
                <a:cubicBezTo>
                  <a:pt x="84077" y="27763"/>
                  <a:pt x="89127" y="28494"/>
                  <a:pt x="93011" y="29956"/>
                </a:cubicBezTo>
                <a:cubicBezTo>
                  <a:pt x="96896" y="31419"/>
                  <a:pt x="99752" y="33258"/>
                  <a:pt x="101580" y="35475"/>
                </a:cubicBezTo>
                <a:cubicBezTo>
                  <a:pt x="103408" y="37691"/>
                  <a:pt x="104688" y="40490"/>
                  <a:pt x="105419" y="43872"/>
                </a:cubicBezTo>
                <a:cubicBezTo>
                  <a:pt x="105830" y="45974"/>
                  <a:pt x="106036" y="49767"/>
                  <a:pt x="106036" y="55251"/>
                </a:cubicBezTo>
                <a:lnTo>
                  <a:pt x="106036" y="71703"/>
                </a:lnTo>
                <a:cubicBezTo>
                  <a:pt x="106036" y="83174"/>
                  <a:pt x="106299" y="90429"/>
                  <a:pt x="106824" y="93468"/>
                </a:cubicBezTo>
                <a:cubicBezTo>
                  <a:pt x="107350" y="96507"/>
                  <a:pt x="108389" y="99420"/>
                  <a:pt x="109943" y="102208"/>
                </a:cubicBezTo>
                <a:lnTo>
                  <a:pt x="97056" y="102208"/>
                </a:lnTo>
                <a:cubicBezTo>
                  <a:pt x="95776" y="99649"/>
                  <a:pt x="94954" y="96655"/>
                  <a:pt x="94588" y="93228"/>
                </a:cubicBezTo>
                <a:moveTo>
                  <a:pt x="93560" y="65671"/>
                </a:moveTo>
                <a:cubicBezTo>
                  <a:pt x="89081" y="67499"/>
                  <a:pt x="82363" y="69053"/>
                  <a:pt x="73406" y="70332"/>
                </a:cubicBezTo>
                <a:cubicBezTo>
                  <a:pt x="68333" y="71063"/>
                  <a:pt x="64746" y="71886"/>
                  <a:pt x="62644" y="72800"/>
                </a:cubicBezTo>
                <a:cubicBezTo>
                  <a:pt x="60542" y="73714"/>
                  <a:pt x="58919" y="75051"/>
                  <a:pt x="57777" y="76810"/>
                </a:cubicBezTo>
                <a:cubicBezTo>
                  <a:pt x="56634" y="78570"/>
                  <a:pt x="56063" y="80523"/>
                  <a:pt x="56063" y="82671"/>
                </a:cubicBezTo>
                <a:cubicBezTo>
                  <a:pt x="56063" y="85962"/>
                  <a:pt x="57308" y="88704"/>
                  <a:pt x="59799" y="90897"/>
                </a:cubicBezTo>
                <a:cubicBezTo>
                  <a:pt x="62290" y="93091"/>
                  <a:pt x="65934" y="94188"/>
                  <a:pt x="70733" y="94188"/>
                </a:cubicBezTo>
                <a:cubicBezTo>
                  <a:pt x="75486" y="94188"/>
                  <a:pt x="79713" y="93148"/>
                  <a:pt x="83414" y="91069"/>
                </a:cubicBezTo>
                <a:cubicBezTo>
                  <a:pt x="87116" y="88989"/>
                  <a:pt x="89835" y="86144"/>
                  <a:pt x="91572" y="82534"/>
                </a:cubicBezTo>
                <a:cubicBezTo>
                  <a:pt x="92897" y="79746"/>
                  <a:pt x="93560" y="75633"/>
                  <a:pt x="93560" y="70195"/>
                </a:cubicBezTo>
                <a:lnTo>
                  <a:pt x="93560" y="65671"/>
                </a:lnTo>
                <a:close/>
                <a:moveTo>
                  <a:pt x="132948" y="131753"/>
                </a:moveTo>
                <a:lnTo>
                  <a:pt x="124105" y="131753"/>
                </a:lnTo>
                <a:cubicBezTo>
                  <a:pt x="137770" y="109817"/>
                  <a:pt x="144602" y="87858"/>
                  <a:pt x="144602" y="65876"/>
                </a:cubicBezTo>
                <a:cubicBezTo>
                  <a:pt x="144602" y="57285"/>
                  <a:pt x="143619" y="48762"/>
                  <a:pt x="141654" y="40307"/>
                </a:cubicBezTo>
                <a:cubicBezTo>
                  <a:pt x="140100" y="33452"/>
                  <a:pt x="137929" y="26872"/>
                  <a:pt x="135142" y="20565"/>
                </a:cubicBezTo>
                <a:cubicBezTo>
                  <a:pt x="133359" y="16452"/>
                  <a:pt x="129681" y="9597"/>
                  <a:pt x="124105" y="0"/>
                </a:cubicBezTo>
                <a:lnTo>
                  <a:pt x="132948" y="0"/>
                </a:lnTo>
                <a:cubicBezTo>
                  <a:pt x="141540" y="11471"/>
                  <a:pt x="147892" y="22987"/>
                  <a:pt x="152005" y="34549"/>
                </a:cubicBezTo>
                <a:cubicBezTo>
                  <a:pt x="155524" y="44512"/>
                  <a:pt x="157283" y="54931"/>
                  <a:pt x="157283" y="65808"/>
                </a:cubicBezTo>
                <a:cubicBezTo>
                  <a:pt x="157283" y="78147"/>
                  <a:pt x="154918" y="90075"/>
                  <a:pt x="150188" y="101591"/>
                </a:cubicBezTo>
                <a:cubicBezTo>
                  <a:pt x="145459" y="113107"/>
                  <a:pt x="139712" y="123161"/>
                  <a:pt x="132948" y="131753"/>
                </a:cubicBezTo>
                <a:close/>
                <a:moveTo>
                  <a:pt x="190760" y="102208"/>
                </a:moveTo>
                <a:lnTo>
                  <a:pt x="190760" y="1714"/>
                </a:lnTo>
                <a:lnTo>
                  <a:pt x="210776" y="1714"/>
                </a:lnTo>
                <a:lnTo>
                  <a:pt x="234563" y="72869"/>
                </a:lnTo>
                <a:cubicBezTo>
                  <a:pt x="236757" y="79495"/>
                  <a:pt x="238356" y="84454"/>
                  <a:pt x="239361" y="87744"/>
                </a:cubicBezTo>
                <a:cubicBezTo>
                  <a:pt x="240504" y="84088"/>
                  <a:pt x="242286" y="78718"/>
                  <a:pt x="244708" y="71635"/>
                </a:cubicBezTo>
                <a:lnTo>
                  <a:pt x="268769" y="1714"/>
                </a:lnTo>
                <a:lnTo>
                  <a:pt x="286661" y="1714"/>
                </a:lnTo>
                <a:lnTo>
                  <a:pt x="286661" y="102208"/>
                </a:lnTo>
                <a:lnTo>
                  <a:pt x="273842" y="102208"/>
                </a:lnTo>
                <a:lnTo>
                  <a:pt x="273842" y="18097"/>
                </a:lnTo>
                <a:lnTo>
                  <a:pt x="244640" y="102208"/>
                </a:lnTo>
                <a:lnTo>
                  <a:pt x="232644" y="102208"/>
                </a:lnTo>
                <a:lnTo>
                  <a:pt x="203578" y="16658"/>
                </a:lnTo>
                <a:lnTo>
                  <a:pt x="203578" y="102208"/>
                </a:lnTo>
                <a:lnTo>
                  <a:pt x="190760" y="102208"/>
                </a:lnTo>
                <a:close/>
                <a:moveTo>
                  <a:pt x="353370" y="93228"/>
                </a:moveTo>
                <a:cubicBezTo>
                  <a:pt x="348800" y="97112"/>
                  <a:pt x="344402" y="99854"/>
                  <a:pt x="340175" y="101454"/>
                </a:cubicBezTo>
                <a:cubicBezTo>
                  <a:pt x="335947" y="103053"/>
                  <a:pt x="331412" y="103853"/>
                  <a:pt x="326567" y="103853"/>
                </a:cubicBezTo>
                <a:cubicBezTo>
                  <a:pt x="318570" y="103853"/>
                  <a:pt x="312423" y="101899"/>
                  <a:pt x="308127" y="97992"/>
                </a:cubicBezTo>
                <a:cubicBezTo>
                  <a:pt x="303832" y="94085"/>
                  <a:pt x="301684" y="89092"/>
                  <a:pt x="301684" y="83014"/>
                </a:cubicBezTo>
                <a:cubicBezTo>
                  <a:pt x="301684" y="79449"/>
                  <a:pt x="302495" y="76193"/>
                  <a:pt x="304117" y="73246"/>
                </a:cubicBezTo>
                <a:cubicBezTo>
                  <a:pt x="305740" y="70298"/>
                  <a:pt x="307865" y="67933"/>
                  <a:pt x="310492" y="66151"/>
                </a:cubicBezTo>
                <a:cubicBezTo>
                  <a:pt x="313120" y="64368"/>
                  <a:pt x="316079" y="63020"/>
                  <a:pt x="319370" y="62106"/>
                </a:cubicBezTo>
                <a:cubicBezTo>
                  <a:pt x="321792" y="61466"/>
                  <a:pt x="325448" y="60849"/>
                  <a:pt x="330338" y="60255"/>
                </a:cubicBezTo>
                <a:cubicBezTo>
                  <a:pt x="340300" y="59067"/>
                  <a:pt x="347635" y="57650"/>
                  <a:pt x="352342" y="56005"/>
                </a:cubicBezTo>
                <a:cubicBezTo>
                  <a:pt x="352388" y="54314"/>
                  <a:pt x="352411" y="53240"/>
                  <a:pt x="352411" y="52783"/>
                </a:cubicBezTo>
                <a:cubicBezTo>
                  <a:pt x="352411" y="47756"/>
                  <a:pt x="351245" y="44215"/>
                  <a:pt x="348915" y="42158"/>
                </a:cubicBezTo>
                <a:cubicBezTo>
                  <a:pt x="345761" y="39371"/>
                  <a:pt x="341077" y="37977"/>
                  <a:pt x="334862" y="37977"/>
                </a:cubicBezTo>
                <a:cubicBezTo>
                  <a:pt x="329058" y="37977"/>
                  <a:pt x="324774" y="38993"/>
                  <a:pt x="322009" y="41027"/>
                </a:cubicBezTo>
                <a:cubicBezTo>
                  <a:pt x="319244" y="43061"/>
                  <a:pt x="317199" y="46660"/>
                  <a:pt x="315874" y="51824"/>
                </a:cubicBezTo>
                <a:lnTo>
                  <a:pt x="303809" y="50179"/>
                </a:lnTo>
                <a:cubicBezTo>
                  <a:pt x="304906" y="45014"/>
                  <a:pt x="306711" y="40844"/>
                  <a:pt x="309224" y="37668"/>
                </a:cubicBezTo>
                <a:cubicBezTo>
                  <a:pt x="311738" y="34492"/>
                  <a:pt x="315371" y="32047"/>
                  <a:pt x="320124" y="30333"/>
                </a:cubicBezTo>
                <a:cubicBezTo>
                  <a:pt x="324877" y="28620"/>
                  <a:pt x="330383" y="27763"/>
                  <a:pt x="336644" y="27763"/>
                </a:cubicBezTo>
                <a:cubicBezTo>
                  <a:pt x="342859" y="27763"/>
                  <a:pt x="347909" y="28494"/>
                  <a:pt x="351794" y="29956"/>
                </a:cubicBezTo>
                <a:cubicBezTo>
                  <a:pt x="355678" y="31419"/>
                  <a:pt x="358535" y="33258"/>
                  <a:pt x="360363" y="35475"/>
                </a:cubicBezTo>
                <a:cubicBezTo>
                  <a:pt x="362191" y="37691"/>
                  <a:pt x="363470" y="40490"/>
                  <a:pt x="364201" y="43872"/>
                </a:cubicBezTo>
                <a:cubicBezTo>
                  <a:pt x="364613" y="45974"/>
                  <a:pt x="364818" y="49767"/>
                  <a:pt x="364818" y="55251"/>
                </a:cubicBezTo>
                <a:lnTo>
                  <a:pt x="364818" y="71703"/>
                </a:lnTo>
                <a:cubicBezTo>
                  <a:pt x="364818" y="83174"/>
                  <a:pt x="365081" y="90429"/>
                  <a:pt x="365607" y="93468"/>
                </a:cubicBezTo>
                <a:cubicBezTo>
                  <a:pt x="366132" y="96507"/>
                  <a:pt x="367172" y="99420"/>
                  <a:pt x="368726" y="102208"/>
                </a:cubicBezTo>
                <a:lnTo>
                  <a:pt x="355838" y="102208"/>
                </a:lnTo>
                <a:cubicBezTo>
                  <a:pt x="354559" y="99649"/>
                  <a:pt x="353736" y="96655"/>
                  <a:pt x="353370" y="93228"/>
                </a:cubicBezTo>
                <a:moveTo>
                  <a:pt x="352342" y="65671"/>
                </a:moveTo>
                <a:cubicBezTo>
                  <a:pt x="347864" y="67499"/>
                  <a:pt x="341146" y="69053"/>
                  <a:pt x="332188" y="70332"/>
                </a:cubicBezTo>
                <a:cubicBezTo>
                  <a:pt x="327116" y="71063"/>
                  <a:pt x="323528" y="71886"/>
                  <a:pt x="321426" y="72800"/>
                </a:cubicBezTo>
                <a:cubicBezTo>
                  <a:pt x="319324" y="73714"/>
                  <a:pt x="317702" y="75051"/>
                  <a:pt x="316559" y="76810"/>
                </a:cubicBezTo>
                <a:cubicBezTo>
                  <a:pt x="315417" y="78570"/>
                  <a:pt x="314845" y="80523"/>
                  <a:pt x="314845" y="82671"/>
                </a:cubicBezTo>
                <a:cubicBezTo>
                  <a:pt x="314845" y="85962"/>
                  <a:pt x="316091" y="88704"/>
                  <a:pt x="318581" y="90897"/>
                </a:cubicBezTo>
                <a:cubicBezTo>
                  <a:pt x="321072" y="93091"/>
                  <a:pt x="324717" y="94188"/>
                  <a:pt x="329515" y="94188"/>
                </a:cubicBezTo>
                <a:cubicBezTo>
                  <a:pt x="334268" y="94188"/>
                  <a:pt x="338495" y="93148"/>
                  <a:pt x="342197" y="91069"/>
                </a:cubicBezTo>
                <a:cubicBezTo>
                  <a:pt x="345898" y="88989"/>
                  <a:pt x="348618" y="86144"/>
                  <a:pt x="350354" y="82534"/>
                </a:cubicBezTo>
                <a:cubicBezTo>
                  <a:pt x="351680" y="79746"/>
                  <a:pt x="352342" y="75633"/>
                  <a:pt x="352342" y="70195"/>
                </a:cubicBezTo>
                <a:lnTo>
                  <a:pt x="352342" y="65671"/>
                </a:lnTo>
                <a:close/>
                <a:moveTo>
                  <a:pt x="383533" y="102208"/>
                </a:moveTo>
                <a:lnTo>
                  <a:pt x="383533" y="29408"/>
                </a:lnTo>
                <a:lnTo>
                  <a:pt x="394638" y="29408"/>
                </a:lnTo>
                <a:lnTo>
                  <a:pt x="394638" y="40444"/>
                </a:lnTo>
                <a:cubicBezTo>
                  <a:pt x="397471" y="35280"/>
                  <a:pt x="400087" y="31876"/>
                  <a:pt x="402487" y="30231"/>
                </a:cubicBezTo>
                <a:cubicBezTo>
                  <a:pt x="404886" y="28585"/>
                  <a:pt x="407525" y="27763"/>
                  <a:pt x="410404" y="27763"/>
                </a:cubicBezTo>
                <a:cubicBezTo>
                  <a:pt x="414563" y="27763"/>
                  <a:pt x="418790" y="29088"/>
                  <a:pt x="423086" y="31739"/>
                </a:cubicBezTo>
                <a:lnTo>
                  <a:pt x="418836" y="43186"/>
                </a:lnTo>
                <a:cubicBezTo>
                  <a:pt x="415820" y="41404"/>
                  <a:pt x="412803" y="40513"/>
                  <a:pt x="409787" y="40513"/>
                </a:cubicBezTo>
                <a:cubicBezTo>
                  <a:pt x="407091" y="40513"/>
                  <a:pt x="404669" y="41324"/>
                  <a:pt x="402521" y="42947"/>
                </a:cubicBezTo>
                <a:cubicBezTo>
                  <a:pt x="400373" y="44569"/>
                  <a:pt x="398842" y="46820"/>
                  <a:pt x="397928" y="49699"/>
                </a:cubicBezTo>
                <a:cubicBezTo>
                  <a:pt x="396557" y="54086"/>
                  <a:pt x="395872" y="58884"/>
                  <a:pt x="395872" y="64094"/>
                </a:cubicBezTo>
                <a:lnTo>
                  <a:pt x="395872" y="102208"/>
                </a:lnTo>
                <a:lnTo>
                  <a:pt x="383533" y="102208"/>
                </a:lnTo>
                <a:close/>
                <a:moveTo>
                  <a:pt x="429478" y="130245"/>
                </a:moveTo>
                <a:lnTo>
                  <a:pt x="428107" y="118660"/>
                </a:lnTo>
                <a:cubicBezTo>
                  <a:pt x="430803" y="119391"/>
                  <a:pt x="433157" y="119757"/>
                  <a:pt x="435168" y="119757"/>
                </a:cubicBezTo>
                <a:cubicBezTo>
                  <a:pt x="437910" y="119757"/>
                  <a:pt x="440103" y="119300"/>
                  <a:pt x="441749" y="118386"/>
                </a:cubicBezTo>
                <a:cubicBezTo>
                  <a:pt x="443394" y="117472"/>
                  <a:pt x="444742" y="116192"/>
                  <a:pt x="445793" y="114547"/>
                </a:cubicBezTo>
                <a:cubicBezTo>
                  <a:pt x="446570" y="113313"/>
                  <a:pt x="447827" y="110251"/>
                  <a:pt x="449563" y="105361"/>
                </a:cubicBezTo>
                <a:cubicBezTo>
                  <a:pt x="449792" y="104676"/>
                  <a:pt x="450157" y="103670"/>
                  <a:pt x="450660" y="102345"/>
                </a:cubicBezTo>
                <a:lnTo>
                  <a:pt x="423034" y="29408"/>
                </a:lnTo>
                <a:lnTo>
                  <a:pt x="436333" y="29408"/>
                </a:lnTo>
                <a:lnTo>
                  <a:pt x="451483" y="71566"/>
                </a:lnTo>
                <a:cubicBezTo>
                  <a:pt x="453448" y="76913"/>
                  <a:pt x="455207" y="82534"/>
                  <a:pt x="456761" y="88429"/>
                </a:cubicBezTo>
                <a:cubicBezTo>
                  <a:pt x="458178" y="82763"/>
                  <a:pt x="459869" y="77233"/>
                  <a:pt x="461834" y="71840"/>
                </a:cubicBezTo>
                <a:lnTo>
                  <a:pt x="477395" y="29408"/>
                </a:lnTo>
                <a:lnTo>
                  <a:pt x="489734" y="29408"/>
                </a:lnTo>
                <a:lnTo>
                  <a:pt x="462039" y="103442"/>
                </a:lnTo>
                <a:cubicBezTo>
                  <a:pt x="459069" y="111439"/>
                  <a:pt x="456761" y="116946"/>
                  <a:pt x="455116" y="119962"/>
                </a:cubicBezTo>
                <a:cubicBezTo>
                  <a:pt x="452922" y="124030"/>
                  <a:pt x="450409" y="127012"/>
                  <a:pt x="447575" y="128908"/>
                </a:cubicBezTo>
                <a:cubicBezTo>
                  <a:pt x="444742" y="130805"/>
                  <a:pt x="441360" y="131753"/>
                  <a:pt x="437430" y="131753"/>
                </a:cubicBezTo>
                <a:cubicBezTo>
                  <a:pt x="435054" y="131753"/>
                  <a:pt x="432403" y="131250"/>
                  <a:pt x="429478" y="130245"/>
                </a:cubicBezTo>
                <a:close/>
                <a:moveTo>
                  <a:pt x="538464" y="102208"/>
                </a:moveTo>
                <a:lnTo>
                  <a:pt x="538464" y="1714"/>
                </a:lnTo>
                <a:lnTo>
                  <a:pt x="550803" y="1714"/>
                </a:lnTo>
                <a:lnTo>
                  <a:pt x="550803" y="37771"/>
                </a:lnTo>
                <a:cubicBezTo>
                  <a:pt x="556561" y="31099"/>
                  <a:pt x="563828" y="27763"/>
                  <a:pt x="572602" y="27763"/>
                </a:cubicBezTo>
                <a:cubicBezTo>
                  <a:pt x="577995" y="27763"/>
                  <a:pt x="582679" y="28825"/>
                  <a:pt x="586655" y="30950"/>
                </a:cubicBezTo>
                <a:cubicBezTo>
                  <a:pt x="590631" y="33075"/>
                  <a:pt x="593475" y="36012"/>
                  <a:pt x="595189" y="39759"/>
                </a:cubicBezTo>
                <a:cubicBezTo>
                  <a:pt x="596903" y="43506"/>
                  <a:pt x="597760" y="48945"/>
                  <a:pt x="597760" y="56074"/>
                </a:cubicBezTo>
                <a:lnTo>
                  <a:pt x="597760" y="102208"/>
                </a:lnTo>
                <a:lnTo>
                  <a:pt x="585421" y="102208"/>
                </a:lnTo>
                <a:lnTo>
                  <a:pt x="585421" y="56074"/>
                </a:lnTo>
                <a:cubicBezTo>
                  <a:pt x="585421" y="49904"/>
                  <a:pt x="584084" y="45414"/>
                  <a:pt x="581411" y="42604"/>
                </a:cubicBezTo>
                <a:cubicBezTo>
                  <a:pt x="578737" y="39793"/>
                  <a:pt x="574956" y="38388"/>
                  <a:pt x="570066" y="38388"/>
                </a:cubicBezTo>
                <a:cubicBezTo>
                  <a:pt x="566410" y="38388"/>
                  <a:pt x="562971" y="39336"/>
                  <a:pt x="559749" y="41233"/>
                </a:cubicBezTo>
                <a:cubicBezTo>
                  <a:pt x="556527" y="43129"/>
                  <a:pt x="554231" y="45700"/>
                  <a:pt x="552860" y="48945"/>
                </a:cubicBezTo>
                <a:cubicBezTo>
                  <a:pt x="551489" y="52189"/>
                  <a:pt x="550803" y="56668"/>
                  <a:pt x="550803" y="62380"/>
                </a:cubicBezTo>
                <a:lnTo>
                  <a:pt x="550803" y="102208"/>
                </a:lnTo>
                <a:lnTo>
                  <a:pt x="538464" y="102208"/>
                </a:lnTo>
                <a:close/>
                <a:moveTo>
                  <a:pt x="663774" y="93228"/>
                </a:moveTo>
                <a:cubicBezTo>
                  <a:pt x="659204" y="97112"/>
                  <a:pt x="654805" y="99854"/>
                  <a:pt x="650578" y="101454"/>
                </a:cubicBezTo>
                <a:cubicBezTo>
                  <a:pt x="646350" y="103053"/>
                  <a:pt x="641815" y="103853"/>
                  <a:pt x="636970" y="103853"/>
                </a:cubicBezTo>
                <a:cubicBezTo>
                  <a:pt x="628973" y="103853"/>
                  <a:pt x="622826" y="101899"/>
                  <a:pt x="618531" y="97992"/>
                </a:cubicBezTo>
                <a:cubicBezTo>
                  <a:pt x="614235" y="94085"/>
                  <a:pt x="612087" y="89092"/>
                  <a:pt x="612087" y="83014"/>
                </a:cubicBezTo>
                <a:cubicBezTo>
                  <a:pt x="612087" y="79449"/>
                  <a:pt x="612898" y="76193"/>
                  <a:pt x="614520" y="73246"/>
                </a:cubicBezTo>
                <a:cubicBezTo>
                  <a:pt x="616143" y="70298"/>
                  <a:pt x="618268" y="67933"/>
                  <a:pt x="620896" y="66151"/>
                </a:cubicBezTo>
                <a:cubicBezTo>
                  <a:pt x="623523" y="64368"/>
                  <a:pt x="626482" y="63020"/>
                  <a:pt x="629773" y="62106"/>
                </a:cubicBezTo>
                <a:cubicBezTo>
                  <a:pt x="632195" y="61466"/>
                  <a:pt x="635851" y="60849"/>
                  <a:pt x="640741" y="60255"/>
                </a:cubicBezTo>
                <a:cubicBezTo>
                  <a:pt x="650703" y="59067"/>
                  <a:pt x="658038" y="57650"/>
                  <a:pt x="662745" y="56005"/>
                </a:cubicBezTo>
                <a:cubicBezTo>
                  <a:pt x="662791" y="54314"/>
                  <a:pt x="662814" y="53240"/>
                  <a:pt x="662814" y="52783"/>
                </a:cubicBezTo>
                <a:cubicBezTo>
                  <a:pt x="662814" y="47756"/>
                  <a:pt x="661648" y="44215"/>
                  <a:pt x="659318" y="42158"/>
                </a:cubicBezTo>
                <a:cubicBezTo>
                  <a:pt x="656164" y="39371"/>
                  <a:pt x="651480" y="37977"/>
                  <a:pt x="645265" y="37977"/>
                </a:cubicBezTo>
                <a:cubicBezTo>
                  <a:pt x="639461" y="37977"/>
                  <a:pt x="635177" y="38993"/>
                  <a:pt x="632412" y="41027"/>
                </a:cubicBezTo>
                <a:cubicBezTo>
                  <a:pt x="629647" y="43061"/>
                  <a:pt x="627602" y="46660"/>
                  <a:pt x="626277" y="51824"/>
                </a:cubicBezTo>
                <a:lnTo>
                  <a:pt x="614212" y="50179"/>
                </a:lnTo>
                <a:cubicBezTo>
                  <a:pt x="615309" y="45014"/>
                  <a:pt x="617114" y="40844"/>
                  <a:pt x="619627" y="37668"/>
                </a:cubicBezTo>
                <a:cubicBezTo>
                  <a:pt x="622141" y="34492"/>
                  <a:pt x="625774" y="32047"/>
                  <a:pt x="630527" y="30333"/>
                </a:cubicBezTo>
                <a:cubicBezTo>
                  <a:pt x="635280" y="28620"/>
                  <a:pt x="640786" y="27763"/>
                  <a:pt x="647047" y="27763"/>
                </a:cubicBezTo>
                <a:cubicBezTo>
                  <a:pt x="653263" y="27763"/>
                  <a:pt x="658312" y="28494"/>
                  <a:pt x="662197" y="29956"/>
                </a:cubicBezTo>
                <a:cubicBezTo>
                  <a:pt x="666081" y="31419"/>
                  <a:pt x="668938" y="33258"/>
                  <a:pt x="670766" y="35475"/>
                </a:cubicBezTo>
                <a:cubicBezTo>
                  <a:pt x="672594" y="37691"/>
                  <a:pt x="673873" y="40490"/>
                  <a:pt x="674604" y="43872"/>
                </a:cubicBezTo>
                <a:cubicBezTo>
                  <a:pt x="675016" y="45974"/>
                  <a:pt x="675221" y="49767"/>
                  <a:pt x="675221" y="55251"/>
                </a:cubicBezTo>
                <a:lnTo>
                  <a:pt x="675221" y="71703"/>
                </a:lnTo>
                <a:cubicBezTo>
                  <a:pt x="675221" y="83174"/>
                  <a:pt x="675484" y="90429"/>
                  <a:pt x="676010" y="93468"/>
                </a:cubicBezTo>
                <a:cubicBezTo>
                  <a:pt x="676535" y="96507"/>
                  <a:pt x="677575" y="99420"/>
                  <a:pt x="679129" y="102208"/>
                </a:cubicBezTo>
                <a:lnTo>
                  <a:pt x="666241" y="102208"/>
                </a:lnTo>
                <a:cubicBezTo>
                  <a:pt x="664962" y="99649"/>
                  <a:pt x="664139" y="96655"/>
                  <a:pt x="663774" y="93228"/>
                </a:cubicBezTo>
                <a:moveTo>
                  <a:pt x="662745" y="65671"/>
                </a:moveTo>
                <a:cubicBezTo>
                  <a:pt x="658267" y="67499"/>
                  <a:pt x="651549" y="69053"/>
                  <a:pt x="642592" y="70332"/>
                </a:cubicBezTo>
                <a:cubicBezTo>
                  <a:pt x="637519" y="71063"/>
                  <a:pt x="633931" y="71886"/>
                  <a:pt x="631829" y="72800"/>
                </a:cubicBezTo>
                <a:cubicBezTo>
                  <a:pt x="629727" y="73714"/>
                  <a:pt x="628105" y="75051"/>
                  <a:pt x="626962" y="76810"/>
                </a:cubicBezTo>
                <a:cubicBezTo>
                  <a:pt x="625820" y="78570"/>
                  <a:pt x="625248" y="80523"/>
                  <a:pt x="625248" y="82671"/>
                </a:cubicBezTo>
                <a:cubicBezTo>
                  <a:pt x="625248" y="85962"/>
                  <a:pt x="626494" y="88704"/>
                  <a:pt x="628984" y="90897"/>
                </a:cubicBezTo>
                <a:cubicBezTo>
                  <a:pt x="631475" y="93091"/>
                  <a:pt x="635120" y="94188"/>
                  <a:pt x="639918" y="94188"/>
                </a:cubicBezTo>
                <a:cubicBezTo>
                  <a:pt x="644671" y="94188"/>
                  <a:pt x="648898" y="93148"/>
                  <a:pt x="652600" y="91069"/>
                </a:cubicBezTo>
                <a:cubicBezTo>
                  <a:pt x="656302" y="88989"/>
                  <a:pt x="659021" y="86144"/>
                  <a:pt x="660757" y="82534"/>
                </a:cubicBezTo>
                <a:cubicBezTo>
                  <a:pt x="662083" y="79746"/>
                  <a:pt x="662745" y="75633"/>
                  <a:pt x="662745" y="70195"/>
                </a:cubicBezTo>
                <a:lnTo>
                  <a:pt x="662745" y="65671"/>
                </a:lnTo>
                <a:close/>
                <a:moveTo>
                  <a:pt x="689137" y="80478"/>
                </a:moveTo>
                <a:lnTo>
                  <a:pt x="701339" y="78558"/>
                </a:lnTo>
                <a:cubicBezTo>
                  <a:pt x="702024" y="83448"/>
                  <a:pt x="703932" y="87196"/>
                  <a:pt x="707063" y="89800"/>
                </a:cubicBezTo>
                <a:cubicBezTo>
                  <a:pt x="710193" y="92405"/>
                  <a:pt x="714569" y="93708"/>
                  <a:pt x="720190" y="93708"/>
                </a:cubicBezTo>
                <a:cubicBezTo>
                  <a:pt x="725857" y="93708"/>
                  <a:pt x="730061" y="92554"/>
                  <a:pt x="732803" y="90246"/>
                </a:cubicBezTo>
                <a:cubicBezTo>
                  <a:pt x="735545" y="87938"/>
                  <a:pt x="736916" y="85230"/>
                  <a:pt x="736916" y="82123"/>
                </a:cubicBezTo>
                <a:cubicBezTo>
                  <a:pt x="736916" y="79335"/>
                  <a:pt x="735705" y="77142"/>
                  <a:pt x="733283" y="75542"/>
                </a:cubicBezTo>
                <a:cubicBezTo>
                  <a:pt x="731592" y="74445"/>
                  <a:pt x="727388" y="73051"/>
                  <a:pt x="720670" y="71360"/>
                </a:cubicBezTo>
                <a:cubicBezTo>
                  <a:pt x="711621" y="69075"/>
                  <a:pt x="705349" y="67099"/>
                  <a:pt x="701853" y="65431"/>
                </a:cubicBezTo>
                <a:cubicBezTo>
                  <a:pt x="698357" y="63763"/>
                  <a:pt x="695706" y="61455"/>
                  <a:pt x="693901" y="58507"/>
                </a:cubicBezTo>
                <a:cubicBezTo>
                  <a:pt x="692096" y="55560"/>
                  <a:pt x="691194" y="52304"/>
                  <a:pt x="691194" y="48739"/>
                </a:cubicBezTo>
                <a:cubicBezTo>
                  <a:pt x="691194" y="45494"/>
                  <a:pt x="691936" y="42490"/>
                  <a:pt x="693421" y="39725"/>
                </a:cubicBezTo>
                <a:cubicBezTo>
                  <a:pt x="694907" y="36960"/>
                  <a:pt x="696929" y="34663"/>
                  <a:pt x="699488" y="32835"/>
                </a:cubicBezTo>
                <a:cubicBezTo>
                  <a:pt x="701408" y="31419"/>
                  <a:pt x="704024" y="30219"/>
                  <a:pt x="707337" y="29237"/>
                </a:cubicBezTo>
                <a:cubicBezTo>
                  <a:pt x="710650" y="28254"/>
                  <a:pt x="714204" y="27763"/>
                  <a:pt x="717997" y="27763"/>
                </a:cubicBezTo>
                <a:cubicBezTo>
                  <a:pt x="723709" y="27763"/>
                  <a:pt x="728725" y="28585"/>
                  <a:pt x="733043" y="30231"/>
                </a:cubicBezTo>
                <a:cubicBezTo>
                  <a:pt x="737362" y="31876"/>
                  <a:pt x="740550" y="34104"/>
                  <a:pt x="742606" y="36914"/>
                </a:cubicBezTo>
                <a:cubicBezTo>
                  <a:pt x="744663" y="39725"/>
                  <a:pt x="746079" y="43484"/>
                  <a:pt x="746856" y="48191"/>
                </a:cubicBezTo>
                <a:lnTo>
                  <a:pt x="734791" y="49836"/>
                </a:lnTo>
                <a:cubicBezTo>
                  <a:pt x="734243" y="46088"/>
                  <a:pt x="732655" y="43164"/>
                  <a:pt x="730027" y="41061"/>
                </a:cubicBezTo>
                <a:cubicBezTo>
                  <a:pt x="727399" y="38959"/>
                  <a:pt x="723686" y="37908"/>
                  <a:pt x="718888" y="37908"/>
                </a:cubicBezTo>
                <a:cubicBezTo>
                  <a:pt x="713221" y="37908"/>
                  <a:pt x="709177" y="38845"/>
                  <a:pt x="706754" y="40719"/>
                </a:cubicBezTo>
                <a:cubicBezTo>
                  <a:pt x="704332" y="42592"/>
                  <a:pt x="703121" y="44786"/>
                  <a:pt x="703121" y="47299"/>
                </a:cubicBezTo>
                <a:cubicBezTo>
                  <a:pt x="703121" y="48899"/>
                  <a:pt x="703624" y="50338"/>
                  <a:pt x="704629" y="51618"/>
                </a:cubicBezTo>
                <a:cubicBezTo>
                  <a:pt x="705635" y="52943"/>
                  <a:pt x="707211" y="54040"/>
                  <a:pt x="709359" y="54908"/>
                </a:cubicBezTo>
                <a:cubicBezTo>
                  <a:pt x="710593" y="55365"/>
                  <a:pt x="714226" y="56417"/>
                  <a:pt x="720259" y="58062"/>
                </a:cubicBezTo>
                <a:cubicBezTo>
                  <a:pt x="728987" y="60392"/>
                  <a:pt x="735077" y="62300"/>
                  <a:pt x="738527" y="63786"/>
                </a:cubicBezTo>
                <a:cubicBezTo>
                  <a:pt x="741978" y="65271"/>
                  <a:pt x="744685" y="67430"/>
                  <a:pt x="746650" y="70264"/>
                </a:cubicBezTo>
                <a:cubicBezTo>
                  <a:pt x="748616" y="73097"/>
                  <a:pt x="749598" y="76616"/>
                  <a:pt x="749598" y="80820"/>
                </a:cubicBezTo>
                <a:cubicBezTo>
                  <a:pt x="749598" y="84933"/>
                  <a:pt x="748399" y="88806"/>
                  <a:pt x="745999" y="92440"/>
                </a:cubicBezTo>
                <a:cubicBezTo>
                  <a:pt x="743600" y="96073"/>
                  <a:pt x="740138" y="98883"/>
                  <a:pt x="735614" y="100871"/>
                </a:cubicBezTo>
                <a:cubicBezTo>
                  <a:pt x="731090" y="102859"/>
                  <a:pt x="725971" y="103853"/>
                  <a:pt x="720259" y="103853"/>
                </a:cubicBezTo>
                <a:cubicBezTo>
                  <a:pt x="710799" y="103853"/>
                  <a:pt x="703590" y="101888"/>
                  <a:pt x="698631" y="97958"/>
                </a:cubicBezTo>
                <a:cubicBezTo>
                  <a:pt x="693673" y="94028"/>
                  <a:pt x="690508" y="88201"/>
                  <a:pt x="689137" y="80478"/>
                </a:cubicBezTo>
                <a:close/>
                <a:moveTo>
                  <a:pt x="813889" y="102208"/>
                </a:moveTo>
                <a:lnTo>
                  <a:pt x="802441" y="102208"/>
                </a:lnTo>
                <a:lnTo>
                  <a:pt x="802441" y="1714"/>
                </a:lnTo>
                <a:lnTo>
                  <a:pt x="814780" y="1714"/>
                </a:lnTo>
                <a:lnTo>
                  <a:pt x="814780" y="37565"/>
                </a:lnTo>
                <a:cubicBezTo>
                  <a:pt x="819990" y="31030"/>
                  <a:pt x="826640" y="27763"/>
                  <a:pt x="834728" y="27763"/>
                </a:cubicBezTo>
                <a:cubicBezTo>
                  <a:pt x="839207" y="27763"/>
                  <a:pt x="843446" y="28665"/>
                  <a:pt x="847444" y="30470"/>
                </a:cubicBezTo>
                <a:cubicBezTo>
                  <a:pt x="851443" y="32276"/>
                  <a:pt x="854734" y="34812"/>
                  <a:pt x="857316" y="38079"/>
                </a:cubicBezTo>
                <a:cubicBezTo>
                  <a:pt x="859898" y="41347"/>
                  <a:pt x="861920" y="45289"/>
                  <a:pt x="863382" y="49904"/>
                </a:cubicBezTo>
                <a:cubicBezTo>
                  <a:pt x="864845" y="54520"/>
                  <a:pt x="865576" y="59456"/>
                  <a:pt x="865576" y="64711"/>
                </a:cubicBezTo>
                <a:cubicBezTo>
                  <a:pt x="865576" y="77187"/>
                  <a:pt x="862491" y="86830"/>
                  <a:pt x="856322" y="93639"/>
                </a:cubicBezTo>
                <a:cubicBezTo>
                  <a:pt x="850152" y="100448"/>
                  <a:pt x="842749" y="103853"/>
                  <a:pt x="834111" y="103853"/>
                </a:cubicBezTo>
                <a:cubicBezTo>
                  <a:pt x="825520" y="103853"/>
                  <a:pt x="818779" y="100266"/>
                  <a:pt x="813889" y="93091"/>
                </a:cubicBezTo>
                <a:lnTo>
                  <a:pt x="813889" y="102208"/>
                </a:lnTo>
                <a:moveTo>
                  <a:pt x="813752" y="65260"/>
                </a:moveTo>
                <a:cubicBezTo>
                  <a:pt x="813752" y="73988"/>
                  <a:pt x="814940" y="80295"/>
                  <a:pt x="817317" y="84179"/>
                </a:cubicBezTo>
                <a:cubicBezTo>
                  <a:pt x="821201" y="90532"/>
                  <a:pt x="826457" y="93708"/>
                  <a:pt x="833083" y="93708"/>
                </a:cubicBezTo>
                <a:cubicBezTo>
                  <a:pt x="838476" y="93708"/>
                  <a:pt x="843137" y="91366"/>
                  <a:pt x="847067" y="86681"/>
                </a:cubicBezTo>
                <a:cubicBezTo>
                  <a:pt x="850998" y="81997"/>
                  <a:pt x="852963" y="75016"/>
                  <a:pt x="852963" y="65739"/>
                </a:cubicBezTo>
                <a:cubicBezTo>
                  <a:pt x="852963" y="56234"/>
                  <a:pt x="851078" y="49219"/>
                  <a:pt x="847307" y="44695"/>
                </a:cubicBezTo>
                <a:cubicBezTo>
                  <a:pt x="843537" y="40170"/>
                  <a:pt x="838979" y="37908"/>
                  <a:pt x="833632" y="37908"/>
                </a:cubicBezTo>
                <a:cubicBezTo>
                  <a:pt x="828239" y="37908"/>
                  <a:pt x="823578" y="40250"/>
                  <a:pt x="819647" y="44934"/>
                </a:cubicBezTo>
                <a:cubicBezTo>
                  <a:pt x="815717" y="49619"/>
                  <a:pt x="813752" y="56394"/>
                  <a:pt x="813752" y="65260"/>
                </a:cubicBezTo>
                <a:close/>
                <a:moveTo>
                  <a:pt x="930150" y="78764"/>
                </a:moveTo>
                <a:lnTo>
                  <a:pt x="942901" y="80341"/>
                </a:lnTo>
                <a:cubicBezTo>
                  <a:pt x="940890" y="87790"/>
                  <a:pt x="937165" y="93571"/>
                  <a:pt x="931727" y="97684"/>
                </a:cubicBezTo>
                <a:cubicBezTo>
                  <a:pt x="926289" y="101797"/>
                  <a:pt x="919342" y="103853"/>
                  <a:pt x="910888" y="103853"/>
                </a:cubicBezTo>
                <a:cubicBezTo>
                  <a:pt x="900240" y="103853"/>
                  <a:pt x="891797" y="100574"/>
                  <a:pt x="885559" y="94016"/>
                </a:cubicBezTo>
                <a:cubicBezTo>
                  <a:pt x="879321" y="87458"/>
                  <a:pt x="876202" y="78261"/>
                  <a:pt x="876202" y="66425"/>
                </a:cubicBezTo>
                <a:cubicBezTo>
                  <a:pt x="876202" y="54177"/>
                  <a:pt x="879355" y="44672"/>
                  <a:pt x="885661" y="37908"/>
                </a:cubicBezTo>
                <a:cubicBezTo>
                  <a:pt x="891968" y="31145"/>
                  <a:pt x="900148" y="27763"/>
                  <a:pt x="910202" y="27763"/>
                </a:cubicBezTo>
                <a:cubicBezTo>
                  <a:pt x="919936" y="27763"/>
                  <a:pt x="927888" y="31076"/>
                  <a:pt x="934058" y="37702"/>
                </a:cubicBezTo>
                <a:cubicBezTo>
                  <a:pt x="940227" y="44329"/>
                  <a:pt x="943312" y="53652"/>
                  <a:pt x="943312" y="65671"/>
                </a:cubicBezTo>
                <a:cubicBezTo>
                  <a:pt x="943312" y="66402"/>
                  <a:pt x="943289" y="67499"/>
                  <a:pt x="943243" y="68961"/>
                </a:cubicBezTo>
                <a:lnTo>
                  <a:pt x="888952" y="68961"/>
                </a:lnTo>
                <a:cubicBezTo>
                  <a:pt x="889409" y="76959"/>
                  <a:pt x="891671" y="83083"/>
                  <a:pt x="895738" y="87333"/>
                </a:cubicBezTo>
                <a:cubicBezTo>
                  <a:pt x="899806" y="91583"/>
                  <a:pt x="904878" y="93708"/>
                  <a:pt x="910956" y="93708"/>
                </a:cubicBezTo>
                <a:cubicBezTo>
                  <a:pt x="915481" y="93708"/>
                  <a:pt x="919342" y="92520"/>
                  <a:pt x="922541" y="90143"/>
                </a:cubicBezTo>
                <a:cubicBezTo>
                  <a:pt x="925740" y="87767"/>
                  <a:pt x="928277" y="83974"/>
                  <a:pt x="930150" y="78764"/>
                </a:cubicBezTo>
                <a:moveTo>
                  <a:pt x="889637" y="58816"/>
                </a:moveTo>
                <a:lnTo>
                  <a:pt x="930287" y="58816"/>
                </a:lnTo>
                <a:cubicBezTo>
                  <a:pt x="929739" y="52692"/>
                  <a:pt x="928185" y="48099"/>
                  <a:pt x="925626" y="45037"/>
                </a:cubicBezTo>
                <a:cubicBezTo>
                  <a:pt x="921696" y="40285"/>
                  <a:pt x="916600" y="37908"/>
                  <a:pt x="910339" y="37908"/>
                </a:cubicBezTo>
                <a:cubicBezTo>
                  <a:pt x="904673" y="37908"/>
                  <a:pt x="899908" y="39805"/>
                  <a:pt x="896047" y="43598"/>
                </a:cubicBezTo>
                <a:cubicBezTo>
                  <a:pt x="892185" y="47391"/>
                  <a:pt x="890049" y="52464"/>
                  <a:pt x="889637" y="58816"/>
                </a:cubicBezTo>
                <a:close/>
                <a:moveTo>
                  <a:pt x="1007955" y="78764"/>
                </a:moveTo>
                <a:lnTo>
                  <a:pt x="1020705" y="80341"/>
                </a:lnTo>
                <a:cubicBezTo>
                  <a:pt x="1018694" y="87790"/>
                  <a:pt x="1014970" y="93571"/>
                  <a:pt x="1009531" y="97684"/>
                </a:cubicBezTo>
                <a:cubicBezTo>
                  <a:pt x="1004093" y="101797"/>
                  <a:pt x="997147" y="103853"/>
                  <a:pt x="988692" y="103853"/>
                </a:cubicBezTo>
                <a:cubicBezTo>
                  <a:pt x="978044" y="103853"/>
                  <a:pt x="969601" y="100574"/>
                  <a:pt x="963363" y="94016"/>
                </a:cubicBezTo>
                <a:cubicBezTo>
                  <a:pt x="957125" y="87458"/>
                  <a:pt x="954006" y="78261"/>
                  <a:pt x="954006" y="66425"/>
                </a:cubicBezTo>
                <a:cubicBezTo>
                  <a:pt x="954006" y="54177"/>
                  <a:pt x="957159" y="44672"/>
                  <a:pt x="963466" y="37908"/>
                </a:cubicBezTo>
                <a:cubicBezTo>
                  <a:pt x="969772" y="31145"/>
                  <a:pt x="977953" y="27763"/>
                  <a:pt x="988007" y="27763"/>
                </a:cubicBezTo>
                <a:cubicBezTo>
                  <a:pt x="997741" y="27763"/>
                  <a:pt x="1005692" y="31076"/>
                  <a:pt x="1011862" y="37702"/>
                </a:cubicBezTo>
                <a:cubicBezTo>
                  <a:pt x="1018031" y="44329"/>
                  <a:pt x="1021116" y="53652"/>
                  <a:pt x="1021116" y="65671"/>
                </a:cubicBezTo>
                <a:cubicBezTo>
                  <a:pt x="1021116" y="66402"/>
                  <a:pt x="1021093" y="67499"/>
                  <a:pt x="1021048" y="68961"/>
                </a:cubicBezTo>
                <a:lnTo>
                  <a:pt x="966756" y="68961"/>
                </a:lnTo>
                <a:cubicBezTo>
                  <a:pt x="967213" y="76959"/>
                  <a:pt x="969475" y="83083"/>
                  <a:pt x="973543" y="87333"/>
                </a:cubicBezTo>
                <a:cubicBezTo>
                  <a:pt x="977610" y="91583"/>
                  <a:pt x="982683" y="93708"/>
                  <a:pt x="988761" y="93708"/>
                </a:cubicBezTo>
                <a:cubicBezTo>
                  <a:pt x="993285" y="93708"/>
                  <a:pt x="997147" y="92520"/>
                  <a:pt x="1000346" y="90143"/>
                </a:cubicBezTo>
                <a:cubicBezTo>
                  <a:pt x="1003545" y="87767"/>
                  <a:pt x="1006081" y="83974"/>
                  <a:pt x="1007955" y="78764"/>
                </a:cubicBezTo>
                <a:moveTo>
                  <a:pt x="967442" y="58816"/>
                </a:moveTo>
                <a:lnTo>
                  <a:pt x="1008092" y="58816"/>
                </a:lnTo>
                <a:cubicBezTo>
                  <a:pt x="1007543" y="52692"/>
                  <a:pt x="1005990" y="48099"/>
                  <a:pt x="1003430" y="45037"/>
                </a:cubicBezTo>
                <a:cubicBezTo>
                  <a:pt x="999500" y="40285"/>
                  <a:pt x="994405" y="37908"/>
                  <a:pt x="988144" y="37908"/>
                </a:cubicBezTo>
                <a:cubicBezTo>
                  <a:pt x="982477" y="37908"/>
                  <a:pt x="977713" y="39805"/>
                  <a:pt x="973851" y="43598"/>
                </a:cubicBezTo>
                <a:cubicBezTo>
                  <a:pt x="969989" y="47391"/>
                  <a:pt x="967853" y="52464"/>
                  <a:pt x="967442" y="58816"/>
                </a:cubicBezTo>
                <a:close/>
                <a:moveTo>
                  <a:pt x="1035923" y="102208"/>
                </a:moveTo>
                <a:lnTo>
                  <a:pt x="1035923" y="29408"/>
                </a:lnTo>
                <a:lnTo>
                  <a:pt x="1047028" y="29408"/>
                </a:lnTo>
                <a:lnTo>
                  <a:pt x="1047028" y="39759"/>
                </a:lnTo>
                <a:cubicBezTo>
                  <a:pt x="1052375" y="31761"/>
                  <a:pt x="1060098" y="27763"/>
                  <a:pt x="1070198" y="27763"/>
                </a:cubicBezTo>
                <a:cubicBezTo>
                  <a:pt x="1074585" y="27763"/>
                  <a:pt x="1078618" y="28551"/>
                  <a:pt x="1082297" y="30128"/>
                </a:cubicBezTo>
                <a:cubicBezTo>
                  <a:pt x="1085976" y="31704"/>
                  <a:pt x="1088729" y="33772"/>
                  <a:pt x="1090557" y="36331"/>
                </a:cubicBezTo>
                <a:cubicBezTo>
                  <a:pt x="1092385" y="38891"/>
                  <a:pt x="1093665" y="41930"/>
                  <a:pt x="1094396" y="45449"/>
                </a:cubicBezTo>
                <a:cubicBezTo>
                  <a:pt x="1094853" y="47734"/>
                  <a:pt x="1095081" y="51732"/>
                  <a:pt x="1095081" y="57445"/>
                </a:cubicBezTo>
                <a:lnTo>
                  <a:pt x="1095081" y="102208"/>
                </a:lnTo>
                <a:lnTo>
                  <a:pt x="1082742" y="102208"/>
                </a:lnTo>
                <a:lnTo>
                  <a:pt x="1082742" y="57925"/>
                </a:lnTo>
                <a:cubicBezTo>
                  <a:pt x="1082742" y="52898"/>
                  <a:pt x="1082263" y="49139"/>
                  <a:pt x="1081303" y="46648"/>
                </a:cubicBezTo>
                <a:cubicBezTo>
                  <a:pt x="1080343" y="44158"/>
                  <a:pt x="1078641" y="42170"/>
                  <a:pt x="1076196" y="40684"/>
                </a:cubicBezTo>
                <a:cubicBezTo>
                  <a:pt x="1073751" y="39199"/>
                  <a:pt x="1070883" y="38457"/>
                  <a:pt x="1067593" y="38457"/>
                </a:cubicBezTo>
                <a:cubicBezTo>
                  <a:pt x="1062337" y="38457"/>
                  <a:pt x="1057802" y="40125"/>
                  <a:pt x="1053986" y="43461"/>
                </a:cubicBezTo>
                <a:cubicBezTo>
                  <a:pt x="1050170" y="46797"/>
                  <a:pt x="1048262" y="53126"/>
                  <a:pt x="1048262" y="62449"/>
                </a:cubicBezTo>
                <a:lnTo>
                  <a:pt x="1048262" y="102208"/>
                </a:lnTo>
                <a:lnTo>
                  <a:pt x="1035923" y="102208"/>
                </a:lnTo>
                <a:close/>
                <a:moveTo>
                  <a:pt x="1179163" y="91171"/>
                </a:moveTo>
                <a:lnTo>
                  <a:pt x="1180945" y="102071"/>
                </a:lnTo>
                <a:cubicBezTo>
                  <a:pt x="1177472" y="102802"/>
                  <a:pt x="1174364" y="103168"/>
                  <a:pt x="1171622" y="103168"/>
                </a:cubicBezTo>
                <a:cubicBezTo>
                  <a:pt x="1167144" y="103168"/>
                  <a:pt x="1163670" y="102459"/>
                  <a:pt x="1161203" y="101043"/>
                </a:cubicBezTo>
                <a:cubicBezTo>
                  <a:pt x="1158735" y="99626"/>
                  <a:pt x="1156998" y="97764"/>
                  <a:pt x="1155993" y="95456"/>
                </a:cubicBezTo>
                <a:cubicBezTo>
                  <a:pt x="1154987" y="93148"/>
                  <a:pt x="1154485" y="88292"/>
                  <a:pt x="1154485" y="80889"/>
                </a:cubicBezTo>
                <a:lnTo>
                  <a:pt x="1154485" y="39005"/>
                </a:lnTo>
                <a:lnTo>
                  <a:pt x="1145436" y="39005"/>
                </a:lnTo>
                <a:lnTo>
                  <a:pt x="1145436" y="29408"/>
                </a:lnTo>
                <a:lnTo>
                  <a:pt x="1154485" y="29408"/>
                </a:lnTo>
                <a:lnTo>
                  <a:pt x="1154485" y="11379"/>
                </a:lnTo>
                <a:lnTo>
                  <a:pt x="1166755" y="3976"/>
                </a:lnTo>
                <a:lnTo>
                  <a:pt x="1166755" y="29408"/>
                </a:lnTo>
                <a:lnTo>
                  <a:pt x="1179163" y="29408"/>
                </a:lnTo>
                <a:lnTo>
                  <a:pt x="1179163" y="39005"/>
                </a:lnTo>
                <a:lnTo>
                  <a:pt x="1166755" y="39005"/>
                </a:lnTo>
                <a:lnTo>
                  <a:pt x="1166755" y="81574"/>
                </a:lnTo>
                <a:cubicBezTo>
                  <a:pt x="1166755" y="85093"/>
                  <a:pt x="1166972" y="87355"/>
                  <a:pt x="1167406" y="88361"/>
                </a:cubicBezTo>
                <a:cubicBezTo>
                  <a:pt x="1167840" y="89366"/>
                  <a:pt x="1168549" y="90166"/>
                  <a:pt x="1169531" y="90760"/>
                </a:cubicBezTo>
                <a:cubicBezTo>
                  <a:pt x="1170514" y="91354"/>
                  <a:pt x="1171919" y="91651"/>
                  <a:pt x="1173747" y="91651"/>
                </a:cubicBezTo>
                <a:cubicBezTo>
                  <a:pt x="1175118" y="91651"/>
                  <a:pt x="1176923" y="91491"/>
                  <a:pt x="1179163" y="91171"/>
                </a:cubicBezTo>
                <a:close/>
                <a:moveTo>
                  <a:pt x="1190580" y="102208"/>
                </a:moveTo>
                <a:lnTo>
                  <a:pt x="1190580" y="29408"/>
                </a:lnTo>
                <a:lnTo>
                  <a:pt x="1201685" y="29408"/>
                </a:lnTo>
                <a:lnTo>
                  <a:pt x="1201685" y="40444"/>
                </a:lnTo>
                <a:cubicBezTo>
                  <a:pt x="1204518" y="35280"/>
                  <a:pt x="1207135" y="31876"/>
                  <a:pt x="1209534" y="30231"/>
                </a:cubicBezTo>
                <a:cubicBezTo>
                  <a:pt x="1211933" y="28585"/>
                  <a:pt x="1214572" y="27763"/>
                  <a:pt x="1217452" y="27763"/>
                </a:cubicBezTo>
                <a:cubicBezTo>
                  <a:pt x="1221610" y="27763"/>
                  <a:pt x="1225837" y="29088"/>
                  <a:pt x="1230133" y="31739"/>
                </a:cubicBezTo>
                <a:lnTo>
                  <a:pt x="1225883" y="43186"/>
                </a:lnTo>
                <a:cubicBezTo>
                  <a:pt x="1222867" y="41404"/>
                  <a:pt x="1219851" y="40513"/>
                  <a:pt x="1216835" y="40513"/>
                </a:cubicBezTo>
                <a:cubicBezTo>
                  <a:pt x="1214138" y="40513"/>
                  <a:pt x="1211716" y="41324"/>
                  <a:pt x="1209568" y="42947"/>
                </a:cubicBezTo>
                <a:cubicBezTo>
                  <a:pt x="1207420" y="44569"/>
                  <a:pt x="1205889" y="46820"/>
                  <a:pt x="1204975" y="49699"/>
                </a:cubicBezTo>
                <a:cubicBezTo>
                  <a:pt x="1203604" y="54086"/>
                  <a:pt x="1202919" y="58884"/>
                  <a:pt x="1202919" y="64094"/>
                </a:cubicBezTo>
                <a:lnTo>
                  <a:pt x="1202919" y="102208"/>
                </a:lnTo>
                <a:lnTo>
                  <a:pt x="1190580" y="102208"/>
                </a:lnTo>
                <a:close/>
                <a:moveTo>
                  <a:pt x="1236525" y="130245"/>
                </a:moveTo>
                <a:lnTo>
                  <a:pt x="1235154" y="118660"/>
                </a:lnTo>
                <a:cubicBezTo>
                  <a:pt x="1237851" y="119391"/>
                  <a:pt x="1240204" y="119757"/>
                  <a:pt x="1242215" y="119757"/>
                </a:cubicBezTo>
                <a:cubicBezTo>
                  <a:pt x="1244957" y="119757"/>
                  <a:pt x="1247151" y="119300"/>
                  <a:pt x="1248796" y="118386"/>
                </a:cubicBezTo>
                <a:cubicBezTo>
                  <a:pt x="1250441" y="117472"/>
                  <a:pt x="1251789" y="116192"/>
                  <a:pt x="1252840" y="114547"/>
                </a:cubicBezTo>
                <a:cubicBezTo>
                  <a:pt x="1253617" y="113313"/>
                  <a:pt x="1254874" y="110251"/>
                  <a:pt x="1256610" y="105361"/>
                </a:cubicBezTo>
                <a:cubicBezTo>
                  <a:pt x="1256839" y="104676"/>
                  <a:pt x="1257205" y="103670"/>
                  <a:pt x="1257707" y="102345"/>
                </a:cubicBezTo>
                <a:lnTo>
                  <a:pt x="1230082" y="29408"/>
                </a:lnTo>
                <a:lnTo>
                  <a:pt x="1243380" y="29408"/>
                </a:lnTo>
                <a:lnTo>
                  <a:pt x="1258530" y="71566"/>
                </a:lnTo>
                <a:cubicBezTo>
                  <a:pt x="1260495" y="76913"/>
                  <a:pt x="1262254" y="82534"/>
                  <a:pt x="1263808" y="88429"/>
                </a:cubicBezTo>
                <a:cubicBezTo>
                  <a:pt x="1265225" y="82763"/>
                  <a:pt x="1266916" y="77233"/>
                  <a:pt x="1268881" y="71840"/>
                </a:cubicBezTo>
                <a:lnTo>
                  <a:pt x="1284442" y="29408"/>
                </a:lnTo>
                <a:lnTo>
                  <a:pt x="1296781" y="29408"/>
                </a:lnTo>
                <a:lnTo>
                  <a:pt x="1269087" y="103442"/>
                </a:lnTo>
                <a:cubicBezTo>
                  <a:pt x="1266116" y="111439"/>
                  <a:pt x="1263808" y="116946"/>
                  <a:pt x="1262163" y="119962"/>
                </a:cubicBezTo>
                <a:cubicBezTo>
                  <a:pt x="1259969" y="124030"/>
                  <a:pt x="1257456" y="127012"/>
                  <a:pt x="1254622" y="128908"/>
                </a:cubicBezTo>
                <a:cubicBezTo>
                  <a:pt x="1251789" y="130805"/>
                  <a:pt x="1248407" y="131753"/>
                  <a:pt x="1244477" y="131753"/>
                </a:cubicBezTo>
                <a:cubicBezTo>
                  <a:pt x="1242101" y="131753"/>
                  <a:pt x="1239450" y="131250"/>
                  <a:pt x="1236525" y="130245"/>
                </a:cubicBezTo>
                <a:close/>
                <a:moveTo>
                  <a:pt x="1307085" y="15904"/>
                </a:moveTo>
                <a:lnTo>
                  <a:pt x="1307085" y="1714"/>
                </a:lnTo>
                <a:lnTo>
                  <a:pt x="1319424" y="1714"/>
                </a:lnTo>
                <a:lnTo>
                  <a:pt x="1319424" y="15904"/>
                </a:lnTo>
                <a:lnTo>
                  <a:pt x="1307085" y="15904"/>
                </a:lnTo>
                <a:moveTo>
                  <a:pt x="1307085" y="102208"/>
                </a:moveTo>
                <a:lnTo>
                  <a:pt x="1307085" y="29408"/>
                </a:lnTo>
                <a:lnTo>
                  <a:pt x="1319424" y="29408"/>
                </a:lnTo>
                <a:lnTo>
                  <a:pt x="1319424" y="102208"/>
                </a:lnTo>
                <a:lnTo>
                  <a:pt x="1307085" y="102208"/>
                </a:lnTo>
                <a:close/>
                <a:moveTo>
                  <a:pt x="1338492" y="102208"/>
                </a:moveTo>
                <a:lnTo>
                  <a:pt x="1338492" y="29408"/>
                </a:lnTo>
                <a:lnTo>
                  <a:pt x="1349597" y="29408"/>
                </a:lnTo>
                <a:lnTo>
                  <a:pt x="1349597" y="39759"/>
                </a:lnTo>
                <a:cubicBezTo>
                  <a:pt x="1354944" y="31761"/>
                  <a:pt x="1362667" y="27763"/>
                  <a:pt x="1372767" y="27763"/>
                </a:cubicBezTo>
                <a:cubicBezTo>
                  <a:pt x="1377154" y="27763"/>
                  <a:pt x="1381187" y="28551"/>
                  <a:pt x="1384866" y="30128"/>
                </a:cubicBezTo>
                <a:cubicBezTo>
                  <a:pt x="1388545" y="31704"/>
                  <a:pt x="1391298" y="33772"/>
                  <a:pt x="1393126" y="36331"/>
                </a:cubicBezTo>
                <a:cubicBezTo>
                  <a:pt x="1394954" y="38891"/>
                  <a:pt x="1396234" y="41930"/>
                  <a:pt x="1396965" y="45449"/>
                </a:cubicBezTo>
                <a:cubicBezTo>
                  <a:pt x="1397422" y="47734"/>
                  <a:pt x="1397651" y="51732"/>
                  <a:pt x="1397651" y="57445"/>
                </a:cubicBezTo>
                <a:lnTo>
                  <a:pt x="1397651" y="102208"/>
                </a:lnTo>
                <a:lnTo>
                  <a:pt x="1385312" y="102208"/>
                </a:lnTo>
                <a:lnTo>
                  <a:pt x="1385312" y="57925"/>
                </a:lnTo>
                <a:cubicBezTo>
                  <a:pt x="1385312" y="52898"/>
                  <a:pt x="1384832" y="49139"/>
                  <a:pt x="1383872" y="46648"/>
                </a:cubicBezTo>
                <a:cubicBezTo>
                  <a:pt x="1382912" y="44158"/>
                  <a:pt x="1381210" y="42170"/>
                  <a:pt x="1378765" y="40684"/>
                </a:cubicBezTo>
                <a:cubicBezTo>
                  <a:pt x="1376320" y="39199"/>
                  <a:pt x="1373453" y="38457"/>
                  <a:pt x="1370162" y="38457"/>
                </a:cubicBezTo>
                <a:cubicBezTo>
                  <a:pt x="1364907" y="38457"/>
                  <a:pt x="1360371" y="40125"/>
                  <a:pt x="1356555" y="43461"/>
                </a:cubicBezTo>
                <a:cubicBezTo>
                  <a:pt x="1352739" y="46797"/>
                  <a:pt x="1350831" y="53126"/>
                  <a:pt x="1350831" y="62449"/>
                </a:cubicBezTo>
                <a:lnTo>
                  <a:pt x="1350831" y="102208"/>
                </a:lnTo>
                <a:lnTo>
                  <a:pt x="1338492" y="102208"/>
                </a:lnTo>
                <a:close/>
                <a:moveTo>
                  <a:pt x="1414034" y="108240"/>
                </a:moveTo>
                <a:lnTo>
                  <a:pt x="1426030" y="110023"/>
                </a:lnTo>
                <a:cubicBezTo>
                  <a:pt x="1426533" y="113724"/>
                  <a:pt x="1427927" y="116421"/>
                  <a:pt x="1430212" y="118112"/>
                </a:cubicBezTo>
                <a:cubicBezTo>
                  <a:pt x="1433274" y="120397"/>
                  <a:pt x="1437455" y="121539"/>
                  <a:pt x="1442757" y="121539"/>
                </a:cubicBezTo>
                <a:cubicBezTo>
                  <a:pt x="1448469" y="121539"/>
                  <a:pt x="1452879" y="120397"/>
                  <a:pt x="1455987" y="118112"/>
                </a:cubicBezTo>
                <a:cubicBezTo>
                  <a:pt x="1459094" y="115827"/>
                  <a:pt x="1461197" y="112628"/>
                  <a:pt x="1462293" y="108515"/>
                </a:cubicBezTo>
                <a:cubicBezTo>
                  <a:pt x="1462933" y="106001"/>
                  <a:pt x="1463230" y="100723"/>
                  <a:pt x="1463185" y="92680"/>
                </a:cubicBezTo>
                <a:cubicBezTo>
                  <a:pt x="1457792" y="99032"/>
                  <a:pt x="1451074" y="102208"/>
                  <a:pt x="1443031" y="102208"/>
                </a:cubicBezTo>
                <a:cubicBezTo>
                  <a:pt x="1433023" y="102208"/>
                  <a:pt x="1425276" y="98598"/>
                  <a:pt x="1419792" y="91377"/>
                </a:cubicBezTo>
                <a:cubicBezTo>
                  <a:pt x="1414308" y="84156"/>
                  <a:pt x="1411566" y="75496"/>
                  <a:pt x="1411566" y="65397"/>
                </a:cubicBezTo>
                <a:cubicBezTo>
                  <a:pt x="1411566" y="58450"/>
                  <a:pt x="1412823" y="52041"/>
                  <a:pt x="1415337" y="46168"/>
                </a:cubicBezTo>
                <a:cubicBezTo>
                  <a:pt x="1417850" y="40296"/>
                  <a:pt x="1421495" y="35760"/>
                  <a:pt x="1426270" y="32561"/>
                </a:cubicBezTo>
                <a:cubicBezTo>
                  <a:pt x="1431046" y="29362"/>
                  <a:pt x="1436656" y="27763"/>
                  <a:pt x="1443099" y="27763"/>
                </a:cubicBezTo>
                <a:cubicBezTo>
                  <a:pt x="1451691" y="27763"/>
                  <a:pt x="1458775" y="31236"/>
                  <a:pt x="1464350" y="38182"/>
                </a:cubicBezTo>
                <a:lnTo>
                  <a:pt x="1464350" y="29408"/>
                </a:lnTo>
                <a:lnTo>
                  <a:pt x="1475729" y="29408"/>
                </a:lnTo>
                <a:lnTo>
                  <a:pt x="1475729" y="92337"/>
                </a:lnTo>
                <a:cubicBezTo>
                  <a:pt x="1475729" y="103670"/>
                  <a:pt x="1474575" y="111702"/>
                  <a:pt x="1472267" y="116432"/>
                </a:cubicBezTo>
                <a:cubicBezTo>
                  <a:pt x="1469960" y="121162"/>
                  <a:pt x="1466304" y="124898"/>
                  <a:pt x="1461299" y="127640"/>
                </a:cubicBezTo>
                <a:cubicBezTo>
                  <a:pt x="1456295" y="130382"/>
                  <a:pt x="1450137" y="131753"/>
                  <a:pt x="1442825" y="131753"/>
                </a:cubicBezTo>
                <a:cubicBezTo>
                  <a:pt x="1434142" y="131753"/>
                  <a:pt x="1427127" y="129799"/>
                  <a:pt x="1421780" y="125892"/>
                </a:cubicBezTo>
                <a:cubicBezTo>
                  <a:pt x="1416433" y="121985"/>
                  <a:pt x="1413851" y="116101"/>
                  <a:pt x="1414034" y="108240"/>
                </a:cubicBezTo>
                <a:moveTo>
                  <a:pt x="1424248" y="64505"/>
                </a:moveTo>
                <a:cubicBezTo>
                  <a:pt x="1424248" y="74057"/>
                  <a:pt x="1426145" y="81026"/>
                  <a:pt x="1429938" y="85413"/>
                </a:cubicBezTo>
                <a:cubicBezTo>
                  <a:pt x="1433731" y="89800"/>
                  <a:pt x="1438484" y="91994"/>
                  <a:pt x="1444196" y="91994"/>
                </a:cubicBezTo>
                <a:cubicBezTo>
                  <a:pt x="1449863" y="91994"/>
                  <a:pt x="1454616" y="89812"/>
                  <a:pt x="1458455" y="85447"/>
                </a:cubicBezTo>
                <a:cubicBezTo>
                  <a:pt x="1462293" y="81083"/>
                  <a:pt x="1464213" y="74240"/>
                  <a:pt x="1464213" y="64917"/>
                </a:cubicBezTo>
                <a:cubicBezTo>
                  <a:pt x="1464213" y="56005"/>
                  <a:pt x="1462236" y="49287"/>
                  <a:pt x="1458283" y="44763"/>
                </a:cubicBezTo>
                <a:cubicBezTo>
                  <a:pt x="1454330" y="40239"/>
                  <a:pt x="1449566" y="37977"/>
                  <a:pt x="1443991" y="37977"/>
                </a:cubicBezTo>
                <a:cubicBezTo>
                  <a:pt x="1438507" y="37977"/>
                  <a:pt x="1433845" y="40205"/>
                  <a:pt x="1430006" y="44660"/>
                </a:cubicBezTo>
                <a:cubicBezTo>
                  <a:pt x="1426168" y="49116"/>
                  <a:pt x="1424248" y="55731"/>
                  <a:pt x="1424248" y="64505"/>
                </a:cubicBezTo>
                <a:close/>
                <a:moveTo>
                  <a:pt x="1559536" y="91171"/>
                </a:moveTo>
                <a:lnTo>
                  <a:pt x="1561318" y="102071"/>
                </a:lnTo>
                <a:cubicBezTo>
                  <a:pt x="1557845" y="102802"/>
                  <a:pt x="1554737" y="103168"/>
                  <a:pt x="1551995" y="103168"/>
                </a:cubicBezTo>
                <a:cubicBezTo>
                  <a:pt x="1547517" y="103168"/>
                  <a:pt x="1544044" y="102459"/>
                  <a:pt x="1541576" y="101043"/>
                </a:cubicBezTo>
                <a:cubicBezTo>
                  <a:pt x="1539108" y="99626"/>
                  <a:pt x="1537371" y="97764"/>
                  <a:pt x="1536366" y="95456"/>
                </a:cubicBezTo>
                <a:cubicBezTo>
                  <a:pt x="1535361" y="93148"/>
                  <a:pt x="1534858" y="88292"/>
                  <a:pt x="1534858" y="80889"/>
                </a:cubicBezTo>
                <a:lnTo>
                  <a:pt x="1534858" y="39005"/>
                </a:lnTo>
                <a:lnTo>
                  <a:pt x="1525809" y="39005"/>
                </a:lnTo>
                <a:lnTo>
                  <a:pt x="1525809" y="29408"/>
                </a:lnTo>
                <a:lnTo>
                  <a:pt x="1534858" y="29408"/>
                </a:lnTo>
                <a:lnTo>
                  <a:pt x="1534858" y="11379"/>
                </a:lnTo>
                <a:lnTo>
                  <a:pt x="1547128" y="3976"/>
                </a:lnTo>
                <a:lnTo>
                  <a:pt x="1547128" y="29408"/>
                </a:lnTo>
                <a:lnTo>
                  <a:pt x="1559536" y="29408"/>
                </a:lnTo>
                <a:lnTo>
                  <a:pt x="1559536" y="39005"/>
                </a:lnTo>
                <a:lnTo>
                  <a:pt x="1547128" y="39005"/>
                </a:lnTo>
                <a:lnTo>
                  <a:pt x="1547128" y="81574"/>
                </a:lnTo>
                <a:cubicBezTo>
                  <a:pt x="1547128" y="85093"/>
                  <a:pt x="1547345" y="87355"/>
                  <a:pt x="1547780" y="88361"/>
                </a:cubicBezTo>
                <a:cubicBezTo>
                  <a:pt x="1548214" y="89366"/>
                  <a:pt x="1548922" y="90166"/>
                  <a:pt x="1549905" y="90760"/>
                </a:cubicBezTo>
                <a:cubicBezTo>
                  <a:pt x="1550887" y="91354"/>
                  <a:pt x="1552292" y="91651"/>
                  <a:pt x="1554120" y="91651"/>
                </a:cubicBezTo>
                <a:cubicBezTo>
                  <a:pt x="1555491" y="91651"/>
                  <a:pt x="1557297" y="91491"/>
                  <a:pt x="1559536" y="91171"/>
                </a:cubicBezTo>
                <a:close/>
                <a:moveTo>
                  <a:pt x="1566497" y="65808"/>
                </a:moveTo>
                <a:cubicBezTo>
                  <a:pt x="1566497" y="52326"/>
                  <a:pt x="1570245" y="42341"/>
                  <a:pt x="1577740" y="35852"/>
                </a:cubicBezTo>
                <a:cubicBezTo>
                  <a:pt x="1584001" y="30459"/>
                  <a:pt x="1591632" y="27763"/>
                  <a:pt x="1600635" y="27763"/>
                </a:cubicBezTo>
                <a:cubicBezTo>
                  <a:pt x="1610644" y="27763"/>
                  <a:pt x="1618824" y="31042"/>
                  <a:pt x="1625176" y="37600"/>
                </a:cubicBezTo>
                <a:cubicBezTo>
                  <a:pt x="1631529" y="44158"/>
                  <a:pt x="1634705" y="53218"/>
                  <a:pt x="1634705" y="64780"/>
                </a:cubicBezTo>
                <a:cubicBezTo>
                  <a:pt x="1634705" y="74148"/>
                  <a:pt x="1633299" y="81517"/>
                  <a:pt x="1630489" y="86887"/>
                </a:cubicBezTo>
                <a:cubicBezTo>
                  <a:pt x="1627678" y="92257"/>
                  <a:pt x="1623588" y="96427"/>
                  <a:pt x="1618218" y="99397"/>
                </a:cubicBezTo>
                <a:cubicBezTo>
                  <a:pt x="1612849" y="102368"/>
                  <a:pt x="1606988" y="103853"/>
                  <a:pt x="1600635" y="103853"/>
                </a:cubicBezTo>
                <a:cubicBezTo>
                  <a:pt x="1590444" y="103853"/>
                  <a:pt x="1582207" y="100586"/>
                  <a:pt x="1575923" y="94051"/>
                </a:cubicBezTo>
                <a:cubicBezTo>
                  <a:pt x="1569639" y="87515"/>
                  <a:pt x="1566497" y="78101"/>
                  <a:pt x="1566497" y="65808"/>
                </a:cubicBezTo>
                <a:moveTo>
                  <a:pt x="1579179" y="65808"/>
                </a:moveTo>
                <a:cubicBezTo>
                  <a:pt x="1579179" y="75131"/>
                  <a:pt x="1581213" y="82111"/>
                  <a:pt x="1585280" y="86750"/>
                </a:cubicBezTo>
                <a:cubicBezTo>
                  <a:pt x="1589347" y="91388"/>
                  <a:pt x="1594466" y="93708"/>
                  <a:pt x="1600635" y="93708"/>
                </a:cubicBezTo>
                <a:cubicBezTo>
                  <a:pt x="1606759" y="93708"/>
                  <a:pt x="1611855" y="91377"/>
                  <a:pt x="1615922" y="86716"/>
                </a:cubicBezTo>
                <a:cubicBezTo>
                  <a:pt x="1619989" y="82054"/>
                  <a:pt x="1622023" y="74948"/>
                  <a:pt x="1622023" y="65397"/>
                </a:cubicBezTo>
                <a:cubicBezTo>
                  <a:pt x="1622023" y="56394"/>
                  <a:pt x="1619978" y="49573"/>
                  <a:pt x="1615888" y="44934"/>
                </a:cubicBezTo>
                <a:cubicBezTo>
                  <a:pt x="1611798" y="40296"/>
                  <a:pt x="1606713" y="37977"/>
                  <a:pt x="1600635" y="37977"/>
                </a:cubicBezTo>
                <a:cubicBezTo>
                  <a:pt x="1594466" y="37977"/>
                  <a:pt x="1589347" y="40285"/>
                  <a:pt x="1585280" y="44900"/>
                </a:cubicBezTo>
                <a:cubicBezTo>
                  <a:pt x="1581213" y="49516"/>
                  <a:pt x="1579179" y="56485"/>
                  <a:pt x="1579179" y="65808"/>
                </a:cubicBezTo>
                <a:close/>
                <a:moveTo>
                  <a:pt x="1685128" y="108240"/>
                </a:moveTo>
                <a:lnTo>
                  <a:pt x="1697124" y="110023"/>
                </a:lnTo>
                <a:cubicBezTo>
                  <a:pt x="1697627" y="113724"/>
                  <a:pt x="1699021" y="116421"/>
                  <a:pt x="1701306" y="118112"/>
                </a:cubicBezTo>
                <a:cubicBezTo>
                  <a:pt x="1704368" y="120397"/>
                  <a:pt x="1708549" y="121539"/>
                  <a:pt x="1713850" y="121539"/>
                </a:cubicBezTo>
                <a:cubicBezTo>
                  <a:pt x="1719563" y="121539"/>
                  <a:pt x="1723973" y="120397"/>
                  <a:pt x="1727080" y="118112"/>
                </a:cubicBezTo>
                <a:cubicBezTo>
                  <a:pt x="1730188" y="115827"/>
                  <a:pt x="1732290" y="112628"/>
                  <a:pt x="1733387" y="108515"/>
                </a:cubicBezTo>
                <a:cubicBezTo>
                  <a:pt x="1734027" y="106001"/>
                  <a:pt x="1734324" y="100723"/>
                  <a:pt x="1734278" y="92680"/>
                </a:cubicBezTo>
                <a:cubicBezTo>
                  <a:pt x="1728886" y="99032"/>
                  <a:pt x="1722168" y="102208"/>
                  <a:pt x="1714124" y="102208"/>
                </a:cubicBezTo>
                <a:cubicBezTo>
                  <a:pt x="1704116" y="102208"/>
                  <a:pt x="1696370" y="98598"/>
                  <a:pt x="1690886" y="91377"/>
                </a:cubicBezTo>
                <a:cubicBezTo>
                  <a:pt x="1685402" y="84156"/>
                  <a:pt x="1682660" y="75496"/>
                  <a:pt x="1682660" y="65397"/>
                </a:cubicBezTo>
                <a:cubicBezTo>
                  <a:pt x="1682660" y="58450"/>
                  <a:pt x="1683917" y="52041"/>
                  <a:pt x="1686430" y="46168"/>
                </a:cubicBezTo>
                <a:cubicBezTo>
                  <a:pt x="1688944" y="40296"/>
                  <a:pt x="1692588" y="35760"/>
                  <a:pt x="1697364" y="32561"/>
                </a:cubicBezTo>
                <a:cubicBezTo>
                  <a:pt x="1702140" y="29362"/>
                  <a:pt x="1707749" y="27763"/>
                  <a:pt x="1714193" y="27763"/>
                </a:cubicBezTo>
                <a:cubicBezTo>
                  <a:pt x="1722785" y="27763"/>
                  <a:pt x="1729868" y="31236"/>
                  <a:pt x="1735443" y="38182"/>
                </a:cubicBezTo>
                <a:lnTo>
                  <a:pt x="1735443" y="29408"/>
                </a:lnTo>
                <a:lnTo>
                  <a:pt x="1746823" y="29408"/>
                </a:lnTo>
                <a:lnTo>
                  <a:pt x="1746823" y="92337"/>
                </a:lnTo>
                <a:cubicBezTo>
                  <a:pt x="1746823" y="103670"/>
                  <a:pt x="1745669" y="111702"/>
                  <a:pt x="1743361" y="116432"/>
                </a:cubicBezTo>
                <a:cubicBezTo>
                  <a:pt x="1741053" y="121162"/>
                  <a:pt x="1737397" y="124898"/>
                  <a:pt x="1732393" y="127640"/>
                </a:cubicBezTo>
                <a:cubicBezTo>
                  <a:pt x="1727389" y="130382"/>
                  <a:pt x="1721231" y="131753"/>
                  <a:pt x="1713919" y="131753"/>
                </a:cubicBezTo>
                <a:cubicBezTo>
                  <a:pt x="1705236" y="131753"/>
                  <a:pt x="1698221" y="129799"/>
                  <a:pt x="1692874" y="125892"/>
                </a:cubicBezTo>
                <a:cubicBezTo>
                  <a:pt x="1687527" y="121985"/>
                  <a:pt x="1684945" y="116101"/>
                  <a:pt x="1685128" y="108240"/>
                </a:cubicBezTo>
                <a:moveTo>
                  <a:pt x="1695342" y="64505"/>
                </a:moveTo>
                <a:cubicBezTo>
                  <a:pt x="1695342" y="74057"/>
                  <a:pt x="1697238" y="81026"/>
                  <a:pt x="1701031" y="85413"/>
                </a:cubicBezTo>
                <a:cubicBezTo>
                  <a:pt x="1704825" y="89800"/>
                  <a:pt x="1709577" y="91994"/>
                  <a:pt x="1715290" y="91994"/>
                </a:cubicBezTo>
                <a:cubicBezTo>
                  <a:pt x="1720957" y="91994"/>
                  <a:pt x="1725709" y="89812"/>
                  <a:pt x="1729548" y="85447"/>
                </a:cubicBezTo>
                <a:cubicBezTo>
                  <a:pt x="1733387" y="81083"/>
                  <a:pt x="1735306" y="74240"/>
                  <a:pt x="1735306" y="64917"/>
                </a:cubicBezTo>
                <a:cubicBezTo>
                  <a:pt x="1735306" y="56005"/>
                  <a:pt x="1733330" y="49287"/>
                  <a:pt x="1729377" y="44763"/>
                </a:cubicBezTo>
                <a:cubicBezTo>
                  <a:pt x="1725424" y="40239"/>
                  <a:pt x="1720660" y="37977"/>
                  <a:pt x="1715084" y="37977"/>
                </a:cubicBezTo>
                <a:cubicBezTo>
                  <a:pt x="1709600" y="37977"/>
                  <a:pt x="1704939" y="40205"/>
                  <a:pt x="1701100" y="44660"/>
                </a:cubicBezTo>
                <a:cubicBezTo>
                  <a:pt x="1697261" y="49116"/>
                  <a:pt x="1695342" y="55731"/>
                  <a:pt x="1695342" y="64505"/>
                </a:cubicBezTo>
                <a:close/>
                <a:moveTo>
                  <a:pt x="1815030" y="78764"/>
                </a:moveTo>
                <a:lnTo>
                  <a:pt x="1827780" y="80341"/>
                </a:lnTo>
                <a:cubicBezTo>
                  <a:pt x="1825770" y="87790"/>
                  <a:pt x="1822045" y="93571"/>
                  <a:pt x="1816607" y="97684"/>
                </a:cubicBezTo>
                <a:cubicBezTo>
                  <a:pt x="1811168" y="101797"/>
                  <a:pt x="1804222" y="103853"/>
                  <a:pt x="1795768" y="103853"/>
                </a:cubicBezTo>
                <a:cubicBezTo>
                  <a:pt x="1785119" y="103853"/>
                  <a:pt x="1776676" y="100574"/>
                  <a:pt x="1770438" y="94016"/>
                </a:cubicBezTo>
                <a:cubicBezTo>
                  <a:pt x="1764200" y="87458"/>
                  <a:pt x="1761081" y="78261"/>
                  <a:pt x="1761081" y="66425"/>
                </a:cubicBezTo>
                <a:cubicBezTo>
                  <a:pt x="1761081" y="54177"/>
                  <a:pt x="1764235" y="44672"/>
                  <a:pt x="1770541" y="37908"/>
                </a:cubicBezTo>
                <a:cubicBezTo>
                  <a:pt x="1776848" y="31145"/>
                  <a:pt x="1785028" y="27763"/>
                  <a:pt x="1795082" y="27763"/>
                </a:cubicBezTo>
                <a:cubicBezTo>
                  <a:pt x="1804816" y="27763"/>
                  <a:pt x="1812768" y="31076"/>
                  <a:pt x="1818937" y="37702"/>
                </a:cubicBezTo>
                <a:cubicBezTo>
                  <a:pt x="1825107" y="44329"/>
                  <a:pt x="1828192" y="53652"/>
                  <a:pt x="1828192" y="65671"/>
                </a:cubicBezTo>
                <a:cubicBezTo>
                  <a:pt x="1828192" y="66402"/>
                  <a:pt x="1828169" y="67499"/>
                  <a:pt x="1828123" y="68961"/>
                </a:cubicBezTo>
                <a:lnTo>
                  <a:pt x="1773832" y="68961"/>
                </a:lnTo>
                <a:cubicBezTo>
                  <a:pt x="1774289" y="76959"/>
                  <a:pt x="1776551" y="83083"/>
                  <a:pt x="1780618" y="87333"/>
                </a:cubicBezTo>
                <a:cubicBezTo>
                  <a:pt x="1784685" y="91583"/>
                  <a:pt x="1789758" y="93708"/>
                  <a:pt x="1795836" y="93708"/>
                </a:cubicBezTo>
                <a:cubicBezTo>
                  <a:pt x="1800360" y="93708"/>
                  <a:pt x="1804222" y="92520"/>
                  <a:pt x="1807421" y="90143"/>
                </a:cubicBezTo>
                <a:cubicBezTo>
                  <a:pt x="1810620" y="87767"/>
                  <a:pt x="1813156" y="83974"/>
                  <a:pt x="1815030" y="78764"/>
                </a:cubicBezTo>
                <a:moveTo>
                  <a:pt x="1774517" y="58816"/>
                </a:moveTo>
                <a:lnTo>
                  <a:pt x="1815167" y="58816"/>
                </a:lnTo>
                <a:cubicBezTo>
                  <a:pt x="1814619" y="52692"/>
                  <a:pt x="1813065" y="48099"/>
                  <a:pt x="1810506" y="45037"/>
                </a:cubicBezTo>
                <a:cubicBezTo>
                  <a:pt x="1806576" y="40285"/>
                  <a:pt x="1801480" y="37908"/>
                  <a:pt x="1795219" y="37908"/>
                </a:cubicBezTo>
                <a:cubicBezTo>
                  <a:pt x="1789552" y="37908"/>
                  <a:pt x="1784788" y="39805"/>
                  <a:pt x="1780926" y="43598"/>
                </a:cubicBezTo>
                <a:cubicBezTo>
                  <a:pt x="1777065" y="47391"/>
                  <a:pt x="1774928" y="52464"/>
                  <a:pt x="1774517" y="58816"/>
                </a:cubicBezTo>
                <a:close/>
                <a:moveTo>
                  <a:pt x="1869939" y="91171"/>
                </a:moveTo>
                <a:lnTo>
                  <a:pt x="1871721" y="102071"/>
                </a:lnTo>
                <a:cubicBezTo>
                  <a:pt x="1868248" y="102802"/>
                  <a:pt x="1865140" y="103168"/>
                  <a:pt x="1862398" y="103168"/>
                </a:cubicBezTo>
                <a:cubicBezTo>
                  <a:pt x="1857920" y="103168"/>
                  <a:pt x="1854446" y="102459"/>
                  <a:pt x="1851979" y="101043"/>
                </a:cubicBezTo>
                <a:cubicBezTo>
                  <a:pt x="1849511" y="99626"/>
                  <a:pt x="1847774" y="97764"/>
                  <a:pt x="1846769" y="95456"/>
                </a:cubicBezTo>
                <a:cubicBezTo>
                  <a:pt x="1845763" y="93148"/>
                  <a:pt x="1845261" y="88292"/>
                  <a:pt x="1845261" y="80889"/>
                </a:cubicBezTo>
                <a:lnTo>
                  <a:pt x="1845261" y="39005"/>
                </a:lnTo>
                <a:lnTo>
                  <a:pt x="1836212" y="39005"/>
                </a:lnTo>
                <a:lnTo>
                  <a:pt x="1836212" y="29408"/>
                </a:lnTo>
                <a:lnTo>
                  <a:pt x="1845261" y="29408"/>
                </a:lnTo>
                <a:lnTo>
                  <a:pt x="1845261" y="11379"/>
                </a:lnTo>
                <a:lnTo>
                  <a:pt x="1857531" y="3976"/>
                </a:lnTo>
                <a:lnTo>
                  <a:pt x="1857531" y="29408"/>
                </a:lnTo>
                <a:lnTo>
                  <a:pt x="1869939" y="29408"/>
                </a:lnTo>
                <a:lnTo>
                  <a:pt x="1869939" y="39005"/>
                </a:lnTo>
                <a:lnTo>
                  <a:pt x="1857531" y="39005"/>
                </a:lnTo>
                <a:lnTo>
                  <a:pt x="1857531" y="81574"/>
                </a:lnTo>
                <a:cubicBezTo>
                  <a:pt x="1857531" y="85093"/>
                  <a:pt x="1857748" y="87355"/>
                  <a:pt x="1858182" y="88361"/>
                </a:cubicBezTo>
                <a:cubicBezTo>
                  <a:pt x="1858617" y="89366"/>
                  <a:pt x="1859325" y="90166"/>
                  <a:pt x="1860307" y="90760"/>
                </a:cubicBezTo>
                <a:cubicBezTo>
                  <a:pt x="1861290" y="91354"/>
                  <a:pt x="1862695" y="91651"/>
                  <a:pt x="1864523" y="91651"/>
                </a:cubicBezTo>
                <a:cubicBezTo>
                  <a:pt x="1865894" y="91651"/>
                  <a:pt x="1867699" y="91491"/>
                  <a:pt x="1869939" y="91171"/>
                </a:cubicBezTo>
                <a:close/>
                <a:moveTo>
                  <a:pt x="1967493" y="93228"/>
                </a:moveTo>
                <a:cubicBezTo>
                  <a:pt x="1962923" y="97112"/>
                  <a:pt x="1958525" y="99854"/>
                  <a:pt x="1954297" y="101454"/>
                </a:cubicBezTo>
                <a:cubicBezTo>
                  <a:pt x="1950070" y="103053"/>
                  <a:pt x="1945534" y="103853"/>
                  <a:pt x="1940690" y="103853"/>
                </a:cubicBezTo>
                <a:cubicBezTo>
                  <a:pt x="1932693" y="103853"/>
                  <a:pt x="1926546" y="101899"/>
                  <a:pt x="1922250" y="97992"/>
                </a:cubicBezTo>
                <a:cubicBezTo>
                  <a:pt x="1917955" y="94085"/>
                  <a:pt x="1915807" y="89092"/>
                  <a:pt x="1915807" y="83014"/>
                </a:cubicBezTo>
                <a:cubicBezTo>
                  <a:pt x="1915807" y="79449"/>
                  <a:pt x="1916618" y="76193"/>
                  <a:pt x="1918240" y="73246"/>
                </a:cubicBezTo>
                <a:cubicBezTo>
                  <a:pt x="1919863" y="70298"/>
                  <a:pt x="1921988" y="67933"/>
                  <a:pt x="1924615" y="66151"/>
                </a:cubicBezTo>
                <a:cubicBezTo>
                  <a:pt x="1927243" y="64368"/>
                  <a:pt x="1930202" y="63020"/>
                  <a:pt x="1933493" y="62106"/>
                </a:cubicBezTo>
                <a:cubicBezTo>
                  <a:pt x="1935915" y="61466"/>
                  <a:pt x="1939571" y="60849"/>
                  <a:pt x="1944461" y="60255"/>
                </a:cubicBezTo>
                <a:cubicBezTo>
                  <a:pt x="1954423" y="59067"/>
                  <a:pt x="1961758" y="57650"/>
                  <a:pt x="1966465" y="56005"/>
                </a:cubicBezTo>
                <a:cubicBezTo>
                  <a:pt x="1966511" y="54314"/>
                  <a:pt x="1966534" y="53240"/>
                  <a:pt x="1966534" y="52783"/>
                </a:cubicBezTo>
                <a:cubicBezTo>
                  <a:pt x="1966534" y="47756"/>
                  <a:pt x="1965368" y="44215"/>
                  <a:pt x="1963038" y="42158"/>
                </a:cubicBezTo>
                <a:cubicBezTo>
                  <a:pt x="1959884" y="39371"/>
                  <a:pt x="1955200" y="37977"/>
                  <a:pt x="1948985" y="37977"/>
                </a:cubicBezTo>
                <a:cubicBezTo>
                  <a:pt x="1943181" y="37977"/>
                  <a:pt x="1938897" y="38993"/>
                  <a:pt x="1936132" y="41027"/>
                </a:cubicBezTo>
                <a:cubicBezTo>
                  <a:pt x="1933367" y="43061"/>
                  <a:pt x="1931322" y="46660"/>
                  <a:pt x="1929996" y="51824"/>
                </a:cubicBezTo>
                <a:lnTo>
                  <a:pt x="1917932" y="50179"/>
                </a:lnTo>
                <a:cubicBezTo>
                  <a:pt x="1919029" y="45014"/>
                  <a:pt x="1920834" y="40844"/>
                  <a:pt x="1923347" y="37668"/>
                </a:cubicBezTo>
                <a:cubicBezTo>
                  <a:pt x="1925861" y="34492"/>
                  <a:pt x="1929494" y="32047"/>
                  <a:pt x="1934247" y="30333"/>
                </a:cubicBezTo>
                <a:cubicBezTo>
                  <a:pt x="1938999" y="28620"/>
                  <a:pt x="1944506" y="27763"/>
                  <a:pt x="1950767" y="27763"/>
                </a:cubicBezTo>
                <a:cubicBezTo>
                  <a:pt x="1956982" y="27763"/>
                  <a:pt x="1962032" y="28494"/>
                  <a:pt x="1965917" y="29956"/>
                </a:cubicBezTo>
                <a:cubicBezTo>
                  <a:pt x="1969801" y="31419"/>
                  <a:pt x="1972657" y="33258"/>
                  <a:pt x="1974485" y="35475"/>
                </a:cubicBezTo>
                <a:cubicBezTo>
                  <a:pt x="1976313" y="37691"/>
                  <a:pt x="1977593" y="40490"/>
                  <a:pt x="1978324" y="43872"/>
                </a:cubicBezTo>
                <a:cubicBezTo>
                  <a:pt x="1978735" y="45974"/>
                  <a:pt x="1978941" y="49767"/>
                  <a:pt x="1978941" y="55251"/>
                </a:cubicBezTo>
                <a:lnTo>
                  <a:pt x="1978941" y="71703"/>
                </a:lnTo>
                <a:cubicBezTo>
                  <a:pt x="1978941" y="83174"/>
                  <a:pt x="1979204" y="90429"/>
                  <a:pt x="1979729" y="93468"/>
                </a:cubicBezTo>
                <a:cubicBezTo>
                  <a:pt x="1980255" y="96507"/>
                  <a:pt x="1981295" y="99420"/>
                  <a:pt x="1982848" y="102208"/>
                </a:cubicBezTo>
                <a:lnTo>
                  <a:pt x="1969961" y="102208"/>
                </a:lnTo>
                <a:cubicBezTo>
                  <a:pt x="1968682" y="99649"/>
                  <a:pt x="1967859" y="96655"/>
                  <a:pt x="1967493" y="93228"/>
                </a:cubicBezTo>
                <a:moveTo>
                  <a:pt x="1966465" y="65671"/>
                </a:moveTo>
                <a:cubicBezTo>
                  <a:pt x="1961986" y="67499"/>
                  <a:pt x="1955269" y="69053"/>
                  <a:pt x="1946311" y="70332"/>
                </a:cubicBezTo>
                <a:cubicBezTo>
                  <a:pt x="1941239" y="71063"/>
                  <a:pt x="1937651" y="71886"/>
                  <a:pt x="1935549" y="72800"/>
                </a:cubicBezTo>
                <a:cubicBezTo>
                  <a:pt x="1933447" y="73714"/>
                  <a:pt x="1931824" y="75051"/>
                  <a:pt x="1930682" y="76810"/>
                </a:cubicBezTo>
                <a:cubicBezTo>
                  <a:pt x="1929539" y="78570"/>
                  <a:pt x="1928968" y="80523"/>
                  <a:pt x="1928968" y="82671"/>
                </a:cubicBezTo>
                <a:cubicBezTo>
                  <a:pt x="1928968" y="85962"/>
                  <a:pt x="1930214" y="88704"/>
                  <a:pt x="1932704" y="90897"/>
                </a:cubicBezTo>
                <a:cubicBezTo>
                  <a:pt x="1935195" y="93091"/>
                  <a:pt x="1938839" y="94188"/>
                  <a:pt x="1943638" y="94188"/>
                </a:cubicBezTo>
                <a:cubicBezTo>
                  <a:pt x="1948391" y="94188"/>
                  <a:pt x="1952618" y="93148"/>
                  <a:pt x="1956320" y="91069"/>
                </a:cubicBezTo>
                <a:cubicBezTo>
                  <a:pt x="1960021" y="88989"/>
                  <a:pt x="1962741" y="86144"/>
                  <a:pt x="1964477" y="82534"/>
                </a:cubicBezTo>
                <a:cubicBezTo>
                  <a:pt x="1965802" y="79746"/>
                  <a:pt x="1966465" y="75633"/>
                  <a:pt x="1966465" y="70195"/>
                </a:cubicBezTo>
                <a:lnTo>
                  <a:pt x="1966465" y="65671"/>
                </a:lnTo>
                <a:close/>
                <a:moveTo>
                  <a:pt x="2047667" y="102208"/>
                </a:moveTo>
                <a:lnTo>
                  <a:pt x="2036219" y="102208"/>
                </a:lnTo>
                <a:lnTo>
                  <a:pt x="2036219" y="1714"/>
                </a:lnTo>
                <a:lnTo>
                  <a:pt x="2048558" y="1714"/>
                </a:lnTo>
                <a:lnTo>
                  <a:pt x="2048558" y="37565"/>
                </a:lnTo>
                <a:cubicBezTo>
                  <a:pt x="2053768" y="31030"/>
                  <a:pt x="2060417" y="27763"/>
                  <a:pt x="2068506" y="27763"/>
                </a:cubicBezTo>
                <a:cubicBezTo>
                  <a:pt x="2072985" y="27763"/>
                  <a:pt x="2077224" y="28665"/>
                  <a:pt x="2081222" y="30470"/>
                </a:cubicBezTo>
                <a:cubicBezTo>
                  <a:pt x="2085221" y="32276"/>
                  <a:pt x="2088512" y="34812"/>
                  <a:pt x="2091094" y="38079"/>
                </a:cubicBezTo>
                <a:cubicBezTo>
                  <a:pt x="2093676" y="41347"/>
                  <a:pt x="2095698" y="45289"/>
                  <a:pt x="2097160" y="49904"/>
                </a:cubicBezTo>
                <a:cubicBezTo>
                  <a:pt x="2098623" y="54520"/>
                  <a:pt x="2099354" y="59456"/>
                  <a:pt x="2099354" y="64711"/>
                </a:cubicBezTo>
                <a:cubicBezTo>
                  <a:pt x="2099354" y="77187"/>
                  <a:pt x="2096269" y="86830"/>
                  <a:pt x="2090100" y="93639"/>
                </a:cubicBezTo>
                <a:cubicBezTo>
                  <a:pt x="2083930" y="100448"/>
                  <a:pt x="2076527" y="103853"/>
                  <a:pt x="2067889" y="103853"/>
                </a:cubicBezTo>
                <a:cubicBezTo>
                  <a:pt x="2059298" y="103853"/>
                  <a:pt x="2052557" y="100266"/>
                  <a:pt x="2047667" y="93091"/>
                </a:cubicBezTo>
                <a:lnTo>
                  <a:pt x="2047667" y="102208"/>
                </a:lnTo>
                <a:moveTo>
                  <a:pt x="2047530" y="65260"/>
                </a:moveTo>
                <a:cubicBezTo>
                  <a:pt x="2047530" y="73988"/>
                  <a:pt x="2048718" y="80295"/>
                  <a:pt x="2051095" y="84179"/>
                </a:cubicBezTo>
                <a:cubicBezTo>
                  <a:pt x="2054979" y="90532"/>
                  <a:pt x="2060235" y="93708"/>
                  <a:pt x="2066861" y="93708"/>
                </a:cubicBezTo>
                <a:cubicBezTo>
                  <a:pt x="2072254" y="93708"/>
                  <a:pt x="2076915" y="91366"/>
                  <a:pt x="2080845" y="86681"/>
                </a:cubicBezTo>
                <a:cubicBezTo>
                  <a:pt x="2084776" y="81997"/>
                  <a:pt x="2086741" y="75016"/>
                  <a:pt x="2086741" y="65739"/>
                </a:cubicBezTo>
                <a:cubicBezTo>
                  <a:pt x="2086741" y="56234"/>
                  <a:pt x="2084856" y="49219"/>
                  <a:pt x="2081085" y="44695"/>
                </a:cubicBezTo>
                <a:cubicBezTo>
                  <a:pt x="2077315" y="40170"/>
                  <a:pt x="2072756" y="37908"/>
                  <a:pt x="2067410" y="37908"/>
                </a:cubicBezTo>
                <a:cubicBezTo>
                  <a:pt x="2062017" y="37908"/>
                  <a:pt x="2057356" y="40250"/>
                  <a:pt x="2053425" y="44934"/>
                </a:cubicBezTo>
                <a:cubicBezTo>
                  <a:pt x="2049495" y="49619"/>
                  <a:pt x="2047530" y="56394"/>
                  <a:pt x="2047530" y="65260"/>
                </a:cubicBezTo>
                <a:close/>
                <a:moveTo>
                  <a:pt x="2161597" y="93228"/>
                </a:moveTo>
                <a:cubicBezTo>
                  <a:pt x="2157027" y="97112"/>
                  <a:pt x="2152629" y="99854"/>
                  <a:pt x="2148401" y="101454"/>
                </a:cubicBezTo>
                <a:cubicBezTo>
                  <a:pt x="2144174" y="103053"/>
                  <a:pt x="2139638" y="103853"/>
                  <a:pt x="2134794" y="103853"/>
                </a:cubicBezTo>
                <a:cubicBezTo>
                  <a:pt x="2126797" y="103853"/>
                  <a:pt x="2120650" y="101899"/>
                  <a:pt x="2116354" y="97992"/>
                </a:cubicBezTo>
                <a:cubicBezTo>
                  <a:pt x="2112059" y="94085"/>
                  <a:pt x="2109911" y="89092"/>
                  <a:pt x="2109911" y="83014"/>
                </a:cubicBezTo>
                <a:cubicBezTo>
                  <a:pt x="2109911" y="79449"/>
                  <a:pt x="2110722" y="76193"/>
                  <a:pt x="2112344" y="73246"/>
                </a:cubicBezTo>
                <a:cubicBezTo>
                  <a:pt x="2113967" y="70298"/>
                  <a:pt x="2116092" y="67933"/>
                  <a:pt x="2118719" y="66151"/>
                </a:cubicBezTo>
                <a:cubicBezTo>
                  <a:pt x="2121347" y="64368"/>
                  <a:pt x="2124306" y="63020"/>
                  <a:pt x="2127597" y="62106"/>
                </a:cubicBezTo>
                <a:cubicBezTo>
                  <a:pt x="2130019" y="61466"/>
                  <a:pt x="2133675" y="60849"/>
                  <a:pt x="2138565" y="60255"/>
                </a:cubicBezTo>
                <a:cubicBezTo>
                  <a:pt x="2148527" y="59067"/>
                  <a:pt x="2155862" y="57650"/>
                  <a:pt x="2160569" y="56005"/>
                </a:cubicBezTo>
                <a:cubicBezTo>
                  <a:pt x="2160615" y="54314"/>
                  <a:pt x="2160638" y="53240"/>
                  <a:pt x="2160638" y="52783"/>
                </a:cubicBezTo>
                <a:cubicBezTo>
                  <a:pt x="2160638" y="47756"/>
                  <a:pt x="2159472" y="44215"/>
                  <a:pt x="2157142" y="42158"/>
                </a:cubicBezTo>
                <a:cubicBezTo>
                  <a:pt x="2153988" y="39371"/>
                  <a:pt x="2149304" y="37977"/>
                  <a:pt x="2143089" y="37977"/>
                </a:cubicBezTo>
                <a:cubicBezTo>
                  <a:pt x="2137285" y="37977"/>
                  <a:pt x="2133001" y="38993"/>
                  <a:pt x="2130236" y="41027"/>
                </a:cubicBezTo>
                <a:cubicBezTo>
                  <a:pt x="2127471" y="43061"/>
                  <a:pt x="2125426" y="46660"/>
                  <a:pt x="2124100" y="51824"/>
                </a:cubicBezTo>
                <a:lnTo>
                  <a:pt x="2112036" y="50179"/>
                </a:lnTo>
                <a:cubicBezTo>
                  <a:pt x="2113132" y="45014"/>
                  <a:pt x="2114938" y="40844"/>
                  <a:pt x="2117451" y="37668"/>
                </a:cubicBezTo>
                <a:cubicBezTo>
                  <a:pt x="2119965" y="34492"/>
                  <a:pt x="2123598" y="32047"/>
                  <a:pt x="2128351" y="30333"/>
                </a:cubicBezTo>
                <a:cubicBezTo>
                  <a:pt x="2133103" y="28620"/>
                  <a:pt x="2138610" y="27763"/>
                  <a:pt x="2144871" y="27763"/>
                </a:cubicBezTo>
                <a:cubicBezTo>
                  <a:pt x="2151086" y="27763"/>
                  <a:pt x="2156136" y="28494"/>
                  <a:pt x="2160021" y="29956"/>
                </a:cubicBezTo>
                <a:cubicBezTo>
                  <a:pt x="2163905" y="31419"/>
                  <a:pt x="2166761" y="33258"/>
                  <a:pt x="2168589" y="35475"/>
                </a:cubicBezTo>
                <a:cubicBezTo>
                  <a:pt x="2170417" y="37691"/>
                  <a:pt x="2171697" y="40490"/>
                  <a:pt x="2172428" y="43872"/>
                </a:cubicBezTo>
                <a:cubicBezTo>
                  <a:pt x="2172839" y="45974"/>
                  <a:pt x="2173045" y="49767"/>
                  <a:pt x="2173045" y="55251"/>
                </a:cubicBezTo>
                <a:lnTo>
                  <a:pt x="2173045" y="71703"/>
                </a:lnTo>
                <a:cubicBezTo>
                  <a:pt x="2173045" y="83174"/>
                  <a:pt x="2173308" y="90429"/>
                  <a:pt x="2173833" y="93468"/>
                </a:cubicBezTo>
                <a:cubicBezTo>
                  <a:pt x="2174359" y="96507"/>
                  <a:pt x="2175399" y="99420"/>
                  <a:pt x="2176952" y="102208"/>
                </a:cubicBezTo>
                <a:lnTo>
                  <a:pt x="2164065" y="102208"/>
                </a:lnTo>
                <a:cubicBezTo>
                  <a:pt x="2162785" y="99649"/>
                  <a:pt x="2161963" y="96655"/>
                  <a:pt x="2161597" y="93228"/>
                </a:cubicBezTo>
                <a:moveTo>
                  <a:pt x="2160569" y="65671"/>
                </a:moveTo>
                <a:cubicBezTo>
                  <a:pt x="2156090" y="67499"/>
                  <a:pt x="2149373" y="69053"/>
                  <a:pt x="2140415" y="70332"/>
                </a:cubicBezTo>
                <a:cubicBezTo>
                  <a:pt x="2135343" y="71063"/>
                  <a:pt x="2131755" y="71886"/>
                  <a:pt x="2129653" y="72800"/>
                </a:cubicBezTo>
                <a:cubicBezTo>
                  <a:pt x="2127551" y="73714"/>
                  <a:pt x="2125928" y="75051"/>
                  <a:pt x="2124786" y="76810"/>
                </a:cubicBezTo>
                <a:cubicBezTo>
                  <a:pt x="2123643" y="78570"/>
                  <a:pt x="2123072" y="80523"/>
                  <a:pt x="2123072" y="82671"/>
                </a:cubicBezTo>
                <a:cubicBezTo>
                  <a:pt x="2123072" y="85962"/>
                  <a:pt x="2124318" y="88704"/>
                  <a:pt x="2126808" y="90897"/>
                </a:cubicBezTo>
                <a:cubicBezTo>
                  <a:pt x="2129299" y="93091"/>
                  <a:pt x="2132943" y="94188"/>
                  <a:pt x="2137742" y="94188"/>
                </a:cubicBezTo>
                <a:cubicBezTo>
                  <a:pt x="2142495" y="94188"/>
                  <a:pt x="2146722" y="93148"/>
                  <a:pt x="2150424" y="91069"/>
                </a:cubicBezTo>
                <a:cubicBezTo>
                  <a:pt x="2154125" y="88989"/>
                  <a:pt x="2156844" y="86144"/>
                  <a:pt x="2158581" y="82534"/>
                </a:cubicBezTo>
                <a:cubicBezTo>
                  <a:pt x="2159906" y="79746"/>
                  <a:pt x="2160569" y="75633"/>
                  <a:pt x="2160569" y="70195"/>
                </a:cubicBezTo>
                <a:lnTo>
                  <a:pt x="2160569" y="65671"/>
                </a:lnTo>
                <a:close/>
                <a:moveTo>
                  <a:pt x="2189634" y="108240"/>
                </a:moveTo>
                <a:lnTo>
                  <a:pt x="2201630" y="110023"/>
                </a:lnTo>
                <a:cubicBezTo>
                  <a:pt x="2202133" y="113724"/>
                  <a:pt x="2203527" y="116421"/>
                  <a:pt x="2205812" y="118112"/>
                </a:cubicBezTo>
                <a:cubicBezTo>
                  <a:pt x="2208874" y="120397"/>
                  <a:pt x="2213055" y="121539"/>
                  <a:pt x="2218356" y="121539"/>
                </a:cubicBezTo>
                <a:cubicBezTo>
                  <a:pt x="2224069" y="121539"/>
                  <a:pt x="2228479" y="120397"/>
                  <a:pt x="2231587" y="118112"/>
                </a:cubicBezTo>
                <a:cubicBezTo>
                  <a:pt x="2234694" y="115827"/>
                  <a:pt x="2236796" y="112628"/>
                  <a:pt x="2237893" y="108515"/>
                </a:cubicBezTo>
                <a:cubicBezTo>
                  <a:pt x="2238533" y="106001"/>
                  <a:pt x="2238830" y="100723"/>
                  <a:pt x="2238784" y="92680"/>
                </a:cubicBezTo>
                <a:cubicBezTo>
                  <a:pt x="2233392" y="99032"/>
                  <a:pt x="2226674" y="102208"/>
                  <a:pt x="2218631" y="102208"/>
                </a:cubicBezTo>
                <a:cubicBezTo>
                  <a:pt x="2208622" y="102208"/>
                  <a:pt x="2200876" y="98598"/>
                  <a:pt x="2195392" y="91377"/>
                </a:cubicBezTo>
                <a:cubicBezTo>
                  <a:pt x="2189908" y="84156"/>
                  <a:pt x="2187166" y="75496"/>
                  <a:pt x="2187166" y="65397"/>
                </a:cubicBezTo>
                <a:cubicBezTo>
                  <a:pt x="2187166" y="58450"/>
                  <a:pt x="2188423" y="52041"/>
                  <a:pt x="2190936" y="46168"/>
                </a:cubicBezTo>
                <a:cubicBezTo>
                  <a:pt x="2193450" y="40296"/>
                  <a:pt x="2197095" y="35760"/>
                  <a:pt x="2201870" y="32561"/>
                </a:cubicBezTo>
                <a:cubicBezTo>
                  <a:pt x="2206646" y="29362"/>
                  <a:pt x="2212256" y="27763"/>
                  <a:pt x="2218699" y="27763"/>
                </a:cubicBezTo>
                <a:cubicBezTo>
                  <a:pt x="2227291" y="27763"/>
                  <a:pt x="2234374" y="31236"/>
                  <a:pt x="2239950" y="38182"/>
                </a:cubicBezTo>
                <a:lnTo>
                  <a:pt x="2239950" y="29408"/>
                </a:lnTo>
                <a:lnTo>
                  <a:pt x="2251329" y="29408"/>
                </a:lnTo>
                <a:lnTo>
                  <a:pt x="2251329" y="92337"/>
                </a:lnTo>
                <a:cubicBezTo>
                  <a:pt x="2251329" y="103670"/>
                  <a:pt x="2250175" y="111702"/>
                  <a:pt x="2247867" y="116432"/>
                </a:cubicBezTo>
                <a:cubicBezTo>
                  <a:pt x="2245559" y="121162"/>
                  <a:pt x="2241903" y="124898"/>
                  <a:pt x="2236899" y="127640"/>
                </a:cubicBezTo>
                <a:cubicBezTo>
                  <a:pt x="2231895" y="130382"/>
                  <a:pt x="2225737" y="131753"/>
                  <a:pt x="2218425" y="131753"/>
                </a:cubicBezTo>
                <a:cubicBezTo>
                  <a:pt x="2209742" y="131753"/>
                  <a:pt x="2202727" y="129799"/>
                  <a:pt x="2197380" y="125892"/>
                </a:cubicBezTo>
                <a:cubicBezTo>
                  <a:pt x="2192033" y="121985"/>
                  <a:pt x="2189451" y="116101"/>
                  <a:pt x="2189634" y="108240"/>
                </a:cubicBezTo>
                <a:moveTo>
                  <a:pt x="2199848" y="64505"/>
                </a:moveTo>
                <a:cubicBezTo>
                  <a:pt x="2199848" y="74057"/>
                  <a:pt x="2201745" y="81026"/>
                  <a:pt x="2205538" y="85413"/>
                </a:cubicBezTo>
                <a:cubicBezTo>
                  <a:pt x="2209331" y="89800"/>
                  <a:pt x="2214084" y="91994"/>
                  <a:pt x="2219796" y="91994"/>
                </a:cubicBezTo>
                <a:cubicBezTo>
                  <a:pt x="2225463" y="91994"/>
                  <a:pt x="2230216" y="89812"/>
                  <a:pt x="2234054" y="85447"/>
                </a:cubicBezTo>
                <a:cubicBezTo>
                  <a:pt x="2237893" y="81083"/>
                  <a:pt x="2239813" y="74240"/>
                  <a:pt x="2239813" y="64917"/>
                </a:cubicBezTo>
                <a:cubicBezTo>
                  <a:pt x="2239813" y="56005"/>
                  <a:pt x="2237836" y="49287"/>
                  <a:pt x="2233883" y="44763"/>
                </a:cubicBezTo>
                <a:cubicBezTo>
                  <a:pt x="2229930" y="40239"/>
                  <a:pt x="2225166" y="37977"/>
                  <a:pt x="2219590" y="37977"/>
                </a:cubicBezTo>
                <a:cubicBezTo>
                  <a:pt x="2214106" y="37977"/>
                  <a:pt x="2209445" y="40205"/>
                  <a:pt x="2205606" y="44660"/>
                </a:cubicBezTo>
                <a:cubicBezTo>
                  <a:pt x="2201767" y="49116"/>
                  <a:pt x="2199848" y="55731"/>
                  <a:pt x="2199848" y="64505"/>
                </a:cubicBezTo>
                <a:close/>
                <a:moveTo>
                  <a:pt x="2303603" y="65808"/>
                </a:moveTo>
                <a:cubicBezTo>
                  <a:pt x="2303603" y="52326"/>
                  <a:pt x="2307350" y="42341"/>
                  <a:pt x="2314845" y="35852"/>
                </a:cubicBezTo>
                <a:cubicBezTo>
                  <a:pt x="2321106" y="30459"/>
                  <a:pt x="2328738" y="27763"/>
                  <a:pt x="2337741" y="27763"/>
                </a:cubicBezTo>
                <a:cubicBezTo>
                  <a:pt x="2347749" y="27763"/>
                  <a:pt x="2355929" y="31042"/>
                  <a:pt x="2362282" y="37600"/>
                </a:cubicBezTo>
                <a:cubicBezTo>
                  <a:pt x="2368634" y="44158"/>
                  <a:pt x="2371810" y="53218"/>
                  <a:pt x="2371810" y="64780"/>
                </a:cubicBezTo>
                <a:cubicBezTo>
                  <a:pt x="2371810" y="74148"/>
                  <a:pt x="2370405" y="81517"/>
                  <a:pt x="2367594" y="86887"/>
                </a:cubicBezTo>
                <a:cubicBezTo>
                  <a:pt x="2364784" y="92257"/>
                  <a:pt x="2360694" y="96427"/>
                  <a:pt x="2355324" y="99397"/>
                </a:cubicBezTo>
                <a:cubicBezTo>
                  <a:pt x="2349954" y="102368"/>
                  <a:pt x="2344093" y="103853"/>
                  <a:pt x="2337741" y="103853"/>
                </a:cubicBezTo>
                <a:cubicBezTo>
                  <a:pt x="2327550" y="103853"/>
                  <a:pt x="2319312" y="100586"/>
                  <a:pt x="2313029" y="94051"/>
                </a:cubicBezTo>
                <a:cubicBezTo>
                  <a:pt x="2306745" y="87515"/>
                  <a:pt x="2303603" y="78101"/>
                  <a:pt x="2303603" y="65808"/>
                </a:cubicBezTo>
                <a:moveTo>
                  <a:pt x="2316285" y="65808"/>
                </a:moveTo>
                <a:cubicBezTo>
                  <a:pt x="2316285" y="75131"/>
                  <a:pt x="2318318" y="82111"/>
                  <a:pt x="2322386" y="86750"/>
                </a:cubicBezTo>
                <a:cubicBezTo>
                  <a:pt x="2326453" y="91388"/>
                  <a:pt x="2331571" y="93708"/>
                  <a:pt x="2337741" y="93708"/>
                </a:cubicBezTo>
                <a:cubicBezTo>
                  <a:pt x="2343865" y="93708"/>
                  <a:pt x="2348960" y="91377"/>
                  <a:pt x="2353028" y="86716"/>
                </a:cubicBezTo>
                <a:cubicBezTo>
                  <a:pt x="2357095" y="82054"/>
                  <a:pt x="2359128" y="74948"/>
                  <a:pt x="2359128" y="65397"/>
                </a:cubicBezTo>
                <a:cubicBezTo>
                  <a:pt x="2359128" y="56394"/>
                  <a:pt x="2357083" y="49573"/>
                  <a:pt x="2352993" y="44934"/>
                </a:cubicBezTo>
                <a:cubicBezTo>
                  <a:pt x="2348903" y="40296"/>
                  <a:pt x="2343819" y="37977"/>
                  <a:pt x="2337741" y="37977"/>
                </a:cubicBezTo>
                <a:cubicBezTo>
                  <a:pt x="2331571" y="37977"/>
                  <a:pt x="2326453" y="40285"/>
                  <a:pt x="2322386" y="44900"/>
                </a:cubicBezTo>
                <a:cubicBezTo>
                  <a:pt x="2318318" y="49516"/>
                  <a:pt x="2316285" y="56485"/>
                  <a:pt x="2316285" y="65808"/>
                </a:cubicBezTo>
                <a:close/>
                <a:moveTo>
                  <a:pt x="2388948" y="102208"/>
                </a:moveTo>
                <a:lnTo>
                  <a:pt x="2388948" y="39005"/>
                </a:lnTo>
                <a:lnTo>
                  <a:pt x="2378048" y="39005"/>
                </a:lnTo>
                <a:lnTo>
                  <a:pt x="2378048" y="29408"/>
                </a:lnTo>
                <a:lnTo>
                  <a:pt x="2388948" y="29408"/>
                </a:lnTo>
                <a:lnTo>
                  <a:pt x="2388948" y="21662"/>
                </a:lnTo>
                <a:cubicBezTo>
                  <a:pt x="2388948" y="16772"/>
                  <a:pt x="2389382" y="13139"/>
                  <a:pt x="2390250" y="10762"/>
                </a:cubicBezTo>
                <a:cubicBezTo>
                  <a:pt x="2391438" y="7563"/>
                  <a:pt x="2393529" y="4970"/>
                  <a:pt x="2396523" y="2982"/>
                </a:cubicBezTo>
                <a:cubicBezTo>
                  <a:pt x="2399516" y="994"/>
                  <a:pt x="2403709" y="0"/>
                  <a:pt x="2409101" y="0"/>
                </a:cubicBezTo>
                <a:cubicBezTo>
                  <a:pt x="2412575" y="0"/>
                  <a:pt x="2416413" y="411"/>
                  <a:pt x="2420618" y="1234"/>
                </a:cubicBezTo>
                <a:lnTo>
                  <a:pt x="2418767" y="11996"/>
                </a:lnTo>
                <a:cubicBezTo>
                  <a:pt x="2416208" y="11539"/>
                  <a:pt x="2413786" y="11311"/>
                  <a:pt x="2411501" y="11311"/>
                </a:cubicBezTo>
                <a:cubicBezTo>
                  <a:pt x="2407753" y="11311"/>
                  <a:pt x="2405103" y="12110"/>
                  <a:pt x="2403549" y="13710"/>
                </a:cubicBezTo>
                <a:cubicBezTo>
                  <a:pt x="2401995" y="15309"/>
                  <a:pt x="2401218" y="18303"/>
                  <a:pt x="2401218" y="22690"/>
                </a:cubicBezTo>
                <a:lnTo>
                  <a:pt x="2401218" y="29408"/>
                </a:lnTo>
                <a:lnTo>
                  <a:pt x="2415408" y="29408"/>
                </a:lnTo>
                <a:lnTo>
                  <a:pt x="2415408" y="39005"/>
                </a:lnTo>
                <a:lnTo>
                  <a:pt x="2401218" y="39005"/>
                </a:lnTo>
                <a:lnTo>
                  <a:pt x="2401218" y="102208"/>
                </a:lnTo>
                <a:lnTo>
                  <a:pt x="2388948" y="102208"/>
                </a:lnTo>
                <a:close/>
                <a:moveTo>
                  <a:pt x="2510496" y="75542"/>
                </a:moveTo>
                <a:lnTo>
                  <a:pt x="2522629" y="77119"/>
                </a:lnTo>
                <a:cubicBezTo>
                  <a:pt x="2521304" y="85482"/>
                  <a:pt x="2517911" y="92028"/>
                  <a:pt x="2512450" y="96758"/>
                </a:cubicBezTo>
                <a:cubicBezTo>
                  <a:pt x="2506989" y="101488"/>
                  <a:pt x="2500282" y="103853"/>
                  <a:pt x="2492330" y="103853"/>
                </a:cubicBezTo>
                <a:cubicBezTo>
                  <a:pt x="2482368" y="103853"/>
                  <a:pt x="2474359" y="100597"/>
                  <a:pt x="2468304" y="94085"/>
                </a:cubicBezTo>
                <a:cubicBezTo>
                  <a:pt x="2462248" y="87573"/>
                  <a:pt x="2459221" y="78238"/>
                  <a:pt x="2459221" y="66082"/>
                </a:cubicBezTo>
                <a:cubicBezTo>
                  <a:pt x="2459221" y="58222"/>
                  <a:pt x="2460523" y="51344"/>
                  <a:pt x="2463128" y="45449"/>
                </a:cubicBezTo>
                <a:cubicBezTo>
                  <a:pt x="2465733" y="39553"/>
                  <a:pt x="2469697" y="35132"/>
                  <a:pt x="2475021" y="32184"/>
                </a:cubicBezTo>
                <a:cubicBezTo>
                  <a:pt x="2480345" y="29237"/>
                  <a:pt x="2486138" y="27763"/>
                  <a:pt x="2492399" y="27763"/>
                </a:cubicBezTo>
                <a:cubicBezTo>
                  <a:pt x="2500305" y="27763"/>
                  <a:pt x="2506771" y="29762"/>
                  <a:pt x="2511798" y="33761"/>
                </a:cubicBezTo>
                <a:cubicBezTo>
                  <a:pt x="2516825" y="37760"/>
                  <a:pt x="2520047" y="43438"/>
                  <a:pt x="2521464" y="50795"/>
                </a:cubicBezTo>
                <a:lnTo>
                  <a:pt x="2509468" y="52646"/>
                </a:lnTo>
                <a:cubicBezTo>
                  <a:pt x="2508325" y="47756"/>
                  <a:pt x="2506303" y="44078"/>
                  <a:pt x="2503401" y="41610"/>
                </a:cubicBezTo>
                <a:cubicBezTo>
                  <a:pt x="2500499" y="39142"/>
                  <a:pt x="2496992" y="37908"/>
                  <a:pt x="2492879" y="37908"/>
                </a:cubicBezTo>
                <a:cubicBezTo>
                  <a:pt x="2486664" y="37908"/>
                  <a:pt x="2481614" y="40136"/>
                  <a:pt x="2477729" y="44592"/>
                </a:cubicBezTo>
                <a:cubicBezTo>
                  <a:pt x="2473845" y="49047"/>
                  <a:pt x="2471902" y="56097"/>
                  <a:pt x="2471902" y="65739"/>
                </a:cubicBezTo>
                <a:cubicBezTo>
                  <a:pt x="2471902" y="75519"/>
                  <a:pt x="2473776" y="82626"/>
                  <a:pt x="2477524" y="87058"/>
                </a:cubicBezTo>
                <a:cubicBezTo>
                  <a:pt x="2481271" y="91491"/>
                  <a:pt x="2486161" y="93708"/>
                  <a:pt x="2492193" y="93708"/>
                </a:cubicBezTo>
                <a:cubicBezTo>
                  <a:pt x="2497037" y="93708"/>
                  <a:pt x="2501082" y="92223"/>
                  <a:pt x="2504327" y="89252"/>
                </a:cubicBezTo>
                <a:cubicBezTo>
                  <a:pt x="2507571" y="86282"/>
                  <a:pt x="2509628" y="81712"/>
                  <a:pt x="2510496" y="75542"/>
                </a:cubicBezTo>
                <a:close/>
                <a:moveTo>
                  <a:pt x="2532933" y="102208"/>
                </a:moveTo>
                <a:lnTo>
                  <a:pt x="2532933" y="1714"/>
                </a:lnTo>
                <a:lnTo>
                  <a:pt x="2545272" y="1714"/>
                </a:lnTo>
                <a:lnTo>
                  <a:pt x="2545272" y="37771"/>
                </a:lnTo>
                <a:cubicBezTo>
                  <a:pt x="2551030" y="31099"/>
                  <a:pt x="2558296" y="27763"/>
                  <a:pt x="2567071" y="27763"/>
                </a:cubicBezTo>
                <a:cubicBezTo>
                  <a:pt x="2572463" y="27763"/>
                  <a:pt x="2577148" y="28825"/>
                  <a:pt x="2581123" y="30950"/>
                </a:cubicBezTo>
                <a:cubicBezTo>
                  <a:pt x="2585099" y="33075"/>
                  <a:pt x="2587944" y="36012"/>
                  <a:pt x="2589658" y="39759"/>
                </a:cubicBezTo>
                <a:cubicBezTo>
                  <a:pt x="2591372" y="43506"/>
                  <a:pt x="2592229" y="48945"/>
                  <a:pt x="2592229" y="56074"/>
                </a:cubicBezTo>
                <a:lnTo>
                  <a:pt x="2592229" y="102208"/>
                </a:lnTo>
                <a:lnTo>
                  <a:pt x="2579890" y="102208"/>
                </a:lnTo>
                <a:lnTo>
                  <a:pt x="2579890" y="56074"/>
                </a:lnTo>
                <a:cubicBezTo>
                  <a:pt x="2579890" y="49904"/>
                  <a:pt x="2578553" y="45414"/>
                  <a:pt x="2575879" y="42604"/>
                </a:cubicBezTo>
                <a:cubicBezTo>
                  <a:pt x="2573206" y="39793"/>
                  <a:pt x="2569424" y="38388"/>
                  <a:pt x="2564534" y="38388"/>
                </a:cubicBezTo>
                <a:cubicBezTo>
                  <a:pt x="2560878" y="38388"/>
                  <a:pt x="2557439" y="39336"/>
                  <a:pt x="2554218" y="41233"/>
                </a:cubicBezTo>
                <a:cubicBezTo>
                  <a:pt x="2550996" y="43129"/>
                  <a:pt x="2548699" y="45700"/>
                  <a:pt x="2547328" y="48945"/>
                </a:cubicBezTo>
                <a:cubicBezTo>
                  <a:pt x="2545957" y="52189"/>
                  <a:pt x="2545272" y="56668"/>
                  <a:pt x="2545272" y="62380"/>
                </a:cubicBezTo>
                <a:lnTo>
                  <a:pt x="2545272" y="102208"/>
                </a:lnTo>
                <a:lnTo>
                  <a:pt x="2532933" y="102208"/>
                </a:lnTo>
                <a:close/>
                <a:moveTo>
                  <a:pt x="2610806" y="15904"/>
                </a:moveTo>
                <a:lnTo>
                  <a:pt x="2610806" y="1714"/>
                </a:lnTo>
                <a:lnTo>
                  <a:pt x="2623145" y="1714"/>
                </a:lnTo>
                <a:lnTo>
                  <a:pt x="2623145" y="15904"/>
                </a:lnTo>
                <a:lnTo>
                  <a:pt x="2610806" y="15904"/>
                </a:lnTo>
                <a:moveTo>
                  <a:pt x="2610806" y="102208"/>
                </a:moveTo>
                <a:lnTo>
                  <a:pt x="2610806" y="29408"/>
                </a:lnTo>
                <a:lnTo>
                  <a:pt x="2623145" y="29408"/>
                </a:lnTo>
                <a:lnTo>
                  <a:pt x="2623145" y="102208"/>
                </a:lnTo>
                <a:lnTo>
                  <a:pt x="2610806" y="102208"/>
                </a:lnTo>
                <a:close/>
                <a:moveTo>
                  <a:pt x="2642212" y="130108"/>
                </a:moveTo>
                <a:lnTo>
                  <a:pt x="2642212" y="29408"/>
                </a:lnTo>
                <a:lnTo>
                  <a:pt x="2653455" y="29408"/>
                </a:lnTo>
                <a:lnTo>
                  <a:pt x="2653455" y="38868"/>
                </a:lnTo>
                <a:cubicBezTo>
                  <a:pt x="2656105" y="35166"/>
                  <a:pt x="2659099" y="32390"/>
                  <a:pt x="2662435" y="30539"/>
                </a:cubicBezTo>
                <a:cubicBezTo>
                  <a:pt x="2665771" y="28688"/>
                  <a:pt x="2669815" y="27763"/>
                  <a:pt x="2674568" y="27763"/>
                </a:cubicBezTo>
                <a:cubicBezTo>
                  <a:pt x="2680783" y="27763"/>
                  <a:pt x="2686267" y="29362"/>
                  <a:pt x="2691020" y="32561"/>
                </a:cubicBezTo>
                <a:cubicBezTo>
                  <a:pt x="2695773" y="35760"/>
                  <a:pt x="2699360" y="40273"/>
                  <a:pt x="2701782" y="46100"/>
                </a:cubicBezTo>
                <a:cubicBezTo>
                  <a:pt x="2704204" y="51927"/>
                  <a:pt x="2705416" y="58313"/>
                  <a:pt x="2705416" y="65260"/>
                </a:cubicBezTo>
                <a:cubicBezTo>
                  <a:pt x="2705416" y="72709"/>
                  <a:pt x="2704079" y="79415"/>
                  <a:pt x="2701405" y="85379"/>
                </a:cubicBezTo>
                <a:cubicBezTo>
                  <a:pt x="2698732" y="91343"/>
                  <a:pt x="2694847" y="95913"/>
                  <a:pt x="2689752" y="99089"/>
                </a:cubicBezTo>
                <a:cubicBezTo>
                  <a:pt x="2684656" y="102265"/>
                  <a:pt x="2679298" y="103853"/>
                  <a:pt x="2673677" y="103853"/>
                </a:cubicBezTo>
                <a:cubicBezTo>
                  <a:pt x="2669564" y="103853"/>
                  <a:pt x="2665874" y="102985"/>
                  <a:pt x="2662606" y="101248"/>
                </a:cubicBezTo>
                <a:cubicBezTo>
                  <a:pt x="2659339" y="99512"/>
                  <a:pt x="2656654" y="97318"/>
                  <a:pt x="2654551" y="94667"/>
                </a:cubicBezTo>
                <a:lnTo>
                  <a:pt x="2654551" y="130108"/>
                </a:lnTo>
                <a:lnTo>
                  <a:pt x="2642212" y="130108"/>
                </a:lnTo>
                <a:moveTo>
                  <a:pt x="2653386" y="66219"/>
                </a:moveTo>
                <a:cubicBezTo>
                  <a:pt x="2653386" y="75588"/>
                  <a:pt x="2655283" y="82511"/>
                  <a:pt x="2659076" y="86990"/>
                </a:cubicBezTo>
                <a:cubicBezTo>
                  <a:pt x="2662869" y="91468"/>
                  <a:pt x="2667462" y="93708"/>
                  <a:pt x="2672854" y="93708"/>
                </a:cubicBezTo>
                <a:cubicBezTo>
                  <a:pt x="2678338" y="93708"/>
                  <a:pt x="2683034" y="91388"/>
                  <a:pt x="2686941" y="86750"/>
                </a:cubicBezTo>
                <a:cubicBezTo>
                  <a:pt x="2690849" y="82111"/>
                  <a:pt x="2692802" y="74925"/>
                  <a:pt x="2692802" y="65191"/>
                </a:cubicBezTo>
                <a:cubicBezTo>
                  <a:pt x="2692802" y="55914"/>
                  <a:pt x="2690894" y="48967"/>
                  <a:pt x="2687078" y="44352"/>
                </a:cubicBezTo>
                <a:cubicBezTo>
                  <a:pt x="2683262" y="39736"/>
                  <a:pt x="2678704" y="37428"/>
                  <a:pt x="2673403" y="37428"/>
                </a:cubicBezTo>
                <a:cubicBezTo>
                  <a:pt x="2668147" y="37428"/>
                  <a:pt x="2663497" y="39885"/>
                  <a:pt x="2659453" y="44797"/>
                </a:cubicBezTo>
                <a:cubicBezTo>
                  <a:pt x="2655408" y="49710"/>
                  <a:pt x="2653386" y="56851"/>
                  <a:pt x="2653386" y="66219"/>
                </a:cubicBezTo>
                <a:close/>
                <a:moveTo>
                  <a:pt x="2715082" y="80478"/>
                </a:moveTo>
                <a:lnTo>
                  <a:pt x="2727284" y="78558"/>
                </a:lnTo>
                <a:cubicBezTo>
                  <a:pt x="2727969" y="83448"/>
                  <a:pt x="2729877" y="87196"/>
                  <a:pt x="2733008" y="89800"/>
                </a:cubicBezTo>
                <a:cubicBezTo>
                  <a:pt x="2736138" y="92405"/>
                  <a:pt x="2740514" y="93708"/>
                  <a:pt x="2746135" y="93708"/>
                </a:cubicBezTo>
                <a:cubicBezTo>
                  <a:pt x="2751802" y="93708"/>
                  <a:pt x="2756006" y="92554"/>
                  <a:pt x="2758748" y="90246"/>
                </a:cubicBezTo>
                <a:cubicBezTo>
                  <a:pt x="2761490" y="87938"/>
                  <a:pt x="2762861" y="85230"/>
                  <a:pt x="2762861" y="82123"/>
                </a:cubicBezTo>
                <a:cubicBezTo>
                  <a:pt x="2762861" y="79335"/>
                  <a:pt x="2761650" y="77142"/>
                  <a:pt x="2759228" y="75542"/>
                </a:cubicBezTo>
                <a:cubicBezTo>
                  <a:pt x="2757537" y="74445"/>
                  <a:pt x="2753333" y="73051"/>
                  <a:pt x="2746615" y="71360"/>
                </a:cubicBezTo>
                <a:cubicBezTo>
                  <a:pt x="2737566" y="69075"/>
                  <a:pt x="2731294" y="67099"/>
                  <a:pt x="2727798" y="65431"/>
                </a:cubicBezTo>
                <a:cubicBezTo>
                  <a:pt x="2724302" y="63763"/>
                  <a:pt x="2721651" y="61455"/>
                  <a:pt x="2719846" y="58507"/>
                </a:cubicBezTo>
                <a:cubicBezTo>
                  <a:pt x="2718041" y="55560"/>
                  <a:pt x="2717138" y="52304"/>
                  <a:pt x="2717138" y="48739"/>
                </a:cubicBezTo>
                <a:cubicBezTo>
                  <a:pt x="2717138" y="45494"/>
                  <a:pt x="2717881" y="42490"/>
                  <a:pt x="2719366" y="39725"/>
                </a:cubicBezTo>
                <a:cubicBezTo>
                  <a:pt x="2720851" y="36960"/>
                  <a:pt x="2722874" y="34663"/>
                  <a:pt x="2725433" y="32835"/>
                </a:cubicBezTo>
                <a:cubicBezTo>
                  <a:pt x="2727352" y="31419"/>
                  <a:pt x="2729969" y="30219"/>
                  <a:pt x="2733282" y="29237"/>
                </a:cubicBezTo>
                <a:cubicBezTo>
                  <a:pt x="2736595" y="28254"/>
                  <a:pt x="2740148" y="27763"/>
                  <a:pt x="2743941" y="27763"/>
                </a:cubicBezTo>
                <a:cubicBezTo>
                  <a:pt x="2749654" y="27763"/>
                  <a:pt x="2754669" y="28585"/>
                  <a:pt x="2758988" y="30231"/>
                </a:cubicBezTo>
                <a:cubicBezTo>
                  <a:pt x="2763307" y="31876"/>
                  <a:pt x="2766494" y="34104"/>
                  <a:pt x="2768551" y="36914"/>
                </a:cubicBezTo>
                <a:cubicBezTo>
                  <a:pt x="2770607" y="39725"/>
                  <a:pt x="2772024" y="43484"/>
                  <a:pt x="2772801" y="48191"/>
                </a:cubicBezTo>
                <a:lnTo>
                  <a:pt x="2760736" y="49836"/>
                </a:lnTo>
                <a:cubicBezTo>
                  <a:pt x="2760188" y="46088"/>
                  <a:pt x="2758600" y="43164"/>
                  <a:pt x="2755972" y="41061"/>
                </a:cubicBezTo>
                <a:cubicBezTo>
                  <a:pt x="2753344" y="38959"/>
                  <a:pt x="2749631" y="37908"/>
                  <a:pt x="2744832" y="37908"/>
                </a:cubicBezTo>
                <a:cubicBezTo>
                  <a:pt x="2739166" y="37908"/>
                  <a:pt x="2735121" y="38845"/>
                  <a:pt x="2732699" y="40719"/>
                </a:cubicBezTo>
                <a:cubicBezTo>
                  <a:pt x="2730277" y="42592"/>
                  <a:pt x="2729066" y="44786"/>
                  <a:pt x="2729066" y="47299"/>
                </a:cubicBezTo>
                <a:cubicBezTo>
                  <a:pt x="2729066" y="48899"/>
                  <a:pt x="2729569" y="50338"/>
                  <a:pt x="2730574" y="51618"/>
                </a:cubicBezTo>
                <a:cubicBezTo>
                  <a:pt x="2731579" y="52943"/>
                  <a:pt x="2733156" y="54040"/>
                  <a:pt x="2735304" y="54908"/>
                </a:cubicBezTo>
                <a:cubicBezTo>
                  <a:pt x="2736538" y="55365"/>
                  <a:pt x="2740171" y="56417"/>
                  <a:pt x="2746203" y="58062"/>
                </a:cubicBezTo>
                <a:cubicBezTo>
                  <a:pt x="2754932" y="60392"/>
                  <a:pt x="2761022" y="62300"/>
                  <a:pt x="2764472" y="63786"/>
                </a:cubicBezTo>
                <a:cubicBezTo>
                  <a:pt x="2767922" y="65271"/>
                  <a:pt x="2770630" y="67430"/>
                  <a:pt x="2772595" y="70264"/>
                </a:cubicBezTo>
                <a:cubicBezTo>
                  <a:pt x="2774560" y="73097"/>
                  <a:pt x="2775543" y="76616"/>
                  <a:pt x="2775543" y="80820"/>
                </a:cubicBezTo>
                <a:cubicBezTo>
                  <a:pt x="2775543" y="84933"/>
                  <a:pt x="2774343" y="88806"/>
                  <a:pt x="2771944" y="92440"/>
                </a:cubicBezTo>
                <a:cubicBezTo>
                  <a:pt x="2769545" y="96073"/>
                  <a:pt x="2766083" y="98883"/>
                  <a:pt x="2761559" y="100871"/>
                </a:cubicBezTo>
                <a:cubicBezTo>
                  <a:pt x="2757034" y="102859"/>
                  <a:pt x="2751916" y="103853"/>
                  <a:pt x="2746203" y="103853"/>
                </a:cubicBezTo>
                <a:cubicBezTo>
                  <a:pt x="2736744" y="103853"/>
                  <a:pt x="2729534" y="101888"/>
                  <a:pt x="2724576" y="97958"/>
                </a:cubicBezTo>
                <a:cubicBezTo>
                  <a:pt x="2719617" y="94028"/>
                  <a:pt x="2716453" y="88201"/>
                  <a:pt x="2715082" y="80478"/>
                </a:cubicBezTo>
                <a:close/>
                <a:moveTo>
                  <a:pt x="2793456" y="102208"/>
                </a:moveTo>
                <a:lnTo>
                  <a:pt x="2793456" y="88155"/>
                </a:lnTo>
                <a:lnTo>
                  <a:pt x="2807508" y="88155"/>
                </a:lnTo>
                <a:lnTo>
                  <a:pt x="2807508" y="102208"/>
                </a:lnTo>
                <a:lnTo>
                  <a:pt x="2793456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(">
            <a:extLst xmlns:a="http://schemas.openxmlformats.org/drawingml/2006/main">
              <a:ext uri="{FF2B5EF4-FFF2-40B4-BE49-F238E27FC236}">
                <a16:creationId xmlns:a16="http://schemas.microsoft.com/office/drawing/2014/main" id="{3DCA9543-FDE4-4448-AF57-7B884DC7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091" y="6021327"/>
            <a:ext cx="51892" cy="131753"/>
          </a:xfrm>
          <a:custGeom xmlns:a="http://schemas.openxmlformats.org/drawingml/2006/main">
            <a:pathLst>
              <a:path w="51892" h="131753">
                <a:moveTo>
                  <a:pt x="24404" y="131753"/>
                </a:moveTo>
                <a:lnTo>
                  <a:pt x="11037" y="131753"/>
                </a:lnTo>
                <a:cubicBezTo>
                  <a:pt x="7289" y="123024"/>
                  <a:pt x="4513" y="114193"/>
                  <a:pt x="2708" y="105258"/>
                </a:cubicBezTo>
                <a:cubicBezTo>
                  <a:pt x="903" y="96324"/>
                  <a:pt x="0" y="88132"/>
                  <a:pt x="0" y="80683"/>
                </a:cubicBezTo>
                <a:cubicBezTo>
                  <a:pt x="0" y="71360"/>
                  <a:pt x="1497" y="62003"/>
                  <a:pt x="4490" y="52612"/>
                </a:cubicBezTo>
                <a:cubicBezTo>
                  <a:pt x="7483" y="43221"/>
                  <a:pt x="12065" y="33658"/>
                  <a:pt x="18234" y="23924"/>
                </a:cubicBezTo>
                <a:cubicBezTo>
                  <a:pt x="22119" y="17709"/>
                  <a:pt x="28357" y="9734"/>
                  <a:pt x="36948" y="0"/>
                </a:cubicBezTo>
                <a:lnTo>
                  <a:pt x="51892" y="0"/>
                </a:lnTo>
                <a:cubicBezTo>
                  <a:pt x="43164" y="10237"/>
                  <a:pt x="36434" y="19857"/>
                  <a:pt x="31704" y="28860"/>
                </a:cubicBezTo>
                <a:cubicBezTo>
                  <a:pt x="26974" y="37862"/>
                  <a:pt x="23444" y="47665"/>
                  <a:pt x="21113" y="58267"/>
                </a:cubicBezTo>
                <a:cubicBezTo>
                  <a:pt x="18783" y="68870"/>
                  <a:pt x="17617" y="79244"/>
                  <a:pt x="17617" y="89389"/>
                </a:cubicBezTo>
                <a:cubicBezTo>
                  <a:pt x="17617" y="96244"/>
                  <a:pt x="18131" y="102916"/>
                  <a:pt x="19160" y="109406"/>
                </a:cubicBezTo>
                <a:cubicBezTo>
                  <a:pt x="20188" y="115895"/>
                  <a:pt x="21936" y="123344"/>
                  <a:pt x="24404" y="131753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b">
            <a:extLst xmlns:a="http://schemas.openxmlformats.org/drawingml/2006/main">
              <a:ext uri="{FF2B5EF4-FFF2-40B4-BE49-F238E27FC236}">
                <a16:creationId xmlns:a16="http://schemas.microsoft.com/office/drawing/2014/main" id="{C4158EE1-7967-4293-AE35-7256F6BF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238" y="6023041"/>
            <a:ext cx="79381" cy="102208"/>
          </a:xfrm>
          <a:custGeom xmlns:a="http://schemas.openxmlformats.org/drawingml/2006/main">
            <a:pathLst>
              <a:path w="79381" h="102208">
                <a:moveTo>
                  <a:pt x="0" y="100494"/>
                </a:moveTo>
                <a:lnTo>
                  <a:pt x="20976" y="0"/>
                </a:lnTo>
                <a:lnTo>
                  <a:pt x="40719" y="0"/>
                </a:lnTo>
                <a:lnTo>
                  <a:pt x="33658" y="33589"/>
                </a:lnTo>
                <a:cubicBezTo>
                  <a:pt x="37268" y="30847"/>
                  <a:pt x="40639" y="28894"/>
                  <a:pt x="43769" y="27728"/>
                </a:cubicBezTo>
                <a:cubicBezTo>
                  <a:pt x="46900" y="26563"/>
                  <a:pt x="50316" y="25980"/>
                  <a:pt x="54017" y="25980"/>
                </a:cubicBezTo>
                <a:cubicBezTo>
                  <a:pt x="61695" y="25980"/>
                  <a:pt x="67842" y="28551"/>
                  <a:pt x="72457" y="33692"/>
                </a:cubicBezTo>
                <a:cubicBezTo>
                  <a:pt x="77073" y="38834"/>
                  <a:pt x="79381" y="46317"/>
                  <a:pt x="79381" y="56142"/>
                </a:cubicBezTo>
                <a:cubicBezTo>
                  <a:pt x="79381" y="62769"/>
                  <a:pt x="78295" y="69201"/>
                  <a:pt x="76125" y="75439"/>
                </a:cubicBezTo>
                <a:cubicBezTo>
                  <a:pt x="73954" y="81677"/>
                  <a:pt x="71052" y="86750"/>
                  <a:pt x="67419" y="90657"/>
                </a:cubicBezTo>
                <a:cubicBezTo>
                  <a:pt x="63786" y="94565"/>
                  <a:pt x="59970" y="97467"/>
                  <a:pt x="55971" y="99363"/>
                </a:cubicBezTo>
                <a:cubicBezTo>
                  <a:pt x="51972" y="101260"/>
                  <a:pt x="47779" y="102208"/>
                  <a:pt x="43392" y="102208"/>
                </a:cubicBezTo>
                <a:cubicBezTo>
                  <a:pt x="32973" y="102208"/>
                  <a:pt x="25318" y="97638"/>
                  <a:pt x="20428" y="88498"/>
                </a:cubicBezTo>
                <a:lnTo>
                  <a:pt x="17892" y="100494"/>
                </a:lnTo>
                <a:lnTo>
                  <a:pt x="0" y="100494"/>
                </a:lnTo>
                <a:moveTo>
                  <a:pt x="26529" y="70812"/>
                </a:moveTo>
                <a:cubicBezTo>
                  <a:pt x="26529" y="75702"/>
                  <a:pt x="27911" y="79678"/>
                  <a:pt x="30676" y="82740"/>
                </a:cubicBezTo>
                <a:cubicBezTo>
                  <a:pt x="33441" y="85802"/>
                  <a:pt x="36697" y="87333"/>
                  <a:pt x="40444" y="87333"/>
                </a:cubicBezTo>
                <a:cubicBezTo>
                  <a:pt x="43735" y="87333"/>
                  <a:pt x="46877" y="86144"/>
                  <a:pt x="49870" y="83768"/>
                </a:cubicBezTo>
                <a:cubicBezTo>
                  <a:pt x="52863" y="81392"/>
                  <a:pt x="55354" y="77599"/>
                  <a:pt x="57342" y="72389"/>
                </a:cubicBezTo>
                <a:cubicBezTo>
                  <a:pt x="59330" y="67179"/>
                  <a:pt x="60324" y="61923"/>
                  <a:pt x="60324" y="56622"/>
                </a:cubicBezTo>
                <a:cubicBezTo>
                  <a:pt x="60324" y="51458"/>
                  <a:pt x="58987" y="47402"/>
                  <a:pt x="56314" y="44455"/>
                </a:cubicBezTo>
                <a:cubicBezTo>
                  <a:pt x="53640" y="41507"/>
                  <a:pt x="50407" y="40033"/>
                  <a:pt x="46614" y="40033"/>
                </a:cubicBezTo>
                <a:cubicBezTo>
                  <a:pt x="41678" y="40033"/>
                  <a:pt x="37428" y="42318"/>
                  <a:pt x="33864" y="46888"/>
                </a:cubicBezTo>
                <a:cubicBezTo>
                  <a:pt x="28974" y="53149"/>
                  <a:pt x="26529" y="61124"/>
                  <a:pt x="26529" y="70812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)Mar">
            <a:extLst xmlns:a="http://schemas.openxmlformats.org/drawingml/2006/main">
              <a:ext uri="{FF2B5EF4-FFF2-40B4-BE49-F238E27FC236}">
                <a16:creationId xmlns:a16="http://schemas.microsoft.com/office/drawing/2014/main" id="{35464C2C-E748-4EB4-A270-4B07B07B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835" y="6021327"/>
            <a:ext cx="328479" cy="131753"/>
          </a:xfrm>
          <a:custGeom xmlns:a="http://schemas.openxmlformats.org/drawingml/2006/main">
            <a:pathLst>
              <a:path w="328479" h="131753">
                <a:moveTo>
                  <a:pt x="27489" y="0"/>
                </a:moveTo>
                <a:lnTo>
                  <a:pt x="40856" y="0"/>
                </a:lnTo>
                <a:cubicBezTo>
                  <a:pt x="44603" y="8683"/>
                  <a:pt x="47379" y="17503"/>
                  <a:pt x="49185" y="26460"/>
                </a:cubicBezTo>
                <a:cubicBezTo>
                  <a:pt x="50990" y="35417"/>
                  <a:pt x="51892" y="43598"/>
                  <a:pt x="51892" y="51001"/>
                </a:cubicBezTo>
                <a:cubicBezTo>
                  <a:pt x="51892" y="60324"/>
                  <a:pt x="50396" y="69681"/>
                  <a:pt x="47402" y="79072"/>
                </a:cubicBezTo>
                <a:cubicBezTo>
                  <a:pt x="44409" y="88464"/>
                  <a:pt x="39828" y="98049"/>
                  <a:pt x="33658" y="107829"/>
                </a:cubicBezTo>
                <a:cubicBezTo>
                  <a:pt x="29728" y="114044"/>
                  <a:pt x="23490" y="122019"/>
                  <a:pt x="14944" y="131753"/>
                </a:cubicBezTo>
                <a:lnTo>
                  <a:pt x="0" y="131753"/>
                </a:lnTo>
                <a:cubicBezTo>
                  <a:pt x="8683" y="121516"/>
                  <a:pt x="15389" y="111919"/>
                  <a:pt x="20119" y="102962"/>
                </a:cubicBezTo>
                <a:cubicBezTo>
                  <a:pt x="24849" y="94005"/>
                  <a:pt x="28380" y="84214"/>
                  <a:pt x="30710" y="73588"/>
                </a:cubicBezTo>
                <a:cubicBezTo>
                  <a:pt x="33041" y="62963"/>
                  <a:pt x="34206" y="52555"/>
                  <a:pt x="34206" y="42364"/>
                </a:cubicBezTo>
                <a:cubicBezTo>
                  <a:pt x="34206" y="35463"/>
                  <a:pt x="33704" y="28780"/>
                  <a:pt x="32698" y="22313"/>
                </a:cubicBezTo>
                <a:cubicBezTo>
                  <a:pt x="31693" y="15846"/>
                  <a:pt x="29956" y="8409"/>
                  <a:pt x="27489" y="0"/>
                </a:cubicBezTo>
                <a:close/>
                <a:moveTo>
                  <a:pt x="131387" y="102208"/>
                </a:moveTo>
                <a:lnTo>
                  <a:pt x="111782" y="102208"/>
                </a:lnTo>
                <a:lnTo>
                  <a:pt x="108149" y="18234"/>
                </a:lnTo>
                <a:lnTo>
                  <a:pt x="92177" y="102208"/>
                </a:lnTo>
                <a:lnTo>
                  <a:pt x="73531" y="102208"/>
                </a:lnTo>
                <a:lnTo>
                  <a:pt x="94508" y="1714"/>
                </a:lnTo>
                <a:lnTo>
                  <a:pt x="123984" y="1714"/>
                </a:lnTo>
                <a:lnTo>
                  <a:pt x="127069" y="72115"/>
                </a:lnTo>
                <a:lnTo>
                  <a:pt x="161344" y="1714"/>
                </a:lnTo>
                <a:lnTo>
                  <a:pt x="191163" y="1714"/>
                </a:lnTo>
                <a:lnTo>
                  <a:pt x="170118" y="102208"/>
                </a:lnTo>
                <a:lnTo>
                  <a:pt x="151267" y="102208"/>
                </a:lnTo>
                <a:lnTo>
                  <a:pt x="171078" y="18851"/>
                </a:lnTo>
                <a:lnTo>
                  <a:pt x="131387" y="102208"/>
                </a:lnTo>
                <a:close/>
                <a:moveTo>
                  <a:pt x="217497" y="50041"/>
                </a:moveTo>
                <a:lnTo>
                  <a:pt x="198303" y="48396"/>
                </a:lnTo>
                <a:cubicBezTo>
                  <a:pt x="200496" y="41907"/>
                  <a:pt x="204324" y="36834"/>
                  <a:pt x="209785" y="33178"/>
                </a:cubicBezTo>
                <a:cubicBezTo>
                  <a:pt x="215246" y="29522"/>
                  <a:pt x="222478" y="27694"/>
                  <a:pt x="231481" y="27694"/>
                </a:cubicBezTo>
                <a:cubicBezTo>
                  <a:pt x="240849" y="27694"/>
                  <a:pt x="247773" y="29579"/>
                  <a:pt x="252251" y="33350"/>
                </a:cubicBezTo>
                <a:cubicBezTo>
                  <a:pt x="256730" y="37120"/>
                  <a:pt x="258969" y="41724"/>
                  <a:pt x="258969" y="47162"/>
                </a:cubicBezTo>
                <a:cubicBezTo>
                  <a:pt x="258969" y="49356"/>
                  <a:pt x="258775" y="51687"/>
                  <a:pt x="258387" y="54154"/>
                </a:cubicBezTo>
                <a:cubicBezTo>
                  <a:pt x="257998" y="56622"/>
                  <a:pt x="256639" y="63112"/>
                  <a:pt x="254308" y="73623"/>
                </a:cubicBezTo>
                <a:cubicBezTo>
                  <a:pt x="252388" y="82306"/>
                  <a:pt x="251429" y="88384"/>
                  <a:pt x="251429" y="91857"/>
                </a:cubicBezTo>
                <a:cubicBezTo>
                  <a:pt x="251429" y="94965"/>
                  <a:pt x="251977" y="98415"/>
                  <a:pt x="253074" y="102208"/>
                </a:cubicBezTo>
                <a:lnTo>
                  <a:pt x="233949" y="102208"/>
                </a:lnTo>
                <a:cubicBezTo>
                  <a:pt x="233172" y="99557"/>
                  <a:pt x="232692" y="96815"/>
                  <a:pt x="232509" y="93982"/>
                </a:cubicBezTo>
                <a:cubicBezTo>
                  <a:pt x="229630" y="97181"/>
                  <a:pt x="226317" y="99637"/>
                  <a:pt x="222569" y="101351"/>
                </a:cubicBezTo>
                <a:cubicBezTo>
                  <a:pt x="218822" y="103065"/>
                  <a:pt x="215052" y="103922"/>
                  <a:pt x="211259" y="103922"/>
                </a:cubicBezTo>
                <a:cubicBezTo>
                  <a:pt x="205226" y="103922"/>
                  <a:pt x="200245" y="101945"/>
                  <a:pt x="196315" y="97992"/>
                </a:cubicBezTo>
                <a:cubicBezTo>
                  <a:pt x="192384" y="94039"/>
                  <a:pt x="190419" y="88955"/>
                  <a:pt x="190419" y="82740"/>
                </a:cubicBezTo>
                <a:cubicBezTo>
                  <a:pt x="190419" y="75793"/>
                  <a:pt x="192579" y="70241"/>
                  <a:pt x="196897" y="66082"/>
                </a:cubicBezTo>
                <a:cubicBezTo>
                  <a:pt x="201216" y="61923"/>
                  <a:pt x="208928" y="59410"/>
                  <a:pt x="220033" y="58542"/>
                </a:cubicBezTo>
                <a:cubicBezTo>
                  <a:pt x="229401" y="57765"/>
                  <a:pt x="235662" y="56828"/>
                  <a:pt x="238816" y="55731"/>
                </a:cubicBezTo>
                <a:cubicBezTo>
                  <a:pt x="239638" y="52989"/>
                  <a:pt x="240050" y="50795"/>
                  <a:pt x="240050" y="49150"/>
                </a:cubicBezTo>
                <a:cubicBezTo>
                  <a:pt x="240050" y="47048"/>
                  <a:pt x="239204" y="45289"/>
                  <a:pt x="237513" y="43872"/>
                </a:cubicBezTo>
                <a:cubicBezTo>
                  <a:pt x="235822" y="42455"/>
                  <a:pt x="233309" y="41747"/>
                  <a:pt x="229973" y="41747"/>
                </a:cubicBezTo>
                <a:cubicBezTo>
                  <a:pt x="226454" y="41747"/>
                  <a:pt x="223678" y="42467"/>
                  <a:pt x="221644" y="43906"/>
                </a:cubicBezTo>
                <a:cubicBezTo>
                  <a:pt x="219610" y="45346"/>
                  <a:pt x="218228" y="47391"/>
                  <a:pt x="217497" y="50041"/>
                </a:cubicBezTo>
                <a:moveTo>
                  <a:pt x="236211" y="68276"/>
                </a:moveTo>
                <a:cubicBezTo>
                  <a:pt x="235023" y="68596"/>
                  <a:pt x="233446" y="68893"/>
                  <a:pt x="231481" y="69167"/>
                </a:cubicBezTo>
                <a:cubicBezTo>
                  <a:pt x="221610" y="70355"/>
                  <a:pt x="215166" y="72092"/>
                  <a:pt x="212150" y="74377"/>
                </a:cubicBezTo>
                <a:cubicBezTo>
                  <a:pt x="210002" y="76022"/>
                  <a:pt x="208928" y="78238"/>
                  <a:pt x="208928" y="81026"/>
                </a:cubicBezTo>
                <a:cubicBezTo>
                  <a:pt x="208928" y="83311"/>
                  <a:pt x="209750" y="85242"/>
                  <a:pt x="211396" y="86818"/>
                </a:cubicBezTo>
                <a:cubicBezTo>
                  <a:pt x="213041" y="88395"/>
                  <a:pt x="215212" y="89183"/>
                  <a:pt x="217908" y="89183"/>
                </a:cubicBezTo>
                <a:cubicBezTo>
                  <a:pt x="220878" y="89183"/>
                  <a:pt x="223678" y="88464"/>
                  <a:pt x="226305" y="87024"/>
                </a:cubicBezTo>
                <a:cubicBezTo>
                  <a:pt x="228933" y="85585"/>
                  <a:pt x="230898" y="83734"/>
                  <a:pt x="232201" y="81472"/>
                </a:cubicBezTo>
                <a:cubicBezTo>
                  <a:pt x="233503" y="79209"/>
                  <a:pt x="234657" y="75679"/>
                  <a:pt x="235662" y="70881"/>
                </a:cubicBezTo>
                <a:lnTo>
                  <a:pt x="236211" y="68276"/>
                </a:lnTo>
                <a:close/>
                <a:moveTo>
                  <a:pt x="281659" y="29408"/>
                </a:moveTo>
                <a:lnTo>
                  <a:pt x="300031" y="29408"/>
                </a:lnTo>
                <a:lnTo>
                  <a:pt x="297083" y="43529"/>
                </a:lnTo>
                <a:cubicBezTo>
                  <a:pt x="303938" y="32973"/>
                  <a:pt x="311364" y="27694"/>
                  <a:pt x="319362" y="27694"/>
                </a:cubicBezTo>
                <a:cubicBezTo>
                  <a:pt x="322195" y="27694"/>
                  <a:pt x="325234" y="28403"/>
                  <a:pt x="328479" y="29819"/>
                </a:cubicBezTo>
                <a:lnTo>
                  <a:pt x="320939" y="45928"/>
                </a:lnTo>
                <a:cubicBezTo>
                  <a:pt x="319156" y="45289"/>
                  <a:pt x="317260" y="44969"/>
                  <a:pt x="315249" y="44969"/>
                </a:cubicBezTo>
                <a:cubicBezTo>
                  <a:pt x="311867" y="44969"/>
                  <a:pt x="308428" y="46248"/>
                  <a:pt x="304932" y="48808"/>
                </a:cubicBezTo>
                <a:cubicBezTo>
                  <a:pt x="301436" y="51367"/>
                  <a:pt x="298706" y="54783"/>
                  <a:pt x="296740" y="59056"/>
                </a:cubicBezTo>
                <a:cubicBezTo>
                  <a:pt x="294775" y="63329"/>
                  <a:pt x="292833" y="70104"/>
                  <a:pt x="290914" y="79381"/>
                </a:cubicBezTo>
                <a:lnTo>
                  <a:pt x="286115" y="102208"/>
                </a:lnTo>
                <a:lnTo>
                  <a:pt x="266441" y="102208"/>
                </a:lnTo>
                <a:lnTo>
                  <a:pt x="281659" y="29408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khasbeentr">
            <a:extLst xmlns:a="http://schemas.openxmlformats.org/drawingml/2006/main">
              <a:ext uri="{FF2B5EF4-FFF2-40B4-BE49-F238E27FC236}">
                <a16:creationId xmlns:a16="http://schemas.microsoft.com/office/drawing/2014/main" id="{CA9EF252-DA0C-4F3F-9FE2-92FF02A6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249" y="6023041"/>
            <a:ext cx="869145" cy="102208"/>
          </a:xfrm>
          <a:custGeom xmlns:a="http://schemas.openxmlformats.org/drawingml/2006/main">
            <a:pathLst>
              <a:path w="869145" h="102208">
                <a:moveTo>
                  <a:pt x="0" y="100494"/>
                </a:moveTo>
                <a:lnTo>
                  <a:pt x="21045" y="0"/>
                </a:lnTo>
                <a:lnTo>
                  <a:pt x="40719" y="0"/>
                </a:lnTo>
                <a:lnTo>
                  <a:pt x="29751" y="52304"/>
                </a:lnTo>
                <a:lnTo>
                  <a:pt x="55388" y="27694"/>
                </a:lnTo>
                <a:lnTo>
                  <a:pt x="80957" y="27694"/>
                </a:lnTo>
                <a:lnTo>
                  <a:pt x="51687" y="54154"/>
                </a:lnTo>
                <a:lnTo>
                  <a:pt x="67247" y="100494"/>
                </a:lnTo>
                <a:lnTo>
                  <a:pt x="47574" y="100494"/>
                </a:lnTo>
                <a:lnTo>
                  <a:pt x="37565" y="66836"/>
                </a:lnTo>
                <a:lnTo>
                  <a:pt x="24267" y="78627"/>
                </a:lnTo>
                <a:lnTo>
                  <a:pt x="19674" y="100494"/>
                </a:lnTo>
                <a:lnTo>
                  <a:pt x="0" y="100494"/>
                </a:lnTo>
                <a:close/>
                <a:moveTo>
                  <a:pt x="136590" y="100494"/>
                </a:moveTo>
                <a:lnTo>
                  <a:pt x="116917" y="100494"/>
                </a:lnTo>
                <a:lnTo>
                  <a:pt x="137961" y="0"/>
                </a:lnTo>
                <a:lnTo>
                  <a:pt x="157635" y="0"/>
                </a:lnTo>
                <a:lnTo>
                  <a:pt x="150095" y="35783"/>
                </a:lnTo>
                <a:cubicBezTo>
                  <a:pt x="154528" y="32310"/>
                  <a:pt x="158664" y="29808"/>
                  <a:pt x="162502" y="28277"/>
                </a:cubicBezTo>
                <a:cubicBezTo>
                  <a:pt x="166341" y="26746"/>
                  <a:pt x="170454" y="25980"/>
                  <a:pt x="174841" y="25980"/>
                </a:cubicBezTo>
                <a:cubicBezTo>
                  <a:pt x="180737" y="25980"/>
                  <a:pt x="185398" y="27671"/>
                  <a:pt x="188825" y="31053"/>
                </a:cubicBezTo>
                <a:cubicBezTo>
                  <a:pt x="192253" y="34435"/>
                  <a:pt x="193967" y="38868"/>
                  <a:pt x="193967" y="44352"/>
                </a:cubicBezTo>
                <a:cubicBezTo>
                  <a:pt x="193967" y="47277"/>
                  <a:pt x="193327" y="51801"/>
                  <a:pt x="192047" y="57925"/>
                </a:cubicBezTo>
                <a:lnTo>
                  <a:pt x="183136" y="100494"/>
                </a:lnTo>
                <a:lnTo>
                  <a:pt x="163462" y="100494"/>
                </a:lnTo>
                <a:lnTo>
                  <a:pt x="172579" y="57102"/>
                </a:lnTo>
                <a:cubicBezTo>
                  <a:pt x="173539" y="52395"/>
                  <a:pt x="174019" y="49379"/>
                  <a:pt x="174019" y="48053"/>
                </a:cubicBezTo>
                <a:cubicBezTo>
                  <a:pt x="174019" y="45631"/>
                  <a:pt x="173265" y="43689"/>
                  <a:pt x="171757" y="42227"/>
                </a:cubicBezTo>
                <a:cubicBezTo>
                  <a:pt x="170248" y="40764"/>
                  <a:pt x="168192" y="40033"/>
                  <a:pt x="165587" y="40033"/>
                </a:cubicBezTo>
                <a:cubicBezTo>
                  <a:pt x="162297" y="40033"/>
                  <a:pt x="159143" y="41176"/>
                  <a:pt x="156127" y="43461"/>
                </a:cubicBezTo>
                <a:cubicBezTo>
                  <a:pt x="152197" y="46477"/>
                  <a:pt x="149204" y="50179"/>
                  <a:pt x="147147" y="54566"/>
                </a:cubicBezTo>
                <a:cubicBezTo>
                  <a:pt x="146005" y="56988"/>
                  <a:pt x="144497" y="62677"/>
                  <a:pt x="142623" y="71635"/>
                </a:cubicBezTo>
                <a:lnTo>
                  <a:pt x="136590" y="100494"/>
                </a:lnTo>
                <a:close/>
                <a:moveTo>
                  <a:pt x="230071" y="48328"/>
                </a:moveTo>
                <a:lnTo>
                  <a:pt x="210877" y="46682"/>
                </a:lnTo>
                <a:cubicBezTo>
                  <a:pt x="213070" y="40193"/>
                  <a:pt x="216898" y="35120"/>
                  <a:pt x="222359" y="31464"/>
                </a:cubicBezTo>
                <a:cubicBezTo>
                  <a:pt x="227820" y="27808"/>
                  <a:pt x="235052" y="25980"/>
                  <a:pt x="244055" y="25980"/>
                </a:cubicBezTo>
                <a:cubicBezTo>
                  <a:pt x="253423" y="25980"/>
                  <a:pt x="260347" y="27866"/>
                  <a:pt x="264826" y="31636"/>
                </a:cubicBezTo>
                <a:cubicBezTo>
                  <a:pt x="269304" y="35406"/>
                  <a:pt x="271543" y="40010"/>
                  <a:pt x="271543" y="45449"/>
                </a:cubicBezTo>
                <a:cubicBezTo>
                  <a:pt x="271543" y="47642"/>
                  <a:pt x="271349" y="49973"/>
                  <a:pt x="270961" y="52441"/>
                </a:cubicBezTo>
                <a:cubicBezTo>
                  <a:pt x="270572" y="54908"/>
                  <a:pt x="269213" y="61398"/>
                  <a:pt x="266882" y="71909"/>
                </a:cubicBezTo>
                <a:cubicBezTo>
                  <a:pt x="264963" y="80592"/>
                  <a:pt x="264003" y="86670"/>
                  <a:pt x="264003" y="90143"/>
                </a:cubicBezTo>
                <a:cubicBezTo>
                  <a:pt x="264003" y="93251"/>
                  <a:pt x="264551" y="96701"/>
                  <a:pt x="265648" y="100494"/>
                </a:cubicBezTo>
                <a:lnTo>
                  <a:pt x="246523" y="100494"/>
                </a:lnTo>
                <a:cubicBezTo>
                  <a:pt x="245746" y="97844"/>
                  <a:pt x="245266" y="95102"/>
                  <a:pt x="245083" y="92268"/>
                </a:cubicBezTo>
                <a:cubicBezTo>
                  <a:pt x="242204" y="95467"/>
                  <a:pt x="238891" y="97924"/>
                  <a:pt x="235143" y="99637"/>
                </a:cubicBezTo>
                <a:cubicBezTo>
                  <a:pt x="231396" y="101351"/>
                  <a:pt x="227626" y="102208"/>
                  <a:pt x="223833" y="102208"/>
                </a:cubicBezTo>
                <a:cubicBezTo>
                  <a:pt x="217800" y="102208"/>
                  <a:pt x="212819" y="100231"/>
                  <a:pt x="208889" y="96278"/>
                </a:cubicBezTo>
                <a:cubicBezTo>
                  <a:pt x="204959" y="92325"/>
                  <a:pt x="202993" y="87241"/>
                  <a:pt x="202993" y="81026"/>
                </a:cubicBezTo>
                <a:cubicBezTo>
                  <a:pt x="202993" y="74080"/>
                  <a:pt x="205153" y="68527"/>
                  <a:pt x="209471" y="64368"/>
                </a:cubicBezTo>
                <a:cubicBezTo>
                  <a:pt x="213790" y="60210"/>
                  <a:pt x="221502" y="57696"/>
                  <a:pt x="232607" y="56828"/>
                </a:cubicBezTo>
                <a:cubicBezTo>
                  <a:pt x="241976" y="56051"/>
                  <a:pt x="248236" y="55114"/>
                  <a:pt x="251390" y="54017"/>
                </a:cubicBezTo>
                <a:cubicBezTo>
                  <a:pt x="252212" y="51275"/>
                  <a:pt x="252624" y="49082"/>
                  <a:pt x="252624" y="47437"/>
                </a:cubicBezTo>
                <a:cubicBezTo>
                  <a:pt x="252624" y="45334"/>
                  <a:pt x="251778" y="43575"/>
                  <a:pt x="250087" y="42158"/>
                </a:cubicBezTo>
                <a:cubicBezTo>
                  <a:pt x="248396" y="40742"/>
                  <a:pt x="245883" y="40033"/>
                  <a:pt x="242547" y="40033"/>
                </a:cubicBezTo>
                <a:cubicBezTo>
                  <a:pt x="239028" y="40033"/>
                  <a:pt x="236252" y="40753"/>
                  <a:pt x="234218" y="42192"/>
                </a:cubicBezTo>
                <a:cubicBezTo>
                  <a:pt x="232184" y="43632"/>
                  <a:pt x="230802" y="45677"/>
                  <a:pt x="230071" y="48328"/>
                </a:cubicBezTo>
                <a:moveTo>
                  <a:pt x="248785" y="66562"/>
                </a:moveTo>
                <a:cubicBezTo>
                  <a:pt x="247597" y="66882"/>
                  <a:pt x="246020" y="67179"/>
                  <a:pt x="244055" y="67453"/>
                </a:cubicBezTo>
                <a:cubicBezTo>
                  <a:pt x="234184" y="68641"/>
                  <a:pt x="227740" y="70378"/>
                  <a:pt x="224724" y="72663"/>
                </a:cubicBezTo>
                <a:cubicBezTo>
                  <a:pt x="222576" y="74308"/>
                  <a:pt x="221502" y="76525"/>
                  <a:pt x="221502" y="79312"/>
                </a:cubicBezTo>
                <a:cubicBezTo>
                  <a:pt x="221502" y="81597"/>
                  <a:pt x="222325" y="83528"/>
                  <a:pt x="223970" y="85105"/>
                </a:cubicBezTo>
                <a:cubicBezTo>
                  <a:pt x="225615" y="86681"/>
                  <a:pt x="227786" y="87470"/>
                  <a:pt x="230482" y="87470"/>
                </a:cubicBezTo>
                <a:cubicBezTo>
                  <a:pt x="233453" y="87470"/>
                  <a:pt x="236252" y="86750"/>
                  <a:pt x="238879" y="85310"/>
                </a:cubicBezTo>
                <a:cubicBezTo>
                  <a:pt x="241507" y="83871"/>
                  <a:pt x="243472" y="82020"/>
                  <a:pt x="244775" y="79758"/>
                </a:cubicBezTo>
                <a:cubicBezTo>
                  <a:pt x="246077" y="77496"/>
                  <a:pt x="247231" y="73965"/>
                  <a:pt x="248236" y="69167"/>
                </a:cubicBezTo>
                <a:lnTo>
                  <a:pt x="248785" y="66562"/>
                </a:lnTo>
                <a:close/>
                <a:moveTo>
                  <a:pt x="277576" y="80135"/>
                </a:moveTo>
                <a:lnTo>
                  <a:pt x="296633" y="77119"/>
                </a:lnTo>
                <a:cubicBezTo>
                  <a:pt x="298324" y="81140"/>
                  <a:pt x="300426" y="83985"/>
                  <a:pt x="302939" y="85653"/>
                </a:cubicBezTo>
                <a:cubicBezTo>
                  <a:pt x="305453" y="87321"/>
                  <a:pt x="308880" y="88155"/>
                  <a:pt x="313222" y="88155"/>
                </a:cubicBezTo>
                <a:cubicBezTo>
                  <a:pt x="317700" y="88155"/>
                  <a:pt x="321288" y="87150"/>
                  <a:pt x="323984" y="85139"/>
                </a:cubicBezTo>
                <a:cubicBezTo>
                  <a:pt x="325858" y="83768"/>
                  <a:pt x="326795" y="82100"/>
                  <a:pt x="326795" y="80135"/>
                </a:cubicBezTo>
                <a:cubicBezTo>
                  <a:pt x="326795" y="78810"/>
                  <a:pt x="326315" y="77621"/>
                  <a:pt x="325355" y="76570"/>
                </a:cubicBezTo>
                <a:cubicBezTo>
                  <a:pt x="324350" y="75565"/>
                  <a:pt x="321631" y="74331"/>
                  <a:pt x="317198" y="72869"/>
                </a:cubicBezTo>
                <a:cubicBezTo>
                  <a:pt x="305316" y="68938"/>
                  <a:pt x="297958" y="65831"/>
                  <a:pt x="295125" y="63546"/>
                </a:cubicBezTo>
                <a:cubicBezTo>
                  <a:pt x="290692" y="59981"/>
                  <a:pt x="288475" y="55320"/>
                  <a:pt x="288475" y="49562"/>
                </a:cubicBezTo>
                <a:cubicBezTo>
                  <a:pt x="288475" y="43803"/>
                  <a:pt x="290623" y="38845"/>
                  <a:pt x="294919" y="34686"/>
                </a:cubicBezTo>
                <a:cubicBezTo>
                  <a:pt x="300906" y="28882"/>
                  <a:pt x="309794" y="25980"/>
                  <a:pt x="321585" y="25980"/>
                </a:cubicBezTo>
                <a:cubicBezTo>
                  <a:pt x="330953" y="25980"/>
                  <a:pt x="338037" y="27694"/>
                  <a:pt x="342835" y="31122"/>
                </a:cubicBezTo>
                <a:cubicBezTo>
                  <a:pt x="347634" y="34549"/>
                  <a:pt x="350673" y="39188"/>
                  <a:pt x="351953" y="45037"/>
                </a:cubicBezTo>
                <a:lnTo>
                  <a:pt x="333787" y="48191"/>
                </a:lnTo>
                <a:cubicBezTo>
                  <a:pt x="332827" y="45540"/>
                  <a:pt x="331273" y="43552"/>
                  <a:pt x="329125" y="42227"/>
                </a:cubicBezTo>
                <a:cubicBezTo>
                  <a:pt x="326201" y="40444"/>
                  <a:pt x="322682" y="39553"/>
                  <a:pt x="318569" y="39553"/>
                </a:cubicBezTo>
                <a:cubicBezTo>
                  <a:pt x="314456" y="39553"/>
                  <a:pt x="311497" y="40239"/>
                  <a:pt x="309692" y="41610"/>
                </a:cubicBezTo>
                <a:cubicBezTo>
                  <a:pt x="307886" y="42981"/>
                  <a:pt x="306984" y="44557"/>
                  <a:pt x="306984" y="46340"/>
                </a:cubicBezTo>
                <a:cubicBezTo>
                  <a:pt x="306984" y="48168"/>
                  <a:pt x="307898" y="49676"/>
                  <a:pt x="309726" y="50864"/>
                </a:cubicBezTo>
                <a:cubicBezTo>
                  <a:pt x="310868" y="51595"/>
                  <a:pt x="314547" y="52875"/>
                  <a:pt x="320762" y="54703"/>
                </a:cubicBezTo>
                <a:cubicBezTo>
                  <a:pt x="330359" y="57491"/>
                  <a:pt x="336780" y="60233"/>
                  <a:pt x="340025" y="62929"/>
                </a:cubicBezTo>
                <a:cubicBezTo>
                  <a:pt x="344595" y="66722"/>
                  <a:pt x="346880" y="71292"/>
                  <a:pt x="346880" y="76639"/>
                </a:cubicBezTo>
                <a:cubicBezTo>
                  <a:pt x="346880" y="83540"/>
                  <a:pt x="343978" y="89526"/>
                  <a:pt x="338174" y="94599"/>
                </a:cubicBezTo>
                <a:cubicBezTo>
                  <a:pt x="332370" y="99672"/>
                  <a:pt x="324190" y="102208"/>
                  <a:pt x="313633" y="102208"/>
                </a:cubicBezTo>
                <a:cubicBezTo>
                  <a:pt x="303122" y="102208"/>
                  <a:pt x="294999" y="100277"/>
                  <a:pt x="289264" y="96415"/>
                </a:cubicBezTo>
                <a:cubicBezTo>
                  <a:pt x="283528" y="92554"/>
                  <a:pt x="279632" y="87127"/>
                  <a:pt x="277576" y="80135"/>
                </a:cubicBezTo>
                <a:close/>
                <a:moveTo>
                  <a:pt x="395864" y="100494"/>
                </a:moveTo>
                <a:lnTo>
                  <a:pt x="416840" y="0"/>
                </a:lnTo>
                <a:lnTo>
                  <a:pt x="436582" y="0"/>
                </a:lnTo>
                <a:lnTo>
                  <a:pt x="429522" y="33589"/>
                </a:lnTo>
                <a:cubicBezTo>
                  <a:pt x="433132" y="30847"/>
                  <a:pt x="436502" y="28894"/>
                  <a:pt x="439633" y="27728"/>
                </a:cubicBezTo>
                <a:cubicBezTo>
                  <a:pt x="442763" y="26563"/>
                  <a:pt x="446179" y="25980"/>
                  <a:pt x="449881" y="25980"/>
                </a:cubicBezTo>
                <a:cubicBezTo>
                  <a:pt x="457559" y="25980"/>
                  <a:pt x="463705" y="28551"/>
                  <a:pt x="468321" y="33692"/>
                </a:cubicBezTo>
                <a:cubicBezTo>
                  <a:pt x="472937" y="38834"/>
                  <a:pt x="475244" y="46317"/>
                  <a:pt x="475244" y="56142"/>
                </a:cubicBezTo>
                <a:cubicBezTo>
                  <a:pt x="475244" y="62769"/>
                  <a:pt x="474159" y="69201"/>
                  <a:pt x="471988" y="75439"/>
                </a:cubicBezTo>
                <a:cubicBezTo>
                  <a:pt x="469818" y="81677"/>
                  <a:pt x="466916" y="86750"/>
                  <a:pt x="463282" y="90657"/>
                </a:cubicBezTo>
                <a:cubicBezTo>
                  <a:pt x="459649" y="94565"/>
                  <a:pt x="455833" y="97467"/>
                  <a:pt x="451835" y="99363"/>
                </a:cubicBezTo>
                <a:cubicBezTo>
                  <a:pt x="447836" y="101260"/>
                  <a:pt x="443643" y="102208"/>
                  <a:pt x="439256" y="102208"/>
                </a:cubicBezTo>
                <a:cubicBezTo>
                  <a:pt x="428836" y="102208"/>
                  <a:pt x="421181" y="97638"/>
                  <a:pt x="416291" y="88498"/>
                </a:cubicBezTo>
                <a:lnTo>
                  <a:pt x="413755" y="100494"/>
                </a:lnTo>
                <a:lnTo>
                  <a:pt x="395864" y="100494"/>
                </a:lnTo>
                <a:moveTo>
                  <a:pt x="422392" y="70812"/>
                </a:moveTo>
                <a:cubicBezTo>
                  <a:pt x="422392" y="75702"/>
                  <a:pt x="423775" y="79678"/>
                  <a:pt x="426540" y="82740"/>
                </a:cubicBezTo>
                <a:cubicBezTo>
                  <a:pt x="429305" y="85802"/>
                  <a:pt x="432561" y="87333"/>
                  <a:pt x="436308" y="87333"/>
                </a:cubicBezTo>
                <a:cubicBezTo>
                  <a:pt x="439598" y="87333"/>
                  <a:pt x="442740" y="86144"/>
                  <a:pt x="445734" y="83768"/>
                </a:cubicBezTo>
                <a:cubicBezTo>
                  <a:pt x="448727" y="81392"/>
                  <a:pt x="451218" y="77599"/>
                  <a:pt x="453206" y="72389"/>
                </a:cubicBezTo>
                <a:cubicBezTo>
                  <a:pt x="455194" y="67179"/>
                  <a:pt x="456188" y="61923"/>
                  <a:pt x="456188" y="56622"/>
                </a:cubicBezTo>
                <a:cubicBezTo>
                  <a:pt x="456188" y="51458"/>
                  <a:pt x="454851" y="47402"/>
                  <a:pt x="452177" y="44455"/>
                </a:cubicBezTo>
                <a:cubicBezTo>
                  <a:pt x="449504" y="41507"/>
                  <a:pt x="446271" y="40033"/>
                  <a:pt x="442478" y="40033"/>
                </a:cubicBezTo>
                <a:cubicBezTo>
                  <a:pt x="437542" y="40033"/>
                  <a:pt x="433292" y="42318"/>
                  <a:pt x="429727" y="46888"/>
                </a:cubicBezTo>
                <a:cubicBezTo>
                  <a:pt x="424837" y="53149"/>
                  <a:pt x="422392" y="61124"/>
                  <a:pt x="422392" y="70812"/>
                </a:cubicBezTo>
                <a:close/>
                <a:moveTo>
                  <a:pt x="552958" y="70195"/>
                </a:moveTo>
                <a:lnTo>
                  <a:pt x="503602" y="70195"/>
                </a:lnTo>
                <a:cubicBezTo>
                  <a:pt x="503557" y="70972"/>
                  <a:pt x="503534" y="71566"/>
                  <a:pt x="503534" y="71977"/>
                </a:cubicBezTo>
                <a:cubicBezTo>
                  <a:pt x="503534" y="76822"/>
                  <a:pt x="504916" y="80729"/>
                  <a:pt x="507681" y="83699"/>
                </a:cubicBezTo>
                <a:cubicBezTo>
                  <a:pt x="510446" y="86670"/>
                  <a:pt x="513816" y="88155"/>
                  <a:pt x="517792" y="88155"/>
                </a:cubicBezTo>
                <a:cubicBezTo>
                  <a:pt x="524327" y="88155"/>
                  <a:pt x="529423" y="84773"/>
                  <a:pt x="533079" y="78010"/>
                </a:cubicBezTo>
                <a:lnTo>
                  <a:pt x="550696" y="80957"/>
                </a:lnTo>
                <a:cubicBezTo>
                  <a:pt x="547269" y="88041"/>
                  <a:pt x="542687" y="93354"/>
                  <a:pt x="536952" y="96895"/>
                </a:cubicBezTo>
                <a:cubicBezTo>
                  <a:pt x="531217" y="100437"/>
                  <a:pt x="524784" y="102208"/>
                  <a:pt x="517655" y="102208"/>
                </a:cubicBezTo>
                <a:cubicBezTo>
                  <a:pt x="507875" y="102208"/>
                  <a:pt x="499924" y="99112"/>
                  <a:pt x="493800" y="92919"/>
                </a:cubicBezTo>
                <a:cubicBezTo>
                  <a:pt x="487676" y="86727"/>
                  <a:pt x="484614" y="78535"/>
                  <a:pt x="484614" y="68344"/>
                </a:cubicBezTo>
                <a:cubicBezTo>
                  <a:pt x="484614" y="58382"/>
                  <a:pt x="487379" y="49516"/>
                  <a:pt x="492909" y="41747"/>
                </a:cubicBezTo>
                <a:cubicBezTo>
                  <a:pt x="500449" y="31236"/>
                  <a:pt x="511212" y="25980"/>
                  <a:pt x="525196" y="25980"/>
                </a:cubicBezTo>
                <a:cubicBezTo>
                  <a:pt x="534107" y="25980"/>
                  <a:pt x="541191" y="28734"/>
                  <a:pt x="546446" y="34241"/>
                </a:cubicBezTo>
                <a:cubicBezTo>
                  <a:pt x="551702" y="39748"/>
                  <a:pt x="554329" y="47459"/>
                  <a:pt x="554329" y="57376"/>
                </a:cubicBezTo>
                <a:cubicBezTo>
                  <a:pt x="554329" y="62129"/>
                  <a:pt x="553872" y="66402"/>
                  <a:pt x="552958" y="70195"/>
                </a:cubicBezTo>
                <a:moveTo>
                  <a:pt x="536369" y="58199"/>
                </a:moveTo>
                <a:cubicBezTo>
                  <a:pt x="536415" y="57331"/>
                  <a:pt x="536438" y="56668"/>
                  <a:pt x="536438" y="56211"/>
                </a:cubicBezTo>
                <a:cubicBezTo>
                  <a:pt x="536438" y="50818"/>
                  <a:pt x="535227" y="46774"/>
                  <a:pt x="532805" y="44078"/>
                </a:cubicBezTo>
                <a:cubicBezTo>
                  <a:pt x="530383" y="41381"/>
                  <a:pt x="527138" y="40033"/>
                  <a:pt x="523071" y="40033"/>
                </a:cubicBezTo>
                <a:cubicBezTo>
                  <a:pt x="519003" y="40033"/>
                  <a:pt x="515359" y="41564"/>
                  <a:pt x="512137" y="44626"/>
                </a:cubicBezTo>
                <a:cubicBezTo>
                  <a:pt x="508915" y="47688"/>
                  <a:pt x="506733" y="52212"/>
                  <a:pt x="505590" y="58199"/>
                </a:cubicBezTo>
                <a:lnTo>
                  <a:pt x="536369" y="58199"/>
                </a:lnTo>
                <a:close/>
                <a:moveTo>
                  <a:pt x="630763" y="70195"/>
                </a:moveTo>
                <a:lnTo>
                  <a:pt x="581407" y="70195"/>
                </a:lnTo>
                <a:cubicBezTo>
                  <a:pt x="581361" y="70972"/>
                  <a:pt x="581338" y="71566"/>
                  <a:pt x="581338" y="71977"/>
                </a:cubicBezTo>
                <a:cubicBezTo>
                  <a:pt x="581338" y="76822"/>
                  <a:pt x="582721" y="80729"/>
                  <a:pt x="585486" y="83699"/>
                </a:cubicBezTo>
                <a:cubicBezTo>
                  <a:pt x="588250" y="86670"/>
                  <a:pt x="591621" y="88155"/>
                  <a:pt x="595597" y="88155"/>
                </a:cubicBezTo>
                <a:cubicBezTo>
                  <a:pt x="602132" y="88155"/>
                  <a:pt x="607227" y="84773"/>
                  <a:pt x="610883" y="78010"/>
                </a:cubicBezTo>
                <a:lnTo>
                  <a:pt x="628501" y="80957"/>
                </a:lnTo>
                <a:cubicBezTo>
                  <a:pt x="625073" y="88041"/>
                  <a:pt x="620492" y="93354"/>
                  <a:pt x="614756" y="96895"/>
                </a:cubicBezTo>
                <a:cubicBezTo>
                  <a:pt x="609021" y="100437"/>
                  <a:pt x="602589" y="102208"/>
                  <a:pt x="595460" y="102208"/>
                </a:cubicBezTo>
                <a:cubicBezTo>
                  <a:pt x="585680" y="102208"/>
                  <a:pt x="577728" y="99112"/>
                  <a:pt x="571604" y="92919"/>
                </a:cubicBezTo>
                <a:cubicBezTo>
                  <a:pt x="565480" y="86727"/>
                  <a:pt x="562418" y="78535"/>
                  <a:pt x="562418" y="68344"/>
                </a:cubicBezTo>
                <a:cubicBezTo>
                  <a:pt x="562418" y="58382"/>
                  <a:pt x="565183" y="49516"/>
                  <a:pt x="570713" y="41747"/>
                </a:cubicBezTo>
                <a:cubicBezTo>
                  <a:pt x="578253" y="31236"/>
                  <a:pt x="589016" y="25980"/>
                  <a:pt x="603000" y="25980"/>
                </a:cubicBezTo>
                <a:cubicBezTo>
                  <a:pt x="611912" y="25980"/>
                  <a:pt x="618995" y="28734"/>
                  <a:pt x="624250" y="34241"/>
                </a:cubicBezTo>
                <a:cubicBezTo>
                  <a:pt x="629506" y="39748"/>
                  <a:pt x="632134" y="47459"/>
                  <a:pt x="632134" y="57376"/>
                </a:cubicBezTo>
                <a:cubicBezTo>
                  <a:pt x="632134" y="62129"/>
                  <a:pt x="631677" y="66402"/>
                  <a:pt x="630763" y="70195"/>
                </a:cubicBezTo>
                <a:moveTo>
                  <a:pt x="614174" y="58199"/>
                </a:moveTo>
                <a:cubicBezTo>
                  <a:pt x="614219" y="57331"/>
                  <a:pt x="614242" y="56668"/>
                  <a:pt x="614242" y="56211"/>
                </a:cubicBezTo>
                <a:cubicBezTo>
                  <a:pt x="614242" y="50818"/>
                  <a:pt x="613031" y="46774"/>
                  <a:pt x="610609" y="44078"/>
                </a:cubicBezTo>
                <a:cubicBezTo>
                  <a:pt x="608187" y="41381"/>
                  <a:pt x="604942" y="40033"/>
                  <a:pt x="600875" y="40033"/>
                </a:cubicBezTo>
                <a:cubicBezTo>
                  <a:pt x="596808" y="40033"/>
                  <a:pt x="593163" y="41564"/>
                  <a:pt x="589941" y="44626"/>
                </a:cubicBezTo>
                <a:cubicBezTo>
                  <a:pt x="586719" y="47688"/>
                  <a:pt x="584537" y="52212"/>
                  <a:pt x="583395" y="58199"/>
                </a:cubicBezTo>
                <a:lnTo>
                  <a:pt x="614174" y="58199"/>
                </a:lnTo>
                <a:close/>
                <a:moveTo>
                  <a:pt x="653178" y="27694"/>
                </a:moveTo>
                <a:lnTo>
                  <a:pt x="671824" y="27694"/>
                </a:lnTo>
                <a:lnTo>
                  <a:pt x="669905" y="37154"/>
                </a:lnTo>
                <a:cubicBezTo>
                  <a:pt x="674566" y="33132"/>
                  <a:pt x="678919" y="30265"/>
                  <a:pt x="682963" y="28551"/>
                </a:cubicBezTo>
                <a:cubicBezTo>
                  <a:pt x="687008" y="26837"/>
                  <a:pt x="691269" y="25980"/>
                  <a:pt x="695748" y="25980"/>
                </a:cubicBezTo>
                <a:cubicBezTo>
                  <a:pt x="701735" y="25980"/>
                  <a:pt x="706453" y="27694"/>
                  <a:pt x="709903" y="31122"/>
                </a:cubicBezTo>
                <a:cubicBezTo>
                  <a:pt x="713354" y="34549"/>
                  <a:pt x="715079" y="39096"/>
                  <a:pt x="715079" y="44763"/>
                </a:cubicBezTo>
                <a:cubicBezTo>
                  <a:pt x="715079" y="47322"/>
                  <a:pt x="714325" y="52166"/>
                  <a:pt x="712817" y="59296"/>
                </a:cubicBezTo>
                <a:lnTo>
                  <a:pt x="704248" y="100494"/>
                </a:lnTo>
                <a:lnTo>
                  <a:pt x="684574" y="100494"/>
                </a:lnTo>
                <a:lnTo>
                  <a:pt x="693212" y="59159"/>
                </a:lnTo>
                <a:cubicBezTo>
                  <a:pt x="694491" y="52989"/>
                  <a:pt x="695131" y="49310"/>
                  <a:pt x="695131" y="48122"/>
                </a:cubicBezTo>
                <a:cubicBezTo>
                  <a:pt x="695131" y="45609"/>
                  <a:pt x="694388" y="43632"/>
                  <a:pt x="692903" y="42192"/>
                </a:cubicBezTo>
                <a:cubicBezTo>
                  <a:pt x="691418" y="40753"/>
                  <a:pt x="689350" y="40033"/>
                  <a:pt x="686699" y="40033"/>
                </a:cubicBezTo>
                <a:cubicBezTo>
                  <a:pt x="683820" y="40033"/>
                  <a:pt x="680621" y="41244"/>
                  <a:pt x="677102" y="43666"/>
                </a:cubicBezTo>
                <a:cubicBezTo>
                  <a:pt x="673583" y="46088"/>
                  <a:pt x="670819" y="49287"/>
                  <a:pt x="668808" y="53263"/>
                </a:cubicBezTo>
                <a:cubicBezTo>
                  <a:pt x="667345" y="56097"/>
                  <a:pt x="665700" y="61878"/>
                  <a:pt x="663872" y="70606"/>
                </a:cubicBezTo>
                <a:lnTo>
                  <a:pt x="657634" y="100494"/>
                </a:lnTo>
                <a:lnTo>
                  <a:pt x="637960" y="100494"/>
                </a:lnTo>
                <a:lnTo>
                  <a:pt x="653178" y="27694"/>
                </a:lnTo>
                <a:close/>
                <a:moveTo>
                  <a:pt x="766783" y="42295"/>
                </a:moveTo>
                <a:lnTo>
                  <a:pt x="769799" y="27694"/>
                </a:lnTo>
                <a:lnTo>
                  <a:pt x="779396" y="27694"/>
                </a:lnTo>
                <a:lnTo>
                  <a:pt x="781795" y="16041"/>
                </a:lnTo>
                <a:lnTo>
                  <a:pt x="804348" y="2468"/>
                </a:lnTo>
                <a:lnTo>
                  <a:pt x="799070" y="27694"/>
                </a:lnTo>
                <a:lnTo>
                  <a:pt x="811066" y="27694"/>
                </a:lnTo>
                <a:lnTo>
                  <a:pt x="808050" y="42295"/>
                </a:lnTo>
                <a:lnTo>
                  <a:pt x="795985" y="42295"/>
                </a:lnTo>
                <a:lnTo>
                  <a:pt x="789610" y="72800"/>
                </a:lnTo>
                <a:cubicBezTo>
                  <a:pt x="788468" y="78330"/>
                  <a:pt x="787896" y="81483"/>
                  <a:pt x="787896" y="82260"/>
                </a:cubicBezTo>
                <a:cubicBezTo>
                  <a:pt x="787896" y="83768"/>
                  <a:pt x="788376" y="84945"/>
                  <a:pt x="789336" y="85790"/>
                </a:cubicBezTo>
                <a:cubicBezTo>
                  <a:pt x="790296" y="86636"/>
                  <a:pt x="792032" y="87058"/>
                  <a:pt x="794546" y="87058"/>
                </a:cubicBezTo>
                <a:cubicBezTo>
                  <a:pt x="795414" y="87058"/>
                  <a:pt x="797585" y="86898"/>
                  <a:pt x="801058" y="86579"/>
                </a:cubicBezTo>
                <a:lnTo>
                  <a:pt x="797973" y="101180"/>
                </a:lnTo>
                <a:cubicBezTo>
                  <a:pt x="794591" y="101865"/>
                  <a:pt x="791118" y="102208"/>
                  <a:pt x="787554" y="102208"/>
                </a:cubicBezTo>
                <a:cubicBezTo>
                  <a:pt x="780607" y="102208"/>
                  <a:pt x="775557" y="100871"/>
                  <a:pt x="772404" y="98198"/>
                </a:cubicBezTo>
                <a:cubicBezTo>
                  <a:pt x="769251" y="95524"/>
                  <a:pt x="767674" y="91811"/>
                  <a:pt x="767674" y="87058"/>
                </a:cubicBezTo>
                <a:cubicBezTo>
                  <a:pt x="767674" y="84819"/>
                  <a:pt x="768520" y="79655"/>
                  <a:pt x="770210" y="71566"/>
                </a:cubicBezTo>
                <a:lnTo>
                  <a:pt x="776311" y="42295"/>
                </a:lnTo>
                <a:lnTo>
                  <a:pt x="766783" y="42295"/>
                </a:lnTo>
                <a:close/>
                <a:moveTo>
                  <a:pt x="822326" y="27694"/>
                </a:moveTo>
                <a:lnTo>
                  <a:pt x="840697" y="27694"/>
                </a:lnTo>
                <a:lnTo>
                  <a:pt x="837750" y="41815"/>
                </a:lnTo>
                <a:cubicBezTo>
                  <a:pt x="844605" y="31259"/>
                  <a:pt x="852031" y="25980"/>
                  <a:pt x="860028" y="25980"/>
                </a:cubicBezTo>
                <a:cubicBezTo>
                  <a:pt x="862862" y="25980"/>
                  <a:pt x="865901" y="26689"/>
                  <a:pt x="869145" y="28105"/>
                </a:cubicBezTo>
                <a:lnTo>
                  <a:pt x="861605" y="44215"/>
                </a:lnTo>
                <a:cubicBezTo>
                  <a:pt x="859823" y="43575"/>
                  <a:pt x="857926" y="43255"/>
                  <a:pt x="855915" y="43255"/>
                </a:cubicBezTo>
                <a:cubicBezTo>
                  <a:pt x="852534" y="43255"/>
                  <a:pt x="849095" y="44535"/>
                  <a:pt x="845599" y="47094"/>
                </a:cubicBezTo>
                <a:cubicBezTo>
                  <a:pt x="842103" y="49653"/>
                  <a:pt x="839372" y="53069"/>
                  <a:pt x="837407" y="57342"/>
                </a:cubicBezTo>
                <a:cubicBezTo>
                  <a:pt x="835442" y="61615"/>
                  <a:pt x="833500" y="68390"/>
                  <a:pt x="831580" y="77667"/>
                </a:cubicBezTo>
                <a:lnTo>
                  <a:pt x="826782" y="100494"/>
                </a:lnTo>
                <a:lnTo>
                  <a:pt x="807108" y="100494"/>
                </a:lnTo>
                <a:lnTo>
                  <a:pt x="822326" y="27694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yingtogetacondiment">
            <a:extLst xmlns:a="http://schemas.openxmlformats.org/drawingml/2006/main">
              <a:ext uri="{FF2B5EF4-FFF2-40B4-BE49-F238E27FC236}">
                <a16:creationId xmlns:a16="http://schemas.microsoft.com/office/drawing/2014/main" id="{E16F1737-9EDD-4C46-9FCC-D4B7116C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942" y="6023041"/>
            <a:ext cx="1576117" cy="130039"/>
          </a:xfrm>
          <a:custGeom xmlns:a="http://schemas.openxmlformats.org/drawingml/2006/main">
            <a:pathLst>
              <a:path w="1576117" h="130039">
                <a:moveTo>
                  <a:pt x="10831" y="27694"/>
                </a:moveTo>
                <a:lnTo>
                  <a:pt x="30436" y="27694"/>
                </a:lnTo>
                <a:lnTo>
                  <a:pt x="35372" y="63957"/>
                </a:lnTo>
                <a:cubicBezTo>
                  <a:pt x="36606" y="73280"/>
                  <a:pt x="37291" y="79815"/>
                  <a:pt x="37428" y="83562"/>
                </a:cubicBezTo>
                <a:cubicBezTo>
                  <a:pt x="39987" y="76113"/>
                  <a:pt x="43506" y="68253"/>
                  <a:pt x="47985" y="59981"/>
                </a:cubicBezTo>
                <a:lnTo>
                  <a:pt x="65397" y="27694"/>
                </a:lnTo>
                <a:lnTo>
                  <a:pt x="86236" y="27694"/>
                </a:lnTo>
                <a:lnTo>
                  <a:pt x="41267" y="107623"/>
                </a:lnTo>
                <a:cubicBezTo>
                  <a:pt x="37565" y="114250"/>
                  <a:pt x="34652" y="118888"/>
                  <a:pt x="32527" y="121539"/>
                </a:cubicBezTo>
                <a:cubicBezTo>
                  <a:pt x="30402" y="124190"/>
                  <a:pt x="27843" y="126269"/>
                  <a:pt x="24849" y="127777"/>
                </a:cubicBezTo>
                <a:cubicBezTo>
                  <a:pt x="21856" y="129285"/>
                  <a:pt x="18257" y="130039"/>
                  <a:pt x="14053" y="130039"/>
                </a:cubicBezTo>
                <a:cubicBezTo>
                  <a:pt x="9894" y="130039"/>
                  <a:pt x="5210" y="129308"/>
                  <a:pt x="0" y="127846"/>
                </a:cubicBezTo>
                <a:lnTo>
                  <a:pt x="1714" y="113176"/>
                </a:lnTo>
                <a:cubicBezTo>
                  <a:pt x="4090" y="113861"/>
                  <a:pt x="6398" y="114204"/>
                  <a:pt x="8637" y="114204"/>
                </a:cubicBezTo>
                <a:cubicBezTo>
                  <a:pt x="14670" y="114204"/>
                  <a:pt x="19628" y="109634"/>
                  <a:pt x="23513" y="100494"/>
                </a:cubicBezTo>
                <a:lnTo>
                  <a:pt x="10831" y="27694"/>
                </a:lnTo>
                <a:close/>
                <a:moveTo>
                  <a:pt x="103510" y="0"/>
                </a:moveTo>
                <a:lnTo>
                  <a:pt x="123184" y="0"/>
                </a:lnTo>
                <a:lnTo>
                  <a:pt x="119482" y="17823"/>
                </a:lnTo>
                <a:lnTo>
                  <a:pt x="99809" y="17823"/>
                </a:lnTo>
                <a:lnTo>
                  <a:pt x="103510" y="0"/>
                </a:lnTo>
                <a:moveTo>
                  <a:pt x="97752" y="27694"/>
                </a:moveTo>
                <a:lnTo>
                  <a:pt x="117426" y="27694"/>
                </a:lnTo>
                <a:lnTo>
                  <a:pt x="102208" y="100494"/>
                </a:lnTo>
                <a:lnTo>
                  <a:pt x="82534" y="100494"/>
                </a:lnTo>
                <a:lnTo>
                  <a:pt x="97752" y="27694"/>
                </a:lnTo>
                <a:close/>
                <a:moveTo>
                  <a:pt x="136522" y="27694"/>
                </a:moveTo>
                <a:lnTo>
                  <a:pt x="155168" y="27694"/>
                </a:lnTo>
                <a:lnTo>
                  <a:pt x="153248" y="37154"/>
                </a:lnTo>
                <a:cubicBezTo>
                  <a:pt x="157910" y="33132"/>
                  <a:pt x="162263" y="30265"/>
                  <a:pt x="166307" y="28551"/>
                </a:cubicBezTo>
                <a:cubicBezTo>
                  <a:pt x="170352" y="26837"/>
                  <a:pt x="174613" y="25980"/>
                  <a:pt x="179092" y="25980"/>
                </a:cubicBezTo>
                <a:cubicBezTo>
                  <a:pt x="185078" y="25980"/>
                  <a:pt x="189797" y="27694"/>
                  <a:pt x="193247" y="31122"/>
                </a:cubicBezTo>
                <a:cubicBezTo>
                  <a:pt x="196698" y="34549"/>
                  <a:pt x="198423" y="39096"/>
                  <a:pt x="198423" y="44763"/>
                </a:cubicBezTo>
                <a:cubicBezTo>
                  <a:pt x="198423" y="47322"/>
                  <a:pt x="197669" y="52166"/>
                  <a:pt x="196161" y="59296"/>
                </a:cubicBezTo>
                <a:lnTo>
                  <a:pt x="187592" y="100494"/>
                </a:lnTo>
                <a:lnTo>
                  <a:pt x="167918" y="100494"/>
                </a:lnTo>
                <a:lnTo>
                  <a:pt x="176555" y="59159"/>
                </a:lnTo>
                <a:cubicBezTo>
                  <a:pt x="177835" y="52989"/>
                  <a:pt x="178475" y="49310"/>
                  <a:pt x="178475" y="48122"/>
                </a:cubicBezTo>
                <a:cubicBezTo>
                  <a:pt x="178475" y="45609"/>
                  <a:pt x="177732" y="43632"/>
                  <a:pt x="176247" y="42192"/>
                </a:cubicBezTo>
                <a:cubicBezTo>
                  <a:pt x="174762" y="40753"/>
                  <a:pt x="172694" y="40033"/>
                  <a:pt x="170043" y="40033"/>
                </a:cubicBezTo>
                <a:cubicBezTo>
                  <a:pt x="167164" y="40033"/>
                  <a:pt x="163965" y="41244"/>
                  <a:pt x="160446" y="43666"/>
                </a:cubicBezTo>
                <a:cubicBezTo>
                  <a:pt x="156927" y="46088"/>
                  <a:pt x="154162" y="49287"/>
                  <a:pt x="152152" y="53263"/>
                </a:cubicBezTo>
                <a:cubicBezTo>
                  <a:pt x="150689" y="56097"/>
                  <a:pt x="149044" y="61878"/>
                  <a:pt x="147216" y="70606"/>
                </a:cubicBezTo>
                <a:lnTo>
                  <a:pt x="140978" y="100494"/>
                </a:lnTo>
                <a:lnTo>
                  <a:pt x="121304" y="100494"/>
                </a:lnTo>
                <a:lnTo>
                  <a:pt x="136522" y="27694"/>
                </a:lnTo>
                <a:close/>
                <a:moveTo>
                  <a:pt x="205667" y="104333"/>
                </a:moveTo>
                <a:lnTo>
                  <a:pt x="226438" y="107349"/>
                </a:lnTo>
                <a:cubicBezTo>
                  <a:pt x="226438" y="109451"/>
                  <a:pt x="226780" y="111039"/>
                  <a:pt x="227466" y="112113"/>
                </a:cubicBezTo>
                <a:cubicBezTo>
                  <a:pt x="228151" y="113187"/>
                  <a:pt x="229260" y="114101"/>
                  <a:pt x="230790" y="114855"/>
                </a:cubicBezTo>
                <a:cubicBezTo>
                  <a:pt x="232321" y="115609"/>
                  <a:pt x="234412" y="115986"/>
                  <a:pt x="237063" y="115986"/>
                </a:cubicBezTo>
                <a:cubicBezTo>
                  <a:pt x="241222" y="115986"/>
                  <a:pt x="244558" y="115164"/>
                  <a:pt x="247071" y="113519"/>
                </a:cubicBezTo>
                <a:cubicBezTo>
                  <a:pt x="248945" y="112239"/>
                  <a:pt x="250476" y="110183"/>
                  <a:pt x="251664" y="107349"/>
                </a:cubicBezTo>
                <a:cubicBezTo>
                  <a:pt x="252395" y="105567"/>
                  <a:pt x="253332" y="101682"/>
                  <a:pt x="254474" y="95696"/>
                </a:cubicBezTo>
                <a:lnTo>
                  <a:pt x="255160" y="92268"/>
                </a:lnTo>
                <a:cubicBezTo>
                  <a:pt x="248351" y="97935"/>
                  <a:pt x="241313" y="100768"/>
                  <a:pt x="234047" y="100768"/>
                </a:cubicBezTo>
                <a:cubicBezTo>
                  <a:pt x="226917" y="100768"/>
                  <a:pt x="221068" y="98255"/>
                  <a:pt x="216498" y="93228"/>
                </a:cubicBezTo>
                <a:cubicBezTo>
                  <a:pt x="211928" y="88201"/>
                  <a:pt x="209643" y="80843"/>
                  <a:pt x="209643" y="71155"/>
                </a:cubicBezTo>
                <a:cubicBezTo>
                  <a:pt x="209643" y="62609"/>
                  <a:pt x="211197" y="54771"/>
                  <a:pt x="214304" y="47642"/>
                </a:cubicBezTo>
                <a:cubicBezTo>
                  <a:pt x="217412" y="40513"/>
                  <a:pt x="221776" y="35120"/>
                  <a:pt x="227397" y="31464"/>
                </a:cubicBezTo>
                <a:cubicBezTo>
                  <a:pt x="233018" y="27808"/>
                  <a:pt x="238754" y="25980"/>
                  <a:pt x="244603" y="25980"/>
                </a:cubicBezTo>
                <a:cubicBezTo>
                  <a:pt x="249447" y="25980"/>
                  <a:pt x="253880" y="27260"/>
                  <a:pt x="257902" y="29819"/>
                </a:cubicBezTo>
                <a:cubicBezTo>
                  <a:pt x="261924" y="32378"/>
                  <a:pt x="265054" y="35966"/>
                  <a:pt x="267293" y="40582"/>
                </a:cubicBezTo>
                <a:lnTo>
                  <a:pt x="270035" y="27694"/>
                </a:lnTo>
                <a:lnTo>
                  <a:pt x="288475" y="27694"/>
                </a:lnTo>
                <a:lnTo>
                  <a:pt x="275862" y="88361"/>
                </a:lnTo>
                <a:cubicBezTo>
                  <a:pt x="273806" y="98095"/>
                  <a:pt x="272069" y="105041"/>
                  <a:pt x="270652" y="109200"/>
                </a:cubicBezTo>
                <a:cubicBezTo>
                  <a:pt x="269236" y="113359"/>
                  <a:pt x="267613" y="116672"/>
                  <a:pt x="265785" y="119140"/>
                </a:cubicBezTo>
                <a:cubicBezTo>
                  <a:pt x="263957" y="121608"/>
                  <a:pt x="261649" y="123675"/>
                  <a:pt x="258862" y="125344"/>
                </a:cubicBezTo>
                <a:cubicBezTo>
                  <a:pt x="256074" y="127012"/>
                  <a:pt x="252784" y="128211"/>
                  <a:pt x="248990" y="128942"/>
                </a:cubicBezTo>
                <a:cubicBezTo>
                  <a:pt x="245197" y="129674"/>
                  <a:pt x="241084" y="130039"/>
                  <a:pt x="236652" y="130039"/>
                </a:cubicBezTo>
                <a:cubicBezTo>
                  <a:pt x="226369" y="130039"/>
                  <a:pt x="218600" y="128280"/>
                  <a:pt x="213345" y="124761"/>
                </a:cubicBezTo>
                <a:cubicBezTo>
                  <a:pt x="208089" y="121242"/>
                  <a:pt x="205461" y="115392"/>
                  <a:pt x="205461" y="107212"/>
                </a:cubicBezTo>
                <a:cubicBezTo>
                  <a:pt x="205461" y="106344"/>
                  <a:pt x="205530" y="105384"/>
                  <a:pt x="205667" y="104333"/>
                </a:cubicBezTo>
                <a:moveTo>
                  <a:pt x="228837" y="69167"/>
                </a:moveTo>
                <a:cubicBezTo>
                  <a:pt x="228837" y="74697"/>
                  <a:pt x="230082" y="78912"/>
                  <a:pt x="232573" y="81814"/>
                </a:cubicBezTo>
                <a:cubicBezTo>
                  <a:pt x="235063" y="84716"/>
                  <a:pt x="238182" y="86167"/>
                  <a:pt x="241930" y="86167"/>
                </a:cubicBezTo>
                <a:cubicBezTo>
                  <a:pt x="245357" y="86167"/>
                  <a:pt x="248682" y="84865"/>
                  <a:pt x="251904" y="82260"/>
                </a:cubicBezTo>
                <a:cubicBezTo>
                  <a:pt x="255126" y="79655"/>
                  <a:pt x="257594" y="75953"/>
                  <a:pt x="259307" y="71155"/>
                </a:cubicBezTo>
                <a:cubicBezTo>
                  <a:pt x="261021" y="66356"/>
                  <a:pt x="261878" y="61718"/>
                  <a:pt x="261878" y="57239"/>
                </a:cubicBezTo>
                <a:cubicBezTo>
                  <a:pt x="261878" y="52075"/>
                  <a:pt x="260484" y="47916"/>
                  <a:pt x="257696" y="44763"/>
                </a:cubicBezTo>
                <a:cubicBezTo>
                  <a:pt x="254909" y="41610"/>
                  <a:pt x="251687" y="40033"/>
                  <a:pt x="248031" y="40033"/>
                </a:cubicBezTo>
                <a:cubicBezTo>
                  <a:pt x="244512" y="40033"/>
                  <a:pt x="241279" y="41427"/>
                  <a:pt x="238331" y="44215"/>
                </a:cubicBezTo>
                <a:cubicBezTo>
                  <a:pt x="235383" y="47002"/>
                  <a:pt x="232950" y="51298"/>
                  <a:pt x="231030" y="57102"/>
                </a:cubicBezTo>
                <a:cubicBezTo>
                  <a:pt x="229568" y="61581"/>
                  <a:pt x="228837" y="65602"/>
                  <a:pt x="228837" y="69167"/>
                </a:cubicBezTo>
                <a:close/>
                <a:moveTo>
                  <a:pt x="335792" y="42295"/>
                </a:moveTo>
                <a:lnTo>
                  <a:pt x="338808" y="27694"/>
                </a:lnTo>
                <a:lnTo>
                  <a:pt x="348405" y="27694"/>
                </a:lnTo>
                <a:lnTo>
                  <a:pt x="350804" y="16041"/>
                </a:lnTo>
                <a:lnTo>
                  <a:pt x="373357" y="2468"/>
                </a:lnTo>
                <a:lnTo>
                  <a:pt x="368079" y="27694"/>
                </a:lnTo>
                <a:lnTo>
                  <a:pt x="380075" y="27694"/>
                </a:lnTo>
                <a:lnTo>
                  <a:pt x="377059" y="42295"/>
                </a:lnTo>
                <a:lnTo>
                  <a:pt x="364994" y="42295"/>
                </a:lnTo>
                <a:lnTo>
                  <a:pt x="358619" y="72800"/>
                </a:lnTo>
                <a:cubicBezTo>
                  <a:pt x="357477" y="78330"/>
                  <a:pt x="356905" y="81483"/>
                  <a:pt x="356905" y="82260"/>
                </a:cubicBezTo>
                <a:cubicBezTo>
                  <a:pt x="356905" y="83768"/>
                  <a:pt x="357385" y="84945"/>
                  <a:pt x="358345" y="85790"/>
                </a:cubicBezTo>
                <a:cubicBezTo>
                  <a:pt x="359305" y="86636"/>
                  <a:pt x="361041" y="87058"/>
                  <a:pt x="363555" y="87058"/>
                </a:cubicBezTo>
                <a:cubicBezTo>
                  <a:pt x="364423" y="87058"/>
                  <a:pt x="366594" y="86898"/>
                  <a:pt x="370067" y="86579"/>
                </a:cubicBezTo>
                <a:lnTo>
                  <a:pt x="366982" y="101180"/>
                </a:lnTo>
                <a:cubicBezTo>
                  <a:pt x="363600" y="101865"/>
                  <a:pt x="360127" y="102208"/>
                  <a:pt x="356563" y="102208"/>
                </a:cubicBezTo>
                <a:cubicBezTo>
                  <a:pt x="349616" y="102208"/>
                  <a:pt x="344566" y="100871"/>
                  <a:pt x="341413" y="98198"/>
                </a:cubicBezTo>
                <a:cubicBezTo>
                  <a:pt x="338260" y="95524"/>
                  <a:pt x="336683" y="91811"/>
                  <a:pt x="336683" y="87058"/>
                </a:cubicBezTo>
                <a:cubicBezTo>
                  <a:pt x="336683" y="84819"/>
                  <a:pt x="337529" y="79655"/>
                  <a:pt x="339220" y="71566"/>
                </a:cubicBezTo>
                <a:lnTo>
                  <a:pt x="345320" y="42295"/>
                </a:lnTo>
                <a:lnTo>
                  <a:pt x="335792" y="42295"/>
                </a:lnTo>
                <a:close/>
                <a:moveTo>
                  <a:pt x="380092" y="70264"/>
                </a:moveTo>
                <a:cubicBezTo>
                  <a:pt x="380092" y="56782"/>
                  <a:pt x="383897" y="46031"/>
                  <a:pt x="391506" y="38011"/>
                </a:cubicBezTo>
                <a:cubicBezTo>
                  <a:pt x="399115" y="29991"/>
                  <a:pt x="409112" y="25980"/>
                  <a:pt x="421497" y="25980"/>
                </a:cubicBezTo>
                <a:cubicBezTo>
                  <a:pt x="432236" y="25980"/>
                  <a:pt x="440622" y="28939"/>
                  <a:pt x="446654" y="34858"/>
                </a:cubicBezTo>
                <a:cubicBezTo>
                  <a:pt x="452687" y="40776"/>
                  <a:pt x="455703" y="48739"/>
                  <a:pt x="455703" y="58747"/>
                </a:cubicBezTo>
                <a:cubicBezTo>
                  <a:pt x="455703" y="70538"/>
                  <a:pt x="451933" y="80729"/>
                  <a:pt x="444392" y="89321"/>
                </a:cubicBezTo>
                <a:cubicBezTo>
                  <a:pt x="436852" y="97912"/>
                  <a:pt x="426752" y="102208"/>
                  <a:pt x="414093" y="102208"/>
                </a:cubicBezTo>
                <a:cubicBezTo>
                  <a:pt x="407238" y="102208"/>
                  <a:pt x="401160" y="100837"/>
                  <a:pt x="395859" y="98095"/>
                </a:cubicBezTo>
                <a:cubicBezTo>
                  <a:pt x="390558" y="95353"/>
                  <a:pt x="386605" y="91468"/>
                  <a:pt x="384000" y="86441"/>
                </a:cubicBezTo>
                <a:cubicBezTo>
                  <a:pt x="381395" y="81414"/>
                  <a:pt x="380092" y="76022"/>
                  <a:pt x="380092" y="70264"/>
                </a:cubicBezTo>
                <a:moveTo>
                  <a:pt x="436166" y="56211"/>
                </a:moveTo>
                <a:cubicBezTo>
                  <a:pt x="436166" y="51550"/>
                  <a:pt x="434807" y="47814"/>
                  <a:pt x="432088" y="45003"/>
                </a:cubicBezTo>
                <a:cubicBezTo>
                  <a:pt x="429368" y="42192"/>
                  <a:pt x="425861" y="40787"/>
                  <a:pt x="421565" y="40787"/>
                </a:cubicBezTo>
                <a:cubicBezTo>
                  <a:pt x="417315" y="40787"/>
                  <a:pt x="413545" y="42101"/>
                  <a:pt x="410254" y="44729"/>
                </a:cubicBezTo>
                <a:cubicBezTo>
                  <a:pt x="406964" y="47357"/>
                  <a:pt x="404405" y="51173"/>
                  <a:pt x="402577" y="56177"/>
                </a:cubicBezTo>
                <a:cubicBezTo>
                  <a:pt x="400749" y="61181"/>
                  <a:pt x="399835" y="65785"/>
                  <a:pt x="399835" y="69989"/>
                </a:cubicBezTo>
                <a:cubicBezTo>
                  <a:pt x="399835" y="75199"/>
                  <a:pt x="401252" y="79335"/>
                  <a:pt x="404085" y="82397"/>
                </a:cubicBezTo>
                <a:cubicBezTo>
                  <a:pt x="406918" y="85459"/>
                  <a:pt x="410483" y="86990"/>
                  <a:pt x="414779" y="86990"/>
                </a:cubicBezTo>
                <a:cubicBezTo>
                  <a:pt x="420171" y="86990"/>
                  <a:pt x="424696" y="84682"/>
                  <a:pt x="428352" y="80066"/>
                </a:cubicBezTo>
                <a:cubicBezTo>
                  <a:pt x="433561" y="73531"/>
                  <a:pt x="436166" y="65579"/>
                  <a:pt x="436166" y="56211"/>
                </a:cubicBezTo>
                <a:close/>
                <a:moveTo>
                  <a:pt x="500347" y="104333"/>
                </a:moveTo>
                <a:lnTo>
                  <a:pt x="521117" y="107349"/>
                </a:lnTo>
                <a:cubicBezTo>
                  <a:pt x="521117" y="109451"/>
                  <a:pt x="521460" y="111039"/>
                  <a:pt x="522146" y="112113"/>
                </a:cubicBezTo>
                <a:cubicBezTo>
                  <a:pt x="522831" y="113187"/>
                  <a:pt x="523939" y="114101"/>
                  <a:pt x="525470" y="114855"/>
                </a:cubicBezTo>
                <a:cubicBezTo>
                  <a:pt x="527001" y="115609"/>
                  <a:pt x="529092" y="115986"/>
                  <a:pt x="531742" y="115986"/>
                </a:cubicBezTo>
                <a:cubicBezTo>
                  <a:pt x="535901" y="115986"/>
                  <a:pt x="539237" y="115164"/>
                  <a:pt x="541751" y="113519"/>
                </a:cubicBezTo>
                <a:cubicBezTo>
                  <a:pt x="543624" y="112239"/>
                  <a:pt x="545155" y="110183"/>
                  <a:pt x="546344" y="107349"/>
                </a:cubicBezTo>
                <a:cubicBezTo>
                  <a:pt x="547075" y="105567"/>
                  <a:pt x="548012" y="101682"/>
                  <a:pt x="549154" y="95696"/>
                </a:cubicBezTo>
                <a:lnTo>
                  <a:pt x="549840" y="92268"/>
                </a:lnTo>
                <a:cubicBezTo>
                  <a:pt x="543030" y="97935"/>
                  <a:pt x="535993" y="100768"/>
                  <a:pt x="528726" y="100768"/>
                </a:cubicBezTo>
                <a:cubicBezTo>
                  <a:pt x="521597" y="100768"/>
                  <a:pt x="515748" y="98255"/>
                  <a:pt x="511178" y="93228"/>
                </a:cubicBezTo>
                <a:cubicBezTo>
                  <a:pt x="506608" y="88201"/>
                  <a:pt x="504323" y="80843"/>
                  <a:pt x="504323" y="71155"/>
                </a:cubicBezTo>
                <a:cubicBezTo>
                  <a:pt x="504323" y="62609"/>
                  <a:pt x="505876" y="54771"/>
                  <a:pt x="508984" y="47642"/>
                </a:cubicBezTo>
                <a:cubicBezTo>
                  <a:pt x="512092" y="40513"/>
                  <a:pt x="516456" y="35120"/>
                  <a:pt x="522077" y="31464"/>
                </a:cubicBezTo>
                <a:cubicBezTo>
                  <a:pt x="527698" y="27808"/>
                  <a:pt x="533433" y="25980"/>
                  <a:pt x="539283" y="25980"/>
                </a:cubicBezTo>
                <a:cubicBezTo>
                  <a:pt x="544127" y="25980"/>
                  <a:pt x="548560" y="27260"/>
                  <a:pt x="552582" y="29819"/>
                </a:cubicBezTo>
                <a:cubicBezTo>
                  <a:pt x="556603" y="32378"/>
                  <a:pt x="559734" y="35966"/>
                  <a:pt x="561973" y="40582"/>
                </a:cubicBezTo>
                <a:lnTo>
                  <a:pt x="564715" y="27694"/>
                </a:lnTo>
                <a:lnTo>
                  <a:pt x="583155" y="27694"/>
                </a:lnTo>
                <a:lnTo>
                  <a:pt x="570542" y="88361"/>
                </a:lnTo>
                <a:cubicBezTo>
                  <a:pt x="568485" y="98095"/>
                  <a:pt x="566749" y="105041"/>
                  <a:pt x="565332" y="109200"/>
                </a:cubicBezTo>
                <a:cubicBezTo>
                  <a:pt x="563915" y="113359"/>
                  <a:pt x="562293" y="116672"/>
                  <a:pt x="560465" y="119140"/>
                </a:cubicBezTo>
                <a:cubicBezTo>
                  <a:pt x="558637" y="121608"/>
                  <a:pt x="556329" y="123675"/>
                  <a:pt x="553541" y="125344"/>
                </a:cubicBezTo>
                <a:cubicBezTo>
                  <a:pt x="550754" y="127012"/>
                  <a:pt x="547463" y="128211"/>
                  <a:pt x="543670" y="128942"/>
                </a:cubicBezTo>
                <a:cubicBezTo>
                  <a:pt x="539877" y="129674"/>
                  <a:pt x="535764" y="130039"/>
                  <a:pt x="531331" y="130039"/>
                </a:cubicBezTo>
                <a:cubicBezTo>
                  <a:pt x="521049" y="130039"/>
                  <a:pt x="513280" y="128280"/>
                  <a:pt x="508024" y="124761"/>
                </a:cubicBezTo>
                <a:cubicBezTo>
                  <a:pt x="502769" y="121242"/>
                  <a:pt x="500141" y="115392"/>
                  <a:pt x="500141" y="107212"/>
                </a:cubicBezTo>
                <a:cubicBezTo>
                  <a:pt x="500141" y="106344"/>
                  <a:pt x="500210" y="105384"/>
                  <a:pt x="500347" y="104333"/>
                </a:cubicBezTo>
                <a:moveTo>
                  <a:pt x="523517" y="69167"/>
                </a:moveTo>
                <a:cubicBezTo>
                  <a:pt x="523517" y="74697"/>
                  <a:pt x="524762" y="78912"/>
                  <a:pt x="527252" y="81814"/>
                </a:cubicBezTo>
                <a:cubicBezTo>
                  <a:pt x="529743" y="84716"/>
                  <a:pt x="532862" y="86167"/>
                  <a:pt x="536610" y="86167"/>
                </a:cubicBezTo>
                <a:cubicBezTo>
                  <a:pt x="540037" y="86167"/>
                  <a:pt x="543362" y="84865"/>
                  <a:pt x="546584" y="82260"/>
                </a:cubicBezTo>
                <a:cubicBezTo>
                  <a:pt x="549805" y="79655"/>
                  <a:pt x="552273" y="75953"/>
                  <a:pt x="553987" y="71155"/>
                </a:cubicBezTo>
                <a:cubicBezTo>
                  <a:pt x="555701" y="66356"/>
                  <a:pt x="556558" y="61718"/>
                  <a:pt x="556558" y="57239"/>
                </a:cubicBezTo>
                <a:cubicBezTo>
                  <a:pt x="556558" y="52075"/>
                  <a:pt x="555164" y="47916"/>
                  <a:pt x="552376" y="44763"/>
                </a:cubicBezTo>
                <a:cubicBezTo>
                  <a:pt x="549588" y="41610"/>
                  <a:pt x="546366" y="40033"/>
                  <a:pt x="542710" y="40033"/>
                </a:cubicBezTo>
                <a:cubicBezTo>
                  <a:pt x="539192" y="40033"/>
                  <a:pt x="535958" y="41427"/>
                  <a:pt x="533011" y="44215"/>
                </a:cubicBezTo>
                <a:cubicBezTo>
                  <a:pt x="530063" y="47002"/>
                  <a:pt x="527629" y="51298"/>
                  <a:pt x="525710" y="57102"/>
                </a:cubicBezTo>
                <a:cubicBezTo>
                  <a:pt x="524248" y="61581"/>
                  <a:pt x="523517" y="65602"/>
                  <a:pt x="523517" y="69167"/>
                </a:cubicBezTo>
                <a:close/>
                <a:moveTo>
                  <a:pt x="657922" y="70195"/>
                </a:moveTo>
                <a:lnTo>
                  <a:pt x="608566" y="70195"/>
                </a:lnTo>
                <a:cubicBezTo>
                  <a:pt x="608520" y="70972"/>
                  <a:pt x="608497" y="71566"/>
                  <a:pt x="608497" y="71977"/>
                </a:cubicBezTo>
                <a:cubicBezTo>
                  <a:pt x="608497" y="76822"/>
                  <a:pt x="609880" y="80729"/>
                  <a:pt x="612644" y="83699"/>
                </a:cubicBezTo>
                <a:cubicBezTo>
                  <a:pt x="615409" y="86670"/>
                  <a:pt x="618780" y="88155"/>
                  <a:pt x="622756" y="88155"/>
                </a:cubicBezTo>
                <a:cubicBezTo>
                  <a:pt x="629291" y="88155"/>
                  <a:pt x="634386" y="84773"/>
                  <a:pt x="638042" y="78010"/>
                </a:cubicBezTo>
                <a:lnTo>
                  <a:pt x="655659" y="80957"/>
                </a:lnTo>
                <a:cubicBezTo>
                  <a:pt x="652232" y="88041"/>
                  <a:pt x="647651" y="93354"/>
                  <a:pt x="641915" y="96895"/>
                </a:cubicBezTo>
                <a:cubicBezTo>
                  <a:pt x="636180" y="100437"/>
                  <a:pt x="629748" y="102208"/>
                  <a:pt x="622618" y="102208"/>
                </a:cubicBezTo>
                <a:cubicBezTo>
                  <a:pt x="612839" y="102208"/>
                  <a:pt x="604887" y="99112"/>
                  <a:pt x="598763" y="92919"/>
                </a:cubicBezTo>
                <a:cubicBezTo>
                  <a:pt x="592639" y="86727"/>
                  <a:pt x="589577" y="78535"/>
                  <a:pt x="589577" y="68344"/>
                </a:cubicBezTo>
                <a:cubicBezTo>
                  <a:pt x="589577" y="58382"/>
                  <a:pt x="592342" y="49516"/>
                  <a:pt x="597872" y="41747"/>
                </a:cubicBezTo>
                <a:cubicBezTo>
                  <a:pt x="605412" y="31236"/>
                  <a:pt x="616175" y="25980"/>
                  <a:pt x="630159" y="25980"/>
                </a:cubicBezTo>
                <a:cubicBezTo>
                  <a:pt x="639070" y="25980"/>
                  <a:pt x="646154" y="28734"/>
                  <a:pt x="651409" y="34241"/>
                </a:cubicBezTo>
                <a:cubicBezTo>
                  <a:pt x="656665" y="39748"/>
                  <a:pt x="659293" y="47459"/>
                  <a:pt x="659293" y="57376"/>
                </a:cubicBezTo>
                <a:cubicBezTo>
                  <a:pt x="659293" y="62129"/>
                  <a:pt x="658836" y="66402"/>
                  <a:pt x="657922" y="70195"/>
                </a:cubicBezTo>
                <a:moveTo>
                  <a:pt x="641333" y="58199"/>
                </a:moveTo>
                <a:cubicBezTo>
                  <a:pt x="641378" y="57331"/>
                  <a:pt x="641401" y="56668"/>
                  <a:pt x="641401" y="56211"/>
                </a:cubicBezTo>
                <a:cubicBezTo>
                  <a:pt x="641401" y="50818"/>
                  <a:pt x="640190" y="46774"/>
                  <a:pt x="637768" y="44078"/>
                </a:cubicBezTo>
                <a:cubicBezTo>
                  <a:pt x="635346" y="41381"/>
                  <a:pt x="632101" y="40033"/>
                  <a:pt x="628034" y="40033"/>
                </a:cubicBezTo>
                <a:cubicBezTo>
                  <a:pt x="623967" y="40033"/>
                  <a:pt x="620322" y="41564"/>
                  <a:pt x="617100" y="44626"/>
                </a:cubicBezTo>
                <a:cubicBezTo>
                  <a:pt x="613878" y="47688"/>
                  <a:pt x="611696" y="52212"/>
                  <a:pt x="610554" y="58199"/>
                </a:cubicBezTo>
                <a:lnTo>
                  <a:pt x="641333" y="58199"/>
                </a:lnTo>
                <a:close/>
                <a:moveTo>
                  <a:pt x="669781" y="42295"/>
                </a:moveTo>
                <a:lnTo>
                  <a:pt x="672797" y="27694"/>
                </a:lnTo>
                <a:lnTo>
                  <a:pt x="682394" y="27694"/>
                </a:lnTo>
                <a:lnTo>
                  <a:pt x="684793" y="16041"/>
                </a:lnTo>
                <a:lnTo>
                  <a:pt x="707346" y="2468"/>
                </a:lnTo>
                <a:lnTo>
                  <a:pt x="702068" y="27694"/>
                </a:lnTo>
                <a:lnTo>
                  <a:pt x="714064" y="27694"/>
                </a:lnTo>
                <a:lnTo>
                  <a:pt x="711048" y="42295"/>
                </a:lnTo>
                <a:lnTo>
                  <a:pt x="698983" y="42295"/>
                </a:lnTo>
                <a:lnTo>
                  <a:pt x="692608" y="72800"/>
                </a:lnTo>
                <a:cubicBezTo>
                  <a:pt x="691466" y="78330"/>
                  <a:pt x="690894" y="81483"/>
                  <a:pt x="690894" y="82260"/>
                </a:cubicBezTo>
                <a:cubicBezTo>
                  <a:pt x="690894" y="83768"/>
                  <a:pt x="691374" y="84945"/>
                  <a:pt x="692334" y="85790"/>
                </a:cubicBezTo>
                <a:cubicBezTo>
                  <a:pt x="693294" y="86636"/>
                  <a:pt x="695030" y="87058"/>
                  <a:pt x="697544" y="87058"/>
                </a:cubicBezTo>
                <a:cubicBezTo>
                  <a:pt x="698412" y="87058"/>
                  <a:pt x="700583" y="86898"/>
                  <a:pt x="704056" y="86579"/>
                </a:cubicBezTo>
                <a:lnTo>
                  <a:pt x="700971" y="101180"/>
                </a:lnTo>
                <a:cubicBezTo>
                  <a:pt x="697589" y="101865"/>
                  <a:pt x="694116" y="102208"/>
                  <a:pt x="690552" y="102208"/>
                </a:cubicBezTo>
                <a:cubicBezTo>
                  <a:pt x="683605" y="102208"/>
                  <a:pt x="678555" y="100871"/>
                  <a:pt x="675402" y="98198"/>
                </a:cubicBezTo>
                <a:cubicBezTo>
                  <a:pt x="672249" y="95524"/>
                  <a:pt x="670672" y="91811"/>
                  <a:pt x="670672" y="87058"/>
                </a:cubicBezTo>
                <a:cubicBezTo>
                  <a:pt x="670672" y="84819"/>
                  <a:pt x="671517" y="79655"/>
                  <a:pt x="673208" y="71566"/>
                </a:cubicBezTo>
                <a:lnTo>
                  <a:pt x="679309" y="42295"/>
                </a:lnTo>
                <a:lnTo>
                  <a:pt x="669781" y="42295"/>
                </a:lnTo>
                <a:close/>
                <a:moveTo>
                  <a:pt x="777460" y="48328"/>
                </a:moveTo>
                <a:lnTo>
                  <a:pt x="758266" y="46682"/>
                </a:lnTo>
                <a:cubicBezTo>
                  <a:pt x="760460" y="40193"/>
                  <a:pt x="764287" y="35120"/>
                  <a:pt x="769748" y="31464"/>
                </a:cubicBezTo>
                <a:cubicBezTo>
                  <a:pt x="775209" y="27808"/>
                  <a:pt x="782441" y="25980"/>
                  <a:pt x="791444" y="25980"/>
                </a:cubicBezTo>
                <a:cubicBezTo>
                  <a:pt x="800813" y="25980"/>
                  <a:pt x="807736" y="27866"/>
                  <a:pt x="812215" y="31636"/>
                </a:cubicBezTo>
                <a:cubicBezTo>
                  <a:pt x="816693" y="35406"/>
                  <a:pt x="818933" y="40010"/>
                  <a:pt x="818933" y="45449"/>
                </a:cubicBezTo>
                <a:cubicBezTo>
                  <a:pt x="818933" y="47642"/>
                  <a:pt x="818739" y="49973"/>
                  <a:pt x="818350" y="52441"/>
                </a:cubicBezTo>
                <a:cubicBezTo>
                  <a:pt x="817962" y="54908"/>
                  <a:pt x="816602" y="61398"/>
                  <a:pt x="814271" y="71909"/>
                </a:cubicBezTo>
                <a:cubicBezTo>
                  <a:pt x="812352" y="80592"/>
                  <a:pt x="811392" y="86670"/>
                  <a:pt x="811392" y="90143"/>
                </a:cubicBezTo>
                <a:cubicBezTo>
                  <a:pt x="811392" y="93251"/>
                  <a:pt x="811941" y="96701"/>
                  <a:pt x="813037" y="100494"/>
                </a:cubicBezTo>
                <a:lnTo>
                  <a:pt x="793912" y="100494"/>
                </a:lnTo>
                <a:cubicBezTo>
                  <a:pt x="793135" y="97844"/>
                  <a:pt x="792655" y="95102"/>
                  <a:pt x="792472" y="92268"/>
                </a:cubicBezTo>
                <a:cubicBezTo>
                  <a:pt x="789593" y="95467"/>
                  <a:pt x="786280" y="97924"/>
                  <a:pt x="782533" y="99637"/>
                </a:cubicBezTo>
                <a:cubicBezTo>
                  <a:pt x="778785" y="101351"/>
                  <a:pt x="775015" y="102208"/>
                  <a:pt x="771222" y="102208"/>
                </a:cubicBezTo>
                <a:cubicBezTo>
                  <a:pt x="765190" y="102208"/>
                  <a:pt x="760208" y="100231"/>
                  <a:pt x="756278" y="96278"/>
                </a:cubicBezTo>
                <a:cubicBezTo>
                  <a:pt x="752348" y="92325"/>
                  <a:pt x="750383" y="87241"/>
                  <a:pt x="750383" y="81026"/>
                </a:cubicBezTo>
                <a:cubicBezTo>
                  <a:pt x="750383" y="74080"/>
                  <a:pt x="752542" y="68527"/>
                  <a:pt x="756861" y="64368"/>
                </a:cubicBezTo>
                <a:cubicBezTo>
                  <a:pt x="761179" y="60210"/>
                  <a:pt x="768891" y="57696"/>
                  <a:pt x="779996" y="56828"/>
                </a:cubicBezTo>
                <a:cubicBezTo>
                  <a:pt x="789365" y="56051"/>
                  <a:pt x="795626" y="55114"/>
                  <a:pt x="798779" y="54017"/>
                </a:cubicBezTo>
                <a:cubicBezTo>
                  <a:pt x="799602" y="51275"/>
                  <a:pt x="800013" y="49082"/>
                  <a:pt x="800013" y="47437"/>
                </a:cubicBezTo>
                <a:cubicBezTo>
                  <a:pt x="800013" y="45334"/>
                  <a:pt x="799168" y="43575"/>
                  <a:pt x="797477" y="42158"/>
                </a:cubicBezTo>
                <a:cubicBezTo>
                  <a:pt x="795786" y="40742"/>
                  <a:pt x="793272" y="40033"/>
                  <a:pt x="789936" y="40033"/>
                </a:cubicBezTo>
                <a:cubicBezTo>
                  <a:pt x="786417" y="40033"/>
                  <a:pt x="783641" y="40753"/>
                  <a:pt x="781607" y="42192"/>
                </a:cubicBezTo>
                <a:cubicBezTo>
                  <a:pt x="779574" y="43632"/>
                  <a:pt x="778191" y="45677"/>
                  <a:pt x="777460" y="48328"/>
                </a:cubicBezTo>
                <a:moveTo>
                  <a:pt x="796174" y="66562"/>
                </a:moveTo>
                <a:cubicBezTo>
                  <a:pt x="794986" y="66882"/>
                  <a:pt x="793409" y="67179"/>
                  <a:pt x="791444" y="67453"/>
                </a:cubicBezTo>
                <a:cubicBezTo>
                  <a:pt x="781573" y="68641"/>
                  <a:pt x="775129" y="70378"/>
                  <a:pt x="772113" y="72663"/>
                </a:cubicBezTo>
                <a:cubicBezTo>
                  <a:pt x="769965" y="74308"/>
                  <a:pt x="768891" y="76525"/>
                  <a:pt x="768891" y="79312"/>
                </a:cubicBezTo>
                <a:cubicBezTo>
                  <a:pt x="768891" y="81597"/>
                  <a:pt x="769714" y="83528"/>
                  <a:pt x="771359" y="85105"/>
                </a:cubicBezTo>
                <a:cubicBezTo>
                  <a:pt x="773004" y="86681"/>
                  <a:pt x="775175" y="87470"/>
                  <a:pt x="777871" y="87470"/>
                </a:cubicBezTo>
                <a:cubicBezTo>
                  <a:pt x="780842" y="87470"/>
                  <a:pt x="783641" y="86750"/>
                  <a:pt x="786269" y="85310"/>
                </a:cubicBezTo>
                <a:cubicBezTo>
                  <a:pt x="788896" y="83871"/>
                  <a:pt x="790862" y="82020"/>
                  <a:pt x="792164" y="79758"/>
                </a:cubicBezTo>
                <a:cubicBezTo>
                  <a:pt x="793466" y="77496"/>
                  <a:pt x="794620" y="73965"/>
                  <a:pt x="795626" y="69167"/>
                </a:cubicBezTo>
                <a:lnTo>
                  <a:pt x="796174" y="66562"/>
                </a:lnTo>
                <a:close/>
                <a:moveTo>
                  <a:pt x="915353" y="73074"/>
                </a:moveTo>
                <a:lnTo>
                  <a:pt x="934478" y="76159"/>
                </a:lnTo>
                <a:cubicBezTo>
                  <a:pt x="931325" y="84659"/>
                  <a:pt x="926664" y="91126"/>
                  <a:pt x="920494" y="95559"/>
                </a:cubicBezTo>
                <a:cubicBezTo>
                  <a:pt x="914325" y="99991"/>
                  <a:pt x="907173" y="102208"/>
                  <a:pt x="899038" y="102208"/>
                </a:cubicBezTo>
                <a:cubicBezTo>
                  <a:pt x="889761" y="102208"/>
                  <a:pt x="882403" y="99443"/>
                  <a:pt x="876965" y="93913"/>
                </a:cubicBezTo>
                <a:cubicBezTo>
                  <a:pt x="871527" y="88384"/>
                  <a:pt x="868808" y="80775"/>
                  <a:pt x="868808" y="71086"/>
                </a:cubicBezTo>
                <a:cubicBezTo>
                  <a:pt x="868808" y="63180"/>
                  <a:pt x="870453" y="55708"/>
                  <a:pt x="873743" y="48670"/>
                </a:cubicBezTo>
                <a:cubicBezTo>
                  <a:pt x="877034" y="41633"/>
                  <a:pt x="881992" y="36092"/>
                  <a:pt x="888618" y="32047"/>
                </a:cubicBezTo>
                <a:cubicBezTo>
                  <a:pt x="895245" y="28003"/>
                  <a:pt x="902511" y="25980"/>
                  <a:pt x="910417" y="25980"/>
                </a:cubicBezTo>
                <a:cubicBezTo>
                  <a:pt x="919009" y="25980"/>
                  <a:pt x="925864" y="28220"/>
                  <a:pt x="930982" y="32698"/>
                </a:cubicBezTo>
                <a:cubicBezTo>
                  <a:pt x="936101" y="37177"/>
                  <a:pt x="938980" y="43072"/>
                  <a:pt x="939620" y="50384"/>
                </a:cubicBezTo>
                <a:lnTo>
                  <a:pt x="920906" y="52372"/>
                </a:lnTo>
                <a:cubicBezTo>
                  <a:pt x="920449" y="48305"/>
                  <a:pt x="919203" y="45312"/>
                  <a:pt x="917170" y="43392"/>
                </a:cubicBezTo>
                <a:cubicBezTo>
                  <a:pt x="915136" y="41473"/>
                  <a:pt x="912474" y="40513"/>
                  <a:pt x="909183" y="40513"/>
                </a:cubicBezTo>
                <a:cubicBezTo>
                  <a:pt x="905390" y="40513"/>
                  <a:pt x="901849" y="41930"/>
                  <a:pt x="898558" y="44763"/>
                </a:cubicBezTo>
                <a:cubicBezTo>
                  <a:pt x="895268" y="47596"/>
                  <a:pt x="892743" y="51835"/>
                  <a:pt x="890983" y="57479"/>
                </a:cubicBezTo>
                <a:cubicBezTo>
                  <a:pt x="889224" y="63123"/>
                  <a:pt x="888344" y="68413"/>
                  <a:pt x="888344" y="73348"/>
                </a:cubicBezTo>
                <a:cubicBezTo>
                  <a:pt x="888344" y="77644"/>
                  <a:pt x="889395" y="80957"/>
                  <a:pt x="891498" y="83288"/>
                </a:cubicBezTo>
                <a:cubicBezTo>
                  <a:pt x="893600" y="85619"/>
                  <a:pt x="896228" y="86784"/>
                  <a:pt x="899381" y="86784"/>
                </a:cubicBezTo>
                <a:cubicBezTo>
                  <a:pt x="902534" y="86784"/>
                  <a:pt x="905573" y="85642"/>
                  <a:pt x="908498" y="83357"/>
                </a:cubicBezTo>
                <a:cubicBezTo>
                  <a:pt x="911423" y="81072"/>
                  <a:pt x="913708" y="77644"/>
                  <a:pt x="915353" y="73074"/>
                </a:cubicBezTo>
                <a:close/>
                <a:moveTo>
                  <a:pt x="946680" y="70264"/>
                </a:moveTo>
                <a:cubicBezTo>
                  <a:pt x="946680" y="56782"/>
                  <a:pt x="950485" y="46031"/>
                  <a:pt x="958094" y="38011"/>
                </a:cubicBezTo>
                <a:cubicBezTo>
                  <a:pt x="965703" y="29991"/>
                  <a:pt x="975700" y="25980"/>
                  <a:pt x="988085" y="25980"/>
                </a:cubicBezTo>
                <a:cubicBezTo>
                  <a:pt x="998824" y="25980"/>
                  <a:pt x="1007210" y="28939"/>
                  <a:pt x="1013242" y="34858"/>
                </a:cubicBezTo>
                <a:cubicBezTo>
                  <a:pt x="1019275" y="40776"/>
                  <a:pt x="1022291" y="48739"/>
                  <a:pt x="1022291" y="58747"/>
                </a:cubicBezTo>
                <a:cubicBezTo>
                  <a:pt x="1022291" y="70538"/>
                  <a:pt x="1018521" y="80729"/>
                  <a:pt x="1010980" y="89321"/>
                </a:cubicBezTo>
                <a:cubicBezTo>
                  <a:pt x="1003440" y="97912"/>
                  <a:pt x="993340" y="102208"/>
                  <a:pt x="980681" y="102208"/>
                </a:cubicBezTo>
                <a:cubicBezTo>
                  <a:pt x="973826" y="102208"/>
                  <a:pt x="967748" y="100837"/>
                  <a:pt x="962447" y="98095"/>
                </a:cubicBezTo>
                <a:cubicBezTo>
                  <a:pt x="957146" y="95353"/>
                  <a:pt x="953193" y="91468"/>
                  <a:pt x="950588" y="86441"/>
                </a:cubicBezTo>
                <a:cubicBezTo>
                  <a:pt x="947983" y="81414"/>
                  <a:pt x="946680" y="76022"/>
                  <a:pt x="946680" y="70264"/>
                </a:cubicBezTo>
                <a:moveTo>
                  <a:pt x="1002754" y="56211"/>
                </a:moveTo>
                <a:cubicBezTo>
                  <a:pt x="1002754" y="51550"/>
                  <a:pt x="1001395" y="47814"/>
                  <a:pt x="998676" y="45003"/>
                </a:cubicBezTo>
                <a:cubicBezTo>
                  <a:pt x="995956" y="42192"/>
                  <a:pt x="992449" y="40787"/>
                  <a:pt x="988153" y="40787"/>
                </a:cubicBezTo>
                <a:cubicBezTo>
                  <a:pt x="983903" y="40787"/>
                  <a:pt x="980133" y="42101"/>
                  <a:pt x="976842" y="44729"/>
                </a:cubicBezTo>
                <a:cubicBezTo>
                  <a:pt x="973552" y="47357"/>
                  <a:pt x="970993" y="51173"/>
                  <a:pt x="969165" y="56177"/>
                </a:cubicBezTo>
                <a:cubicBezTo>
                  <a:pt x="967337" y="61181"/>
                  <a:pt x="966423" y="65785"/>
                  <a:pt x="966423" y="69989"/>
                </a:cubicBezTo>
                <a:cubicBezTo>
                  <a:pt x="966423" y="75199"/>
                  <a:pt x="967839" y="79335"/>
                  <a:pt x="970673" y="82397"/>
                </a:cubicBezTo>
                <a:cubicBezTo>
                  <a:pt x="973506" y="85459"/>
                  <a:pt x="977071" y="86990"/>
                  <a:pt x="981367" y="86990"/>
                </a:cubicBezTo>
                <a:cubicBezTo>
                  <a:pt x="986759" y="86990"/>
                  <a:pt x="991284" y="84682"/>
                  <a:pt x="994940" y="80066"/>
                </a:cubicBezTo>
                <a:cubicBezTo>
                  <a:pt x="1000149" y="73531"/>
                  <a:pt x="1002754" y="65579"/>
                  <a:pt x="1002754" y="56211"/>
                </a:cubicBezTo>
                <a:close/>
                <a:moveTo>
                  <a:pt x="1044960" y="27694"/>
                </a:moveTo>
                <a:lnTo>
                  <a:pt x="1063606" y="27694"/>
                </a:lnTo>
                <a:lnTo>
                  <a:pt x="1061686" y="37154"/>
                </a:lnTo>
                <a:cubicBezTo>
                  <a:pt x="1066348" y="33132"/>
                  <a:pt x="1070701" y="30265"/>
                  <a:pt x="1074745" y="28551"/>
                </a:cubicBezTo>
                <a:cubicBezTo>
                  <a:pt x="1078789" y="26837"/>
                  <a:pt x="1083051" y="25980"/>
                  <a:pt x="1087530" y="25980"/>
                </a:cubicBezTo>
                <a:cubicBezTo>
                  <a:pt x="1093516" y="25980"/>
                  <a:pt x="1098235" y="27694"/>
                  <a:pt x="1101685" y="31122"/>
                </a:cubicBezTo>
                <a:cubicBezTo>
                  <a:pt x="1105135" y="34549"/>
                  <a:pt x="1106861" y="39096"/>
                  <a:pt x="1106861" y="44763"/>
                </a:cubicBezTo>
                <a:cubicBezTo>
                  <a:pt x="1106861" y="47322"/>
                  <a:pt x="1106107" y="52166"/>
                  <a:pt x="1104598" y="59296"/>
                </a:cubicBezTo>
                <a:lnTo>
                  <a:pt x="1096030" y="100494"/>
                </a:lnTo>
                <a:lnTo>
                  <a:pt x="1076356" y="100494"/>
                </a:lnTo>
                <a:lnTo>
                  <a:pt x="1084993" y="59159"/>
                </a:lnTo>
                <a:cubicBezTo>
                  <a:pt x="1086273" y="52989"/>
                  <a:pt x="1086913" y="49310"/>
                  <a:pt x="1086913" y="48122"/>
                </a:cubicBezTo>
                <a:cubicBezTo>
                  <a:pt x="1086913" y="45609"/>
                  <a:pt x="1086170" y="43632"/>
                  <a:pt x="1084685" y="42192"/>
                </a:cubicBezTo>
                <a:cubicBezTo>
                  <a:pt x="1083199" y="40753"/>
                  <a:pt x="1081132" y="40033"/>
                  <a:pt x="1078481" y="40033"/>
                </a:cubicBezTo>
                <a:cubicBezTo>
                  <a:pt x="1075602" y="40033"/>
                  <a:pt x="1072403" y="41244"/>
                  <a:pt x="1068884" y="43666"/>
                </a:cubicBezTo>
                <a:cubicBezTo>
                  <a:pt x="1065365" y="46088"/>
                  <a:pt x="1062600" y="49287"/>
                  <a:pt x="1060589" y="53263"/>
                </a:cubicBezTo>
                <a:cubicBezTo>
                  <a:pt x="1059127" y="56097"/>
                  <a:pt x="1057482" y="61878"/>
                  <a:pt x="1055654" y="70606"/>
                </a:cubicBezTo>
                <a:lnTo>
                  <a:pt x="1049416" y="100494"/>
                </a:lnTo>
                <a:lnTo>
                  <a:pt x="1029742" y="100494"/>
                </a:lnTo>
                <a:lnTo>
                  <a:pt x="1044960" y="27694"/>
                </a:lnTo>
                <a:close/>
                <a:moveTo>
                  <a:pt x="1182381" y="100494"/>
                </a:moveTo>
                <a:lnTo>
                  <a:pt x="1163735" y="100494"/>
                </a:lnTo>
                <a:lnTo>
                  <a:pt x="1165381" y="92611"/>
                </a:lnTo>
                <a:cubicBezTo>
                  <a:pt x="1161816" y="96038"/>
                  <a:pt x="1158309" y="98495"/>
                  <a:pt x="1154858" y="99980"/>
                </a:cubicBezTo>
                <a:cubicBezTo>
                  <a:pt x="1151408" y="101465"/>
                  <a:pt x="1147512" y="102208"/>
                  <a:pt x="1143171" y="102208"/>
                </a:cubicBezTo>
                <a:cubicBezTo>
                  <a:pt x="1135630" y="102208"/>
                  <a:pt x="1129518" y="99637"/>
                  <a:pt x="1124833" y="94496"/>
                </a:cubicBezTo>
                <a:cubicBezTo>
                  <a:pt x="1120149" y="89355"/>
                  <a:pt x="1117807" y="81757"/>
                  <a:pt x="1117807" y="71703"/>
                </a:cubicBezTo>
                <a:cubicBezTo>
                  <a:pt x="1117807" y="60050"/>
                  <a:pt x="1121097" y="49516"/>
                  <a:pt x="1127678" y="40102"/>
                </a:cubicBezTo>
                <a:cubicBezTo>
                  <a:pt x="1134259" y="30688"/>
                  <a:pt x="1142965" y="25980"/>
                  <a:pt x="1153796" y="25980"/>
                </a:cubicBezTo>
                <a:cubicBezTo>
                  <a:pt x="1163576" y="25980"/>
                  <a:pt x="1170910" y="29865"/>
                  <a:pt x="1175800" y="37634"/>
                </a:cubicBezTo>
                <a:lnTo>
                  <a:pt x="1183684" y="0"/>
                </a:lnTo>
                <a:lnTo>
                  <a:pt x="1203357" y="0"/>
                </a:lnTo>
                <a:lnTo>
                  <a:pt x="1182381" y="100494"/>
                </a:lnTo>
                <a:moveTo>
                  <a:pt x="1136932" y="70881"/>
                </a:moveTo>
                <a:cubicBezTo>
                  <a:pt x="1136932" y="76090"/>
                  <a:pt x="1138246" y="80158"/>
                  <a:pt x="1140874" y="83083"/>
                </a:cubicBezTo>
                <a:cubicBezTo>
                  <a:pt x="1143502" y="86007"/>
                  <a:pt x="1146735" y="87470"/>
                  <a:pt x="1150574" y="87470"/>
                </a:cubicBezTo>
                <a:cubicBezTo>
                  <a:pt x="1154138" y="87470"/>
                  <a:pt x="1157463" y="86247"/>
                  <a:pt x="1160548" y="83802"/>
                </a:cubicBezTo>
                <a:cubicBezTo>
                  <a:pt x="1163633" y="81357"/>
                  <a:pt x="1166100" y="77621"/>
                  <a:pt x="1167951" y="72594"/>
                </a:cubicBezTo>
                <a:cubicBezTo>
                  <a:pt x="1169802" y="67567"/>
                  <a:pt x="1170728" y="62746"/>
                  <a:pt x="1170728" y="58130"/>
                </a:cubicBezTo>
                <a:cubicBezTo>
                  <a:pt x="1170728" y="52875"/>
                  <a:pt x="1169311" y="48625"/>
                  <a:pt x="1166477" y="45380"/>
                </a:cubicBezTo>
                <a:cubicBezTo>
                  <a:pt x="1163644" y="42135"/>
                  <a:pt x="1160377" y="40513"/>
                  <a:pt x="1156675" y="40513"/>
                </a:cubicBezTo>
                <a:cubicBezTo>
                  <a:pt x="1150917" y="40513"/>
                  <a:pt x="1146187" y="43712"/>
                  <a:pt x="1142485" y="50110"/>
                </a:cubicBezTo>
                <a:cubicBezTo>
                  <a:pt x="1138783" y="56508"/>
                  <a:pt x="1136932" y="63432"/>
                  <a:pt x="1136932" y="70881"/>
                </a:cubicBezTo>
                <a:close/>
                <a:moveTo>
                  <a:pt x="1221776" y="0"/>
                </a:moveTo>
                <a:lnTo>
                  <a:pt x="1241450" y="0"/>
                </a:lnTo>
                <a:lnTo>
                  <a:pt x="1237748" y="17823"/>
                </a:lnTo>
                <a:lnTo>
                  <a:pt x="1218074" y="17823"/>
                </a:lnTo>
                <a:lnTo>
                  <a:pt x="1221776" y="0"/>
                </a:lnTo>
                <a:moveTo>
                  <a:pt x="1216018" y="27694"/>
                </a:moveTo>
                <a:lnTo>
                  <a:pt x="1235691" y="27694"/>
                </a:lnTo>
                <a:lnTo>
                  <a:pt x="1220473" y="100494"/>
                </a:lnTo>
                <a:lnTo>
                  <a:pt x="1200799" y="100494"/>
                </a:lnTo>
                <a:lnTo>
                  <a:pt x="1216018" y="27694"/>
                </a:lnTo>
                <a:close/>
                <a:moveTo>
                  <a:pt x="1253896" y="27694"/>
                </a:moveTo>
                <a:lnTo>
                  <a:pt x="1272404" y="27694"/>
                </a:lnTo>
                <a:lnTo>
                  <a:pt x="1270553" y="36537"/>
                </a:lnTo>
                <a:cubicBezTo>
                  <a:pt x="1277774" y="29499"/>
                  <a:pt x="1285360" y="25980"/>
                  <a:pt x="1293312" y="25980"/>
                </a:cubicBezTo>
                <a:cubicBezTo>
                  <a:pt x="1298796" y="25980"/>
                  <a:pt x="1303023" y="27123"/>
                  <a:pt x="1305994" y="29408"/>
                </a:cubicBezTo>
                <a:cubicBezTo>
                  <a:pt x="1308964" y="31693"/>
                  <a:pt x="1310861" y="34846"/>
                  <a:pt x="1311683" y="38868"/>
                </a:cubicBezTo>
                <a:cubicBezTo>
                  <a:pt x="1314197" y="35212"/>
                  <a:pt x="1317807" y="32150"/>
                  <a:pt x="1322514" y="29682"/>
                </a:cubicBezTo>
                <a:cubicBezTo>
                  <a:pt x="1327221" y="27214"/>
                  <a:pt x="1332111" y="25980"/>
                  <a:pt x="1337184" y="25980"/>
                </a:cubicBezTo>
                <a:cubicBezTo>
                  <a:pt x="1342988" y="25980"/>
                  <a:pt x="1347512" y="27534"/>
                  <a:pt x="1350757" y="30642"/>
                </a:cubicBezTo>
                <a:cubicBezTo>
                  <a:pt x="1354001" y="33749"/>
                  <a:pt x="1355624" y="37862"/>
                  <a:pt x="1355624" y="42981"/>
                </a:cubicBezTo>
                <a:cubicBezTo>
                  <a:pt x="1355624" y="45494"/>
                  <a:pt x="1354984" y="49836"/>
                  <a:pt x="1353704" y="56005"/>
                </a:cubicBezTo>
                <a:lnTo>
                  <a:pt x="1344382" y="100494"/>
                </a:lnTo>
                <a:lnTo>
                  <a:pt x="1324708" y="100494"/>
                </a:lnTo>
                <a:lnTo>
                  <a:pt x="1334031" y="56005"/>
                </a:lnTo>
                <a:cubicBezTo>
                  <a:pt x="1335173" y="50430"/>
                  <a:pt x="1335744" y="47277"/>
                  <a:pt x="1335744" y="46545"/>
                </a:cubicBezTo>
                <a:cubicBezTo>
                  <a:pt x="1335744" y="44535"/>
                  <a:pt x="1335139" y="42947"/>
                  <a:pt x="1333928" y="41781"/>
                </a:cubicBezTo>
                <a:cubicBezTo>
                  <a:pt x="1332717" y="40616"/>
                  <a:pt x="1330900" y="40033"/>
                  <a:pt x="1328478" y="40033"/>
                </a:cubicBezTo>
                <a:cubicBezTo>
                  <a:pt x="1323588" y="40033"/>
                  <a:pt x="1319224" y="42615"/>
                  <a:pt x="1315385" y="47779"/>
                </a:cubicBezTo>
                <a:cubicBezTo>
                  <a:pt x="1312597" y="51481"/>
                  <a:pt x="1310221" y="58039"/>
                  <a:pt x="1308256" y="67453"/>
                </a:cubicBezTo>
                <a:lnTo>
                  <a:pt x="1301332" y="100494"/>
                </a:lnTo>
                <a:lnTo>
                  <a:pt x="1281658" y="100494"/>
                </a:lnTo>
                <a:lnTo>
                  <a:pt x="1290844" y="56485"/>
                </a:lnTo>
                <a:cubicBezTo>
                  <a:pt x="1291895" y="51412"/>
                  <a:pt x="1292421" y="48122"/>
                  <a:pt x="1292421" y="46614"/>
                </a:cubicBezTo>
                <a:cubicBezTo>
                  <a:pt x="1292421" y="44695"/>
                  <a:pt x="1291770" y="43118"/>
                  <a:pt x="1290467" y="41884"/>
                </a:cubicBezTo>
                <a:cubicBezTo>
                  <a:pt x="1289165" y="40650"/>
                  <a:pt x="1287371" y="40033"/>
                  <a:pt x="1285086" y="40033"/>
                </a:cubicBezTo>
                <a:cubicBezTo>
                  <a:pt x="1282938" y="40033"/>
                  <a:pt x="1280722" y="40673"/>
                  <a:pt x="1278437" y="41953"/>
                </a:cubicBezTo>
                <a:cubicBezTo>
                  <a:pt x="1276152" y="43232"/>
                  <a:pt x="1274152" y="44992"/>
                  <a:pt x="1272438" y="47231"/>
                </a:cubicBezTo>
                <a:cubicBezTo>
                  <a:pt x="1270725" y="49470"/>
                  <a:pt x="1269251" y="52349"/>
                  <a:pt x="1268017" y="55868"/>
                </a:cubicBezTo>
                <a:cubicBezTo>
                  <a:pt x="1267469" y="57513"/>
                  <a:pt x="1266577" y="61238"/>
                  <a:pt x="1265344" y="67042"/>
                </a:cubicBezTo>
                <a:lnTo>
                  <a:pt x="1258351" y="100494"/>
                </a:lnTo>
                <a:lnTo>
                  <a:pt x="1238678" y="100494"/>
                </a:lnTo>
                <a:lnTo>
                  <a:pt x="1253896" y="27694"/>
                </a:lnTo>
                <a:close/>
                <a:moveTo>
                  <a:pt x="1434308" y="70195"/>
                </a:moveTo>
                <a:lnTo>
                  <a:pt x="1384952" y="70195"/>
                </a:lnTo>
                <a:cubicBezTo>
                  <a:pt x="1384906" y="70972"/>
                  <a:pt x="1384884" y="71566"/>
                  <a:pt x="1384884" y="71977"/>
                </a:cubicBezTo>
                <a:cubicBezTo>
                  <a:pt x="1384884" y="76822"/>
                  <a:pt x="1386266" y="80729"/>
                  <a:pt x="1389031" y="83699"/>
                </a:cubicBezTo>
                <a:cubicBezTo>
                  <a:pt x="1391796" y="86670"/>
                  <a:pt x="1395166" y="88155"/>
                  <a:pt x="1399142" y="88155"/>
                </a:cubicBezTo>
                <a:cubicBezTo>
                  <a:pt x="1405677" y="88155"/>
                  <a:pt x="1410773" y="84773"/>
                  <a:pt x="1414429" y="78010"/>
                </a:cubicBezTo>
                <a:lnTo>
                  <a:pt x="1432046" y="80957"/>
                </a:lnTo>
                <a:cubicBezTo>
                  <a:pt x="1428618" y="88041"/>
                  <a:pt x="1424037" y="93354"/>
                  <a:pt x="1418302" y="96895"/>
                </a:cubicBezTo>
                <a:cubicBezTo>
                  <a:pt x="1412566" y="100437"/>
                  <a:pt x="1406134" y="102208"/>
                  <a:pt x="1399005" y="102208"/>
                </a:cubicBezTo>
                <a:cubicBezTo>
                  <a:pt x="1389225" y="102208"/>
                  <a:pt x="1381273" y="99112"/>
                  <a:pt x="1375150" y="92919"/>
                </a:cubicBezTo>
                <a:cubicBezTo>
                  <a:pt x="1369026" y="86727"/>
                  <a:pt x="1365964" y="78535"/>
                  <a:pt x="1365964" y="68344"/>
                </a:cubicBezTo>
                <a:cubicBezTo>
                  <a:pt x="1365964" y="58382"/>
                  <a:pt x="1368729" y="49516"/>
                  <a:pt x="1374258" y="41747"/>
                </a:cubicBezTo>
                <a:cubicBezTo>
                  <a:pt x="1381799" y="31236"/>
                  <a:pt x="1392561" y="25980"/>
                  <a:pt x="1406545" y="25980"/>
                </a:cubicBezTo>
                <a:cubicBezTo>
                  <a:pt x="1415457" y="25980"/>
                  <a:pt x="1422540" y="28734"/>
                  <a:pt x="1427796" y="34241"/>
                </a:cubicBezTo>
                <a:cubicBezTo>
                  <a:pt x="1433051" y="39748"/>
                  <a:pt x="1435679" y="47459"/>
                  <a:pt x="1435679" y="57376"/>
                </a:cubicBezTo>
                <a:cubicBezTo>
                  <a:pt x="1435679" y="62129"/>
                  <a:pt x="1435222" y="66402"/>
                  <a:pt x="1434308" y="70195"/>
                </a:cubicBezTo>
                <a:moveTo>
                  <a:pt x="1417719" y="58199"/>
                </a:moveTo>
                <a:cubicBezTo>
                  <a:pt x="1417765" y="57331"/>
                  <a:pt x="1417788" y="56668"/>
                  <a:pt x="1417788" y="56211"/>
                </a:cubicBezTo>
                <a:cubicBezTo>
                  <a:pt x="1417788" y="50818"/>
                  <a:pt x="1416577" y="46774"/>
                  <a:pt x="1414154" y="44078"/>
                </a:cubicBezTo>
                <a:cubicBezTo>
                  <a:pt x="1411732" y="41381"/>
                  <a:pt x="1408488" y="40033"/>
                  <a:pt x="1404420" y="40033"/>
                </a:cubicBezTo>
                <a:cubicBezTo>
                  <a:pt x="1400353" y="40033"/>
                  <a:pt x="1396708" y="41564"/>
                  <a:pt x="1393487" y="44626"/>
                </a:cubicBezTo>
                <a:cubicBezTo>
                  <a:pt x="1390265" y="47688"/>
                  <a:pt x="1388083" y="52212"/>
                  <a:pt x="1386940" y="58199"/>
                </a:cubicBezTo>
                <a:lnTo>
                  <a:pt x="1417719" y="58199"/>
                </a:lnTo>
                <a:close/>
                <a:moveTo>
                  <a:pt x="1456725" y="27694"/>
                </a:moveTo>
                <a:lnTo>
                  <a:pt x="1475370" y="27694"/>
                </a:lnTo>
                <a:lnTo>
                  <a:pt x="1473451" y="37154"/>
                </a:lnTo>
                <a:cubicBezTo>
                  <a:pt x="1478112" y="33132"/>
                  <a:pt x="1482465" y="30265"/>
                  <a:pt x="1486510" y="28551"/>
                </a:cubicBezTo>
                <a:cubicBezTo>
                  <a:pt x="1490554" y="26837"/>
                  <a:pt x="1494816" y="25980"/>
                  <a:pt x="1499294" y="25980"/>
                </a:cubicBezTo>
                <a:cubicBezTo>
                  <a:pt x="1505281" y="25980"/>
                  <a:pt x="1509999" y="27694"/>
                  <a:pt x="1513450" y="31122"/>
                </a:cubicBezTo>
                <a:cubicBezTo>
                  <a:pt x="1516900" y="34549"/>
                  <a:pt x="1518625" y="39096"/>
                  <a:pt x="1518625" y="44763"/>
                </a:cubicBezTo>
                <a:cubicBezTo>
                  <a:pt x="1518625" y="47322"/>
                  <a:pt x="1517871" y="52166"/>
                  <a:pt x="1516363" y="59296"/>
                </a:cubicBezTo>
                <a:lnTo>
                  <a:pt x="1507794" y="100494"/>
                </a:lnTo>
                <a:lnTo>
                  <a:pt x="1488120" y="100494"/>
                </a:lnTo>
                <a:lnTo>
                  <a:pt x="1496758" y="59159"/>
                </a:lnTo>
                <a:cubicBezTo>
                  <a:pt x="1498037" y="52989"/>
                  <a:pt x="1498677" y="49310"/>
                  <a:pt x="1498677" y="48122"/>
                </a:cubicBezTo>
                <a:cubicBezTo>
                  <a:pt x="1498677" y="45609"/>
                  <a:pt x="1497935" y="43632"/>
                  <a:pt x="1496449" y="42192"/>
                </a:cubicBezTo>
                <a:cubicBezTo>
                  <a:pt x="1494964" y="40753"/>
                  <a:pt x="1492896" y="40033"/>
                  <a:pt x="1490246" y="40033"/>
                </a:cubicBezTo>
                <a:cubicBezTo>
                  <a:pt x="1487366" y="40033"/>
                  <a:pt x="1484167" y="41244"/>
                  <a:pt x="1480649" y="43666"/>
                </a:cubicBezTo>
                <a:cubicBezTo>
                  <a:pt x="1477130" y="46088"/>
                  <a:pt x="1474365" y="49287"/>
                  <a:pt x="1472354" y="53263"/>
                </a:cubicBezTo>
                <a:cubicBezTo>
                  <a:pt x="1470892" y="56097"/>
                  <a:pt x="1469246" y="61878"/>
                  <a:pt x="1467418" y="70606"/>
                </a:cubicBezTo>
                <a:lnTo>
                  <a:pt x="1461180" y="100494"/>
                </a:lnTo>
                <a:lnTo>
                  <a:pt x="1441507" y="100494"/>
                </a:lnTo>
                <a:lnTo>
                  <a:pt x="1456725" y="27694"/>
                </a:lnTo>
                <a:close/>
                <a:moveTo>
                  <a:pt x="1531834" y="42295"/>
                </a:moveTo>
                <a:lnTo>
                  <a:pt x="1534850" y="27694"/>
                </a:lnTo>
                <a:lnTo>
                  <a:pt x="1544447" y="27694"/>
                </a:lnTo>
                <a:lnTo>
                  <a:pt x="1546847" y="16041"/>
                </a:lnTo>
                <a:lnTo>
                  <a:pt x="1569399" y="2468"/>
                </a:lnTo>
                <a:lnTo>
                  <a:pt x="1564121" y="27694"/>
                </a:lnTo>
                <a:lnTo>
                  <a:pt x="1576117" y="27694"/>
                </a:lnTo>
                <a:lnTo>
                  <a:pt x="1573101" y="42295"/>
                </a:lnTo>
                <a:lnTo>
                  <a:pt x="1561036" y="42295"/>
                </a:lnTo>
                <a:lnTo>
                  <a:pt x="1554661" y="72800"/>
                </a:lnTo>
                <a:cubicBezTo>
                  <a:pt x="1553519" y="78330"/>
                  <a:pt x="1552947" y="81483"/>
                  <a:pt x="1552947" y="82260"/>
                </a:cubicBezTo>
                <a:cubicBezTo>
                  <a:pt x="1552947" y="83768"/>
                  <a:pt x="1553427" y="84945"/>
                  <a:pt x="1554387" y="85790"/>
                </a:cubicBezTo>
                <a:cubicBezTo>
                  <a:pt x="1555347" y="86636"/>
                  <a:pt x="1557083" y="87058"/>
                  <a:pt x="1559597" y="87058"/>
                </a:cubicBezTo>
                <a:cubicBezTo>
                  <a:pt x="1560465" y="87058"/>
                  <a:pt x="1562636" y="86898"/>
                  <a:pt x="1566109" y="86579"/>
                </a:cubicBezTo>
                <a:lnTo>
                  <a:pt x="1563024" y="101180"/>
                </a:lnTo>
                <a:cubicBezTo>
                  <a:pt x="1559642" y="101865"/>
                  <a:pt x="1556169" y="102208"/>
                  <a:pt x="1552605" y="102208"/>
                </a:cubicBezTo>
                <a:cubicBezTo>
                  <a:pt x="1545658" y="102208"/>
                  <a:pt x="1540608" y="100871"/>
                  <a:pt x="1537455" y="98198"/>
                </a:cubicBezTo>
                <a:cubicBezTo>
                  <a:pt x="1534302" y="95524"/>
                  <a:pt x="1532725" y="91811"/>
                  <a:pt x="1532725" y="87058"/>
                </a:cubicBezTo>
                <a:cubicBezTo>
                  <a:pt x="1532725" y="84819"/>
                  <a:pt x="1533571" y="79655"/>
                  <a:pt x="1535262" y="71566"/>
                </a:cubicBezTo>
                <a:lnTo>
                  <a:pt x="1541363" y="42295"/>
                </a:lnTo>
                <a:lnTo>
                  <a:pt x="1531834" y="42295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bottle.">
            <a:extLst xmlns:a="http://schemas.openxmlformats.org/drawingml/2006/main">
              <a:ext uri="{FF2B5EF4-FFF2-40B4-BE49-F238E27FC236}">
                <a16:creationId xmlns:a16="http://schemas.microsoft.com/office/drawing/2014/main" id="{8F50749A-D097-4DE2-8662-EDB62569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749" y="6190899"/>
            <a:ext cx="404970" cy="102208"/>
          </a:xfrm>
          <a:custGeom xmlns:a="http://schemas.openxmlformats.org/drawingml/2006/main">
            <a:pathLst>
              <a:path w="404970" h="102208">
                <a:moveTo>
                  <a:pt x="0" y="100494"/>
                </a:moveTo>
                <a:lnTo>
                  <a:pt x="20976" y="0"/>
                </a:lnTo>
                <a:lnTo>
                  <a:pt x="40719" y="0"/>
                </a:lnTo>
                <a:lnTo>
                  <a:pt x="33658" y="33589"/>
                </a:lnTo>
                <a:cubicBezTo>
                  <a:pt x="37268" y="30847"/>
                  <a:pt x="40639" y="28894"/>
                  <a:pt x="43769" y="27728"/>
                </a:cubicBezTo>
                <a:cubicBezTo>
                  <a:pt x="46900" y="26563"/>
                  <a:pt x="50316" y="25980"/>
                  <a:pt x="54017" y="25980"/>
                </a:cubicBezTo>
                <a:cubicBezTo>
                  <a:pt x="61695" y="25980"/>
                  <a:pt x="67842" y="28551"/>
                  <a:pt x="72457" y="33692"/>
                </a:cubicBezTo>
                <a:cubicBezTo>
                  <a:pt x="77073" y="38834"/>
                  <a:pt x="79381" y="46317"/>
                  <a:pt x="79381" y="56142"/>
                </a:cubicBezTo>
                <a:cubicBezTo>
                  <a:pt x="79381" y="62769"/>
                  <a:pt x="78295" y="69201"/>
                  <a:pt x="76125" y="75439"/>
                </a:cubicBezTo>
                <a:cubicBezTo>
                  <a:pt x="73954" y="81677"/>
                  <a:pt x="71052" y="86750"/>
                  <a:pt x="67419" y="90657"/>
                </a:cubicBezTo>
                <a:cubicBezTo>
                  <a:pt x="63786" y="94565"/>
                  <a:pt x="59970" y="97467"/>
                  <a:pt x="55971" y="99363"/>
                </a:cubicBezTo>
                <a:cubicBezTo>
                  <a:pt x="51972" y="101260"/>
                  <a:pt x="47779" y="102208"/>
                  <a:pt x="43392" y="102208"/>
                </a:cubicBezTo>
                <a:cubicBezTo>
                  <a:pt x="32973" y="102208"/>
                  <a:pt x="25318" y="97638"/>
                  <a:pt x="20428" y="88498"/>
                </a:cubicBezTo>
                <a:lnTo>
                  <a:pt x="17892" y="100494"/>
                </a:lnTo>
                <a:lnTo>
                  <a:pt x="0" y="100494"/>
                </a:lnTo>
                <a:moveTo>
                  <a:pt x="26529" y="70812"/>
                </a:moveTo>
                <a:cubicBezTo>
                  <a:pt x="26529" y="75702"/>
                  <a:pt x="27911" y="79678"/>
                  <a:pt x="30676" y="82740"/>
                </a:cubicBezTo>
                <a:cubicBezTo>
                  <a:pt x="33441" y="85802"/>
                  <a:pt x="36697" y="87333"/>
                  <a:pt x="40444" y="87333"/>
                </a:cubicBezTo>
                <a:cubicBezTo>
                  <a:pt x="43735" y="87333"/>
                  <a:pt x="46877" y="86144"/>
                  <a:pt x="49870" y="83768"/>
                </a:cubicBezTo>
                <a:cubicBezTo>
                  <a:pt x="52863" y="81392"/>
                  <a:pt x="55354" y="77599"/>
                  <a:pt x="57342" y="72389"/>
                </a:cubicBezTo>
                <a:cubicBezTo>
                  <a:pt x="59330" y="67179"/>
                  <a:pt x="60324" y="61923"/>
                  <a:pt x="60324" y="56622"/>
                </a:cubicBezTo>
                <a:cubicBezTo>
                  <a:pt x="60324" y="51458"/>
                  <a:pt x="58987" y="47402"/>
                  <a:pt x="56314" y="44455"/>
                </a:cubicBezTo>
                <a:cubicBezTo>
                  <a:pt x="53640" y="41507"/>
                  <a:pt x="50407" y="40033"/>
                  <a:pt x="46614" y="40033"/>
                </a:cubicBezTo>
                <a:cubicBezTo>
                  <a:pt x="41678" y="40033"/>
                  <a:pt x="37428" y="42318"/>
                  <a:pt x="33864" y="46888"/>
                </a:cubicBezTo>
                <a:cubicBezTo>
                  <a:pt x="28974" y="53149"/>
                  <a:pt x="26529" y="61124"/>
                  <a:pt x="26529" y="70812"/>
                </a:cubicBezTo>
                <a:close/>
                <a:moveTo>
                  <a:pt x="89108" y="70264"/>
                </a:moveTo>
                <a:cubicBezTo>
                  <a:pt x="89108" y="56782"/>
                  <a:pt x="92912" y="46031"/>
                  <a:pt x="100521" y="38011"/>
                </a:cubicBezTo>
                <a:cubicBezTo>
                  <a:pt x="108130" y="29991"/>
                  <a:pt x="118127" y="25980"/>
                  <a:pt x="130512" y="25980"/>
                </a:cubicBezTo>
                <a:cubicBezTo>
                  <a:pt x="141251" y="25980"/>
                  <a:pt x="149637" y="28939"/>
                  <a:pt x="155670" y="34858"/>
                </a:cubicBezTo>
                <a:cubicBezTo>
                  <a:pt x="161702" y="40776"/>
                  <a:pt x="164718" y="48739"/>
                  <a:pt x="164718" y="58747"/>
                </a:cubicBezTo>
                <a:cubicBezTo>
                  <a:pt x="164718" y="70538"/>
                  <a:pt x="160948" y="80729"/>
                  <a:pt x="153407" y="89321"/>
                </a:cubicBezTo>
                <a:cubicBezTo>
                  <a:pt x="145867" y="97912"/>
                  <a:pt x="135767" y="102208"/>
                  <a:pt x="123108" y="102208"/>
                </a:cubicBezTo>
                <a:cubicBezTo>
                  <a:pt x="116253" y="102208"/>
                  <a:pt x="110175" y="100837"/>
                  <a:pt x="104874" y="98095"/>
                </a:cubicBezTo>
                <a:cubicBezTo>
                  <a:pt x="99573" y="95353"/>
                  <a:pt x="95620" y="91468"/>
                  <a:pt x="93015" y="86441"/>
                </a:cubicBezTo>
                <a:cubicBezTo>
                  <a:pt x="90410" y="81414"/>
                  <a:pt x="89108" y="76022"/>
                  <a:pt x="89108" y="70264"/>
                </a:cubicBezTo>
                <a:moveTo>
                  <a:pt x="145181" y="56211"/>
                </a:moveTo>
                <a:cubicBezTo>
                  <a:pt x="145181" y="51550"/>
                  <a:pt x="143822" y="47814"/>
                  <a:pt x="141103" y="45003"/>
                </a:cubicBezTo>
                <a:cubicBezTo>
                  <a:pt x="138384" y="42192"/>
                  <a:pt x="134876" y="40787"/>
                  <a:pt x="130580" y="40787"/>
                </a:cubicBezTo>
                <a:cubicBezTo>
                  <a:pt x="126330" y="40787"/>
                  <a:pt x="122560" y="42101"/>
                  <a:pt x="119270" y="44729"/>
                </a:cubicBezTo>
                <a:cubicBezTo>
                  <a:pt x="115979" y="47357"/>
                  <a:pt x="113420" y="51173"/>
                  <a:pt x="111592" y="56177"/>
                </a:cubicBezTo>
                <a:cubicBezTo>
                  <a:pt x="109764" y="61181"/>
                  <a:pt x="108850" y="65785"/>
                  <a:pt x="108850" y="69989"/>
                </a:cubicBezTo>
                <a:cubicBezTo>
                  <a:pt x="108850" y="75199"/>
                  <a:pt x="110267" y="79335"/>
                  <a:pt x="113100" y="82397"/>
                </a:cubicBezTo>
                <a:cubicBezTo>
                  <a:pt x="115934" y="85459"/>
                  <a:pt x="119498" y="86990"/>
                  <a:pt x="123794" y="86990"/>
                </a:cubicBezTo>
                <a:cubicBezTo>
                  <a:pt x="129186" y="86990"/>
                  <a:pt x="133711" y="84682"/>
                  <a:pt x="137367" y="80066"/>
                </a:cubicBezTo>
                <a:cubicBezTo>
                  <a:pt x="142577" y="73531"/>
                  <a:pt x="145181" y="65579"/>
                  <a:pt x="145181" y="56211"/>
                </a:cubicBezTo>
                <a:close/>
                <a:moveTo>
                  <a:pt x="176844" y="42295"/>
                </a:moveTo>
                <a:lnTo>
                  <a:pt x="179860" y="27694"/>
                </a:lnTo>
                <a:lnTo>
                  <a:pt x="189457" y="27694"/>
                </a:lnTo>
                <a:lnTo>
                  <a:pt x="191857" y="16041"/>
                </a:lnTo>
                <a:lnTo>
                  <a:pt x="214410" y="2468"/>
                </a:lnTo>
                <a:lnTo>
                  <a:pt x="209131" y="27694"/>
                </a:lnTo>
                <a:lnTo>
                  <a:pt x="221128" y="27694"/>
                </a:lnTo>
                <a:lnTo>
                  <a:pt x="218111" y="42295"/>
                </a:lnTo>
                <a:lnTo>
                  <a:pt x="206047" y="42295"/>
                </a:lnTo>
                <a:lnTo>
                  <a:pt x="199671" y="72800"/>
                </a:lnTo>
                <a:cubicBezTo>
                  <a:pt x="198529" y="78330"/>
                  <a:pt x="197958" y="81483"/>
                  <a:pt x="197958" y="82260"/>
                </a:cubicBezTo>
                <a:cubicBezTo>
                  <a:pt x="197958" y="83768"/>
                  <a:pt x="198437" y="84945"/>
                  <a:pt x="199397" y="85790"/>
                </a:cubicBezTo>
                <a:cubicBezTo>
                  <a:pt x="200357" y="86636"/>
                  <a:pt x="202093" y="87058"/>
                  <a:pt x="204607" y="87058"/>
                </a:cubicBezTo>
                <a:cubicBezTo>
                  <a:pt x="205475" y="87058"/>
                  <a:pt x="207646" y="86898"/>
                  <a:pt x="211119" y="86579"/>
                </a:cubicBezTo>
                <a:lnTo>
                  <a:pt x="208034" y="101180"/>
                </a:lnTo>
                <a:cubicBezTo>
                  <a:pt x="204653" y="101865"/>
                  <a:pt x="201179" y="102208"/>
                  <a:pt x="197615" y="102208"/>
                </a:cubicBezTo>
                <a:cubicBezTo>
                  <a:pt x="190669" y="102208"/>
                  <a:pt x="185619" y="100871"/>
                  <a:pt x="182465" y="98198"/>
                </a:cubicBezTo>
                <a:cubicBezTo>
                  <a:pt x="179312" y="95524"/>
                  <a:pt x="177735" y="91811"/>
                  <a:pt x="177735" y="87058"/>
                </a:cubicBezTo>
                <a:cubicBezTo>
                  <a:pt x="177735" y="84819"/>
                  <a:pt x="178581" y="79655"/>
                  <a:pt x="180272" y="71566"/>
                </a:cubicBezTo>
                <a:lnTo>
                  <a:pt x="186373" y="42295"/>
                </a:lnTo>
                <a:lnTo>
                  <a:pt x="176844" y="42295"/>
                </a:lnTo>
                <a:close/>
                <a:moveTo>
                  <a:pt x="223215" y="42295"/>
                </a:moveTo>
                <a:lnTo>
                  <a:pt x="226231" y="27694"/>
                </a:lnTo>
                <a:lnTo>
                  <a:pt x="235828" y="27694"/>
                </a:lnTo>
                <a:lnTo>
                  <a:pt x="238228" y="16041"/>
                </a:lnTo>
                <a:lnTo>
                  <a:pt x="260781" y="2468"/>
                </a:lnTo>
                <a:lnTo>
                  <a:pt x="255502" y="27694"/>
                </a:lnTo>
                <a:lnTo>
                  <a:pt x="267498" y="27694"/>
                </a:lnTo>
                <a:lnTo>
                  <a:pt x="264482" y="42295"/>
                </a:lnTo>
                <a:lnTo>
                  <a:pt x="252417" y="42295"/>
                </a:lnTo>
                <a:lnTo>
                  <a:pt x="246042" y="72800"/>
                </a:lnTo>
                <a:cubicBezTo>
                  <a:pt x="244900" y="78330"/>
                  <a:pt x="244329" y="81483"/>
                  <a:pt x="244329" y="82260"/>
                </a:cubicBezTo>
                <a:cubicBezTo>
                  <a:pt x="244329" y="83768"/>
                  <a:pt x="244808" y="84945"/>
                  <a:pt x="245768" y="85790"/>
                </a:cubicBezTo>
                <a:cubicBezTo>
                  <a:pt x="246728" y="86636"/>
                  <a:pt x="248464" y="87058"/>
                  <a:pt x="250978" y="87058"/>
                </a:cubicBezTo>
                <a:cubicBezTo>
                  <a:pt x="251846" y="87058"/>
                  <a:pt x="254017" y="86898"/>
                  <a:pt x="257490" y="86579"/>
                </a:cubicBezTo>
                <a:lnTo>
                  <a:pt x="254405" y="101180"/>
                </a:lnTo>
                <a:cubicBezTo>
                  <a:pt x="251024" y="101865"/>
                  <a:pt x="247550" y="102208"/>
                  <a:pt x="243986" y="102208"/>
                </a:cubicBezTo>
                <a:cubicBezTo>
                  <a:pt x="237039" y="102208"/>
                  <a:pt x="231990" y="100871"/>
                  <a:pt x="228836" y="98198"/>
                </a:cubicBezTo>
                <a:cubicBezTo>
                  <a:pt x="225683" y="95524"/>
                  <a:pt x="224106" y="91811"/>
                  <a:pt x="224106" y="87058"/>
                </a:cubicBezTo>
                <a:cubicBezTo>
                  <a:pt x="224106" y="84819"/>
                  <a:pt x="224952" y="79655"/>
                  <a:pt x="226643" y="71566"/>
                </a:cubicBezTo>
                <a:lnTo>
                  <a:pt x="232744" y="42295"/>
                </a:lnTo>
                <a:lnTo>
                  <a:pt x="223215" y="42295"/>
                </a:lnTo>
                <a:close/>
                <a:moveTo>
                  <a:pt x="264513" y="100494"/>
                </a:moveTo>
                <a:lnTo>
                  <a:pt x="285558" y="0"/>
                </a:lnTo>
                <a:lnTo>
                  <a:pt x="305164" y="0"/>
                </a:lnTo>
                <a:lnTo>
                  <a:pt x="284187" y="100494"/>
                </a:lnTo>
                <a:lnTo>
                  <a:pt x="264513" y="100494"/>
                </a:lnTo>
                <a:close/>
                <a:moveTo>
                  <a:pt x="374040" y="70195"/>
                </a:moveTo>
                <a:lnTo>
                  <a:pt x="324684" y="70195"/>
                </a:lnTo>
                <a:cubicBezTo>
                  <a:pt x="324639" y="70972"/>
                  <a:pt x="324616" y="71566"/>
                  <a:pt x="324616" y="71977"/>
                </a:cubicBezTo>
                <a:cubicBezTo>
                  <a:pt x="324616" y="76822"/>
                  <a:pt x="325998" y="80729"/>
                  <a:pt x="328763" y="83699"/>
                </a:cubicBezTo>
                <a:cubicBezTo>
                  <a:pt x="331528" y="86670"/>
                  <a:pt x="334898" y="88155"/>
                  <a:pt x="338874" y="88155"/>
                </a:cubicBezTo>
                <a:cubicBezTo>
                  <a:pt x="345409" y="88155"/>
                  <a:pt x="350505" y="84773"/>
                  <a:pt x="354161" y="78010"/>
                </a:cubicBezTo>
                <a:lnTo>
                  <a:pt x="371778" y="80957"/>
                </a:lnTo>
                <a:cubicBezTo>
                  <a:pt x="368351" y="88041"/>
                  <a:pt x="363769" y="93354"/>
                  <a:pt x="358034" y="96895"/>
                </a:cubicBezTo>
                <a:cubicBezTo>
                  <a:pt x="352299" y="100437"/>
                  <a:pt x="345866" y="102208"/>
                  <a:pt x="338737" y="102208"/>
                </a:cubicBezTo>
                <a:cubicBezTo>
                  <a:pt x="328957" y="102208"/>
                  <a:pt x="321005" y="99112"/>
                  <a:pt x="314882" y="92919"/>
                </a:cubicBezTo>
                <a:cubicBezTo>
                  <a:pt x="308758" y="86727"/>
                  <a:pt x="305696" y="78535"/>
                  <a:pt x="305696" y="68344"/>
                </a:cubicBezTo>
                <a:cubicBezTo>
                  <a:pt x="305696" y="58382"/>
                  <a:pt x="308461" y="49516"/>
                  <a:pt x="313991" y="41747"/>
                </a:cubicBezTo>
                <a:cubicBezTo>
                  <a:pt x="321531" y="31236"/>
                  <a:pt x="332293" y="25980"/>
                  <a:pt x="346278" y="25980"/>
                </a:cubicBezTo>
                <a:cubicBezTo>
                  <a:pt x="355189" y="25980"/>
                  <a:pt x="362273" y="28734"/>
                  <a:pt x="367528" y="34241"/>
                </a:cubicBezTo>
                <a:cubicBezTo>
                  <a:pt x="372784" y="39748"/>
                  <a:pt x="375411" y="47459"/>
                  <a:pt x="375411" y="57376"/>
                </a:cubicBezTo>
                <a:cubicBezTo>
                  <a:pt x="375411" y="62129"/>
                  <a:pt x="374954" y="66402"/>
                  <a:pt x="374040" y="70195"/>
                </a:cubicBezTo>
                <a:moveTo>
                  <a:pt x="357451" y="58199"/>
                </a:moveTo>
                <a:cubicBezTo>
                  <a:pt x="357497" y="57331"/>
                  <a:pt x="357520" y="56668"/>
                  <a:pt x="357520" y="56211"/>
                </a:cubicBezTo>
                <a:cubicBezTo>
                  <a:pt x="357520" y="50818"/>
                  <a:pt x="356309" y="46774"/>
                  <a:pt x="353887" y="44078"/>
                </a:cubicBezTo>
                <a:cubicBezTo>
                  <a:pt x="351464" y="41381"/>
                  <a:pt x="348220" y="40033"/>
                  <a:pt x="344153" y="40033"/>
                </a:cubicBezTo>
                <a:cubicBezTo>
                  <a:pt x="340085" y="40033"/>
                  <a:pt x="336441" y="41564"/>
                  <a:pt x="333219" y="44626"/>
                </a:cubicBezTo>
                <a:cubicBezTo>
                  <a:pt x="329997" y="47688"/>
                  <a:pt x="327815" y="52212"/>
                  <a:pt x="326672" y="58199"/>
                </a:cubicBezTo>
                <a:lnTo>
                  <a:pt x="357451" y="58199"/>
                </a:lnTo>
                <a:close/>
                <a:moveTo>
                  <a:pt x="385502" y="81506"/>
                </a:moveTo>
                <a:lnTo>
                  <a:pt x="404970" y="81506"/>
                </a:lnTo>
                <a:lnTo>
                  <a:pt x="400995" y="100494"/>
                </a:lnTo>
                <a:lnTo>
                  <a:pt x="381526" y="100494"/>
                </a:lnTo>
                <a:lnTo>
                  <a:pt x="385502" y="81506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T">
            <a:extLst xmlns:a="http://schemas.openxmlformats.org/drawingml/2006/main">
              <a:ext uri="{FF2B5EF4-FFF2-40B4-BE49-F238E27FC236}">
                <a16:creationId xmlns:a16="http://schemas.microsoft.com/office/drawing/2014/main" id="{31DE009C-9203-456E-B78E-E3832ECD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193" y="3382386"/>
            <a:ext cx="99826" cy="125618"/>
          </a:xfrm>
          <a:custGeom xmlns:a="http://schemas.openxmlformats.org/drawingml/2006/main">
            <a:pathLst>
              <a:path w="99826" h="125618">
                <a:moveTo>
                  <a:pt x="37274" y="125618"/>
                </a:moveTo>
                <a:lnTo>
                  <a:pt x="37274" y="21250"/>
                </a:lnTo>
                <a:lnTo>
                  <a:pt x="0" y="21250"/>
                </a:lnTo>
                <a:lnTo>
                  <a:pt x="0" y="0"/>
                </a:lnTo>
                <a:lnTo>
                  <a:pt x="99826" y="0"/>
                </a:lnTo>
                <a:lnTo>
                  <a:pt x="99826" y="21250"/>
                </a:lnTo>
                <a:lnTo>
                  <a:pt x="62637" y="21250"/>
                </a:lnTo>
                <a:lnTo>
                  <a:pt x="62637" y="125618"/>
                </a:lnTo>
                <a:lnTo>
                  <a:pt x="37274" y="125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ype2.4:Goalgivenfutureactions">
            <a:extLst xmlns:a="http://schemas.openxmlformats.org/drawingml/2006/main">
              <a:ext uri="{FF2B5EF4-FFF2-40B4-BE49-F238E27FC236}">
                <a16:creationId xmlns:a16="http://schemas.microsoft.com/office/drawing/2014/main" id="{4A8A2D5C-61BF-418D-91D7-1D7E2890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315" y="3380243"/>
            <a:ext cx="2791077" cy="164691"/>
          </a:xfrm>
          <a:custGeom xmlns:a="http://schemas.openxmlformats.org/drawingml/2006/main">
            <a:pathLst>
              <a:path w="2791077" h="164691">
                <a:moveTo>
                  <a:pt x="0" y="36760"/>
                </a:moveTo>
                <a:lnTo>
                  <a:pt x="25621" y="36760"/>
                </a:lnTo>
                <a:lnTo>
                  <a:pt x="47385" y="101368"/>
                </a:lnTo>
                <a:lnTo>
                  <a:pt x="68636" y="36760"/>
                </a:lnTo>
                <a:lnTo>
                  <a:pt x="93571" y="36760"/>
                </a:lnTo>
                <a:lnTo>
                  <a:pt x="61438" y="124332"/>
                </a:lnTo>
                <a:lnTo>
                  <a:pt x="55697" y="140185"/>
                </a:lnTo>
                <a:cubicBezTo>
                  <a:pt x="53583" y="145497"/>
                  <a:pt x="51570" y="149553"/>
                  <a:pt x="49656" y="152352"/>
                </a:cubicBezTo>
                <a:cubicBezTo>
                  <a:pt x="47742" y="155151"/>
                  <a:pt x="45543" y="157422"/>
                  <a:pt x="43058" y="159164"/>
                </a:cubicBezTo>
                <a:cubicBezTo>
                  <a:pt x="40573" y="160907"/>
                  <a:pt x="37517" y="162263"/>
                  <a:pt x="33889" y="163235"/>
                </a:cubicBezTo>
                <a:cubicBezTo>
                  <a:pt x="30262" y="164206"/>
                  <a:pt x="26163" y="164691"/>
                  <a:pt x="21593" y="164691"/>
                </a:cubicBezTo>
                <a:cubicBezTo>
                  <a:pt x="16966" y="164691"/>
                  <a:pt x="12425" y="164206"/>
                  <a:pt x="7969" y="163235"/>
                </a:cubicBezTo>
                <a:lnTo>
                  <a:pt x="5827" y="144383"/>
                </a:lnTo>
                <a:cubicBezTo>
                  <a:pt x="9597" y="145126"/>
                  <a:pt x="12996" y="145497"/>
                  <a:pt x="16024" y="145497"/>
                </a:cubicBezTo>
                <a:cubicBezTo>
                  <a:pt x="21622" y="145497"/>
                  <a:pt x="25763" y="143855"/>
                  <a:pt x="28448" y="140570"/>
                </a:cubicBezTo>
                <a:cubicBezTo>
                  <a:pt x="31133" y="137286"/>
                  <a:pt x="33190" y="133101"/>
                  <a:pt x="34618" y="128017"/>
                </a:cubicBezTo>
                <a:lnTo>
                  <a:pt x="0" y="36760"/>
                </a:lnTo>
                <a:close/>
                <a:moveTo>
                  <a:pt x="107738" y="36760"/>
                </a:moveTo>
                <a:lnTo>
                  <a:pt x="130189" y="36760"/>
                </a:lnTo>
                <a:lnTo>
                  <a:pt x="130189" y="50127"/>
                </a:lnTo>
                <a:cubicBezTo>
                  <a:pt x="133102" y="45557"/>
                  <a:pt x="137044" y="41844"/>
                  <a:pt x="142013" y="38988"/>
                </a:cubicBezTo>
                <a:cubicBezTo>
                  <a:pt x="146983" y="36132"/>
                  <a:pt x="152496" y="34703"/>
                  <a:pt x="158551" y="34703"/>
                </a:cubicBezTo>
                <a:cubicBezTo>
                  <a:pt x="169119" y="34703"/>
                  <a:pt x="178088" y="38845"/>
                  <a:pt x="185457" y="47128"/>
                </a:cubicBezTo>
                <a:cubicBezTo>
                  <a:pt x="192826" y="55411"/>
                  <a:pt x="196511" y="66950"/>
                  <a:pt x="196511" y="81746"/>
                </a:cubicBezTo>
                <a:cubicBezTo>
                  <a:pt x="196511" y="96941"/>
                  <a:pt x="192798" y="108752"/>
                  <a:pt x="185371" y="117178"/>
                </a:cubicBezTo>
                <a:cubicBezTo>
                  <a:pt x="177945" y="125603"/>
                  <a:pt x="168948" y="129816"/>
                  <a:pt x="158380" y="129816"/>
                </a:cubicBezTo>
                <a:cubicBezTo>
                  <a:pt x="153353" y="129816"/>
                  <a:pt x="148797" y="128817"/>
                  <a:pt x="144713" y="126817"/>
                </a:cubicBezTo>
                <a:cubicBezTo>
                  <a:pt x="140628" y="124818"/>
                  <a:pt x="136330" y="121391"/>
                  <a:pt x="131817" y="116535"/>
                </a:cubicBezTo>
                <a:lnTo>
                  <a:pt x="131817" y="162378"/>
                </a:lnTo>
                <a:lnTo>
                  <a:pt x="107738" y="162378"/>
                </a:lnTo>
                <a:lnTo>
                  <a:pt x="107738" y="36760"/>
                </a:lnTo>
                <a:moveTo>
                  <a:pt x="131560" y="80718"/>
                </a:moveTo>
                <a:cubicBezTo>
                  <a:pt x="131560" y="90943"/>
                  <a:pt x="133588" y="98498"/>
                  <a:pt x="137643" y="103382"/>
                </a:cubicBezTo>
                <a:cubicBezTo>
                  <a:pt x="141699" y="108266"/>
                  <a:pt x="146641" y="110708"/>
                  <a:pt x="152467" y="110708"/>
                </a:cubicBezTo>
                <a:cubicBezTo>
                  <a:pt x="158066" y="110708"/>
                  <a:pt x="162721" y="108466"/>
                  <a:pt x="166434" y="103982"/>
                </a:cubicBezTo>
                <a:cubicBezTo>
                  <a:pt x="170147" y="99497"/>
                  <a:pt x="172004" y="92143"/>
                  <a:pt x="172004" y="81917"/>
                </a:cubicBezTo>
                <a:cubicBezTo>
                  <a:pt x="172004" y="72377"/>
                  <a:pt x="170090" y="65294"/>
                  <a:pt x="166263" y="60667"/>
                </a:cubicBezTo>
                <a:cubicBezTo>
                  <a:pt x="162436" y="56040"/>
                  <a:pt x="157694" y="53726"/>
                  <a:pt x="152039" y="53726"/>
                </a:cubicBezTo>
                <a:cubicBezTo>
                  <a:pt x="146155" y="53726"/>
                  <a:pt x="141271" y="55997"/>
                  <a:pt x="137386" y="60538"/>
                </a:cubicBezTo>
                <a:cubicBezTo>
                  <a:pt x="133502" y="65080"/>
                  <a:pt x="131560" y="71806"/>
                  <a:pt x="131560" y="80718"/>
                </a:cubicBezTo>
                <a:close/>
                <a:moveTo>
                  <a:pt x="267801" y="98798"/>
                </a:moveTo>
                <a:lnTo>
                  <a:pt x="291794" y="102825"/>
                </a:lnTo>
                <a:cubicBezTo>
                  <a:pt x="288709" y="111622"/>
                  <a:pt x="283839" y="118320"/>
                  <a:pt x="277184" y="122919"/>
                </a:cubicBezTo>
                <a:cubicBezTo>
                  <a:pt x="270529" y="127517"/>
                  <a:pt x="262203" y="129816"/>
                  <a:pt x="252206" y="129816"/>
                </a:cubicBezTo>
                <a:cubicBezTo>
                  <a:pt x="236382" y="129816"/>
                  <a:pt x="224672" y="124647"/>
                  <a:pt x="217074" y="114307"/>
                </a:cubicBezTo>
                <a:cubicBezTo>
                  <a:pt x="211076" y="106024"/>
                  <a:pt x="208077" y="95570"/>
                  <a:pt x="208077" y="82945"/>
                </a:cubicBezTo>
                <a:cubicBezTo>
                  <a:pt x="208077" y="67864"/>
                  <a:pt x="212019" y="56054"/>
                  <a:pt x="219902" y="47514"/>
                </a:cubicBezTo>
                <a:cubicBezTo>
                  <a:pt x="227785" y="38973"/>
                  <a:pt x="237753" y="34703"/>
                  <a:pt x="249807" y="34703"/>
                </a:cubicBezTo>
                <a:cubicBezTo>
                  <a:pt x="263345" y="34703"/>
                  <a:pt x="274028" y="39173"/>
                  <a:pt x="281854" y="48113"/>
                </a:cubicBezTo>
                <a:cubicBezTo>
                  <a:pt x="289680" y="57054"/>
                  <a:pt x="293422" y="70749"/>
                  <a:pt x="293079" y="89201"/>
                </a:cubicBezTo>
                <a:lnTo>
                  <a:pt x="232755" y="89201"/>
                </a:lnTo>
                <a:cubicBezTo>
                  <a:pt x="232926" y="96341"/>
                  <a:pt x="234869" y="101897"/>
                  <a:pt x="238582" y="105867"/>
                </a:cubicBezTo>
                <a:cubicBezTo>
                  <a:pt x="242295" y="109837"/>
                  <a:pt x="246922" y="111822"/>
                  <a:pt x="252463" y="111822"/>
                </a:cubicBezTo>
                <a:cubicBezTo>
                  <a:pt x="256233" y="111822"/>
                  <a:pt x="259404" y="110794"/>
                  <a:pt x="261974" y="108737"/>
                </a:cubicBezTo>
                <a:cubicBezTo>
                  <a:pt x="264545" y="106681"/>
                  <a:pt x="266487" y="103368"/>
                  <a:pt x="267801" y="98798"/>
                </a:cubicBezTo>
                <a:moveTo>
                  <a:pt x="269172" y="74462"/>
                </a:moveTo>
                <a:cubicBezTo>
                  <a:pt x="269001" y="67493"/>
                  <a:pt x="267201" y="62195"/>
                  <a:pt x="263774" y="58567"/>
                </a:cubicBezTo>
                <a:cubicBezTo>
                  <a:pt x="260346" y="54940"/>
                  <a:pt x="256176" y="53126"/>
                  <a:pt x="251263" y="53126"/>
                </a:cubicBezTo>
                <a:cubicBezTo>
                  <a:pt x="246008" y="53126"/>
                  <a:pt x="241666" y="55040"/>
                  <a:pt x="238239" y="58867"/>
                </a:cubicBezTo>
                <a:cubicBezTo>
                  <a:pt x="234811" y="62695"/>
                  <a:pt x="233126" y="67893"/>
                  <a:pt x="233183" y="74462"/>
                </a:cubicBezTo>
                <a:lnTo>
                  <a:pt x="269172" y="74462"/>
                </a:lnTo>
                <a:close/>
                <a:moveTo>
                  <a:pt x="437250" y="105396"/>
                </a:moveTo>
                <a:lnTo>
                  <a:pt x="437250" y="127760"/>
                </a:lnTo>
                <a:lnTo>
                  <a:pt x="352848" y="127760"/>
                </a:lnTo>
                <a:cubicBezTo>
                  <a:pt x="353762" y="119305"/>
                  <a:pt x="356504" y="111294"/>
                  <a:pt x="361074" y="103725"/>
                </a:cubicBezTo>
                <a:cubicBezTo>
                  <a:pt x="365644" y="96156"/>
                  <a:pt x="374670" y="86116"/>
                  <a:pt x="388151" y="73605"/>
                </a:cubicBezTo>
                <a:cubicBezTo>
                  <a:pt x="399005" y="63494"/>
                  <a:pt x="405660" y="56639"/>
                  <a:pt x="408117" y="53041"/>
                </a:cubicBezTo>
                <a:cubicBezTo>
                  <a:pt x="411430" y="48071"/>
                  <a:pt x="413086" y="43158"/>
                  <a:pt x="413086" y="38302"/>
                </a:cubicBezTo>
                <a:cubicBezTo>
                  <a:pt x="413086" y="32933"/>
                  <a:pt x="411644" y="28805"/>
                  <a:pt x="408759" y="25920"/>
                </a:cubicBezTo>
                <a:cubicBezTo>
                  <a:pt x="405874" y="23036"/>
                  <a:pt x="401890" y="21593"/>
                  <a:pt x="396806" y="21593"/>
                </a:cubicBezTo>
                <a:cubicBezTo>
                  <a:pt x="391779" y="21593"/>
                  <a:pt x="387780" y="23107"/>
                  <a:pt x="384810" y="26135"/>
                </a:cubicBezTo>
                <a:cubicBezTo>
                  <a:pt x="381839" y="29162"/>
                  <a:pt x="380125" y="34189"/>
                  <a:pt x="379668" y="41216"/>
                </a:cubicBezTo>
                <a:lnTo>
                  <a:pt x="355676" y="38816"/>
                </a:lnTo>
                <a:cubicBezTo>
                  <a:pt x="357104" y="25563"/>
                  <a:pt x="361588" y="16052"/>
                  <a:pt x="369129" y="10282"/>
                </a:cubicBezTo>
                <a:cubicBezTo>
                  <a:pt x="376669" y="4513"/>
                  <a:pt x="386095" y="1628"/>
                  <a:pt x="397406" y="1628"/>
                </a:cubicBezTo>
                <a:cubicBezTo>
                  <a:pt x="409802" y="1628"/>
                  <a:pt x="419542" y="4970"/>
                  <a:pt x="426625" y="11653"/>
                </a:cubicBezTo>
                <a:cubicBezTo>
                  <a:pt x="433708" y="18337"/>
                  <a:pt x="437250" y="26649"/>
                  <a:pt x="437250" y="36589"/>
                </a:cubicBezTo>
                <a:cubicBezTo>
                  <a:pt x="437250" y="42244"/>
                  <a:pt x="436236" y="47628"/>
                  <a:pt x="434208" y="52741"/>
                </a:cubicBezTo>
                <a:cubicBezTo>
                  <a:pt x="432180" y="57853"/>
                  <a:pt x="428967" y="63209"/>
                  <a:pt x="424569" y="68807"/>
                </a:cubicBezTo>
                <a:cubicBezTo>
                  <a:pt x="421655" y="72520"/>
                  <a:pt x="416400" y="77861"/>
                  <a:pt x="408802" y="84831"/>
                </a:cubicBezTo>
                <a:cubicBezTo>
                  <a:pt x="401204" y="91800"/>
                  <a:pt x="396392" y="96427"/>
                  <a:pt x="394364" y="98712"/>
                </a:cubicBezTo>
                <a:cubicBezTo>
                  <a:pt x="392336" y="100997"/>
                  <a:pt x="390693" y="103225"/>
                  <a:pt x="389437" y="105396"/>
                </a:cubicBezTo>
                <a:lnTo>
                  <a:pt x="437250" y="105396"/>
                </a:lnTo>
                <a:close/>
                <a:moveTo>
                  <a:pt x="458101" y="127760"/>
                </a:moveTo>
                <a:lnTo>
                  <a:pt x="458101" y="103682"/>
                </a:lnTo>
                <a:lnTo>
                  <a:pt x="482179" y="103682"/>
                </a:lnTo>
                <a:lnTo>
                  <a:pt x="482179" y="127760"/>
                </a:lnTo>
                <a:lnTo>
                  <a:pt x="458101" y="127760"/>
                </a:lnTo>
                <a:close/>
                <a:moveTo>
                  <a:pt x="549117" y="127760"/>
                </a:moveTo>
                <a:lnTo>
                  <a:pt x="549117" y="102482"/>
                </a:lnTo>
                <a:lnTo>
                  <a:pt x="497704" y="102482"/>
                </a:lnTo>
                <a:lnTo>
                  <a:pt x="497704" y="81403"/>
                </a:lnTo>
                <a:lnTo>
                  <a:pt x="552202" y="1628"/>
                </a:lnTo>
                <a:lnTo>
                  <a:pt x="572424" y="1628"/>
                </a:lnTo>
                <a:lnTo>
                  <a:pt x="572424" y="81317"/>
                </a:lnTo>
                <a:lnTo>
                  <a:pt x="588019" y="81317"/>
                </a:lnTo>
                <a:lnTo>
                  <a:pt x="588019" y="102482"/>
                </a:lnTo>
                <a:lnTo>
                  <a:pt x="572424" y="102482"/>
                </a:lnTo>
                <a:lnTo>
                  <a:pt x="572424" y="127760"/>
                </a:lnTo>
                <a:lnTo>
                  <a:pt x="549117" y="127760"/>
                </a:lnTo>
                <a:moveTo>
                  <a:pt x="549117" y="81317"/>
                </a:moveTo>
                <a:lnTo>
                  <a:pt x="549117" y="38388"/>
                </a:lnTo>
                <a:lnTo>
                  <a:pt x="520240" y="81317"/>
                </a:lnTo>
                <a:lnTo>
                  <a:pt x="549117" y="81317"/>
                </a:lnTo>
                <a:close/>
                <a:moveTo>
                  <a:pt x="608698" y="60838"/>
                </a:moveTo>
                <a:lnTo>
                  <a:pt x="608698" y="36760"/>
                </a:lnTo>
                <a:lnTo>
                  <a:pt x="632776" y="36760"/>
                </a:lnTo>
                <a:lnTo>
                  <a:pt x="632776" y="60838"/>
                </a:lnTo>
                <a:lnTo>
                  <a:pt x="608698" y="60838"/>
                </a:lnTo>
                <a:moveTo>
                  <a:pt x="608698" y="127760"/>
                </a:moveTo>
                <a:lnTo>
                  <a:pt x="608698" y="103682"/>
                </a:lnTo>
                <a:lnTo>
                  <a:pt x="632776" y="103682"/>
                </a:lnTo>
                <a:lnTo>
                  <a:pt x="632776" y="127760"/>
                </a:lnTo>
                <a:lnTo>
                  <a:pt x="608698" y="127760"/>
                </a:lnTo>
                <a:close/>
                <a:moveTo>
                  <a:pt x="770220" y="81574"/>
                </a:moveTo>
                <a:lnTo>
                  <a:pt x="770220" y="60410"/>
                </a:lnTo>
                <a:lnTo>
                  <a:pt x="824889" y="60410"/>
                </a:lnTo>
                <a:lnTo>
                  <a:pt x="824889" y="110451"/>
                </a:lnTo>
                <a:cubicBezTo>
                  <a:pt x="819576" y="115592"/>
                  <a:pt x="811878" y="120119"/>
                  <a:pt x="801796" y="124033"/>
                </a:cubicBezTo>
                <a:cubicBezTo>
                  <a:pt x="791713" y="127946"/>
                  <a:pt x="781502" y="129902"/>
                  <a:pt x="771163" y="129902"/>
                </a:cubicBezTo>
                <a:cubicBezTo>
                  <a:pt x="758024" y="129902"/>
                  <a:pt x="746570" y="127146"/>
                  <a:pt x="736802" y="121633"/>
                </a:cubicBezTo>
                <a:cubicBezTo>
                  <a:pt x="727034" y="116121"/>
                  <a:pt x="719693" y="108237"/>
                  <a:pt x="714780" y="97984"/>
                </a:cubicBezTo>
                <a:cubicBezTo>
                  <a:pt x="709868" y="87730"/>
                  <a:pt x="707411" y="76576"/>
                  <a:pt x="707411" y="64523"/>
                </a:cubicBezTo>
                <a:cubicBezTo>
                  <a:pt x="707411" y="51441"/>
                  <a:pt x="710153" y="39816"/>
                  <a:pt x="715637" y="29648"/>
                </a:cubicBezTo>
                <a:cubicBezTo>
                  <a:pt x="721121" y="19480"/>
                  <a:pt x="729147" y="11682"/>
                  <a:pt x="739715" y="6255"/>
                </a:cubicBezTo>
                <a:cubicBezTo>
                  <a:pt x="747770" y="2085"/>
                  <a:pt x="757795" y="0"/>
                  <a:pt x="769792" y="0"/>
                </a:cubicBezTo>
                <a:cubicBezTo>
                  <a:pt x="785387" y="0"/>
                  <a:pt x="797569" y="3270"/>
                  <a:pt x="806337" y="9811"/>
                </a:cubicBezTo>
                <a:cubicBezTo>
                  <a:pt x="815106" y="16352"/>
                  <a:pt x="820747" y="25392"/>
                  <a:pt x="823261" y="36931"/>
                </a:cubicBezTo>
                <a:lnTo>
                  <a:pt x="798069" y="41644"/>
                </a:lnTo>
                <a:cubicBezTo>
                  <a:pt x="796298" y="35475"/>
                  <a:pt x="792970" y="30605"/>
                  <a:pt x="788086" y="27034"/>
                </a:cubicBezTo>
                <a:cubicBezTo>
                  <a:pt x="783202" y="23464"/>
                  <a:pt x="777104" y="21679"/>
                  <a:pt x="769792" y="21679"/>
                </a:cubicBezTo>
                <a:cubicBezTo>
                  <a:pt x="758709" y="21679"/>
                  <a:pt x="749898" y="25192"/>
                  <a:pt x="743357" y="32218"/>
                </a:cubicBezTo>
                <a:cubicBezTo>
                  <a:pt x="736816" y="39245"/>
                  <a:pt x="733546" y="49670"/>
                  <a:pt x="733546" y="63494"/>
                </a:cubicBezTo>
                <a:cubicBezTo>
                  <a:pt x="733546" y="78404"/>
                  <a:pt x="736859" y="89586"/>
                  <a:pt x="743486" y="97041"/>
                </a:cubicBezTo>
                <a:cubicBezTo>
                  <a:pt x="750112" y="104496"/>
                  <a:pt x="758795" y="108223"/>
                  <a:pt x="769535" y="108223"/>
                </a:cubicBezTo>
                <a:cubicBezTo>
                  <a:pt x="774847" y="108223"/>
                  <a:pt x="780174" y="107181"/>
                  <a:pt x="785515" y="105096"/>
                </a:cubicBezTo>
                <a:cubicBezTo>
                  <a:pt x="790857" y="103011"/>
                  <a:pt x="795441" y="100483"/>
                  <a:pt x="799268" y="97512"/>
                </a:cubicBezTo>
                <a:lnTo>
                  <a:pt x="799268" y="81574"/>
                </a:lnTo>
                <a:lnTo>
                  <a:pt x="770220" y="81574"/>
                </a:lnTo>
                <a:close/>
                <a:moveTo>
                  <a:pt x="842377" y="80975"/>
                </a:moveTo>
                <a:cubicBezTo>
                  <a:pt x="842377" y="72977"/>
                  <a:pt x="844348" y="65237"/>
                  <a:pt x="848290" y="57753"/>
                </a:cubicBezTo>
                <a:cubicBezTo>
                  <a:pt x="852231" y="50270"/>
                  <a:pt x="857815" y="44557"/>
                  <a:pt x="865042" y="40616"/>
                </a:cubicBezTo>
                <a:cubicBezTo>
                  <a:pt x="872268" y="36674"/>
                  <a:pt x="880337" y="34703"/>
                  <a:pt x="889248" y="34703"/>
                </a:cubicBezTo>
                <a:cubicBezTo>
                  <a:pt x="903015" y="34703"/>
                  <a:pt x="914298" y="39173"/>
                  <a:pt x="923095" y="48113"/>
                </a:cubicBezTo>
                <a:cubicBezTo>
                  <a:pt x="931892" y="57054"/>
                  <a:pt x="936291" y="68350"/>
                  <a:pt x="936291" y="82003"/>
                </a:cubicBezTo>
                <a:cubicBezTo>
                  <a:pt x="936291" y="95770"/>
                  <a:pt x="931849" y="107181"/>
                  <a:pt x="922966" y="116235"/>
                </a:cubicBezTo>
                <a:cubicBezTo>
                  <a:pt x="914083" y="125289"/>
                  <a:pt x="902901" y="129816"/>
                  <a:pt x="889420" y="129816"/>
                </a:cubicBezTo>
                <a:cubicBezTo>
                  <a:pt x="881079" y="129816"/>
                  <a:pt x="873125" y="127931"/>
                  <a:pt x="865556" y="124161"/>
                </a:cubicBezTo>
                <a:cubicBezTo>
                  <a:pt x="857987" y="120391"/>
                  <a:pt x="852231" y="114864"/>
                  <a:pt x="848290" y="107581"/>
                </a:cubicBezTo>
                <a:cubicBezTo>
                  <a:pt x="844348" y="100297"/>
                  <a:pt x="842377" y="91428"/>
                  <a:pt x="842377" y="80975"/>
                </a:cubicBezTo>
                <a:moveTo>
                  <a:pt x="867055" y="82260"/>
                </a:moveTo>
                <a:cubicBezTo>
                  <a:pt x="867055" y="91286"/>
                  <a:pt x="869197" y="98198"/>
                  <a:pt x="873482" y="102996"/>
                </a:cubicBezTo>
                <a:cubicBezTo>
                  <a:pt x="877766" y="107795"/>
                  <a:pt x="883050" y="110194"/>
                  <a:pt x="889334" y="110194"/>
                </a:cubicBezTo>
                <a:cubicBezTo>
                  <a:pt x="895618" y="110194"/>
                  <a:pt x="900888" y="107795"/>
                  <a:pt x="905143" y="102996"/>
                </a:cubicBezTo>
                <a:cubicBezTo>
                  <a:pt x="909399" y="98198"/>
                  <a:pt x="911527" y="91229"/>
                  <a:pt x="911527" y="82089"/>
                </a:cubicBezTo>
                <a:cubicBezTo>
                  <a:pt x="911527" y="73177"/>
                  <a:pt x="909399" y="66322"/>
                  <a:pt x="905143" y="61524"/>
                </a:cubicBezTo>
                <a:cubicBezTo>
                  <a:pt x="900888" y="56725"/>
                  <a:pt x="895618" y="54326"/>
                  <a:pt x="889334" y="54326"/>
                </a:cubicBezTo>
                <a:cubicBezTo>
                  <a:pt x="883050" y="54326"/>
                  <a:pt x="877766" y="56725"/>
                  <a:pt x="873482" y="61524"/>
                </a:cubicBezTo>
                <a:cubicBezTo>
                  <a:pt x="869197" y="66322"/>
                  <a:pt x="867055" y="73234"/>
                  <a:pt x="867055" y="82260"/>
                </a:cubicBezTo>
                <a:close/>
                <a:moveTo>
                  <a:pt x="972620" y="64523"/>
                </a:moveTo>
                <a:lnTo>
                  <a:pt x="950770" y="60581"/>
                </a:lnTo>
                <a:cubicBezTo>
                  <a:pt x="953226" y="51784"/>
                  <a:pt x="957454" y="45272"/>
                  <a:pt x="963452" y="41044"/>
                </a:cubicBezTo>
                <a:cubicBezTo>
                  <a:pt x="969450" y="36817"/>
                  <a:pt x="978361" y="34703"/>
                  <a:pt x="990186" y="34703"/>
                </a:cubicBezTo>
                <a:cubicBezTo>
                  <a:pt x="1000926" y="34703"/>
                  <a:pt x="1008923" y="35974"/>
                  <a:pt x="1014179" y="38516"/>
                </a:cubicBezTo>
                <a:cubicBezTo>
                  <a:pt x="1019434" y="41059"/>
                  <a:pt x="1023133" y="44286"/>
                  <a:pt x="1025275" y="48199"/>
                </a:cubicBezTo>
                <a:cubicBezTo>
                  <a:pt x="1027417" y="52112"/>
                  <a:pt x="1028489" y="59296"/>
                  <a:pt x="1028489" y="69750"/>
                </a:cubicBezTo>
                <a:lnTo>
                  <a:pt x="1028232" y="97855"/>
                </a:lnTo>
                <a:cubicBezTo>
                  <a:pt x="1028232" y="105853"/>
                  <a:pt x="1028617" y="111751"/>
                  <a:pt x="1029388" y="115549"/>
                </a:cubicBezTo>
                <a:cubicBezTo>
                  <a:pt x="1030159" y="119348"/>
                  <a:pt x="1031602" y="123418"/>
                  <a:pt x="1033716" y="127760"/>
                </a:cubicBezTo>
                <a:lnTo>
                  <a:pt x="1009894" y="127760"/>
                </a:lnTo>
                <a:cubicBezTo>
                  <a:pt x="1009266" y="126160"/>
                  <a:pt x="1008495" y="123790"/>
                  <a:pt x="1007581" y="120648"/>
                </a:cubicBezTo>
                <a:cubicBezTo>
                  <a:pt x="1007181" y="119220"/>
                  <a:pt x="1006895" y="118277"/>
                  <a:pt x="1006724" y="117820"/>
                </a:cubicBezTo>
                <a:cubicBezTo>
                  <a:pt x="1002611" y="121819"/>
                  <a:pt x="998212" y="124818"/>
                  <a:pt x="993528" y="126817"/>
                </a:cubicBezTo>
                <a:cubicBezTo>
                  <a:pt x="988844" y="128817"/>
                  <a:pt x="983845" y="129816"/>
                  <a:pt x="978533" y="129816"/>
                </a:cubicBezTo>
                <a:cubicBezTo>
                  <a:pt x="969164" y="129816"/>
                  <a:pt x="961781" y="127274"/>
                  <a:pt x="956383" y="122190"/>
                </a:cubicBezTo>
                <a:cubicBezTo>
                  <a:pt x="950984" y="117106"/>
                  <a:pt x="948285" y="110680"/>
                  <a:pt x="948285" y="102911"/>
                </a:cubicBezTo>
                <a:cubicBezTo>
                  <a:pt x="948285" y="97769"/>
                  <a:pt x="949513" y="93185"/>
                  <a:pt x="951970" y="89158"/>
                </a:cubicBezTo>
                <a:cubicBezTo>
                  <a:pt x="954426" y="85130"/>
                  <a:pt x="957868" y="82046"/>
                  <a:pt x="962295" y="79904"/>
                </a:cubicBezTo>
                <a:cubicBezTo>
                  <a:pt x="966722" y="77761"/>
                  <a:pt x="973106" y="75890"/>
                  <a:pt x="981446" y="74291"/>
                </a:cubicBezTo>
                <a:cubicBezTo>
                  <a:pt x="992700" y="72177"/>
                  <a:pt x="1000497" y="70207"/>
                  <a:pt x="1004839" y="68379"/>
                </a:cubicBezTo>
                <a:lnTo>
                  <a:pt x="1004839" y="65979"/>
                </a:lnTo>
                <a:cubicBezTo>
                  <a:pt x="1004839" y="61352"/>
                  <a:pt x="1003696" y="58053"/>
                  <a:pt x="1001411" y="56082"/>
                </a:cubicBezTo>
                <a:cubicBezTo>
                  <a:pt x="999126" y="54112"/>
                  <a:pt x="994813" y="53126"/>
                  <a:pt x="988473" y="53126"/>
                </a:cubicBezTo>
                <a:cubicBezTo>
                  <a:pt x="984188" y="53126"/>
                  <a:pt x="980846" y="53969"/>
                  <a:pt x="978447" y="55654"/>
                </a:cubicBezTo>
                <a:cubicBezTo>
                  <a:pt x="976048" y="57339"/>
                  <a:pt x="974106" y="60295"/>
                  <a:pt x="972620" y="64523"/>
                </a:cubicBezTo>
                <a:moveTo>
                  <a:pt x="1004839" y="84059"/>
                </a:moveTo>
                <a:cubicBezTo>
                  <a:pt x="1001754" y="85088"/>
                  <a:pt x="996870" y="86316"/>
                  <a:pt x="990186" y="87744"/>
                </a:cubicBezTo>
                <a:cubicBezTo>
                  <a:pt x="983503" y="89172"/>
                  <a:pt x="979133" y="90572"/>
                  <a:pt x="977076" y="91943"/>
                </a:cubicBezTo>
                <a:cubicBezTo>
                  <a:pt x="973934" y="94170"/>
                  <a:pt x="972363" y="96998"/>
                  <a:pt x="972363" y="100426"/>
                </a:cubicBezTo>
                <a:cubicBezTo>
                  <a:pt x="972363" y="103796"/>
                  <a:pt x="973620" y="106709"/>
                  <a:pt x="976134" y="109166"/>
                </a:cubicBezTo>
                <a:cubicBezTo>
                  <a:pt x="978647" y="111622"/>
                  <a:pt x="981846" y="112850"/>
                  <a:pt x="985731" y="112850"/>
                </a:cubicBezTo>
                <a:cubicBezTo>
                  <a:pt x="990072" y="112850"/>
                  <a:pt x="994214" y="111422"/>
                  <a:pt x="998155" y="108566"/>
                </a:cubicBezTo>
                <a:cubicBezTo>
                  <a:pt x="1001069" y="106395"/>
                  <a:pt x="1002982" y="103739"/>
                  <a:pt x="1003896" y="100597"/>
                </a:cubicBezTo>
                <a:cubicBezTo>
                  <a:pt x="1004525" y="98541"/>
                  <a:pt x="1004839" y="94627"/>
                  <a:pt x="1004839" y="88858"/>
                </a:cubicBezTo>
                <a:lnTo>
                  <a:pt x="1004839" y="84059"/>
                </a:lnTo>
                <a:close/>
                <a:moveTo>
                  <a:pt x="1051654" y="127760"/>
                </a:moveTo>
                <a:lnTo>
                  <a:pt x="1051654" y="2142"/>
                </a:lnTo>
                <a:lnTo>
                  <a:pt x="1075732" y="2142"/>
                </a:lnTo>
                <a:lnTo>
                  <a:pt x="1075732" y="127760"/>
                </a:lnTo>
                <a:lnTo>
                  <a:pt x="1051654" y="127760"/>
                </a:lnTo>
                <a:close/>
                <a:moveTo>
                  <a:pt x="1147313" y="133758"/>
                </a:moveTo>
                <a:lnTo>
                  <a:pt x="1174819" y="137100"/>
                </a:lnTo>
                <a:cubicBezTo>
                  <a:pt x="1175276" y="140299"/>
                  <a:pt x="1176333" y="142498"/>
                  <a:pt x="1177989" y="143698"/>
                </a:cubicBezTo>
                <a:cubicBezTo>
                  <a:pt x="1180274" y="145412"/>
                  <a:pt x="1183873" y="146268"/>
                  <a:pt x="1188786" y="146268"/>
                </a:cubicBezTo>
                <a:cubicBezTo>
                  <a:pt x="1195070" y="146268"/>
                  <a:pt x="1199782" y="145326"/>
                  <a:pt x="1202924" y="143441"/>
                </a:cubicBezTo>
                <a:cubicBezTo>
                  <a:pt x="1205038" y="142184"/>
                  <a:pt x="1206637" y="140156"/>
                  <a:pt x="1207723" y="137357"/>
                </a:cubicBezTo>
                <a:cubicBezTo>
                  <a:pt x="1208465" y="135358"/>
                  <a:pt x="1208837" y="131673"/>
                  <a:pt x="1208837" y="126303"/>
                </a:cubicBezTo>
                <a:lnTo>
                  <a:pt x="1208837" y="113022"/>
                </a:lnTo>
                <a:cubicBezTo>
                  <a:pt x="1201639" y="122847"/>
                  <a:pt x="1192556" y="127760"/>
                  <a:pt x="1181588" y="127760"/>
                </a:cubicBezTo>
                <a:cubicBezTo>
                  <a:pt x="1169363" y="127760"/>
                  <a:pt x="1159681" y="122590"/>
                  <a:pt x="1152540" y="112251"/>
                </a:cubicBezTo>
                <a:cubicBezTo>
                  <a:pt x="1146942" y="104082"/>
                  <a:pt x="1144143" y="93913"/>
                  <a:pt x="1144143" y="81746"/>
                </a:cubicBezTo>
                <a:cubicBezTo>
                  <a:pt x="1144143" y="66493"/>
                  <a:pt x="1147813" y="54840"/>
                  <a:pt x="1155153" y="46785"/>
                </a:cubicBezTo>
                <a:cubicBezTo>
                  <a:pt x="1162494" y="38731"/>
                  <a:pt x="1171620" y="34703"/>
                  <a:pt x="1182531" y="34703"/>
                </a:cubicBezTo>
                <a:cubicBezTo>
                  <a:pt x="1193784" y="34703"/>
                  <a:pt x="1203067" y="39645"/>
                  <a:pt x="1210379" y="49527"/>
                </a:cubicBezTo>
                <a:lnTo>
                  <a:pt x="1210379" y="36760"/>
                </a:lnTo>
                <a:lnTo>
                  <a:pt x="1232915" y="36760"/>
                </a:lnTo>
                <a:lnTo>
                  <a:pt x="1232915" y="118420"/>
                </a:lnTo>
                <a:cubicBezTo>
                  <a:pt x="1232915" y="129159"/>
                  <a:pt x="1232029" y="137186"/>
                  <a:pt x="1230259" y="142498"/>
                </a:cubicBezTo>
                <a:cubicBezTo>
                  <a:pt x="1228488" y="147811"/>
                  <a:pt x="1226003" y="151981"/>
                  <a:pt x="1222804" y="155009"/>
                </a:cubicBezTo>
                <a:cubicBezTo>
                  <a:pt x="1219605" y="158036"/>
                  <a:pt x="1215335" y="160407"/>
                  <a:pt x="1209993" y="162121"/>
                </a:cubicBezTo>
                <a:cubicBezTo>
                  <a:pt x="1204652" y="163834"/>
                  <a:pt x="1197897" y="164691"/>
                  <a:pt x="1189728" y="164691"/>
                </a:cubicBezTo>
                <a:cubicBezTo>
                  <a:pt x="1174305" y="164691"/>
                  <a:pt x="1163365" y="162049"/>
                  <a:pt x="1156910" y="156765"/>
                </a:cubicBezTo>
                <a:cubicBezTo>
                  <a:pt x="1150455" y="151481"/>
                  <a:pt x="1147227" y="144783"/>
                  <a:pt x="1147227" y="136671"/>
                </a:cubicBezTo>
                <a:cubicBezTo>
                  <a:pt x="1147227" y="135872"/>
                  <a:pt x="1147256" y="134901"/>
                  <a:pt x="1147313" y="133758"/>
                </a:cubicBezTo>
                <a:moveTo>
                  <a:pt x="1168821" y="80375"/>
                </a:moveTo>
                <a:cubicBezTo>
                  <a:pt x="1168821" y="90029"/>
                  <a:pt x="1170691" y="97098"/>
                  <a:pt x="1174433" y="101582"/>
                </a:cubicBezTo>
                <a:cubicBezTo>
                  <a:pt x="1178175" y="106067"/>
                  <a:pt x="1182788" y="108309"/>
                  <a:pt x="1188272" y="108309"/>
                </a:cubicBezTo>
                <a:cubicBezTo>
                  <a:pt x="1194156" y="108309"/>
                  <a:pt x="1199125" y="106010"/>
                  <a:pt x="1203181" y="101411"/>
                </a:cubicBezTo>
                <a:cubicBezTo>
                  <a:pt x="1207237" y="96813"/>
                  <a:pt x="1209265" y="90000"/>
                  <a:pt x="1209265" y="80975"/>
                </a:cubicBezTo>
                <a:cubicBezTo>
                  <a:pt x="1209265" y="71549"/>
                  <a:pt x="1207323" y="64551"/>
                  <a:pt x="1203438" y="59981"/>
                </a:cubicBezTo>
                <a:cubicBezTo>
                  <a:pt x="1199554" y="55411"/>
                  <a:pt x="1194641" y="53126"/>
                  <a:pt x="1188700" y="53126"/>
                </a:cubicBezTo>
                <a:cubicBezTo>
                  <a:pt x="1182930" y="53126"/>
                  <a:pt x="1178175" y="55368"/>
                  <a:pt x="1174433" y="59853"/>
                </a:cubicBezTo>
                <a:cubicBezTo>
                  <a:pt x="1170691" y="64337"/>
                  <a:pt x="1168821" y="71178"/>
                  <a:pt x="1168821" y="80375"/>
                </a:cubicBezTo>
                <a:close/>
                <a:moveTo>
                  <a:pt x="1256219" y="24421"/>
                </a:moveTo>
                <a:lnTo>
                  <a:pt x="1256219" y="2142"/>
                </a:lnTo>
                <a:lnTo>
                  <a:pt x="1280298" y="2142"/>
                </a:lnTo>
                <a:lnTo>
                  <a:pt x="1280298" y="24421"/>
                </a:lnTo>
                <a:lnTo>
                  <a:pt x="1256219" y="24421"/>
                </a:lnTo>
                <a:moveTo>
                  <a:pt x="1256219" y="127760"/>
                </a:moveTo>
                <a:lnTo>
                  <a:pt x="1256219" y="36760"/>
                </a:lnTo>
                <a:lnTo>
                  <a:pt x="1280298" y="36760"/>
                </a:lnTo>
                <a:lnTo>
                  <a:pt x="1280298" y="127760"/>
                </a:lnTo>
                <a:lnTo>
                  <a:pt x="1256219" y="127760"/>
                </a:lnTo>
                <a:close/>
                <a:moveTo>
                  <a:pt x="1330184" y="127760"/>
                </a:moveTo>
                <a:lnTo>
                  <a:pt x="1293510" y="36760"/>
                </a:lnTo>
                <a:lnTo>
                  <a:pt x="1318788" y="36760"/>
                </a:lnTo>
                <a:lnTo>
                  <a:pt x="1335925" y="83202"/>
                </a:lnTo>
                <a:lnTo>
                  <a:pt x="1340895" y="98712"/>
                </a:lnTo>
                <a:cubicBezTo>
                  <a:pt x="1342209" y="94770"/>
                  <a:pt x="1343037" y="92171"/>
                  <a:pt x="1343380" y="90914"/>
                </a:cubicBezTo>
                <a:cubicBezTo>
                  <a:pt x="1344180" y="88344"/>
                  <a:pt x="1345037" y="85773"/>
                  <a:pt x="1345951" y="83202"/>
                </a:cubicBezTo>
                <a:lnTo>
                  <a:pt x="1363260" y="36760"/>
                </a:lnTo>
                <a:lnTo>
                  <a:pt x="1388023" y="36760"/>
                </a:lnTo>
                <a:lnTo>
                  <a:pt x="1351863" y="127760"/>
                </a:lnTo>
                <a:lnTo>
                  <a:pt x="1330184" y="127760"/>
                </a:lnTo>
                <a:close/>
                <a:moveTo>
                  <a:pt x="1454888" y="98798"/>
                </a:moveTo>
                <a:lnTo>
                  <a:pt x="1478880" y="102825"/>
                </a:lnTo>
                <a:cubicBezTo>
                  <a:pt x="1475796" y="111622"/>
                  <a:pt x="1470926" y="118320"/>
                  <a:pt x="1464271" y="122919"/>
                </a:cubicBezTo>
                <a:cubicBezTo>
                  <a:pt x="1457616" y="127517"/>
                  <a:pt x="1449290" y="129816"/>
                  <a:pt x="1439293" y="129816"/>
                </a:cubicBezTo>
                <a:cubicBezTo>
                  <a:pt x="1423469" y="129816"/>
                  <a:pt x="1411759" y="124647"/>
                  <a:pt x="1404161" y="114307"/>
                </a:cubicBezTo>
                <a:cubicBezTo>
                  <a:pt x="1398163" y="106024"/>
                  <a:pt x="1395164" y="95570"/>
                  <a:pt x="1395164" y="82945"/>
                </a:cubicBezTo>
                <a:cubicBezTo>
                  <a:pt x="1395164" y="67864"/>
                  <a:pt x="1399106" y="56054"/>
                  <a:pt x="1406989" y="47514"/>
                </a:cubicBezTo>
                <a:cubicBezTo>
                  <a:pt x="1414872" y="38973"/>
                  <a:pt x="1424840" y="34703"/>
                  <a:pt x="1436894" y="34703"/>
                </a:cubicBezTo>
                <a:cubicBezTo>
                  <a:pt x="1450432" y="34703"/>
                  <a:pt x="1461115" y="39173"/>
                  <a:pt x="1468941" y="48113"/>
                </a:cubicBezTo>
                <a:cubicBezTo>
                  <a:pt x="1476767" y="57054"/>
                  <a:pt x="1480509" y="70749"/>
                  <a:pt x="1480166" y="89201"/>
                </a:cubicBezTo>
                <a:lnTo>
                  <a:pt x="1419842" y="89201"/>
                </a:lnTo>
                <a:cubicBezTo>
                  <a:pt x="1420013" y="96341"/>
                  <a:pt x="1421955" y="101897"/>
                  <a:pt x="1425669" y="105867"/>
                </a:cubicBezTo>
                <a:cubicBezTo>
                  <a:pt x="1429382" y="109837"/>
                  <a:pt x="1434009" y="111822"/>
                  <a:pt x="1439550" y="111822"/>
                </a:cubicBezTo>
                <a:cubicBezTo>
                  <a:pt x="1443320" y="111822"/>
                  <a:pt x="1446491" y="110794"/>
                  <a:pt x="1449061" y="108737"/>
                </a:cubicBezTo>
                <a:cubicBezTo>
                  <a:pt x="1451632" y="106681"/>
                  <a:pt x="1453574" y="103368"/>
                  <a:pt x="1454888" y="98798"/>
                </a:cubicBezTo>
                <a:moveTo>
                  <a:pt x="1456259" y="74462"/>
                </a:moveTo>
                <a:cubicBezTo>
                  <a:pt x="1456088" y="67493"/>
                  <a:pt x="1454288" y="62195"/>
                  <a:pt x="1450861" y="58567"/>
                </a:cubicBezTo>
                <a:cubicBezTo>
                  <a:pt x="1447433" y="54940"/>
                  <a:pt x="1443263" y="53126"/>
                  <a:pt x="1438350" y="53126"/>
                </a:cubicBezTo>
                <a:cubicBezTo>
                  <a:pt x="1433095" y="53126"/>
                  <a:pt x="1428753" y="55040"/>
                  <a:pt x="1425326" y="58867"/>
                </a:cubicBezTo>
                <a:cubicBezTo>
                  <a:pt x="1421898" y="62695"/>
                  <a:pt x="1420213" y="67893"/>
                  <a:pt x="1420270" y="74462"/>
                </a:cubicBezTo>
                <a:lnTo>
                  <a:pt x="1456259" y="74462"/>
                </a:lnTo>
                <a:close/>
                <a:moveTo>
                  <a:pt x="1581991" y="127760"/>
                </a:moveTo>
                <a:lnTo>
                  <a:pt x="1557913" y="127760"/>
                </a:lnTo>
                <a:lnTo>
                  <a:pt x="1557913" y="81317"/>
                </a:lnTo>
                <a:cubicBezTo>
                  <a:pt x="1557913" y="71492"/>
                  <a:pt x="1557399" y="65137"/>
                  <a:pt x="1556370" y="62252"/>
                </a:cubicBezTo>
                <a:cubicBezTo>
                  <a:pt x="1555342" y="59367"/>
                  <a:pt x="1553671" y="57125"/>
                  <a:pt x="1551358" y="55525"/>
                </a:cubicBezTo>
                <a:cubicBezTo>
                  <a:pt x="1549044" y="53926"/>
                  <a:pt x="1546259" y="53126"/>
                  <a:pt x="1543003" y="53126"/>
                </a:cubicBezTo>
                <a:cubicBezTo>
                  <a:pt x="1538833" y="53126"/>
                  <a:pt x="1535091" y="54269"/>
                  <a:pt x="1531778" y="56554"/>
                </a:cubicBezTo>
                <a:cubicBezTo>
                  <a:pt x="1528465" y="58839"/>
                  <a:pt x="1526194" y="61866"/>
                  <a:pt x="1524966" y="65637"/>
                </a:cubicBezTo>
                <a:cubicBezTo>
                  <a:pt x="1523738" y="69407"/>
                  <a:pt x="1523124" y="76376"/>
                  <a:pt x="1523124" y="86544"/>
                </a:cubicBezTo>
                <a:lnTo>
                  <a:pt x="1523124" y="127760"/>
                </a:lnTo>
                <a:lnTo>
                  <a:pt x="1499046" y="127760"/>
                </a:lnTo>
                <a:lnTo>
                  <a:pt x="1499046" y="36760"/>
                </a:lnTo>
                <a:lnTo>
                  <a:pt x="1521410" y="36760"/>
                </a:lnTo>
                <a:lnTo>
                  <a:pt x="1521410" y="50127"/>
                </a:lnTo>
                <a:cubicBezTo>
                  <a:pt x="1529350" y="39845"/>
                  <a:pt x="1539347" y="34703"/>
                  <a:pt x="1551401" y="34703"/>
                </a:cubicBezTo>
                <a:cubicBezTo>
                  <a:pt x="1556713" y="34703"/>
                  <a:pt x="1561569" y="35660"/>
                  <a:pt x="1565967" y="37574"/>
                </a:cubicBezTo>
                <a:cubicBezTo>
                  <a:pt x="1570366" y="39488"/>
                  <a:pt x="1573694" y="41930"/>
                  <a:pt x="1575950" y="44900"/>
                </a:cubicBezTo>
                <a:cubicBezTo>
                  <a:pt x="1578206" y="47871"/>
                  <a:pt x="1579777" y="51241"/>
                  <a:pt x="1580663" y="55011"/>
                </a:cubicBezTo>
                <a:cubicBezTo>
                  <a:pt x="1581548" y="58782"/>
                  <a:pt x="1581991" y="64180"/>
                  <a:pt x="1581991" y="71206"/>
                </a:cubicBezTo>
                <a:lnTo>
                  <a:pt x="1581991" y="127760"/>
                </a:lnTo>
                <a:close/>
                <a:moveTo>
                  <a:pt x="1644301" y="36760"/>
                </a:moveTo>
                <a:lnTo>
                  <a:pt x="1657668" y="36760"/>
                </a:lnTo>
                <a:lnTo>
                  <a:pt x="1657668" y="29905"/>
                </a:lnTo>
                <a:cubicBezTo>
                  <a:pt x="1657668" y="22250"/>
                  <a:pt x="1658482" y="16538"/>
                  <a:pt x="1660110" y="12767"/>
                </a:cubicBezTo>
                <a:cubicBezTo>
                  <a:pt x="1661738" y="8997"/>
                  <a:pt x="1664737" y="5927"/>
                  <a:pt x="1669107" y="3556"/>
                </a:cubicBezTo>
                <a:cubicBezTo>
                  <a:pt x="1673477" y="1185"/>
                  <a:pt x="1679004" y="0"/>
                  <a:pt x="1685688" y="0"/>
                </a:cubicBezTo>
                <a:cubicBezTo>
                  <a:pt x="1692543" y="0"/>
                  <a:pt x="1699255" y="1028"/>
                  <a:pt x="1705824" y="3085"/>
                </a:cubicBezTo>
                <a:lnTo>
                  <a:pt x="1702568" y="19879"/>
                </a:lnTo>
                <a:cubicBezTo>
                  <a:pt x="1698741" y="18965"/>
                  <a:pt x="1695056" y="18508"/>
                  <a:pt x="1691514" y="18508"/>
                </a:cubicBezTo>
                <a:cubicBezTo>
                  <a:pt x="1688030" y="18508"/>
                  <a:pt x="1685530" y="19323"/>
                  <a:pt x="1684017" y="20951"/>
                </a:cubicBezTo>
                <a:cubicBezTo>
                  <a:pt x="1682503" y="22579"/>
                  <a:pt x="1681746" y="25706"/>
                  <a:pt x="1681746" y="30333"/>
                </a:cubicBezTo>
                <a:lnTo>
                  <a:pt x="1681746" y="36760"/>
                </a:lnTo>
                <a:lnTo>
                  <a:pt x="1699740" y="36760"/>
                </a:lnTo>
                <a:lnTo>
                  <a:pt x="1699740" y="55697"/>
                </a:lnTo>
                <a:lnTo>
                  <a:pt x="1681746" y="55697"/>
                </a:lnTo>
                <a:lnTo>
                  <a:pt x="1681746" y="127760"/>
                </a:lnTo>
                <a:lnTo>
                  <a:pt x="1657668" y="127760"/>
                </a:lnTo>
                <a:lnTo>
                  <a:pt x="1657668" y="55697"/>
                </a:lnTo>
                <a:lnTo>
                  <a:pt x="1644301" y="55697"/>
                </a:lnTo>
                <a:lnTo>
                  <a:pt x="1644301" y="36760"/>
                </a:lnTo>
                <a:close/>
                <a:moveTo>
                  <a:pt x="1773332" y="127760"/>
                </a:moveTo>
                <a:lnTo>
                  <a:pt x="1773332" y="114136"/>
                </a:lnTo>
                <a:cubicBezTo>
                  <a:pt x="1770018" y="118991"/>
                  <a:pt x="1765662" y="122819"/>
                  <a:pt x="1760264" y="125618"/>
                </a:cubicBezTo>
                <a:cubicBezTo>
                  <a:pt x="1754866" y="128417"/>
                  <a:pt x="1749168" y="129816"/>
                  <a:pt x="1743170" y="129816"/>
                </a:cubicBezTo>
                <a:cubicBezTo>
                  <a:pt x="1737057" y="129816"/>
                  <a:pt x="1731573" y="128474"/>
                  <a:pt x="1726718" y="125789"/>
                </a:cubicBezTo>
                <a:cubicBezTo>
                  <a:pt x="1721862" y="123104"/>
                  <a:pt x="1718349" y="119334"/>
                  <a:pt x="1716178" y="114478"/>
                </a:cubicBezTo>
                <a:cubicBezTo>
                  <a:pt x="1714007" y="109623"/>
                  <a:pt x="1712922" y="102911"/>
                  <a:pt x="1712922" y="94342"/>
                </a:cubicBezTo>
                <a:lnTo>
                  <a:pt x="1712922" y="36760"/>
                </a:lnTo>
                <a:lnTo>
                  <a:pt x="1737000" y="36760"/>
                </a:lnTo>
                <a:lnTo>
                  <a:pt x="1737000" y="78575"/>
                </a:lnTo>
                <a:cubicBezTo>
                  <a:pt x="1737000" y="91371"/>
                  <a:pt x="1737443" y="99212"/>
                  <a:pt x="1738328" y="102097"/>
                </a:cubicBezTo>
                <a:cubicBezTo>
                  <a:pt x="1739214" y="104981"/>
                  <a:pt x="1740827" y="107266"/>
                  <a:pt x="1743170" y="108952"/>
                </a:cubicBezTo>
                <a:cubicBezTo>
                  <a:pt x="1745512" y="110637"/>
                  <a:pt x="1748482" y="111479"/>
                  <a:pt x="1752081" y="111479"/>
                </a:cubicBezTo>
                <a:cubicBezTo>
                  <a:pt x="1756194" y="111479"/>
                  <a:pt x="1759879" y="110351"/>
                  <a:pt x="1763135" y="108095"/>
                </a:cubicBezTo>
                <a:cubicBezTo>
                  <a:pt x="1766391" y="105838"/>
                  <a:pt x="1768619" y="103039"/>
                  <a:pt x="1769818" y="99697"/>
                </a:cubicBezTo>
                <a:cubicBezTo>
                  <a:pt x="1771018" y="96355"/>
                  <a:pt x="1771618" y="88172"/>
                  <a:pt x="1771618" y="75148"/>
                </a:cubicBezTo>
                <a:lnTo>
                  <a:pt x="1771618" y="36760"/>
                </a:lnTo>
                <a:lnTo>
                  <a:pt x="1795696" y="36760"/>
                </a:lnTo>
                <a:lnTo>
                  <a:pt x="1795696" y="127760"/>
                </a:lnTo>
                <a:lnTo>
                  <a:pt x="1773332" y="127760"/>
                </a:lnTo>
                <a:close/>
                <a:moveTo>
                  <a:pt x="1861845" y="36760"/>
                </a:moveTo>
                <a:lnTo>
                  <a:pt x="1861845" y="55954"/>
                </a:lnTo>
                <a:lnTo>
                  <a:pt x="1845393" y="55954"/>
                </a:lnTo>
                <a:lnTo>
                  <a:pt x="1845393" y="92628"/>
                </a:lnTo>
                <a:cubicBezTo>
                  <a:pt x="1845393" y="100054"/>
                  <a:pt x="1845550" y="104382"/>
                  <a:pt x="1845864" y="105610"/>
                </a:cubicBezTo>
                <a:cubicBezTo>
                  <a:pt x="1846179" y="106838"/>
                  <a:pt x="1846893" y="107852"/>
                  <a:pt x="1848007" y="108652"/>
                </a:cubicBezTo>
                <a:cubicBezTo>
                  <a:pt x="1849121" y="109451"/>
                  <a:pt x="1850477" y="109851"/>
                  <a:pt x="1852077" y="109851"/>
                </a:cubicBezTo>
                <a:cubicBezTo>
                  <a:pt x="1854305" y="109851"/>
                  <a:pt x="1857532" y="109080"/>
                  <a:pt x="1861759" y="107538"/>
                </a:cubicBezTo>
                <a:lnTo>
                  <a:pt x="1863816" y="126218"/>
                </a:lnTo>
                <a:cubicBezTo>
                  <a:pt x="1858218" y="128617"/>
                  <a:pt x="1851877" y="129816"/>
                  <a:pt x="1844793" y="129816"/>
                </a:cubicBezTo>
                <a:cubicBezTo>
                  <a:pt x="1840452" y="129816"/>
                  <a:pt x="1836539" y="129088"/>
                  <a:pt x="1833054" y="127631"/>
                </a:cubicBezTo>
                <a:cubicBezTo>
                  <a:pt x="1829570" y="126175"/>
                  <a:pt x="1827013" y="124290"/>
                  <a:pt x="1825385" y="121976"/>
                </a:cubicBezTo>
                <a:cubicBezTo>
                  <a:pt x="1823757" y="119662"/>
                  <a:pt x="1822629" y="116535"/>
                  <a:pt x="1822000" y="112593"/>
                </a:cubicBezTo>
                <a:cubicBezTo>
                  <a:pt x="1821486" y="109794"/>
                  <a:pt x="1821229" y="104139"/>
                  <a:pt x="1821229" y="95627"/>
                </a:cubicBezTo>
                <a:lnTo>
                  <a:pt x="1821229" y="55954"/>
                </a:lnTo>
                <a:lnTo>
                  <a:pt x="1810176" y="55954"/>
                </a:lnTo>
                <a:lnTo>
                  <a:pt x="1810176" y="36760"/>
                </a:lnTo>
                <a:lnTo>
                  <a:pt x="1821229" y="36760"/>
                </a:lnTo>
                <a:lnTo>
                  <a:pt x="1821229" y="18680"/>
                </a:lnTo>
                <a:lnTo>
                  <a:pt x="1845393" y="4627"/>
                </a:lnTo>
                <a:lnTo>
                  <a:pt x="1845393" y="36760"/>
                </a:lnTo>
                <a:lnTo>
                  <a:pt x="1861845" y="36760"/>
                </a:lnTo>
                <a:close/>
                <a:moveTo>
                  <a:pt x="1938606" y="127760"/>
                </a:moveTo>
                <a:lnTo>
                  <a:pt x="1938606" y="114136"/>
                </a:lnTo>
                <a:cubicBezTo>
                  <a:pt x="1935292" y="118991"/>
                  <a:pt x="1930937" y="122819"/>
                  <a:pt x="1925538" y="125618"/>
                </a:cubicBezTo>
                <a:cubicBezTo>
                  <a:pt x="1920140" y="128417"/>
                  <a:pt x="1914442" y="129816"/>
                  <a:pt x="1908444" y="129816"/>
                </a:cubicBezTo>
                <a:cubicBezTo>
                  <a:pt x="1902331" y="129816"/>
                  <a:pt x="1896847" y="128474"/>
                  <a:pt x="1891992" y="125789"/>
                </a:cubicBezTo>
                <a:cubicBezTo>
                  <a:pt x="1887136" y="123104"/>
                  <a:pt x="1883623" y="119334"/>
                  <a:pt x="1881452" y="114478"/>
                </a:cubicBezTo>
                <a:cubicBezTo>
                  <a:pt x="1879281" y="109623"/>
                  <a:pt x="1878196" y="102911"/>
                  <a:pt x="1878196" y="94342"/>
                </a:cubicBezTo>
                <a:lnTo>
                  <a:pt x="1878196" y="36760"/>
                </a:lnTo>
                <a:lnTo>
                  <a:pt x="1902274" y="36760"/>
                </a:lnTo>
                <a:lnTo>
                  <a:pt x="1902274" y="78575"/>
                </a:lnTo>
                <a:cubicBezTo>
                  <a:pt x="1902274" y="91371"/>
                  <a:pt x="1902717" y="99212"/>
                  <a:pt x="1903602" y="102097"/>
                </a:cubicBezTo>
                <a:cubicBezTo>
                  <a:pt x="1904488" y="104981"/>
                  <a:pt x="1906102" y="107266"/>
                  <a:pt x="1908444" y="108952"/>
                </a:cubicBezTo>
                <a:cubicBezTo>
                  <a:pt x="1910786" y="110637"/>
                  <a:pt x="1913756" y="111479"/>
                  <a:pt x="1917355" y="111479"/>
                </a:cubicBezTo>
                <a:cubicBezTo>
                  <a:pt x="1921468" y="111479"/>
                  <a:pt x="1925153" y="110351"/>
                  <a:pt x="1928409" y="108095"/>
                </a:cubicBezTo>
                <a:cubicBezTo>
                  <a:pt x="1931665" y="105838"/>
                  <a:pt x="1933893" y="103039"/>
                  <a:pt x="1935092" y="99697"/>
                </a:cubicBezTo>
                <a:cubicBezTo>
                  <a:pt x="1936292" y="96355"/>
                  <a:pt x="1936892" y="88172"/>
                  <a:pt x="1936892" y="75148"/>
                </a:cubicBezTo>
                <a:lnTo>
                  <a:pt x="1936892" y="36760"/>
                </a:lnTo>
                <a:lnTo>
                  <a:pt x="1960970" y="36760"/>
                </a:lnTo>
                <a:lnTo>
                  <a:pt x="1960970" y="127760"/>
                </a:lnTo>
                <a:lnTo>
                  <a:pt x="1938606" y="127760"/>
                </a:lnTo>
                <a:close/>
                <a:moveTo>
                  <a:pt x="2008439" y="127760"/>
                </a:moveTo>
                <a:lnTo>
                  <a:pt x="1984361" y="127760"/>
                </a:lnTo>
                <a:lnTo>
                  <a:pt x="1984361" y="36760"/>
                </a:lnTo>
                <a:lnTo>
                  <a:pt x="2006725" y="36760"/>
                </a:lnTo>
                <a:lnTo>
                  <a:pt x="2006725" y="49699"/>
                </a:lnTo>
                <a:cubicBezTo>
                  <a:pt x="2010553" y="43586"/>
                  <a:pt x="2013994" y="39559"/>
                  <a:pt x="2017051" y="37617"/>
                </a:cubicBezTo>
                <a:cubicBezTo>
                  <a:pt x="2020107" y="35675"/>
                  <a:pt x="2023577" y="34703"/>
                  <a:pt x="2027462" y="34703"/>
                </a:cubicBezTo>
                <a:cubicBezTo>
                  <a:pt x="2032946" y="34703"/>
                  <a:pt x="2038230" y="36217"/>
                  <a:pt x="2043314" y="39245"/>
                </a:cubicBezTo>
                <a:lnTo>
                  <a:pt x="2035859" y="60238"/>
                </a:lnTo>
                <a:cubicBezTo>
                  <a:pt x="2031803" y="57611"/>
                  <a:pt x="2028033" y="56297"/>
                  <a:pt x="2024548" y="56297"/>
                </a:cubicBezTo>
                <a:cubicBezTo>
                  <a:pt x="2021178" y="56297"/>
                  <a:pt x="2018322" y="57225"/>
                  <a:pt x="2015980" y="59081"/>
                </a:cubicBezTo>
                <a:cubicBezTo>
                  <a:pt x="2013637" y="60938"/>
                  <a:pt x="2011795" y="64294"/>
                  <a:pt x="2010453" y="69150"/>
                </a:cubicBezTo>
                <a:cubicBezTo>
                  <a:pt x="2009110" y="74005"/>
                  <a:pt x="2008439" y="84174"/>
                  <a:pt x="2008439" y="99654"/>
                </a:cubicBezTo>
                <a:lnTo>
                  <a:pt x="2008439" y="127760"/>
                </a:lnTo>
                <a:close/>
                <a:moveTo>
                  <a:pt x="2106335" y="98798"/>
                </a:moveTo>
                <a:lnTo>
                  <a:pt x="2130327" y="102825"/>
                </a:lnTo>
                <a:cubicBezTo>
                  <a:pt x="2127243" y="111622"/>
                  <a:pt x="2122373" y="118320"/>
                  <a:pt x="2115718" y="122919"/>
                </a:cubicBezTo>
                <a:cubicBezTo>
                  <a:pt x="2109063" y="127517"/>
                  <a:pt x="2100737" y="129816"/>
                  <a:pt x="2090740" y="129816"/>
                </a:cubicBezTo>
                <a:cubicBezTo>
                  <a:pt x="2074916" y="129816"/>
                  <a:pt x="2063206" y="124647"/>
                  <a:pt x="2055608" y="114307"/>
                </a:cubicBezTo>
                <a:cubicBezTo>
                  <a:pt x="2049610" y="106024"/>
                  <a:pt x="2046611" y="95570"/>
                  <a:pt x="2046611" y="82945"/>
                </a:cubicBezTo>
                <a:cubicBezTo>
                  <a:pt x="2046611" y="67864"/>
                  <a:pt x="2050552" y="56054"/>
                  <a:pt x="2058436" y="47514"/>
                </a:cubicBezTo>
                <a:cubicBezTo>
                  <a:pt x="2066319" y="38973"/>
                  <a:pt x="2076287" y="34703"/>
                  <a:pt x="2088341" y="34703"/>
                </a:cubicBezTo>
                <a:cubicBezTo>
                  <a:pt x="2101879" y="34703"/>
                  <a:pt x="2112561" y="39173"/>
                  <a:pt x="2120388" y="48113"/>
                </a:cubicBezTo>
                <a:cubicBezTo>
                  <a:pt x="2128214" y="57054"/>
                  <a:pt x="2131955" y="70749"/>
                  <a:pt x="2131613" y="89201"/>
                </a:cubicBezTo>
                <a:lnTo>
                  <a:pt x="2071289" y="89201"/>
                </a:lnTo>
                <a:cubicBezTo>
                  <a:pt x="2071460" y="96341"/>
                  <a:pt x="2073402" y="101897"/>
                  <a:pt x="2077115" y="105867"/>
                </a:cubicBezTo>
                <a:cubicBezTo>
                  <a:pt x="2080829" y="109837"/>
                  <a:pt x="2085456" y="111822"/>
                  <a:pt x="2090997" y="111822"/>
                </a:cubicBezTo>
                <a:cubicBezTo>
                  <a:pt x="2094767" y="111822"/>
                  <a:pt x="2097937" y="110794"/>
                  <a:pt x="2100508" y="108737"/>
                </a:cubicBezTo>
                <a:cubicBezTo>
                  <a:pt x="2103079" y="106681"/>
                  <a:pt x="2105021" y="103368"/>
                  <a:pt x="2106335" y="98798"/>
                </a:cubicBezTo>
                <a:moveTo>
                  <a:pt x="2107706" y="74462"/>
                </a:moveTo>
                <a:cubicBezTo>
                  <a:pt x="2107534" y="67493"/>
                  <a:pt x="2105735" y="62195"/>
                  <a:pt x="2102308" y="58567"/>
                </a:cubicBezTo>
                <a:cubicBezTo>
                  <a:pt x="2098880" y="54940"/>
                  <a:pt x="2094710" y="53126"/>
                  <a:pt x="2089797" y="53126"/>
                </a:cubicBezTo>
                <a:cubicBezTo>
                  <a:pt x="2084542" y="53126"/>
                  <a:pt x="2080200" y="55040"/>
                  <a:pt x="2076773" y="58867"/>
                </a:cubicBezTo>
                <a:cubicBezTo>
                  <a:pt x="2073345" y="62695"/>
                  <a:pt x="2071660" y="67893"/>
                  <a:pt x="2071717" y="74462"/>
                </a:cubicBezTo>
                <a:lnTo>
                  <a:pt x="2107706" y="74462"/>
                </a:lnTo>
                <a:close/>
                <a:moveTo>
                  <a:pt x="2217602" y="64523"/>
                </a:moveTo>
                <a:lnTo>
                  <a:pt x="2195751" y="60581"/>
                </a:lnTo>
                <a:cubicBezTo>
                  <a:pt x="2198208" y="51784"/>
                  <a:pt x="2202435" y="45272"/>
                  <a:pt x="2208433" y="41044"/>
                </a:cubicBezTo>
                <a:cubicBezTo>
                  <a:pt x="2214431" y="36817"/>
                  <a:pt x="2223343" y="34703"/>
                  <a:pt x="2235168" y="34703"/>
                </a:cubicBezTo>
                <a:cubicBezTo>
                  <a:pt x="2245907" y="34703"/>
                  <a:pt x="2253905" y="35974"/>
                  <a:pt x="2259160" y="38516"/>
                </a:cubicBezTo>
                <a:cubicBezTo>
                  <a:pt x="2264416" y="41059"/>
                  <a:pt x="2268114" y="44286"/>
                  <a:pt x="2270257" y="48199"/>
                </a:cubicBezTo>
                <a:cubicBezTo>
                  <a:pt x="2272399" y="52112"/>
                  <a:pt x="2273470" y="59296"/>
                  <a:pt x="2273470" y="69750"/>
                </a:cubicBezTo>
                <a:lnTo>
                  <a:pt x="2273213" y="97855"/>
                </a:lnTo>
                <a:cubicBezTo>
                  <a:pt x="2273213" y="105853"/>
                  <a:pt x="2273598" y="111751"/>
                  <a:pt x="2274370" y="115549"/>
                </a:cubicBezTo>
                <a:cubicBezTo>
                  <a:pt x="2275141" y="119348"/>
                  <a:pt x="2276583" y="123418"/>
                  <a:pt x="2278697" y="127760"/>
                </a:cubicBezTo>
                <a:lnTo>
                  <a:pt x="2254876" y="127760"/>
                </a:lnTo>
                <a:cubicBezTo>
                  <a:pt x="2254247" y="126160"/>
                  <a:pt x="2253476" y="123790"/>
                  <a:pt x="2252562" y="120648"/>
                </a:cubicBezTo>
                <a:cubicBezTo>
                  <a:pt x="2252162" y="119220"/>
                  <a:pt x="2251877" y="118277"/>
                  <a:pt x="2251705" y="117820"/>
                </a:cubicBezTo>
                <a:cubicBezTo>
                  <a:pt x="2247592" y="121819"/>
                  <a:pt x="2243194" y="124818"/>
                  <a:pt x="2238509" y="126817"/>
                </a:cubicBezTo>
                <a:cubicBezTo>
                  <a:pt x="2233825" y="128817"/>
                  <a:pt x="2228827" y="129816"/>
                  <a:pt x="2223514" y="129816"/>
                </a:cubicBezTo>
                <a:cubicBezTo>
                  <a:pt x="2214146" y="129816"/>
                  <a:pt x="2206762" y="127274"/>
                  <a:pt x="2201364" y="122190"/>
                </a:cubicBezTo>
                <a:cubicBezTo>
                  <a:pt x="2195966" y="117106"/>
                  <a:pt x="2193266" y="110680"/>
                  <a:pt x="2193266" y="102911"/>
                </a:cubicBezTo>
                <a:cubicBezTo>
                  <a:pt x="2193266" y="97769"/>
                  <a:pt x="2194495" y="93185"/>
                  <a:pt x="2196951" y="89158"/>
                </a:cubicBezTo>
                <a:cubicBezTo>
                  <a:pt x="2199407" y="85130"/>
                  <a:pt x="2202849" y="82046"/>
                  <a:pt x="2207276" y="79904"/>
                </a:cubicBezTo>
                <a:cubicBezTo>
                  <a:pt x="2211704" y="77761"/>
                  <a:pt x="2218087" y="75890"/>
                  <a:pt x="2226428" y="74291"/>
                </a:cubicBezTo>
                <a:cubicBezTo>
                  <a:pt x="2237681" y="72177"/>
                  <a:pt x="2245479" y="70207"/>
                  <a:pt x="2249820" y="68379"/>
                </a:cubicBezTo>
                <a:lnTo>
                  <a:pt x="2249820" y="65979"/>
                </a:lnTo>
                <a:cubicBezTo>
                  <a:pt x="2249820" y="61352"/>
                  <a:pt x="2248678" y="58053"/>
                  <a:pt x="2246393" y="56082"/>
                </a:cubicBezTo>
                <a:cubicBezTo>
                  <a:pt x="2244108" y="54112"/>
                  <a:pt x="2239795" y="53126"/>
                  <a:pt x="2233454" y="53126"/>
                </a:cubicBezTo>
                <a:cubicBezTo>
                  <a:pt x="2229170" y="53126"/>
                  <a:pt x="2225828" y="53969"/>
                  <a:pt x="2223428" y="55654"/>
                </a:cubicBezTo>
                <a:cubicBezTo>
                  <a:pt x="2221029" y="57339"/>
                  <a:pt x="2219087" y="60295"/>
                  <a:pt x="2217602" y="64523"/>
                </a:cubicBezTo>
                <a:moveTo>
                  <a:pt x="2249820" y="84059"/>
                </a:moveTo>
                <a:cubicBezTo>
                  <a:pt x="2246735" y="85088"/>
                  <a:pt x="2241851" y="86316"/>
                  <a:pt x="2235168" y="87744"/>
                </a:cubicBezTo>
                <a:cubicBezTo>
                  <a:pt x="2228484" y="89172"/>
                  <a:pt x="2224114" y="90572"/>
                  <a:pt x="2222057" y="91943"/>
                </a:cubicBezTo>
                <a:cubicBezTo>
                  <a:pt x="2218916" y="94170"/>
                  <a:pt x="2217345" y="96998"/>
                  <a:pt x="2217345" y="100426"/>
                </a:cubicBezTo>
                <a:cubicBezTo>
                  <a:pt x="2217345" y="103796"/>
                  <a:pt x="2218601" y="106709"/>
                  <a:pt x="2221115" y="109166"/>
                </a:cubicBezTo>
                <a:cubicBezTo>
                  <a:pt x="2223628" y="111622"/>
                  <a:pt x="2226827" y="112850"/>
                  <a:pt x="2230712" y="112850"/>
                </a:cubicBezTo>
                <a:cubicBezTo>
                  <a:pt x="2235053" y="112850"/>
                  <a:pt x="2239195" y="111422"/>
                  <a:pt x="2243137" y="108566"/>
                </a:cubicBezTo>
                <a:cubicBezTo>
                  <a:pt x="2246050" y="106395"/>
                  <a:pt x="2247964" y="103739"/>
                  <a:pt x="2248878" y="100597"/>
                </a:cubicBezTo>
                <a:cubicBezTo>
                  <a:pt x="2249506" y="98541"/>
                  <a:pt x="2249820" y="94627"/>
                  <a:pt x="2249820" y="88858"/>
                </a:cubicBezTo>
                <a:lnTo>
                  <a:pt x="2249820" y="84059"/>
                </a:lnTo>
                <a:close/>
                <a:moveTo>
                  <a:pt x="2375980" y="63666"/>
                </a:moveTo>
                <a:lnTo>
                  <a:pt x="2352245" y="67950"/>
                </a:lnTo>
                <a:cubicBezTo>
                  <a:pt x="2351445" y="63209"/>
                  <a:pt x="2349631" y="59638"/>
                  <a:pt x="2346804" y="57239"/>
                </a:cubicBezTo>
                <a:cubicBezTo>
                  <a:pt x="2343976" y="54840"/>
                  <a:pt x="2340306" y="53640"/>
                  <a:pt x="2335793" y="53640"/>
                </a:cubicBezTo>
                <a:cubicBezTo>
                  <a:pt x="2329795" y="53640"/>
                  <a:pt x="2325011" y="55711"/>
                  <a:pt x="2321440" y="59853"/>
                </a:cubicBezTo>
                <a:cubicBezTo>
                  <a:pt x="2317870" y="63994"/>
                  <a:pt x="2316085" y="70921"/>
                  <a:pt x="2316085" y="80632"/>
                </a:cubicBezTo>
                <a:cubicBezTo>
                  <a:pt x="2316085" y="91428"/>
                  <a:pt x="2317899" y="99055"/>
                  <a:pt x="2321526" y="103510"/>
                </a:cubicBezTo>
                <a:cubicBezTo>
                  <a:pt x="2325153" y="107966"/>
                  <a:pt x="2330023" y="110194"/>
                  <a:pt x="2336136" y="110194"/>
                </a:cubicBezTo>
                <a:cubicBezTo>
                  <a:pt x="2340706" y="110194"/>
                  <a:pt x="2344447" y="108894"/>
                  <a:pt x="2347361" y="106295"/>
                </a:cubicBezTo>
                <a:cubicBezTo>
                  <a:pt x="2350274" y="103696"/>
                  <a:pt x="2352331" y="99226"/>
                  <a:pt x="2353530" y="92885"/>
                </a:cubicBezTo>
                <a:lnTo>
                  <a:pt x="2377180" y="96912"/>
                </a:lnTo>
                <a:cubicBezTo>
                  <a:pt x="2374724" y="107766"/>
                  <a:pt x="2370011" y="115964"/>
                  <a:pt x="2363042" y="121505"/>
                </a:cubicBezTo>
                <a:cubicBezTo>
                  <a:pt x="2356072" y="127046"/>
                  <a:pt x="2346732" y="129816"/>
                  <a:pt x="2335022" y="129816"/>
                </a:cubicBezTo>
                <a:cubicBezTo>
                  <a:pt x="2321712" y="129816"/>
                  <a:pt x="2311101" y="125618"/>
                  <a:pt x="2303189" y="117220"/>
                </a:cubicBezTo>
                <a:cubicBezTo>
                  <a:pt x="2295277" y="108823"/>
                  <a:pt x="2291321" y="97198"/>
                  <a:pt x="2291321" y="82346"/>
                </a:cubicBezTo>
                <a:cubicBezTo>
                  <a:pt x="2291321" y="67322"/>
                  <a:pt x="2295291" y="55625"/>
                  <a:pt x="2303232" y="47257"/>
                </a:cubicBezTo>
                <a:cubicBezTo>
                  <a:pt x="2311172" y="38888"/>
                  <a:pt x="2321912" y="34703"/>
                  <a:pt x="2335450" y="34703"/>
                </a:cubicBezTo>
                <a:cubicBezTo>
                  <a:pt x="2346532" y="34703"/>
                  <a:pt x="2355344" y="37088"/>
                  <a:pt x="2361885" y="41858"/>
                </a:cubicBezTo>
                <a:cubicBezTo>
                  <a:pt x="2368426" y="46628"/>
                  <a:pt x="2373124" y="53897"/>
                  <a:pt x="2375980" y="63666"/>
                </a:cubicBezTo>
                <a:close/>
                <a:moveTo>
                  <a:pt x="2435392" y="36760"/>
                </a:moveTo>
                <a:lnTo>
                  <a:pt x="2435392" y="55954"/>
                </a:lnTo>
                <a:lnTo>
                  <a:pt x="2418940" y="55954"/>
                </a:lnTo>
                <a:lnTo>
                  <a:pt x="2418940" y="92628"/>
                </a:lnTo>
                <a:cubicBezTo>
                  <a:pt x="2418940" y="100054"/>
                  <a:pt x="2419097" y="104382"/>
                  <a:pt x="2419411" y="105610"/>
                </a:cubicBezTo>
                <a:cubicBezTo>
                  <a:pt x="2419725" y="106838"/>
                  <a:pt x="2420439" y="107852"/>
                  <a:pt x="2421553" y="108652"/>
                </a:cubicBezTo>
                <a:cubicBezTo>
                  <a:pt x="2422667" y="109451"/>
                  <a:pt x="2424024" y="109851"/>
                  <a:pt x="2425623" y="109851"/>
                </a:cubicBezTo>
                <a:cubicBezTo>
                  <a:pt x="2427851" y="109851"/>
                  <a:pt x="2431079" y="109080"/>
                  <a:pt x="2435306" y="107538"/>
                </a:cubicBezTo>
                <a:lnTo>
                  <a:pt x="2437362" y="126218"/>
                </a:lnTo>
                <a:cubicBezTo>
                  <a:pt x="2431764" y="128617"/>
                  <a:pt x="2425423" y="129816"/>
                  <a:pt x="2418340" y="129816"/>
                </a:cubicBezTo>
                <a:cubicBezTo>
                  <a:pt x="2413998" y="129816"/>
                  <a:pt x="2410085" y="129088"/>
                  <a:pt x="2406601" y="127631"/>
                </a:cubicBezTo>
                <a:cubicBezTo>
                  <a:pt x="2403116" y="126175"/>
                  <a:pt x="2400560" y="124290"/>
                  <a:pt x="2398932" y="121976"/>
                </a:cubicBezTo>
                <a:cubicBezTo>
                  <a:pt x="2397304" y="119662"/>
                  <a:pt x="2396175" y="116535"/>
                  <a:pt x="2395547" y="112593"/>
                </a:cubicBezTo>
                <a:cubicBezTo>
                  <a:pt x="2395033" y="109794"/>
                  <a:pt x="2394776" y="104139"/>
                  <a:pt x="2394776" y="95627"/>
                </a:cubicBezTo>
                <a:lnTo>
                  <a:pt x="2394776" y="55954"/>
                </a:lnTo>
                <a:lnTo>
                  <a:pt x="2383722" y="55954"/>
                </a:lnTo>
                <a:lnTo>
                  <a:pt x="2383722" y="36760"/>
                </a:lnTo>
                <a:lnTo>
                  <a:pt x="2394776" y="36760"/>
                </a:lnTo>
                <a:lnTo>
                  <a:pt x="2394776" y="18680"/>
                </a:lnTo>
                <a:lnTo>
                  <a:pt x="2418940" y="4627"/>
                </a:lnTo>
                <a:lnTo>
                  <a:pt x="2418940" y="36760"/>
                </a:lnTo>
                <a:lnTo>
                  <a:pt x="2435392" y="36760"/>
                </a:lnTo>
                <a:close/>
                <a:moveTo>
                  <a:pt x="2452257" y="24421"/>
                </a:moveTo>
                <a:lnTo>
                  <a:pt x="2452257" y="2142"/>
                </a:lnTo>
                <a:lnTo>
                  <a:pt x="2476335" y="2142"/>
                </a:lnTo>
                <a:lnTo>
                  <a:pt x="2476335" y="24421"/>
                </a:lnTo>
                <a:lnTo>
                  <a:pt x="2452257" y="24421"/>
                </a:lnTo>
                <a:moveTo>
                  <a:pt x="2452257" y="127760"/>
                </a:moveTo>
                <a:lnTo>
                  <a:pt x="2452257" y="36760"/>
                </a:lnTo>
                <a:lnTo>
                  <a:pt x="2476335" y="36760"/>
                </a:lnTo>
                <a:lnTo>
                  <a:pt x="2476335" y="127760"/>
                </a:lnTo>
                <a:lnTo>
                  <a:pt x="2452257" y="127760"/>
                </a:lnTo>
                <a:close/>
                <a:moveTo>
                  <a:pt x="2495631" y="80975"/>
                </a:moveTo>
                <a:cubicBezTo>
                  <a:pt x="2495631" y="72977"/>
                  <a:pt x="2497602" y="65237"/>
                  <a:pt x="2501544" y="57753"/>
                </a:cubicBezTo>
                <a:cubicBezTo>
                  <a:pt x="2505485" y="50270"/>
                  <a:pt x="2511069" y="44557"/>
                  <a:pt x="2518296" y="40616"/>
                </a:cubicBezTo>
                <a:cubicBezTo>
                  <a:pt x="2525522" y="36674"/>
                  <a:pt x="2533591" y="34703"/>
                  <a:pt x="2542502" y="34703"/>
                </a:cubicBezTo>
                <a:cubicBezTo>
                  <a:pt x="2556269" y="34703"/>
                  <a:pt x="2567552" y="39173"/>
                  <a:pt x="2576349" y="48113"/>
                </a:cubicBezTo>
                <a:cubicBezTo>
                  <a:pt x="2585146" y="57054"/>
                  <a:pt x="2589545" y="68350"/>
                  <a:pt x="2589545" y="82003"/>
                </a:cubicBezTo>
                <a:cubicBezTo>
                  <a:pt x="2589545" y="95770"/>
                  <a:pt x="2585103" y="107181"/>
                  <a:pt x="2576220" y="116235"/>
                </a:cubicBezTo>
                <a:cubicBezTo>
                  <a:pt x="2567337" y="125289"/>
                  <a:pt x="2556155" y="129816"/>
                  <a:pt x="2542674" y="129816"/>
                </a:cubicBezTo>
                <a:cubicBezTo>
                  <a:pt x="2534334" y="129816"/>
                  <a:pt x="2526379" y="127931"/>
                  <a:pt x="2518810" y="124161"/>
                </a:cubicBezTo>
                <a:cubicBezTo>
                  <a:pt x="2511241" y="120391"/>
                  <a:pt x="2505485" y="114864"/>
                  <a:pt x="2501544" y="107581"/>
                </a:cubicBezTo>
                <a:cubicBezTo>
                  <a:pt x="2497602" y="100297"/>
                  <a:pt x="2495631" y="91428"/>
                  <a:pt x="2495631" y="80975"/>
                </a:cubicBezTo>
                <a:moveTo>
                  <a:pt x="2520309" y="82260"/>
                </a:moveTo>
                <a:cubicBezTo>
                  <a:pt x="2520309" y="91286"/>
                  <a:pt x="2522452" y="98198"/>
                  <a:pt x="2526736" y="102996"/>
                </a:cubicBezTo>
                <a:cubicBezTo>
                  <a:pt x="2531020" y="107795"/>
                  <a:pt x="2536304" y="110194"/>
                  <a:pt x="2542588" y="110194"/>
                </a:cubicBezTo>
                <a:cubicBezTo>
                  <a:pt x="2548872" y="110194"/>
                  <a:pt x="2554142" y="107795"/>
                  <a:pt x="2558397" y="102996"/>
                </a:cubicBezTo>
                <a:cubicBezTo>
                  <a:pt x="2562653" y="98198"/>
                  <a:pt x="2564781" y="91229"/>
                  <a:pt x="2564781" y="82089"/>
                </a:cubicBezTo>
                <a:cubicBezTo>
                  <a:pt x="2564781" y="73177"/>
                  <a:pt x="2562653" y="66322"/>
                  <a:pt x="2558397" y="61524"/>
                </a:cubicBezTo>
                <a:cubicBezTo>
                  <a:pt x="2554142" y="56725"/>
                  <a:pt x="2548872" y="54326"/>
                  <a:pt x="2542588" y="54326"/>
                </a:cubicBezTo>
                <a:cubicBezTo>
                  <a:pt x="2536304" y="54326"/>
                  <a:pt x="2531020" y="56725"/>
                  <a:pt x="2526736" y="61524"/>
                </a:cubicBezTo>
                <a:cubicBezTo>
                  <a:pt x="2522452" y="66322"/>
                  <a:pt x="2520309" y="73234"/>
                  <a:pt x="2520309" y="82260"/>
                </a:cubicBezTo>
                <a:close/>
                <a:moveTo>
                  <a:pt x="2690653" y="127760"/>
                </a:moveTo>
                <a:lnTo>
                  <a:pt x="2666575" y="127760"/>
                </a:lnTo>
                <a:lnTo>
                  <a:pt x="2666575" y="81317"/>
                </a:lnTo>
                <a:cubicBezTo>
                  <a:pt x="2666575" y="71492"/>
                  <a:pt x="2666061" y="65137"/>
                  <a:pt x="2665033" y="62252"/>
                </a:cubicBezTo>
                <a:cubicBezTo>
                  <a:pt x="2664004" y="59367"/>
                  <a:pt x="2662334" y="57125"/>
                  <a:pt x="2660020" y="55525"/>
                </a:cubicBezTo>
                <a:cubicBezTo>
                  <a:pt x="2657706" y="53926"/>
                  <a:pt x="2654922" y="53126"/>
                  <a:pt x="2651665" y="53126"/>
                </a:cubicBezTo>
                <a:cubicBezTo>
                  <a:pt x="2647495" y="53126"/>
                  <a:pt x="2643754" y="54269"/>
                  <a:pt x="2640440" y="56554"/>
                </a:cubicBezTo>
                <a:cubicBezTo>
                  <a:pt x="2637127" y="58839"/>
                  <a:pt x="2634856" y="61866"/>
                  <a:pt x="2633628" y="65637"/>
                </a:cubicBezTo>
                <a:cubicBezTo>
                  <a:pt x="2632400" y="69407"/>
                  <a:pt x="2631786" y="76376"/>
                  <a:pt x="2631786" y="86544"/>
                </a:cubicBezTo>
                <a:lnTo>
                  <a:pt x="2631786" y="127760"/>
                </a:lnTo>
                <a:lnTo>
                  <a:pt x="2607708" y="127760"/>
                </a:lnTo>
                <a:lnTo>
                  <a:pt x="2607708" y="36760"/>
                </a:lnTo>
                <a:lnTo>
                  <a:pt x="2630072" y="36760"/>
                </a:lnTo>
                <a:lnTo>
                  <a:pt x="2630072" y="50127"/>
                </a:lnTo>
                <a:cubicBezTo>
                  <a:pt x="2638013" y="39845"/>
                  <a:pt x="2648010" y="34703"/>
                  <a:pt x="2660063" y="34703"/>
                </a:cubicBezTo>
                <a:cubicBezTo>
                  <a:pt x="2665375" y="34703"/>
                  <a:pt x="2670231" y="35660"/>
                  <a:pt x="2674630" y="37574"/>
                </a:cubicBezTo>
                <a:cubicBezTo>
                  <a:pt x="2679028" y="39488"/>
                  <a:pt x="2682356" y="41930"/>
                  <a:pt x="2684612" y="44900"/>
                </a:cubicBezTo>
                <a:cubicBezTo>
                  <a:pt x="2686869" y="47871"/>
                  <a:pt x="2688440" y="51241"/>
                  <a:pt x="2689325" y="55011"/>
                </a:cubicBezTo>
                <a:cubicBezTo>
                  <a:pt x="2690211" y="58782"/>
                  <a:pt x="2690653" y="64180"/>
                  <a:pt x="2690653" y="71206"/>
                </a:cubicBezTo>
                <a:lnTo>
                  <a:pt x="2690653" y="127760"/>
                </a:lnTo>
                <a:close/>
                <a:moveTo>
                  <a:pt x="2706076" y="101797"/>
                </a:moveTo>
                <a:lnTo>
                  <a:pt x="2730239" y="98112"/>
                </a:lnTo>
                <a:cubicBezTo>
                  <a:pt x="2731268" y="102796"/>
                  <a:pt x="2733353" y="106352"/>
                  <a:pt x="2736495" y="108780"/>
                </a:cubicBezTo>
                <a:cubicBezTo>
                  <a:pt x="2739636" y="111208"/>
                  <a:pt x="2744035" y="112422"/>
                  <a:pt x="2749690" y="112422"/>
                </a:cubicBezTo>
                <a:cubicBezTo>
                  <a:pt x="2755917" y="112422"/>
                  <a:pt x="2760601" y="111279"/>
                  <a:pt x="2763743" y="108994"/>
                </a:cubicBezTo>
                <a:cubicBezTo>
                  <a:pt x="2765857" y="107395"/>
                  <a:pt x="2766914" y="105253"/>
                  <a:pt x="2766914" y="102568"/>
                </a:cubicBezTo>
                <a:cubicBezTo>
                  <a:pt x="2766914" y="100740"/>
                  <a:pt x="2766342" y="99226"/>
                  <a:pt x="2765200" y="98026"/>
                </a:cubicBezTo>
                <a:cubicBezTo>
                  <a:pt x="2764000" y="96884"/>
                  <a:pt x="2761315" y="95827"/>
                  <a:pt x="2757145" y="94856"/>
                </a:cubicBezTo>
                <a:cubicBezTo>
                  <a:pt x="2737723" y="90572"/>
                  <a:pt x="2725412" y="86659"/>
                  <a:pt x="2720214" y="83117"/>
                </a:cubicBezTo>
                <a:cubicBezTo>
                  <a:pt x="2713016" y="78204"/>
                  <a:pt x="2709417" y="71378"/>
                  <a:pt x="2709417" y="62638"/>
                </a:cubicBezTo>
                <a:cubicBezTo>
                  <a:pt x="2709417" y="54754"/>
                  <a:pt x="2712531" y="48128"/>
                  <a:pt x="2718757" y="42758"/>
                </a:cubicBezTo>
                <a:cubicBezTo>
                  <a:pt x="2724984" y="37388"/>
                  <a:pt x="2734638" y="34703"/>
                  <a:pt x="2747720" y="34703"/>
                </a:cubicBezTo>
                <a:cubicBezTo>
                  <a:pt x="2760173" y="34703"/>
                  <a:pt x="2769427" y="36731"/>
                  <a:pt x="2775482" y="40787"/>
                </a:cubicBezTo>
                <a:cubicBezTo>
                  <a:pt x="2781538" y="44843"/>
                  <a:pt x="2785708" y="50841"/>
                  <a:pt x="2787993" y="58782"/>
                </a:cubicBezTo>
                <a:lnTo>
                  <a:pt x="2765286" y="62980"/>
                </a:lnTo>
                <a:cubicBezTo>
                  <a:pt x="2764314" y="59439"/>
                  <a:pt x="2762472" y="56725"/>
                  <a:pt x="2759759" y="54840"/>
                </a:cubicBezTo>
                <a:cubicBezTo>
                  <a:pt x="2757045" y="52955"/>
                  <a:pt x="2753175" y="52012"/>
                  <a:pt x="2748148" y="52012"/>
                </a:cubicBezTo>
                <a:cubicBezTo>
                  <a:pt x="2741807" y="52012"/>
                  <a:pt x="2737266" y="52898"/>
                  <a:pt x="2734524" y="54669"/>
                </a:cubicBezTo>
                <a:cubicBezTo>
                  <a:pt x="2732696" y="55925"/>
                  <a:pt x="2731782" y="57553"/>
                  <a:pt x="2731782" y="59553"/>
                </a:cubicBezTo>
                <a:cubicBezTo>
                  <a:pt x="2731782" y="61267"/>
                  <a:pt x="2732581" y="62723"/>
                  <a:pt x="2734181" y="63923"/>
                </a:cubicBezTo>
                <a:cubicBezTo>
                  <a:pt x="2736352" y="65522"/>
                  <a:pt x="2743849" y="67779"/>
                  <a:pt x="2756674" y="70692"/>
                </a:cubicBezTo>
                <a:cubicBezTo>
                  <a:pt x="2769498" y="73605"/>
                  <a:pt x="2778453" y="77176"/>
                  <a:pt x="2783537" y="81403"/>
                </a:cubicBezTo>
                <a:cubicBezTo>
                  <a:pt x="2788564" y="85687"/>
                  <a:pt x="2791077" y="91657"/>
                  <a:pt x="2791077" y="99312"/>
                </a:cubicBezTo>
                <a:cubicBezTo>
                  <a:pt x="2791077" y="107652"/>
                  <a:pt x="2787593" y="114821"/>
                  <a:pt x="2780624" y="120819"/>
                </a:cubicBezTo>
                <a:cubicBezTo>
                  <a:pt x="2773654" y="126817"/>
                  <a:pt x="2763343" y="129816"/>
                  <a:pt x="2749690" y="129816"/>
                </a:cubicBezTo>
                <a:cubicBezTo>
                  <a:pt x="2737294" y="129816"/>
                  <a:pt x="2727483" y="127303"/>
                  <a:pt x="2720257" y="122276"/>
                </a:cubicBezTo>
                <a:cubicBezTo>
                  <a:pt x="2713030" y="117249"/>
                  <a:pt x="2708303" y="110423"/>
                  <a:pt x="2706076" y="1017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Scene:…Thedishwasherholdsadishbowl…">
            <a:extLst xmlns:a="http://schemas.openxmlformats.org/drawingml/2006/main">
              <a:ext uri="{FF2B5EF4-FFF2-40B4-BE49-F238E27FC236}">
                <a16:creationId xmlns:a16="http://schemas.microsoft.com/office/drawing/2014/main" id="{FB741DDD-C20A-4FE6-9249-55FE43B8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053" y="4751710"/>
            <a:ext cx="2892752" cy="103990"/>
          </a:xfrm>
          <a:custGeom xmlns:a="http://schemas.openxmlformats.org/drawingml/2006/main">
            <a:pathLst>
              <a:path w="2892752" h="103990">
                <a:moveTo>
                  <a:pt x="0" y="69510"/>
                </a:moveTo>
                <a:lnTo>
                  <a:pt x="19742" y="67590"/>
                </a:lnTo>
                <a:cubicBezTo>
                  <a:pt x="20931" y="74217"/>
                  <a:pt x="23341" y="79084"/>
                  <a:pt x="26974" y="82191"/>
                </a:cubicBezTo>
                <a:cubicBezTo>
                  <a:pt x="30608" y="85299"/>
                  <a:pt x="35509" y="86853"/>
                  <a:pt x="41678" y="86853"/>
                </a:cubicBezTo>
                <a:cubicBezTo>
                  <a:pt x="48213" y="86853"/>
                  <a:pt x="53138" y="85470"/>
                  <a:pt x="56451" y="82705"/>
                </a:cubicBezTo>
                <a:cubicBezTo>
                  <a:pt x="59764" y="79941"/>
                  <a:pt x="61421" y="76707"/>
                  <a:pt x="61421" y="73006"/>
                </a:cubicBezTo>
                <a:cubicBezTo>
                  <a:pt x="61421" y="70629"/>
                  <a:pt x="60724" y="68607"/>
                  <a:pt x="59330" y="66939"/>
                </a:cubicBezTo>
                <a:cubicBezTo>
                  <a:pt x="57936" y="65271"/>
                  <a:pt x="55503" y="63820"/>
                  <a:pt x="52029" y="62586"/>
                </a:cubicBezTo>
                <a:cubicBezTo>
                  <a:pt x="49653" y="61763"/>
                  <a:pt x="44238" y="60301"/>
                  <a:pt x="35783" y="58199"/>
                </a:cubicBezTo>
                <a:cubicBezTo>
                  <a:pt x="24906" y="55503"/>
                  <a:pt x="17275" y="52189"/>
                  <a:pt x="12887" y="48259"/>
                </a:cubicBezTo>
                <a:cubicBezTo>
                  <a:pt x="6718" y="42729"/>
                  <a:pt x="3633" y="35989"/>
                  <a:pt x="3633" y="28037"/>
                </a:cubicBezTo>
                <a:cubicBezTo>
                  <a:pt x="3633" y="22919"/>
                  <a:pt x="5084" y="18131"/>
                  <a:pt x="7986" y="13676"/>
                </a:cubicBezTo>
                <a:cubicBezTo>
                  <a:pt x="10888" y="9220"/>
                  <a:pt x="15070" y="5827"/>
                  <a:pt x="20531" y="3496"/>
                </a:cubicBezTo>
                <a:cubicBezTo>
                  <a:pt x="25992" y="1165"/>
                  <a:pt x="32584" y="0"/>
                  <a:pt x="40307" y="0"/>
                </a:cubicBezTo>
                <a:cubicBezTo>
                  <a:pt x="52921" y="0"/>
                  <a:pt x="62415" y="2765"/>
                  <a:pt x="68790" y="8295"/>
                </a:cubicBezTo>
                <a:cubicBezTo>
                  <a:pt x="75165" y="13824"/>
                  <a:pt x="78513" y="21205"/>
                  <a:pt x="78832" y="30436"/>
                </a:cubicBezTo>
                <a:lnTo>
                  <a:pt x="58542" y="31327"/>
                </a:lnTo>
                <a:cubicBezTo>
                  <a:pt x="57673" y="26163"/>
                  <a:pt x="55811" y="22450"/>
                  <a:pt x="52955" y="20188"/>
                </a:cubicBezTo>
                <a:cubicBezTo>
                  <a:pt x="50099" y="17926"/>
                  <a:pt x="45814" y="16795"/>
                  <a:pt x="40102" y="16795"/>
                </a:cubicBezTo>
                <a:cubicBezTo>
                  <a:pt x="34206" y="16795"/>
                  <a:pt x="29591" y="18006"/>
                  <a:pt x="26255" y="20428"/>
                </a:cubicBezTo>
                <a:cubicBezTo>
                  <a:pt x="24107" y="21982"/>
                  <a:pt x="23033" y="24061"/>
                  <a:pt x="23033" y="26666"/>
                </a:cubicBezTo>
                <a:cubicBezTo>
                  <a:pt x="23033" y="29042"/>
                  <a:pt x="24038" y="31076"/>
                  <a:pt x="26049" y="32767"/>
                </a:cubicBezTo>
                <a:cubicBezTo>
                  <a:pt x="28608" y="34915"/>
                  <a:pt x="34823" y="37154"/>
                  <a:pt x="44695" y="39485"/>
                </a:cubicBezTo>
                <a:cubicBezTo>
                  <a:pt x="54566" y="41815"/>
                  <a:pt x="61866" y="44226"/>
                  <a:pt x="66596" y="46717"/>
                </a:cubicBezTo>
                <a:cubicBezTo>
                  <a:pt x="71326" y="49207"/>
                  <a:pt x="75028" y="52612"/>
                  <a:pt x="77701" y="56931"/>
                </a:cubicBezTo>
                <a:cubicBezTo>
                  <a:pt x="80375" y="61249"/>
                  <a:pt x="81712" y="66585"/>
                  <a:pt x="81712" y="72937"/>
                </a:cubicBezTo>
                <a:cubicBezTo>
                  <a:pt x="81712" y="78695"/>
                  <a:pt x="80112" y="84088"/>
                  <a:pt x="76913" y="89115"/>
                </a:cubicBezTo>
                <a:cubicBezTo>
                  <a:pt x="73714" y="94142"/>
                  <a:pt x="69190" y="97878"/>
                  <a:pt x="63340" y="100323"/>
                </a:cubicBezTo>
                <a:cubicBezTo>
                  <a:pt x="57491" y="102768"/>
                  <a:pt x="50201" y="103990"/>
                  <a:pt x="41473" y="103990"/>
                </a:cubicBezTo>
                <a:cubicBezTo>
                  <a:pt x="28768" y="103990"/>
                  <a:pt x="19011" y="101054"/>
                  <a:pt x="12202" y="95182"/>
                </a:cubicBezTo>
                <a:cubicBezTo>
                  <a:pt x="5393" y="89309"/>
                  <a:pt x="1325" y="80752"/>
                  <a:pt x="0" y="69510"/>
                </a:cubicBezTo>
                <a:close/>
                <a:moveTo>
                  <a:pt x="162024" y="50933"/>
                </a:moveTo>
                <a:lnTo>
                  <a:pt x="143036" y="54360"/>
                </a:lnTo>
                <a:cubicBezTo>
                  <a:pt x="142396" y="50567"/>
                  <a:pt x="140945" y="47711"/>
                  <a:pt x="138683" y="45791"/>
                </a:cubicBezTo>
                <a:cubicBezTo>
                  <a:pt x="136421" y="43872"/>
                  <a:pt x="133484" y="42912"/>
                  <a:pt x="129874" y="42912"/>
                </a:cubicBezTo>
                <a:cubicBezTo>
                  <a:pt x="125076" y="42912"/>
                  <a:pt x="121248" y="44569"/>
                  <a:pt x="118392" y="47882"/>
                </a:cubicBezTo>
                <a:cubicBezTo>
                  <a:pt x="115536" y="51195"/>
                  <a:pt x="114108" y="56736"/>
                  <a:pt x="114108" y="64505"/>
                </a:cubicBezTo>
                <a:cubicBezTo>
                  <a:pt x="114108" y="73143"/>
                  <a:pt x="115558" y="79244"/>
                  <a:pt x="118460" y="82808"/>
                </a:cubicBezTo>
                <a:cubicBezTo>
                  <a:pt x="121362" y="86373"/>
                  <a:pt x="125258" y="88155"/>
                  <a:pt x="130148" y="88155"/>
                </a:cubicBezTo>
                <a:cubicBezTo>
                  <a:pt x="133804" y="88155"/>
                  <a:pt x="136798" y="87116"/>
                  <a:pt x="139128" y="85036"/>
                </a:cubicBezTo>
                <a:cubicBezTo>
                  <a:pt x="141459" y="82957"/>
                  <a:pt x="143104" y="79381"/>
                  <a:pt x="144064" y="74308"/>
                </a:cubicBezTo>
                <a:lnTo>
                  <a:pt x="162984" y="77530"/>
                </a:lnTo>
                <a:cubicBezTo>
                  <a:pt x="161019" y="86213"/>
                  <a:pt x="157248" y="92771"/>
                  <a:pt x="151673" y="97204"/>
                </a:cubicBezTo>
                <a:cubicBezTo>
                  <a:pt x="146097" y="101637"/>
                  <a:pt x="138626" y="103853"/>
                  <a:pt x="129257" y="103853"/>
                </a:cubicBezTo>
                <a:cubicBezTo>
                  <a:pt x="118609" y="103853"/>
                  <a:pt x="110120" y="100494"/>
                  <a:pt x="103791" y="93776"/>
                </a:cubicBezTo>
                <a:cubicBezTo>
                  <a:pt x="97461" y="87058"/>
                  <a:pt x="94297" y="77758"/>
                  <a:pt x="94297" y="65876"/>
                </a:cubicBezTo>
                <a:cubicBezTo>
                  <a:pt x="94297" y="53857"/>
                  <a:pt x="97473" y="44500"/>
                  <a:pt x="103825" y="37805"/>
                </a:cubicBezTo>
                <a:cubicBezTo>
                  <a:pt x="110177" y="31110"/>
                  <a:pt x="118769" y="27763"/>
                  <a:pt x="129600" y="27763"/>
                </a:cubicBezTo>
                <a:cubicBezTo>
                  <a:pt x="138466" y="27763"/>
                  <a:pt x="145515" y="29671"/>
                  <a:pt x="150747" y="33487"/>
                </a:cubicBezTo>
                <a:cubicBezTo>
                  <a:pt x="155980" y="37303"/>
                  <a:pt x="159739" y="43118"/>
                  <a:pt x="162024" y="50933"/>
                </a:cubicBezTo>
                <a:close/>
                <a:moveTo>
                  <a:pt x="218523" y="79038"/>
                </a:moveTo>
                <a:lnTo>
                  <a:pt x="237717" y="82260"/>
                </a:lnTo>
                <a:cubicBezTo>
                  <a:pt x="235249" y="89298"/>
                  <a:pt x="231353" y="94656"/>
                  <a:pt x="226029" y="98335"/>
                </a:cubicBezTo>
                <a:cubicBezTo>
                  <a:pt x="220705" y="102014"/>
                  <a:pt x="214045" y="103853"/>
                  <a:pt x="206047" y="103853"/>
                </a:cubicBezTo>
                <a:cubicBezTo>
                  <a:pt x="193388" y="103853"/>
                  <a:pt x="184020" y="99717"/>
                  <a:pt x="177942" y="91446"/>
                </a:cubicBezTo>
                <a:cubicBezTo>
                  <a:pt x="173143" y="84819"/>
                  <a:pt x="170744" y="76456"/>
                  <a:pt x="170744" y="66356"/>
                </a:cubicBezTo>
                <a:cubicBezTo>
                  <a:pt x="170744" y="54292"/>
                  <a:pt x="173897" y="44843"/>
                  <a:pt x="180204" y="38011"/>
                </a:cubicBezTo>
                <a:cubicBezTo>
                  <a:pt x="186510" y="31179"/>
                  <a:pt x="194485" y="27763"/>
                  <a:pt x="204128" y="27763"/>
                </a:cubicBezTo>
                <a:cubicBezTo>
                  <a:pt x="214959" y="27763"/>
                  <a:pt x="223504" y="31339"/>
                  <a:pt x="229765" y="38491"/>
                </a:cubicBezTo>
                <a:cubicBezTo>
                  <a:pt x="236026" y="45643"/>
                  <a:pt x="239020" y="56599"/>
                  <a:pt x="238745" y="71360"/>
                </a:cubicBezTo>
                <a:lnTo>
                  <a:pt x="190486" y="71360"/>
                </a:lnTo>
                <a:cubicBezTo>
                  <a:pt x="190623" y="77073"/>
                  <a:pt x="192177" y="81517"/>
                  <a:pt x="195148" y="84693"/>
                </a:cubicBezTo>
                <a:cubicBezTo>
                  <a:pt x="198118" y="87870"/>
                  <a:pt x="201820" y="89458"/>
                  <a:pt x="206253" y="89458"/>
                </a:cubicBezTo>
                <a:cubicBezTo>
                  <a:pt x="209269" y="89458"/>
                  <a:pt x="211805" y="88635"/>
                  <a:pt x="213862" y="86990"/>
                </a:cubicBezTo>
                <a:cubicBezTo>
                  <a:pt x="215918" y="85345"/>
                  <a:pt x="217472" y="82694"/>
                  <a:pt x="218523" y="79038"/>
                </a:cubicBezTo>
                <a:moveTo>
                  <a:pt x="219620" y="59570"/>
                </a:moveTo>
                <a:cubicBezTo>
                  <a:pt x="219483" y="53994"/>
                  <a:pt x="218043" y="49756"/>
                  <a:pt x="215301" y="46854"/>
                </a:cubicBezTo>
                <a:cubicBezTo>
                  <a:pt x="212559" y="43952"/>
                  <a:pt x="209223" y="42501"/>
                  <a:pt x="205293" y="42501"/>
                </a:cubicBezTo>
                <a:cubicBezTo>
                  <a:pt x="201089" y="42501"/>
                  <a:pt x="197615" y="44032"/>
                  <a:pt x="194873" y="47094"/>
                </a:cubicBezTo>
                <a:cubicBezTo>
                  <a:pt x="192131" y="50156"/>
                  <a:pt x="190783" y="54314"/>
                  <a:pt x="190829" y="59570"/>
                </a:cubicBezTo>
                <a:lnTo>
                  <a:pt x="219620" y="59570"/>
                </a:lnTo>
                <a:close/>
                <a:moveTo>
                  <a:pt x="320402" y="102208"/>
                </a:moveTo>
                <a:lnTo>
                  <a:pt x="301140" y="102208"/>
                </a:lnTo>
                <a:lnTo>
                  <a:pt x="301140" y="65054"/>
                </a:lnTo>
                <a:cubicBezTo>
                  <a:pt x="301140" y="57193"/>
                  <a:pt x="300728" y="52109"/>
                  <a:pt x="299906" y="49802"/>
                </a:cubicBezTo>
                <a:cubicBezTo>
                  <a:pt x="299083" y="47494"/>
                  <a:pt x="297746" y="45700"/>
                  <a:pt x="295896" y="44420"/>
                </a:cubicBezTo>
                <a:cubicBezTo>
                  <a:pt x="294045" y="43141"/>
                  <a:pt x="291817" y="42501"/>
                  <a:pt x="289212" y="42501"/>
                </a:cubicBezTo>
                <a:cubicBezTo>
                  <a:pt x="285876" y="42501"/>
                  <a:pt x="282883" y="43415"/>
                  <a:pt x="280232" y="45243"/>
                </a:cubicBezTo>
                <a:cubicBezTo>
                  <a:pt x="277581" y="47071"/>
                  <a:pt x="275765" y="49493"/>
                  <a:pt x="274782" y="52509"/>
                </a:cubicBezTo>
                <a:cubicBezTo>
                  <a:pt x="273800" y="55525"/>
                  <a:pt x="273308" y="61101"/>
                  <a:pt x="273308" y="69235"/>
                </a:cubicBezTo>
                <a:lnTo>
                  <a:pt x="273308" y="102208"/>
                </a:lnTo>
                <a:lnTo>
                  <a:pt x="254046" y="102208"/>
                </a:lnTo>
                <a:lnTo>
                  <a:pt x="254046" y="29408"/>
                </a:lnTo>
                <a:lnTo>
                  <a:pt x="271937" y="29408"/>
                </a:lnTo>
                <a:lnTo>
                  <a:pt x="271937" y="40102"/>
                </a:lnTo>
                <a:cubicBezTo>
                  <a:pt x="278290" y="31876"/>
                  <a:pt x="286287" y="27763"/>
                  <a:pt x="295930" y="27763"/>
                </a:cubicBezTo>
                <a:cubicBezTo>
                  <a:pt x="300180" y="27763"/>
                  <a:pt x="304065" y="28528"/>
                  <a:pt x="307583" y="30059"/>
                </a:cubicBezTo>
                <a:cubicBezTo>
                  <a:pt x="311102" y="31590"/>
                  <a:pt x="313764" y="33544"/>
                  <a:pt x="315569" y="35920"/>
                </a:cubicBezTo>
                <a:cubicBezTo>
                  <a:pt x="317375" y="38297"/>
                  <a:pt x="318631" y="40993"/>
                  <a:pt x="319340" y="44009"/>
                </a:cubicBezTo>
                <a:cubicBezTo>
                  <a:pt x="320048" y="47025"/>
                  <a:pt x="320402" y="51344"/>
                  <a:pt x="320402" y="56965"/>
                </a:cubicBezTo>
                <a:lnTo>
                  <a:pt x="320402" y="102208"/>
                </a:lnTo>
                <a:close/>
                <a:moveTo>
                  <a:pt x="382021" y="79038"/>
                </a:moveTo>
                <a:lnTo>
                  <a:pt x="401215" y="82260"/>
                </a:lnTo>
                <a:cubicBezTo>
                  <a:pt x="398748" y="89298"/>
                  <a:pt x="394852" y="94656"/>
                  <a:pt x="389528" y="98335"/>
                </a:cubicBezTo>
                <a:cubicBezTo>
                  <a:pt x="384204" y="102014"/>
                  <a:pt x="377543" y="103853"/>
                  <a:pt x="369545" y="103853"/>
                </a:cubicBezTo>
                <a:cubicBezTo>
                  <a:pt x="356886" y="103853"/>
                  <a:pt x="347518" y="99717"/>
                  <a:pt x="341440" y="91446"/>
                </a:cubicBezTo>
                <a:cubicBezTo>
                  <a:pt x="336641" y="84819"/>
                  <a:pt x="334242" y="76456"/>
                  <a:pt x="334242" y="66356"/>
                </a:cubicBezTo>
                <a:cubicBezTo>
                  <a:pt x="334242" y="54292"/>
                  <a:pt x="337395" y="44843"/>
                  <a:pt x="343702" y="38011"/>
                </a:cubicBezTo>
                <a:cubicBezTo>
                  <a:pt x="350009" y="31179"/>
                  <a:pt x="357983" y="27763"/>
                  <a:pt x="367626" y="27763"/>
                </a:cubicBezTo>
                <a:cubicBezTo>
                  <a:pt x="378457" y="27763"/>
                  <a:pt x="387003" y="31339"/>
                  <a:pt x="393264" y="38491"/>
                </a:cubicBezTo>
                <a:cubicBezTo>
                  <a:pt x="399524" y="45643"/>
                  <a:pt x="402518" y="56599"/>
                  <a:pt x="402244" y="71360"/>
                </a:cubicBezTo>
                <a:lnTo>
                  <a:pt x="353984" y="71360"/>
                </a:lnTo>
                <a:cubicBezTo>
                  <a:pt x="354122" y="77073"/>
                  <a:pt x="355675" y="81517"/>
                  <a:pt x="358646" y="84693"/>
                </a:cubicBezTo>
                <a:cubicBezTo>
                  <a:pt x="361616" y="87870"/>
                  <a:pt x="365318" y="89458"/>
                  <a:pt x="369751" y="89458"/>
                </a:cubicBezTo>
                <a:cubicBezTo>
                  <a:pt x="372767" y="89458"/>
                  <a:pt x="375303" y="88635"/>
                  <a:pt x="377360" y="86990"/>
                </a:cubicBezTo>
                <a:cubicBezTo>
                  <a:pt x="379416" y="85345"/>
                  <a:pt x="380970" y="82694"/>
                  <a:pt x="382021" y="79038"/>
                </a:cubicBezTo>
                <a:moveTo>
                  <a:pt x="383118" y="59570"/>
                </a:moveTo>
                <a:cubicBezTo>
                  <a:pt x="382981" y="53994"/>
                  <a:pt x="381541" y="49756"/>
                  <a:pt x="378799" y="46854"/>
                </a:cubicBezTo>
                <a:cubicBezTo>
                  <a:pt x="376058" y="43952"/>
                  <a:pt x="372721" y="42501"/>
                  <a:pt x="368791" y="42501"/>
                </a:cubicBezTo>
                <a:cubicBezTo>
                  <a:pt x="364587" y="42501"/>
                  <a:pt x="361114" y="44032"/>
                  <a:pt x="358372" y="47094"/>
                </a:cubicBezTo>
                <a:cubicBezTo>
                  <a:pt x="355630" y="50156"/>
                  <a:pt x="354281" y="54314"/>
                  <a:pt x="354327" y="59570"/>
                </a:cubicBezTo>
                <a:lnTo>
                  <a:pt x="383118" y="59570"/>
                </a:lnTo>
                <a:close/>
                <a:moveTo>
                  <a:pt x="421383" y="48670"/>
                </a:moveTo>
                <a:lnTo>
                  <a:pt x="421383" y="29408"/>
                </a:lnTo>
                <a:lnTo>
                  <a:pt x="440646" y="29408"/>
                </a:lnTo>
                <a:lnTo>
                  <a:pt x="440646" y="48670"/>
                </a:lnTo>
                <a:lnTo>
                  <a:pt x="421383" y="48670"/>
                </a:lnTo>
                <a:moveTo>
                  <a:pt x="421383" y="102208"/>
                </a:moveTo>
                <a:lnTo>
                  <a:pt x="421383" y="82945"/>
                </a:lnTo>
                <a:lnTo>
                  <a:pt x="440646" y="82945"/>
                </a:lnTo>
                <a:lnTo>
                  <a:pt x="440646" y="102208"/>
                </a:lnTo>
                <a:lnTo>
                  <a:pt x="421383" y="102208"/>
                </a:lnTo>
                <a:close/>
                <a:moveTo>
                  <a:pt x="508765" y="102208"/>
                </a:moveTo>
                <a:lnTo>
                  <a:pt x="508765" y="88155"/>
                </a:lnTo>
                <a:lnTo>
                  <a:pt x="522818" y="88155"/>
                </a:lnTo>
                <a:lnTo>
                  <a:pt x="522818" y="102208"/>
                </a:lnTo>
                <a:lnTo>
                  <a:pt x="508765" y="102208"/>
                </a:lnTo>
                <a:moveTo>
                  <a:pt x="555585" y="102208"/>
                </a:moveTo>
                <a:lnTo>
                  <a:pt x="555585" y="88155"/>
                </a:lnTo>
                <a:lnTo>
                  <a:pt x="569638" y="88155"/>
                </a:lnTo>
                <a:lnTo>
                  <a:pt x="569638" y="102208"/>
                </a:lnTo>
                <a:lnTo>
                  <a:pt x="555585" y="102208"/>
                </a:lnTo>
                <a:moveTo>
                  <a:pt x="602336" y="102208"/>
                </a:moveTo>
                <a:lnTo>
                  <a:pt x="602336" y="88155"/>
                </a:lnTo>
                <a:lnTo>
                  <a:pt x="616457" y="88155"/>
                </a:lnTo>
                <a:lnTo>
                  <a:pt x="616457" y="102208"/>
                </a:lnTo>
                <a:lnTo>
                  <a:pt x="602336" y="102208"/>
                </a:lnTo>
                <a:close/>
                <a:moveTo>
                  <a:pt x="704613" y="102208"/>
                </a:moveTo>
                <a:lnTo>
                  <a:pt x="704613" y="13573"/>
                </a:lnTo>
                <a:lnTo>
                  <a:pt x="671504" y="13573"/>
                </a:lnTo>
                <a:lnTo>
                  <a:pt x="671504" y="1714"/>
                </a:lnTo>
                <a:lnTo>
                  <a:pt x="751159" y="1714"/>
                </a:lnTo>
                <a:lnTo>
                  <a:pt x="751159" y="13573"/>
                </a:lnTo>
                <a:lnTo>
                  <a:pt x="717912" y="13573"/>
                </a:lnTo>
                <a:lnTo>
                  <a:pt x="717912" y="102208"/>
                </a:lnTo>
                <a:lnTo>
                  <a:pt x="704613" y="102208"/>
                </a:lnTo>
                <a:close/>
                <a:moveTo>
                  <a:pt x="763148" y="102208"/>
                </a:moveTo>
                <a:lnTo>
                  <a:pt x="763148" y="1714"/>
                </a:lnTo>
                <a:lnTo>
                  <a:pt x="775487" y="1714"/>
                </a:lnTo>
                <a:lnTo>
                  <a:pt x="775487" y="37771"/>
                </a:lnTo>
                <a:cubicBezTo>
                  <a:pt x="781245" y="31099"/>
                  <a:pt x="788511" y="27763"/>
                  <a:pt x="797286" y="27763"/>
                </a:cubicBezTo>
                <a:cubicBezTo>
                  <a:pt x="802678" y="27763"/>
                  <a:pt x="807363" y="28825"/>
                  <a:pt x="811338" y="30950"/>
                </a:cubicBezTo>
                <a:cubicBezTo>
                  <a:pt x="815314" y="33075"/>
                  <a:pt x="818159" y="36012"/>
                  <a:pt x="819873" y="39759"/>
                </a:cubicBezTo>
                <a:cubicBezTo>
                  <a:pt x="821587" y="43506"/>
                  <a:pt x="822444" y="48945"/>
                  <a:pt x="822444" y="56074"/>
                </a:cubicBezTo>
                <a:lnTo>
                  <a:pt x="822444" y="102208"/>
                </a:lnTo>
                <a:lnTo>
                  <a:pt x="810105" y="102208"/>
                </a:lnTo>
                <a:lnTo>
                  <a:pt x="810105" y="56074"/>
                </a:lnTo>
                <a:cubicBezTo>
                  <a:pt x="810105" y="49904"/>
                  <a:pt x="808768" y="45414"/>
                  <a:pt x="806094" y="42604"/>
                </a:cubicBezTo>
                <a:cubicBezTo>
                  <a:pt x="803421" y="39793"/>
                  <a:pt x="799639" y="38388"/>
                  <a:pt x="794749" y="38388"/>
                </a:cubicBezTo>
                <a:cubicBezTo>
                  <a:pt x="791093" y="38388"/>
                  <a:pt x="787654" y="39336"/>
                  <a:pt x="784433" y="41233"/>
                </a:cubicBezTo>
                <a:cubicBezTo>
                  <a:pt x="781211" y="43129"/>
                  <a:pt x="778914" y="45700"/>
                  <a:pt x="777543" y="48945"/>
                </a:cubicBezTo>
                <a:cubicBezTo>
                  <a:pt x="776172" y="52189"/>
                  <a:pt x="775487" y="56668"/>
                  <a:pt x="775487" y="62380"/>
                </a:cubicBezTo>
                <a:lnTo>
                  <a:pt x="775487" y="102208"/>
                </a:lnTo>
                <a:lnTo>
                  <a:pt x="763148" y="102208"/>
                </a:lnTo>
                <a:close/>
                <a:moveTo>
                  <a:pt x="890802" y="78764"/>
                </a:moveTo>
                <a:lnTo>
                  <a:pt x="903552" y="80341"/>
                </a:lnTo>
                <a:cubicBezTo>
                  <a:pt x="901541" y="87790"/>
                  <a:pt x="897817" y="93571"/>
                  <a:pt x="892379" y="97684"/>
                </a:cubicBezTo>
                <a:cubicBezTo>
                  <a:pt x="886940" y="101797"/>
                  <a:pt x="879994" y="103853"/>
                  <a:pt x="871539" y="103853"/>
                </a:cubicBezTo>
                <a:cubicBezTo>
                  <a:pt x="860891" y="103853"/>
                  <a:pt x="852448" y="100574"/>
                  <a:pt x="846210" y="94016"/>
                </a:cubicBezTo>
                <a:cubicBezTo>
                  <a:pt x="839972" y="87458"/>
                  <a:pt x="836853" y="78261"/>
                  <a:pt x="836853" y="66425"/>
                </a:cubicBezTo>
                <a:cubicBezTo>
                  <a:pt x="836853" y="54177"/>
                  <a:pt x="840006" y="44672"/>
                  <a:pt x="846313" y="37908"/>
                </a:cubicBezTo>
                <a:cubicBezTo>
                  <a:pt x="852620" y="31145"/>
                  <a:pt x="860800" y="27763"/>
                  <a:pt x="870854" y="27763"/>
                </a:cubicBezTo>
                <a:cubicBezTo>
                  <a:pt x="880588" y="27763"/>
                  <a:pt x="888540" y="31076"/>
                  <a:pt x="894709" y="37702"/>
                </a:cubicBezTo>
                <a:cubicBezTo>
                  <a:pt x="900879" y="44329"/>
                  <a:pt x="903964" y="53652"/>
                  <a:pt x="903964" y="65671"/>
                </a:cubicBezTo>
                <a:cubicBezTo>
                  <a:pt x="903964" y="66402"/>
                  <a:pt x="903941" y="67499"/>
                  <a:pt x="903895" y="68961"/>
                </a:cubicBezTo>
                <a:lnTo>
                  <a:pt x="849603" y="68961"/>
                </a:lnTo>
                <a:cubicBezTo>
                  <a:pt x="850060" y="76959"/>
                  <a:pt x="852323" y="83083"/>
                  <a:pt x="856390" y="87333"/>
                </a:cubicBezTo>
                <a:cubicBezTo>
                  <a:pt x="860457" y="91583"/>
                  <a:pt x="865530" y="93708"/>
                  <a:pt x="871608" y="93708"/>
                </a:cubicBezTo>
                <a:cubicBezTo>
                  <a:pt x="876132" y="93708"/>
                  <a:pt x="879994" y="92520"/>
                  <a:pt x="883193" y="90143"/>
                </a:cubicBezTo>
                <a:cubicBezTo>
                  <a:pt x="886392" y="87767"/>
                  <a:pt x="888928" y="83974"/>
                  <a:pt x="890802" y="78764"/>
                </a:cubicBezTo>
                <a:moveTo>
                  <a:pt x="850289" y="58816"/>
                </a:moveTo>
                <a:lnTo>
                  <a:pt x="890939" y="58816"/>
                </a:lnTo>
                <a:cubicBezTo>
                  <a:pt x="890391" y="52692"/>
                  <a:pt x="888837" y="48099"/>
                  <a:pt x="886278" y="45037"/>
                </a:cubicBezTo>
                <a:cubicBezTo>
                  <a:pt x="882347" y="40285"/>
                  <a:pt x="877252" y="37908"/>
                  <a:pt x="870991" y="37908"/>
                </a:cubicBezTo>
                <a:cubicBezTo>
                  <a:pt x="865324" y="37908"/>
                  <a:pt x="860560" y="39805"/>
                  <a:pt x="856698" y="43598"/>
                </a:cubicBezTo>
                <a:cubicBezTo>
                  <a:pt x="852837" y="47391"/>
                  <a:pt x="850700" y="52464"/>
                  <a:pt x="850289" y="58816"/>
                </a:cubicBezTo>
                <a:close/>
                <a:moveTo>
                  <a:pt x="1004525" y="102208"/>
                </a:moveTo>
                <a:lnTo>
                  <a:pt x="1004525" y="93022"/>
                </a:lnTo>
                <a:cubicBezTo>
                  <a:pt x="999909" y="100243"/>
                  <a:pt x="993123" y="103853"/>
                  <a:pt x="984165" y="103853"/>
                </a:cubicBezTo>
                <a:cubicBezTo>
                  <a:pt x="978361" y="103853"/>
                  <a:pt x="973026" y="102254"/>
                  <a:pt x="968159" y="99055"/>
                </a:cubicBezTo>
                <a:cubicBezTo>
                  <a:pt x="963292" y="95856"/>
                  <a:pt x="959522" y="91388"/>
                  <a:pt x="956848" y="85653"/>
                </a:cubicBezTo>
                <a:cubicBezTo>
                  <a:pt x="954175" y="79918"/>
                  <a:pt x="952838" y="73326"/>
                  <a:pt x="952838" y="65876"/>
                </a:cubicBezTo>
                <a:cubicBezTo>
                  <a:pt x="952838" y="58610"/>
                  <a:pt x="954049" y="52018"/>
                  <a:pt x="956471" y="46100"/>
                </a:cubicBezTo>
                <a:cubicBezTo>
                  <a:pt x="958893" y="40182"/>
                  <a:pt x="962526" y="35646"/>
                  <a:pt x="967371" y="32493"/>
                </a:cubicBezTo>
                <a:cubicBezTo>
                  <a:pt x="972215" y="29339"/>
                  <a:pt x="977630" y="27763"/>
                  <a:pt x="983617" y="27763"/>
                </a:cubicBezTo>
                <a:cubicBezTo>
                  <a:pt x="988004" y="27763"/>
                  <a:pt x="991912" y="28688"/>
                  <a:pt x="995339" y="30539"/>
                </a:cubicBezTo>
                <a:cubicBezTo>
                  <a:pt x="998767" y="32390"/>
                  <a:pt x="1001554" y="34801"/>
                  <a:pt x="1003702" y="37771"/>
                </a:cubicBezTo>
                <a:lnTo>
                  <a:pt x="1003702" y="1714"/>
                </a:lnTo>
                <a:lnTo>
                  <a:pt x="1015973" y="1714"/>
                </a:lnTo>
                <a:lnTo>
                  <a:pt x="1015973" y="102208"/>
                </a:lnTo>
                <a:lnTo>
                  <a:pt x="1004525" y="102208"/>
                </a:lnTo>
                <a:moveTo>
                  <a:pt x="965520" y="65876"/>
                </a:moveTo>
                <a:cubicBezTo>
                  <a:pt x="965520" y="75199"/>
                  <a:pt x="967485" y="82169"/>
                  <a:pt x="971415" y="86784"/>
                </a:cubicBezTo>
                <a:cubicBezTo>
                  <a:pt x="975345" y="91400"/>
                  <a:pt x="979984" y="93708"/>
                  <a:pt x="985331" y="93708"/>
                </a:cubicBezTo>
                <a:cubicBezTo>
                  <a:pt x="990723" y="93708"/>
                  <a:pt x="995305" y="91503"/>
                  <a:pt x="999075" y="87093"/>
                </a:cubicBezTo>
                <a:cubicBezTo>
                  <a:pt x="1002845" y="82683"/>
                  <a:pt x="1004730" y="75953"/>
                  <a:pt x="1004730" y="66905"/>
                </a:cubicBezTo>
                <a:cubicBezTo>
                  <a:pt x="1004730" y="56942"/>
                  <a:pt x="1002811" y="49630"/>
                  <a:pt x="998972" y="44969"/>
                </a:cubicBezTo>
                <a:cubicBezTo>
                  <a:pt x="995133" y="40307"/>
                  <a:pt x="990403" y="37977"/>
                  <a:pt x="984782" y="37977"/>
                </a:cubicBezTo>
                <a:cubicBezTo>
                  <a:pt x="979298" y="37977"/>
                  <a:pt x="974717" y="40216"/>
                  <a:pt x="971038" y="44695"/>
                </a:cubicBezTo>
                <a:cubicBezTo>
                  <a:pt x="967359" y="49173"/>
                  <a:pt x="965520" y="56234"/>
                  <a:pt x="965520" y="65876"/>
                </a:cubicBezTo>
                <a:close/>
                <a:moveTo>
                  <a:pt x="1035180" y="15904"/>
                </a:moveTo>
                <a:lnTo>
                  <a:pt x="1035180" y="1714"/>
                </a:lnTo>
                <a:lnTo>
                  <a:pt x="1047519" y="1714"/>
                </a:lnTo>
                <a:lnTo>
                  <a:pt x="1047519" y="15904"/>
                </a:lnTo>
                <a:lnTo>
                  <a:pt x="1035180" y="15904"/>
                </a:lnTo>
                <a:moveTo>
                  <a:pt x="1035180" y="102208"/>
                </a:moveTo>
                <a:lnTo>
                  <a:pt x="1035180" y="29408"/>
                </a:lnTo>
                <a:lnTo>
                  <a:pt x="1047519" y="29408"/>
                </a:lnTo>
                <a:lnTo>
                  <a:pt x="1047519" y="102208"/>
                </a:lnTo>
                <a:lnTo>
                  <a:pt x="1035180" y="102208"/>
                </a:lnTo>
                <a:close/>
                <a:moveTo>
                  <a:pt x="1061666" y="80478"/>
                </a:moveTo>
                <a:lnTo>
                  <a:pt x="1073867" y="78558"/>
                </a:lnTo>
                <a:cubicBezTo>
                  <a:pt x="1074553" y="83448"/>
                  <a:pt x="1076461" y="87196"/>
                  <a:pt x="1079591" y="89800"/>
                </a:cubicBezTo>
                <a:cubicBezTo>
                  <a:pt x="1082722" y="92405"/>
                  <a:pt x="1087098" y="93708"/>
                  <a:pt x="1092719" y="93708"/>
                </a:cubicBezTo>
                <a:cubicBezTo>
                  <a:pt x="1098386" y="93708"/>
                  <a:pt x="1102590" y="92554"/>
                  <a:pt x="1105332" y="90246"/>
                </a:cubicBezTo>
                <a:cubicBezTo>
                  <a:pt x="1108074" y="87938"/>
                  <a:pt x="1109445" y="85230"/>
                  <a:pt x="1109445" y="82123"/>
                </a:cubicBezTo>
                <a:cubicBezTo>
                  <a:pt x="1109445" y="79335"/>
                  <a:pt x="1108234" y="77142"/>
                  <a:pt x="1105812" y="75542"/>
                </a:cubicBezTo>
                <a:cubicBezTo>
                  <a:pt x="1104121" y="74445"/>
                  <a:pt x="1099916" y="73051"/>
                  <a:pt x="1093199" y="71360"/>
                </a:cubicBezTo>
                <a:cubicBezTo>
                  <a:pt x="1084150" y="69075"/>
                  <a:pt x="1077878" y="67099"/>
                  <a:pt x="1074382" y="65431"/>
                </a:cubicBezTo>
                <a:cubicBezTo>
                  <a:pt x="1070886" y="63763"/>
                  <a:pt x="1068235" y="61455"/>
                  <a:pt x="1066430" y="58507"/>
                </a:cubicBezTo>
                <a:cubicBezTo>
                  <a:pt x="1064625" y="55560"/>
                  <a:pt x="1063722" y="52304"/>
                  <a:pt x="1063722" y="48739"/>
                </a:cubicBezTo>
                <a:cubicBezTo>
                  <a:pt x="1063722" y="45494"/>
                  <a:pt x="1064465" y="42490"/>
                  <a:pt x="1065950" y="39725"/>
                </a:cubicBezTo>
                <a:cubicBezTo>
                  <a:pt x="1067435" y="36960"/>
                  <a:pt x="1069457" y="34663"/>
                  <a:pt x="1072017" y="32835"/>
                </a:cubicBezTo>
                <a:cubicBezTo>
                  <a:pt x="1073936" y="31419"/>
                  <a:pt x="1076552" y="30219"/>
                  <a:pt x="1079866" y="29237"/>
                </a:cubicBezTo>
                <a:cubicBezTo>
                  <a:pt x="1083179" y="28254"/>
                  <a:pt x="1086732" y="27763"/>
                  <a:pt x="1090525" y="27763"/>
                </a:cubicBezTo>
                <a:cubicBezTo>
                  <a:pt x="1096238" y="27763"/>
                  <a:pt x="1101253" y="28585"/>
                  <a:pt x="1105572" y="30231"/>
                </a:cubicBezTo>
                <a:cubicBezTo>
                  <a:pt x="1109890" y="31876"/>
                  <a:pt x="1113078" y="34104"/>
                  <a:pt x="1115135" y="36914"/>
                </a:cubicBezTo>
                <a:cubicBezTo>
                  <a:pt x="1117191" y="39725"/>
                  <a:pt x="1118608" y="43484"/>
                  <a:pt x="1119385" y="48191"/>
                </a:cubicBezTo>
                <a:lnTo>
                  <a:pt x="1107320" y="49836"/>
                </a:lnTo>
                <a:cubicBezTo>
                  <a:pt x="1106771" y="46088"/>
                  <a:pt x="1105183" y="43164"/>
                  <a:pt x="1102556" y="41061"/>
                </a:cubicBezTo>
                <a:cubicBezTo>
                  <a:pt x="1099928" y="38959"/>
                  <a:pt x="1096215" y="37908"/>
                  <a:pt x="1091416" y="37908"/>
                </a:cubicBezTo>
                <a:cubicBezTo>
                  <a:pt x="1085749" y="37908"/>
                  <a:pt x="1081705" y="38845"/>
                  <a:pt x="1079283" y="40719"/>
                </a:cubicBezTo>
                <a:cubicBezTo>
                  <a:pt x="1076861" y="42592"/>
                  <a:pt x="1075650" y="44786"/>
                  <a:pt x="1075650" y="47299"/>
                </a:cubicBezTo>
                <a:cubicBezTo>
                  <a:pt x="1075650" y="48899"/>
                  <a:pt x="1076152" y="50338"/>
                  <a:pt x="1077158" y="51618"/>
                </a:cubicBezTo>
                <a:cubicBezTo>
                  <a:pt x="1078163" y="52943"/>
                  <a:pt x="1079740" y="54040"/>
                  <a:pt x="1081888" y="54908"/>
                </a:cubicBezTo>
                <a:cubicBezTo>
                  <a:pt x="1083122" y="55365"/>
                  <a:pt x="1086755" y="56417"/>
                  <a:pt x="1092787" y="58062"/>
                </a:cubicBezTo>
                <a:cubicBezTo>
                  <a:pt x="1101516" y="60392"/>
                  <a:pt x="1107605" y="62300"/>
                  <a:pt x="1111056" y="63786"/>
                </a:cubicBezTo>
                <a:cubicBezTo>
                  <a:pt x="1114506" y="65271"/>
                  <a:pt x="1117214" y="67430"/>
                  <a:pt x="1119179" y="70264"/>
                </a:cubicBezTo>
                <a:cubicBezTo>
                  <a:pt x="1121144" y="73097"/>
                  <a:pt x="1122127" y="76616"/>
                  <a:pt x="1122127" y="80820"/>
                </a:cubicBezTo>
                <a:cubicBezTo>
                  <a:pt x="1122127" y="84933"/>
                  <a:pt x="1120927" y="88806"/>
                  <a:pt x="1118528" y="92440"/>
                </a:cubicBezTo>
                <a:cubicBezTo>
                  <a:pt x="1116129" y="96073"/>
                  <a:pt x="1112667" y="98883"/>
                  <a:pt x="1108142" y="100871"/>
                </a:cubicBezTo>
                <a:cubicBezTo>
                  <a:pt x="1103618" y="102859"/>
                  <a:pt x="1098500" y="103853"/>
                  <a:pt x="1092787" y="103853"/>
                </a:cubicBezTo>
                <a:cubicBezTo>
                  <a:pt x="1083327" y="103853"/>
                  <a:pt x="1076118" y="101888"/>
                  <a:pt x="1071160" y="97958"/>
                </a:cubicBezTo>
                <a:cubicBezTo>
                  <a:pt x="1066201" y="94028"/>
                  <a:pt x="1063037" y="88201"/>
                  <a:pt x="1061666" y="80478"/>
                </a:cubicBezTo>
                <a:close/>
                <a:moveTo>
                  <a:pt x="1136557" y="102208"/>
                </a:moveTo>
                <a:lnTo>
                  <a:pt x="1136557" y="1714"/>
                </a:lnTo>
                <a:lnTo>
                  <a:pt x="1148896" y="1714"/>
                </a:lnTo>
                <a:lnTo>
                  <a:pt x="1148896" y="37771"/>
                </a:lnTo>
                <a:cubicBezTo>
                  <a:pt x="1154655" y="31099"/>
                  <a:pt x="1161921" y="27763"/>
                  <a:pt x="1170695" y="27763"/>
                </a:cubicBezTo>
                <a:cubicBezTo>
                  <a:pt x="1176088" y="27763"/>
                  <a:pt x="1180772" y="28825"/>
                  <a:pt x="1184748" y="30950"/>
                </a:cubicBezTo>
                <a:cubicBezTo>
                  <a:pt x="1188724" y="33075"/>
                  <a:pt x="1191569" y="36012"/>
                  <a:pt x="1193282" y="39759"/>
                </a:cubicBezTo>
                <a:cubicBezTo>
                  <a:pt x="1194996" y="43506"/>
                  <a:pt x="1195853" y="48945"/>
                  <a:pt x="1195853" y="56074"/>
                </a:cubicBezTo>
                <a:lnTo>
                  <a:pt x="1195853" y="102208"/>
                </a:lnTo>
                <a:lnTo>
                  <a:pt x="1183514" y="102208"/>
                </a:lnTo>
                <a:lnTo>
                  <a:pt x="1183514" y="56074"/>
                </a:lnTo>
                <a:cubicBezTo>
                  <a:pt x="1183514" y="49904"/>
                  <a:pt x="1182177" y="45414"/>
                  <a:pt x="1179504" y="42604"/>
                </a:cubicBezTo>
                <a:cubicBezTo>
                  <a:pt x="1176830" y="39793"/>
                  <a:pt x="1173049" y="38388"/>
                  <a:pt x="1168159" y="38388"/>
                </a:cubicBezTo>
                <a:cubicBezTo>
                  <a:pt x="1164503" y="38388"/>
                  <a:pt x="1161064" y="39336"/>
                  <a:pt x="1157842" y="41233"/>
                </a:cubicBezTo>
                <a:cubicBezTo>
                  <a:pt x="1154620" y="43129"/>
                  <a:pt x="1152324" y="45700"/>
                  <a:pt x="1150953" y="48945"/>
                </a:cubicBezTo>
                <a:cubicBezTo>
                  <a:pt x="1149582" y="52189"/>
                  <a:pt x="1148896" y="56668"/>
                  <a:pt x="1148896" y="62380"/>
                </a:cubicBezTo>
                <a:lnTo>
                  <a:pt x="1148896" y="102208"/>
                </a:lnTo>
                <a:lnTo>
                  <a:pt x="1136557" y="102208"/>
                </a:lnTo>
                <a:close/>
                <a:moveTo>
                  <a:pt x="1227811" y="102208"/>
                </a:moveTo>
                <a:lnTo>
                  <a:pt x="1205533" y="29408"/>
                </a:lnTo>
                <a:lnTo>
                  <a:pt x="1218283" y="29408"/>
                </a:lnTo>
                <a:lnTo>
                  <a:pt x="1229868" y="71429"/>
                </a:lnTo>
                <a:lnTo>
                  <a:pt x="1234187" y="87058"/>
                </a:lnTo>
                <a:cubicBezTo>
                  <a:pt x="1234369" y="86282"/>
                  <a:pt x="1235626" y="81277"/>
                  <a:pt x="1237957" y="72046"/>
                </a:cubicBezTo>
                <a:lnTo>
                  <a:pt x="1249542" y="29408"/>
                </a:lnTo>
                <a:lnTo>
                  <a:pt x="1262224" y="29408"/>
                </a:lnTo>
                <a:lnTo>
                  <a:pt x="1273123" y="71635"/>
                </a:lnTo>
                <a:lnTo>
                  <a:pt x="1276756" y="85550"/>
                </a:lnTo>
                <a:lnTo>
                  <a:pt x="1280938" y="71498"/>
                </a:lnTo>
                <a:lnTo>
                  <a:pt x="1293414" y="29408"/>
                </a:lnTo>
                <a:lnTo>
                  <a:pt x="1305410" y="29408"/>
                </a:lnTo>
                <a:lnTo>
                  <a:pt x="1282651" y="102208"/>
                </a:lnTo>
                <a:lnTo>
                  <a:pt x="1269833" y="102208"/>
                </a:lnTo>
                <a:lnTo>
                  <a:pt x="1258248" y="58610"/>
                </a:lnTo>
                <a:lnTo>
                  <a:pt x="1255437" y="46203"/>
                </a:lnTo>
                <a:lnTo>
                  <a:pt x="1240699" y="102208"/>
                </a:lnTo>
                <a:lnTo>
                  <a:pt x="1227811" y="102208"/>
                </a:lnTo>
                <a:close/>
                <a:moveTo>
                  <a:pt x="1363285" y="93228"/>
                </a:moveTo>
                <a:cubicBezTo>
                  <a:pt x="1358715" y="97112"/>
                  <a:pt x="1354316" y="99854"/>
                  <a:pt x="1350089" y="101454"/>
                </a:cubicBezTo>
                <a:cubicBezTo>
                  <a:pt x="1345862" y="103053"/>
                  <a:pt x="1341326" y="103853"/>
                  <a:pt x="1336482" y="103853"/>
                </a:cubicBezTo>
                <a:cubicBezTo>
                  <a:pt x="1328484" y="103853"/>
                  <a:pt x="1322338" y="101899"/>
                  <a:pt x="1318042" y="97992"/>
                </a:cubicBezTo>
                <a:cubicBezTo>
                  <a:pt x="1313746" y="94085"/>
                  <a:pt x="1311598" y="89092"/>
                  <a:pt x="1311598" y="83014"/>
                </a:cubicBezTo>
                <a:cubicBezTo>
                  <a:pt x="1311598" y="79449"/>
                  <a:pt x="1312409" y="76193"/>
                  <a:pt x="1314032" y="73246"/>
                </a:cubicBezTo>
                <a:cubicBezTo>
                  <a:pt x="1315654" y="70298"/>
                  <a:pt x="1317779" y="67933"/>
                  <a:pt x="1320407" y="66151"/>
                </a:cubicBezTo>
                <a:cubicBezTo>
                  <a:pt x="1323035" y="64368"/>
                  <a:pt x="1325994" y="63020"/>
                  <a:pt x="1329284" y="62106"/>
                </a:cubicBezTo>
                <a:cubicBezTo>
                  <a:pt x="1331706" y="61466"/>
                  <a:pt x="1335362" y="60849"/>
                  <a:pt x="1340252" y="60255"/>
                </a:cubicBezTo>
                <a:cubicBezTo>
                  <a:pt x="1350215" y="59067"/>
                  <a:pt x="1357550" y="57650"/>
                  <a:pt x="1362257" y="56005"/>
                </a:cubicBezTo>
                <a:cubicBezTo>
                  <a:pt x="1362302" y="54314"/>
                  <a:pt x="1362325" y="53240"/>
                  <a:pt x="1362325" y="52783"/>
                </a:cubicBezTo>
                <a:cubicBezTo>
                  <a:pt x="1362325" y="47756"/>
                  <a:pt x="1361160" y="44215"/>
                  <a:pt x="1358829" y="42158"/>
                </a:cubicBezTo>
                <a:cubicBezTo>
                  <a:pt x="1355676" y="39371"/>
                  <a:pt x="1350992" y="37977"/>
                  <a:pt x="1344776" y="37977"/>
                </a:cubicBezTo>
                <a:cubicBezTo>
                  <a:pt x="1338972" y="37977"/>
                  <a:pt x="1334688" y="38993"/>
                  <a:pt x="1331923" y="41027"/>
                </a:cubicBezTo>
                <a:cubicBezTo>
                  <a:pt x="1329158" y="43061"/>
                  <a:pt x="1327113" y="46660"/>
                  <a:pt x="1325788" y="51824"/>
                </a:cubicBezTo>
                <a:lnTo>
                  <a:pt x="1313723" y="50179"/>
                </a:lnTo>
                <a:cubicBezTo>
                  <a:pt x="1314820" y="45014"/>
                  <a:pt x="1316625" y="40844"/>
                  <a:pt x="1319139" y="37668"/>
                </a:cubicBezTo>
                <a:cubicBezTo>
                  <a:pt x="1321652" y="34492"/>
                  <a:pt x="1325285" y="32047"/>
                  <a:pt x="1330038" y="30333"/>
                </a:cubicBezTo>
                <a:cubicBezTo>
                  <a:pt x="1334791" y="28620"/>
                  <a:pt x="1340298" y="27763"/>
                  <a:pt x="1346559" y="27763"/>
                </a:cubicBezTo>
                <a:cubicBezTo>
                  <a:pt x="1352774" y="27763"/>
                  <a:pt x="1357824" y="28494"/>
                  <a:pt x="1361708" y="29956"/>
                </a:cubicBezTo>
                <a:cubicBezTo>
                  <a:pt x="1365593" y="31419"/>
                  <a:pt x="1368449" y="33258"/>
                  <a:pt x="1370277" y="35475"/>
                </a:cubicBezTo>
                <a:cubicBezTo>
                  <a:pt x="1372105" y="37691"/>
                  <a:pt x="1373385" y="40490"/>
                  <a:pt x="1374116" y="43872"/>
                </a:cubicBezTo>
                <a:cubicBezTo>
                  <a:pt x="1374527" y="45974"/>
                  <a:pt x="1374733" y="49767"/>
                  <a:pt x="1374733" y="55251"/>
                </a:cubicBezTo>
                <a:lnTo>
                  <a:pt x="1374733" y="71703"/>
                </a:lnTo>
                <a:cubicBezTo>
                  <a:pt x="1374733" y="83174"/>
                  <a:pt x="1374995" y="90429"/>
                  <a:pt x="1375521" y="93468"/>
                </a:cubicBezTo>
                <a:cubicBezTo>
                  <a:pt x="1376047" y="96507"/>
                  <a:pt x="1377086" y="99420"/>
                  <a:pt x="1378640" y="102208"/>
                </a:cubicBezTo>
                <a:lnTo>
                  <a:pt x="1365753" y="102208"/>
                </a:lnTo>
                <a:cubicBezTo>
                  <a:pt x="1364473" y="99649"/>
                  <a:pt x="1363650" y="96655"/>
                  <a:pt x="1363285" y="93228"/>
                </a:cubicBezTo>
                <a:moveTo>
                  <a:pt x="1362257" y="65671"/>
                </a:moveTo>
                <a:cubicBezTo>
                  <a:pt x="1357778" y="67499"/>
                  <a:pt x="1351060" y="69053"/>
                  <a:pt x="1342103" y="70332"/>
                </a:cubicBezTo>
                <a:cubicBezTo>
                  <a:pt x="1337030" y="71063"/>
                  <a:pt x="1333443" y="71886"/>
                  <a:pt x="1331341" y="72800"/>
                </a:cubicBezTo>
                <a:cubicBezTo>
                  <a:pt x="1329238" y="73714"/>
                  <a:pt x="1327616" y="75051"/>
                  <a:pt x="1326474" y="76810"/>
                </a:cubicBezTo>
                <a:cubicBezTo>
                  <a:pt x="1325331" y="78570"/>
                  <a:pt x="1324760" y="80523"/>
                  <a:pt x="1324760" y="82671"/>
                </a:cubicBezTo>
                <a:cubicBezTo>
                  <a:pt x="1324760" y="85962"/>
                  <a:pt x="1326005" y="88704"/>
                  <a:pt x="1328496" y="90897"/>
                </a:cubicBezTo>
                <a:cubicBezTo>
                  <a:pt x="1330986" y="93091"/>
                  <a:pt x="1334631" y="94188"/>
                  <a:pt x="1339429" y="94188"/>
                </a:cubicBezTo>
                <a:cubicBezTo>
                  <a:pt x="1344182" y="94188"/>
                  <a:pt x="1348410" y="93148"/>
                  <a:pt x="1352111" y="91069"/>
                </a:cubicBezTo>
                <a:cubicBezTo>
                  <a:pt x="1355813" y="88989"/>
                  <a:pt x="1358532" y="86144"/>
                  <a:pt x="1360269" y="82534"/>
                </a:cubicBezTo>
                <a:cubicBezTo>
                  <a:pt x="1361594" y="79746"/>
                  <a:pt x="1362257" y="75633"/>
                  <a:pt x="1362257" y="70195"/>
                </a:cubicBezTo>
                <a:lnTo>
                  <a:pt x="1362257" y="65671"/>
                </a:lnTo>
                <a:close/>
                <a:moveTo>
                  <a:pt x="1388662" y="80478"/>
                </a:moveTo>
                <a:lnTo>
                  <a:pt x="1400864" y="78558"/>
                </a:lnTo>
                <a:cubicBezTo>
                  <a:pt x="1401550" y="83448"/>
                  <a:pt x="1403458" y="87196"/>
                  <a:pt x="1406588" y="89800"/>
                </a:cubicBezTo>
                <a:cubicBezTo>
                  <a:pt x="1409719" y="92405"/>
                  <a:pt x="1414094" y="93708"/>
                  <a:pt x="1419716" y="93708"/>
                </a:cubicBezTo>
                <a:cubicBezTo>
                  <a:pt x="1425382" y="93708"/>
                  <a:pt x="1429587" y="92554"/>
                  <a:pt x="1432329" y="90246"/>
                </a:cubicBezTo>
                <a:cubicBezTo>
                  <a:pt x="1435071" y="87938"/>
                  <a:pt x="1436442" y="85230"/>
                  <a:pt x="1436442" y="82123"/>
                </a:cubicBezTo>
                <a:cubicBezTo>
                  <a:pt x="1436442" y="79335"/>
                  <a:pt x="1435231" y="77142"/>
                  <a:pt x="1432809" y="75542"/>
                </a:cubicBezTo>
                <a:cubicBezTo>
                  <a:pt x="1431118" y="74445"/>
                  <a:pt x="1426913" y="73051"/>
                  <a:pt x="1420195" y="71360"/>
                </a:cubicBezTo>
                <a:cubicBezTo>
                  <a:pt x="1411147" y="69075"/>
                  <a:pt x="1404875" y="67099"/>
                  <a:pt x="1401378" y="65431"/>
                </a:cubicBezTo>
                <a:cubicBezTo>
                  <a:pt x="1397882" y="63763"/>
                  <a:pt x="1395232" y="61455"/>
                  <a:pt x="1393427" y="58507"/>
                </a:cubicBezTo>
                <a:cubicBezTo>
                  <a:pt x="1391622" y="55560"/>
                  <a:pt x="1390719" y="52304"/>
                  <a:pt x="1390719" y="48739"/>
                </a:cubicBezTo>
                <a:cubicBezTo>
                  <a:pt x="1390719" y="45494"/>
                  <a:pt x="1391462" y="42490"/>
                  <a:pt x="1392947" y="39725"/>
                </a:cubicBezTo>
                <a:cubicBezTo>
                  <a:pt x="1394432" y="36960"/>
                  <a:pt x="1396454" y="34663"/>
                  <a:pt x="1399014" y="32835"/>
                </a:cubicBezTo>
                <a:cubicBezTo>
                  <a:pt x="1400933" y="31419"/>
                  <a:pt x="1403549" y="30219"/>
                  <a:pt x="1406862" y="29237"/>
                </a:cubicBezTo>
                <a:cubicBezTo>
                  <a:pt x="1410176" y="28254"/>
                  <a:pt x="1413729" y="27763"/>
                  <a:pt x="1417522" y="27763"/>
                </a:cubicBezTo>
                <a:cubicBezTo>
                  <a:pt x="1423234" y="27763"/>
                  <a:pt x="1428250" y="28585"/>
                  <a:pt x="1432569" y="30231"/>
                </a:cubicBezTo>
                <a:cubicBezTo>
                  <a:pt x="1436887" y="31876"/>
                  <a:pt x="1440075" y="34104"/>
                  <a:pt x="1442131" y="36914"/>
                </a:cubicBezTo>
                <a:cubicBezTo>
                  <a:pt x="1444188" y="39725"/>
                  <a:pt x="1445605" y="43484"/>
                  <a:pt x="1446382" y="48191"/>
                </a:cubicBezTo>
                <a:lnTo>
                  <a:pt x="1434317" y="49836"/>
                </a:lnTo>
                <a:cubicBezTo>
                  <a:pt x="1433768" y="46088"/>
                  <a:pt x="1432180" y="43164"/>
                  <a:pt x="1429552" y="41061"/>
                </a:cubicBezTo>
                <a:cubicBezTo>
                  <a:pt x="1426925" y="38959"/>
                  <a:pt x="1423212" y="37908"/>
                  <a:pt x="1418413" y="37908"/>
                </a:cubicBezTo>
                <a:cubicBezTo>
                  <a:pt x="1412746" y="37908"/>
                  <a:pt x="1408702" y="38845"/>
                  <a:pt x="1406280" y="40719"/>
                </a:cubicBezTo>
                <a:cubicBezTo>
                  <a:pt x="1403858" y="42592"/>
                  <a:pt x="1402647" y="44786"/>
                  <a:pt x="1402647" y="47299"/>
                </a:cubicBezTo>
                <a:cubicBezTo>
                  <a:pt x="1402647" y="48899"/>
                  <a:pt x="1403149" y="50338"/>
                  <a:pt x="1404155" y="51618"/>
                </a:cubicBezTo>
                <a:cubicBezTo>
                  <a:pt x="1405160" y="52943"/>
                  <a:pt x="1406737" y="54040"/>
                  <a:pt x="1408885" y="54908"/>
                </a:cubicBezTo>
                <a:cubicBezTo>
                  <a:pt x="1410119" y="55365"/>
                  <a:pt x="1413752" y="56417"/>
                  <a:pt x="1419784" y="58062"/>
                </a:cubicBezTo>
                <a:cubicBezTo>
                  <a:pt x="1428513" y="60392"/>
                  <a:pt x="1434602" y="62300"/>
                  <a:pt x="1438053" y="63786"/>
                </a:cubicBezTo>
                <a:cubicBezTo>
                  <a:pt x="1441503" y="65271"/>
                  <a:pt x="1444211" y="67430"/>
                  <a:pt x="1446176" y="70264"/>
                </a:cubicBezTo>
                <a:cubicBezTo>
                  <a:pt x="1448141" y="73097"/>
                  <a:pt x="1449123" y="76616"/>
                  <a:pt x="1449123" y="80820"/>
                </a:cubicBezTo>
                <a:cubicBezTo>
                  <a:pt x="1449123" y="84933"/>
                  <a:pt x="1447924" y="88806"/>
                  <a:pt x="1445525" y="92440"/>
                </a:cubicBezTo>
                <a:cubicBezTo>
                  <a:pt x="1443125" y="96073"/>
                  <a:pt x="1439664" y="98883"/>
                  <a:pt x="1435139" y="100871"/>
                </a:cubicBezTo>
                <a:cubicBezTo>
                  <a:pt x="1430615" y="102859"/>
                  <a:pt x="1425497" y="103853"/>
                  <a:pt x="1419784" y="103853"/>
                </a:cubicBezTo>
                <a:cubicBezTo>
                  <a:pt x="1410324" y="103853"/>
                  <a:pt x="1403115" y="101888"/>
                  <a:pt x="1398157" y="97958"/>
                </a:cubicBezTo>
                <a:cubicBezTo>
                  <a:pt x="1393198" y="94028"/>
                  <a:pt x="1390033" y="88201"/>
                  <a:pt x="1388662" y="80478"/>
                </a:cubicBezTo>
                <a:close/>
                <a:moveTo>
                  <a:pt x="1463555" y="102208"/>
                </a:moveTo>
                <a:lnTo>
                  <a:pt x="1463555" y="1714"/>
                </a:lnTo>
                <a:lnTo>
                  <a:pt x="1475894" y="1714"/>
                </a:lnTo>
                <a:lnTo>
                  <a:pt x="1475894" y="37771"/>
                </a:lnTo>
                <a:cubicBezTo>
                  <a:pt x="1481652" y="31099"/>
                  <a:pt x="1488918" y="27763"/>
                  <a:pt x="1497693" y="27763"/>
                </a:cubicBezTo>
                <a:cubicBezTo>
                  <a:pt x="1503085" y="27763"/>
                  <a:pt x="1507770" y="28825"/>
                  <a:pt x="1511745" y="30950"/>
                </a:cubicBezTo>
                <a:cubicBezTo>
                  <a:pt x="1515721" y="33075"/>
                  <a:pt x="1518566" y="36012"/>
                  <a:pt x="1520280" y="39759"/>
                </a:cubicBezTo>
                <a:cubicBezTo>
                  <a:pt x="1521994" y="43506"/>
                  <a:pt x="1522850" y="48945"/>
                  <a:pt x="1522850" y="56074"/>
                </a:cubicBezTo>
                <a:lnTo>
                  <a:pt x="1522850" y="102208"/>
                </a:lnTo>
                <a:lnTo>
                  <a:pt x="1510512" y="102208"/>
                </a:lnTo>
                <a:lnTo>
                  <a:pt x="1510512" y="56074"/>
                </a:lnTo>
                <a:cubicBezTo>
                  <a:pt x="1510512" y="49904"/>
                  <a:pt x="1509175" y="45414"/>
                  <a:pt x="1506501" y="42604"/>
                </a:cubicBezTo>
                <a:cubicBezTo>
                  <a:pt x="1503828" y="39793"/>
                  <a:pt x="1500046" y="38388"/>
                  <a:pt x="1495156" y="38388"/>
                </a:cubicBezTo>
                <a:cubicBezTo>
                  <a:pt x="1491500" y="38388"/>
                  <a:pt x="1488061" y="39336"/>
                  <a:pt x="1484840" y="41233"/>
                </a:cubicBezTo>
                <a:cubicBezTo>
                  <a:pt x="1481618" y="43129"/>
                  <a:pt x="1479321" y="45700"/>
                  <a:pt x="1477950" y="48945"/>
                </a:cubicBezTo>
                <a:cubicBezTo>
                  <a:pt x="1476579" y="52189"/>
                  <a:pt x="1475894" y="56668"/>
                  <a:pt x="1475894" y="62380"/>
                </a:cubicBezTo>
                <a:lnTo>
                  <a:pt x="1475894" y="102208"/>
                </a:lnTo>
                <a:lnTo>
                  <a:pt x="1463555" y="102208"/>
                </a:lnTo>
                <a:close/>
                <a:moveTo>
                  <a:pt x="1591209" y="78764"/>
                </a:moveTo>
                <a:lnTo>
                  <a:pt x="1603959" y="80341"/>
                </a:lnTo>
                <a:cubicBezTo>
                  <a:pt x="1601948" y="87790"/>
                  <a:pt x="1598224" y="93571"/>
                  <a:pt x="1592785" y="97684"/>
                </a:cubicBezTo>
                <a:cubicBezTo>
                  <a:pt x="1587347" y="101797"/>
                  <a:pt x="1580401" y="103853"/>
                  <a:pt x="1571946" y="103853"/>
                </a:cubicBezTo>
                <a:cubicBezTo>
                  <a:pt x="1561298" y="103853"/>
                  <a:pt x="1552855" y="100574"/>
                  <a:pt x="1546617" y="94016"/>
                </a:cubicBezTo>
                <a:cubicBezTo>
                  <a:pt x="1540379" y="87458"/>
                  <a:pt x="1537260" y="78261"/>
                  <a:pt x="1537260" y="66425"/>
                </a:cubicBezTo>
                <a:cubicBezTo>
                  <a:pt x="1537260" y="54177"/>
                  <a:pt x="1540413" y="44672"/>
                  <a:pt x="1546720" y="37908"/>
                </a:cubicBezTo>
                <a:cubicBezTo>
                  <a:pt x="1553026" y="31145"/>
                  <a:pt x="1561207" y="27763"/>
                  <a:pt x="1571261" y="27763"/>
                </a:cubicBezTo>
                <a:cubicBezTo>
                  <a:pt x="1580995" y="27763"/>
                  <a:pt x="1588946" y="31076"/>
                  <a:pt x="1595116" y="37702"/>
                </a:cubicBezTo>
                <a:cubicBezTo>
                  <a:pt x="1601285" y="44329"/>
                  <a:pt x="1604370" y="53652"/>
                  <a:pt x="1604370" y="65671"/>
                </a:cubicBezTo>
                <a:cubicBezTo>
                  <a:pt x="1604370" y="66402"/>
                  <a:pt x="1604347" y="67499"/>
                  <a:pt x="1604302" y="68961"/>
                </a:cubicBezTo>
                <a:lnTo>
                  <a:pt x="1550010" y="68961"/>
                </a:lnTo>
                <a:cubicBezTo>
                  <a:pt x="1550467" y="76959"/>
                  <a:pt x="1552729" y="83083"/>
                  <a:pt x="1556797" y="87333"/>
                </a:cubicBezTo>
                <a:cubicBezTo>
                  <a:pt x="1560864" y="91583"/>
                  <a:pt x="1565937" y="93708"/>
                  <a:pt x="1572015" y="93708"/>
                </a:cubicBezTo>
                <a:cubicBezTo>
                  <a:pt x="1576539" y="93708"/>
                  <a:pt x="1580401" y="92520"/>
                  <a:pt x="1583600" y="90143"/>
                </a:cubicBezTo>
                <a:cubicBezTo>
                  <a:pt x="1586799" y="87767"/>
                  <a:pt x="1589335" y="83974"/>
                  <a:pt x="1591209" y="78764"/>
                </a:cubicBezTo>
                <a:moveTo>
                  <a:pt x="1550696" y="58816"/>
                </a:moveTo>
                <a:lnTo>
                  <a:pt x="1591346" y="58816"/>
                </a:lnTo>
                <a:cubicBezTo>
                  <a:pt x="1590797" y="52692"/>
                  <a:pt x="1589244" y="48099"/>
                  <a:pt x="1586684" y="45037"/>
                </a:cubicBezTo>
                <a:cubicBezTo>
                  <a:pt x="1582754" y="40285"/>
                  <a:pt x="1577659" y="37908"/>
                  <a:pt x="1571398" y="37908"/>
                </a:cubicBezTo>
                <a:cubicBezTo>
                  <a:pt x="1565731" y="37908"/>
                  <a:pt x="1560967" y="39805"/>
                  <a:pt x="1557105" y="43598"/>
                </a:cubicBezTo>
                <a:cubicBezTo>
                  <a:pt x="1553243" y="47391"/>
                  <a:pt x="1551107" y="52464"/>
                  <a:pt x="1550696" y="58816"/>
                </a:cubicBezTo>
                <a:close/>
                <a:moveTo>
                  <a:pt x="1619054" y="102208"/>
                </a:moveTo>
                <a:lnTo>
                  <a:pt x="1619054" y="29408"/>
                </a:lnTo>
                <a:lnTo>
                  <a:pt x="1630159" y="29408"/>
                </a:lnTo>
                <a:lnTo>
                  <a:pt x="1630159" y="40444"/>
                </a:lnTo>
                <a:cubicBezTo>
                  <a:pt x="1632992" y="35280"/>
                  <a:pt x="1635609" y="31876"/>
                  <a:pt x="1638008" y="30231"/>
                </a:cubicBezTo>
                <a:cubicBezTo>
                  <a:pt x="1640407" y="28585"/>
                  <a:pt x="1643046" y="27763"/>
                  <a:pt x="1645926" y="27763"/>
                </a:cubicBezTo>
                <a:cubicBezTo>
                  <a:pt x="1650084" y="27763"/>
                  <a:pt x="1654312" y="29088"/>
                  <a:pt x="1658607" y="31739"/>
                </a:cubicBezTo>
                <a:lnTo>
                  <a:pt x="1654357" y="43186"/>
                </a:lnTo>
                <a:cubicBezTo>
                  <a:pt x="1651341" y="41404"/>
                  <a:pt x="1648325" y="40513"/>
                  <a:pt x="1645309" y="40513"/>
                </a:cubicBezTo>
                <a:cubicBezTo>
                  <a:pt x="1642612" y="40513"/>
                  <a:pt x="1640190" y="41324"/>
                  <a:pt x="1638042" y="42947"/>
                </a:cubicBezTo>
                <a:cubicBezTo>
                  <a:pt x="1635894" y="44569"/>
                  <a:pt x="1634363" y="46820"/>
                  <a:pt x="1633449" y="49699"/>
                </a:cubicBezTo>
                <a:cubicBezTo>
                  <a:pt x="1632078" y="54086"/>
                  <a:pt x="1631393" y="58884"/>
                  <a:pt x="1631393" y="64094"/>
                </a:cubicBezTo>
                <a:lnTo>
                  <a:pt x="1631393" y="102208"/>
                </a:lnTo>
                <a:lnTo>
                  <a:pt x="1619054" y="102208"/>
                </a:lnTo>
                <a:close/>
                <a:moveTo>
                  <a:pt x="1704071" y="102208"/>
                </a:moveTo>
                <a:lnTo>
                  <a:pt x="1704071" y="1714"/>
                </a:lnTo>
                <a:lnTo>
                  <a:pt x="1716410" y="1714"/>
                </a:lnTo>
                <a:lnTo>
                  <a:pt x="1716410" y="37771"/>
                </a:lnTo>
                <a:cubicBezTo>
                  <a:pt x="1722168" y="31099"/>
                  <a:pt x="1729435" y="27763"/>
                  <a:pt x="1738209" y="27763"/>
                </a:cubicBezTo>
                <a:cubicBezTo>
                  <a:pt x="1743602" y="27763"/>
                  <a:pt x="1748286" y="28825"/>
                  <a:pt x="1752262" y="30950"/>
                </a:cubicBezTo>
                <a:cubicBezTo>
                  <a:pt x="1756238" y="33075"/>
                  <a:pt x="1759082" y="36012"/>
                  <a:pt x="1760796" y="39759"/>
                </a:cubicBezTo>
                <a:cubicBezTo>
                  <a:pt x="1762510" y="43506"/>
                  <a:pt x="1763367" y="48945"/>
                  <a:pt x="1763367" y="56074"/>
                </a:cubicBezTo>
                <a:lnTo>
                  <a:pt x="1763367" y="102208"/>
                </a:lnTo>
                <a:lnTo>
                  <a:pt x="1751028" y="102208"/>
                </a:lnTo>
                <a:lnTo>
                  <a:pt x="1751028" y="56074"/>
                </a:lnTo>
                <a:cubicBezTo>
                  <a:pt x="1751028" y="49904"/>
                  <a:pt x="1749691" y="45414"/>
                  <a:pt x="1747018" y="42604"/>
                </a:cubicBezTo>
                <a:cubicBezTo>
                  <a:pt x="1744344" y="39793"/>
                  <a:pt x="1740563" y="38388"/>
                  <a:pt x="1735673" y="38388"/>
                </a:cubicBezTo>
                <a:cubicBezTo>
                  <a:pt x="1732017" y="38388"/>
                  <a:pt x="1728578" y="39336"/>
                  <a:pt x="1725356" y="41233"/>
                </a:cubicBezTo>
                <a:cubicBezTo>
                  <a:pt x="1722134" y="43129"/>
                  <a:pt x="1719838" y="45700"/>
                  <a:pt x="1718467" y="48945"/>
                </a:cubicBezTo>
                <a:cubicBezTo>
                  <a:pt x="1717096" y="52189"/>
                  <a:pt x="1716410" y="56668"/>
                  <a:pt x="1716410" y="62380"/>
                </a:cubicBezTo>
                <a:lnTo>
                  <a:pt x="1716410" y="102208"/>
                </a:lnTo>
                <a:lnTo>
                  <a:pt x="1704071" y="102208"/>
                </a:lnTo>
                <a:close/>
                <a:moveTo>
                  <a:pt x="1777297" y="65808"/>
                </a:moveTo>
                <a:cubicBezTo>
                  <a:pt x="1777297" y="52326"/>
                  <a:pt x="1781044" y="42341"/>
                  <a:pt x="1788539" y="35852"/>
                </a:cubicBezTo>
                <a:cubicBezTo>
                  <a:pt x="1794800" y="30459"/>
                  <a:pt x="1802432" y="27763"/>
                  <a:pt x="1811434" y="27763"/>
                </a:cubicBezTo>
                <a:cubicBezTo>
                  <a:pt x="1821443" y="27763"/>
                  <a:pt x="1829623" y="31042"/>
                  <a:pt x="1835975" y="37600"/>
                </a:cubicBezTo>
                <a:cubicBezTo>
                  <a:pt x="1842328" y="44158"/>
                  <a:pt x="1845504" y="53218"/>
                  <a:pt x="1845504" y="64780"/>
                </a:cubicBezTo>
                <a:cubicBezTo>
                  <a:pt x="1845504" y="74148"/>
                  <a:pt x="1844099" y="81517"/>
                  <a:pt x="1841288" y="86887"/>
                </a:cubicBezTo>
                <a:cubicBezTo>
                  <a:pt x="1838477" y="92257"/>
                  <a:pt x="1834387" y="96427"/>
                  <a:pt x="1829018" y="99397"/>
                </a:cubicBezTo>
                <a:cubicBezTo>
                  <a:pt x="1823648" y="102368"/>
                  <a:pt x="1817787" y="103853"/>
                  <a:pt x="1811434" y="103853"/>
                </a:cubicBezTo>
                <a:cubicBezTo>
                  <a:pt x="1801243" y="103853"/>
                  <a:pt x="1793006" y="100586"/>
                  <a:pt x="1786722" y="94051"/>
                </a:cubicBezTo>
                <a:cubicBezTo>
                  <a:pt x="1780438" y="87515"/>
                  <a:pt x="1777297" y="78101"/>
                  <a:pt x="1777297" y="65808"/>
                </a:cubicBezTo>
                <a:moveTo>
                  <a:pt x="1789978" y="65808"/>
                </a:moveTo>
                <a:cubicBezTo>
                  <a:pt x="1789978" y="75131"/>
                  <a:pt x="1792012" y="82111"/>
                  <a:pt x="1796079" y="86750"/>
                </a:cubicBezTo>
                <a:cubicBezTo>
                  <a:pt x="1800147" y="91388"/>
                  <a:pt x="1805265" y="93708"/>
                  <a:pt x="1811434" y="93708"/>
                </a:cubicBezTo>
                <a:cubicBezTo>
                  <a:pt x="1817558" y="93708"/>
                  <a:pt x="1822654" y="91377"/>
                  <a:pt x="1826721" y="86716"/>
                </a:cubicBezTo>
                <a:cubicBezTo>
                  <a:pt x="1830788" y="82054"/>
                  <a:pt x="1832822" y="74948"/>
                  <a:pt x="1832822" y="65397"/>
                </a:cubicBezTo>
                <a:cubicBezTo>
                  <a:pt x="1832822" y="56394"/>
                  <a:pt x="1830777" y="49573"/>
                  <a:pt x="1826687" y="44934"/>
                </a:cubicBezTo>
                <a:cubicBezTo>
                  <a:pt x="1822597" y="40296"/>
                  <a:pt x="1817513" y="37977"/>
                  <a:pt x="1811434" y="37977"/>
                </a:cubicBezTo>
                <a:cubicBezTo>
                  <a:pt x="1805265" y="37977"/>
                  <a:pt x="1800147" y="40285"/>
                  <a:pt x="1796079" y="44900"/>
                </a:cubicBezTo>
                <a:cubicBezTo>
                  <a:pt x="1792012" y="49516"/>
                  <a:pt x="1789978" y="56485"/>
                  <a:pt x="1789978" y="65808"/>
                </a:cubicBezTo>
                <a:close/>
                <a:moveTo>
                  <a:pt x="1859433" y="102208"/>
                </a:moveTo>
                <a:lnTo>
                  <a:pt x="1859433" y="1714"/>
                </a:lnTo>
                <a:lnTo>
                  <a:pt x="1871772" y="1714"/>
                </a:lnTo>
                <a:lnTo>
                  <a:pt x="1871772" y="102208"/>
                </a:lnTo>
                <a:lnTo>
                  <a:pt x="1859433" y="102208"/>
                </a:lnTo>
                <a:close/>
                <a:moveTo>
                  <a:pt x="1938428" y="102208"/>
                </a:moveTo>
                <a:lnTo>
                  <a:pt x="1938428" y="93022"/>
                </a:lnTo>
                <a:cubicBezTo>
                  <a:pt x="1933813" y="100243"/>
                  <a:pt x="1927026" y="103853"/>
                  <a:pt x="1918069" y="103853"/>
                </a:cubicBezTo>
                <a:cubicBezTo>
                  <a:pt x="1912265" y="103853"/>
                  <a:pt x="1906930" y="102254"/>
                  <a:pt x="1902063" y="99055"/>
                </a:cubicBezTo>
                <a:cubicBezTo>
                  <a:pt x="1897196" y="95856"/>
                  <a:pt x="1893425" y="91388"/>
                  <a:pt x="1890752" y="85653"/>
                </a:cubicBezTo>
                <a:cubicBezTo>
                  <a:pt x="1888078" y="79918"/>
                  <a:pt x="1886742" y="73326"/>
                  <a:pt x="1886742" y="65876"/>
                </a:cubicBezTo>
                <a:cubicBezTo>
                  <a:pt x="1886742" y="58610"/>
                  <a:pt x="1887953" y="52018"/>
                  <a:pt x="1890375" y="46100"/>
                </a:cubicBezTo>
                <a:cubicBezTo>
                  <a:pt x="1892797" y="40182"/>
                  <a:pt x="1896430" y="35646"/>
                  <a:pt x="1901274" y="32493"/>
                </a:cubicBezTo>
                <a:cubicBezTo>
                  <a:pt x="1906118" y="29339"/>
                  <a:pt x="1911534" y="27763"/>
                  <a:pt x="1917521" y="27763"/>
                </a:cubicBezTo>
                <a:cubicBezTo>
                  <a:pt x="1921908" y="27763"/>
                  <a:pt x="1925815" y="28688"/>
                  <a:pt x="1929243" y="30539"/>
                </a:cubicBezTo>
                <a:cubicBezTo>
                  <a:pt x="1932670" y="32390"/>
                  <a:pt x="1935458" y="34801"/>
                  <a:pt x="1937606" y="37771"/>
                </a:cubicBezTo>
                <a:lnTo>
                  <a:pt x="1937606" y="1714"/>
                </a:lnTo>
                <a:lnTo>
                  <a:pt x="1949876" y="1714"/>
                </a:lnTo>
                <a:lnTo>
                  <a:pt x="1949876" y="102208"/>
                </a:lnTo>
                <a:lnTo>
                  <a:pt x="1938428" y="102208"/>
                </a:lnTo>
                <a:moveTo>
                  <a:pt x="1899423" y="65876"/>
                </a:moveTo>
                <a:cubicBezTo>
                  <a:pt x="1899423" y="75199"/>
                  <a:pt x="1901388" y="82169"/>
                  <a:pt x="1905319" y="86784"/>
                </a:cubicBezTo>
                <a:cubicBezTo>
                  <a:pt x="1909249" y="91400"/>
                  <a:pt x="1913887" y="93708"/>
                  <a:pt x="1919234" y="93708"/>
                </a:cubicBezTo>
                <a:cubicBezTo>
                  <a:pt x="1924627" y="93708"/>
                  <a:pt x="1929208" y="91503"/>
                  <a:pt x="1932979" y="87093"/>
                </a:cubicBezTo>
                <a:cubicBezTo>
                  <a:pt x="1936749" y="82683"/>
                  <a:pt x="1938634" y="75953"/>
                  <a:pt x="1938634" y="66905"/>
                </a:cubicBezTo>
                <a:cubicBezTo>
                  <a:pt x="1938634" y="56942"/>
                  <a:pt x="1936715" y="49630"/>
                  <a:pt x="1932876" y="44969"/>
                </a:cubicBezTo>
                <a:cubicBezTo>
                  <a:pt x="1929037" y="40307"/>
                  <a:pt x="1924307" y="37977"/>
                  <a:pt x="1918686" y="37977"/>
                </a:cubicBezTo>
                <a:cubicBezTo>
                  <a:pt x="1913202" y="37977"/>
                  <a:pt x="1908620" y="40216"/>
                  <a:pt x="1904942" y="44695"/>
                </a:cubicBezTo>
                <a:cubicBezTo>
                  <a:pt x="1901263" y="49173"/>
                  <a:pt x="1899423" y="56234"/>
                  <a:pt x="1899423" y="65876"/>
                </a:cubicBezTo>
                <a:close/>
                <a:moveTo>
                  <a:pt x="1964080" y="80478"/>
                </a:moveTo>
                <a:lnTo>
                  <a:pt x="1976282" y="78558"/>
                </a:lnTo>
                <a:cubicBezTo>
                  <a:pt x="1976967" y="83448"/>
                  <a:pt x="1978875" y="87196"/>
                  <a:pt x="1982006" y="89800"/>
                </a:cubicBezTo>
                <a:cubicBezTo>
                  <a:pt x="1985136" y="92405"/>
                  <a:pt x="1989512" y="93708"/>
                  <a:pt x="1995133" y="93708"/>
                </a:cubicBezTo>
                <a:cubicBezTo>
                  <a:pt x="2000800" y="93708"/>
                  <a:pt x="2005004" y="92554"/>
                  <a:pt x="2007746" y="90246"/>
                </a:cubicBezTo>
                <a:cubicBezTo>
                  <a:pt x="2010488" y="87938"/>
                  <a:pt x="2011859" y="85230"/>
                  <a:pt x="2011859" y="82123"/>
                </a:cubicBezTo>
                <a:cubicBezTo>
                  <a:pt x="2011859" y="79335"/>
                  <a:pt x="2010648" y="77142"/>
                  <a:pt x="2008226" y="75542"/>
                </a:cubicBezTo>
                <a:cubicBezTo>
                  <a:pt x="2006535" y="74445"/>
                  <a:pt x="2002331" y="73051"/>
                  <a:pt x="1995613" y="71360"/>
                </a:cubicBezTo>
                <a:cubicBezTo>
                  <a:pt x="1986564" y="69075"/>
                  <a:pt x="1980292" y="67099"/>
                  <a:pt x="1976796" y="65431"/>
                </a:cubicBezTo>
                <a:cubicBezTo>
                  <a:pt x="1973300" y="63763"/>
                  <a:pt x="1970649" y="61455"/>
                  <a:pt x="1968844" y="58507"/>
                </a:cubicBezTo>
                <a:cubicBezTo>
                  <a:pt x="1967039" y="55560"/>
                  <a:pt x="1966137" y="52304"/>
                  <a:pt x="1966137" y="48739"/>
                </a:cubicBezTo>
                <a:cubicBezTo>
                  <a:pt x="1966137" y="45494"/>
                  <a:pt x="1966879" y="42490"/>
                  <a:pt x="1968364" y="39725"/>
                </a:cubicBezTo>
                <a:cubicBezTo>
                  <a:pt x="1969850" y="36960"/>
                  <a:pt x="1971872" y="34663"/>
                  <a:pt x="1974431" y="32835"/>
                </a:cubicBezTo>
                <a:cubicBezTo>
                  <a:pt x="1976351" y="31419"/>
                  <a:pt x="1978967" y="30219"/>
                  <a:pt x="1982280" y="29237"/>
                </a:cubicBezTo>
                <a:cubicBezTo>
                  <a:pt x="1985593" y="28254"/>
                  <a:pt x="1989147" y="27763"/>
                  <a:pt x="1992940" y="27763"/>
                </a:cubicBezTo>
                <a:cubicBezTo>
                  <a:pt x="1998652" y="27763"/>
                  <a:pt x="2003668" y="28585"/>
                  <a:pt x="2007986" y="30231"/>
                </a:cubicBezTo>
                <a:cubicBezTo>
                  <a:pt x="2012305" y="31876"/>
                  <a:pt x="2015493" y="34104"/>
                  <a:pt x="2017549" y="36914"/>
                </a:cubicBezTo>
                <a:cubicBezTo>
                  <a:pt x="2019606" y="39725"/>
                  <a:pt x="2021022" y="43484"/>
                  <a:pt x="2021799" y="48191"/>
                </a:cubicBezTo>
                <a:lnTo>
                  <a:pt x="2009734" y="49836"/>
                </a:lnTo>
                <a:cubicBezTo>
                  <a:pt x="2009186" y="46088"/>
                  <a:pt x="2007598" y="43164"/>
                  <a:pt x="2004970" y="41061"/>
                </a:cubicBezTo>
                <a:cubicBezTo>
                  <a:pt x="2002342" y="38959"/>
                  <a:pt x="1998629" y="37908"/>
                  <a:pt x="1993831" y="37908"/>
                </a:cubicBezTo>
                <a:cubicBezTo>
                  <a:pt x="1988164" y="37908"/>
                  <a:pt x="1984120" y="38845"/>
                  <a:pt x="1981697" y="40719"/>
                </a:cubicBezTo>
                <a:cubicBezTo>
                  <a:pt x="1979275" y="42592"/>
                  <a:pt x="1978064" y="44786"/>
                  <a:pt x="1978064" y="47299"/>
                </a:cubicBezTo>
                <a:cubicBezTo>
                  <a:pt x="1978064" y="48899"/>
                  <a:pt x="1978567" y="50338"/>
                  <a:pt x="1979572" y="51618"/>
                </a:cubicBezTo>
                <a:cubicBezTo>
                  <a:pt x="1980578" y="52943"/>
                  <a:pt x="1982154" y="54040"/>
                  <a:pt x="1984302" y="54908"/>
                </a:cubicBezTo>
                <a:cubicBezTo>
                  <a:pt x="1985536" y="55365"/>
                  <a:pt x="1989169" y="56417"/>
                  <a:pt x="1995202" y="58062"/>
                </a:cubicBezTo>
                <a:cubicBezTo>
                  <a:pt x="2003930" y="60392"/>
                  <a:pt x="2010020" y="62300"/>
                  <a:pt x="2013470" y="63786"/>
                </a:cubicBezTo>
                <a:cubicBezTo>
                  <a:pt x="2016921" y="65271"/>
                  <a:pt x="2019628" y="67430"/>
                  <a:pt x="2021593" y="70264"/>
                </a:cubicBezTo>
                <a:cubicBezTo>
                  <a:pt x="2023559" y="73097"/>
                  <a:pt x="2024541" y="76616"/>
                  <a:pt x="2024541" y="80820"/>
                </a:cubicBezTo>
                <a:cubicBezTo>
                  <a:pt x="2024541" y="84933"/>
                  <a:pt x="2023342" y="88806"/>
                  <a:pt x="2020942" y="92440"/>
                </a:cubicBezTo>
                <a:cubicBezTo>
                  <a:pt x="2018543" y="96073"/>
                  <a:pt x="2015081" y="98883"/>
                  <a:pt x="2010557" y="100871"/>
                </a:cubicBezTo>
                <a:cubicBezTo>
                  <a:pt x="2006033" y="102859"/>
                  <a:pt x="2000914" y="103853"/>
                  <a:pt x="1995202" y="103853"/>
                </a:cubicBezTo>
                <a:cubicBezTo>
                  <a:pt x="1985742" y="103853"/>
                  <a:pt x="1978533" y="101888"/>
                  <a:pt x="1973574" y="97958"/>
                </a:cubicBezTo>
                <a:cubicBezTo>
                  <a:pt x="1968616" y="94028"/>
                  <a:pt x="1965451" y="88201"/>
                  <a:pt x="1964080" y="80478"/>
                </a:cubicBezTo>
                <a:close/>
                <a:moveTo>
                  <a:pt x="2124986" y="93228"/>
                </a:moveTo>
                <a:cubicBezTo>
                  <a:pt x="2120416" y="97112"/>
                  <a:pt x="2116017" y="99854"/>
                  <a:pt x="2111790" y="101454"/>
                </a:cubicBezTo>
                <a:cubicBezTo>
                  <a:pt x="2107563" y="103053"/>
                  <a:pt x="2103027" y="103853"/>
                  <a:pt x="2098183" y="103853"/>
                </a:cubicBezTo>
                <a:cubicBezTo>
                  <a:pt x="2090185" y="103853"/>
                  <a:pt x="2084039" y="101899"/>
                  <a:pt x="2079743" y="97992"/>
                </a:cubicBezTo>
                <a:cubicBezTo>
                  <a:pt x="2075447" y="94085"/>
                  <a:pt x="2073299" y="89092"/>
                  <a:pt x="2073299" y="83014"/>
                </a:cubicBezTo>
                <a:cubicBezTo>
                  <a:pt x="2073299" y="79449"/>
                  <a:pt x="2074110" y="76193"/>
                  <a:pt x="2075733" y="73246"/>
                </a:cubicBezTo>
                <a:cubicBezTo>
                  <a:pt x="2077355" y="70298"/>
                  <a:pt x="2079480" y="67933"/>
                  <a:pt x="2082108" y="66151"/>
                </a:cubicBezTo>
                <a:cubicBezTo>
                  <a:pt x="2084736" y="64368"/>
                  <a:pt x="2087695" y="63020"/>
                  <a:pt x="2090985" y="62106"/>
                </a:cubicBezTo>
                <a:cubicBezTo>
                  <a:pt x="2093407" y="61466"/>
                  <a:pt x="2097063" y="60849"/>
                  <a:pt x="2101953" y="60255"/>
                </a:cubicBezTo>
                <a:cubicBezTo>
                  <a:pt x="2111916" y="59067"/>
                  <a:pt x="2119250" y="57650"/>
                  <a:pt x="2123958" y="56005"/>
                </a:cubicBezTo>
                <a:cubicBezTo>
                  <a:pt x="2124003" y="54314"/>
                  <a:pt x="2124026" y="53240"/>
                  <a:pt x="2124026" y="52783"/>
                </a:cubicBezTo>
                <a:cubicBezTo>
                  <a:pt x="2124026" y="47756"/>
                  <a:pt x="2122861" y="44215"/>
                  <a:pt x="2120530" y="42158"/>
                </a:cubicBezTo>
                <a:cubicBezTo>
                  <a:pt x="2117377" y="39371"/>
                  <a:pt x="2112692" y="37977"/>
                  <a:pt x="2106477" y="37977"/>
                </a:cubicBezTo>
                <a:cubicBezTo>
                  <a:pt x="2100673" y="37977"/>
                  <a:pt x="2096389" y="38993"/>
                  <a:pt x="2093624" y="41027"/>
                </a:cubicBezTo>
                <a:cubicBezTo>
                  <a:pt x="2090859" y="43061"/>
                  <a:pt x="2088814" y="46660"/>
                  <a:pt x="2087489" y="51824"/>
                </a:cubicBezTo>
                <a:lnTo>
                  <a:pt x="2075424" y="50179"/>
                </a:lnTo>
                <a:cubicBezTo>
                  <a:pt x="2076521" y="45014"/>
                  <a:pt x="2078326" y="40844"/>
                  <a:pt x="2080840" y="37668"/>
                </a:cubicBezTo>
                <a:cubicBezTo>
                  <a:pt x="2083353" y="34492"/>
                  <a:pt x="2086986" y="32047"/>
                  <a:pt x="2091739" y="30333"/>
                </a:cubicBezTo>
                <a:cubicBezTo>
                  <a:pt x="2096492" y="28620"/>
                  <a:pt x="2101999" y="27763"/>
                  <a:pt x="2108260" y="27763"/>
                </a:cubicBezTo>
                <a:cubicBezTo>
                  <a:pt x="2114475" y="27763"/>
                  <a:pt x="2119525" y="28494"/>
                  <a:pt x="2123409" y="29956"/>
                </a:cubicBezTo>
                <a:cubicBezTo>
                  <a:pt x="2127294" y="31419"/>
                  <a:pt x="2130150" y="33258"/>
                  <a:pt x="2131978" y="35475"/>
                </a:cubicBezTo>
                <a:cubicBezTo>
                  <a:pt x="2133806" y="37691"/>
                  <a:pt x="2135085" y="40490"/>
                  <a:pt x="2135817" y="43872"/>
                </a:cubicBezTo>
                <a:cubicBezTo>
                  <a:pt x="2136228" y="45974"/>
                  <a:pt x="2136434" y="49767"/>
                  <a:pt x="2136434" y="55251"/>
                </a:cubicBezTo>
                <a:lnTo>
                  <a:pt x="2136434" y="71703"/>
                </a:lnTo>
                <a:cubicBezTo>
                  <a:pt x="2136434" y="83174"/>
                  <a:pt x="2136696" y="90429"/>
                  <a:pt x="2137222" y="93468"/>
                </a:cubicBezTo>
                <a:cubicBezTo>
                  <a:pt x="2137747" y="96507"/>
                  <a:pt x="2138787" y="99420"/>
                  <a:pt x="2140341" y="102208"/>
                </a:cubicBezTo>
                <a:lnTo>
                  <a:pt x="2127454" y="102208"/>
                </a:lnTo>
                <a:cubicBezTo>
                  <a:pt x="2126174" y="99649"/>
                  <a:pt x="2125351" y="96655"/>
                  <a:pt x="2124986" y="93228"/>
                </a:cubicBezTo>
                <a:moveTo>
                  <a:pt x="2123958" y="65671"/>
                </a:moveTo>
                <a:cubicBezTo>
                  <a:pt x="2119479" y="67499"/>
                  <a:pt x="2112761" y="69053"/>
                  <a:pt x="2103804" y="70332"/>
                </a:cubicBezTo>
                <a:cubicBezTo>
                  <a:pt x="2098731" y="71063"/>
                  <a:pt x="2095144" y="71886"/>
                  <a:pt x="2093042" y="72800"/>
                </a:cubicBezTo>
                <a:cubicBezTo>
                  <a:pt x="2090939" y="73714"/>
                  <a:pt x="2089317" y="75051"/>
                  <a:pt x="2088174" y="76810"/>
                </a:cubicBezTo>
                <a:cubicBezTo>
                  <a:pt x="2087032" y="78570"/>
                  <a:pt x="2086461" y="80523"/>
                  <a:pt x="2086461" y="82671"/>
                </a:cubicBezTo>
                <a:cubicBezTo>
                  <a:pt x="2086461" y="85962"/>
                  <a:pt x="2087706" y="88704"/>
                  <a:pt x="2090197" y="90897"/>
                </a:cubicBezTo>
                <a:cubicBezTo>
                  <a:pt x="2092687" y="93091"/>
                  <a:pt x="2096332" y="94188"/>
                  <a:pt x="2101130" y="94188"/>
                </a:cubicBezTo>
                <a:cubicBezTo>
                  <a:pt x="2105883" y="94188"/>
                  <a:pt x="2110110" y="93148"/>
                  <a:pt x="2113812" y="91069"/>
                </a:cubicBezTo>
                <a:cubicBezTo>
                  <a:pt x="2117514" y="88989"/>
                  <a:pt x="2120233" y="86144"/>
                  <a:pt x="2121970" y="82534"/>
                </a:cubicBezTo>
                <a:cubicBezTo>
                  <a:pt x="2123295" y="79746"/>
                  <a:pt x="2123958" y="75633"/>
                  <a:pt x="2123958" y="70195"/>
                </a:cubicBezTo>
                <a:lnTo>
                  <a:pt x="2123958" y="65671"/>
                </a:lnTo>
                <a:close/>
                <a:moveTo>
                  <a:pt x="2241040" y="102208"/>
                </a:moveTo>
                <a:lnTo>
                  <a:pt x="2241040" y="93022"/>
                </a:lnTo>
                <a:cubicBezTo>
                  <a:pt x="2236424" y="100243"/>
                  <a:pt x="2229637" y="103853"/>
                  <a:pt x="2220680" y="103853"/>
                </a:cubicBezTo>
                <a:cubicBezTo>
                  <a:pt x="2214876" y="103853"/>
                  <a:pt x="2209541" y="102254"/>
                  <a:pt x="2204674" y="99055"/>
                </a:cubicBezTo>
                <a:cubicBezTo>
                  <a:pt x="2199807" y="95856"/>
                  <a:pt x="2196037" y="91388"/>
                  <a:pt x="2193363" y="85653"/>
                </a:cubicBezTo>
                <a:cubicBezTo>
                  <a:pt x="2190690" y="79918"/>
                  <a:pt x="2189353" y="73326"/>
                  <a:pt x="2189353" y="65876"/>
                </a:cubicBezTo>
                <a:cubicBezTo>
                  <a:pt x="2189353" y="58610"/>
                  <a:pt x="2190564" y="52018"/>
                  <a:pt x="2192986" y="46100"/>
                </a:cubicBezTo>
                <a:cubicBezTo>
                  <a:pt x="2195408" y="40182"/>
                  <a:pt x="2199041" y="35646"/>
                  <a:pt x="2203885" y="32493"/>
                </a:cubicBezTo>
                <a:cubicBezTo>
                  <a:pt x="2208730" y="29339"/>
                  <a:pt x="2214145" y="27763"/>
                  <a:pt x="2220132" y="27763"/>
                </a:cubicBezTo>
                <a:cubicBezTo>
                  <a:pt x="2224519" y="27763"/>
                  <a:pt x="2228426" y="28688"/>
                  <a:pt x="2231854" y="30539"/>
                </a:cubicBezTo>
                <a:cubicBezTo>
                  <a:pt x="2235281" y="32390"/>
                  <a:pt x="2238069" y="34801"/>
                  <a:pt x="2240217" y="37771"/>
                </a:cubicBezTo>
                <a:lnTo>
                  <a:pt x="2240217" y="1714"/>
                </a:lnTo>
                <a:lnTo>
                  <a:pt x="2252487" y="1714"/>
                </a:lnTo>
                <a:lnTo>
                  <a:pt x="2252487" y="102208"/>
                </a:lnTo>
                <a:lnTo>
                  <a:pt x="2241040" y="102208"/>
                </a:lnTo>
                <a:moveTo>
                  <a:pt x="2202035" y="65876"/>
                </a:moveTo>
                <a:cubicBezTo>
                  <a:pt x="2202035" y="75199"/>
                  <a:pt x="2204000" y="82169"/>
                  <a:pt x="2207930" y="86784"/>
                </a:cubicBezTo>
                <a:cubicBezTo>
                  <a:pt x="2211860" y="91400"/>
                  <a:pt x="2216499" y="93708"/>
                  <a:pt x="2221846" y="93708"/>
                </a:cubicBezTo>
                <a:cubicBezTo>
                  <a:pt x="2227238" y="93708"/>
                  <a:pt x="2231820" y="91503"/>
                  <a:pt x="2235590" y="87093"/>
                </a:cubicBezTo>
                <a:cubicBezTo>
                  <a:pt x="2239360" y="82683"/>
                  <a:pt x="2241245" y="75953"/>
                  <a:pt x="2241245" y="66905"/>
                </a:cubicBezTo>
                <a:cubicBezTo>
                  <a:pt x="2241245" y="56942"/>
                  <a:pt x="2239326" y="49630"/>
                  <a:pt x="2235487" y="44969"/>
                </a:cubicBezTo>
                <a:cubicBezTo>
                  <a:pt x="2231648" y="40307"/>
                  <a:pt x="2226918" y="37977"/>
                  <a:pt x="2221297" y="37977"/>
                </a:cubicBezTo>
                <a:cubicBezTo>
                  <a:pt x="2215813" y="37977"/>
                  <a:pt x="2211232" y="40216"/>
                  <a:pt x="2207553" y="44695"/>
                </a:cubicBezTo>
                <a:cubicBezTo>
                  <a:pt x="2203874" y="49173"/>
                  <a:pt x="2202035" y="56234"/>
                  <a:pt x="2202035" y="65876"/>
                </a:cubicBezTo>
                <a:close/>
                <a:moveTo>
                  <a:pt x="2271695" y="15904"/>
                </a:moveTo>
                <a:lnTo>
                  <a:pt x="2271695" y="1714"/>
                </a:lnTo>
                <a:lnTo>
                  <a:pt x="2284034" y="1714"/>
                </a:lnTo>
                <a:lnTo>
                  <a:pt x="2284034" y="15904"/>
                </a:lnTo>
                <a:lnTo>
                  <a:pt x="2271695" y="15904"/>
                </a:lnTo>
                <a:moveTo>
                  <a:pt x="2271695" y="102208"/>
                </a:moveTo>
                <a:lnTo>
                  <a:pt x="2271695" y="29408"/>
                </a:lnTo>
                <a:lnTo>
                  <a:pt x="2284034" y="29408"/>
                </a:lnTo>
                <a:lnTo>
                  <a:pt x="2284034" y="102208"/>
                </a:lnTo>
                <a:lnTo>
                  <a:pt x="2271695" y="102208"/>
                </a:lnTo>
                <a:close/>
                <a:moveTo>
                  <a:pt x="2298182" y="80478"/>
                </a:moveTo>
                <a:lnTo>
                  <a:pt x="2310383" y="78558"/>
                </a:lnTo>
                <a:cubicBezTo>
                  <a:pt x="2311069" y="83448"/>
                  <a:pt x="2312977" y="87196"/>
                  <a:pt x="2316107" y="89800"/>
                </a:cubicBezTo>
                <a:cubicBezTo>
                  <a:pt x="2319238" y="92405"/>
                  <a:pt x="2323614" y="93708"/>
                  <a:pt x="2329235" y="93708"/>
                </a:cubicBezTo>
                <a:cubicBezTo>
                  <a:pt x="2334901" y="93708"/>
                  <a:pt x="2339106" y="92554"/>
                  <a:pt x="2341848" y="90246"/>
                </a:cubicBezTo>
                <a:cubicBezTo>
                  <a:pt x="2344590" y="87938"/>
                  <a:pt x="2345961" y="85230"/>
                  <a:pt x="2345961" y="82123"/>
                </a:cubicBezTo>
                <a:cubicBezTo>
                  <a:pt x="2345961" y="79335"/>
                  <a:pt x="2344750" y="77142"/>
                  <a:pt x="2342328" y="75542"/>
                </a:cubicBezTo>
                <a:cubicBezTo>
                  <a:pt x="2340637" y="74445"/>
                  <a:pt x="2336432" y="73051"/>
                  <a:pt x="2329715" y="71360"/>
                </a:cubicBezTo>
                <a:cubicBezTo>
                  <a:pt x="2320666" y="69075"/>
                  <a:pt x="2314394" y="67099"/>
                  <a:pt x="2310898" y="65431"/>
                </a:cubicBezTo>
                <a:cubicBezTo>
                  <a:pt x="2307402" y="63763"/>
                  <a:pt x="2304751" y="61455"/>
                  <a:pt x="2302946" y="58507"/>
                </a:cubicBezTo>
                <a:cubicBezTo>
                  <a:pt x="2301141" y="55560"/>
                  <a:pt x="2300238" y="52304"/>
                  <a:pt x="2300238" y="48739"/>
                </a:cubicBezTo>
                <a:cubicBezTo>
                  <a:pt x="2300238" y="45494"/>
                  <a:pt x="2300981" y="42490"/>
                  <a:pt x="2302466" y="39725"/>
                </a:cubicBezTo>
                <a:cubicBezTo>
                  <a:pt x="2303951" y="36960"/>
                  <a:pt x="2305973" y="34663"/>
                  <a:pt x="2308533" y="32835"/>
                </a:cubicBezTo>
                <a:cubicBezTo>
                  <a:pt x="2310452" y="31419"/>
                  <a:pt x="2313068" y="30219"/>
                  <a:pt x="2316382" y="29237"/>
                </a:cubicBezTo>
                <a:cubicBezTo>
                  <a:pt x="2319695" y="28254"/>
                  <a:pt x="2323248" y="27763"/>
                  <a:pt x="2327041" y="27763"/>
                </a:cubicBezTo>
                <a:cubicBezTo>
                  <a:pt x="2332754" y="27763"/>
                  <a:pt x="2337769" y="28585"/>
                  <a:pt x="2342088" y="30231"/>
                </a:cubicBezTo>
                <a:cubicBezTo>
                  <a:pt x="2346406" y="31876"/>
                  <a:pt x="2349594" y="34104"/>
                  <a:pt x="2351651" y="36914"/>
                </a:cubicBezTo>
                <a:cubicBezTo>
                  <a:pt x="2353707" y="39725"/>
                  <a:pt x="2355124" y="43484"/>
                  <a:pt x="2355901" y="48191"/>
                </a:cubicBezTo>
                <a:lnTo>
                  <a:pt x="2343836" y="49836"/>
                </a:lnTo>
                <a:cubicBezTo>
                  <a:pt x="2343287" y="46088"/>
                  <a:pt x="2341699" y="43164"/>
                  <a:pt x="2339072" y="41061"/>
                </a:cubicBezTo>
                <a:cubicBezTo>
                  <a:pt x="2336444" y="38959"/>
                  <a:pt x="2332731" y="37908"/>
                  <a:pt x="2327932" y="37908"/>
                </a:cubicBezTo>
                <a:cubicBezTo>
                  <a:pt x="2322265" y="37908"/>
                  <a:pt x="2318221" y="38845"/>
                  <a:pt x="2315799" y="40719"/>
                </a:cubicBezTo>
                <a:cubicBezTo>
                  <a:pt x="2313377" y="42592"/>
                  <a:pt x="2312166" y="44786"/>
                  <a:pt x="2312166" y="47299"/>
                </a:cubicBezTo>
                <a:cubicBezTo>
                  <a:pt x="2312166" y="48899"/>
                  <a:pt x="2312668" y="50338"/>
                  <a:pt x="2313674" y="51618"/>
                </a:cubicBezTo>
                <a:cubicBezTo>
                  <a:pt x="2314679" y="52943"/>
                  <a:pt x="2316256" y="54040"/>
                  <a:pt x="2318404" y="54908"/>
                </a:cubicBezTo>
                <a:cubicBezTo>
                  <a:pt x="2319638" y="55365"/>
                  <a:pt x="2323271" y="56417"/>
                  <a:pt x="2329303" y="58062"/>
                </a:cubicBezTo>
                <a:cubicBezTo>
                  <a:pt x="2338032" y="60392"/>
                  <a:pt x="2344121" y="62300"/>
                  <a:pt x="2347572" y="63786"/>
                </a:cubicBezTo>
                <a:cubicBezTo>
                  <a:pt x="2351022" y="65271"/>
                  <a:pt x="2353730" y="67430"/>
                  <a:pt x="2355695" y="70264"/>
                </a:cubicBezTo>
                <a:cubicBezTo>
                  <a:pt x="2357660" y="73097"/>
                  <a:pt x="2358643" y="76616"/>
                  <a:pt x="2358643" y="80820"/>
                </a:cubicBezTo>
                <a:cubicBezTo>
                  <a:pt x="2358643" y="84933"/>
                  <a:pt x="2357443" y="88806"/>
                  <a:pt x="2355044" y="92440"/>
                </a:cubicBezTo>
                <a:cubicBezTo>
                  <a:pt x="2352644" y="96073"/>
                  <a:pt x="2349183" y="98883"/>
                  <a:pt x="2344658" y="100871"/>
                </a:cubicBezTo>
                <a:cubicBezTo>
                  <a:pt x="2340134" y="102859"/>
                  <a:pt x="2335016" y="103853"/>
                  <a:pt x="2329303" y="103853"/>
                </a:cubicBezTo>
                <a:cubicBezTo>
                  <a:pt x="2319843" y="103853"/>
                  <a:pt x="2312634" y="101888"/>
                  <a:pt x="2307676" y="97958"/>
                </a:cubicBezTo>
                <a:cubicBezTo>
                  <a:pt x="2302717" y="94028"/>
                  <a:pt x="2299553" y="88201"/>
                  <a:pt x="2298182" y="80478"/>
                </a:cubicBezTo>
                <a:close/>
                <a:moveTo>
                  <a:pt x="2373073" y="102208"/>
                </a:moveTo>
                <a:lnTo>
                  <a:pt x="2373073" y="1714"/>
                </a:lnTo>
                <a:lnTo>
                  <a:pt x="2385412" y="1714"/>
                </a:lnTo>
                <a:lnTo>
                  <a:pt x="2385412" y="37771"/>
                </a:lnTo>
                <a:cubicBezTo>
                  <a:pt x="2391170" y="31099"/>
                  <a:pt x="2398437" y="27763"/>
                  <a:pt x="2407211" y="27763"/>
                </a:cubicBezTo>
                <a:cubicBezTo>
                  <a:pt x="2412604" y="27763"/>
                  <a:pt x="2417288" y="28825"/>
                  <a:pt x="2421264" y="30950"/>
                </a:cubicBezTo>
                <a:cubicBezTo>
                  <a:pt x="2425240" y="33075"/>
                  <a:pt x="2428084" y="36012"/>
                  <a:pt x="2429798" y="39759"/>
                </a:cubicBezTo>
                <a:cubicBezTo>
                  <a:pt x="2431512" y="43506"/>
                  <a:pt x="2432369" y="48945"/>
                  <a:pt x="2432369" y="56074"/>
                </a:cubicBezTo>
                <a:lnTo>
                  <a:pt x="2432369" y="102208"/>
                </a:lnTo>
                <a:lnTo>
                  <a:pt x="2420030" y="102208"/>
                </a:lnTo>
                <a:lnTo>
                  <a:pt x="2420030" y="56074"/>
                </a:lnTo>
                <a:cubicBezTo>
                  <a:pt x="2420030" y="49904"/>
                  <a:pt x="2418693" y="45414"/>
                  <a:pt x="2416020" y="42604"/>
                </a:cubicBezTo>
                <a:cubicBezTo>
                  <a:pt x="2413346" y="39793"/>
                  <a:pt x="2409564" y="38388"/>
                  <a:pt x="2404675" y="38388"/>
                </a:cubicBezTo>
                <a:cubicBezTo>
                  <a:pt x="2401019" y="38388"/>
                  <a:pt x="2397580" y="39336"/>
                  <a:pt x="2394358" y="41233"/>
                </a:cubicBezTo>
                <a:cubicBezTo>
                  <a:pt x="2391136" y="43129"/>
                  <a:pt x="2388840" y="45700"/>
                  <a:pt x="2387469" y="48945"/>
                </a:cubicBezTo>
                <a:cubicBezTo>
                  <a:pt x="2386098" y="52189"/>
                  <a:pt x="2385412" y="56668"/>
                  <a:pt x="2385412" y="62380"/>
                </a:cubicBezTo>
                <a:lnTo>
                  <a:pt x="2385412" y="102208"/>
                </a:lnTo>
                <a:lnTo>
                  <a:pt x="2373073" y="102208"/>
                </a:lnTo>
                <a:close/>
                <a:moveTo>
                  <a:pt x="2500780" y="102208"/>
                </a:moveTo>
                <a:lnTo>
                  <a:pt x="2489332" y="102208"/>
                </a:lnTo>
                <a:lnTo>
                  <a:pt x="2489332" y="1714"/>
                </a:lnTo>
                <a:lnTo>
                  <a:pt x="2501671" y="1714"/>
                </a:lnTo>
                <a:lnTo>
                  <a:pt x="2501671" y="37565"/>
                </a:lnTo>
                <a:cubicBezTo>
                  <a:pt x="2506881" y="31030"/>
                  <a:pt x="2513530" y="27763"/>
                  <a:pt x="2521619" y="27763"/>
                </a:cubicBezTo>
                <a:cubicBezTo>
                  <a:pt x="2526098" y="27763"/>
                  <a:pt x="2530336" y="28665"/>
                  <a:pt x="2534335" y="30470"/>
                </a:cubicBezTo>
                <a:cubicBezTo>
                  <a:pt x="2538334" y="32276"/>
                  <a:pt x="2541624" y="34812"/>
                  <a:pt x="2544206" y="38079"/>
                </a:cubicBezTo>
                <a:cubicBezTo>
                  <a:pt x="2546788" y="41347"/>
                  <a:pt x="2548810" y="45289"/>
                  <a:pt x="2550273" y="49904"/>
                </a:cubicBezTo>
                <a:cubicBezTo>
                  <a:pt x="2551735" y="54520"/>
                  <a:pt x="2552466" y="59456"/>
                  <a:pt x="2552466" y="64711"/>
                </a:cubicBezTo>
                <a:cubicBezTo>
                  <a:pt x="2552466" y="77187"/>
                  <a:pt x="2549382" y="86830"/>
                  <a:pt x="2543212" y="93639"/>
                </a:cubicBezTo>
                <a:cubicBezTo>
                  <a:pt x="2537043" y="100448"/>
                  <a:pt x="2529639" y="103853"/>
                  <a:pt x="2521002" y="103853"/>
                </a:cubicBezTo>
                <a:cubicBezTo>
                  <a:pt x="2512410" y="103853"/>
                  <a:pt x="2505670" y="100266"/>
                  <a:pt x="2500780" y="93091"/>
                </a:cubicBezTo>
                <a:lnTo>
                  <a:pt x="2500780" y="102208"/>
                </a:lnTo>
                <a:moveTo>
                  <a:pt x="2500643" y="65260"/>
                </a:moveTo>
                <a:cubicBezTo>
                  <a:pt x="2500643" y="73988"/>
                  <a:pt x="2501831" y="80295"/>
                  <a:pt x="2504207" y="84179"/>
                </a:cubicBezTo>
                <a:cubicBezTo>
                  <a:pt x="2508092" y="90532"/>
                  <a:pt x="2513347" y="93708"/>
                  <a:pt x="2519974" y="93708"/>
                </a:cubicBezTo>
                <a:cubicBezTo>
                  <a:pt x="2525366" y="93708"/>
                  <a:pt x="2530028" y="91366"/>
                  <a:pt x="2533958" y="86681"/>
                </a:cubicBezTo>
                <a:cubicBezTo>
                  <a:pt x="2537888" y="81997"/>
                  <a:pt x="2539853" y="75016"/>
                  <a:pt x="2539853" y="65739"/>
                </a:cubicBezTo>
                <a:cubicBezTo>
                  <a:pt x="2539853" y="56234"/>
                  <a:pt x="2537968" y="49219"/>
                  <a:pt x="2534198" y="44695"/>
                </a:cubicBezTo>
                <a:cubicBezTo>
                  <a:pt x="2530428" y="40170"/>
                  <a:pt x="2525869" y="37908"/>
                  <a:pt x="2520522" y="37908"/>
                </a:cubicBezTo>
                <a:cubicBezTo>
                  <a:pt x="2515130" y="37908"/>
                  <a:pt x="2510468" y="40250"/>
                  <a:pt x="2506538" y="44934"/>
                </a:cubicBezTo>
                <a:cubicBezTo>
                  <a:pt x="2502608" y="49619"/>
                  <a:pt x="2500643" y="56394"/>
                  <a:pt x="2500643" y="65260"/>
                </a:cubicBezTo>
                <a:close/>
                <a:moveTo>
                  <a:pt x="2562626" y="65808"/>
                </a:moveTo>
                <a:cubicBezTo>
                  <a:pt x="2562626" y="52326"/>
                  <a:pt x="2566373" y="42341"/>
                  <a:pt x="2573868" y="35852"/>
                </a:cubicBezTo>
                <a:cubicBezTo>
                  <a:pt x="2580129" y="30459"/>
                  <a:pt x="2587761" y="27763"/>
                  <a:pt x="2596764" y="27763"/>
                </a:cubicBezTo>
                <a:cubicBezTo>
                  <a:pt x="2606772" y="27763"/>
                  <a:pt x="2614952" y="31042"/>
                  <a:pt x="2621305" y="37600"/>
                </a:cubicBezTo>
                <a:cubicBezTo>
                  <a:pt x="2627657" y="44158"/>
                  <a:pt x="2630833" y="53218"/>
                  <a:pt x="2630833" y="64780"/>
                </a:cubicBezTo>
                <a:cubicBezTo>
                  <a:pt x="2630833" y="74148"/>
                  <a:pt x="2629428" y="81517"/>
                  <a:pt x="2626617" y="86887"/>
                </a:cubicBezTo>
                <a:cubicBezTo>
                  <a:pt x="2623807" y="92257"/>
                  <a:pt x="2619717" y="96427"/>
                  <a:pt x="2614347" y="99397"/>
                </a:cubicBezTo>
                <a:cubicBezTo>
                  <a:pt x="2608977" y="102368"/>
                  <a:pt x="2603116" y="103853"/>
                  <a:pt x="2596764" y="103853"/>
                </a:cubicBezTo>
                <a:cubicBezTo>
                  <a:pt x="2586573" y="103853"/>
                  <a:pt x="2578335" y="100586"/>
                  <a:pt x="2572052" y="94051"/>
                </a:cubicBezTo>
                <a:cubicBezTo>
                  <a:pt x="2565768" y="87515"/>
                  <a:pt x="2562626" y="78101"/>
                  <a:pt x="2562626" y="65808"/>
                </a:cubicBezTo>
                <a:moveTo>
                  <a:pt x="2575308" y="65808"/>
                </a:moveTo>
                <a:cubicBezTo>
                  <a:pt x="2575308" y="75131"/>
                  <a:pt x="2577341" y="82111"/>
                  <a:pt x="2581409" y="86750"/>
                </a:cubicBezTo>
                <a:cubicBezTo>
                  <a:pt x="2585476" y="91388"/>
                  <a:pt x="2590594" y="93708"/>
                  <a:pt x="2596764" y="93708"/>
                </a:cubicBezTo>
                <a:cubicBezTo>
                  <a:pt x="2602888" y="93708"/>
                  <a:pt x="2607983" y="91377"/>
                  <a:pt x="2612050" y="86716"/>
                </a:cubicBezTo>
                <a:cubicBezTo>
                  <a:pt x="2616118" y="82054"/>
                  <a:pt x="2618151" y="74948"/>
                  <a:pt x="2618151" y="65397"/>
                </a:cubicBezTo>
                <a:cubicBezTo>
                  <a:pt x="2618151" y="56394"/>
                  <a:pt x="2616106" y="49573"/>
                  <a:pt x="2612016" y="44934"/>
                </a:cubicBezTo>
                <a:cubicBezTo>
                  <a:pt x="2607926" y="40296"/>
                  <a:pt x="2602842" y="37977"/>
                  <a:pt x="2596764" y="37977"/>
                </a:cubicBezTo>
                <a:cubicBezTo>
                  <a:pt x="2590594" y="37977"/>
                  <a:pt x="2585476" y="40285"/>
                  <a:pt x="2581409" y="44900"/>
                </a:cubicBezTo>
                <a:cubicBezTo>
                  <a:pt x="2577341" y="49516"/>
                  <a:pt x="2575308" y="56485"/>
                  <a:pt x="2575308" y="65808"/>
                </a:cubicBezTo>
                <a:close/>
                <a:moveTo>
                  <a:pt x="2658473" y="102208"/>
                </a:moveTo>
                <a:lnTo>
                  <a:pt x="2636194" y="29408"/>
                </a:lnTo>
                <a:lnTo>
                  <a:pt x="2648944" y="29408"/>
                </a:lnTo>
                <a:lnTo>
                  <a:pt x="2660529" y="71429"/>
                </a:lnTo>
                <a:lnTo>
                  <a:pt x="2664848" y="87058"/>
                </a:lnTo>
                <a:cubicBezTo>
                  <a:pt x="2665031" y="86282"/>
                  <a:pt x="2666288" y="81277"/>
                  <a:pt x="2668618" y="72046"/>
                </a:cubicBezTo>
                <a:lnTo>
                  <a:pt x="2680203" y="29408"/>
                </a:lnTo>
                <a:lnTo>
                  <a:pt x="2692885" y="29408"/>
                </a:lnTo>
                <a:lnTo>
                  <a:pt x="2703784" y="71635"/>
                </a:lnTo>
                <a:lnTo>
                  <a:pt x="2707417" y="85550"/>
                </a:lnTo>
                <a:lnTo>
                  <a:pt x="2711599" y="71498"/>
                </a:lnTo>
                <a:lnTo>
                  <a:pt x="2724075" y="29408"/>
                </a:lnTo>
                <a:lnTo>
                  <a:pt x="2736071" y="29408"/>
                </a:lnTo>
                <a:lnTo>
                  <a:pt x="2713313" y="102208"/>
                </a:lnTo>
                <a:lnTo>
                  <a:pt x="2700494" y="102208"/>
                </a:lnTo>
                <a:lnTo>
                  <a:pt x="2688909" y="58610"/>
                </a:lnTo>
                <a:lnTo>
                  <a:pt x="2686098" y="46203"/>
                </a:lnTo>
                <a:lnTo>
                  <a:pt x="2671360" y="102208"/>
                </a:lnTo>
                <a:lnTo>
                  <a:pt x="2658473" y="102208"/>
                </a:lnTo>
                <a:close/>
                <a:moveTo>
                  <a:pt x="2746167" y="102208"/>
                </a:moveTo>
                <a:lnTo>
                  <a:pt x="2746167" y="1714"/>
                </a:lnTo>
                <a:lnTo>
                  <a:pt x="2758506" y="1714"/>
                </a:lnTo>
                <a:lnTo>
                  <a:pt x="2758506" y="102208"/>
                </a:lnTo>
                <a:lnTo>
                  <a:pt x="2746167" y="102208"/>
                </a:lnTo>
                <a:close/>
                <a:moveTo>
                  <a:pt x="2785060" y="102208"/>
                </a:moveTo>
                <a:lnTo>
                  <a:pt x="2785060" y="88155"/>
                </a:lnTo>
                <a:lnTo>
                  <a:pt x="2799112" y="88155"/>
                </a:lnTo>
                <a:lnTo>
                  <a:pt x="2799112" y="102208"/>
                </a:lnTo>
                <a:lnTo>
                  <a:pt x="2785060" y="102208"/>
                </a:lnTo>
                <a:moveTo>
                  <a:pt x="2831879" y="102208"/>
                </a:moveTo>
                <a:lnTo>
                  <a:pt x="2831879" y="88155"/>
                </a:lnTo>
                <a:lnTo>
                  <a:pt x="2845932" y="88155"/>
                </a:lnTo>
                <a:lnTo>
                  <a:pt x="2845932" y="102208"/>
                </a:lnTo>
                <a:lnTo>
                  <a:pt x="2831879" y="102208"/>
                </a:lnTo>
                <a:moveTo>
                  <a:pt x="2878630" y="102208"/>
                </a:moveTo>
                <a:lnTo>
                  <a:pt x="2878630" y="88155"/>
                </a:lnTo>
                <a:lnTo>
                  <a:pt x="2892752" y="88155"/>
                </a:lnTo>
                <a:lnTo>
                  <a:pt x="2892752" y="102208"/>
                </a:lnTo>
                <a:lnTo>
                  <a:pt x="2878630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Thefirstcabinetfromtheleftholdsabagofchips">
            <a:extLst xmlns:a="http://schemas.openxmlformats.org/drawingml/2006/main">
              <a:ext uri="{FF2B5EF4-FFF2-40B4-BE49-F238E27FC236}">
                <a16:creationId xmlns:a16="http://schemas.microsoft.com/office/drawing/2014/main" id="{A1EBB547-273E-4C16-B489-CB1BA608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70" y="4919569"/>
            <a:ext cx="3043000" cy="131753"/>
          </a:xfrm>
          <a:custGeom xmlns:a="http://schemas.openxmlformats.org/drawingml/2006/main">
            <a:pathLst>
              <a:path w="3043000" h="131753">
                <a:moveTo>
                  <a:pt x="33110" y="102208"/>
                </a:moveTo>
                <a:lnTo>
                  <a:pt x="33110" y="13573"/>
                </a:lnTo>
                <a:lnTo>
                  <a:pt x="0" y="13573"/>
                </a:lnTo>
                <a:lnTo>
                  <a:pt x="0" y="1714"/>
                </a:lnTo>
                <a:lnTo>
                  <a:pt x="79655" y="1714"/>
                </a:lnTo>
                <a:lnTo>
                  <a:pt x="79655" y="13573"/>
                </a:lnTo>
                <a:lnTo>
                  <a:pt x="46408" y="13573"/>
                </a:lnTo>
                <a:lnTo>
                  <a:pt x="46408" y="102208"/>
                </a:lnTo>
                <a:lnTo>
                  <a:pt x="33110" y="102208"/>
                </a:lnTo>
                <a:close/>
                <a:moveTo>
                  <a:pt x="91645" y="102208"/>
                </a:moveTo>
                <a:lnTo>
                  <a:pt x="91645" y="1714"/>
                </a:lnTo>
                <a:lnTo>
                  <a:pt x="103984" y="1714"/>
                </a:lnTo>
                <a:lnTo>
                  <a:pt x="103984" y="37771"/>
                </a:lnTo>
                <a:cubicBezTo>
                  <a:pt x="109742" y="31099"/>
                  <a:pt x="117008" y="27763"/>
                  <a:pt x="125783" y="27763"/>
                </a:cubicBezTo>
                <a:cubicBezTo>
                  <a:pt x="131175" y="27763"/>
                  <a:pt x="135860" y="28825"/>
                  <a:pt x="139835" y="30950"/>
                </a:cubicBezTo>
                <a:cubicBezTo>
                  <a:pt x="143811" y="33075"/>
                  <a:pt x="146656" y="36012"/>
                  <a:pt x="148370" y="39759"/>
                </a:cubicBezTo>
                <a:cubicBezTo>
                  <a:pt x="150084" y="43506"/>
                  <a:pt x="150941" y="48945"/>
                  <a:pt x="150941" y="56074"/>
                </a:cubicBezTo>
                <a:lnTo>
                  <a:pt x="150941" y="102208"/>
                </a:lnTo>
                <a:lnTo>
                  <a:pt x="138602" y="102208"/>
                </a:lnTo>
                <a:lnTo>
                  <a:pt x="138602" y="56074"/>
                </a:lnTo>
                <a:cubicBezTo>
                  <a:pt x="138602" y="49904"/>
                  <a:pt x="137265" y="45414"/>
                  <a:pt x="134591" y="42604"/>
                </a:cubicBezTo>
                <a:cubicBezTo>
                  <a:pt x="131918" y="39793"/>
                  <a:pt x="128136" y="38388"/>
                  <a:pt x="123246" y="38388"/>
                </a:cubicBezTo>
                <a:cubicBezTo>
                  <a:pt x="119590" y="38388"/>
                  <a:pt x="116151" y="39336"/>
                  <a:pt x="112930" y="41233"/>
                </a:cubicBezTo>
                <a:cubicBezTo>
                  <a:pt x="109708" y="43129"/>
                  <a:pt x="107411" y="45700"/>
                  <a:pt x="106040" y="48945"/>
                </a:cubicBezTo>
                <a:cubicBezTo>
                  <a:pt x="104669" y="52189"/>
                  <a:pt x="103984" y="56668"/>
                  <a:pt x="103984" y="62380"/>
                </a:cubicBezTo>
                <a:lnTo>
                  <a:pt x="103984" y="102208"/>
                </a:lnTo>
                <a:lnTo>
                  <a:pt x="91645" y="102208"/>
                </a:lnTo>
                <a:close/>
                <a:moveTo>
                  <a:pt x="219299" y="78764"/>
                </a:moveTo>
                <a:lnTo>
                  <a:pt x="232049" y="80341"/>
                </a:lnTo>
                <a:cubicBezTo>
                  <a:pt x="230038" y="87790"/>
                  <a:pt x="226314" y="93571"/>
                  <a:pt x="220876" y="97684"/>
                </a:cubicBezTo>
                <a:cubicBezTo>
                  <a:pt x="215437" y="101797"/>
                  <a:pt x="208491" y="103853"/>
                  <a:pt x="200036" y="103853"/>
                </a:cubicBezTo>
                <a:cubicBezTo>
                  <a:pt x="189388" y="103853"/>
                  <a:pt x="180945" y="100574"/>
                  <a:pt x="174707" y="94016"/>
                </a:cubicBezTo>
                <a:cubicBezTo>
                  <a:pt x="168469" y="87458"/>
                  <a:pt x="165350" y="78261"/>
                  <a:pt x="165350" y="66425"/>
                </a:cubicBezTo>
                <a:cubicBezTo>
                  <a:pt x="165350" y="54177"/>
                  <a:pt x="168503" y="44672"/>
                  <a:pt x="174810" y="37908"/>
                </a:cubicBezTo>
                <a:cubicBezTo>
                  <a:pt x="181117" y="31145"/>
                  <a:pt x="189297" y="27763"/>
                  <a:pt x="199351" y="27763"/>
                </a:cubicBezTo>
                <a:cubicBezTo>
                  <a:pt x="209085" y="27763"/>
                  <a:pt x="217037" y="31076"/>
                  <a:pt x="223206" y="37702"/>
                </a:cubicBezTo>
                <a:cubicBezTo>
                  <a:pt x="229376" y="44329"/>
                  <a:pt x="232461" y="53652"/>
                  <a:pt x="232461" y="65671"/>
                </a:cubicBezTo>
                <a:cubicBezTo>
                  <a:pt x="232461" y="66402"/>
                  <a:pt x="232438" y="67499"/>
                  <a:pt x="232392" y="68961"/>
                </a:cubicBezTo>
                <a:lnTo>
                  <a:pt x="178100" y="68961"/>
                </a:lnTo>
                <a:cubicBezTo>
                  <a:pt x="178557" y="76959"/>
                  <a:pt x="180820" y="83083"/>
                  <a:pt x="184887" y="87333"/>
                </a:cubicBezTo>
                <a:cubicBezTo>
                  <a:pt x="188954" y="91583"/>
                  <a:pt x="194027" y="93708"/>
                  <a:pt x="200105" y="93708"/>
                </a:cubicBezTo>
                <a:cubicBezTo>
                  <a:pt x="204629" y="93708"/>
                  <a:pt x="208491" y="92520"/>
                  <a:pt x="211690" y="90143"/>
                </a:cubicBezTo>
                <a:cubicBezTo>
                  <a:pt x="214889" y="87767"/>
                  <a:pt x="217425" y="83974"/>
                  <a:pt x="219299" y="78764"/>
                </a:cubicBezTo>
                <a:moveTo>
                  <a:pt x="178786" y="58816"/>
                </a:moveTo>
                <a:lnTo>
                  <a:pt x="219436" y="58816"/>
                </a:lnTo>
                <a:cubicBezTo>
                  <a:pt x="218888" y="52692"/>
                  <a:pt x="217334" y="48099"/>
                  <a:pt x="214775" y="45037"/>
                </a:cubicBezTo>
                <a:cubicBezTo>
                  <a:pt x="210844" y="40285"/>
                  <a:pt x="205749" y="37908"/>
                  <a:pt x="199488" y="37908"/>
                </a:cubicBezTo>
                <a:cubicBezTo>
                  <a:pt x="193821" y="37908"/>
                  <a:pt x="189057" y="39805"/>
                  <a:pt x="185195" y="43598"/>
                </a:cubicBezTo>
                <a:cubicBezTo>
                  <a:pt x="181334" y="47391"/>
                  <a:pt x="179197" y="52464"/>
                  <a:pt x="178786" y="58816"/>
                </a:cubicBezTo>
                <a:close/>
                <a:moveTo>
                  <a:pt x="288738" y="102208"/>
                </a:moveTo>
                <a:lnTo>
                  <a:pt x="288738" y="39005"/>
                </a:lnTo>
                <a:lnTo>
                  <a:pt x="277838" y="39005"/>
                </a:lnTo>
                <a:lnTo>
                  <a:pt x="277838" y="29408"/>
                </a:lnTo>
                <a:lnTo>
                  <a:pt x="288738" y="29408"/>
                </a:lnTo>
                <a:lnTo>
                  <a:pt x="288738" y="21662"/>
                </a:lnTo>
                <a:cubicBezTo>
                  <a:pt x="288738" y="16772"/>
                  <a:pt x="289172" y="13139"/>
                  <a:pt x="290040" y="10762"/>
                </a:cubicBezTo>
                <a:cubicBezTo>
                  <a:pt x="291229" y="7563"/>
                  <a:pt x="293319" y="4970"/>
                  <a:pt x="296313" y="2982"/>
                </a:cubicBezTo>
                <a:cubicBezTo>
                  <a:pt x="299306" y="994"/>
                  <a:pt x="303499" y="0"/>
                  <a:pt x="308892" y="0"/>
                </a:cubicBezTo>
                <a:cubicBezTo>
                  <a:pt x="312365" y="0"/>
                  <a:pt x="316204" y="411"/>
                  <a:pt x="320408" y="1234"/>
                </a:cubicBezTo>
                <a:lnTo>
                  <a:pt x="318557" y="11996"/>
                </a:lnTo>
                <a:cubicBezTo>
                  <a:pt x="315998" y="11539"/>
                  <a:pt x="313576" y="11311"/>
                  <a:pt x="311291" y="11311"/>
                </a:cubicBezTo>
                <a:cubicBezTo>
                  <a:pt x="307543" y="11311"/>
                  <a:pt x="304893" y="12110"/>
                  <a:pt x="303339" y="13710"/>
                </a:cubicBezTo>
                <a:cubicBezTo>
                  <a:pt x="301785" y="15309"/>
                  <a:pt x="301008" y="18303"/>
                  <a:pt x="301008" y="22690"/>
                </a:cubicBezTo>
                <a:lnTo>
                  <a:pt x="301008" y="29408"/>
                </a:lnTo>
                <a:lnTo>
                  <a:pt x="315198" y="29408"/>
                </a:lnTo>
                <a:lnTo>
                  <a:pt x="315198" y="39005"/>
                </a:lnTo>
                <a:lnTo>
                  <a:pt x="301008" y="39005"/>
                </a:lnTo>
                <a:lnTo>
                  <a:pt x="301008" y="102208"/>
                </a:lnTo>
                <a:lnTo>
                  <a:pt x="288738" y="102208"/>
                </a:lnTo>
                <a:close/>
                <a:moveTo>
                  <a:pt x="324368" y="15904"/>
                </a:moveTo>
                <a:lnTo>
                  <a:pt x="324368" y="1714"/>
                </a:lnTo>
                <a:lnTo>
                  <a:pt x="336707" y="1714"/>
                </a:lnTo>
                <a:lnTo>
                  <a:pt x="336707" y="15904"/>
                </a:lnTo>
                <a:lnTo>
                  <a:pt x="324368" y="15904"/>
                </a:lnTo>
                <a:moveTo>
                  <a:pt x="324368" y="102208"/>
                </a:moveTo>
                <a:lnTo>
                  <a:pt x="324368" y="29408"/>
                </a:lnTo>
                <a:lnTo>
                  <a:pt x="336707" y="29408"/>
                </a:lnTo>
                <a:lnTo>
                  <a:pt x="336707" y="102208"/>
                </a:lnTo>
                <a:lnTo>
                  <a:pt x="324368" y="102208"/>
                </a:lnTo>
                <a:close/>
                <a:moveTo>
                  <a:pt x="355652" y="102208"/>
                </a:moveTo>
                <a:lnTo>
                  <a:pt x="355652" y="29408"/>
                </a:lnTo>
                <a:lnTo>
                  <a:pt x="366757" y="29408"/>
                </a:lnTo>
                <a:lnTo>
                  <a:pt x="366757" y="40444"/>
                </a:lnTo>
                <a:cubicBezTo>
                  <a:pt x="369591" y="35280"/>
                  <a:pt x="372207" y="31876"/>
                  <a:pt x="374606" y="30231"/>
                </a:cubicBezTo>
                <a:cubicBezTo>
                  <a:pt x="377005" y="28585"/>
                  <a:pt x="379645" y="27763"/>
                  <a:pt x="382524" y="27763"/>
                </a:cubicBezTo>
                <a:cubicBezTo>
                  <a:pt x="386682" y="27763"/>
                  <a:pt x="390910" y="29088"/>
                  <a:pt x="395205" y="31739"/>
                </a:cubicBezTo>
                <a:lnTo>
                  <a:pt x="390955" y="43186"/>
                </a:lnTo>
                <a:cubicBezTo>
                  <a:pt x="387939" y="41404"/>
                  <a:pt x="384923" y="40513"/>
                  <a:pt x="381907" y="40513"/>
                </a:cubicBezTo>
                <a:cubicBezTo>
                  <a:pt x="379211" y="40513"/>
                  <a:pt x="376788" y="41324"/>
                  <a:pt x="374641" y="42947"/>
                </a:cubicBezTo>
                <a:cubicBezTo>
                  <a:pt x="372493" y="44569"/>
                  <a:pt x="370962" y="46820"/>
                  <a:pt x="370048" y="49699"/>
                </a:cubicBezTo>
                <a:cubicBezTo>
                  <a:pt x="368677" y="54086"/>
                  <a:pt x="367991" y="58884"/>
                  <a:pt x="367991" y="64094"/>
                </a:cubicBezTo>
                <a:lnTo>
                  <a:pt x="367991" y="102208"/>
                </a:lnTo>
                <a:lnTo>
                  <a:pt x="355652" y="102208"/>
                </a:lnTo>
                <a:close/>
                <a:moveTo>
                  <a:pt x="397224" y="80478"/>
                </a:moveTo>
                <a:lnTo>
                  <a:pt x="409426" y="78558"/>
                </a:lnTo>
                <a:cubicBezTo>
                  <a:pt x="410112" y="83448"/>
                  <a:pt x="412020" y="87196"/>
                  <a:pt x="415150" y="89800"/>
                </a:cubicBezTo>
                <a:cubicBezTo>
                  <a:pt x="418281" y="92405"/>
                  <a:pt x="422656" y="93708"/>
                  <a:pt x="428277" y="93708"/>
                </a:cubicBezTo>
                <a:cubicBezTo>
                  <a:pt x="433944" y="93708"/>
                  <a:pt x="438149" y="92554"/>
                  <a:pt x="440891" y="90246"/>
                </a:cubicBezTo>
                <a:cubicBezTo>
                  <a:pt x="443633" y="87938"/>
                  <a:pt x="445004" y="85230"/>
                  <a:pt x="445004" y="82123"/>
                </a:cubicBezTo>
                <a:cubicBezTo>
                  <a:pt x="445004" y="79335"/>
                  <a:pt x="443793" y="77142"/>
                  <a:pt x="441370" y="75542"/>
                </a:cubicBezTo>
                <a:cubicBezTo>
                  <a:pt x="439680" y="74445"/>
                  <a:pt x="435475" y="73051"/>
                  <a:pt x="428757" y="71360"/>
                </a:cubicBezTo>
                <a:cubicBezTo>
                  <a:pt x="419709" y="69075"/>
                  <a:pt x="413436" y="67099"/>
                  <a:pt x="409940" y="65431"/>
                </a:cubicBezTo>
                <a:cubicBezTo>
                  <a:pt x="406444" y="63763"/>
                  <a:pt x="403794" y="61455"/>
                  <a:pt x="401989" y="58507"/>
                </a:cubicBezTo>
                <a:cubicBezTo>
                  <a:pt x="400183" y="55560"/>
                  <a:pt x="399281" y="52304"/>
                  <a:pt x="399281" y="48739"/>
                </a:cubicBezTo>
                <a:cubicBezTo>
                  <a:pt x="399281" y="45494"/>
                  <a:pt x="400023" y="42490"/>
                  <a:pt x="401509" y="39725"/>
                </a:cubicBezTo>
                <a:cubicBezTo>
                  <a:pt x="402994" y="36960"/>
                  <a:pt x="405016" y="34663"/>
                  <a:pt x="407575" y="32835"/>
                </a:cubicBezTo>
                <a:cubicBezTo>
                  <a:pt x="409495" y="31419"/>
                  <a:pt x="412111" y="30219"/>
                  <a:pt x="415424" y="29237"/>
                </a:cubicBezTo>
                <a:cubicBezTo>
                  <a:pt x="418738" y="28254"/>
                  <a:pt x="422291" y="27763"/>
                  <a:pt x="426084" y="27763"/>
                </a:cubicBezTo>
                <a:cubicBezTo>
                  <a:pt x="431796" y="27763"/>
                  <a:pt x="436812" y="28585"/>
                  <a:pt x="441131" y="30231"/>
                </a:cubicBezTo>
                <a:cubicBezTo>
                  <a:pt x="445449" y="31876"/>
                  <a:pt x="448637" y="34104"/>
                  <a:pt x="450693" y="36914"/>
                </a:cubicBezTo>
                <a:cubicBezTo>
                  <a:pt x="452750" y="39725"/>
                  <a:pt x="454166" y="43484"/>
                  <a:pt x="454943" y="48191"/>
                </a:cubicBezTo>
                <a:lnTo>
                  <a:pt x="442879" y="49836"/>
                </a:lnTo>
                <a:cubicBezTo>
                  <a:pt x="442330" y="46088"/>
                  <a:pt x="440742" y="43164"/>
                  <a:pt x="438114" y="41061"/>
                </a:cubicBezTo>
                <a:cubicBezTo>
                  <a:pt x="435487" y="38959"/>
                  <a:pt x="431774" y="37908"/>
                  <a:pt x="426975" y="37908"/>
                </a:cubicBezTo>
                <a:cubicBezTo>
                  <a:pt x="421308" y="37908"/>
                  <a:pt x="417264" y="38845"/>
                  <a:pt x="414842" y="40719"/>
                </a:cubicBezTo>
                <a:cubicBezTo>
                  <a:pt x="412420" y="42592"/>
                  <a:pt x="411209" y="44786"/>
                  <a:pt x="411209" y="47299"/>
                </a:cubicBezTo>
                <a:cubicBezTo>
                  <a:pt x="411209" y="48899"/>
                  <a:pt x="411711" y="50338"/>
                  <a:pt x="412717" y="51618"/>
                </a:cubicBezTo>
                <a:cubicBezTo>
                  <a:pt x="413722" y="52943"/>
                  <a:pt x="415299" y="54040"/>
                  <a:pt x="417447" y="54908"/>
                </a:cubicBezTo>
                <a:cubicBezTo>
                  <a:pt x="418680" y="55365"/>
                  <a:pt x="422314" y="56417"/>
                  <a:pt x="428346" y="58062"/>
                </a:cubicBezTo>
                <a:cubicBezTo>
                  <a:pt x="437075" y="60392"/>
                  <a:pt x="443164" y="62300"/>
                  <a:pt x="446615" y="63786"/>
                </a:cubicBezTo>
                <a:cubicBezTo>
                  <a:pt x="450065" y="65271"/>
                  <a:pt x="452773" y="67430"/>
                  <a:pt x="454738" y="70264"/>
                </a:cubicBezTo>
                <a:cubicBezTo>
                  <a:pt x="456703" y="73097"/>
                  <a:pt x="457685" y="76616"/>
                  <a:pt x="457685" y="80820"/>
                </a:cubicBezTo>
                <a:cubicBezTo>
                  <a:pt x="457685" y="84933"/>
                  <a:pt x="456486" y="88806"/>
                  <a:pt x="454087" y="92440"/>
                </a:cubicBezTo>
                <a:cubicBezTo>
                  <a:pt x="451687" y="96073"/>
                  <a:pt x="448225" y="98883"/>
                  <a:pt x="443701" y="100871"/>
                </a:cubicBezTo>
                <a:cubicBezTo>
                  <a:pt x="439177" y="102859"/>
                  <a:pt x="434058" y="103853"/>
                  <a:pt x="428346" y="103853"/>
                </a:cubicBezTo>
                <a:cubicBezTo>
                  <a:pt x="418886" y="103853"/>
                  <a:pt x="411677" y="101888"/>
                  <a:pt x="406719" y="97958"/>
                </a:cubicBezTo>
                <a:cubicBezTo>
                  <a:pt x="401760" y="94028"/>
                  <a:pt x="398595" y="88201"/>
                  <a:pt x="397224" y="80478"/>
                </a:cubicBezTo>
                <a:close/>
                <a:moveTo>
                  <a:pt x="499056" y="91171"/>
                </a:moveTo>
                <a:lnTo>
                  <a:pt x="500838" y="102071"/>
                </a:lnTo>
                <a:cubicBezTo>
                  <a:pt x="497365" y="102802"/>
                  <a:pt x="494257" y="103168"/>
                  <a:pt x="491515" y="103168"/>
                </a:cubicBezTo>
                <a:cubicBezTo>
                  <a:pt x="487037" y="103168"/>
                  <a:pt x="483564" y="102459"/>
                  <a:pt x="481096" y="101043"/>
                </a:cubicBezTo>
                <a:cubicBezTo>
                  <a:pt x="478628" y="99626"/>
                  <a:pt x="476891" y="97764"/>
                  <a:pt x="475886" y="95456"/>
                </a:cubicBezTo>
                <a:cubicBezTo>
                  <a:pt x="474881" y="93148"/>
                  <a:pt x="474378" y="88292"/>
                  <a:pt x="474378" y="80889"/>
                </a:cubicBezTo>
                <a:lnTo>
                  <a:pt x="474378" y="39005"/>
                </a:lnTo>
                <a:lnTo>
                  <a:pt x="465329" y="39005"/>
                </a:lnTo>
                <a:lnTo>
                  <a:pt x="465329" y="29408"/>
                </a:lnTo>
                <a:lnTo>
                  <a:pt x="474378" y="29408"/>
                </a:lnTo>
                <a:lnTo>
                  <a:pt x="474378" y="11379"/>
                </a:lnTo>
                <a:lnTo>
                  <a:pt x="486648" y="3976"/>
                </a:lnTo>
                <a:lnTo>
                  <a:pt x="486648" y="29408"/>
                </a:lnTo>
                <a:lnTo>
                  <a:pt x="499056" y="29408"/>
                </a:lnTo>
                <a:lnTo>
                  <a:pt x="499056" y="39005"/>
                </a:lnTo>
                <a:lnTo>
                  <a:pt x="486648" y="39005"/>
                </a:lnTo>
                <a:lnTo>
                  <a:pt x="486648" y="81574"/>
                </a:lnTo>
                <a:cubicBezTo>
                  <a:pt x="486648" y="85093"/>
                  <a:pt x="486865" y="87355"/>
                  <a:pt x="487300" y="88361"/>
                </a:cubicBezTo>
                <a:cubicBezTo>
                  <a:pt x="487734" y="89366"/>
                  <a:pt x="488442" y="90166"/>
                  <a:pt x="489425" y="90760"/>
                </a:cubicBezTo>
                <a:cubicBezTo>
                  <a:pt x="490407" y="91354"/>
                  <a:pt x="491813" y="91651"/>
                  <a:pt x="493640" y="91651"/>
                </a:cubicBezTo>
                <a:cubicBezTo>
                  <a:pt x="495011" y="91651"/>
                  <a:pt x="496817" y="91491"/>
                  <a:pt x="499056" y="91171"/>
                </a:cubicBezTo>
                <a:close/>
                <a:moveTo>
                  <a:pt x="596640" y="75542"/>
                </a:moveTo>
                <a:lnTo>
                  <a:pt x="608773" y="77119"/>
                </a:lnTo>
                <a:cubicBezTo>
                  <a:pt x="607448" y="85482"/>
                  <a:pt x="604055" y="92028"/>
                  <a:pt x="598593" y="96758"/>
                </a:cubicBezTo>
                <a:cubicBezTo>
                  <a:pt x="593132" y="101488"/>
                  <a:pt x="586426" y="103853"/>
                  <a:pt x="578474" y="103853"/>
                </a:cubicBezTo>
                <a:cubicBezTo>
                  <a:pt x="568511" y="103853"/>
                  <a:pt x="560502" y="100597"/>
                  <a:pt x="554447" y="94085"/>
                </a:cubicBezTo>
                <a:cubicBezTo>
                  <a:pt x="548392" y="87573"/>
                  <a:pt x="545364" y="78238"/>
                  <a:pt x="545364" y="66082"/>
                </a:cubicBezTo>
                <a:cubicBezTo>
                  <a:pt x="545364" y="58222"/>
                  <a:pt x="546667" y="51344"/>
                  <a:pt x="549272" y="45449"/>
                </a:cubicBezTo>
                <a:cubicBezTo>
                  <a:pt x="551877" y="39553"/>
                  <a:pt x="555841" y="35132"/>
                  <a:pt x="561165" y="32184"/>
                </a:cubicBezTo>
                <a:cubicBezTo>
                  <a:pt x="566489" y="29237"/>
                  <a:pt x="572282" y="27763"/>
                  <a:pt x="578543" y="27763"/>
                </a:cubicBezTo>
                <a:cubicBezTo>
                  <a:pt x="586449" y="27763"/>
                  <a:pt x="592915" y="29762"/>
                  <a:pt x="597942" y="33761"/>
                </a:cubicBezTo>
                <a:cubicBezTo>
                  <a:pt x="602969" y="37760"/>
                  <a:pt x="606191" y="43438"/>
                  <a:pt x="607608" y="50795"/>
                </a:cubicBezTo>
                <a:lnTo>
                  <a:pt x="595611" y="52646"/>
                </a:lnTo>
                <a:cubicBezTo>
                  <a:pt x="594469" y="47756"/>
                  <a:pt x="592447" y="44078"/>
                  <a:pt x="589545" y="41610"/>
                </a:cubicBezTo>
                <a:cubicBezTo>
                  <a:pt x="586643" y="39142"/>
                  <a:pt x="583135" y="37908"/>
                  <a:pt x="579022" y="37908"/>
                </a:cubicBezTo>
                <a:cubicBezTo>
                  <a:pt x="572807" y="37908"/>
                  <a:pt x="567757" y="40136"/>
                  <a:pt x="563873" y="44592"/>
                </a:cubicBezTo>
                <a:cubicBezTo>
                  <a:pt x="559988" y="49047"/>
                  <a:pt x="558046" y="56097"/>
                  <a:pt x="558046" y="65739"/>
                </a:cubicBezTo>
                <a:cubicBezTo>
                  <a:pt x="558046" y="75519"/>
                  <a:pt x="559920" y="82626"/>
                  <a:pt x="563667" y="87058"/>
                </a:cubicBezTo>
                <a:cubicBezTo>
                  <a:pt x="567415" y="91491"/>
                  <a:pt x="572304" y="93708"/>
                  <a:pt x="578337" y="93708"/>
                </a:cubicBezTo>
                <a:cubicBezTo>
                  <a:pt x="583181" y="93708"/>
                  <a:pt x="587226" y="92223"/>
                  <a:pt x="590470" y="89252"/>
                </a:cubicBezTo>
                <a:cubicBezTo>
                  <a:pt x="593715" y="86282"/>
                  <a:pt x="595771" y="81712"/>
                  <a:pt x="596640" y="75542"/>
                </a:cubicBezTo>
                <a:close/>
                <a:moveTo>
                  <a:pt x="666596" y="93228"/>
                </a:moveTo>
                <a:cubicBezTo>
                  <a:pt x="662026" y="97112"/>
                  <a:pt x="657628" y="99854"/>
                  <a:pt x="653401" y="101454"/>
                </a:cubicBezTo>
                <a:cubicBezTo>
                  <a:pt x="649173" y="103053"/>
                  <a:pt x="644638" y="103853"/>
                  <a:pt x="639793" y="103853"/>
                </a:cubicBezTo>
                <a:cubicBezTo>
                  <a:pt x="631796" y="103853"/>
                  <a:pt x="625649" y="101899"/>
                  <a:pt x="621353" y="97992"/>
                </a:cubicBezTo>
                <a:cubicBezTo>
                  <a:pt x="617058" y="94085"/>
                  <a:pt x="614910" y="89092"/>
                  <a:pt x="614910" y="83014"/>
                </a:cubicBezTo>
                <a:cubicBezTo>
                  <a:pt x="614910" y="79449"/>
                  <a:pt x="615721" y="76193"/>
                  <a:pt x="617343" y="73246"/>
                </a:cubicBezTo>
                <a:cubicBezTo>
                  <a:pt x="618966" y="70298"/>
                  <a:pt x="621091" y="67933"/>
                  <a:pt x="623718" y="66151"/>
                </a:cubicBezTo>
                <a:cubicBezTo>
                  <a:pt x="626346" y="64368"/>
                  <a:pt x="629305" y="63020"/>
                  <a:pt x="632596" y="62106"/>
                </a:cubicBezTo>
                <a:cubicBezTo>
                  <a:pt x="635018" y="61466"/>
                  <a:pt x="638674" y="60849"/>
                  <a:pt x="643564" y="60255"/>
                </a:cubicBezTo>
                <a:cubicBezTo>
                  <a:pt x="653526" y="59067"/>
                  <a:pt x="660861" y="57650"/>
                  <a:pt x="665568" y="56005"/>
                </a:cubicBezTo>
                <a:cubicBezTo>
                  <a:pt x="665614" y="54314"/>
                  <a:pt x="665637" y="53240"/>
                  <a:pt x="665637" y="52783"/>
                </a:cubicBezTo>
                <a:cubicBezTo>
                  <a:pt x="665637" y="47756"/>
                  <a:pt x="664471" y="44215"/>
                  <a:pt x="662141" y="42158"/>
                </a:cubicBezTo>
                <a:cubicBezTo>
                  <a:pt x="658987" y="39371"/>
                  <a:pt x="654303" y="37977"/>
                  <a:pt x="648088" y="37977"/>
                </a:cubicBezTo>
                <a:cubicBezTo>
                  <a:pt x="642284" y="37977"/>
                  <a:pt x="638000" y="38993"/>
                  <a:pt x="635235" y="41027"/>
                </a:cubicBezTo>
                <a:cubicBezTo>
                  <a:pt x="632470" y="43061"/>
                  <a:pt x="630425" y="46660"/>
                  <a:pt x="629100" y="51824"/>
                </a:cubicBezTo>
                <a:lnTo>
                  <a:pt x="617035" y="50179"/>
                </a:lnTo>
                <a:cubicBezTo>
                  <a:pt x="618132" y="45014"/>
                  <a:pt x="619937" y="40844"/>
                  <a:pt x="622450" y="37668"/>
                </a:cubicBezTo>
                <a:cubicBezTo>
                  <a:pt x="624964" y="34492"/>
                  <a:pt x="628597" y="32047"/>
                  <a:pt x="633350" y="30333"/>
                </a:cubicBezTo>
                <a:cubicBezTo>
                  <a:pt x="638103" y="28620"/>
                  <a:pt x="643609" y="27763"/>
                  <a:pt x="649870" y="27763"/>
                </a:cubicBezTo>
                <a:cubicBezTo>
                  <a:pt x="656085" y="27763"/>
                  <a:pt x="661135" y="28494"/>
                  <a:pt x="665020" y="29956"/>
                </a:cubicBezTo>
                <a:cubicBezTo>
                  <a:pt x="668904" y="31419"/>
                  <a:pt x="671761" y="33258"/>
                  <a:pt x="673589" y="35475"/>
                </a:cubicBezTo>
                <a:cubicBezTo>
                  <a:pt x="675417" y="37691"/>
                  <a:pt x="676696" y="40490"/>
                  <a:pt x="677427" y="43872"/>
                </a:cubicBezTo>
                <a:cubicBezTo>
                  <a:pt x="677839" y="45974"/>
                  <a:pt x="678044" y="49767"/>
                  <a:pt x="678044" y="55251"/>
                </a:cubicBezTo>
                <a:lnTo>
                  <a:pt x="678044" y="71703"/>
                </a:lnTo>
                <a:cubicBezTo>
                  <a:pt x="678044" y="83174"/>
                  <a:pt x="678307" y="90429"/>
                  <a:pt x="678833" y="93468"/>
                </a:cubicBezTo>
                <a:cubicBezTo>
                  <a:pt x="679358" y="96507"/>
                  <a:pt x="680398" y="99420"/>
                  <a:pt x="681952" y="102208"/>
                </a:cubicBezTo>
                <a:lnTo>
                  <a:pt x="669064" y="102208"/>
                </a:lnTo>
                <a:cubicBezTo>
                  <a:pt x="667785" y="99649"/>
                  <a:pt x="666962" y="96655"/>
                  <a:pt x="666596" y="93228"/>
                </a:cubicBezTo>
                <a:moveTo>
                  <a:pt x="665568" y="65671"/>
                </a:moveTo>
                <a:cubicBezTo>
                  <a:pt x="661090" y="67499"/>
                  <a:pt x="654372" y="69053"/>
                  <a:pt x="645415" y="70332"/>
                </a:cubicBezTo>
                <a:cubicBezTo>
                  <a:pt x="640342" y="71063"/>
                  <a:pt x="636754" y="71886"/>
                  <a:pt x="634652" y="72800"/>
                </a:cubicBezTo>
                <a:cubicBezTo>
                  <a:pt x="632550" y="73714"/>
                  <a:pt x="630928" y="75051"/>
                  <a:pt x="629785" y="76810"/>
                </a:cubicBezTo>
                <a:cubicBezTo>
                  <a:pt x="628643" y="78570"/>
                  <a:pt x="628071" y="80523"/>
                  <a:pt x="628071" y="82671"/>
                </a:cubicBezTo>
                <a:cubicBezTo>
                  <a:pt x="628071" y="85962"/>
                  <a:pt x="629317" y="88704"/>
                  <a:pt x="631807" y="90897"/>
                </a:cubicBezTo>
                <a:cubicBezTo>
                  <a:pt x="634298" y="93091"/>
                  <a:pt x="637943" y="94188"/>
                  <a:pt x="642741" y="94188"/>
                </a:cubicBezTo>
                <a:cubicBezTo>
                  <a:pt x="647494" y="94188"/>
                  <a:pt x="651721" y="93148"/>
                  <a:pt x="655423" y="91069"/>
                </a:cubicBezTo>
                <a:cubicBezTo>
                  <a:pt x="659124" y="88989"/>
                  <a:pt x="661844" y="86144"/>
                  <a:pt x="663580" y="82534"/>
                </a:cubicBezTo>
                <a:cubicBezTo>
                  <a:pt x="664906" y="79746"/>
                  <a:pt x="665568" y="75633"/>
                  <a:pt x="665568" y="70195"/>
                </a:cubicBezTo>
                <a:lnTo>
                  <a:pt x="665568" y="65671"/>
                </a:lnTo>
                <a:close/>
                <a:moveTo>
                  <a:pt x="708289" y="102208"/>
                </a:moveTo>
                <a:lnTo>
                  <a:pt x="696841" y="102208"/>
                </a:lnTo>
                <a:lnTo>
                  <a:pt x="696841" y="1714"/>
                </a:lnTo>
                <a:lnTo>
                  <a:pt x="709180" y="1714"/>
                </a:lnTo>
                <a:lnTo>
                  <a:pt x="709180" y="37565"/>
                </a:lnTo>
                <a:cubicBezTo>
                  <a:pt x="714390" y="31030"/>
                  <a:pt x="721039" y="27763"/>
                  <a:pt x="729128" y="27763"/>
                </a:cubicBezTo>
                <a:cubicBezTo>
                  <a:pt x="733606" y="27763"/>
                  <a:pt x="737845" y="28665"/>
                  <a:pt x="741844" y="30470"/>
                </a:cubicBezTo>
                <a:cubicBezTo>
                  <a:pt x="745843" y="32276"/>
                  <a:pt x="749133" y="34812"/>
                  <a:pt x="751715" y="38079"/>
                </a:cubicBezTo>
                <a:cubicBezTo>
                  <a:pt x="754297" y="41347"/>
                  <a:pt x="756319" y="45289"/>
                  <a:pt x="757782" y="49904"/>
                </a:cubicBezTo>
                <a:cubicBezTo>
                  <a:pt x="759244" y="54520"/>
                  <a:pt x="759975" y="59456"/>
                  <a:pt x="759975" y="64711"/>
                </a:cubicBezTo>
                <a:cubicBezTo>
                  <a:pt x="759975" y="77187"/>
                  <a:pt x="756891" y="86830"/>
                  <a:pt x="750721" y="93639"/>
                </a:cubicBezTo>
                <a:cubicBezTo>
                  <a:pt x="744552" y="100448"/>
                  <a:pt x="737148" y="103853"/>
                  <a:pt x="728511" y="103853"/>
                </a:cubicBezTo>
                <a:cubicBezTo>
                  <a:pt x="719919" y="103853"/>
                  <a:pt x="713179" y="100266"/>
                  <a:pt x="708289" y="93091"/>
                </a:cubicBezTo>
                <a:lnTo>
                  <a:pt x="708289" y="102208"/>
                </a:lnTo>
                <a:moveTo>
                  <a:pt x="708152" y="65260"/>
                </a:moveTo>
                <a:cubicBezTo>
                  <a:pt x="708152" y="73988"/>
                  <a:pt x="709340" y="80295"/>
                  <a:pt x="711716" y="84179"/>
                </a:cubicBezTo>
                <a:cubicBezTo>
                  <a:pt x="715601" y="90532"/>
                  <a:pt x="720856" y="93708"/>
                  <a:pt x="727483" y="93708"/>
                </a:cubicBezTo>
                <a:cubicBezTo>
                  <a:pt x="732875" y="93708"/>
                  <a:pt x="737537" y="91366"/>
                  <a:pt x="741467" y="86681"/>
                </a:cubicBezTo>
                <a:cubicBezTo>
                  <a:pt x="745397" y="81997"/>
                  <a:pt x="747362" y="75016"/>
                  <a:pt x="747362" y="65739"/>
                </a:cubicBezTo>
                <a:cubicBezTo>
                  <a:pt x="747362" y="56234"/>
                  <a:pt x="745477" y="49219"/>
                  <a:pt x="741707" y="44695"/>
                </a:cubicBezTo>
                <a:cubicBezTo>
                  <a:pt x="737936" y="40170"/>
                  <a:pt x="733378" y="37908"/>
                  <a:pt x="728031" y="37908"/>
                </a:cubicBezTo>
                <a:cubicBezTo>
                  <a:pt x="722638" y="37908"/>
                  <a:pt x="717977" y="40250"/>
                  <a:pt x="714047" y="44934"/>
                </a:cubicBezTo>
                <a:cubicBezTo>
                  <a:pt x="710117" y="49619"/>
                  <a:pt x="708152" y="56394"/>
                  <a:pt x="708152" y="65260"/>
                </a:cubicBezTo>
                <a:close/>
                <a:moveTo>
                  <a:pt x="774796" y="15904"/>
                </a:moveTo>
                <a:lnTo>
                  <a:pt x="774796" y="1714"/>
                </a:lnTo>
                <a:lnTo>
                  <a:pt x="787135" y="1714"/>
                </a:lnTo>
                <a:lnTo>
                  <a:pt x="787135" y="15904"/>
                </a:lnTo>
                <a:lnTo>
                  <a:pt x="774796" y="15904"/>
                </a:lnTo>
                <a:moveTo>
                  <a:pt x="774796" y="102208"/>
                </a:moveTo>
                <a:lnTo>
                  <a:pt x="774796" y="29408"/>
                </a:lnTo>
                <a:lnTo>
                  <a:pt x="787135" y="29408"/>
                </a:lnTo>
                <a:lnTo>
                  <a:pt x="787135" y="102208"/>
                </a:lnTo>
                <a:lnTo>
                  <a:pt x="774796" y="102208"/>
                </a:lnTo>
                <a:close/>
                <a:moveTo>
                  <a:pt x="806217" y="102208"/>
                </a:moveTo>
                <a:lnTo>
                  <a:pt x="806217" y="29408"/>
                </a:lnTo>
                <a:lnTo>
                  <a:pt x="817322" y="29408"/>
                </a:lnTo>
                <a:lnTo>
                  <a:pt x="817322" y="39759"/>
                </a:lnTo>
                <a:cubicBezTo>
                  <a:pt x="822669" y="31761"/>
                  <a:pt x="830392" y="27763"/>
                  <a:pt x="840492" y="27763"/>
                </a:cubicBezTo>
                <a:cubicBezTo>
                  <a:pt x="844879" y="27763"/>
                  <a:pt x="848912" y="28551"/>
                  <a:pt x="852591" y="30128"/>
                </a:cubicBezTo>
                <a:cubicBezTo>
                  <a:pt x="856270" y="31704"/>
                  <a:pt x="859023" y="33772"/>
                  <a:pt x="860851" y="36331"/>
                </a:cubicBezTo>
                <a:cubicBezTo>
                  <a:pt x="862679" y="38891"/>
                  <a:pt x="863959" y="41930"/>
                  <a:pt x="864690" y="45449"/>
                </a:cubicBezTo>
                <a:cubicBezTo>
                  <a:pt x="865147" y="47734"/>
                  <a:pt x="865376" y="51732"/>
                  <a:pt x="865376" y="57445"/>
                </a:cubicBezTo>
                <a:lnTo>
                  <a:pt x="865376" y="102208"/>
                </a:lnTo>
                <a:lnTo>
                  <a:pt x="853037" y="102208"/>
                </a:lnTo>
                <a:lnTo>
                  <a:pt x="853037" y="57925"/>
                </a:lnTo>
                <a:cubicBezTo>
                  <a:pt x="853037" y="52898"/>
                  <a:pt x="852557" y="49139"/>
                  <a:pt x="851597" y="46648"/>
                </a:cubicBezTo>
                <a:cubicBezTo>
                  <a:pt x="850637" y="44158"/>
                  <a:pt x="848935" y="42170"/>
                  <a:pt x="846490" y="40684"/>
                </a:cubicBezTo>
                <a:cubicBezTo>
                  <a:pt x="844045" y="39199"/>
                  <a:pt x="841177" y="38457"/>
                  <a:pt x="837887" y="38457"/>
                </a:cubicBezTo>
                <a:cubicBezTo>
                  <a:pt x="832632" y="38457"/>
                  <a:pt x="828096" y="40125"/>
                  <a:pt x="824280" y="43461"/>
                </a:cubicBezTo>
                <a:cubicBezTo>
                  <a:pt x="820464" y="46797"/>
                  <a:pt x="818556" y="53126"/>
                  <a:pt x="818556" y="62449"/>
                </a:cubicBezTo>
                <a:lnTo>
                  <a:pt x="818556" y="102208"/>
                </a:lnTo>
                <a:lnTo>
                  <a:pt x="806217" y="102208"/>
                </a:lnTo>
                <a:close/>
                <a:moveTo>
                  <a:pt x="933871" y="78764"/>
                </a:moveTo>
                <a:lnTo>
                  <a:pt x="946621" y="80341"/>
                </a:lnTo>
                <a:cubicBezTo>
                  <a:pt x="944611" y="87790"/>
                  <a:pt x="940886" y="93571"/>
                  <a:pt x="935448" y="97684"/>
                </a:cubicBezTo>
                <a:cubicBezTo>
                  <a:pt x="930009" y="101797"/>
                  <a:pt x="923063" y="103853"/>
                  <a:pt x="914609" y="103853"/>
                </a:cubicBezTo>
                <a:cubicBezTo>
                  <a:pt x="903960" y="103853"/>
                  <a:pt x="895517" y="100574"/>
                  <a:pt x="889279" y="94016"/>
                </a:cubicBezTo>
                <a:cubicBezTo>
                  <a:pt x="883041" y="87458"/>
                  <a:pt x="879922" y="78261"/>
                  <a:pt x="879922" y="66425"/>
                </a:cubicBezTo>
                <a:cubicBezTo>
                  <a:pt x="879922" y="54177"/>
                  <a:pt x="883076" y="44672"/>
                  <a:pt x="889382" y="37908"/>
                </a:cubicBezTo>
                <a:cubicBezTo>
                  <a:pt x="895689" y="31145"/>
                  <a:pt x="903869" y="27763"/>
                  <a:pt x="913923" y="27763"/>
                </a:cubicBezTo>
                <a:cubicBezTo>
                  <a:pt x="923657" y="27763"/>
                  <a:pt x="931609" y="31076"/>
                  <a:pt x="937778" y="37702"/>
                </a:cubicBezTo>
                <a:cubicBezTo>
                  <a:pt x="943948" y="44329"/>
                  <a:pt x="947033" y="53652"/>
                  <a:pt x="947033" y="65671"/>
                </a:cubicBezTo>
                <a:cubicBezTo>
                  <a:pt x="947033" y="66402"/>
                  <a:pt x="947010" y="67499"/>
                  <a:pt x="946964" y="68961"/>
                </a:cubicBezTo>
                <a:lnTo>
                  <a:pt x="892673" y="68961"/>
                </a:lnTo>
                <a:cubicBezTo>
                  <a:pt x="893130" y="76959"/>
                  <a:pt x="895392" y="83083"/>
                  <a:pt x="899459" y="87333"/>
                </a:cubicBezTo>
                <a:cubicBezTo>
                  <a:pt x="903526" y="91583"/>
                  <a:pt x="908599" y="93708"/>
                  <a:pt x="914677" y="93708"/>
                </a:cubicBezTo>
                <a:cubicBezTo>
                  <a:pt x="919201" y="93708"/>
                  <a:pt x="923063" y="92520"/>
                  <a:pt x="926262" y="90143"/>
                </a:cubicBezTo>
                <a:cubicBezTo>
                  <a:pt x="929461" y="87767"/>
                  <a:pt x="931997" y="83974"/>
                  <a:pt x="933871" y="78764"/>
                </a:cubicBezTo>
                <a:moveTo>
                  <a:pt x="893358" y="58816"/>
                </a:moveTo>
                <a:lnTo>
                  <a:pt x="934008" y="58816"/>
                </a:lnTo>
                <a:cubicBezTo>
                  <a:pt x="933460" y="52692"/>
                  <a:pt x="931906" y="48099"/>
                  <a:pt x="929347" y="45037"/>
                </a:cubicBezTo>
                <a:cubicBezTo>
                  <a:pt x="925417" y="40285"/>
                  <a:pt x="920321" y="37908"/>
                  <a:pt x="914060" y="37908"/>
                </a:cubicBezTo>
                <a:cubicBezTo>
                  <a:pt x="908393" y="37908"/>
                  <a:pt x="903629" y="39805"/>
                  <a:pt x="899768" y="43598"/>
                </a:cubicBezTo>
                <a:cubicBezTo>
                  <a:pt x="895906" y="47391"/>
                  <a:pt x="893769" y="52464"/>
                  <a:pt x="893358" y="58816"/>
                </a:cubicBezTo>
                <a:close/>
                <a:moveTo>
                  <a:pt x="988794" y="91171"/>
                </a:moveTo>
                <a:lnTo>
                  <a:pt x="990576" y="102071"/>
                </a:lnTo>
                <a:cubicBezTo>
                  <a:pt x="987103" y="102802"/>
                  <a:pt x="983995" y="103168"/>
                  <a:pt x="981253" y="103168"/>
                </a:cubicBezTo>
                <a:cubicBezTo>
                  <a:pt x="976775" y="103168"/>
                  <a:pt x="973301" y="102459"/>
                  <a:pt x="970834" y="101043"/>
                </a:cubicBezTo>
                <a:cubicBezTo>
                  <a:pt x="968366" y="99626"/>
                  <a:pt x="966629" y="97764"/>
                  <a:pt x="965624" y="95456"/>
                </a:cubicBezTo>
                <a:cubicBezTo>
                  <a:pt x="964618" y="93148"/>
                  <a:pt x="964116" y="88292"/>
                  <a:pt x="964116" y="80889"/>
                </a:cubicBezTo>
                <a:lnTo>
                  <a:pt x="964116" y="39005"/>
                </a:lnTo>
                <a:lnTo>
                  <a:pt x="955067" y="39005"/>
                </a:lnTo>
                <a:lnTo>
                  <a:pt x="955067" y="29408"/>
                </a:lnTo>
                <a:lnTo>
                  <a:pt x="964116" y="29408"/>
                </a:lnTo>
                <a:lnTo>
                  <a:pt x="964116" y="11379"/>
                </a:lnTo>
                <a:lnTo>
                  <a:pt x="976386" y="3976"/>
                </a:lnTo>
                <a:lnTo>
                  <a:pt x="976386" y="29408"/>
                </a:lnTo>
                <a:lnTo>
                  <a:pt x="988794" y="29408"/>
                </a:lnTo>
                <a:lnTo>
                  <a:pt x="988794" y="39005"/>
                </a:lnTo>
                <a:lnTo>
                  <a:pt x="976386" y="39005"/>
                </a:lnTo>
                <a:lnTo>
                  <a:pt x="976386" y="81574"/>
                </a:lnTo>
                <a:cubicBezTo>
                  <a:pt x="976386" y="85093"/>
                  <a:pt x="976603" y="87355"/>
                  <a:pt x="977037" y="88361"/>
                </a:cubicBezTo>
                <a:cubicBezTo>
                  <a:pt x="977472" y="89366"/>
                  <a:pt x="978180" y="90166"/>
                  <a:pt x="979162" y="90760"/>
                </a:cubicBezTo>
                <a:cubicBezTo>
                  <a:pt x="980145" y="91354"/>
                  <a:pt x="981550" y="91651"/>
                  <a:pt x="983378" y="91651"/>
                </a:cubicBezTo>
                <a:cubicBezTo>
                  <a:pt x="984749" y="91651"/>
                  <a:pt x="986554" y="91491"/>
                  <a:pt x="988794" y="91171"/>
                </a:cubicBezTo>
                <a:close/>
                <a:moveTo>
                  <a:pt x="1041820" y="102208"/>
                </a:moveTo>
                <a:lnTo>
                  <a:pt x="1041820" y="39005"/>
                </a:lnTo>
                <a:lnTo>
                  <a:pt x="1030920" y="39005"/>
                </a:lnTo>
                <a:lnTo>
                  <a:pt x="1030920" y="29408"/>
                </a:lnTo>
                <a:lnTo>
                  <a:pt x="1041820" y="29408"/>
                </a:lnTo>
                <a:lnTo>
                  <a:pt x="1041820" y="21662"/>
                </a:lnTo>
                <a:cubicBezTo>
                  <a:pt x="1041820" y="16772"/>
                  <a:pt x="1042254" y="13139"/>
                  <a:pt x="1043122" y="10762"/>
                </a:cubicBezTo>
                <a:cubicBezTo>
                  <a:pt x="1044310" y="7563"/>
                  <a:pt x="1046401" y="4970"/>
                  <a:pt x="1049394" y="2982"/>
                </a:cubicBezTo>
                <a:cubicBezTo>
                  <a:pt x="1052388" y="994"/>
                  <a:pt x="1056581" y="0"/>
                  <a:pt x="1061973" y="0"/>
                </a:cubicBezTo>
                <a:cubicBezTo>
                  <a:pt x="1065447" y="0"/>
                  <a:pt x="1069285" y="411"/>
                  <a:pt x="1073490" y="1234"/>
                </a:cubicBezTo>
                <a:lnTo>
                  <a:pt x="1071639" y="11996"/>
                </a:lnTo>
                <a:cubicBezTo>
                  <a:pt x="1069080" y="11539"/>
                  <a:pt x="1066658" y="11311"/>
                  <a:pt x="1064373" y="11311"/>
                </a:cubicBezTo>
                <a:cubicBezTo>
                  <a:pt x="1060625" y="11311"/>
                  <a:pt x="1057975" y="12110"/>
                  <a:pt x="1056421" y="13710"/>
                </a:cubicBezTo>
                <a:cubicBezTo>
                  <a:pt x="1054867" y="15309"/>
                  <a:pt x="1054090" y="18303"/>
                  <a:pt x="1054090" y="22690"/>
                </a:cubicBezTo>
                <a:lnTo>
                  <a:pt x="1054090" y="29408"/>
                </a:lnTo>
                <a:lnTo>
                  <a:pt x="1068280" y="29408"/>
                </a:lnTo>
                <a:lnTo>
                  <a:pt x="1068280" y="39005"/>
                </a:lnTo>
                <a:lnTo>
                  <a:pt x="1054090" y="39005"/>
                </a:lnTo>
                <a:lnTo>
                  <a:pt x="1054090" y="102208"/>
                </a:lnTo>
                <a:lnTo>
                  <a:pt x="1041820" y="102208"/>
                </a:lnTo>
                <a:close/>
                <a:moveTo>
                  <a:pt x="1077243" y="102208"/>
                </a:moveTo>
                <a:lnTo>
                  <a:pt x="1077243" y="29408"/>
                </a:lnTo>
                <a:lnTo>
                  <a:pt x="1088348" y="29408"/>
                </a:lnTo>
                <a:lnTo>
                  <a:pt x="1088348" y="40444"/>
                </a:lnTo>
                <a:cubicBezTo>
                  <a:pt x="1091182" y="35280"/>
                  <a:pt x="1093798" y="31876"/>
                  <a:pt x="1096197" y="30231"/>
                </a:cubicBezTo>
                <a:cubicBezTo>
                  <a:pt x="1098597" y="28585"/>
                  <a:pt x="1101236" y="27763"/>
                  <a:pt x="1104115" y="27763"/>
                </a:cubicBezTo>
                <a:cubicBezTo>
                  <a:pt x="1108273" y="27763"/>
                  <a:pt x="1112501" y="29088"/>
                  <a:pt x="1116797" y="31739"/>
                </a:cubicBezTo>
                <a:lnTo>
                  <a:pt x="1112546" y="43186"/>
                </a:lnTo>
                <a:cubicBezTo>
                  <a:pt x="1109530" y="41404"/>
                  <a:pt x="1106514" y="40513"/>
                  <a:pt x="1103498" y="40513"/>
                </a:cubicBezTo>
                <a:cubicBezTo>
                  <a:pt x="1100802" y="40513"/>
                  <a:pt x="1098379" y="41324"/>
                  <a:pt x="1096232" y="42947"/>
                </a:cubicBezTo>
                <a:cubicBezTo>
                  <a:pt x="1094084" y="44569"/>
                  <a:pt x="1092553" y="46820"/>
                  <a:pt x="1091639" y="49699"/>
                </a:cubicBezTo>
                <a:cubicBezTo>
                  <a:pt x="1090268" y="54086"/>
                  <a:pt x="1089582" y="58884"/>
                  <a:pt x="1089582" y="64094"/>
                </a:cubicBezTo>
                <a:lnTo>
                  <a:pt x="1089582" y="102208"/>
                </a:lnTo>
                <a:lnTo>
                  <a:pt x="1077243" y="102208"/>
                </a:lnTo>
                <a:close/>
                <a:moveTo>
                  <a:pt x="1119158" y="65808"/>
                </a:moveTo>
                <a:cubicBezTo>
                  <a:pt x="1119158" y="52326"/>
                  <a:pt x="1122906" y="42341"/>
                  <a:pt x="1130401" y="35852"/>
                </a:cubicBezTo>
                <a:cubicBezTo>
                  <a:pt x="1136662" y="30459"/>
                  <a:pt x="1144293" y="27763"/>
                  <a:pt x="1153296" y="27763"/>
                </a:cubicBezTo>
                <a:cubicBezTo>
                  <a:pt x="1163305" y="27763"/>
                  <a:pt x="1171485" y="31042"/>
                  <a:pt x="1177837" y="37600"/>
                </a:cubicBezTo>
                <a:cubicBezTo>
                  <a:pt x="1184189" y="44158"/>
                  <a:pt x="1187366" y="53218"/>
                  <a:pt x="1187366" y="64780"/>
                </a:cubicBezTo>
                <a:cubicBezTo>
                  <a:pt x="1187366" y="74148"/>
                  <a:pt x="1185960" y="81517"/>
                  <a:pt x="1183150" y="86887"/>
                </a:cubicBezTo>
                <a:cubicBezTo>
                  <a:pt x="1180339" y="92257"/>
                  <a:pt x="1176249" y="96427"/>
                  <a:pt x="1170879" y="99397"/>
                </a:cubicBezTo>
                <a:cubicBezTo>
                  <a:pt x="1165510" y="102368"/>
                  <a:pt x="1159649" y="103853"/>
                  <a:pt x="1153296" y="103853"/>
                </a:cubicBezTo>
                <a:cubicBezTo>
                  <a:pt x="1143105" y="103853"/>
                  <a:pt x="1134868" y="100586"/>
                  <a:pt x="1128584" y="94051"/>
                </a:cubicBezTo>
                <a:cubicBezTo>
                  <a:pt x="1122300" y="87515"/>
                  <a:pt x="1119158" y="78101"/>
                  <a:pt x="1119158" y="65808"/>
                </a:cubicBezTo>
                <a:moveTo>
                  <a:pt x="1131840" y="65808"/>
                </a:moveTo>
                <a:cubicBezTo>
                  <a:pt x="1131840" y="75131"/>
                  <a:pt x="1133874" y="82111"/>
                  <a:pt x="1137941" y="86750"/>
                </a:cubicBezTo>
                <a:cubicBezTo>
                  <a:pt x="1142008" y="91388"/>
                  <a:pt x="1147127" y="93708"/>
                  <a:pt x="1153296" y="93708"/>
                </a:cubicBezTo>
                <a:cubicBezTo>
                  <a:pt x="1159420" y="93708"/>
                  <a:pt x="1164516" y="91377"/>
                  <a:pt x="1168583" y="86716"/>
                </a:cubicBezTo>
                <a:cubicBezTo>
                  <a:pt x="1172650" y="82054"/>
                  <a:pt x="1174684" y="74948"/>
                  <a:pt x="1174684" y="65397"/>
                </a:cubicBezTo>
                <a:cubicBezTo>
                  <a:pt x="1174684" y="56394"/>
                  <a:pt x="1172639" y="49573"/>
                  <a:pt x="1168549" y="44934"/>
                </a:cubicBezTo>
                <a:cubicBezTo>
                  <a:pt x="1164458" y="40296"/>
                  <a:pt x="1159374" y="37977"/>
                  <a:pt x="1153296" y="37977"/>
                </a:cubicBezTo>
                <a:cubicBezTo>
                  <a:pt x="1147127" y="37977"/>
                  <a:pt x="1142008" y="40285"/>
                  <a:pt x="1137941" y="44900"/>
                </a:cubicBezTo>
                <a:cubicBezTo>
                  <a:pt x="1133874" y="49516"/>
                  <a:pt x="1131840" y="56485"/>
                  <a:pt x="1131840" y="65808"/>
                </a:cubicBezTo>
                <a:close/>
                <a:moveTo>
                  <a:pt x="1201570" y="102208"/>
                </a:moveTo>
                <a:lnTo>
                  <a:pt x="1201570" y="29408"/>
                </a:lnTo>
                <a:lnTo>
                  <a:pt x="1212607" y="29408"/>
                </a:lnTo>
                <a:lnTo>
                  <a:pt x="1212607" y="39622"/>
                </a:lnTo>
                <a:cubicBezTo>
                  <a:pt x="1214892" y="36057"/>
                  <a:pt x="1217931" y="33190"/>
                  <a:pt x="1221724" y="31019"/>
                </a:cubicBezTo>
                <a:cubicBezTo>
                  <a:pt x="1225517" y="28848"/>
                  <a:pt x="1229836" y="27763"/>
                  <a:pt x="1234680" y="27763"/>
                </a:cubicBezTo>
                <a:cubicBezTo>
                  <a:pt x="1240072" y="27763"/>
                  <a:pt x="1244494" y="28882"/>
                  <a:pt x="1247944" y="31122"/>
                </a:cubicBezTo>
                <a:cubicBezTo>
                  <a:pt x="1251395" y="33361"/>
                  <a:pt x="1253828" y="36491"/>
                  <a:pt x="1255245" y="40513"/>
                </a:cubicBezTo>
                <a:cubicBezTo>
                  <a:pt x="1261003" y="32013"/>
                  <a:pt x="1268498" y="27763"/>
                  <a:pt x="1277729" y="27763"/>
                </a:cubicBezTo>
                <a:cubicBezTo>
                  <a:pt x="1284950" y="27763"/>
                  <a:pt x="1290502" y="29762"/>
                  <a:pt x="1294387" y="33761"/>
                </a:cubicBezTo>
                <a:cubicBezTo>
                  <a:pt x="1298271" y="37760"/>
                  <a:pt x="1300213" y="43918"/>
                  <a:pt x="1300213" y="52235"/>
                </a:cubicBezTo>
                <a:lnTo>
                  <a:pt x="1300213" y="102208"/>
                </a:lnTo>
                <a:lnTo>
                  <a:pt x="1287943" y="102208"/>
                </a:lnTo>
                <a:lnTo>
                  <a:pt x="1287943" y="56348"/>
                </a:lnTo>
                <a:cubicBezTo>
                  <a:pt x="1287943" y="51412"/>
                  <a:pt x="1287543" y="47859"/>
                  <a:pt x="1286743" y="45689"/>
                </a:cubicBezTo>
                <a:cubicBezTo>
                  <a:pt x="1285944" y="43518"/>
                  <a:pt x="1284493" y="41770"/>
                  <a:pt x="1282391" y="40444"/>
                </a:cubicBezTo>
                <a:cubicBezTo>
                  <a:pt x="1280288" y="39119"/>
                  <a:pt x="1277821" y="38457"/>
                  <a:pt x="1274987" y="38457"/>
                </a:cubicBezTo>
                <a:cubicBezTo>
                  <a:pt x="1269869" y="38457"/>
                  <a:pt x="1265619" y="40159"/>
                  <a:pt x="1262237" y="43563"/>
                </a:cubicBezTo>
                <a:cubicBezTo>
                  <a:pt x="1258855" y="46968"/>
                  <a:pt x="1257164" y="52418"/>
                  <a:pt x="1257164" y="59913"/>
                </a:cubicBezTo>
                <a:lnTo>
                  <a:pt x="1257164" y="102208"/>
                </a:lnTo>
                <a:lnTo>
                  <a:pt x="1244825" y="102208"/>
                </a:lnTo>
                <a:lnTo>
                  <a:pt x="1244825" y="54908"/>
                </a:lnTo>
                <a:cubicBezTo>
                  <a:pt x="1244825" y="49424"/>
                  <a:pt x="1243820" y="45312"/>
                  <a:pt x="1241809" y="42570"/>
                </a:cubicBezTo>
                <a:cubicBezTo>
                  <a:pt x="1239798" y="39828"/>
                  <a:pt x="1236508" y="38457"/>
                  <a:pt x="1231938" y="38457"/>
                </a:cubicBezTo>
                <a:cubicBezTo>
                  <a:pt x="1228465" y="38457"/>
                  <a:pt x="1225254" y="39371"/>
                  <a:pt x="1222306" y="41199"/>
                </a:cubicBezTo>
                <a:cubicBezTo>
                  <a:pt x="1219359" y="43027"/>
                  <a:pt x="1217222" y="45700"/>
                  <a:pt x="1215897" y="49219"/>
                </a:cubicBezTo>
                <a:cubicBezTo>
                  <a:pt x="1214572" y="52738"/>
                  <a:pt x="1213909" y="57810"/>
                  <a:pt x="1213909" y="64437"/>
                </a:cubicBezTo>
                <a:lnTo>
                  <a:pt x="1213909" y="102208"/>
                </a:lnTo>
                <a:lnTo>
                  <a:pt x="1201570" y="102208"/>
                </a:lnTo>
                <a:close/>
                <a:moveTo>
                  <a:pt x="1383304" y="91171"/>
                </a:moveTo>
                <a:lnTo>
                  <a:pt x="1385086" y="102071"/>
                </a:lnTo>
                <a:cubicBezTo>
                  <a:pt x="1381613" y="102802"/>
                  <a:pt x="1378506" y="103168"/>
                  <a:pt x="1375764" y="103168"/>
                </a:cubicBezTo>
                <a:cubicBezTo>
                  <a:pt x="1371285" y="103168"/>
                  <a:pt x="1367812" y="102459"/>
                  <a:pt x="1365344" y="101043"/>
                </a:cubicBezTo>
                <a:cubicBezTo>
                  <a:pt x="1362876" y="99626"/>
                  <a:pt x="1361140" y="97764"/>
                  <a:pt x="1360134" y="95456"/>
                </a:cubicBezTo>
                <a:cubicBezTo>
                  <a:pt x="1359129" y="93148"/>
                  <a:pt x="1358626" y="88292"/>
                  <a:pt x="1358626" y="80889"/>
                </a:cubicBezTo>
                <a:lnTo>
                  <a:pt x="1358626" y="39005"/>
                </a:lnTo>
                <a:lnTo>
                  <a:pt x="1349578" y="39005"/>
                </a:lnTo>
                <a:lnTo>
                  <a:pt x="1349578" y="29408"/>
                </a:lnTo>
                <a:lnTo>
                  <a:pt x="1358626" y="29408"/>
                </a:lnTo>
                <a:lnTo>
                  <a:pt x="1358626" y="11379"/>
                </a:lnTo>
                <a:lnTo>
                  <a:pt x="1370897" y="3976"/>
                </a:lnTo>
                <a:lnTo>
                  <a:pt x="1370897" y="29408"/>
                </a:lnTo>
                <a:lnTo>
                  <a:pt x="1383304" y="29408"/>
                </a:lnTo>
                <a:lnTo>
                  <a:pt x="1383304" y="39005"/>
                </a:lnTo>
                <a:lnTo>
                  <a:pt x="1370897" y="39005"/>
                </a:lnTo>
                <a:lnTo>
                  <a:pt x="1370897" y="81574"/>
                </a:lnTo>
                <a:cubicBezTo>
                  <a:pt x="1370897" y="85093"/>
                  <a:pt x="1371114" y="87355"/>
                  <a:pt x="1371548" y="88361"/>
                </a:cubicBezTo>
                <a:cubicBezTo>
                  <a:pt x="1371982" y="89366"/>
                  <a:pt x="1372690" y="90166"/>
                  <a:pt x="1373673" y="90760"/>
                </a:cubicBezTo>
                <a:cubicBezTo>
                  <a:pt x="1374655" y="91354"/>
                  <a:pt x="1376061" y="91651"/>
                  <a:pt x="1377889" y="91651"/>
                </a:cubicBezTo>
                <a:cubicBezTo>
                  <a:pt x="1379260" y="91651"/>
                  <a:pt x="1381065" y="91491"/>
                  <a:pt x="1383304" y="91171"/>
                </a:cubicBezTo>
                <a:close/>
                <a:moveTo>
                  <a:pt x="1394873" y="102208"/>
                </a:moveTo>
                <a:lnTo>
                  <a:pt x="1394873" y="1714"/>
                </a:lnTo>
                <a:lnTo>
                  <a:pt x="1407212" y="1714"/>
                </a:lnTo>
                <a:lnTo>
                  <a:pt x="1407212" y="37771"/>
                </a:lnTo>
                <a:cubicBezTo>
                  <a:pt x="1412971" y="31099"/>
                  <a:pt x="1420237" y="27763"/>
                  <a:pt x="1429011" y="27763"/>
                </a:cubicBezTo>
                <a:cubicBezTo>
                  <a:pt x="1434404" y="27763"/>
                  <a:pt x="1439088" y="28825"/>
                  <a:pt x="1443064" y="30950"/>
                </a:cubicBezTo>
                <a:cubicBezTo>
                  <a:pt x="1447040" y="33075"/>
                  <a:pt x="1449885" y="36012"/>
                  <a:pt x="1451598" y="39759"/>
                </a:cubicBezTo>
                <a:cubicBezTo>
                  <a:pt x="1453312" y="43506"/>
                  <a:pt x="1454169" y="48945"/>
                  <a:pt x="1454169" y="56074"/>
                </a:cubicBezTo>
                <a:lnTo>
                  <a:pt x="1454169" y="102208"/>
                </a:lnTo>
                <a:lnTo>
                  <a:pt x="1441830" y="102208"/>
                </a:lnTo>
                <a:lnTo>
                  <a:pt x="1441830" y="56074"/>
                </a:lnTo>
                <a:cubicBezTo>
                  <a:pt x="1441830" y="49904"/>
                  <a:pt x="1440493" y="45414"/>
                  <a:pt x="1437820" y="42604"/>
                </a:cubicBezTo>
                <a:cubicBezTo>
                  <a:pt x="1435147" y="39793"/>
                  <a:pt x="1431365" y="38388"/>
                  <a:pt x="1426475" y="38388"/>
                </a:cubicBezTo>
                <a:cubicBezTo>
                  <a:pt x="1422819" y="38388"/>
                  <a:pt x="1419380" y="39336"/>
                  <a:pt x="1416158" y="41233"/>
                </a:cubicBezTo>
                <a:cubicBezTo>
                  <a:pt x="1412936" y="43129"/>
                  <a:pt x="1410640" y="45700"/>
                  <a:pt x="1409269" y="48945"/>
                </a:cubicBezTo>
                <a:cubicBezTo>
                  <a:pt x="1407898" y="52189"/>
                  <a:pt x="1407212" y="56668"/>
                  <a:pt x="1407212" y="62380"/>
                </a:cubicBezTo>
                <a:lnTo>
                  <a:pt x="1407212" y="102208"/>
                </a:lnTo>
                <a:lnTo>
                  <a:pt x="1394873" y="102208"/>
                </a:lnTo>
                <a:close/>
                <a:moveTo>
                  <a:pt x="1522528" y="78764"/>
                </a:moveTo>
                <a:lnTo>
                  <a:pt x="1535278" y="80341"/>
                </a:lnTo>
                <a:cubicBezTo>
                  <a:pt x="1533267" y="87790"/>
                  <a:pt x="1529542" y="93571"/>
                  <a:pt x="1524104" y="97684"/>
                </a:cubicBezTo>
                <a:cubicBezTo>
                  <a:pt x="1518666" y="101797"/>
                  <a:pt x="1511719" y="103853"/>
                  <a:pt x="1503265" y="103853"/>
                </a:cubicBezTo>
                <a:cubicBezTo>
                  <a:pt x="1492617" y="103853"/>
                  <a:pt x="1484174" y="100574"/>
                  <a:pt x="1477936" y="94016"/>
                </a:cubicBezTo>
                <a:cubicBezTo>
                  <a:pt x="1471698" y="87458"/>
                  <a:pt x="1468579" y="78261"/>
                  <a:pt x="1468579" y="66425"/>
                </a:cubicBezTo>
                <a:cubicBezTo>
                  <a:pt x="1468579" y="54177"/>
                  <a:pt x="1471732" y="44672"/>
                  <a:pt x="1478039" y="37908"/>
                </a:cubicBezTo>
                <a:cubicBezTo>
                  <a:pt x="1484345" y="31145"/>
                  <a:pt x="1492526" y="27763"/>
                  <a:pt x="1502580" y="27763"/>
                </a:cubicBezTo>
                <a:cubicBezTo>
                  <a:pt x="1512314" y="27763"/>
                  <a:pt x="1520265" y="31076"/>
                  <a:pt x="1526435" y="37702"/>
                </a:cubicBezTo>
                <a:cubicBezTo>
                  <a:pt x="1532604" y="44329"/>
                  <a:pt x="1535689" y="53652"/>
                  <a:pt x="1535689" y="65671"/>
                </a:cubicBezTo>
                <a:cubicBezTo>
                  <a:pt x="1535689" y="66402"/>
                  <a:pt x="1535666" y="67499"/>
                  <a:pt x="1535621" y="68961"/>
                </a:cubicBezTo>
                <a:lnTo>
                  <a:pt x="1481329" y="68961"/>
                </a:lnTo>
                <a:cubicBezTo>
                  <a:pt x="1481786" y="76959"/>
                  <a:pt x="1484048" y="83083"/>
                  <a:pt x="1488115" y="87333"/>
                </a:cubicBezTo>
                <a:cubicBezTo>
                  <a:pt x="1492183" y="91583"/>
                  <a:pt x="1497255" y="93708"/>
                  <a:pt x="1503334" y="93708"/>
                </a:cubicBezTo>
                <a:cubicBezTo>
                  <a:pt x="1507858" y="93708"/>
                  <a:pt x="1511719" y="92520"/>
                  <a:pt x="1514918" y="90143"/>
                </a:cubicBezTo>
                <a:cubicBezTo>
                  <a:pt x="1518117" y="87767"/>
                  <a:pt x="1520654" y="83974"/>
                  <a:pt x="1522528" y="78764"/>
                </a:cubicBezTo>
                <a:moveTo>
                  <a:pt x="1482015" y="58816"/>
                </a:moveTo>
                <a:lnTo>
                  <a:pt x="1522665" y="58816"/>
                </a:lnTo>
                <a:cubicBezTo>
                  <a:pt x="1522116" y="52692"/>
                  <a:pt x="1520562" y="48099"/>
                  <a:pt x="1518003" y="45037"/>
                </a:cubicBezTo>
                <a:cubicBezTo>
                  <a:pt x="1514073" y="40285"/>
                  <a:pt x="1508977" y="37908"/>
                  <a:pt x="1502717" y="37908"/>
                </a:cubicBezTo>
                <a:cubicBezTo>
                  <a:pt x="1497050" y="37908"/>
                  <a:pt x="1492286" y="39805"/>
                  <a:pt x="1488424" y="43598"/>
                </a:cubicBezTo>
                <a:cubicBezTo>
                  <a:pt x="1484562" y="47391"/>
                  <a:pt x="1482426" y="52464"/>
                  <a:pt x="1482015" y="58816"/>
                </a:cubicBezTo>
                <a:close/>
                <a:moveTo>
                  <a:pt x="1588745" y="102208"/>
                </a:moveTo>
                <a:lnTo>
                  <a:pt x="1588745" y="1714"/>
                </a:lnTo>
                <a:lnTo>
                  <a:pt x="1601084" y="1714"/>
                </a:lnTo>
                <a:lnTo>
                  <a:pt x="1601084" y="102208"/>
                </a:lnTo>
                <a:lnTo>
                  <a:pt x="1588745" y="102208"/>
                </a:lnTo>
                <a:close/>
                <a:moveTo>
                  <a:pt x="1670344" y="78764"/>
                </a:moveTo>
                <a:lnTo>
                  <a:pt x="1683095" y="80341"/>
                </a:lnTo>
                <a:cubicBezTo>
                  <a:pt x="1681084" y="87790"/>
                  <a:pt x="1677359" y="93571"/>
                  <a:pt x="1671921" y="97684"/>
                </a:cubicBezTo>
                <a:cubicBezTo>
                  <a:pt x="1666483" y="101797"/>
                  <a:pt x="1659536" y="103853"/>
                  <a:pt x="1651082" y="103853"/>
                </a:cubicBezTo>
                <a:cubicBezTo>
                  <a:pt x="1640434" y="103853"/>
                  <a:pt x="1631991" y="100574"/>
                  <a:pt x="1625753" y="94016"/>
                </a:cubicBezTo>
                <a:cubicBezTo>
                  <a:pt x="1619515" y="87458"/>
                  <a:pt x="1616395" y="78261"/>
                  <a:pt x="1616395" y="66425"/>
                </a:cubicBezTo>
                <a:cubicBezTo>
                  <a:pt x="1616395" y="54177"/>
                  <a:pt x="1619549" y="44672"/>
                  <a:pt x="1625855" y="37908"/>
                </a:cubicBezTo>
                <a:cubicBezTo>
                  <a:pt x="1632162" y="31145"/>
                  <a:pt x="1640342" y="27763"/>
                  <a:pt x="1650396" y="27763"/>
                </a:cubicBezTo>
                <a:cubicBezTo>
                  <a:pt x="1660130" y="27763"/>
                  <a:pt x="1668082" y="31076"/>
                  <a:pt x="1674252" y="37702"/>
                </a:cubicBezTo>
                <a:cubicBezTo>
                  <a:pt x="1680421" y="44329"/>
                  <a:pt x="1683506" y="53652"/>
                  <a:pt x="1683506" y="65671"/>
                </a:cubicBezTo>
                <a:cubicBezTo>
                  <a:pt x="1683506" y="66402"/>
                  <a:pt x="1683483" y="67499"/>
                  <a:pt x="1683437" y="68961"/>
                </a:cubicBezTo>
                <a:lnTo>
                  <a:pt x="1629146" y="68961"/>
                </a:lnTo>
                <a:cubicBezTo>
                  <a:pt x="1629603" y="76959"/>
                  <a:pt x="1631865" y="83083"/>
                  <a:pt x="1635932" y="87333"/>
                </a:cubicBezTo>
                <a:cubicBezTo>
                  <a:pt x="1640000" y="91583"/>
                  <a:pt x="1645072" y="93708"/>
                  <a:pt x="1651150" y="93708"/>
                </a:cubicBezTo>
                <a:cubicBezTo>
                  <a:pt x="1655675" y="93708"/>
                  <a:pt x="1659536" y="92520"/>
                  <a:pt x="1662735" y="90143"/>
                </a:cubicBezTo>
                <a:cubicBezTo>
                  <a:pt x="1665934" y="87767"/>
                  <a:pt x="1668471" y="83974"/>
                  <a:pt x="1670344" y="78764"/>
                </a:cubicBezTo>
                <a:moveTo>
                  <a:pt x="1629831" y="58816"/>
                </a:moveTo>
                <a:lnTo>
                  <a:pt x="1670481" y="58816"/>
                </a:lnTo>
                <a:cubicBezTo>
                  <a:pt x="1669933" y="52692"/>
                  <a:pt x="1668379" y="48099"/>
                  <a:pt x="1665820" y="45037"/>
                </a:cubicBezTo>
                <a:cubicBezTo>
                  <a:pt x="1661890" y="40285"/>
                  <a:pt x="1656794" y="37908"/>
                  <a:pt x="1650533" y="37908"/>
                </a:cubicBezTo>
                <a:cubicBezTo>
                  <a:pt x="1644867" y="37908"/>
                  <a:pt x="1640102" y="39805"/>
                  <a:pt x="1636241" y="43598"/>
                </a:cubicBezTo>
                <a:cubicBezTo>
                  <a:pt x="1632379" y="47391"/>
                  <a:pt x="1630243" y="52464"/>
                  <a:pt x="1629831" y="58816"/>
                </a:cubicBezTo>
                <a:close/>
                <a:moveTo>
                  <a:pt x="1701274" y="102208"/>
                </a:moveTo>
                <a:lnTo>
                  <a:pt x="1701274" y="39005"/>
                </a:lnTo>
                <a:lnTo>
                  <a:pt x="1690375" y="39005"/>
                </a:lnTo>
                <a:lnTo>
                  <a:pt x="1690375" y="29408"/>
                </a:lnTo>
                <a:lnTo>
                  <a:pt x="1701274" y="29408"/>
                </a:lnTo>
                <a:lnTo>
                  <a:pt x="1701274" y="21662"/>
                </a:lnTo>
                <a:cubicBezTo>
                  <a:pt x="1701274" y="16772"/>
                  <a:pt x="1701709" y="13139"/>
                  <a:pt x="1702577" y="10762"/>
                </a:cubicBezTo>
                <a:cubicBezTo>
                  <a:pt x="1703765" y="7563"/>
                  <a:pt x="1705856" y="4970"/>
                  <a:pt x="1708849" y="2982"/>
                </a:cubicBezTo>
                <a:cubicBezTo>
                  <a:pt x="1711843" y="994"/>
                  <a:pt x="1716036" y="0"/>
                  <a:pt x="1721428" y="0"/>
                </a:cubicBezTo>
                <a:cubicBezTo>
                  <a:pt x="1724901" y="0"/>
                  <a:pt x="1728740" y="411"/>
                  <a:pt x="1732945" y="1234"/>
                </a:cubicBezTo>
                <a:lnTo>
                  <a:pt x="1731094" y="11996"/>
                </a:lnTo>
                <a:cubicBezTo>
                  <a:pt x="1728534" y="11539"/>
                  <a:pt x="1726112" y="11311"/>
                  <a:pt x="1723827" y="11311"/>
                </a:cubicBezTo>
                <a:cubicBezTo>
                  <a:pt x="1720080" y="11311"/>
                  <a:pt x="1717429" y="12110"/>
                  <a:pt x="1715876" y="13710"/>
                </a:cubicBezTo>
                <a:cubicBezTo>
                  <a:pt x="1714322" y="15309"/>
                  <a:pt x="1713545" y="18303"/>
                  <a:pt x="1713545" y="22690"/>
                </a:cubicBezTo>
                <a:lnTo>
                  <a:pt x="1713545" y="29408"/>
                </a:lnTo>
                <a:lnTo>
                  <a:pt x="1727735" y="29408"/>
                </a:lnTo>
                <a:lnTo>
                  <a:pt x="1727735" y="39005"/>
                </a:lnTo>
                <a:lnTo>
                  <a:pt x="1713545" y="39005"/>
                </a:lnTo>
                <a:lnTo>
                  <a:pt x="1713545" y="102208"/>
                </a:lnTo>
                <a:lnTo>
                  <a:pt x="1701274" y="102208"/>
                </a:lnTo>
                <a:close/>
                <a:moveTo>
                  <a:pt x="1763776" y="91171"/>
                </a:moveTo>
                <a:lnTo>
                  <a:pt x="1765559" y="102071"/>
                </a:lnTo>
                <a:cubicBezTo>
                  <a:pt x="1762085" y="102802"/>
                  <a:pt x="1758978" y="103168"/>
                  <a:pt x="1756236" y="103168"/>
                </a:cubicBezTo>
                <a:cubicBezTo>
                  <a:pt x="1751757" y="103168"/>
                  <a:pt x="1748284" y="102459"/>
                  <a:pt x="1745816" y="101043"/>
                </a:cubicBezTo>
                <a:cubicBezTo>
                  <a:pt x="1743348" y="99626"/>
                  <a:pt x="1741612" y="97764"/>
                  <a:pt x="1740606" y="95456"/>
                </a:cubicBezTo>
                <a:cubicBezTo>
                  <a:pt x="1739601" y="93148"/>
                  <a:pt x="1739098" y="88292"/>
                  <a:pt x="1739098" y="80889"/>
                </a:cubicBezTo>
                <a:lnTo>
                  <a:pt x="1739098" y="39005"/>
                </a:lnTo>
                <a:lnTo>
                  <a:pt x="1730050" y="39005"/>
                </a:lnTo>
                <a:lnTo>
                  <a:pt x="1730050" y="29408"/>
                </a:lnTo>
                <a:lnTo>
                  <a:pt x="1739098" y="29408"/>
                </a:lnTo>
                <a:lnTo>
                  <a:pt x="1739098" y="11379"/>
                </a:lnTo>
                <a:lnTo>
                  <a:pt x="1751369" y="3976"/>
                </a:lnTo>
                <a:lnTo>
                  <a:pt x="1751369" y="29408"/>
                </a:lnTo>
                <a:lnTo>
                  <a:pt x="1763776" y="29408"/>
                </a:lnTo>
                <a:lnTo>
                  <a:pt x="1763776" y="39005"/>
                </a:lnTo>
                <a:lnTo>
                  <a:pt x="1751369" y="39005"/>
                </a:lnTo>
                <a:lnTo>
                  <a:pt x="1751369" y="81574"/>
                </a:lnTo>
                <a:cubicBezTo>
                  <a:pt x="1751369" y="85093"/>
                  <a:pt x="1751586" y="87355"/>
                  <a:pt x="1752020" y="88361"/>
                </a:cubicBezTo>
                <a:cubicBezTo>
                  <a:pt x="1752454" y="89366"/>
                  <a:pt x="1753162" y="90166"/>
                  <a:pt x="1754145" y="90760"/>
                </a:cubicBezTo>
                <a:cubicBezTo>
                  <a:pt x="1755128" y="91354"/>
                  <a:pt x="1756533" y="91651"/>
                  <a:pt x="1758361" y="91651"/>
                </a:cubicBezTo>
                <a:cubicBezTo>
                  <a:pt x="1759732" y="91651"/>
                  <a:pt x="1761537" y="91491"/>
                  <a:pt x="1763776" y="91171"/>
                </a:cubicBezTo>
                <a:close/>
                <a:moveTo>
                  <a:pt x="1813854" y="102208"/>
                </a:moveTo>
                <a:lnTo>
                  <a:pt x="1813854" y="1714"/>
                </a:lnTo>
                <a:lnTo>
                  <a:pt x="1826193" y="1714"/>
                </a:lnTo>
                <a:lnTo>
                  <a:pt x="1826193" y="37771"/>
                </a:lnTo>
                <a:cubicBezTo>
                  <a:pt x="1831951" y="31099"/>
                  <a:pt x="1839217" y="27763"/>
                  <a:pt x="1847992" y="27763"/>
                </a:cubicBezTo>
                <a:cubicBezTo>
                  <a:pt x="1853384" y="27763"/>
                  <a:pt x="1858069" y="28825"/>
                  <a:pt x="1862044" y="30950"/>
                </a:cubicBezTo>
                <a:cubicBezTo>
                  <a:pt x="1866020" y="33075"/>
                  <a:pt x="1868865" y="36012"/>
                  <a:pt x="1870579" y="39759"/>
                </a:cubicBezTo>
                <a:cubicBezTo>
                  <a:pt x="1872293" y="43506"/>
                  <a:pt x="1873149" y="48945"/>
                  <a:pt x="1873149" y="56074"/>
                </a:cubicBezTo>
                <a:lnTo>
                  <a:pt x="1873149" y="102208"/>
                </a:lnTo>
                <a:lnTo>
                  <a:pt x="1860811" y="102208"/>
                </a:lnTo>
                <a:lnTo>
                  <a:pt x="1860811" y="56074"/>
                </a:lnTo>
                <a:cubicBezTo>
                  <a:pt x="1860811" y="49904"/>
                  <a:pt x="1859474" y="45414"/>
                  <a:pt x="1856800" y="42604"/>
                </a:cubicBezTo>
                <a:cubicBezTo>
                  <a:pt x="1854127" y="39793"/>
                  <a:pt x="1850345" y="38388"/>
                  <a:pt x="1845455" y="38388"/>
                </a:cubicBezTo>
                <a:cubicBezTo>
                  <a:pt x="1841799" y="38388"/>
                  <a:pt x="1838360" y="39336"/>
                  <a:pt x="1835139" y="41233"/>
                </a:cubicBezTo>
                <a:cubicBezTo>
                  <a:pt x="1831917" y="43129"/>
                  <a:pt x="1829620" y="45700"/>
                  <a:pt x="1828249" y="48945"/>
                </a:cubicBezTo>
                <a:cubicBezTo>
                  <a:pt x="1826878" y="52189"/>
                  <a:pt x="1826193" y="56668"/>
                  <a:pt x="1826193" y="62380"/>
                </a:cubicBezTo>
                <a:lnTo>
                  <a:pt x="1826193" y="102208"/>
                </a:lnTo>
                <a:lnTo>
                  <a:pt x="1813854" y="102208"/>
                </a:lnTo>
                <a:close/>
                <a:moveTo>
                  <a:pt x="1887080" y="65808"/>
                </a:moveTo>
                <a:cubicBezTo>
                  <a:pt x="1887080" y="52326"/>
                  <a:pt x="1890828" y="42341"/>
                  <a:pt x="1898322" y="35852"/>
                </a:cubicBezTo>
                <a:cubicBezTo>
                  <a:pt x="1904583" y="30459"/>
                  <a:pt x="1912215" y="27763"/>
                  <a:pt x="1921218" y="27763"/>
                </a:cubicBezTo>
                <a:cubicBezTo>
                  <a:pt x="1931226" y="27763"/>
                  <a:pt x="1939407" y="31042"/>
                  <a:pt x="1945759" y="37600"/>
                </a:cubicBezTo>
                <a:cubicBezTo>
                  <a:pt x="1952111" y="44158"/>
                  <a:pt x="1955287" y="53218"/>
                  <a:pt x="1955287" y="64780"/>
                </a:cubicBezTo>
                <a:cubicBezTo>
                  <a:pt x="1955287" y="74148"/>
                  <a:pt x="1953882" y="81517"/>
                  <a:pt x="1951071" y="86887"/>
                </a:cubicBezTo>
                <a:cubicBezTo>
                  <a:pt x="1948261" y="92257"/>
                  <a:pt x="1944171" y="96427"/>
                  <a:pt x="1938801" y="99397"/>
                </a:cubicBezTo>
                <a:cubicBezTo>
                  <a:pt x="1933431" y="102368"/>
                  <a:pt x="1927570" y="103853"/>
                  <a:pt x="1921218" y="103853"/>
                </a:cubicBezTo>
                <a:cubicBezTo>
                  <a:pt x="1911027" y="103853"/>
                  <a:pt x="1902789" y="100586"/>
                  <a:pt x="1896506" y="94051"/>
                </a:cubicBezTo>
                <a:cubicBezTo>
                  <a:pt x="1890222" y="87515"/>
                  <a:pt x="1887080" y="78101"/>
                  <a:pt x="1887080" y="65808"/>
                </a:cubicBezTo>
                <a:moveTo>
                  <a:pt x="1899762" y="65808"/>
                </a:moveTo>
                <a:cubicBezTo>
                  <a:pt x="1899762" y="75131"/>
                  <a:pt x="1901795" y="82111"/>
                  <a:pt x="1905863" y="86750"/>
                </a:cubicBezTo>
                <a:cubicBezTo>
                  <a:pt x="1909930" y="91388"/>
                  <a:pt x="1915048" y="93708"/>
                  <a:pt x="1921218" y="93708"/>
                </a:cubicBezTo>
                <a:cubicBezTo>
                  <a:pt x="1927342" y="93708"/>
                  <a:pt x="1932437" y="91377"/>
                  <a:pt x="1936505" y="86716"/>
                </a:cubicBezTo>
                <a:cubicBezTo>
                  <a:pt x="1940572" y="82054"/>
                  <a:pt x="1942606" y="74948"/>
                  <a:pt x="1942606" y="65397"/>
                </a:cubicBezTo>
                <a:cubicBezTo>
                  <a:pt x="1942606" y="56394"/>
                  <a:pt x="1940560" y="49573"/>
                  <a:pt x="1936470" y="44934"/>
                </a:cubicBezTo>
                <a:cubicBezTo>
                  <a:pt x="1932380" y="40296"/>
                  <a:pt x="1927296" y="37977"/>
                  <a:pt x="1921218" y="37977"/>
                </a:cubicBezTo>
                <a:cubicBezTo>
                  <a:pt x="1915048" y="37977"/>
                  <a:pt x="1909930" y="40285"/>
                  <a:pt x="1905863" y="44900"/>
                </a:cubicBezTo>
                <a:cubicBezTo>
                  <a:pt x="1901795" y="49516"/>
                  <a:pt x="1899762" y="56485"/>
                  <a:pt x="1899762" y="65808"/>
                </a:cubicBezTo>
                <a:close/>
                <a:moveTo>
                  <a:pt x="1969217" y="102208"/>
                </a:moveTo>
                <a:lnTo>
                  <a:pt x="1969217" y="1714"/>
                </a:lnTo>
                <a:lnTo>
                  <a:pt x="1981556" y="1714"/>
                </a:lnTo>
                <a:lnTo>
                  <a:pt x="1981556" y="102208"/>
                </a:lnTo>
                <a:lnTo>
                  <a:pt x="1969217" y="102208"/>
                </a:lnTo>
                <a:close/>
                <a:moveTo>
                  <a:pt x="2048211" y="102208"/>
                </a:moveTo>
                <a:lnTo>
                  <a:pt x="2048211" y="93022"/>
                </a:lnTo>
                <a:cubicBezTo>
                  <a:pt x="2043596" y="100243"/>
                  <a:pt x="2036809" y="103853"/>
                  <a:pt x="2027852" y="103853"/>
                </a:cubicBezTo>
                <a:cubicBezTo>
                  <a:pt x="2022048" y="103853"/>
                  <a:pt x="2016713" y="102254"/>
                  <a:pt x="2011845" y="99055"/>
                </a:cubicBezTo>
                <a:cubicBezTo>
                  <a:pt x="2006978" y="95856"/>
                  <a:pt x="2003208" y="91388"/>
                  <a:pt x="2000535" y="85653"/>
                </a:cubicBezTo>
                <a:cubicBezTo>
                  <a:pt x="1997861" y="79918"/>
                  <a:pt x="1996525" y="73326"/>
                  <a:pt x="1996525" y="65876"/>
                </a:cubicBezTo>
                <a:cubicBezTo>
                  <a:pt x="1996525" y="58610"/>
                  <a:pt x="1997736" y="52018"/>
                  <a:pt x="2000158" y="46100"/>
                </a:cubicBezTo>
                <a:cubicBezTo>
                  <a:pt x="2002580" y="40182"/>
                  <a:pt x="2006213" y="35646"/>
                  <a:pt x="2011057" y="32493"/>
                </a:cubicBezTo>
                <a:cubicBezTo>
                  <a:pt x="2015901" y="29339"/>
                  <a:pt x="2021317" y="27763"/>
                  <a:pt x="2027304" y="27763"/>
                </a:cubicBezTo>
                <a:cubicBezTo>
                  <a:pt x="2031691" y="27763"/>
                  <a:pt x="2035598" y="28688"/>
                  <a:pt x="2039026" y="30539"/>
                </a:cubicBezTo>
                <a:cubicBezTo>
                  <a:pt x="2042453" y="32390"/>
                  <a:pt x="2045241" y="34801"/>
                  <a:pt x="2047389" y="37771"/>
                </a:cubicBezTo>
                <a:lnTo>
                  <a:pt x="2047389" y="1714"/>
                </a:lnTo>
                <a:lnTo>
                  <a:pt x="2059659" y="1714"/>
                </a:lnTo>
                <a:lnTo>
                  <a:pt x="2059659" y="102208"/>
                </a:lnTo>
                <a:lnTo>
                  <a:pt x="2048211" y="102208"/>
                </a:lnTo>
                <a:moveTo>
                  <a:pt x="2009206" y="65876"/>
                </a:moveTo>
                <a:cubicBezTo>
                  <a:pt x="2009206" y="75199"/>
                  <a:pt x="2011171" y="82169"/>
                  <a:pt x="2015102" y="86784"/>
                </a:cubicBezTo>
                <a:cubicBezTo>
                  <a:pt x="2019032" y="91400"/>
                  <a:pt x="2023670" y="93708"/>
                  <a:pt x="2029017" y="93708"/>
                </a:cubicBezTo>
                <a:cubicBezTo>
                  <a:pt x="2034410" y="93708"/>
                  <a:pt x="2038991" y="91503"/>
                  <a:pt x="2042762" y="87093"/>
                </a:cubicBezTo>
                <a:cubicBezTo>
                  <a:pt x="2046532" y="82683"/>
                  <a:pt x="2048417" y="75953"/>
                  <a:pt x="2048417" y="66905"/>
                </a:cubicBezTo>
                <a:cubicBezTo>
                  <a:pt x="2048417" y="56942"/>
                  <a:pt x="2046497" y="49630"/>
                  <a:pt x="2042659" y="44969"/>
                </a:cubicBezTo>
                <a:cubicBezTo>
                  <a:pt x="2038820" y="40307"/>
                  <a:pt x="2034090" y="37977"/>
                  <a:pt x="2028469" y="37977"/>
                </a:cubicBezTo>
                <a:cubicBezTo>
                  <a:pt x="2022985" y="37977"/>
                  <a:pt x="2018403" y="40216"/>
                  <a:pt x="2014725" y="44695"/>
                </a:cubicBezTo>
                <a:cubicBezTo>
                  <a:pt x="2011046" y="49173"/>
                  <a:pt x="2009206" y="56234"/>
                  <a:pt x="2009206" y="65876"/>
                </a:cubicBezTo>
                <a:close/>
                <a:moveTo>
                  <a:pt x="2073863" y="80478"/>
                </a:moveTo>
                <a:lnTo>
                  <a:pt x="2086065" y="78558"/>
                </a:lnTo>
                <a:cubicBezTo>
                  <a:pt x="2086750" y="83448"/>
                  <a:pt x="2088658" y="87196"/>
                  <a:pt x="2091789" y="89800"/>
                </a:cubicBezTo>
                <a:cubicBezTo>
                  <a:pt x="2094919" y="92405"/>
                  <a:pt x="2099295" y="93708"/>
                  <a:pt x="2104916" y="93708"/>
                </a:cubicBezTo>
                <a:cubicBezTo>
                  <a:pt x="2110583" y="93708"/>
                  <a:pt x="2114787" y="92554"/>
                  <a:pt x="2117529" y="90246"/>
                </a:cubicBezTo>
                <a:cubicBezTo>
                  <a:pt x="2120271" y="87938"/>
                  <a:pt x="2121642" y="85230"/>
                  <a:pt x="2121642" y="82123"/>
                </a:cubicBezTo>
                <a:cubicBezTo>
                  <a:pt x="2121642" y="79335"/>
                  <a:pt x="2120431" y="77142"/>
                  <a:pt x="2118009" y="75542"/>
                </a:cubicBezTo>
                <a:cubicBezTo>
                  <a:pt x="2116318" y="74445"/>
                  <a:pt x="2112114" y="73051"/>
                  <a:pt x="2105396" y="71360"/>
                </a:cubicBezTo>
                <a:cubicBezTo>
                  <a:pt x="2096347" y="69075"/>
                  <a:pt x="2090075" y="67099"/>
                  <a:pt x="2086579" y="65431"/>
                </a:cubicBezTo>
                <a:cubicBezTo>
                  <a:pt x="2083083" y="63763"/>
                  <a:pt x="2080432" y="61455"/>
                  <a:pt x="2078627" y="58507"/>
                </a:cubicBezTo>
                <a:cubicBezTo>
                  <a:pt x="2076822" y="55560"/>
                  <a:pt x="2075920" y="52304"/>
                  <a:pt x="2075920" y="48739"/>
                </a:cubicBezTo>
                <a:cubicBezTo>
                  <a:pt x="2075920" y="45494"/>
                  <a:pt x="2076662" y="42490"/>
                  <a:pt x="2078147" y="39725"/>
                </a:cubicBezTo>
                <a:cubicBezTo>
                  <a:pt x="2079633" y="36960"/>
                  <a:pt x="2081655" y="34663"/>
                  <a:pt x="2084214" y="32835"/>
                </a:cubicBezTo>
                <a:cubicBezTo>
                  <a:pt x="2086133" y="31419"/>
                  <a:pt x="2088750" y="30219"/>
                  <a:pt x="2092063" y="29237"/>
                </a:cubicBezTo>
                <a:cubicBezTo>
                  <a:pt x="2095376" y="28254"/>
                  <a:pt x="2098929" y="27763"/>
                  <a:pt x="2102723" y="27763"/>
                </a:cubicBezTo>
                <a:cubicBezTo>
                  <a:pt x="2108435" y="27763"/>
                  <a:pt x="2113451" y="28585"/>
                  <a:pt x="2117769" y="30231"/>
                </a:cubicBezTo>
                <a:cubicBezTo>
                  <a:pt x="2122088" y="31876"/>
                  <a:pt x="2125275" y="34104"/>
                  <a:pt x="2127332" y="36914"/>
                </a:cubicBezTo>
                <a:cubicBezTo>
                  <a:pt x="2129388" y="39725"/>
                  <a:pt x="2130805" y="43484"/>
                  <a:pt x="2131582" y="48191"/>
                </a:cubicBezTo>
                <a:lnTo>
                  <a:pt x="2119517" y="49836"/>
                </a:lnTo>
                <a:cubicBezTo>
                  <a:pt x="2118969" y="46088"/>
                  <a:pt x="2117381" y="43164"/>
                  <a:pt x="2114753" y="41061"/>
                </a:cubicBezTo>
                <a:cubicBezTo>
                  <a:pt x="2112125" y="38959"/>
                  <a:pt x="2108412" y="37908"/>
                  <a:pt x="2103614" y="37908"/>
                </a:cubicBezTo>
                <a:cubicBezTo>
                  <a:pt x="2097947" y="37908"/>
                  <a:pt x="2093902" y="38845"/>
                  <a:pt x="2091480" y="40719"/>
                </a:cubicBezTo>
                <a:cubicBezTo>
                  <a:pt x="2089058" y="42592"/>
                  <a:pt x="2087847" y="44786"/>
                  <a:pt x="2087847" y="47299"/>
                </a:cubicBezTo>
                <a:cubicBezTo>
                  <a:pt x="2087847" y="48899"/>
                  <a:pt x="2088350" y="50338"/>
                  <a:pt x="2089355" y="51618"/>
                </a:cubicBezTo>
                <a:cubicBezTo>
                  <a:pt x="2090361" y="52943"/>
                  <a:pt x="2091937" y="54040"/>
                  <a:pt x="2094085" y="54908"/>
                </a:cubicBezTo>
                <a:cubicBezTo>
                  <a:pt x="2095319" y="55365"/>
                  <a:pt x="2098952" y="56417"/>
                  <a:pt x="2104985" y="58062"/>
                </a:cubicBezTo>
                <a:cubicBezTo>
                  <a:pt x="2113713" y="60392"/>
                  <a:pt x="2119803" y="62300"/>
                  <a:pt x="2123253" y="63786"/>
                </a:cubicBezTo>
                <a:cubicBezTo>
                  <a:pt x="2126704" y="65271"/>
                  <a:pt x="2129411" y="67430"/>
                  <a:pt x="2131376" y="70264"/>
                </a:cubicBezTo>
                <a:cubicBezTo>
                  <a:pt x="2133342" y="73097"/>
                  <a:pt x="2134324" y="76616"/>
                  <a:pt x="2134324" y="80820"/>
                </a:cubicBezTo>
                <a:cubicBezTo>
                  <a:pt x="2134324" y="84933"/>
                  <a:pt x="2133124" y="88806"/>
                  <a:pt x="2130725" y="92440"/>
                </a:cubicBezTo>
                <a:cubicBezTo>
                  <a:pt x="2128326" y="96073"/>
                  <a:pt x="2124864" y="98883"/>
                  <a:pt x="2120340" y="100871"/>
                </a:cubicBezTo>
                <a:cubicBezTo>
                  <a:pt x="2115816" y="102859"/>
                  <a:pt x="2110697" y="103853"/>
                  <a:pt x="2104985" y="103853"/>
                </a:cubicBezTo>
                <a:cubicBezTo>
                  <a:pt x="2095525" y="103853"/>
                  <a:pt x="2088316" y="101888"/>
                  <a:pt x="2083357" y="97958"/>
                </a:cubicBezTo>
                <a:cubicBezTo>
                  <a:pt x="2078399" y="94028"/>
                  <a:pt x="2075234" y="88201"/>
                  <a:pt x="2073863" y="80478"/>
                </a:cubicBezTo>
                <a:close/>
                <a:moveTo>
                  <a:pt x="2234769" y="93228"/>
                </a:moveTo>
                <a:cubicBezTo>
                  <a:pt x="2230199" y="97112"/>
                  <a:pt x="2225800" y="99854"/>
                  <a:pt x="2221573" y="101454"/>
                </a:cubicBezTo>
                <a:cubicBezTo>
                  <a:pt x="2217346" y="103053"/>
                  <a:pt x="2212810" y="103853"/>
                  <a:pt x="2207966" y="103853"/>
                </a:cubicBezTo>
                <a:cubicBezTo>
                  <a:pt x="2199968" y="103853"/>
                  <a:pt x="2193822" y="101899"/>
                  <a:pt x="2189526" y="97992"/>
                </a:cubicBezTo>
                <a:cubicBezTo>
                  <a:pt x="2185230" y="94085"/>
                  <a:pt x="2183082" y="89092"/>
                  <a:pt x="2183082" y="83014"/>
                </a:cubicBezTo>
                <a:cubicBezTo>
                  <a:pt x="2183082" y="79449"/>
                  <a:pt x="2183894" y="76193"/>
                  <a:pt x="2185516" y="73246"/>
                </a:cubicBezTo>
                <a:cubicBezTo>
                  <a:pt x="2187138" y="70298"/>
                  <a:pt x="2189263" y="67933"/>
                  <a:pt x="2191891" y="66151"/>
                </a:cubicBezTo>
                <a:cubicBezTo>
                  <a:pt x="2194519" y="64368"/>
                  <a:pt x="2197478" y="63020"/>
                  <a:pt x="2200768" y="62106"/>
                </a:cubicBezTo>
                <a:cubicBezTo>
                  <a:pt x="2203190" y="61466"/>
                  <a:pt x="2206846" y="60849"/>
                  <a:pt x="2211736" y="60255"/>
                </a:cubicBezTo>
                <a:cubicBezTo>
                  <a:pt x="2221699" y="59067"/>
                  <a:pt x="2229034" y="57650"/>
                  <a:pt x="2233741" y="56005"/>
                </a:cubicBezTo>
                <a:cubicBezTo>
                  <a:pt x="2233786" y="54314"/>
                  <a:pt x="2233809" y="53240"/>
                  <a:pt x="2233809" y="52783"/>
                </a:cubicBezTo>
                <a:cubicBezTo>
                  <a:pt x="2233809" y="47756"/>
                  <a:pt x="2232644" y="44215"/>
                  <a:pt x="2230313" y="42158"/>
                </a:cubicBezTo>
                <a:cubicBezTo>
                  <a:pt x="2227160" y="39371"/>
                  <a:pt x="2222476" y="37977"/>
                  <a:pt x="2216261" y="37977"/>
                </a:cubicBezTo>
                <a:cubicBezTo>
                  <a:pt x="2210457" y="37977"/>
                  <a:pt x="2206172" y="38993"/>
                  <a:pt x="2203407" y="41027"/>
                </a:cubicBezTo>
                <a:cubicBezTo>
                  <a:pt x="2200643" y="43061"/>
                  <a:pt x="2198597" y="46660"/>
                  <a:pt x="2197272" y="51824"/>
                </a:cubicBezTo>
                <a:lnTo>
                  <a:pt x="2185207" y="50179"/>
                </a:lnTo>
                <a:cubicBezTo>
                  <a:pt x="2186304" y="45014"/>
                  <a:pt x="2188109" y="40844"/>
                  <a:pt x="2190623" y="37668"/>
                </a:cubicBezTo>
                <a:cubicBezTo>
                  <a:pt x="2193136" y="34492"/>
                  <a:pt x="2196769" y="32047"/>
                  <a:pt x="2201522" y="30333"/>
                </a:cubicBezTo>
                <a:cubicBezTo>
                  <a:pt x="2206275" y="28620"/>
                  <a:pt x="2211782" y="27763"/>
                  <a:pt x="2218043" y="27763"/>
                </a:cubicBezTo>
                <a:cubicBezTo>
                  <a:pt x="2224258" y="27763"/>
                  <a:pt x="2229308" y="28494"/>
                  <a:pt x="2233192" y="29956"/>
                </a:cubicBezTo>
                <a:cubicBezTo>
                  <a:pt x="2237077" y="31419"/>
                  <a:pt x="2239933" y="33258"/>
                  <a:pt x="2241761" y="35475"/>
                </a:cubicBezTo>
                <a:cubicBezTo>
                  <a:pt x="2243589" y="37691"/>
                  <a:pt x="2244869" y="40490"/>
                  <a:pt x="2245600" y="43872"/>
                </a:cubicBezTo>
                <a:cubicBezTo>
                  <a:pt x="2246011" y="45974"/>
                  <a:pt x="2246217" y="49767"/>
                  <a:pt x="2246217" y="55251"/>
                </a:cubicBezTo>
                <a:lnTo>
                  <a:pt x="2246217" y="71703"/>
                </a:lnTo>
                <a:cubicBezTo>
                  <a:pt x="2246217" y="83174"/>
                  <a:pt x="2246480" y="90429"/>
                  <a:pt x="2247005" y="93468"/>
                </a:cubicBezTo>
                <a:cubicBezTo>
                  <a:pt x="2247531" y="96507"/>
                  <a:pt x="2248570" y="99420"/>
                  <a:pt x="2250124" y="102208"/>
                </a:cubicBezTo>
                <a:lnTo>
                  <a:pt x="2237237" y="102208"/>
                </a:lnTo>
                <a:cubicBezTo>
                  <a:pt x="2235957" y="99649"/>
                  <a:pt x="2235135" y="96655"/>
                  <a:pt x="2234769" y="93228"/>
                </a:cubicBezTo>
                <a:moveTo>
                  <a:pt x="2233741" y="65671"/>
                </a:moveTo>
                <a:cubicBezTo>
                  <a:pt x="2229262" y="67499"/>
                  <a:pt x="2222544" y="69053"/>
                  <a:pt x="2213587" y="70332"/>
                </a:cubicBezTo>
                <a:cubicBezTo>
                  <a:pt x="2208514" y="71063"/>
                  <a:pt x="2204927" y="71886"/>
                  <a:pt x="2202825" y="72800"/>
                </a:cubicBezTo>
                <a:cubicBezTo>
                  <a:pt x="2200723" y="73714"/>
                  <a:pt x="2199100" y="75051"/>
                  <a:pt x="2197958" y="76810"/>
                </a:cubicBezTo>
                <a:cubicBezTo>
                  <a:pt x="2196815" y="78570"/>
                  <a:pt x="2196244" y="80523"/>
                  <a:pt x="2196244" y="82671"/>
                </a:cubicBezTo>
                <a:cubicBezTo>
                  <a:pt x="2196244" y="85962"/>
                  <a:pt x="2197489" y="88704"/>
                  <a:pt x="2199980" y="90897"/>
                </a:cubicBezTo>
                <a:cubicBezTo>
                  <a:pt x="2202471" y="93091"/>
                  <a:pt x="2206115" y="94188"/>
                  <a:pt x="2210914" y="94188"/>
                </a:cubicBezTo>
                <a:cubicBezTo>
                  <a:pt x="2215666" y="94188"/>
                  <a:pt x="2219894" y="93148"/>
                  <a:pt x="2223595" y="91069"/>
                </a:cubicBezTo>
                <a:cubicBezTo>
                  <a:pt x="2227297" y="88989"/>
                  <a:pt x="2230016" y="86144"/>
                  <a:pt x="2231753" y="82534"/>
                </a:cubicBezTo>
                <a:cubicBezTo>
                  <a:pt x="2233078" y="79746"/>
                  <a:pt x="2233741" y="75633"/>
                  <a:pt x="2233741" y="70195"/>
                </a:cubicBezTo>
                <a:lnTo>
                  <a:pt x="2233741" y="65671"/>
                </a:lnTo>
                <a:close/>
                <a:moveTo>
                  <a:pt x="2314970" y="102208"/>
                </a:moveTo>
                <a:lnTo>
                  <a:pt x="2303522" y="102208"/>
                </a:lnTo>
                <a:lnTo>
                  <a:pt x="2303522" y="1714"/>
                </a:lnTo>
                <a:lnTo>
                  <a:pt x="2315861" y="1714"/>
                </a:lnTo>
                <a:lnTo>
                  <a:pt x="2315861" y="37565"/>
                </a:lnTo>
                <a:cubicBezTo>
                  <a:pt x="2321071" y="31030"/>
                  <a:pt x="2327721" y="27763"/>
                  <a:pt x="2335809" y="27763"/>
                </a:cubicBezTo>
                <a:cubicBezTo>
                  <a:pt x="2340288" y="27763"/>
                  <a:pt x="2344527" y="28665"/>
                  <a:pt x="2348525" y="30470"/>
                </a:cubicBezTo>
                <a:cubicBezTo>
                  <a:pt x="2352524" y="32276"/>
                  <a:pt x="2355815" y="34812"/>
                  <a:pt x="2358397" y="38079"/>
                </a:cubicBezTo>
                <a:cubicBezTo>
                  <a:pt x="2360979" y="41347"/>
                  <a:pt x="2363001" y="45289"/>
                  <a:pt x="2364463" y="49904"/>
                </a:cubicBezTo>
                <a:cubicBezTo>
                  <a:pt x="2365926" y="54520"/>
                  <a:pt x="2366657" y="59456"/>
                  <a:pt x="2366657" y="64711"/>
                </a:cubicBezTo>
                <a:cubicBezTo>
                  <a:pt x="2366657" y="77187"/>
                  <a:pt x="2363572" y="86830"/>
                  <a:pt x="2357403" y="93639"/>
                </a:cubicBezTo>
                <a:cubicBezTo>
                  <a:pt x="2351233" y="100448"/>
                  <a:pt x="2343830" y="103853"/>
                  <a:pt x="2335193" y="103853"/>
                </a:cubicBezTo>
                <a:cubicBezTo>
                  <a:pt x="2326601" y="103853"/>
                  <a:pt x="2319860" y="100266"/>
                  <a:pt x="2314970" y="93091"/>
                </a:cubicBezTo>
                <a:lnTo>
                  <a:pt x="2314970" y="102208"/>
                </a:lnTo>
                <a:moveTo>
                  <a:pt x="2314833" y="65260"/>
                </a:moveTo>
                <a:cubicBezTo>
                  <a:pt x="2314833" y="73988"/>
                  <a:pt x="2316021" y="80295"/>
                  <a:pt x="2318398" y="84179"/>
                </a:cubicBezTo>
                <a:cubicBezTo>
                  <a:pt x="2322282" y="90532"/>
                  <a:pt x="2327538" y="93708"/>
                  <a:pt x="2334164" y="93708"/>
                </a:cubicBezTo>
                <a:cubicBezTo>
                  <a:pt x="2339557" y="93708"/>
                  <a:pt x="2344218" y="91366"/>
                  <a:pt x="2348148" y="86681"/>
                </a:cubicBezTo>
                <a:cubicBezTo>
                  <a:pt x="2352079" y="81997"/>
                  <a:pt x="2354044" y="75016"/>
                  <a:pt x="2354044" y="65739"/>
                </a:cubicBezTo>
                <a:cubicBezTo>
                  <a:pt x="2354044" y="56234"/>
                  <a:pt x="2352159" y="49219"/>
                  <a:pt x="2348388" y="44695"/>
                </a:cubicBezTo>
                <a:cubicBezTo>
                  <a:pt x="2344618" y="40170"/>
                  <a:pt x="2340060" y="37908"/>
                  <a:pt x="2334713" y="37908"/>
                </a:cubicBezTo>
                <a:cubicBezTo>
                  <a:pt x="2329320" y="37908"/>
                  <a:pt x="2324659" y="40250"/>
                  <a:pt x="2320728" y="44934"/>
                </a:cubicBezTo>
                <a:cubicBezTo>
                  <a:pt x="2316798" y="49619"/>
                  <a:pt x="2314833" y="56394"/>
                  <a:pt x="2314833" y="65260"/>
                </a:cubicBezTo>
                <a:close/>
                <a:moveTo>
                  <a:pt x="2428914" y="93228"/>
                </a:moveTo>
                <a:cubicBezTo>
                  <a:pt x="2424344" y="97112"/>
                  <a:pt x="2419946" y="99854"/>
                  <a:pt x="2415719" y="101454"/>
                </a:cubicBezTo>
                <a:cubicBezTo>
                  <a:pt x="2411491" y="103053"/>
                  <a:pt x="2406956" y="103853"/>
                  <a:pt x="2402111" y="103853"/>
                </a:cubicBezTo>
                <a:cubicBezTo>
                  <a:pt x="2394114" y="103853"/>
                  <a:pt x="2387967" y="101899"/>
                  <a:pt x="2383671" y="97992"/>
                </a:cubicBezTo>
                <a:cubicBezTo>
                  <a:pt x="2379376" y="94085"/>
                  <a:pt x="2377228" y="89092"/>
                  <a:pt x="2377228" y="83014"/>
                </a:cubicBezTo>
                <a:cubicBezTo>
                  <a:pt x="2377228" y="79449"/>
                  <a:pt x="2378039" y="76193"/>
                  <a:pt x="2379661" y="73246"/>
                </a:cubicBezTo>
                <a:cubicBezTo>
                  <a:pt x="2381284" y="70298"/>
                  <a:pt x="2383409" y="67933"/>
                  <a:pt x="2386036" y="66151"/>
                </a:cubicBezTo>
                <a:cubicBezTo>
                  <a:pt x="2388664" y="64368"/>
                  <a:pt x="2391623" y="63020"/>
                  <a:pt x="2394914" y="62106"/>
                </a:cubicBezTo>
                <a:cubicBezTo>
                  <a:pt x="2397336" y="61466"/>
                  <a:pt x="2400992" y="60849"/>
                  <a:pt x="2405882" y="60255"/>
                </a:cubicBezTo>
                <a:cubicBezTo>
                  <a:pt x="2415844" y="59067"/>
                  <a:pt x="2423179" y="57650"/>
                  <a:pt x="2427886" y="56005"/>
                </a:cubicBezTo>
                <a:cubicBezTo>
                  <a:pt x="2427932" y="54314"/>
                  <a:pt x="2427955" y="53240"/>
                  <a:pt x="2427955" y="52783"/>
                </a:cubicBezTo>
                <a:cubicBezTo>
                  <a:pt x="2427955" y="47756"/>
                  <a:pt x="2426789" y="44215"/>
                  <a:pt x="2424459" y="42158"/>
                </a:cubicBezTo>
                <a:cubicBezTo>
                  <a:pt x="2421305" y="39371"/>
                  <a:pt x="2416621" y="37977"/>
                  <a:pt x="2410406" y="37977"/>
                </a:cubicBezTo>
                <a:cubicBezTo>
                  <a:pt x="2404602" y="37977"/>
                  <a:pt x="2400318" y="38993"/>
                  <a:pt x="2397553" y="41027"/>
                </a:cubicBezTo>
                <a:cubicBezTo>
                  <a:pt x="2394788" y="43061"/>
                  <a:pt x="2392743" y="46660"/>
                  <a:pt x="2391418" y="51824"/>
                </a:cubicBezTo>
                <a:lnTo>
                  <a:pt x="2379353" y="50179"/>
                </a:lnTo>
                <a:cubicBezTo>
                  <a:pt x="2380450" y="45014"/>
                  <a:pt x="2382255" y="40844"/>
                  <a:pt x="2384768" y="37668"/>
                </a:cubicBezTo>
                <a:cubicBezTo>
                  <a:pt x="2387282" y="34492"/>
                  <a:pt x="2390915" y="32047"/>
                  <a:pt x="2395668" y="30333"/>
                </a:cubicBezTo>
                <a:cubicBezTo>
                  <a:pt x="2400420" y="28620"/>
                  <a:pt x="2405927" y="27763"/>
                  <a:pt x="2412188" y="27763"/>
                </a:cubicBezTo>
                <a:cubicBezTo>
                  <a:pt x="2418403" y="27763"/>
                  <a:pt x="2423453" y="28494"/>
                  <a:pt x="2427338" y="29956"/>
                </a:cubicBezTo>
                <a:cubicBezTo>
                  <a:pt x="2431222" y="31419"/>
                  <a:pt x="2434079" y="33258"/>
                  <a:pt x="2435907" y="35475"/>
                </a:cubicBezTo>
                <a:cubicBezTo>
                  <a:pt x="2437734" y="37691"/>
                  <a:pt x="2439014" y="40490"/>
                  <a:pt x="2439745" y="43872"/>
                </a:cubicBezTo>
                <a:cubicBezTo>
                  <a:pt x="2440157" y="45974"/>
                  <a:pt x="2440362" y="49767"/>
                  <a:pt x="2440362" y="55251"/>
                </a:cubicBezTo>
                <a:lnTo>
                  <a:pt x="2440362" y="71703"/>
                </a:lnTo>
                <a:cubicBezTo>
                  <a:pt x="2440362" y="83174"/>
                  <a:pt x="2440625" y="90429"/>
                  <a:pt x="2441151" y="93468"/>
                </a:cubicBezTo>
                <a:cubicBezTo>
                  <a:pt x="2441676" y="96507"/>
                  <a:pt x="2442716" y="99420"/>
                  <a:pt x="2444270" y="102208"/>
                </a:cubicBezTo>
                <a:lnTo>
                  <a:pt x="2431382" y="102208"/>
                </a:lnTo>
                <a:cubicBezTo>
                  <a:pt x="2430103" y="99649"/>
                  <a:pt x="2429280" y="96655"/>
                  <a:pt x="2428914" y="93228"/>
                </a:cubicBezTo>
                <a:moveTo>
                  <a:pt x="2427886" y="65671"/>
                </a:moveTo>
                <a:cubicBezTo>
                  <a:pt x="2423408" y="67499"/>
                  <a:pt x="2416690" y="69053"/>
                  <a:pt x="2407732" y="70332"/>
                </a:cubicBezTo>
                <a:cubicBezTo>
                  <a:pt x="2402660" y="71063"/>
                  <a:pt x="2399072" y="71886"/>
                  <a:pt x="2396970" y="72800"/>
                </a:cubicBezTo>
                <a:cubicBezTo>
                  <a:pt x="2394868" y="73714"/>
                  <a:pt x="2393246" y="75051"/>
                  <a:pt x="2392103" y="76810"/>
                </a:cubicBezTo>
                <a:cubicBezTo>
                  <a:pt x="2390961" y="78570"/>
                  <a:pt x="2390389" y="80523"/>
                  <a:pt x="2390389" y="82671"/>
                </a:cubicBezTo>
                <a:cubicBezTo>
                  <a:pt x="2390389" y="85962"/>
                  <a:pt x="2391635" y="88704"/>
                  <a:pt x="2394125" y="90897"/>
                </a:cubicBezTo>
                <a:cubicBezTo>
                  <a:pt x="2396616" y="93091"/>
                  <a:pt x="2400261" y="94188"/>
                  <a:pt x="2405059" y="94188"/>
                </a:cubicBezTo>
                <a:cubicBezTo>
                  <a:pt x="2409812" y="94188"/>
                  <a:pt x="2414039" y="93148"/>
                  <a:pt x="2417741" y="91069"/>
                </a:cubicBezTo>
                <a:cubicBezTo>
                  <a:pt x="2421442" y="88989"/>
                  <a:pt x="2424162" y="86144"/>
                  <a:pt x="2425898" y="82534"/>
                </a:cubicBezTo>
                <a:cubicBezTo>
                  <a:pt x="2427224" y="79746"/>
                  <a:pt x="2427886" y="75633"/>
                  <a:pt x="2427886" y="70195"/>
                </a:cubicBezTo>
                <a:lnTo>
                  <a:pt x="2427886" y="65671"/>
                </a:lnTo>
                <a:close/>
                <a:moveTo>
                  <a:pt x="2456965" y="108240"/>
                </a:moveTo>
                <a:lnTo>
                  <a:pt x="2468962" y="110023"/>
                </a:lnTo>
                <a:cubicBezTo>
                  <a:pt x="2469464" y="113724"/>
                  <a:pt x="2470858" y="116421"/>
                  <a:pt x="2473143" y="118112"/>
                </a:cubicBezTo>
                <a:cubicBezTo>
                  <a:pt x="2476205" y="120397"/>
                  <a:pt x="2480387" y="121539"/>
                  <a:pt x="2485688" y="121539"/>
                </a:cubicBezTo>
                <a:cubicBezTo>
                  <a:pt x="2491400" y="121539"/>
                  <a:pt x="2495810" y="120397"/>
                  <a:pt x="2498918" y="118112"/>
                </a:cubicBezTo>
                <a:cubicBezTo>
                  <a:pt x="2502026" y="115827"/>
                  <a:pt x="2504128" y="112628"/>
                  <a:pt x="2505225" y="108515"/>
                </a:cubicBezTo>
                <a:cubicBezTo>
                  <a:pt x="2505864" y="106001"/>
                  <a:pt x="2506161" y="100723"/>
                  <a:pt x="2506116" y="92680"/>
                </a:cubicBezTo>
                <a:cubicBezTo>
                  <a:pt x="2500723" y="99032"/>
                  <a:pt x="2494005" y="102208"/>
                  <a:pt x="2485962" y="102208"/>
                </a:cubicBezTo>
                <a:cubicBezTo>
                  <a:pt x="2475954" y="102208"/>
                  <a:pt x="2468208" y="98598"/>
                  <a:pt x="2462724" y="91377"/>
                </a:cubicBezTo>
                <a:cubicBezTo>
                  <a:pt x="2457240" y="84156"/>
                  <a:pt x="2454498" y="75496"/>
                  <a:pt x="2454498" y="65397"/>
                </a:cubicBezTo>
                <a:cubicBezTo>
                  <a:pt x="2454498" y="58450"/>
                  <a:pt x="2455754" y="52041"/>
                  <a:pt x="2458268" y="46168"/>
                </a:cubicBezTo>
                <a:cubicBezTo>
                  <a:pt x="2460781" y="40296"/>
                  <a:pt x="2464426" y="35760"/>
                  <a:pt x="2469202" y="32561"/>
                </a:cubicBezTo>
                <a:cubicBezTo>
                  <a:pt x="2473977" y="29362"/>
                  <a:pt x="2479587" y="27763"/>
                  <a:pt x="2486031" y="27763"/>
                </a:cubicBezTo>
                <a:cubicBezTo>
                  <a:pt x="2494622" y="27763"/>
                  <a:pt x="2501706" y="31236"/>
                  <a:pt x="2507281" y="38182"/>
                </a:cubicBezTo>
                <a:lnTo>
                  <a:pt x="2507281" y="29408"/>
                </a:lnTo>
                <a:lnTo>
                  <a:pt x="2518660" y="29408"/>
                </a:lnTo>
                <a:lnTo>
                  <a:pt x="2518660" y="92337"/>
                </a:lnTo>
                <a:cubicBezTo>
                  <a:pt x="2518660" y="103670"/>
                  <a:pt x="2517506" y="111702"/>
                  <a:pt x="2515199" y="116432"/>
                </a:cubicBezTo>
                <a:cubicBezTo>
                  <a:pt x="2512891" y="121162"/>
                  <a:pt x="2509235" y="124898"/>
                  <a:pt x="2504231" y="127640"/>
                </a:cubicBezTo>
                <a:cubicBezTo>
                  <a:pt x="2499226" y="130382"/>
                  <a:pt x="2493068" y="131753"/>
                  <a:pt x="2485756" y="131753"/>
                </a:cubicBezTo>
                <a:cubicBezTo>
                  <a:pt x="2477073" y="131753"/>
                  <a:pt x="2470058" y="129799"/>
                  <a:pt x="2464712" y="125892"/>
                </a:cubicBezTo>
                <a:cubicBezTo>
                  <a:pt x="2459365" y="121985"/>
                  <a:pt x="2456783" y="116101"/>
                  <a:pt x="2456965" y="108240"/>
                </a:cubicBezTo>
                <a:moveTo>
                  <a:pt x="2467179" y="64505"/>
                </a:moveTo>
                <a:cubicBezTo>
                  <a:pt x="2467179" y="74057"/>
                  <a:pt x="2469076" y="81026"/>
                  <a:pt x="2472869" y="85413"/>
                </a:cubicBezTo>
                <a:cubicBezTo>
                  <a:pt x="2476662" y="89800"/>
                  <a:pt x="2481415" y="91994"/>
                  <a:pt x="2487127" y="91994"/>
                </a:cubicBezTo>
                <a:cubicBezTo>
                  <a:pt x="2492794" y="91994"/>
                  <a:pt x="2497547" y="89812"/>
                  <a:pt x="2501386" y="85447"/>
                </a:cubicBezTo>
                <a:cubicBezTo>
                  <a:pt x="2505225" y="81083"/>
                  <a:pt x="2507144" y="74240"/>
                  <a:pt x="2507144" y="64917"/>
                </a:cubicBezTo>
                <a:cubicBezTo>
                  <a:pt x="2507144" y="56005"/>
                  <a:pt x="2505167" y="49287"/>
                  <a:pt x="2501214" y="44763"/>
                </a:cubicBezTo>
                <a:cubicBezTo>
                  <a:pt x="2497261" y="40239"/>
                  <a:pt x="2492497" y="37977"/>
                  <a:pt x="2486922" y="37977"/>
                </a:cubicBezTo>
                <a:cubicBezTo>
                  <a:pt x="2481438" y="37977"/>
                  <a:pt x="2476776" y="40205"/>
                  <a:pt x="2472938" y="44660"/>
                </a:cubicBezTo>
                <a:cubicBezTo>
                  <a:pt x="2469099" y="49116"/>
                  <a:pt x="2467179" y="55731"/>
                  <a:pt x="2467179" y="64505"/>
                </a:cubicBezTo>
                <a:close/>
                <a:moveTo>
                  <a:pt x="2570962" y="65808"/>
                </a:moveTo>
                <a:cubicBezTo>
                  <a:pt x="2570962" y="52326"/>
                  <a:pt x="2574710" y="42341"/>
                  <a:pt x="2582205" y="35852"/>
                </a:cubicBezTo>
                <a:cubicBezTo>
                  <a:pt x="2588466" y="30459"/>
                  <a:pt x="2596097" y="27763"/>
                  <a:pt x="2605100" y="27763"/>
                </a:cubicBezTo>
                <a:cubicBezTo>
                  <a:pt x="2615109" y="27763"/>
                  <a:pt x="2623289" y="31042"/>
                  <a:pt x="2629641" y="37600"/>
                </a:cubicBezTo>
                <a:cubicBezTo>
                  <a:pt x="2635993" y="44158"/>
                  <a:pt x="2639170" y="53218"/>
                  <a:pt x="2639170" y="64780"/>
                </a:cubicBezTo>
                <a:cubicBezTo>
                  <a:pt x="2639170" y="74148"/>
                  <a:pt x="2637764" y="81517"/>
                  <a:pt x="2634954" y="86887"/>
                </a:cubicBezTo>
                <a:cubicBezTo>
                  <a:pt x="2632143" y="92257"/>
                  <a:pt x="2628053" y="96427"/>
                  <a:pt x="2622683" y="99397"/>
                </a:cubicBezTo>
                <a:cubicBezTo>
                  <a:pt x="2617314" y="102368"/>
                  <a:pt x="2611453" y="103853"/>
                  <a:pt x="2605100" y="103853"/>
                </a:cubicBezTo>
                <a:cubicBezTo>
                  <a:pt x="2594909" y="103853"/>
                  <a:pt x="2586672" y="100586"/>
                  <a:pt x="2580388" y="94051"/>
                </a:cubicBezTo>
                <a:cubicBezTo>
                  <a:pt x="2574104" y="87515"/>
                  <a:pt x="2570962" y="78101"/>
                  <a:pt x="2570962" y="65808"/>
                </a:cubicBezTo>
                <a:moveTo>
                  <a:pt x="2583644" y="65808"/>
                </a:moveTo>
                <a:cubicBezTo>
                  <a:pt x="2583644" y="75131"/>
                  <a:pt x="2585678" y="82111"/>
                  <a:pt x="2589745" y="86750"/>
                </a:cubicBezTo>
                <a:cubicBezTo>
                  <a:pt x="2593812" y="91388"/>
                  <a:pt x="2598931" y="93708"/>
                  <a:pt x="2605100" y="93708"/>
                </a:cubicBezTo>
                <a:cubicBezTo>
                  <a:pt x="2611224" y="93708"/>
                  <a:pt x="2616320" y="91377"/>
                  <a:pt x="2620387" y="86716"/>
                </a:cubicBezTo>
                <a:cubicBezTo>
                  <a:pt x="2624454" y="82054"/>
                  <a:pt x="2626488" y="74948"/>
                  <a:pt x="2626488" y="65397"/>
                </a:cubicBezTo>
                <a:cubicBezTo>
                  <a:pt x="2626488" y="56394"/>
                  <a:pt x="2624443" y="49573"/>
                  <a:pt x="2620353" y="44934"/>
                </a:cubicBezTo>
                <a:cubicBezTo>
                  <a:pt x="2616263" y="40296"/>
                  <a:pt x="2611178" y="37977"/>
                  <a:pt x="2605100" y="37977"/>
                </a:cubicBezTo>
                <a:cubicBezTo>
                  <a:pt x="2598931" y="37977"/>
                  <a:pt x="2593812" y="40285"/>
                  <a:pt x="2589745" y="44900"/>
                </a:cubicBezTo>
                <a:cubicBezTo>
                  <a:pt x="2585678" y="49516"/>
                  <a:pt x="2583644" y="56485"/>
                  <a:pt x="2583644" y="65808"/>
                </a:cubicBezTo>
                <a:close/>
                <a:moveTo>
                  <a:pt x="2656321" y="102208"/>
                </a:moveTo>
                <a:lnTo>
                  <a:pt x="2656321" y="39005"/>
                </a:lnTo>
                <a:lnTo>
                  <a:pt x="2645422" y="39005"/>
                </a:lnTo>
                <a:lnTo>
                  <a:pt x="2645422" y="29408"/>
                </a:lnTo>
                <a:lnTo>
                  <a:pt x="2656321" y="29408"/>
                </a:lnTo>
                <a:lnTo>
                  <a:pt x="2656321" y="21662"/>
                </a:lnTo>
                <a:cubicBezTo>
                  <a:pt x="2656321" y="16772"/>
                  <a:pt x="2656755" y="13139"/>
                  <a:pt x="2657624" y="10762"/>
                </a:cubicBezTo>
                <a:cubicBezTo>
                  <a:pt x="2658812" y="7563"/>
                  <a:pt x="2660903" y="4970"/>
                  <a:pt x="2663896" y="2982"/>
                </a:cubicBezTo>
                <a:cubicBezTo>
                  <a:pt x="2666889" y="994"/>
                  <a:pt x="2671082" y="0"/>
                  <a:pt x="2676475" y="0"/>
                </a:cubicBezTo>
                <a:cubicBezTo>
                  <a:pt x="2679948" y="0"/>
                  <a:pt x="2683787" y="411"/>
                  <a:pt x="2687991" y="1234"/>
                </a:cubicBezTo>
                <a:lnTo>
                  <a:pt x="2686140" y="11996"/>
                </a:lnTo>
                <a:cubicBezTo>
                  <a:pt x="2683581" y="11539"/>
                  <a:pt x="2681159" y="11311"/>
                  <a:pt x="2678874" y="11311"/>
                </a:cubicBezTo>
                <a:cubicBezTo>
                  <a:pt x="2675127" y="11311"/>
                  <a:pt x="2672476" y="12110"/>
                  <a:pt x="2670922" y="13710"/>
                </a:cubicBezTo>
                <a:cubicBezTo>
                  <a:pt x="2669369" y="15309"/>
                  <a:pt x="2668592" y="18303"/>
                  <a:pt x="2668592" y="22690"/>
                </a:cubicBezTo>
                <a:lnTo>
                  <a:pt x="2668592" y="29408"/>
                </a:lnTo>
                <a:lnTo>
                  <a:pt x="2682782" y="29408"/>
                </a:lnTo>
                <a:lnTo>
                  <a:pt x="2682782" y="39005"/>
                </a:lnTo>
                <a:lnTo>
                  <a:pt x="2668592" y="39005"/>
                </a:lnTo>
                <a:lnTo>
                  <a:pt x="2668592" y="102208"/>
                </a:lnTo>
                <a:lnTo>
                  <a:pt x="2656321" y="102208"/>
                </a:lnTo>
                <a:close/>
                <a:moveTo>
                  <a:pt x="2777897" y="75542"/>
                </a:moveTo>
                <a:lnTo>
                  <a:pt x="2790031" y="77119"/>
                </a:lnTo>
                <a:cubicBezTo>
                  <a:pt x="2788705" y="85482"/>
                  <a:pt x="2785312" y="92028"/>
                  <a:pt x="2779851" y="96758"/>
                </a:cubicBezTo>
                <a:cubicBezTo>
                  <a:pt x="2774390" y="101488"/>
                  <a:pt x="2767683" y="103853"/>
                  <a:pt x="2759731" y="103853"/>
                </a:cubicBezTo>
                <a:cubicBezTo>
                  <a:pt x="2749769" y="103853"/>
                  <a:pt x="2741760" y="100597"/>
                  <a:pt x="2735705" y="94085"/>
                </a:cubicBezTo>
                <a:cubicBezTo>
                  <a:pt x="2729649" y="87573"/>
                  <a:pt x="2726622" y="78238"/>
                  <a:pt x="2726622" y="66082"/>
                </a:cubicBezTo>
                <a:cubicBezTo>
                  <a:pt x="2726622" y="58222"/>
                  <a:pt x="2727924" y="51344"/>
                  <a:pt x="2730529" y="45449"/>
                </a:cubicBezTo>
                <a:cubicBezTo>
                  <a:pt x="2733134" y="39553"/>
                  <a:pt x="2737099" y="35132"/>
                  <a:pt x="2742423" y="32184"/>
                </a:cubicBezTo>
                <a:cubicBezTo>
                  <a:pt x="2747747" y="29237"/>
                  <a:pt x="2753539" y="27763"/>
                  <a:pt x="2759800" y="27763"/>
                </a:cubicBezTo>
                <a:cubicBezTo>
                  <a:pt x="2767706" y="27763"/>
                  <a:pt x="2774173" y="29762"/>
                  <a:pt x="2779200" y="33761"/>
                </a:cubicBezTo>
                <a:cubicBezTo>
                  <a:pt x="2784227" y="37760"/>
                  <a:pt x="2787448" y="43438"/>
                  <a:pt x="2788865" y="50795"/>
                </a:cubicBezTo>
                <a:lnTo>
                  <a:pt x="2776869" y="52646"/>
                </a:lnTo>
                <a:cubicBezTo>
                  <a:pt x="2775726" y="47756"/>
                  <a:pt x="2773704" y="44078"/>
                  <a:pt x="2770802" y="41610"/>
                </a:cubicBezTo>
                <a:cubicBezTo>
                  <a:pt x="2767900" y="39142"/>
                  <a:pt x="2764393" y="37908"/>
                  <a:pt x="2760280" y="37908"/>
                </a:cubicBezTo>
                <a:cubicBezTo>
                  <a:pt x="2754065" y="37908"/>
                  <a:pt x="2749015" y="40136"/>
                  <a:pt x="2745130" y="44592"/>
                </a:cubicBezTo>
                <a:cubicBezTo>
                  <a:pt x="2741246" y="49047"/>
                  <a:pt x="2739304" y="56097"/>
                  <a:pt x="2739304" y="65739"/>
                </a:cubicBezTo>
                <a:cubicBezTo>
                  <a:pt x="2739304" y="75519"/>
                  <a:pt x="2741177" y="82626"/>
                  <a:pt x="2744925" y="87058"/>
                </a:cubicBezTo>
                <a:cubicBezTo>
                  <a:pt x="2748672" y="91491"/>
                  <a:pt x="2753562" y="93708"/>
                  <a:pt x="2759594" y="93708"/>
                </a:cubicBezTo>
                <a:cubicBezTo>
                  <a:pt x="2764439" y="93708"/>
                  <a:pt x="2768483" y="92223"/>
                  <a:pt x="2771728" y="89252"/>
                </a:cubicBezTo>
                <a:cubicBezTo>
                  <a:pt x="2774972" y="86282"/>
                  <a:pt x="2777029" y="81712"/>
                  <a:pt x="2777897" y="75542"/>
                </a:cubicBezTo>
                <a:close/>
                <a:moveTo>
                  <a:pt x="2800347" y="102208"/>
                </a:moveTo>
                <a:lnTo>
                  <a:pt x="2800347" y="1714"/>
                </a:lnTo>
                <a:lnTo>
                  <a:pt x="2812686" y="1714"/>
                </a:lnTo>
                <a:lnTo>
                  <a:pt x="2812686" y="37771"/>
                </a:lnTo>
                <a:cubicBezTo>
                  <a:pt x="2818445" y="31099"/>
                  <a:pt x="2825711" y="27763"/>
                  <a:pt x="2834485" y="27763"/>
                </a:cubicBezTo>
                <a:cubicBezTo>
                  <a:pt x="2839878" y="27763"/>
                  <a:pt x="2844562" y="28825"/>
                  <a:pt x="2848538" y="30950"/>
                </a:cubicBezTo>
                <a:cubicBezTo>
                  <a:pt x="2852514" y="33075"/>
                  <a:pt x="2855359" y="36012"/>
                  <a:pt x="2857072" y="39759"/>
                </a:cubicBezTo>
                <a:cubicBezTo>
                  <a:pt x="2858786" y="43506"/>
                  <a:pt x="2859643" y="48945"/>
                  <a:pt x="2859643" y="56074"/>
                </a:cubicBezTo>
                <a:lnTo>
                  <a:pt x="2859643" y="102208"/>
                </a:lnTo>
                <a:lnTo>
                  <a:pt x="2847304" y="102208"/>
                </a:lnTo>
                <a:lnTo>
                  <a:pt x="2847304" y="56074"/>
                </a:lnTo>
                <a:cubicBezTo>
                  <a:pt x="2847304" y="49904"/>
                  <a:pt x="2845967" y="45414"/>
                  <a:pt x="2843294" y="42604"/>
                </a:cubicBezTo>
                <a:cubicBezTo>
                  <a:pt x="2840620" y="39793"/>
                  <a:pt x="2836839" y="38388"/>
                  <a:pt x="2831949" y="38388"/>
                </a:cubicBezTo>
                <a:cubicBezTo>
                  <a:pt x="2828293" y="38388"/>
                  <a:pt x="2824854" y="39336"/>
                  <a:pt x="2821632" y="41233"/>
                </a:cubicBezTo>
                <a:cubicBezTo>
                  <a:pt x="2818410" y="43129"/>
                  <a:pt x="2816114" y="45700"/>
                  <a:pt x="2814743" y="48945"/>
                </a:cubicBezTo>
                <a:cubicBezTo>
                  <a:pt x="2813372" y="52189"/>
                  <a:pt x="2812686" y="56668"/>
                  <a:pt x="2812686" y="62380"/>
                </a:cubicBezTo>
                <a:lnTo>
                  <a:pt x="2812686" y="102208"/>
                </a:lnTo>
                <a:lnTo>
                  <a:pt x="2800347" y="102208"/>
                </a:lnTo>
                <a:close/>
                <a:moveTo>
                  <a:pt x="2878234" y="15904"/>
                </a:moveTo>
                <a:lnTo>
                  <a:pt x="2878234" y="1714"/>
                </a:lnTo>
                <a:lnTo>
                  <a:pt x="2890573" y="1714"/>
                </a:lnTo>
                <a:lnTo>
                  <a:pt x="2890573" y="15904"/>
                </a:lnTo>
                <a:lnTo>
                  <a:pt x="2878234" y="15904"/>
                </a:lnTo>
                <a:moveTo>
                  <a:pt x="2878234" y="102208"/>
                </a:moveTo>
                <a:lnTo>
                  <a:pt x="2878234" y="29408"/>
                </a:lnTo>
                <a:lnTo>
                  <a:pt x="2890573" y="29408"/>
                </a:lnTo>
                <a:lnTo>
                  <a:pt x="2890573" y="102208"/>
                </a:lnTo>
                <a:lnTo>
                  <a:pt x="2878234" y="102208"/>
                </a:lnTo>
                <a:close/>
                <a:moveTo>
                  <a:pt x="2909656" y="130108"/>
                </a:moveTo>
                <a:lnTo>
                  <a:pt x="2909656" y="29408"/>
                </a:lnTo>
                <a:lnTo>
                  <a:pt x="2920899" y="29408"/>
                </a:lnTo>
                <a:lnTo>
                  <a:pt x="2920899" y="38868"/>
                </a:lnTo>
                <a:cubicBezTo>
                  <a:pt x="2923549" y="35166"/>
                  <a:pt x="2926543" y="32390"/>
                  <a:pt x="2929879" y="30539"/>
                </a:cubicBezTo>
                <a:cubicBezTo>
                  <a:pt x="2933215" y="28688"/>
                  <a:pt x="2937259" y="27763"/>
                  <a:pt x="2942012" y="27763"/>
                </a:cubicBezTo>
                <a:cubicBezTo>
                  <a:pt x="2948227" y="27763"/>
                  <a:pt x="2953711" y="29362"/>
                  <a:pt x="2958464" y="32561"/>
                </a:cubicBezTo>
                <a:cubicBezTo>
                  <a:pt x="2963217" y="35760"/>
                  <a:pt x="2966804" y="40273"/>
                  <a:pt x="2969226" y="46100"/>
                </a:cubicBezTo>
                <a:cubicBezTo>
                  <a:pt x="2971648" y="51927"/>
                  <a:pt x="2972860" y="58313"/>
                  <a:pt x="2972860" y="65260"/>
                </a:cubicBezTo>
                <a:cubicBezTo>
                  <a:pt x="2972860" y="72709"/>
                  <a:pt x="2971523" y="79415"/>
                  <a:pt x="2968849" y="85379"/>
                </a:cubicBezTo>
                <a:cubicBezTo>
                  <a:pt x="2966176" y="91343"/>
                  <a:pt x="2962291" y="95913"/>
                  <a:pt x="2957196" y="99089"/>
                </a:cubicBezTo>
                <a:cubicBezTo>
                  <a:pt x="2952100" y="102265"/>
                  <a:pt x="2946742" y="103853"/>
                  <a:pt x="2941121" y="103853"/>
                </a:cubicBezTo>
                <a:cubicBezTo>
                  <a:pt x="2937008" y="103853"/>
                  <a:pt x="2933318" y="102985"/>
                  <a:pt x="2930050" y="101248"/>
                </a:cubicBezTo>
                <a:cubicBezTo>
                  <a:pt x="2926783" y="99512"/>
                  <a:pt x="2924098" y="97318"/>
                  <a:pt x="2921995" y="94667"/>
                </a:cubicBezTo>
                <a:lnTo>
                  <a:pt x="2921995" y="130108"/>
                </a:lnTo>
                <a:lnTo>
                  <a:pt x="2909656" y="130108"/>
                </a:lnTo>
                <a:moveTo>
                  <a:pt x="2920830" y="66219"/>
                </a:moveTo>
                <a:cubicBezTo>
                  <a:pt x="2920830" y="75588"/>
                  <a:pt x="2922727" y="82511"/>
                  <a:pt x="2926520" y="86990"/>
                </a:cubicBezTo>
                <a:cubicBezTo>
                  <a:pt x="2930313" y="91468"/>
                  <a:pt x="2934906" y="93708"/>
                  <a:pt x="2940298" y="93708"/>
                </a:cubicBezTo>
                <a:cubicBezTo>
                  <a:pt x="2945782" y="93708"/>
                  <a:pt x="2950478" y="91388"/>
                  <a:pt x="2954385" y="86750"/>
                </a:cubicBezTo>
                <a:cubicBezTo>
                  <a:pt x="2958293" y="82111"/>
                  <a:pt x="2960246" y="74925"/>
                  <a:pt x="2960246" y="65191"/>
                </a:cubicBezTo>
                <a:cubicBezTo>
                  <a:pt x="2960246" y="55914"/>
                  <a:pt x="2958338" y="48967"/>
                  <a:pt x="2954522" y="44352"/>
                </a:cubicBezTo>
                <a:cubicBezTo>
                  <a:pt x="2950706" y="39736"/>
                  <a:pt x="2946148" y="37428"/>
                  <a:pt x="2940847" y="37428"/>
                </a:cubicBezTo>
                <a:cubicBezTo>
                  <a:pt x="2935591" y="37428"/>
                  <a:pt x="2930941" y="39885"/>
                  <a:pt x="2926897" y="44797"/>
                </a:cubicBezTo>
                <a:cubicBezTo>
                  <a:pt x="2922852" y="49710"/>
                  <a:pt x="2920830" y="56851"/>
                  <a:pt x="2920830" y="66219"/>
                </a:cubicBezTo>
                <a:close/>
                <a:moveTo>
                  <a:pt x="2982539" y="80478"/>
                </a:moveTo>
                <a:lnTo>
                  <a:pt x="2994741" y="78558"/>
                </a:lnTo>
                <a:cubicBezTo>
                  <a:pt x="2995426" y="83448"/>
                  <a:pt x="2997334" y="87196"/>
                  <a:pt x="3000465" y="89800"/>
                </a:cubicBezTo>
                <a:cubicBezTo>
                  <a:pt x="3003595" y="92405"/>
                  <a:pt x="3007971" y="93708"/>
                  <a:pt x="3013592" y="93708"/>
                </a:cubicBezTo>
                <a:cubicBezTo>
                  <a:pt x="3019259" y="93708"/>
                  <a:pt x="3023463" y="92554"/>
                  <a:pt x="3026205" y="90246"/>
                </a:cubicBezTo>
                <a:cubicBezTo>
                  <a:pt x="3028947" y="87938"/>
                  <a:pt x="3030318" y="85230"/>
                  <a:pt x="3030318" y="82123"/>
                </a:cubicBezTo>
                <a:cubicBezTo>
                  <a:pt x="3030318" y="79335"/>
                  <a:pt x="3029107" y="77142"/>
                  <a:pt x="3026685" y="75542"/>
                </a:cubicBezTo>
                <a:cubicBezTo>
                  <a:pt x="3024994" y="74445"/>
                  <a:pt x="3020790" y="73051"/>
                  <a:pt x="3014072" y="71360"/>
                </a:cubicBezTo>
                <a:cubicBezTo>
                  <a:pt x="3005023" y="69075"/>
                  <a:pt x="2998751" y="67099"/>
                  <a:pt x="2995255" y="65431"/>
                </a:cubicBezTo>
                <a:cubicBezTo>
                  <a:pt x="2991759" y="63763"/>
                  <a:pt x="2989108" y="61455"/>
                  <a:pt x="2987303" y="58507"/>
                </a:cubicBezTo>
                <a:cubicBezTo>
                  <a:pt x="2985498" y="55560"/>
                  <a:pt x="2984595" y="52304"/>
                  <a:pt x="2984595" y="48739"/>
                </a:cubicBezTo>
                <a:cubicBezTo>
                  <a:pt x="2984595" y="45494"/>
                  <a:pt x="2985338" y="42490"/>
                  <a:pt x="2986823" y="39725"/>
                </a:cubicBezTo>
                <a:cubicBezTo>
                  <a:pt x="2988309" y="36960"/>
                  <a:pt x="2990331" y="34663"/>
                  <a:pt x="2992890" y="32835"/>
                </a:cubicBezTo>
                <a:cubicBezTo>
                  <a:pt x="2994809" y="31419"/>
                  <a:pt x="2997426" y="30219"/>
                  <a:pt x="3000739" y="29237"/>
                </a:cubicBezTo>
                <a:cubicBezTo>
                  <a:pt x="3004052" y="28254"/>
                  <a:pt x="3007605" y="27763"/>
                  <a:pt x="3011398" y="27763"/>
                </a:cubicBezTo>
                <a:cubicBezTo>
                  <a:pt x="3017111" y="27763"/>
                  <a:pt x="3022126" y="28585"/>
                  <a:pt x="3026445" y="30231"/>
                </a:cubicBezTo>
                <a:cubicBezTo>
                  <a:pt x="3030764" y="31876"/>
                  <a:pt x="3033951" y="34104"/>
                  <a:pt x="3036008" y="36914"/>
                </a:cubicBezTo>
                <a:cubicBezTo>
                  <a:pt x="3038064" y="39725"/>
                  <a:pt x="3039481" y="43484"/>
                  <a:pt x="3040258" y="48191"/>
                </a:cubicBezTo>
                <a:lnTo>
                  <a:pt x="3028193" y="49836"/>
                </a:lnTo>
                <a:cubicBezTo>
                  <a:pt x="3027645" y="46088"/>
                  <a:pt x="3026057" y="43164"/>
                  <a:pt x="3023429" y="41061"/>
                </a:cubicBezTo>
                <a:cubicBezTo>
                  <a:pt x="3020801" y="38959"/>
                  <a:pt x="3017088" y="37908"/>
                  <a:pt x="3012290" y="37908"/>
                </a:cubicBezTo>
                <a:cubicBezTo>
                  <a:pt x="3006623" y="37908"/>
                  <a:pt x="3002578" y="38845"/>
                  <a:pt x="3000156" y="40719"/>
                </a:cubicBezTo>
                <a:cubicBezTo>
                  <a:pt x="2997734" y="42592"/>
                  <a:pt x="2996523" y="44786"/>
                  <a:pt x="2996523" y="47299"/>
                </a:cubicBezTo>
                <a:cubicBezTo>
                  <a:pt x="2996523" y="48899"/>
                  <a:pt x="2997026" y="50338"/>
                  <a:pt x="2998031" y="51618"/>
                </a:cubicBezTo>
                <a:cubicBezTo>
                  <a:pt x="2999037" y="52943"/>
                  <a:pt x="3000613" y="54040"/>
                  <a:pt x="3002761" y="54908"/>
                </a:cubicBezTo>
                <a:cubicBezTo>
                  <a:pt x="3003995" y="55365"/>
                  <a:pt x="3007628" y="56417"/>
                  <a:pt x="3013661" y="58062"/>
                </a:cubicBezTo>
                <a:cubicBezTo>
                  <a:pt x="3022389" y="60392"/>
                  <a:pt x="3028479" y="62300"/>
                  <a:pt x="3031929" y="63786"/>
                </a:cubicBezTo>
                <a:cubicBezTo>
                  <a:pt x="3035379" y="65271"/>
                  <a:pt x="3038087" y="67430"/>
                  <a:pt x="3040052" y="70264"/>
                </a:cubicBezTo>
                <a:cubicBezTo>
                  <a:pt x="3042017" y="73097"/>
                  <a:pt x="3043000" y="76616"/>
                  <a:pt x="3043000" y="80820"/>
                </a:cubicBezTo>
                <a:cubicBezTo>
                  <a:pt x="3043000" y="84933"/>
                  <a:pt x="3041800" y="88806"/>
                  <a:pt x="3039401" y="92440"/>
                </a:cubicBezTo>
                <a:cubicBezTo>
                  <a:pt x="3037002" y="96073"/>
                  <a:pt x="3033540" y="98883"/>
                  <a:pt x="3029016" y="100871"/>
                </a:cubicBezTo>
                <a:cubicBezTo>
                  <a:pt x="3024491" y="102859"/>
                  <a:pt x="3019373" y="103853"/>
                  <a:pt x="3013661" y="103853"/>
                </a:cubicBezTo>
                <a:cubicBezTo>
                  <a:pt x="3004201" y="103853"/>
                  <a:pt x="2996992" y="101888"/>
                  <a:pt x="2992033" y="97958"/>
                </a:cubicBezTo>
                <a:cubicBezTo>
                  <a:pt x="2987075" y="94028"/>
                  <a:pt x="2983910" y="88201"/>
                  <a:pt x="2982539" y="80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andawineglass…Thefifthcabinethasan">
            <a:extLst xmlns:a="http://schemas.openxmlformats.org/drawingml/2006/main">
              <a:ext uri="{FF2B5EF4-FFF2-40B4-BE49-F238E27FC236}">
                <a16:creationId xmlns:a16="http://schemas.microsoft.com/office/drawing/2014/main" id="{AB53798B-38C2-4486-87FB-DB454555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053" y="5087426"/>
            <a:ext cx="2656117" cy="131753"/>
          </a:xfrm>
          <a:custGeom xmlns:a="http://schemas.openxmlformats.org/drawingml/2006/main">
            <a:pathLst>
              <a:path w="2656117" h="131753">
                <a:moveTo>
                  <a:pt x="51687" y="93228"/>
                </a:moveTo>
                <a:cubicBezTo>
                  <a:pt x="47117" y="97112"/>
                  <a:pt x="42718" y="99854"/>
                  <a:pt x="38491" y="101454"/>
                </a:cubicBezTo>
                <a:cubicBezTo>
                  <a:pt x="34264" y="103053"/>
                  <a:pt x="29728" y="103853"/>
                  <a:pt x="24884" y="103853"/>
                </a:cubicBezTo>
                <a:cubicBezTo>
                  <a:pt x="16886" y="103853"/>
                  <a:pt x="10739" y="101899"/>
                  <a:pt x="6444" y="97992"/>
                </a:cubicBezTo>
                <a:cubicBezTo>
                  <a:pt x="2148" y="94085"/>
                  <a:pt x="0" y="89092"/>
                  <a:pt x="0" y="83014"/>
                </a:cubicBezTo>
                <a:cubicBezTo>
                  <a:pt x="0" y="79449"/>
                  <a:pt x="811" y="76193"/>
                  <a:pt x="2434" y="73246"/>
                </a:cubicBezTo>
                <a:cubicBezTo>
                  <a:pt x="4056" y="70298"/>
                  <a:pt x="6181" y="67933"/>
                  <a:pt x="8809" y="66151"/>
                </a:cubicBezTo>
                <a:cubicBezTo>
                  <a:pt x="11436" y="64368"/>
                  <a:pt x="14395" y="63020"/>
                  <a:pt x="17686" y="62106"/>
                </a:cubicBezTo>
                <a:cubicBezTo>
                  <a:pt x="20108" y="61466"/>
                  <a:pt x="23764" y="60849"/>
                  <a:pt x="28654" y="60255"/>
                </a:cubicBezTo>
                <a:cubicBezTo>
                  <a:pt x="38616" y="59067"/>
                  <a:pt x="45951" y="57650"/>
                  <a:pt x="50658" y="56005"/>
                </a:cubicBezTo>
                <a:cubicBezTo>
                  <a:pt x="50704" y="54314"/>
                  <a:pt x="50727" y="53240"/>
                  <a:pt x="50727" y="52783"/>
                </a:cubicBezTo>
                <a:cubicBezTo>
                  <a:pt x="50727" y="47756"/>
                  <a:pt x="49562" y="44215"/>
                  <a:pt x="47231" y="42158"/>
                </a:cubicBezTo>
                <a:cubicBezTo>
                  <a:pt x="44078" y="39371"/>
                  <a:pt x="39393" y="37977"/>
                  <a:pt x="33178" y="37977"/>
                </a:cubicBezTo>
                <a:cubicBezTo>
                  <a:pt x="27374" y="37977"/>
                  <a:pt x="23090" y="38993"/>
                  <a:pt x="20325" y="41027"/>
                </a:cubicBezTo>
                <a:cubicBezTo>
                  <a:pt x="17560" y="43061"/>
                  <a:pt x="15515" y="46660"/>
                  <a:pt x="14190" y="51824"/>
                </a:cubicBezTo>
                <a:lnTo>
                  <a:pt x="2125" y="50179"/>
                </a:lnTo>
                <a:cubicBezTo>
                  <a:pt x="3222" y="45014"/>
                  <a:pt x="5027" y="40844"/>
                  <a:pt x="7540" y="37668"/>
                </a:cubicBezTo>
                <a:cubicBezTo>
                  <a:pt x="10054" y="34492"/>
                  <a:pt x="13687" y="32047"/>
                  <a:pt x="18440" y="30333"/>
                </a:cubicBezTo>
                <a:cubicBezTo>
                  <a:pt x="23193" y="28620"/>
                  <a:pt x="28700" y="27763"/>
                  <a:pt x="34960" y="27763"/>
                </a:cubicBezTo>
                <a:cubicBezTo>
                  <a:pt x="41176" y="27763"/>
                  <a:pt x="46226" y="28494"/>
                  <a:pt x="50110" y="29956"/>
                </a:cubicBezTo>
                <a:cubicBezTo>
                  <a:pt x="53994" y="31419"/>
                  <a:pt x="56851" y="33258"/>
                  <a:pt x="58679" y="35475"/>
                </a:cubicBezTo>
                <a:cubicBezTo>
                  <a:pt x="60507" y="37691"/>
                  <a:pt x="61786" y="40490"/>
                  <a:pt x="62518" y="43872"/>
                </a:cubicBezTo>
                <a:cubicBezTo>
                  <a:pt x="62929" y="45974"/>
                  <a:pt x="63134" y="49767"/>
                  <a:pt x="63134" y="55251"/>
                </a:cubicBezTo>
                <a:lnTo>
                  <a:pt x="63134" y="71703"/>
                </a:lnTo>
                <a:cubicBezTo>
                  <a:pt x="63134" y="83174"/>
                  <a:pt x="63397" y="90429"/>
                  <a:pt x="63923" y="93468"/>
                </a:cubicBezTo>
                <a:cubicBezTo>
                  <a:pt x="64448" y="96507"/>
                  <a:pt x="65488" y="99420"/>
                  <a:pt x="67042" y="102208"/>
                </a:cubicBezTo>
                <a:lnTo>
                  <a:pt x="54154" y="102208"/>
                </a:lnTo>
                <a:cubicBezTo>
                  <a:pt x="52875" y="99649"/>
                  <a:pt x="52052" y="96655"/>
                  <a:pt x="51687" y="93228"/>
                </a:cubicBezTo>
                <a:moveTo>
                  <a:pt x="50658" y="65671"/>
                </a:moveTo>
                <a:cubicBezTo>
                  <a:pt x="46180" y="67499"/>
                  <a:pt x="39462" y="69053"/>
                  <a:pt x="30505" y="70332"/>
                </a:cubicBezTo>
                <a:cubicBezTo>
                  <a:pt x="25432" y="71063"/>
                  <a:pt x="21845" y="71886"/>
                  <a:pt x="19742" y="72800"/>
                </a:cubicBezTo>
                <a:cubicBezTo>
                  <a:pt x="17640" y="73714"/>
                  <a:pt x="16018" y="75051"/>
                  <a:pt x="14875" y="76810"/>
                </a:cubicBezTo>
                <a:cubicBezTo>
                  <a:pt x="13733" y="78570"/>
                  <a:pt x="13162" y="80523"/>
                  <a:pt x="13162" y="82671"/>
                </a:cubicBezTo>
                <a:cubicBezTo>
                  <a:pt x="13162" y="85962"/>
                  <a:pt x="14407" y="88704"/>
                  <a:pt x="16898" y="90897"/>
                </a:cubicBezTo>
                <a:cubicBezTo>
                  <a:pt x="19388" y="93091"/>
                  <a:pt x="23033" y="94188"/>
                  <a:pt x="27831" y="94188"/>
                </a:cubicBezTo>
                <a:cubicBezTo>
                  <a:pt x="32584" y="94188"/>
                  <a:pt x="36811" y="93148"/>
                  <a:pt x="40513" y="91069"/>
                </a:cubicBezTo>
                <a:cubicBezTo>
                  <a:pt x="44215" y="88989"/>
                  <a:pt x="46934" y="86144"/>
                  <a:pt x="48670" y="82534"/>
                </a:cubicBezTo>
                <a:cubicBezTo>
                  <a:pt x="49996" y="79746"/>
                  <a:pt x="50658" y="75633"/>
                  <a:pt x="50658" y="70195"/>
                </a:cubicBezTo>
                <a:lnTo>
                  <a:pt x="50658" y="65671"/>
                </a:lnTo>
                <a:close/>
                <a:moveTo>
                  <a:pt x="81986" y="102208"/>
                </a:moveTo>
                <a:lnTo>
                  <a:pt x="81986" y="29408"/>
                </a:lnTo>
                <a:lnTo>
                  <a:pt x="93092" y="29408"/>
                </a:lnTo>
                <a:lnTo>
                  <a:pt x="93092" y="39759"/>
                </a:lnTo>
                <a:cubicBezTo>
                  <a:pt x="98438" y="31761"/>
                  <a:pt x="106162" y="27763"/>
                  <a:pt x="116261" y="27763"/>
                </a:cubicBezTo>
                <a:cubicBezTo>
                  <a:pt x="120649" y="27763"/>
                  <a:pt x="124682" y="28551"/>
                  <a:pt x="128360" y="30128"/>
                </a:cubicBezTo>
                <a:cubicBezTo>
                  <a:pt x="132039" y="31704"/>
                  <a:pt x="134793" y="33772"/>
                  <a:pt x="136621" y="36331"/>
                </a:cubicBezTo>
                <a:cubicBezTo>
                  <a:pt x="138449" y="38891"/>
                  <a:pt x="139728" y="41930"/>
                  <a:pt x="140460" y="45449"/>
                </a:cubicBezTo>
                <a:cubicBezTo>
                  <a:pt x="140917" y="47734"/>
                  <a:pt x="141145" y="51732"/>
                  <a:pt x="141145" y="57445"/>
                </a:cubicBezTo>
                <a:lnTo>
                  <a:pt x="141145" y="102208"/>
                </a:lnTo>
                <a:lnTo>
                  <a:pt x="128806" y="102208"/>
                </a:lnTo>
                <a:lnTo>
                  <a:pt x="128806" y="57925"/>
                </a:lnTo>
                <a:cubicBezTo>
                  <a:pt x="128806" y="52898"/>
                  <a:pt x="128326" y="49139"/>
                  <a:pt x="127366" y="46648"/>
                </a:cubicBezTo>
                <a:cubicBezTo>
                  <a:pt x="126407" y="44158"/>
                  <a:pt x="124704" y="42170"/>
                  <a:pt x="122259" y="40684"/>
                </a:cubicBezTo>
                <a:cubicBezTo>
                  <a:pt x="119815" y="39199"/>
                  <a:pt x="116947" y="38457"/>
                  <a:pt x="113656" y="38457"/>
                </a:cubicBezTo>
                <a:cubicBezTo>
                  <a:pt x="108401" y="38457"/>
                  <a:pt x="103865" y="40125"/>
                  <a:pt x="100049" y="43461"/>
                </a:cubicBezTo>
                <a:cubicBezTo>
                  <a:pt x="96233" y="46797"/>
                  <a:pt x="94325" y="53126"/>
                  <a:pt x="94325" y="62449"/>
                </a:cubicBezTo>
                <a:lnTo>
                  <a:pt x="94325" y="102208"/>
                </a:lnTo>
                <a:lnTo>
                  <a:pt x="81986" y="102208"/>
                </a:lnTo>
                <a:close/>
                <a:moveTo>
                  <a:pt x="207022" y="102208"/>
                </a:moveTo>
                <a:lnTo>
                  <a:pt x="207022" y="93022"/>
                </a:lnTo>
                <a:cubicBezTo>
                  <a:pt x="202406" y="100243"/>
                  <a:pt x="195619" y="103853"/>
                  <a:pt x="186662" y="103853"/>
                </a:cubicBezTo>
                <a:cubicBezTo>
                  <a:pt x="180858" y="103853"/>
                  <a:pt x="175523" y="102254"/>
                  <a:pt x="170656" y="99055"/>
                </a:cubicBezTo>
                <a:cubicBezTo>
                  <a:pt x="165789" y="95856"/>
                  <a:pt x="162019" y="91388"/>
                  <a:pt x="159345" y="85653"/>
                </a:cubicBezTo>
                <a:cubicBezTo>
                  <a:pt x="156672" y="79918"/>
                  <a:pt x="155335" y="73326"/>
                  <a:pt x="155335" y="65876"/>
                </a:cubicBezTo>
                <a:cubicBezTo>
                  <a:pt x="155335" y="58610"/>
                  <a:pt x="156546" y="52018"/>
                  <a:pt x="158968" y="46100"/>
                </a:cubicBezTo>
                <a:cubicBezTo>
                  <a:pt x="161390" y="40182"/>
                  <a:pt x="165023" y="35646"/>
                  <a:pt x="169868" y="32493"/>
                </a:cubicBezTo>
                <a:cubicBezTo>
                  <a:pt x="174712" y="29339"/>
                  <a:pt x="180127" y="27763"/>
                  <a:pt x="186114" y="27763"/>
                </a:cubicBezTo>
                <a:cubicBezTo>
                  <a:pt x="190501" y="27763"/>
                  <a:pt x="194408" y="28688"/>
                  <a:pt x="197836" y="30539"/>
                </a:cubicBezTo>
                <a:cubicBezTo>
                  <a:pt x="201263" y="32390"/>
                  <a:pt x="204051" y="34801"/>
                  <a:pt x="206199" y="37771"/>
                </a:cubicBezTo>
                <a:lnTo>
                  <a:pt x="206199" y="1714"/>
                </a:lnTo>
                <a:lnTo>
                  <a:pt x="218469" y="1714"/>
                </a:lnTo>
                <a:lnTo>
                  <a:pt x="218469" y="102208"/>
                </a:lnTo>
                <a:lnTo>
                  <a:pt x="207022" y="102208"/>
                </a:lnTo>
                <a:moveTo>
                  <a:pt x="168017" y="65876"/>
                </a:moveTo>
                <a:cubicBezTo>
                  <a:pt x="168017" y="75199"/>
                  <a:pt x="169982" y="82169"/>
                  <a:pt x="173912" y="86784"/>
                </a:cubicBezTo>
                <a:cubicBezTo>
                  <a:pt x="177842" y="91400"/>
                  <a:pt x="182481" y="93708"/>
                  <a:pt x="187828" y="93708"/>
                </a:cubicBezTo>
                <a:cubicBezTo>
                  <a:pt x="193220" y="93708"/>
                  <a:pt x="197802" y="91503"/>
                  <a:pt x="201572" y="87093"/>
                </a:cubicBezTo>
                <a:cubicBezTo>
                  <a:pt x="205342" y="82683"/>
                  <a:pt x="207227" y="75953"/>
                  <a:pt x="207227" y="66905"/>
                </a:cubicBezTo>
                <a:cubicBezTo>
                  <a:pt x="207227" y="56942"/>
                  <a:pt x="205308" y="49630"/>
                  <a:pt x="201469" y="44969"/>
                </a:cubicBezTo>
                <a:cubicBezTo>
                  <a:pt x="197630" y="40307"/>
                  <a:pt x="192900" y="37977"/>
                  <a:pt x="187279" y="37977"/>
                </a:cubicBezTo>
                <a:cubicBezTo>
                  <a:pt x="181795" y="37977"/>
                  <a:pt x="177214" y="40216"/>
                  <a:pt x="173535" y="44695"/>
                </a:cubicBezTo>
                <a:cubicBezTo>
                  <a:pt x="169856" y="49173"/>
                  <a:pt x="168017" y="56234"/>
                  <a:pt x="168017" y="65876"/>
                </a:cubicBezTo>
                <a:close/>
                <a:moveTo>
                  <a:pt x="323595" y="93228"/>
                </a:moveTo>
                <a:cubicBezTo>
                  <a:pt x="319025" y="97112"/>
                  <a:pt x="314626" y="99854"/>
                  <a:pt x="310399" y="101454"/>
                </a:cubicBezTo>
                <a:cubicBezTo>
                  <a:pt x="306172" y="103053"/>
                  <a:pt x="301636" y="103853"/>
                  <a:pt x="296792" y="103853"/>
                </a:cubicBezTo>
                <a:cubicBezTo>
                  <a:pt x="288794" y="103853"/>
                  <a:pt x="282648" y="101899"/>
                  <a:pt x="278352" y="97992"/>
                </a:cubicBezTo>
                <a:cubicBezTo>
                  <a:pt x="274056" y="94085"/>
                  <a:pt x="271908" y="89092"/>
                  <a:pt x="271908" y="83014"/>
                </a:cubicBezTo>
                <a:cubicBezTo>
                  <a:pt x="271908" y="79449"/>
                  <a:pt x="272719" y="76193"/>
                  <a:pt x="274342" y="73246"/>
                </a:cubicBezTo>
                <a:cubicBezTo>
                  <a:pt x="275964" y="70298"/>
                  <a:pt x="278089" y="67933"/>
                  <a:pt x="280717" y="66151"/>
                </a:cubicBezTo>
                <a:cubicBezTo>
                  <a:pt x="283345" y="64368"/>
                  <a:pt x="286304" y="63020"/>
                  <a:pt x="289594" y="62106"/>
                </a:cubicBezTo>
                <a:cubicBezTo>
                  <a:pt x="292016" y="61466"/>
                  <a:pt x="295672" y="60849"/>
                  <a:pt x="300562" y="60255"/>
                </a:cubicBezTo>
                <a:cubicBezTo>
                  <a:pt x="310525" y="59067"/>
                  <a:pt x="317860" y="57650"/>
                  <a:pt x="322567" y="56005"/>
                </a:cubicBezTo>
                <a:cubicBezTo>
                  <a:pt x="322612" y="54314"/>
                  <a:pt x="322635" y="53240"/>
                  <a:pt x="322635" y="52783"/>
                </a:cubicBezTo>
                <a:cubicBezTo>
                  <a:pt x="322635" y="47756"/>
                  <a:pt x="321470" y="44215"/>
                  <a:pt x="319139" y="42158"/>
                </a:cubicBezTo>
                <a:cubicBezTo>
                  <a:pt x="315986" y="39371"/>
                  <a:pt x="311302" y="37977"/>
                  <a:pt x="305086" y="37977"/>
                </a:cubicBezTo>
                <a:cubicBezTo>
                  <a:pt x="299283" y="37977"/>
                  <a:pt x="294998" y="38993"/>
                  <a:pt x="292233" y="41027"/>
                </a:cubicBezTo>
                <a:cubicBezTo>
                  <a:pt x="289468" y="43061"/>
                  <a:pt x="287423" y="46660"/>
                  <a:pt x="286098" y="51824"/>
                </a:cubicBezTo>
                <a:lnTo>
                  <a:pt x="274033" y="50179"/>
                </a:lnTo>
                <a:cubicBezTo>
                  <a:pt x="275130" y="45014"/>
                  <a:pt x="276935" y="40844"/>
                  <a:pt x="279449" y="37668"/>
                </a:cubicBezTo>
                <a:cubicBezTo>
                  <a:pt x="281962" y="34492"/>
                  <a:pt x="285595" y="32047"/>
                  <a:pt x="290348" y="30333"/>
                </a:cubicBezTo>
                <a:cubicBezTo>
                  <a:pt x="295101" y="28620"/>
                  <a:pt x="300608" y="27763"/>
                  <a:pt x="306869" y="27763"/>
                </a:cubicBezTo>
                <a:cubicBezTo>
                  <a:pt x="313084" y="27763"/>
                  <a:pt x="318134" y="28494"/>
                  <a:pt x="322018" y="29956"/>
                </a:cubicBezTo>
                <a:cubicBezTo>
                  <a:pt x="325903" y="31419"/>
                  <a:pt x="328759" y="33258"/>
                  <a:pt x="330587" y="35475"/>
                </a:cubicBezTo>
                <a:cubicBezTo>
                  <a:pt x="332415" y="37691"/>
                  <a:pt x="333695" y="40490"/>
                  <a:pt x="334426" y="43872"/>
                </a:cubicBezTo>
                <a:cubicBezTo>
                  <a:pt x="334837" y="45974"/>
                  <a:pt x="335043" y="49767"/>
                  <a:pt x="335043" y="55251"/>
                </a:cubicBezTo>
                <a:lnTo>
                  <a:pt x="335043" y="71703"/>
                </a:lnTo>
                <a:cubicBezTo>
                  <a:pt x="335043" y="83174"/>
                  <a:pt x="335306" y="90429"/>
                  <a:pt x="335831" y="93468"/>
                </a:cubicBezTo>
                <a:cubicBezTo>
                  <a:pt x="336357" y="96507"/>
                  <a:pt x="337396" y="99420"/>
                  <a:pt x="338950" y="102208"/>
                </a:cubicBezTo>
                <a:lnTo>
                  <a:pt x="326063" y="102208"/>
                </a:lnTo>
                <a:cubicBezTo>
                  <a:pt x="324783" y="99649"/>
                  <a:pt x="323961" y="96655"/>
                  <a:pt x="323595" y="93228"/>
                </a:cubicBezTo>
                <a:moveTo>
                  <a:pt x="322567" y="65671"/>
                </a:moveTo>
                <a:cubicBezTo>
                  <a:pt x="318088" y="67499"/>
                  <a:pt x="311370" y="69053"/>
                  <a:pt x="302413" y="70332"/>
                </a:cubicBezTo>
                <a:cubicBezTo>
                  <a:pt x="297340" y="71063"/>
                  <a:pt x="293753" y="71886"/>
                  <a:pt x="291651" y="72800"/>
                </a:cubicBezTo>
                <a:cubicBezTo>
                  <a:pt x="289548" y="73714"/>
                  <a:pt x="287926" y="75051"/>
                  <a:pt x="286784" y="76810"/>
                </a:cubicBezTo>
                <a:cubicBezTo>
                  <a:pt x="285641" y="78570"/>
                  <a:pt x="285070" y="80523"/>
                  <a:pt x="285070" y="82671"/>
                </a:cubicBezTo>
                <a:cubicBezTo>
                  <a:pt x="285070" y="85962"/>
                  <a:pt x="286315" y="88704"/>
                  <a:pt x="288806" y="90897"/>
                </a:cubicBezTo>
                <a:cubicBezTo>
                  <a:pt x="291296" y="93091"/>
                  <a:pt x="294941" y="94188"/>
                  <a:pt x="299740" y="94188"/>
                </a:cubicBezTo>
                <a:cubicBezTo>
                  <a:pt x="304492" y="94188"/>
                  <a:pt x="308720" y="93148"/>
                  <a:pt x="312421" y="91069"/>
                </a:cubicBezTo>
                <a:cubicBezTo>
                  <a:pt x="316123" y="88989"/>
                  <a:pt x="318842" y="86144"/>
                  <a:pt x="320579" y="82534"/>
                </a:cubicBezTo>
                <a:cubicBezTo>
                  <a:pt x="321904" y="79746"/>
                  <a:pt x="322567" y="75633"/>
                  <a:pt x="322567" y="70195"/>
                </a:cubicBezTo>
                <a:lnTo>
                  <a:pt x="322567" y="65671"/>
                </a:lnTo>
                <a:close/>
                <a:moveTo>
                  <a:pt x="405825" y="102208"/>
                </a:moveTo>
                <a:lnTo>
                  <a:pt x="383546" y="29408"/>
                </a:lnTo>
                <a:lnTo>
                  <a:pt x="396296" y="29408"/>
                </a:lnTo>
                <a:lnTo>
                  <a:pt x="407881" y="71429"/>
                </a:lnTo>
                <a:lnTo>
                  <a:pt x="412200" y="87058"/>
                </a:lnTo>
                <a:cubicBezTo>
                  <a:pt x="412383" y="86282"/>
                  <a:pt x="413639" y="81277"/>
                  <a:pt x="415970" y="72046"/>
                </a:cubicBezTo>
                <a:lnTo>
                  <a:pt x="427555" y="29408"/>
                </a:lnTo>
                <a:lnTo>
                  <a:pt x="440237" y="29408"/>
                </a:lnTo>
                <a:lnTo>
                  <a:pt x="451136" y="71635"/>
                </a:lnTo>
                <a:lnTo>
                  <a:pt x="454769" y="85550"/>
                </a:lnTo>
                <a:lnTo>
                  <a:pt x="458951" y="71498"/>
                </a:lnTo>
                <a:lnTo>
                  <a:pt x="471427" y="29408"/>
                </a:lnTo>
                <a:lnTo>
                  <a:pt x="483423" y="29408"/>
                </a:lnTo>
                <a:lnTo>
                  <a:pt x="460665" y="102208"/>
                </a:lnTo>
                <a:lnTo>
                  <a:pt x="447846" y="102208"/>
                </a:lnTo>
                <a:lnTo>
                  <a:pt x="436261" y="58610"/>
                </a:lnTo>
                <a:lnTo>
                  <a:pt x="433450" y="46203"/>
                </a:lnTo>
                <a:lnTo>
                  <a:pt x="418712" y="102208"/>
                </a:lnTo>
                <a:lnTo>
                  <a:pt x="405825" y="102208"/>
                </a:lnTo>
                <a:close/>
                <a:moveTo>
                  <a:pt x="493848" y="15904"/>
                </a:moveTo>
                <a:lnTo>
                  <a:pt x="493848" y="1714"/>
                </a:lnTo>
                <a:lnTo>
                  <a:pt x="506187" y="1714"/>
                </a:lnTo>
                <a:lnTo>
                  <a:pt x="506187" y="15904"/>
                </a:lnTo>
                <a:lnTo>
                  <a:pt x="493848" y="15904"/>
                </a:lnTo>
                <a:moveTo>
                  <a:pt x="493848" y="102208"/>
                </a:moveTo>
                <a:lnTo>
                  <a:pt x="493848" y="29408"/>
                </a:lnTo>
                <a:lnTo>
                  <a:pt x="506187" y="29408"/>
                </a:lnTo>
                <a:lnTo>
                  <a:pt x="506187" y="102208"/>
                </a:lnTo>
                <a:lnTo>
                  <a:pt x="493848" y="102208"/>
                </a:lnTo>
                <a:close/>
                <a:moveTo>
                  <a:pt x="525255" y="102208"/>
                </a:moveTo>
                <a:lnTo>
                  <a:pt x="525255" y="29408"/>
                </a:lnTo>
                <a:lnTo>
                  <a:pt x="536360" y="29408"/>
                </a:lnTo>
                <a:lnTo>
                  <a:pt x="536360" y="39759"/>
                </a:lnTo>
                <a:cubicBezTo>
                  <a:pt x="541707" y="31761"/>
                  <a:pt x="549430" y="27763"/>
                  <a:pt x="559530" y="27763"/>
                </a:cubicBezTo>
                <a:cubicBezTo>
                  <a:pt x="563917" y="27763"/>
                  <a:pt x="567950" y="28551"/>
                  <a:pt x="571629" y="30128"/>
                </a:cubicBezTo>
                <a:cubicBezTo>
                  <a:pt x="575308" y="31704"/>
                  <a:pt x="578061" y="33772"/>
                  <a:pt x="579889" y="36331"/>
                </a:cubicBezTo>
                <a:cubicBezTo>
                  <a:pt x="581717" y="38891"/>
                  <a:pt x="582997" y="41930"/>
                  <a:pt x="583728" y="45449"/>
                </a:cubicBezTo>
                <a:cubicBezTo>
                  <a:pt x="584185" y="47734"/>
                  <a:pt x="584413" y="51732"/>
                  <a:pt x="584413" y="57445"/>
                </a:cubicBezTo>
                <a:lnTo>
                  <a:pt x="584413" y="102208"/>
                </a:lnTo>
                <a:lnTo>
                  <a:pt x="572074" y="102208"/>
                </a:lnTo>
                <a:lnTo>
                  <a:pt x="572074" y="57925"/>
                </a:lnTo>
                <a:cubicBezTo>
                  <a:pt x="572074" y="52898"/>
                  <a:pt x="571594" y="49139"/>
                  <a:pt x="570635" y="46648"/>
                </a:cubicBezTo>
                <a:cubicBezTo>
                  <a:pt x="569675" y="44158"/>
                  <a:pt x="567973" y="42170"/>
                  <a:pt x="565528" y="40684"/>
                </a:cubicBezTo>
                <a:cubicBezTo>
                  <a:pt x="563083" y="39199"/>
                  <a:pt x="560215" y="38457"/>
                  <a:pt x="556925" y="38457"/>
                </a:cubicBezTo>
                <a:cubicBezTo>
                  <a:pt x="551669" y="38457"/>
                  <a:pt x="547134" y="40125"/>
                  <a:pt x="543318" y="43461"/>
                </a:cubicBezTo>
                <a:cubicBezTo>
                  <a:pt x="539502" y="46797"/>
                  <a:pt x="537594" y="53126"/>
                  <a:pt x="537594" y="62449"/>
                </a:cubicBezTo>
                <a:lnTo>
                  <a:pt x="537594" y="102208"/>
                </a:lnTo>
                <a:lnTo>
                  <a:pt x="525255" y="102208"/>
                </a:lnTo>
                <a:close/>
                <a:moveTo>
                  <a:pt x="652895" y="78764"/>
                </a:moveTo>
                <a:lnTo>
                  <a:pt x="665645" y="80341"/>
                </a:lnTo>
                <a:cubicBezTo>
                  <a:pt x="663634" y="87790"/>
                  <a:pt x="659910" y="93571"/>
                  <a:pt x="654471" y="97684"/>
                </a:cubicBezTo>
                <a:cubicBezTo>
                  <a:pt x="649033" y="101797"/>
                  <a:pt x="642087" y="103853"/>
                  <a:pt x="633632" y="103853"/>
                </a:cubicBezTo>
                <a:cubicBezTo>
                  <a:pt x="622984" y="103853"/>
                  <a:pt x="614541" y="100574"/>
                  <a:pt x="608303" y="94016"/>
                </a:cubicBezTo>
                <a:cubicBezTo>
                  <a:pt x="602065" y="87458"/>
                  <a:pt x="598946" y="78261"/>
                  <a:pt x="598946" y="66425"/>
                </a:cubicBezTo>
                <a:cubicBezTo>
                  <a:pt x="598946" y="54177"/>
                  <a:pt x="602099" y="44672"/>
                  <a:pt x="608406" y="37908"/>
                </a:cubicBezTo>
                <a:cubicBezTo>
                  <a:pt x="614712" y="31145"/>
                  <a:pt x="622893" y="27763"/>
                  <a:pt x="632947" y="27763"/>
                </a:cubicBezTo>
                <a:cubicBezTo>
                  <a:pt x="642681" y="27763"/>
                  <a:pt x="650633" y="31076"/>
                  <a:pt x="656802" y="37702"/>
                </a:cubicBezTo>
                <a:cubicBezTo>
                  <a:pt x="662972" y="44329"/>
                  <a:pt x="666056" y="53652"/>
                  <a:pt x="666056" y="65671"/>
                </a:cubicBezTo>
                <a:cubicBezTo>
                  <a:pt x="666056" y="66402"/>
                  <a:pt x="666033" y="67499"/>
                  <a:pt x="665988" y="68961"/>
                </a:cubicBezTo>
                <a:lnTo>
                  <a:pt x="611696" y="68961"/>
                </a:lnTo>
                <a:cubicBezTo>
                  <a:pt x="612153" y="76959"/>
                  <a:pt x="614415" y="83083"/>
                  <a:pt x="618483" y="87333"/>
                </a:cubicBezTo>
                <a:cubicBezTo>
                  <a:pt x="622550" y="91583"/>
                  <a:pt x="627623" y="93708"/>
                  <a:pt x="633701" y="93708"/>
                </a:cubicBezTo>
                <a:cubicBezTo>
                  <a:pt x="638225" y="93708"/>
                  <a:pt x="642087" y="92520"/>
                  <a:pt x="645286" y="90143"/>
                </a:cubicBezTo>
                <a:cubicBezTo>
                  <a:pt x="648485" y="87767"/>
                  <a:pt x="651021" y="83974"/>
                  <a:pt x="652895" y="78764"/>
                </a:cubicBezTo>
                <a:moveTo>
                  <a:pt x="612382" y="58816"/>
                </a:moveTo>
                <a:lnTo>
                  <a:pt x="653032" y="58816"/>
                </a:lnTo>
                <a:cubicBezTo>
                  <a:pt x="652483" y="52692"/>
                  <a:pt x="650930" y="48099"/>
                  <a:pt x="648370" y="45037"/>
                </a:cubicBezTo>
                <a:cubicBezTo>
                  <a:pt x="644440" y="40285"/>
                  <a:pt x="639345" y="37908"/>
                  <a:pt x="633084" y="37908"/>
                </a:cubicBezTo>
                <a:cubicBezTo>
                  <a:pt x="627417" y="37908"/>
                  <a:pt x="622653" y="39805"/>
                  <a:pt x="618791" y="43598"/>
                </a:cubicBezTo>
                <a:cubicBezTo>
                  <a:pt x="614930" y="47391"/>
                  <a:pt x="612793" y="52464"/>
                  <a:pt x="612382" y="58816"/>
                </a:cubicBezTo>
                <a:close/>
                <a:moveTo>
                  <a:pt x="717096" y="108240"/>
                </a:moveTo>
                <a:lnTo>
                  <a:pt x="729093" y="110023"/>
                </a:lnTo>
                <a:cubicBezTo>
                  <a:pt x="729595" y="113724"/>
                  <a:pt x="730989" y="116421"/>
                  <a:pt x="733274" y="118112"/>
                </a:cubicBezTo>
                <a:cubicBezTo>
                  <a:pt x="736336" y="120397"/>
                  <a:pt x="740518" y="121539"/>
                  <a:pt x="745819" y="121539"/>
                </a:cubicBezTo>
                <a:cubicBezTo>
                  <a:pt x="751531" y="121539"/>
                  <a:pt x="755941" y="120397"/>
                  <a:pt x="759049" y="118112"/>
                </a:cubicBezTo>
                <a:cubicBezTo>
                  <a:pt x="762157" y="115827"/>
                  <a:pt x="764259" y="112628"/>
                  <a:pt x="765356" y="108515"/>
                </a:cubicBezTo>
                <a:cubicBezTo>
                  <a:pt x="765995" y="106001"/>
                  <a:pt x="766292" y="100723"/>
                  <a:pt x="766247" y="92680"/>
                </a:cubicBezTo>
                <a:cubicBezTo>
                  <a:pt x="760854" y="99032"/>
                  <a:pt x="754136" y="102208"/>
                  <a:pt x="746093" y="102208"/>
                </a:cubicBezTo>
                <a:cubicBezTo>
                  <a:pt x="736085" y="102208"/>
                  <a:pt x="728339" y="98598"/>
                  <a:pt x="722855" y="91377"/>
                </a:cubicBezTo>
                <a:cubicBezTo>
                  <a:pt x="717371" y="84156"/>
                  <a:pt x="714629" y="75496"/>
                  <a:pt x="714629" y="65397"/>
                </a:cubicBezTo>
                <a:cubicBezTo>
                  <a:pt x="714629" y="58450"/>
                  <a:pt x="715885" y="52041"/>
                  <a:pt x="718399" y="46168"/>
                </a:cubicBezTo>
                <a:cubicBezTo>
                  <a:pt x="720912" y="40296"/>
                  <a:pt x="724557" y="35760"/>
                  <a:pt x="729333" y="32561"/>
                </a:cubicBezTo>
                <a:cubicBezTo>
                  <a:pt x="734108" y="29362"/>
                  <a:pt x="739718" y="27763"/>
                  <a:pt x="746162" y="27763"/>
                </a:cubicBezTo>
                <a:cubicBezTo>
                  <a:pt x="754753" y="27763"/>
                  <a:pt x="761837" y="31236"/>
                  <a:pt x="767412" y="38182"/>
                </a:cubicBezTo>
                <a:lnTo>
                  <a:pt x="767412" y="29408"/>
                </a:lnTo>
                <a:lnTo>
                  <a:pt x="778791" y="29408"/>
                </a:lnTo>
                <a:lnTo>
                  <a:pt x="778791" y="92337"/>
                </a:lnTo>
                <a:cubicBezTo>
                  <a:pt x="778791" y="103670"/>
                  <a:pt x="777638" y="111702"/>
                  <a:pt x="775330" y="116432"/>
                </a:cubicBezTo>
                <a:cubicBezTo>
                  <a:pt x="773022" y="121162"/>
                  <a:pt x="769366" y="124898"/>
                  <a:pt x="764362" y="127640"/>
                </a:cubicBezTo>
                <a:cubicBezTo>
                  <a:pt x="759358" y="130382"/>
                  <a:pt x="753199" y="131753"/>
                  <a:pt x="745887" y="131753"/>
                </a:cubicBezTo>
                <a:cubicBezTo>
                  <a:pt x="737204" y="131753"/>
                  <a:pt x="730190" y="129799"/>
                  <a:pt x="724843" y="125892"/>
                </a:cubicBezTo>
                <a:cubicBezTo>
                  <a:pt x="719496" y="121985"/>
                  <a:pt x="716914" y="116101"/>
                  <a:pt x="717096" y="108240"/>
                </a:cubicBezTo>
                <a:moveTo>
                  <a:pt x="727310" y="64505"/>
                </a:moveTo>
                <a:cubicBezTo>
                  <a:pt x="727310" y="74057"/>
                  <a:pt x="729207" y="81026"/>
                  <a:pt x="733000" y="85413"/>
                </a:cubicBezTo>
                <a:cubicBezTo>
                  <a:pt x="736793" y="89800"/>
                  <a:pt x="741546" y="91994"/>
                  <a:pt x="747258" y="91994"/>
                </a:cubicBezTo>
                <a:cubicBezTo>
                  <a:pt x="752925" y="91994"/>
                  <a:pt x="757678" y="89812"/>
                  <a:pt x="761517" y="85447"/>
                </a:cubicBezTo>
                <a:cubicBezTo>
                  <a:pt x="765356" y="81083"/>
                  <a:pt x="767275" y="74240"/>
                  <a:pt x="767275" y="64917"/>
                </a:cubicBezTo>
                <a:cubicBezTo>
                  <a:pt x="767275" y="56005"/>
                  <a:pt x="765299" y="49287"/>
                  <a:pt x="761345" y="44763"/>
                </a:cubicBezTo>
                <a:cubicBezTo>
                  <a:pt x="757392" y="40239"/>
                  <a:pt x="752628" y="37977"/>
                  <a:pt x="747053" y="37977"/>
                </a:cubicBezTo>
                <a:cubicBezTo>
                  <a:pt x="741569" y="37977"/>
                  <a:pt x="736907" y="40205"/>
                  <a:pt x="733069" y="44660"/>
                </a:cubicBezTo>
                <a:cubicBezTo>
                  <a:pt x="729230" y="49116"/>
                  <a:pt x="727310" y="55731"/>
                  <a:pt x="727310" y="64505"/>
                </a:cubicBezTo>
                <a:close/>
                <a:moveTo>
                  <a:pt x="796889" y="102208"/>
                </a:moveTo>
                <a:lnTo>
                  <a:pt x="796889" y="1714"/>
                </a:lnTo>
                <a:lnTo>
                  <a:pt x="809228" y="1714"/>
                </a:lnTo>
                <a:lnTo>
                  <a:pt x="809228" y="102208"/>
                </a:lnTo>
                <a:lnTo>
                  <a:pt x="796889" y="102208"/>
                </a:lnTo>
                <a:close/>
                <a:moveTo>
                  <a:pt x="876143" y="93228"/>
                </a:moveTo>
                <a:cubicBezTo>
                  <a:pt x="871573" y="97112"/>
                  <a:pt x="867175" y="99854"/>
                  <a:pt x="862948" y="101454"/>
                </a:cubicBezTo>
                <a:cubicBezTo>
                  <a:pt x="858720" y="103053"/>
                  <a:pt x="854185" y="103853"/>
                  <a:pt x="849340" y="103853"/>
                </a:cubicBezTo>
                <a:cubicBezTo>
                  <a:pt x="841343" y="103853"/>
                  <a:pt x="835196" y="101899"/>
                  <a:pt x="830900" y="97992"/>
                </a:cubicBezTo>
                <a:cubicBezTo>
                  <a:pt x="826605" y="94085"/>
                  <a:pt x="824457" y="89092"/>
                  <a:pt x="824457" y="83014"/>
                </a:cubicBezTo>
                <a:cubicBezTo>
                  <a:pt x="824457" y="79449"/>
                  <a:pt x="825268" y="76193"/>
                  <a:pt x="826890" y="73246"/>
                </a:cubicBezTo>
                <a:cubicBezTo>
                  <a:pt x="828513" y="70298"/>
                  <a:pt x="830638" y="67933"/>
                  <a:pt x="833265" y="66151"/>
                </a:cubicBezTo>
                <a:cubicBezTo>
                  <a:pt x="835893" y="64368"/>
                  <a:pt x="838852" y="63020"/>
                  <a:pt x="842143" y="62106"/>
                </a:cubicBezTo>
                <a:cubicBezTo>
                  <a:pt x="844565" y="61466"/>
                  <a:pt x="848221" y="60849"/>
                  <a:pt x="853111" y="60255"/>
                </a:cubicBezTo>
                <a:cubicBezTo>
                  <a:pt x="863073" y="59067"/>
                  <a:pt x="870408" y="57650"/>
                  <a:pt x="875115" y="56005"/>
                </a:cubicBezTo>
                <a:cubicBezTo>
                  <a:pt x="875161" y="54314"/>
                  <a:pt x="875184" y="53240"/>
                  <a:pt x="875184" y="52783"/>
                </a:cubicBezTo>
                <a:cubicBezTo>
                  <a:pt x="875184" y="47756"/>
                  <a:pt x="874018" y="44215"/>
                  <a:pt x="871688" y="42158"/>
                </a:cubicBezTo>
                <a:cubicBezTo>
                  <a:pt x="868534" y="39371"/>
                  <a:pt x="863850" y="37977"/>
                  <a:pt x="857635" y="37977"/>
                </a:cubicBezTo>
                <a:cubicBezTo>
                  <a:pt x="851831" y="37977"/>
                  <a:pt x="847547" y="38993"/>
                  <a:pt x="844782" y="41027"/>
                </a:cubicBezTo>
                <a:cubicBezTo>
                  <a:pt x="842017" y="43061"/>
                  <a:pt x="839972" y="46660"/>
                  <a:pt x="838647" y="51824"/>
                </a:cubicBezTo>
                <a:lnTo>
                  <a:pt x="826582" y="50179"/>
                </a:lnTo>
                <a:cubicBezTo>
                  <a:pt x="827679" y="45014"/>
                  <a:pt x="829484" y="40844"/>
                  <a:pt x="831997" y="37668"/>
                </a:cubicBezTo>
                <a:cubicBezTo>
                  <a:pt x="834511" y="34492"/>
                  <a:pt x="838144" y="32047"/>
                  <a:pt x="842897" y="30333"/>
                </a:cubicBezTo>
                <a:cubicBezTo>
                  <a:pt x="847649" y="28620"/>
                  <a:pt x="853156" y="27763"/>
                  <a:pt x="859417" y="27763"/>
                </a:cubicBezTo>
                <a:cubicBezTo>
                  <a:pt x="865632" y="27763"/>
                  <a:pt x="870682" y="28494"/>
                  <a:pt x="874567" y="29956"/>
                </a:cubicBezTo>
                <a:cubicBezTo>
                  <a:pt x="878451" y="31419"/>
                  <a:pt x="881307" y="33258"/>
                  <a:pt x="883135" y="35475"/>
                </a:cubicBezTo>
                <a:cubicBezTo>
                  <a:pt x="884963" y="37691"/>
                  <a:pt x="886243" y="40490"/>
                  <a:pt x="886974" y="43872"/>
                </a:cubicBezTo>
                <a:cubicBezTo>
                  <a:pt x="887386" y="45974"/>
                  <a:pt x="887591" y="49767"/>
                  <a:pt x="887591" y="55251"/>
                </a:cubicBezTo>
                <a:lnTo>
                  <a:pt x="887591" y="71703"/>
                </a:lnTo>
                <a:cubicBezTo>
                  <a:pt x="887591" y="83174"/>
                  <a:pt x="887854" y="90429"/>
                  <a:pt x="888380" y="93468"/>
                </a:cubicBezTo>
                <a:cubicBezTo>
                  <a:pt x="888905" y="96507"/>
                  <a:pt x="889945" y="99420"/>
                  <a:pt x="891499" y="102208"/>
                </a:cubicBezTo>
                <a:lnTo>
                  <a:pt x="878611" y="102208"/>
                </a:lnTo>
                <a:cubicBezTo>
                  <a:pt x="877332" y="99649"/>
                  <a:pt x="876509" y="96655"/>
                  <a:pt x="876143" y="93228"/>
                </a:cubicBezTo>
                <a:moveTo>
                  <a:pt x="875115" y="65671"/>
                </a:moveTo>
                <a:cubicBezTo>
                  <a:pt x="870637" y="67499"/>
                  <a:pt x="863919" y="69053"/>
                  <a:pt x="854961" y="70332"/>
                </a:cubicBezTo>
                <a:cubicBezTo>
                  <a:pt x="849889" y="71063"/>
                  <a:pt x="846301" y="71886"/>
                  <a:pt x="844199" y="72800"/>
                </a:cubicBezTo>
                <a:cubicBezTo>
                  <a:pt x="842097" y="73714"/>
                  <a:pt x="840475" y="75051"/>
                  <a:pt x="839332" y="76810"/>
                </a:cubicBezTo>
                <a:cubicBezTo>
                  <a:pt x="838190" y="78570"/>
                  <a:pt x="837618" y="80523"/>
                  <a:pt x="837618" y="82671"/>
                </a:cubicBezTo>
                <a:cubicBezTo>
                  <a:pt x="837618" y="85962"/>
                  <a:pt x="838864" y="88704"/>
                  <a:pt x="841354" y="90897"/>
                </a:cubicBezTo>
                <a:cubicBezTo>
                  <a:pt x="843845" y="93091"/>
                  <a:pt x="847490" y="94188"/>
                  <a:pt x="852288" y="94188"/>
                </a:cubicBezTo>
                <a:cubicBezTo>
                  <a:pt x="857041" y="94188"/>
                  <a:pt x="861268" y="93148"/>
                  <a:pt x="864970" y="91069"/>
                </a:cubicBezTo>
                <a:cubicBezTo>
                  <a:pt x="868671" y="88989"/>
                  <a:pt x="871391" y="86144"/>
                  <a:pt x="873127" y="82534"/>
                </a:cubicBezTo>
                <a:cubicBezTo>
                  <a:pt x="874453" y="79746"/>
                  <a:pt x="875115" y="75633"/>
                  <a:pt x="875115" y="70195"/>
                </a:cubicBezTo>
                <a:lnTo>
                  <a:pt x="875115" y="65671"/>
                </a:lnTo>
                <a:close/>
                <a:moveTo>
                  <a:pt x="901507" y="80478"/>
                </a:moveTo>
                <a:lnTo>
                  <a:pt x="913709" y="78558"/>
                </a:lnTo>
                <a:cubicBezTo>
                  <a:pt x="914394" y="83448"/>
                  <a:pt x="916302" y="87196"/>
                  <a:pt x="919433" y="89800"/>
                </a:cubicBezTo>
                <a:cubicBezTo>
                  <a:pt x="922563" y="92405"/>
                  <a:pt x="926939" y="93708"/>
                  <a:pt x="932560" y="93708"/>
                </a:cubicBezTo>
                <a:cubicBezTo>
                  <a:pt x="938227" y="93708"/>
                  <a:pt x="942431" y="92554"/>
                  <a:pt x="945173" y="90246"/>
                </a:cubicBezTo>
                <a:cubicBezTo>
                  <a:pt x="947915" y="87938"/>
                  <a:pt x="949286" y="85230"/>
                  <a:pt x="949286" y="82123"/>
                </a:cubicBezTo>
                <a:cubicBezTo>
                  <a:pt x="949286" y="79335"/>
                  <a:pt x="948075" y="77142"/>
                  <a:pt x="945653" y="75542"/>
                </a:cubicBezTo>
                <a:cubicBezTo>
                  <a:pt x="943962" y="74445"/>
                  <a:pt x="939758" y="73051"/>
                  <a:pt x="933040" y="71360"/>
                </a:cubicBezTo>
                <a:cubicBezTo>
                  <a:pt x="923991" y="69075"/>
                  <a:pt x="917719" y="67099"/>
                  <a:pt x="914223" y="65431"/>
                </a:cubicBezTo>
                <a:cubicBezTo>
                  <a:pt x="910727" y="63763"/>
                  <a:pt x="908076" y="61455"/>
                  <a:pt x="906271" y="58507"/>
                </a:cubicBezTo>
                <a:cubicBezTo>
                  <a:pt x="904466" y="55560"/>
                  <a:pt x="903564" y="52304"/>
                  <a:pt x="903564" y="48739"/>
                </a:cubicBezTo>
                <a:cubicBezTo>
                  <a:pt x="903564" y="45494"/>
                  <a:pt x="904306" y="42490"/>
                  <a:pt x="905791" y="39725"/>
                </a:cubicBezTo>
                <a:cubicBezTo>
                  <a:pt x="907277" y="36960"/>
                  <a:pt x="909299" y="34663"/>
                  <a:pt x="911858" y="32835"/>
                </a:cubicBezTo>
                <a:cubicBezTo>
                  <a:pt x="913777" y="31419"/>
                  <a:pt x="916394" y="30219"/>
                  <a:pt x="919707" y="29237"/>
                </a:cubicBezTo>
                <a:cubicBezTo>
                  <a:pt x="923020" y="28254"/>
                  <a:pt x="926573" y="27763"/>
                  <a:pt x="930367" y="27763"/>
                </a:cubicBezTo>
                <a:cubicBezTo>
                  <a:pt x="936079" y="27763"/>
                  <a:pt x="941095" y="28585"/>
                  <a:pt x="945413" y="30231"/>
                </a:cubicBezTo>
                <a:cubicBezTo>
                  <a:pt x="949732" y="31876"/>
                  <a:pt x="952919" y="34104"/>
                  <a:pt x="954976" y="36914"/>
                </a:cubicBezTo>
                <a:cubicBezTo>
                  <a:pt x="957032" y="39725"/>
                  <a:pt x="958449" y="43484"/>
                  <a:pt x="959226" y="48191"/>
                </a:cubicBezTo>
                <a:lnTo>
                  <a:pt x="947161" y="49836"/>
                </a:lnTo>
                <a:cubicBezTo>
                  <a:pt x="946613" y="46088"/>
                  <a:pt x="945025" y="43164"/>
                  <a:pt x="942397" y="41061"/>
                </a:cubicBezTo>
                <a:cubicBezTo>
                  <a:pt x="939769" y="38959"/>
                  <a:pt x="936056" y="37908"/>
                  <a:pt x="931258" y="37908"/>
                </a:cubicBezTo>
                <a:cubicBezTo>
                  <a:pt x="925591" y="37908"/>
                  <a:pt x="921546" y="38845"/>
                  <a:pt x="919124" y="40719"/>
                </a:cubicBezTo>
                <a:cubicBezTo>
                  <a:pt x="916702" y="42592"/>
                  <a:pt x="915491" y="44786"/>
                  <a:pt x="915491" y="47299"/>
                </a:cubicBezTo>
                <a:cubicBezTo>
                  <a:pt x="915491" y="48899"/>
                  <a:pt x="915994" y="50338"/>
                  <a:pt x="916999" y="51618"/>
                </a:cubicBezTo>
                <a:cubicBezTo>
                  <a:pt x="918005" y="52943"/>
                  <a:pt x="919581" y="54040"/>
                  <a:pt x="921729" y="54908"/>
                </a:cubicBezTo>
                <a:cubicBezTo>
                  <a:pt x="922963" y="55365"/>
                  <a:pt x="926596" y="56417"/>
                  <a:pt x="932629" y="58062"/>
                </a:cubicBezTo>
                <a:cubicBezTo>
                  <a:pt x="941357" y="60392"/>
                  <a:pt x="947447" y="62300"/>
                  <a:pt x="950897" y="63786"/>
                </a:cubicBezTo>
                <a:cubicBezTo>
                  <a:pt x="954348" y="65271"/>
                  <a:pt x="957055" y="67430"/>
                  <a:pt x="959020" y="70264"/>
                </a:cubicBezTo>
                <a:cubicBezTo>
                  <a:pt x="960985" y="73097"/>
                  <a:pt x="961968" y="76616"/>
                  <a:pt x="961968" y="80820"/>
                </a:cubicBezTo>
                <a:cubicBezTo>
                  <a:pt x="961968" y="84933"/>
                  <a:pt x="960768" y="88806"/>
                  <a:pt x="958369" y="92440"/>
                </a:cubicBezTo>
                <a:cubicBezTo>
                  <a:pt x="955970" y="96073"/>
                  <a:pt x="952508" y="98883"/>
                  <a:pt x="947984" y="100871"/>
                </a:cubicBezTo>
                <a:cubicBezTo>
                  <a:pt x="943460" y="102859"/>
                  <a:pt x="938341" y="103853"/>
                  <a:pt x="932629" y="103853"/>
                </a:cubicBezTo>
                <a:cubicBezTo>
                  <a:pt x="923169" y="103853"/>
                  <a:pt x="915960" y="101888"/>
                  <a:pt x="911001" y="97958"/>
                </a:cubicBezTo>
                <a:cubicBezTo>
                  <a:pt x="906043" y="94028"/>
                  <a:pt x="902878" y="88201"/>
                  <a:pt x="901507" y="80478"/>
                </a:cubicBezTo>
                <a:close/>
                <a:moveTo>
                  <a:pt x="971449" y="80478"/>
                </a:moveTo>
                <a:lnTo>
                  <a:pt x="983651" y="78558"/>
                </a:lnTo>
                <a:cubicBezTo>
                  <a:pt x="984336" y="83448"/>
                  <a:pt x="986244" y="87196"/>
                  <a:pt x="989375" y="89800"/>
                </a:cubicBezTo>
                <a:cubicBezTo>
                  <a:pt x="992505" y="92405"/>
                  <a:pt x="996881" y="93708"/>
                  <a:pt x="1002502" y="93708"/>
                </a:cubicBezTo>
                <a:cubicBezTo>
                  <a:pt x="1008169" y="93708"/>
                  <a:pt x="1012373" y="92554"/>
                  <a:pt x="1015115" y="90246"/>
                </a:cubicBezTo>
                <a:cubicBezTo>
                  <a:pt x="1017857" y="87938"/>
                  <a:pt x="1019228" y="85230"/>
                  <a:pt x="1019228" y="82123"/>
                </a:cubicBezTo>
                <a:cubicBezTo>
                  <a:pt x="1019228" y="79335"/>
                  <a:pt x="1018017" y="77142"/>
                  <a:pt x="1015595" y="75542"/>
                </a:cubicBezTo>
                <a:cubicBezTo>
                  <a:pt x="1013904" y="74445"/>
                  <a:pt x="1009700" y="73051"/>
                  <a:pt x="1002982" y="71360"/>
                </a:cubicBezTo>
                <a:cubicBezTo>
                  <a:pt x="993933" y="69075"/>
                  <a:pt x="987661" y="67099"/>
                  <a:pt x="984165" y="65431"/>
                </a:cubicBezTo>
                <a:cubicBezTo>
                  <a:pt x="980669" y="63763"/>
                  <a:pt x="978018" y="61455"/>
                  <a:pt x="976213" y="58507"/>
                </a:cubicBezTo>
                <a:cubicBezTo>
                  <a:pt x="974408" y="55560"/>
                  <a:pt x="973505" y="52304"/>
                  <a:pt x="973505" y="48739"/>
                </a:cubicBezTo>
                <a:cubicBezTo>
                  <a:pt x="973505" y="45494"/>
                  <a:pt x="974248" y="42490"/>
                  <a:pt x="975733" y="39725"/>
                </a:cubicBezTo>
                <a:cubicBezTo>
                  <a:pt x="977219" y="36960"/>
                  <a:pt x="979241" y="34663"/>
                  <a:pt x="981800" y="32835"/>
                </a:cubicBezTo>
                <a:cubicBezTo>
                  <a:pt x="983719" y="31419"/>
                  <a:pt x="986336" y="30219"/>
                  <a:pt x="989649" y="29237"/>
                </a:cubicBezTo>
                <a:cubicBezTo>
                  <a:pt x="992962" y="28254"/>
                  <a:pt x="996515" y="27763"/>
                  <a:pt x="1000308" y="27763"/>
                </a:cubicBezTo>
                <a:cubicBezTo>
                  <a:pt x="1006021" y="27763"/>
                  <a:pt x="1011036" y="28585"/>
                  <a:pt x="1015355" y="30231"/>
                </a:cubicBezTo>
                <a:cubicBezTo>
                  <a:pt x="1019674" y="31876"/>
                  <a:pt x="1022861" y="34104"/>
                  <a:pt x="1024918" y="36914"/>
                </a:cubicBezTo>
                <a:cubicBezTo>
                  <a:pt x="1026974" y="39725"/>
                  <a:pt x="1028391" y="43484"/>
                  <a:pt x="1029168" y="48191"/>
                </a:cubicBezTo>
                <a:lnTo>
                  <a:pt x="1017103" y="49836"/>
                </a:lnTo>
                <a:cubicBezTo>
                  <a:pt x="1016555" y="46088"/>
                  <a:pt x="1014967" y="43164"/>
                  <a:pt x="1012339" y="41061"/>
                </a:cubicBezTo>
                <a:cubicBezTo>
                  <a:pt x="1009711" y="38959"/>
                  <a:pt x="1005998" y="37908"/>
                  <a:pt x="1001200" y="37908"/>
                </a:cubicBezTo>
                <a:cubicBezTo>
                  <a:pt x="995533" y="37908"/>
                  <a:pt x="991488" y="38845"/>
                  <a:pt x="989066" y="40719"/>
                </a:cubicBezTo>
                <a:cubicBezTo>
                  <a:pt x="986644" y="42592"/>
                  <a:pt x="985433" y="44786"/>
                  <a:pt x="985433" y="47299"/>
                </a:cubicBezTo>
                <a:cubicBezTo>
                  <a:pt x="985433" y="48899"/>
                  <a:pt x="985936" y="50338"/>
                  <a:pt x="986941" y="51618"/>
                </a:cubicBezTo>
                <a:cubicBezTo>
                  <a:pt x="987947" y="52943"/>
                  <a:pt x="989523" y="54040"/>
                  <a:pt x="991671" y="54908"/>
                </a:cubicBezTo>
                <a:cubicBezTo>
                  <a:pt x="992905" y="55365"/>
                  <a:pt x="996538" y="56417"/>
                  <a:pt x="1002571" y="58062"/>
                </a:cubicBezTo>
                <a:cubicBezTo>
                  <a:pt x="1011299" y="60392"/>
                  <a:pt x="1017389" y="62300"/>
                  <a:pt x="1020839" y="63786"/>
                </a:cubicBezTo>
                <a:cubicBezTo>
                  <a:pt x="1024289" y="65271"/>
                  <a:pt x="1026997" y="67430"/>
                  <a:pt x="1028962" y="70264"/>
                </a:cubicBezTo>
                <a:cubicBezTo>
                  <a:pt x="1030927" y="73097"/>
                  <a:pt x="1031910" y="76616"/>
                  <a:pt x="1031910" y="80820"/>
                </a:cubicBezTo>
                <a:cubicBezTo>
                  <a:pt x="1031910" y="84933"/>
                  <a:pt x="1030710" y="88806"/>
                  <a:pt x="1028311" y="92440"/>
                </a:cubicBezTo>
                <a:cubicBezTo>
                  <a:pt x="1025912" y="96073"/>
                  <a:pt x="1022450" y="98883"/>
                  <a:pt x="1017926" y="100871"/>
                </a:cubicBezTo>
                <a:cubicBezTo>
                  <a:pt x="1013401" y="102859"/>
                  <a:pt x="1008283" y="103853"/>
                  <a:pt x="1002571" y="103853"/>
                </a:cubicBezTo>
                <a:cubicBezTo>
                  <a:pt x="993111" y="103853"/>
                  <a:pt x="985901" y="101888"/>
                  <a:pt x="980943" y="97958"/>
                </a:cubicBezTo>
                <a:cubicBezTo>
                  <a:pt x="975985" y="94028"/>
                  <a:pt x="972820" y="88201"/>
                  <a:pt x="971449" y="80478"/>
                </a:cubicBezTo>
                <a:close/>
                <a:moveTo>
                  <a:pt x="1053429" y="102208"/>
                </a:moveTo>
                <a:lnTo>
                  <a:pt x="1053429" y="88155"/>
                </a:lnTo>
                <a:lnTo>
                  <a:pt x="1067482" y="88155"/>
                </a:lnTo>
                <a:lnTo>
                  <a:pt x="1067482" y="102208"/>
                </a:lnTo>
                <a:lnTo>
                  <a:pt x="1053429" y="102208"/>
                </a:lnTo>
                <a:moveTo>
                  <a:pt x="1100249" y="102208"/>
                </a:moveTo>
                <a:lnTo>
                  <a:pt x="1100249" y="88155"/>
                </a:lnTo>
                <a:lnTo>
                  <a:pt x="1114302" y="88155"/>
                </a:lnTo>
                <a:lnTo>
                  <a:pt x="1114302" y="102208"/>
                </a:lnTo>
                <a:lnTo>
                  <a:pt x="1100249" y="102208"/>
                </a:lnTo>
                <a:moveTo>
                  <a:pt x="1147000" y="102208"/>
                </a:moveTo>
                <a:lnTo>
                  <a:pt x="1147000" y="88155"/>
                </a:lnTo>
                <a:lnTo>
                  <a:pt x="1161121" y="88155"/>
                </a:lnTo>
                <a:lnTo>
                  <a:pt x="1161121" y="102208"/>
                </a:lnTo>
                <a:lnTo>
                  <a:pt x="1147000" y="102208"/>
                </a:lnTo>
                <a:close/>
                <a:moveTo>
                  <a:pt x="1249277" y="102208"/>
                </a:moveTo>
                <a:lnTo>
                  <a:pt x="1249277" y="13573"/>
                </a:lnTo>
                <a:lnTo>
                  <a:pt x="1216167" y="13573"/>
                </a:lnTo>
                <a:lnTo>
                  <a:pt x="1216167" y="1714"/>
                </a:lnTo>
                <a:lnTo>
                  <a:pt x="1295822" y="1714"/>
                </a:lnTo>
                <a:lnTo>
                  <a:pt x="1295822" y="13573"/>
                </a:lnTo>
                <a:lnTo>
                  <a:pt x="1262575" y="13573"/>
                </a:lnTo>
                <a:lnTo>
                  <a:pt x="1262575" y="102208"/>
                </a:lnTo>
                <a:lnTo>
                  <a:pt x="1249277" y="102208"/>
                </a:lnTo>
                <a:close/>
                <a:moveTo>
                  <a:pt x="1307812" y="102208"/>
                </a:moveTo>
                <a:lnTo>
                  <a:pt x="1307812" y="1714"/>
                </a:lnTo>
                <a:lnTo>
                  <a:pt x="1320151" y="1714"/>
                </a:lnTo>
                <a:lnTo>
                  <a:pt x="1320151" y="37771"/>
                </a:lnTo>
                <a:cubicBezTo>
                  <a:pt x="1325909" y="31099"/>
                  <a:pt x="1333175" y="27763"/>
                  <a:pt x="1341950" y="27763"/>
                </a:cubicBezTo>
                <a:cubicBezTo>
                  <a:pt x="1347342" y="27763"/>
                  <a:pt x="1352027" y="28825"/>
                  <a:pt x="1356003" y="30950"/>
                </a:cubicBezTo>
                <a:cubicBezTo>
                  <a:pt x="1359978" y="33075"/>
                  <a:pt x="1362823" y="36012"/>
                  <a:pt x="1364537" y="39759"/>
                </a:cubicBezTo>
                <a:cubicBezTo>
                  <a:pt x="1366251" y="43506"/>
                  <a:pt x="1367108" y="48945"/>
                  <a:pt x="1367108" y="56074"/>
                </a:cubicBezTo>
                <a:lnTo>
                  <a:pt x="1367108" y="102208"/>
                </a:lnTo>
                <a:lnTo>
                  <a:pt x="1354769" y="102208"/>
                </a:lnTo>
                <a:lnTo>
                  <a:pt x="1354769" y="56074"/>
                </a:lnTo>
                <a:cubicBezTo>
                  <a:pt x="1354769" y="49904"/>
                  <a:pt x="1353432" y="45414"/>
                  <a:pt x="1350758" y="42604"/>
                </a:cubicBezTo>
                <a:cubicBezTo>
                  <a:pt x="1348085" y="39793"/>
                  <a:pt x="1344303" y="38388"/>
                  <a:pt x="1339413" y="38388"/>
                </a:cubicBezTo>
                <a:cubicBezTo>
                  <a:pt x="1335757" y="38388"/>
                  <a:pt x="1332319" y="39336"/>
                  <a:pt x="1329097" y="41233"/>
                </a:cubicBezTo>
                <a:cubicBezTo>
                  <a:pt x="1325875" y="43129"/>
                  <a:pt x="1323578" y="45700"/>
                  <a:pt x="1322207" y="48945"/>
                </a:cubicBezTo>
                <a:cubicBezTo>
                  <a:pt x="1320836" y="52189"/>
                  <a:pt x="1320151" y="56668"/>
                  <a:pt x="1320151" y="62380"/>
                </a:cubicBezTo>
                <a:lnTo>
                  <a:pt x="1320151" y="102208"/>
                </a:lnTo>
                <a:lnTo>
                  <a:pt x="1307812" y="102208"/>
                </a:lnTo>
                <a:close/>
                <a:moveTo>
                  <a:pt x="1435466" y="78764"/>
                </a:moveTo>
                <a:lnTo>
                  <a:pt x="1448216" y="80341"/>
                </a:lnTo>
                <a:cubicBezTo>
                  <a:pt x="1446205" y="87790"/>
                  <a:pt x="1442481" y="93571"/>
                  <a:pt x="1437043" y="97684"/>
                </a:cubicBezTo>
                <a:cubicBezTo>
                  <a:pt x="1431604" y="101797"/>
                  <a:pt x="1424658" y="103853"/>
                  <a:pt x="1416203" y="103853"/>
                </a:cubicBezTo>
                <a:cubicBezTo>
                  <a:pt x="1405555" y="103853"/>
                  <a:pt x="1397112" y="100574"/>
                  <a:pt x="1390874" y="94016"/>
                </a:cubicBezTo>
                <a:cubicBezTo>
                  <a:pt x="1384636" y="87458"/>
                  <a:pt x="1381517" y="78261"/>
                  <a:pt x="1381517" y="66425"/>
                </a:cubicBezTo>
                <a:cubicBezTo>
                  <a:pt x="1381517" y="54177"/>
                  <a:pt x="1384671" y="44672"/>
                  <a:pt x="1390977" y="37908"/>
                </a:cubicBezTo>
                <a:cubicBezTo>
                  <a:pt x="1397284" y="31145"/>
                  <a:pt x="1405464" y="27763"/>
                  <a:pt x="1415518" y="27763"/>
                </a:cubicBezTo>
                <a:cubicBezTo>
                  <a:pt x="1425252" y="27763"/>
                  <a:pt x="1433204" y="31076"/>
                  <a:pt x="1439373" y="37702"/>
                </a:cubicBezTo>
                <a:cubicBezTo>
                  <a:pt x="1445543" y="44329"/>
                  <a:pt x="1448628" y="53652"/>
                  <a:pt x="1448628" y="65671"/>
                </a:cubicBezTo>
                <a:cubicBezTo>
                  <a:pt x="1448628" y="66402"/>
                  <a:pt x="1448605" y="67499"/>
                  <a:pt x="1448559" y="68961"/>
                </a:cubicBezTo>
                <a:lnTo>
                  <a:pt x="1394267" y="68961"/>
                </a:lnTo>
                <a:cubicBezTo>
                  <a:pt x="1394724" y="76959"/>
                  <a:pt x="1396987" y="83083"/>
                  <a:pt x="1401054" y="87333"/>
                </a:cubicBezTo>
                <a:cubicBezTo>
                  <a:pt x="1405121" y="91583"/>
                  <a:pt x="1410194" y="93708"/>
                  <a:pt x="1416272" y="93708"/>
                </a:cubicBezTo>
                <a:cubicBezTo>
                  <a:pt x="1420796" y="93708"/>
                  <a:pt x="1424658" y="92520"/>
                  <a:pt x="1427857" y="90143"/>
                </a:cubicBezTo>
                <a:cubicBezTo>
                  <a:pt x="1431056" y="87767"/>
                  <a:pt x="1433592" y="83974"/>
                  <a:pt x="1435466" y="78764"/>
                </a:cubicBezTo>
                <a:moveTo>
                  <a:pt x="1394953" y="58816"/>
                </a:moveTo>
                <a:lnTo>
                  <a:pt x="1435603" y="58816"/>
                </a:lnTo>
                <a:cubicBezTo>
                  <a:pt x="1435055" y="52692"/>
                  <a:pt x="1433501" y="48099"/>
                  <a:pt x="1430942" y="45037"/>
                </a:cubicBezTo>
                <a:cubicBezTo>
                  <a:pt x="1427012" y="40285"/>
                  <a:pt x="1421916" y="37908"/>
                  <a:pt x="1415655" y="37908"/>
                </a:cubicBezTo>
                <a:cubicBezTo>
                  <a:pt x="1409988" y="37908"/>
                  <a:pt x="1405224" y="39805"/>
                  <a:pt x="1401362" y="43598"/>
                </a:cubicBezTo>
                <a:cubicBezTo>
                  <a:pt x="1397501" y="47391"/>
                  <a:pt x="1395364" y="52464"/>
                  <a:pt x="1394953" y="58816"/>
                </a:cubicBezTo>
                <a:close/>
                <a:moveTo>
                  <a:pt x="1504905" y="102208"/>
                </a:moveTo>
                <a:lnTo>
                  <a:pt x="1504905" y="39005"/>
                </a:lnTo>
                <a:lnTo>
                  <a:pt x="1494006" y="39005"/>
                </a:lnTo>
                <a:lnTo>
                  <a:pt x="1494006" y="29408"/>
                </a:lnTo>
                <a:lnTo>
                  <a:pt x="1504905" y="29408"/>
                </a:lnTo>
                <a:lnTo>
                  <a:pt x="1504905" y="21662"/>
                </a:lnTo>
                <a:cubicBezTo>
                  <a:pt x="1504905" y="16772"/>
                  <a:pt x="1505339" y="13139"/>
                  <a:pt x="1506207" y="10762"/>
                </a:cubicBezTo>
                <a:cubicBezTo>
                  <a:pt x="1507396" y="7563"/>
                  <a:pt x="1509486" y="4970"/>
                  <a:pt x="1512480" y="2982"/>
                </a:cubicBezTo>
                <a:cubicBezTo>
                  <a:pt x="1515473" y="994"/>
                  <a:pt x="1519666" y="0"/>
                  <a:pt x="1525059" y="0"/>
                </a:cubicBezTo>
                <a:cubicBezTo>
                  <a:pt x="1528532" y="0"/>
                  <a:pt x="1532371" y="411"/>
                  <a:pt x="1536575" y="1234"/>
                </a:cubicBezTo>
                <a:lnTo>
                  <a:pt x="1534724" y="11996"/>
                </a:lnTo>
                <a:cubicBezTo>
                  <a:pt x="1532165" y="11539"/>
                  <a:pt x="1529743" y="11311"/>
                  <a:pt x="1527458" y="11311"/>
                </a:cubicBezTo>
                <a:cubicBezTo>
                  <a:pt x="1523710" y="11311"/>
                  <a:pt x="1521060" y="12110"/>
                  <a:pt x="1519506" y="13710"/>
                </a:cubicBezTo>
                <a:cubicBezTo>
                  <a:pt x="1517952" y="15309"/>
                  <a:pt x="1517175" y="18303"/>
                  <a:pt x="1517175" y="22690"/>
                </a:cubicBezTo>
                <a:lnTo>
                  <a:pt x="1517175" y="29408"/>
                </a:lnTo>
                <a:lnTo>
                  <a:pt x="1531365" y="29408"/>
                </a:lnTo>
                <a:lnTo>
                  <a:pt x="1531365" y="39005"/>
                </a:lnTo>
                <a:lnTo>
                  <a:pt x="1517175" y="39005"/>
                </a:lnTo>
                <a:lnTo>
                  <a:pt x="1517175" y="102208"/>
                </a:lnTo>
                <a:lnTo>
                  <a:pt x="1504905" y="102208"/>
                </a:lnTo>
                <a:close/>
                <a:moveTo>
                  <a:pt x="1540535" y="15904"/>
                </a:moveTo>
                <a:lnTo>
                  <a:pt x="1540535" y="1714"/>
                </a:lnTo>
                <a:lnTo>
                  <a:pt x="1552874" y="1714"/>
                </a:lnTo>
                <a:lnTo>
                  <a:pt x="1552874" y="15904"/>
                </a:lnTo>
                <a:lnTo>
                  <a:pt x="1540535" y="15904"/>
                </a:lnTo>
                <a:moveTo>
                  <a:pt x="1540535" y="102208"/>
                </a:moveTo>
                <a:lnTo>
                  <a:pt x="1540535" y="29408"/>
                </a:lnTo>
                <a:lnTo>
                  <a:pt x="1552874" y="29408"/>
                </a:lnTo>
                <a:lnTo>
                  <a:pt x="1552874" y="102208"/>
                </a:lnTo>
                <a:lnTo>
                  <a:pt x="1540535" y="102208"/>
                </a:lnTo>
                <a:close/>
                <a:moveTo>
                  <a:pt x="1574904" y="102208"/>
                </a:moveTo>
                <a:lnTo>
                  <a:pt x="1574904" y="39005"/>
                </a:lnTo>
                <a:lnTo>
                  <a:pt x="1564005" y="39005"/>
                </a:lnTo>
                <a:lnTo>
                  <a:pt x="1564005" y="29408"/>
                </a:lnTo>
                <a:lnTo>
                  <a:pt x="1574904" y="29408"/>
                </a:lnTo>
                <a:lnTo>
                  <a:pt x="1574904" y="21662"/>
                </a:lnTo>
                <a:cubicBezTo>
                  <a:pt x="1574904" y="16772"/>
                  <a:pt x="1575338" y="13139"/>
                  <a:pt x="1576206" y="10762"/>
                </a:cubicBezTo>
                <a:cubicBezTo>
                  <a:pt x="1577395" y="7563"/>
                  <a:pt x="1579485" y="4970"/>
                  <a:pt x="1582479" y="2982"/>
                </a:cubicBezTo>
                <a:cubicBezTo>
                  <a:pt x="1585472" y="994"/>
                  <a:pt x="1589665" y="0"/>
                  <a:pt x="1595058" y="0"/>
                </a:cubicBezTo>
                <a:cubicBezTo>
                  <a:pt x="1598531" y="0"/>
                  <a:pt x="1602370" y="411"/>
                  <a:pt x="1606574" y="1234"/>
                </a:cubicBezTo>
                <a:lnTo>
                  <a:pt x="1604723" y="11996"/>
                </a:lnTo>
                <a:cubicBezTo>
                  <a:pt x="1602164" y="11539"/>
                  <a:pt x="1599742" y="11311"/>
                  <a:pt x="1597457" y="11311"/>
                </a:cubicBezTo>
                <a:cubicBezTo>
                  <a:pt x="1593710" y="11311"/>
                  <a:pt x="1591059" y="12110"/>
                  <a:pt x="1589505" y="13710"/>
                </a:cubicBezTo>
                <a:cubicBezTo>
                  <a:pt x="1587951" y="15309"/>
                  <a:pt x="1587174" y="18303"/>
                  <a:pt x="1587174" y="22690"/>
                </a:cubicBezTo>
                <a:lnTo>
                  <a:pt x="1587174" y="29408"/>
                </a:lnTo>
                <a:lnTo>
                  <a:pt x="1601364" y="29408"/>
                </a:lnTo>
                <a:lnTo>
                  <a:pt x="1601364" y="39005"/>
                </a:lnTo>
                <a:lnTo>
                  <a:pt x="1587174" y="39005"/>
                </a:lnTo>
                <a:lnTo>
                  <a:pt x="1587174" y="102208"/>
                </a:lnTo>
                <a:lnTo>
                  <a:pt x="1574904" y="102208"/>
                </a:lnTo>
                <a:close/>
                <a:moveTo>
                  <a:pt x="1637405" y="91171"/>
                </a:moveTo>
                <a:lnTo>
                  <a:pt x="1639187" y="102071"/>
                </a:lnTo>
                <a:cubicBezTo>
                  <a:pt x="1635714" y="102802"/>
                  <a:pt x="1632606" y="103168"/>
                  <a:pt x="1629864" y="103168"/>
                </a:cubicBezTo>
                <a:cubicBezTo>
                  <a:pt x="1625386" y="103168"/>
                  <a:pt x="1621912" y="102459"/>
                  <a:pt x="1619445" y="101043"/>
                </a:cubicBezTo>
                <a:cubicBezTo>
                  <a:pt x="1616977" y="99626"/>
                  <a:pt x="1615240" y="97764"/>
                  <a:pt x="1614235" y="95456"/>
                </a:cubicBezTo>
                <a:cubicBezTo>
                  <a:pt x="1613229" y="93148"/>
                  <a:pt x="1612727" y="88292"/>
                  <a:pt x="1612727" y="80889"/>
                </a:cubicBezTo>
                <a:lnTo>
                  <a:pt x="1612727" y="39005"/>
                </a:lnTo>
                <a:lnTo>
                  <a:pt x="1603678" y="39005"/>
                </a:lnTo>
                <a:lnTo>
                  <a:pt x="1603678" y="29408"/>
                </a:lnTo>
                <a:lnTo>
                  <a:pt x="1612727" y="29408"/>
                </a:lnTo>
                <a:lnTo>
                  <a:pt x="1612727" y="11379"/>
                </a:lnTo>
                <a:lnTo>
                  <a:pt x="1624997" y="3976"/>
                </a:lnTo>
                <a:lnTo>
                  <a:pt x="1624997" y="29408"/>
                </a:lnTo>
                <a:lnTo>
                  <a:pt x="1637405" y="29408"/>
                </a:lnTo>
                <a:lnTo>
                  <a:pt x="1637405" y="39005"/>
                </a:lnTo>
                <a:lnTo>
                  <a:pt x="1624997" y="39005"/>
                </a:lnTo>
                <a:lnTo>
                  <a:pt x="1624997" y="81574"/>
                </a:lnTo>
                <a:cubicBezTo>
                  <a:pt x="1624997" y="85093"/>
                  <a:pt x="1625214" y="87355"/>
                  <a:pt x="1625648" y="88361"/>
                </a:cubicBezTo>
                <a:cubicBezTo>
                  <a:pt x="1626083" y="89366"/>
                  <a:pt x="1626791" y="90166"/>
                  <a:pt x="1627773" y="90760"/>
                </a:cubicBezTo>
                <a:cubicBezTo>
                  <a:pt x="1628756" y="91354"/>
                  <a:pt x="1630161" y="91651"/>
                  <a:pt x="1631989" y="91651"/>
                </a:cubicBezTo>
                <a:cubicBezTo>
                  <a:pt x="1633360" y="91651"/>
                  <a:pt x="1635165" y="91491"/>
                  <a:pt x="1637405" y="91171"/>
                </a:cubicBezTo>
                <a:close/>
                <a:moveTo>
                  <a:pt x="1648974" y="102208"/>
                </a:moveTo>
                <a:lnTo>
                  <a:pt x="1648974" y="1714"/>
                </a:lnTo>
                <a:lnTo>
                  <a:pt x="1661313" y="1714"/>
                </a:lnTo>
                <a:lnTo>
                  <a:pt x="1661313" y="37771"/>
                </a:lnTo>
                <a:cubicBezTo>
                  <a:pt x="1667071" y="31099"/>
                  <a:pt x="1674337" y="27763"/>
                  <a:pt x="1683112" y="27763"/>
                </a:cubicBezTo>
                <a:cubicBezTo>
                  <a:pt x="1688504" y="27763"/>
                  <a:pt x="1693189" y="28825"/>
                  <a:pt x="1697165" y="30950"/>
                </a:cubicBezTo>
                <a:cubicBezTo>
                  <a:pt x="1701140" y="33075"/>
                  <a:pt x="1703985" y="36012"/>
                  <a:pt x="1705699" y="39759"/>
                </a:cubicBezTo>
                <a:cubicBezTo>
                  <a:pt x="1707413" y="43506"/>
                  <a:pt x="1708270" y="48945"/>
                  <a:pt x="1708270" y="56074"/>
                </a:cubicBezTo>
                <a:lnTo>
                  <a:pt x="1708270" y="102208"/>
                </a:lnTo>
                <a:lnTo>
                  <a:pt x="1695931" y="102208"/>
                </a:lnTo>
                <a:lnTo>
                  <a:pt x="1695931" y="56074"/>
                </a:lnTo>
                <a:cubicBezTo>
                  <a:pt x="1695931" y="49904"/>
                  <a:pt x="1694594" y="45414"/>
                  <a:pt x="1691921" y="42604"/>
                </a:cubicBezTo>
                <a:cubicBezTo>
                  <a:pt x="1689247" y="39793"/>
                  <a:pt x="1685465" y="38388"/>
                  <a:pt x="1680575" y="38388"/>
                </a:cubicBezTo>
                <a:cubicBezTo>
                  <a:pt x="1676919" y="38388"/>
                  <a:pt x="1673481" y="39336"/>
                  <a:pt x="1670259" y="41233"/>
                </a:cubicBezTo>
                <a:cubicBezTo>
                  <a:pt x="1667037" y="43129"/>
                  <a:pt x="1664740" y="45700"/>
                  <a:pt x="1663369" y="48945"/>
                </a:cubicBezTo>
                <a:cubicBezTo>
                  <a:pt x="1661998" y="52189"/>
                  <a:pt x="1661313" y="56668"/>
                  <a:pt x="1661313" y="62380"/>
                </a:cubicBezTo>
                <a:lnTo>
                  <a:pt x="1661313" y="102208"/>
                </a:lnTo>
                <a:lnTo>
                  <a:pt x="1648974" y="102208"/>
                </a:lnTo>
                <a:close/>
                <a:moveTo>
                  <a:pt x="1812806" y="75542"/>
                </a:moveTo>
                <a:lnTo>
                  <a:pt x="1824940" y="77119"/>
                </a:lnTo>
                <a:cubicBezTo>
                  <a:pt x="1823615" y="85482"/>
                  <a:pt x="1820221" y="92028"/>
                  <a:pt x="1814760" y="96758"/>
                </a:cubicBezTo>
                <a:cubicBezTo>
                  <a:pt x="1809299" y="101488"/>
                  <a:pt x="1802593" y="103853"/>
                  <a:pt x="1794641" y="103853"/>
                </a:cubicBezTo>
                <a:cubicBezTo>
                  <a:pt x="1784678" y="103853"/>
                  <a:pt x="1776669" y="100597"/>
                  <a:pt x="1770614" y="94085"/>
                </a:cubicBezTo>
                <a:cubicBezTo>
                  <a:pt x="1764559" y="87573"/>
                  <a:pt x="1761531" y="78238"/>
                  <a:pt x="1761531" y="66082"/>
                </a:cubicBezTo>
                <a:cubicBezTo>
                  <a:pt x="1761531" y="58222"/>
                  <a:pt x="1762834" y="51344"/>
                  <a:pt x="1765438" y="45449"/>
                </a:cubicBezTo>
                <a:cubicBezTo>
                  <a:pt x="1768043" y="39553"/>
                  <a:pt x="1772008" y="35132"/>
                  <a:pt x="1777332" y="32184"/>
                </a:cubicBezTo>
                <a:cubicBezTo>
                  <a:pt x="1782656" y="29237"/>
                  <a:pt x="1788448" y="27763"/>
                  <a:pt x="1794709" y="27763"/>
                </a:cubicBezTo>
                <a:cubicBezTo>
                  <a:pt x="1802615" y="27763"/>
                  <a:pt x="1809082" y="29762"/>
                  <a:pt x="1814109" y="33761"/>
                </a:cubicBezTo>
                <a:cubicBezTo>
                  <a:pt x="1819136" y="37760"/>
                  <a:pt x="1822358" y="43438"/>
                  <a:pt x="1823774" y="50795"/>
                </a:cubicBezTo>
                <a:lnTo>
                  <a:pt x="1811778" y="52646"/>
                </a:lnTo>
                <a:cubicBezTo>
                  <a:pt x="1810636" y="47756"/>
                  <a:pt x="1808614" y="44078"/>
                  <a:pt x="1805712" y="41610"/>
                </a:cubicBezTo>
                <a:cubicBezTo>
                  <a:pt x="1802810" y="39142"/>
                  <a:pt x="1799302" y="37908"/>
                  <a:pt x="1795189" y="37908"/>
                </a:cubicBezTo>
                <a:cubicBezTo>
                  <a:pt x="1788974" y="37908"/>
                  <a:pt x="1783924" y="40136"/>
                  <a:pt x="1780040" y="44592"/>
                </a:cubicBezTo>
                <a:cubicBezTo>
                  <a:pt x="1776155" y="49047"/>
                  <a:pt x="1774213" y="56097"/>
                  <a:pt x="1774213" y="65739"/>
                </a:cubicBezTo>
                <a:cubicBezTo>
                  <a:pt x="1774213" y="75519"/>
                  <a:pt x="1776087" y="82626"/>
                  <a:pt x="1779834" y="87058"/>
                </a:cubicBezTo>
                <a:cubicBezTo>
                  <a:pt x="1783581" y="91491"/>
                  <a:pt x="1788471" y="93708"/>
                  <a:pt x="1794504" y="93708"/>
                </a:cubicBezTo>
                <a:cubicBezTo>
                  <a:pt x="1799348" y="93708"/>
                  <a:pt x="1803392" y="92223"/>
                  <a:pt x="1806637" y="89252"/>
                </a:cubicBezTo>
                <a:cubicBezTo>
                  <a:pt x="1809882" y="86282"/>
                  <a:pt x="1811938" y="81712"/>
                  <a:pt x="1812806" y="75542"/>
                </a:cubicBezTo>
                <a:close/>
                <a:moveTo>
                  <a:pt x="1882762" y="93228"/>
                </a:moveTo>
                <a:cubicBezTo>
                  <a:pt x="1878192" y="97112"/>
                  <a:pt x="1873794" y="99854"/>
                  <a:pt x="1869566" y="101454"/>
                </a:cubicBezTo>
                <a:cubicBezTo>
                  <a:pt x="1865339" y="103053"/>
                  <a:pt x="1860804" y="103853"/>
                  <a:pt x="1855959" y="103853"/>
                </a:cubicBezTo>
                <a:cubicBezTo>
                  <a:pt x="1847962" y="103853"/>
                  <a:pt x="1841815" y="101899"/>
                  <a:pt x="1837519" y="97992"/>
                </a:cubicBezTo>
                <a:cubicBezTo>
                  <a:pt x="1833224" y="94085"/>
                  <a:pt x="1831076" y="89092"/>
                  <a:pt x="1831076" y="83014"/>
                </a:cubicBezTo>
                <a:cubicBezTo>
                  <a:pt x="1831076" y="79449"/>
                  <a:pt x="1831887" y="76193"/>
                  <a:pt x="1833509" y="73246"/>
                </a:cubicBezTo>
                <a:cubicBezTo>
                  <a:pt x="1835132" y="70298"/>
                  <a:pt x="1837257" y="67933"/>
                  <a:pt x="1839884" y="66151"/>
                </a:cubicBezTo>
                <a:cubicBezTo>
                  <a:pt x="1842512" y="64368"/>
                  <a:pt x="1845471" y="63020"/>
                  <a:pt x="1848762" y="62106"/>
                </a:cubicBezTo>
                <a:cubicBezTo>
                  <a:pt x="1851184" y="61466"/>
                  <a:pt x="1854840" y="60849"/>
                  <a:pt x="1859730" y="60255"/>
                </a:cubicBezTo>
                <a:cubicBezTo>
                  <a:pt x="1869692" y="59067"/>
                  <a:pt x="1877027" y="57650"/>
                  <a:pt x="1881734" y="56005"/>
                </a:cubicBezTo>
                <a:cubicBezTo>
                  <a:pt x="1881780" y="54314"/>
                  <a:pt x="1881803" y="53240"/>
                  <a:pt x="1881803" y="52783"/>
                </a:cubicBezTo>
                <a:cubicBezTo>
                  <a:pt x="1881803" y="47756"/>
                  <a:pt x="1880637" y="44215"/>
                  <a:pt x="1878307" y="42158"/>
                </a:cubicBezTo>
                <a:cubicBezTo>
                  <a:pt x="1875153" y="39371"/>
                  <a:pt x="1870469" y="37977"/>
                  <a:pt x="1864254" y="37977"/>
                </a:cubicBezTo>
                <a:cubicBezTo>
                  <a:pt x="1858450" y="37977"/>
                  <a:pt x="1854166" y="38993"/>
                  <a:pt x="1851401" y="41027"/>
                </a:cubicBezTo>
                <a:cubicBezTo>
                  <a:pt x="1848636" y="43061"/>
                  <a:pt x="1846591" y="46660"/>
                  <a:pt x="1845266" y="51824"/>
                </a:cubicBezTo>
                <a:lnTo>
                  <a:pt x="1833201" y="50179"/>
                </a:lnTo>
                <a:cubicBezTo>
                  <a:pt x="1834298" y="45014"/>
                  <a:pt x="1836103" y="40844"/>
                  <a:pt x="1838616" y="37668"/>
                </a:cubicBezTo>
                <a:cubicBezTo>
                  <a:pt x="1841130" y="34492"/>
                  <a:pt x="1844763" y="32047"/>
                  <a:pt x="1849516" y="30333"/>
                </a:cubicBezTo>
                <a:cubicBezTo>
                  <a:pt x="1854268" y="28620"/>
                  <a:pt x="1859775" y="27763"/>
                  <a:pt x="1866036" y="27763"/>
                </a:cubicBezTo>
                <a:cubicBezTo>
                  <a:pt x="1872251" y="27763"/>
                  <a:pt x="1877301" y="28494"/>
                  <a:pt x="1881186" y="29956"/>
                </a:cubicBezTo>
                <a:cubicBezTo>
                  <a:pt x="1885070" y="31419"/>
                  <a:pt x="1887926" y="33258"/>
                  <a:pt x="1889754" y="35475"/>
                </a:cubicBezTo>
                <a:cubicBezTo>
                  <a:pt x="1891582" y="37691"/>
                  <a:pt x="1892862" y="40490"/>
                  <a:pt x="1893593" y="43872"/>
                </a:cubicBezTo>
                <a:cubicBezTo>
                  <a:pt x="1894005" y="45974"/>
                  <a:pt x="1894210" y="49767"/>
                  <a:pt x="1894210" y="55251"/>
                </a:cubicBezTo>
                <a:lnTo>
                  <a:pt x="1894210" y="71703"/>
                </a:lnTo>
                <a:cubicBezTo>
                  <a:pt x="1894210" y="83174"/>
                  <a:pt x="1894473" y="90429"/>
                  <a:pt x="1894999" y="93468"/>
                </a:cubicBezTo>
                <a:cubicBezTo>
                  <a:pt x="1895524" y="96507"/>
                  <a:pt x="1896564" y="99420"/>
                  <a:pt x="1898118" y="102208"/>
                </a:cubicBezTo>
                <a:lnTo>
                  <a:pt x="1885230" y="102208"/>
                </a:lnTo>
                <a:cubicBezTo>
                  <a:pt x="1883951" y="99649"/>
                  <a:pt x="1883128" y="96655"/>
                  <a:pt x="1882762" y="93228"/>
                </a:cubicBezTo>
                <a:moveTo>
                  <a:pt x="1881734" y="65671"/>
                </a:moveTo>
                <a:cubicBezTo>
                  <a:pt x="1877256" y="67499"/>
                  <a:pt x="1870538" y="69053"/>
                  <a:pt x="1861580" y="70332"/>
                </a:cubicBezTo>
                <a:cubicBezTo>
                  <a:pt x="1856508" y="71063"/>
                  <a:pt x="1852920" y="71886"/>
                  <a:pt x="1850818" y="72800"/>
                </a:cubicBezTo>
                <a:cubicBezTo>
                  <a:pt x="1848716" y="73714"/>
                  <a:pt x="1847094" y="75051"/>
                  <a:pt x="1845951" y="76810"/>
                </a:cubicBezTo>
                <a:cubicBezTo>
                  <a:pt x="1844809" y="78570"/>
                  <a:pt x="1844237" y="80523"/>
                  <a:pt x="1844237" y="82671"/>
                </a:cubicBezTo>
                <a:cubicBezTo>
                  <a:pt x="1844237" y="85962"/>
                  <a:pt x="1845483" y="88704"/>
                  <a:pt x="1847973" y="90897"/>
                </a:cubicBezTo>
                <a:cubicBezTo>
                  <a:pt x="1850464" y="93091"/>
                  <a:pt x="1854108" y="94188"/>
                  <a:pt x="1858907" y="94188"/>
                </a:cubicBezTo>
                <a:cubicBezTo>
                  <a:pt x="1863660" y="94188"/>
                  <a:pt x="1867887" y="93148"/>
                  <a:pt x="1871589" y="91069"/>
                </a:cubicBezTo>
                <a:cubicBezTo>
                  <a:pt x="1875290" y="88989"/>
                  <a:pt x="1878010" y="86144"/>
                  <a:pt x="1879746" y="82534"/>
                </a:cubicBezTo>
                <a:cubicBezTo>
                  <a:pt x="1881071" y="79746"/>
                  <a:pt x="1881734" y="75633"/>
                  <a:pt x="1881734" y="70195"/>
                </a:cubicBezTo>
                <a:lnTo>
                  <a:pt x="1881734" y="65671"/>
                </a:lnTo>
                <a:close/>
                <a:moveTo>
                  <a:pt x="1924456" y="102208"/>
                </a:moveTo>
                <a:lnTo>
                  <a:pt x="1913008" y="102208"/>
                </a:lnTo>
                <a:lnTo>
                  <a:pt x="1913008" y="1714"/>
                </a:lnTo>
                <a:lnTo>
                  <a:pt x="1925347" y="1714"/>
                </a:lnTo>
                <a:lnTo>
                  <a:pt x="1925347" y="37565"/>
                </a:lnTo>
                <a:cubicBezTo>
                  <a:pt x="1930557" y="31030"/>
                  <a:pt x="1937206" y="27763"/>
                  <a:pt x="1945295" y="27763"/>
                </a:cubicBezTo>
                <a:cubicBezTo>
                  <a:pt x="1949773" y="27763"/>
                  <a:pt x="1954012" y="28665"/>
                  <a:pt x="1958011" y="30470"/>
                </a:cubicBezTo>
                <a:cubicBezTo>
                  <a:pt x="1962010" y="32276"/>
                  <a:pt x="1965300" y="34812"/>
                  <a:pt x="1967882" y="38079"/>
                </a:cubicBezTo>
                <a:cubicBezTo>
                  <a:pt x="1970464" y="41347"/>
                  <a:pt x="1972486" y="45289"/>
                  <a:pt x="1973949" y="49904"/>
                </a:cubicBezTo>
                <a:cubicBezTo>
                  <a:pt x="1975411" y="54520"/>
                  <a:pt x="1976142" y="59456"/>
                  <a:pt x="1976142" y="64711"/>
                </a:cubicBezTo>
                <a:cubicBezTo>
                  <a:pt x="1976142" y="77187"/>
                  <a:pt x="1973058" y="86830"/>
                  <a:pt x="1966888" y="93639"/>
                </a:cubicBezTo>
                <a:cubicBezTo>
                  <a:pt x="1960719" y="100448"/>
                  <a:pt x="1953315" y="103853"/>
                  <a:pt x="1944678" y="103853"/>
                </a:cubicBezTo>
                <a:cubicBezTo>
                  <a:pt x="1936086" y="103853"/>
                  <a:pt x="1929346" y="100266"/>
                  <a:pt x="1924456" y="93091"/>
                </a:cubicBezTo>
                <a:lnTo>
                  <a:pt x="1924456" y="102208"/>
                </a:lnTo>
                <a:moveTo>
                  <a:pt x="1924319" y="65260"/>
                </a:moveTo>
                <a:cubicBezTo>
                  <a:pt x="1924319" y="73988"/>
                  <a:pt x="1925507" y="80295"/>
                  <a:pt x="1927883" y="84179"/>
                </a:cubicBezTo>
                <a:cubicBezTo>
                  <a:pt x="1931768" y="90532"/>
                  <a:pt x="1937023" y="93708"/>
                  <a:pt x="1943650" y="93708"/>
                </a:cubicBezTo>
                <a:cubicBezTo>
                  <a:pt x="1949042" y="93708"/>
                  <a:pt x="1953704" y="91366"/>
                  <a:pt x="1957634" y="86681"/>
                </a:cubicBezTo>
                <a:cubicBezTo>
                  <a:pt x="1961564" y="81997"/>
                  <a:pt x="1963529" y="75016"/>
                  <a:pt x="1963529" y="65739"/>
                </a:cubicBezTo>
                <a:cubicBezTo>
                  <a:pt x="1963529" y="56234"/>
                  <a:pt x="1961644" y="49219"/>
                  <a:pt x="1957874" y="44695"/>
                </a:cubicBezTo>
                <a:cubicBezTo>
                  <a:pt x="1954104" y="40170"/>
                  <a:pt x="1949545" y="37908"/>
                  <a:pt x="1944198" y="37908"/>
                </a:cubicBezTo>
                <a:cubicBezTo>
                  <a:pt x="1938805" y="37908"/>
                  <a:pt x="1934144" y="40250"/>
                  <a:pt x="1930214" y="44934"/>
                </a:cubicBezTo>
                <a:cubicBezTo>
                  <a:pt x="1926284" y="49619"/>
                  <a:pt x="1924319" y="56394"/>
                  <a:pt x="1924319" y="65260"/>
                </a:cubicBezTo>
                <a:close/>
                <a:moveTo>
                  <a:pt x="1990963" y="15904"/>
                </a:moveTo>
                <a:lnTo>
                  <a:pt x="1990963" y="1714"/>
                </a:lnTo>
                <a:lnTo>
                  <a:pt x="2003302" y="1714"/>
                </a:lnTo>
                <a:lnTo>
                  <a:pt x="2003302" y="15904"/>
                </a:lnTo>
                <a:lnTo>
                  <a:pt x="1990963" y="15904"/>
                </a:lnTo>
                <a:moveTo>
                  <a:pt x="1990963" y="102208"/>
                </a:moveTo>
                <a:lnTo>
                  <a:pt x="1990963" y="29408"/>
                </a:lnTo>
                <a:lnTo>
                  <a:pt x="2003302" y="29408"/>
                </a:lnTo>
                <a:lnTo>
                  <a:pt x="2003302" y="102208"/>
                </a:lnTo>
                <a:lnTo>
                  <a:pt x="1990963" y="102208"/>
                </a:lnTo>
                <a:close/>
                <a:moveTo>
                  <a:pt x="2022384" y="102208"/>
                </a:moveTo>
                <a:lnTo>
                  <a:pt x="2022384" y="29408"/>
                </a:lnTo>
                <a:lnTo>
                  <a:pt x="2033489" y="29408"/>
                </a:lnTo>
                <a:lnTo>
                  <a:pt x="2033489" y="39759"/>
                </a:lnTo>
                <a:cubicBezTo>
                  <a:pt x="2038836" y="31761"/>
                  <a:pt x="2046559" y="27763"/>
                  <a:pt x="2056659" y="27763"/>
                </a:cubicBezTo>
                <a:cubicBezTo>
                  <a:pt x="2061046" y="27763"/>
                  <a:pt x="2065079" y="28551"/>
                  <a:pt x="2068758" y="30128"/>
                </a:cubicBezTo>
                <a:cubicBezTo>
                  <a:pt x="2072437" y="31704"/>
                  <a:pt x="2075190" y="33772"/>
                  <a:pt x="2077018" y="36331"/>
                </a:cubicBezTo>
                <a:cubicBezTo>
                  <a:pt x="2078846" y="38891"/>
                  <a:pt x="2080126" y="41930"/>
                  <a:pt x="2080857" y="45449"/>
                </a:cubicBezTo>
                <a:cubicBezTo>
                  <a:pt x="2081314" y="47734"/>
                  <a:pt x="2081543" y="51732"/>
                  <a:pt x="2081543" y="57445"/>
                </a:cubicBezTo>
                <a:lnTo>
                  <a:pt x="2081543" y="102208"/>
                </a:lnTo>
                <a:lnTo>
                  <a:pt x="2069204" y="102208"/>
                </a:lnTo>
                <a:lnTo>
                  <a:pt x="2069204" y="57925"/>
                </a:lnTo>
                <a:cubicBezTo>
                  <a:pt x="2069204" y="52898"/>
                  <a:pt x="2068724" y="49139"/>
                  <a:pt x="2067764" y="46648"/>
                </a:cubicBezTo>
                <a:cubicBezTo>
                  <a:pt x="2066804" y="44158"/>
                  <a:pt x="2065102" y="42170"/>
                  <a:pt x="2062657" y="40684"/>
                </a:cubicBezTo>
                <a:cubicBezTo>
                  <a:pt x="2060212" y="39199"/>
                  <a:pt x="2057345" y="38457"/>
                  <a:pt x="2054054" y="38457"/>
                </a:cubicBezTo>
                <a:cubicBezTo>
                  <a:pt x="2048799" y="38457"/>
                  <a:pt x="2044263" y="40125"/>
                  <a:pt x="2040447" y="43461"/>
                </a:cubicBezTo>
                <a:cubicBezTo>
                  <a:pt x="2036631" y="46797"/>
                  <a:pt x="2034723" y="53126"/>
                  <a:pt x="2034723" y="62449"/>
                </a:cubicBezTo>
                <a:lnTo>
                  <a:pt x="2034723" y="102208"/>
                </a:lnTo>
                <a:lnTo>
                  <a:pt x="2022384" y="102208"/>
                </a:lnTo>
                <a:close/>
                <a:moveTo>
                  <a:pt x="2150038" y="78764"/>
                </a:moveTo>
                <a:lnTo>
                  <a:pt x="2162788" y="80341"/>
                </a:lnTo>
                <a:cubicBezTo>
                  <a:pt x="2160777" y="87790"/>
                  <a:pt x="2157053" y="93571"/>
                  <a:pt x="2151615" y="97684"/>
                </a:cubicBezTo>
                <a:cubicBezTo>
                  <a:pt x="2146176" y="101797"/>
                  <a:pt x="2139230" y="103853"/>
                  <a:pt x="2130775" y="103853"/>
                </a:cubicBezTo>
                <a:cubicBezTo>
                  <a:pt x="2120127" y="103853"/>
                  <a:pt x="2111684" y="100574"/>
                  <a:pt x="2105446" y="94016"/>
                </a:cubicBezTo>
                <a:cubicBezTo>
                  <a:pt x="2099208" y="87458"/>
                  <a:pt x="2096089" y="78261"/>
                  <a:pt x="2096089" y="66425"/>
                </a:cubicBezTo>
                <a:cubicBezTo>
                  <a:pt x="2096089" y="54177"/>
                  <a:pt x="2099242" y="44672"/>
                  <a:pt x="2105549" y="37908"/>
                </a:cubicBezTo>
                <a:cubicBezTo>
                  <a:pt x="2111856" y="31145"/>
                  <a:pt x="2120036" y="27763"/>
                  <a:pt x="2130090" y="27763"/>
                </a:cubicBezTo>
                <a:cubicBezTo>
                  <a:pt x="2139824" y="27763"/>
                  <a:pt x="2147776" y="31076"/>
                  <a:pt x="2153945" y="37702"/>
                </a:cubicBezTo>
                <a:cubicBezTo>
                  <a:pt x="2160115" y="44329"/>
                  <a:pt x="2163199" y="53652"/>
                  <a:pt x="2163199" y="65671"/>
                </a:cubicBezTo>
                <a:cubicBezTo>
                  <a:pt x="2163199" y="66402"/>
                  <a:pt x="2163177" y="67499"/>
                  <a:pt x="2163131" y="68961"/>
                </a:cubicBezTo>
                <a:lnTo>
                  <a:pt x="2108839" y="68961"/>
                </a:lnTo>
                <a:cubicBezTo>
                  <a:pt x="2109296" y="76959"/>
                  <a:pt x="2111559" y="83083"/>
                  <a:pt x="2115626" y="87333"/>
                </a:cubicBezTo>
                <a:cubicBezTo>
                  <a:pt x="2119693" y="91583"/>
                  <a:pt x="2124766" y="93708"/>
                  <a:pt x="2130844" y="93708"/>
                </a:cubicBezTo>
                <a:cubicBezTo>
                  <a:pt x="2135368" y="93708"/>
                  <a:pt x="2139230" y="92520"/>
                  <a:pt x="2142429" y="90143"/>
                </a:cubicBezTo>
                <a:cubicBezTo>
                  <a:pt x="2145628" y="87767"/>
                  <a:pt x="2148164" y="83974"/>
                  <a:pt x="2150038" y="78764"/>
                </a:cubicBezTo>
                <a:moveTo>
                  <a:pt x="2109525" y="58816"/>
                </a:moveTo>
                <a:lnTo>
                  <a:pt x="2150175" y="58816"/>
                </a:lnTo>
                <a:cubicBezTo>
                  <a:pt x="2149627" y="52692"/>
                  <a:pt x="2148073" y="48099"/>
                  <a:pt x="2145514" y="45037"/>
                </a:cubicBezTo>
                <a:cubicBezTo>
                  <a:pt x="2141583" y="40285"/>
                  <a:pt x="2136488" y="37908"/>
                  <a:pt x="2130227" y="37908"/>
                </a:cubicBezTo>
                <a:cubicBezTo>
                  <a:pt x="2124560" y="37908"/>
                  <a:pt x="2119796" y="39805"/>
                  <a:pt x="2115934" y="43598"/>
                </a:cubicBezTo>
                <a:cubicBezTo>
                  <a:pt x="2112073" y="47391"/>
                  <a:pt x="2109936" y="52464"/>
                  <a:pt x="2109525" y="58816"/>
                </a:cubicBezTo>
                <a:close/>
                <a:moveTo>
                  <a:pt x="2204961" y="91171"/>
                </a:moveTo>
                <a:lnTo>
                  <a:pt x="2206743" y="102071"/>
                </a:lnTo>
                <a:cubicBezTo>
                  <a:pt x="2203270" y="102802"/>
                  <a:pt x="2200162" y="103168"/>
                  <a:pt x="2197420" y="103168"/>
                </a:cubicBezTo>
                <a:cubicBezTo>
                  <a:pt x="2192941" y="103168"/>
                  <a:pt x="2189468" y="102459"/>
                  <a:pt x="2187000" y="101043"/>
                </a:cubicBezTo>
                <a:cubicBezTo>
                  <a:pt x="2184533" y="99626"/>
                  <a:pt x="2182796" y="97764"/>
                  <a:pt x="2181791" y="95456"/>
                </a:cubicBezTo>
                <a:cubicBezTo>
                  <a:pt x="2180785" y="93148"/>
                  <a:pt x="2180283" y="88292"/>
                  <a:pt x="2180283" y="80889"/>
                </a:cubicBezTo>
                <a:lnTo>
                  <a:pt x="2180283" y="39005"/>
                </a:lnTo>
                <a:lnTo>
                  <a:pt x="2171234" y="39005"/>
                </a:lnTo>
                <a:lnTo>
                  <a:pt x="2171234" y="29408"/>
                </a:lnTo>
                <a:lnTo>
                  <a:pt x="2180283" y="29408"/>
                </a:lnTo>
                <a:lnTo>
                  <a:pt x="2180283" y="11379"/>
                </a:lnTo>
                <a:lnTo>
                  <a:pt x="2192553" y="3976"/>
                </a:lnTo>
                <a:lnTo>
                  <a:pt x="2192553" y="29408"/>
                </a:lnTo>
                <a:lnTo>
                  <a:pt x="2204961" y="29408"/>
                </a:lnTo>
                <a:lnTo>
                  <a:pt x="2204961" y="39005"/>
                </a:lnTo>
                <a:lnTo>
                  <a:pt x="2192553" y="39005"/>
                </a:lnTo>
                <a:lnTo>
                  <a:pt x="2192553" y="81574"/>
                </a:lnTo>
                <a:cubicBezTo>
                  <a:pt x="2192553" y="85093"/>
                  <a:pt x="2192770" y="87355"/>
                  <a:pt x="2193204" y="88361"/>
                </a:cubicBezTo>
                <a:cubicBezTo>
                  <a:pt x="2193638" y="89366"/>
                  <a:pt x="2194347" y="90166"/>
                  <a:pt x="2195329" y="90760"/>
                </a:cubicBezTo>
                <a:cubicBezTo>
                  <a:pt x="2196312" y="91354"/>
                  <a:pt x="2197717" y="91651"/>
                  <a:pt x="2199545" y="91651"/>
                </a:cubicBezTo>
                <a:cubicBezTo>
                  <a:pt x="2200916" y="91651"/>
                  <a:pt x="2202721" y="91491"/>
                  <a:pt x="2204961" y="91171"/>
                </a:cubicBezTo>
                <a:close/>
                <a:moveTo>
                  <a:pt x="2255038" y="102208"/>
                </a:moveTo>
                <a:lnTo>
                  <a:pt x="2255038" y="1714"/>
                </a:lnTo>
                <a:lnTo>
                  <a:pt x="2267377" y="1714"/>
                </a:lnTo>
                <a:lnTo>
                  <a:pt x="2267377" y="37771"/>
                </a:lnTo>
                <a:cubicBezTo>
                  <a:pt x="2273135" y="31099"/>
                  <a:pt x="2280401" y="27763"/>
                  <a:pt x="2289176" y="27763"/>
                </a:cubicBezTo>
                <a:cubicBezTo>
                  <a:pt x="2294568" y="27763"/>
                  <a:pt x="2299253" y="28825"/>
                  <a:pt x="2303229" y="30950"/>
                </a:cubicBezTo>
                <a:cubicBezTo>
                  <a:pt x="2307205" y="33075"/>
                  <a:pt x="2310049" y="36012"/>
                  <a:pt x="2311763" y="39759"/>
                </a:cubicBezTo>
                <a:cubicBezTo>
                  <a:pt x="2313477" y="43506"/>
                  <a:pt x="2314334" y="48945"/>
                  <a:pt x="2314334" y="56074"/>
                </a:cubicBezTo>
                <a:lnTo>
                  <a:pt x="2314334" y="102208"/>
                </a:lnTo>
                <a:lnTo>
                  <a:pt x="2301995" y="102208"/>
                </a:lnTo>
                <a:lnTo>
                  <a:pt x="2301995" y="56074"/>
                </a:lnTo>
                <a:cubicBezTo>
                  <a:pt x="2301995" y="49904"/>
                  <a:pt x="2300658" y="45414"/>
                  <a:pt x="2297985" y="42604"/>
                </a:cubicBezTo>
                <a:cubicBezTo>
                  <a:pt x="2295311" y="39793"/>
                  <a:pt x="2291529" y="38388"/>
                  <a:pt x="2286640" y="38388"/>
                </a:cubicBezTo>
                <a:cubicBezTo>
                  <a:pt x="2282984" y="38388"/>
                  <a:pt x="2279545" y="39336"/>
                  <a:pt x="2276323" y="41233"/>
                </a:cubicBezTo>
                <a:cubicBezTo>
                  <a:pt x="2273101" y="43129"/>
                  <a:pt x="2270804" y="45700"/>
                  <a:pt x="2269433" y="48945"/>
                </a:cubicBezTo>
                <a:cubicBezTo>
                  <a:pt x="2268062" y="52189"/>
                  <a:pt x="2267377" y="56668"/>
                  <a:pt x="2267377" y="62380"/>
                </a:cubicBezTo>
                <a:lnTo>
                  <a:pt x="2267377" y="102208"/>
                </a:lnTo>
                <a:lnTo>
                  <a:pt x="2255038" y="102208"/>
                </a:lnTo>
                <a:close/>
                <a:moveTo>
                  <a:pt x="2380362" y="93228"/>
                </a:moveTo>
                <a:cubicBezTo>
                  <a:pt x="2375792" y="97112"/>
                  <a:pt x="2371394" y="99854"/>
                  <a:pt x="2367166" y="101454"/>
                </a:cubicBezTo>
                <a:cubicBezTo>
                  <a:pt x="2362939" y="103053"/>
                  <a:pt x="2358403" y="103853"/>
                  <a:pt x="2353559" y="103853"/>
                </a:cubicBezTo>
                <a:cubicBezTo>
                  <a:pt x="2345562" y="103853"/>
                  <a:pt x="2339415" y="101899"/>
                  <a:pt x="2335119" y="97992"/>
                </a:cubicBezTo>
                <a:cubicBezTo>
                  <a:pt x="2330824" y="94085"/>
                  <a:pt x="2328676" y="89092"/>
                  <a:pt x="2328676" y="83014"/>
                </a:cubicBezTo>
                <a:cubicBezTo>
                  <a:pt x="2328676" y="79449"/>
                  <a:pt x="2329487" y="76193"/>
                  <a:pt x="2331109" y="73246"/>
                </a:cubicBezTo>
                <a:cubicBezTo>
                  <a:pt x="2332731" y="70298"/>
                  <a:pt x="2334857" y="67933"/>
                  <a:pt x="2337484" y="66151"/>
                </a:cubicBezTo>
                <a:cubicBezTo>
                  <a:pt x="2340112" y="64368"/>
                  <a:pt x="2343071" y="63020"/>
                  <a:pt x="2346362" y="62106"/>
                </a:cubicBezTo>
                <a:cubicBezTo>
                  <a:pt x="2348784" y="61466"/>
                  <a:pt x="2352440" y="60849"/>
                  <a:pt x="2357329" y="60255"/>
                </a:cubicBezTo>
                <a:cubicBezTo>
                  <a:pt x="2367292" y="59067"/>
                  <a:pt x="2374627" y="57650"/>
                  <a:pt x="2379334" y="56005"/>
                </a:cubicBezTo>
                <a:cubicBezTo>
                  <a:pt x="2379380" y="54314"/>
                  <a:pt x="2379403" y="53240"/>
                  <a:pt x="2379403" y="52783"/>
                </a:cubicBezTo>
                <a:cubicBezTo>
                  <a:pt x="2379403" y="47756"/>
                  <a:pt x="2378237" y="44215"/>
                  <a:pt x="2375907" y="42158"/>
                </a:cubicBezTo>
                <a:cubicBezTo>
                  <a:pt x="2372753" y="39371"/>
                  <a:pt x="2368069" y="37977"/>
                  <a:pt x="2361854" y="37977"/>
                </a:cubicBezTo>
                <a:cubicBezTo>
                  <a:pt x="2356050" y="37977"/>
                  <a:pt x="2351766" y="38993"/>
                  <a:pt x="2349001" y="41027"/>
                </a:cubicBezTo>
                <a:cubicBezTo>
                  <a:pt x="2346236" y="43061"/>
                  <a:pt x="2344191" y="46660"/>
                  <a:pt x="2342865" y="51824"/>
                </a:cubicBezTo>
                <a:lnTo>
                  <a:pt x="2330801" y="50179"/>
                </a:lnTo>
                <a:cubicBezTo>
                  <a:pt x="2331897" y="45014"/>
                  <a:pt x="2333703" y="40844"/>
                  <a:pt x="2336216" y="37668"/>
                </a:cubicBezTo>
                <a:cubicBezTo>
                  <a:pt x="2338730" y="34492"/>
                  <a:pt x="2342363" y="32047"/>
                  <a:pt x="2347116" y="30333"/>
                </a:cubicBezTo>
                <a:cubicBezTo>
                  <a:pt x="2351868" y="28620"/>
                  <a:pt x="2357375" y="27763"/>
                  <a:pt x="2363636" y="27763"/>
                </a:cubicBezTo>
                <a:cubicBezTo>
                  <a:pt x="2369851" y="27763"/>
                  <a:pt x="2374901" y="28494"/>
                  <a:pt x="2378786" y="29956"/>
                </a:cubicBezTo>
                <a:cubicBezTo>
                  <a:pt x="2382670" y="31419"/>
                  <a:pt x="2385526" y="33258"/>
                  <a:pt x="2387354" y="35475"/>
                </a:cubicBezTo>
                <a:cubicBezTo>
                  <a:pt x="2389182" y="37691"/>
                  <a:pt x="2390462" y="40490"/>
                  <a:pt x="2391193" y="43872"/>
                </a:cubicBezTo>
                <a:cubicBezTo>
                  <a:pt x="2391604" y="45974"/>
                  <a:pt x="2391810" y="49767"/>
                  <a:pt x="2391810" y="55251"/>
                </a:cubicBezTo>
                <a:lnTo>
                  <a:pt x="2391810" y="71703"/>
                </a:lnTo>
                <a:cubicBezTo>
                  <a:pt x="2391810" y="83174"/>
                  <a:pt x="2392073" y="90429"/>
                  <a:pt x="2392598" y="93468"/>
                </a:cubicBezTo>
                <a:cubicBezTo>
                  <a:pt x="2393124" y="96507"/>
                  <a:pt x="2394164" y="99420"/>
                  <a:pt x="2395717" y="102208"/>
                </a:cubicBezTo>
                <a:lnTo>
                  <a:pt x="2382830" y="102208"/>
                </a:lnTo>
                <a:cubicBezTo>
                  <a:pt x="2381550" y="99649"/>
                  <a:pt x="2380728" y="96655"/>
                  <a:pt x="2380362" y="93228"/>
                </a:cubicBezTo>
                <a:moveTo>
                  <a:pt x="2379334" y="65671"/>
                </a:moveTo>
                <a:cubicBezTo>
                  <a:pt x="2374855" y="67499"/>
                  <a:pt x="2368138" y="69053"/>
                  <a:pt x="2359180" y="70332"/>
                </a:cubicBezTo>
                <a:cubicBezTo>
                  <a:pt x="2354108" y="71063"/>
                  <a:pt x="2350520" y="71886"/>
                  <a:pt x="2348418" y="72800"/>
                </a:cubicBezTo>
                <a:cubicBezTo>
                  <a:pt x="2346316" y="73714"/>
                  <a:pt x="2344693" y="75051"/>
                  <a:pt x="2343551" y="76810"/>
                </a:cubicBezTo>
                <a:cubicBezTo>
                  <a:pt x="2342408" y="78570"/>
                  <a:pt x="2341837" y="80523"/>
                  <a:pt x="2341837" y="82671"/>
                </a:cubicBezTo>
                <a:cubicBezTo>
                  <a:pt x="2341837" y="85962"/>
                  <a:pt x="2343083" y="88704"/>
                  <a:pt x="2345573" y="90897"/>
                </a:cubicBezTo>
                <a:cubicBezTo>
                  <a:pt x="2348064" y="93091"/>
                  <a:pt x="2351708" y="94188"/>
                  <a:pt x="2356507" y="94188"/>
                </a:cubicBezTo>
                <a:cubicBezTo>
                  <a:pt x="2361260" y="94188"/>
                  <a:pt x="2365487" y="93148"/>
                  <a:pt x="2369189" y="91069"/>
                </a:cubicBezTo>
                <a:cubicBezTo>
                  <a:pt x="2372890" y="88989"/>
                  <a:pt x="2375609" y="86144"/>
                  <a:pt x="2377346" y="82534"/>
                </a:cubicBezTo>
                <a:cubicBezTo>
                  <a:pt x="2378671" y="79746"/>
                  <a:pt x="2379334" y="75633"/>
                  <a:pt x="2379334" y="70195"/>
                </a:cubicBezTo>
                <a:lnTo>
                  <a:pt x="2379334" y="65671"/>
                </a:lnTo>
                <a:close/>
                <a:moveTo>
                  <a:pt x="2405740" y="80478"/>
                </a:moveTo>
                <a:lnTo>
                  <a:pt x="2417942" y="78558"/>
                </a:lnTo>
                <a:cubicBezTo>
                  <a:pt x="2418627" y="83448"/>
                  <a:pt x="2420535" y="87196"/>
                  <a:pt x="2423666" y="89800"/>
                </a:cubicBezTo>
                <a:cubicBezTo>
                  <a:pt x="2426796" y="92405"/>
                  <a:pt x="2431172" y="93708"/>
                  <a:pt x="2436793" y="93708"/>
                </a:cubicBezTo>
                <a:cubicBezTo>
                  <a:pt x="2442460" y="93708"/>
                  <a:pt x="2446664" y="92554"/>
                  <a:pt x="2449406" y="90246"/>
                </a:cubicBezTo>
                <a:cubicBezTo>
                  <a:pt x="2452148" y="87938"/>
                  <a:pt x="2453519" y="85230"/>
                  <a:pt x="2453519" y="82123"/>
                </a:cubicBezTo>
                <a:cubicBezTo>
                  <a:pt x="2453519" y="79335"/>
                  <a:pt x="2452308" y="77142"/>
                  <a:pt x="2449886" y="75542"/>
                </a:cubicBezTo>
                <a:cubicBezTo>
                  <a:pt x="2448195" y="74445"/>
                  <a:pt x="2443991" y="73051"/>
                  <a:pt x="2437273" y="71360"/>
                </a:cubicBezTo>
                <a:cubicBezTo>
                  <a:pt x="2428224" y="69075"/>
                  <a:pt x="2421952" y="67099"/>
                  <a:pt x="2418456" y="65431"/>
                </a:cubicBezTo>
                <a:cubicBezTo>
                  <a:pt x="2414960" y="63763"/>
                  <a:pt x="2412309" y="61455"/>
                  <a:pt x="2410504" y="58507"/>
                </a:cubicBezTo>
                <a:cubicBezTo>
                  <a:pt x="2408699" y="55560"/>
                  <a:pt x="2407796" y="52304"/>
                  <a:pt x="2407796" y="48739"/>
                </a:cubicBezTo>
                <a:cubicBezTo>
                  <a:pt x="2407796" y="45494"/>
                  <a:pt x="2408539" y="42490"/>
                  <a:pt x="2410024" y="39725"/>
                </a:cubicBezTo>
                <a:cubicBezTo>
                  <a:pt x="2411509" y="36960"/>
                  <a:pt x="2413532" y="34663"/>
                  <a:pt x="2416091" y="32835"/>
                </a:cubicBezTo>
                <a:cubicBezTo>
                  <a:pt x="2418010" y="31419"/>
                  <a:pt x="2420627" y="30219"/>
                  <a:pt x="2423940" y="29237"/>
                </a:cubicBezTo>
                <a:cubicBezTo>
                  <a:pt x="2427253" y="28254"/>
                  <a:pt x="2430806" y="27763"/>
                  <a:pt x="2434599" y="27763"/>
                </a:cubicBezTo>
                <a:cubicBezTo>
                  <a:pt x="2440312" y="27763"/>
                  <a:pt x="2445327" y="28585"/>
                  <a:pt x="2449646" y="30231"/>
                </a:cubicBezTo>
                <a:cubicBezTo>
                  <a:pt x="2453965" y="31876"/>
                  <a:pt x="2457152" y="34104"/>
                  <a:pt x="2459209" y="36914"/>
                </a:cubicBezTo>
                <a:cubicBezTo>
                  <a:pt x="2461265" y="39725"/>
                  <a:pt x="2462682" y="43484"/>
                  <a:pt x="2463459" y="48191"/>
                </a:cubicBezTo>
                <a:lnTo>
                  <a:pt x="2451394" y="49836"/>
                </a:lnTo>
                <a:cubicBezTo>
                  <a:pt x="2450846" y="46088"/>
                  <a:pt x="2449258" y="43164"/>
                  <a:pt x="2446630" y="41061"/>
                </a:cubicBezTo>
                <a:cubicBezTo>
                  <a:pt x="2444002" y="38959"/>
                  <a:pt x="2440289" y="37908"/>
                  <a:pt x="2435491" y="37908"/>
                </a:cubicBezTo>
                <a:cubicBezTo>
                  <a:pt x="2429824" y="37908"/>
                  <a:pt x="2425779" y="38845"/>
                  <a:pt x="2423357" y="40719"/>
                </a:cubicBezTo>
                <a:cubicBezTo>
                  <a:pt x="2420935" y="42592"/>
                  <a:pt x="2419724" y="44786"/>
                  <a:pt x="2419724" y="47299"/>
                </a:cubicBezTo>
                <a:cubicBezTo>
                  <a:pt x="2419724" y="48899"/>
                  <a:pt x="2420227" y="50338"/>
                  <a:pt x="2421232" y="51618"/>
                </a:cubicBezTo>
                <a:cubicBezTo>
                  <a:pt x="2422238" y="52943"/>
                  <a:pt x="2423814" y="54040"/>
                  <a:pt x="2425962" y="54908"/>
                </a:cubicBezTo>
                <a:cubicBezTo>
                  <a:pt x="2427196" y="55365"/>
                  <a:pt x="2430829" y="56417"/>
                  <a:pt x="2436862" y="58062"/>
                </a:cubicBezTo>
                <a:cubicBezTo>
                  <a:pt x="2445590" y="60392"/>
                  <a:pt x="2451680" y="62300"/>
                  <a:pt x="2455130" y="63786"/>
                </a:cubicBezTo>
                <a:cubicBezTo>
                  <a:pt x="2458580" y="65271"/>
                  <a:pt x="2461288" y="67430"/>
                  <a:pt x="2463253" y="70264"/>
                </a:cubicBezTo>
                <a:cubicBezTo>
                  <a:pt x="2465218" y="73097"/>
                  <a:pt x="2466201" y="76616"/>
                  <a:pt x="2466201" y="80820"/>
                </a:cubicBezTo>
                <a:cubicBezTo>
                  <a:pt x="2466201" y="84933"/>
                  <a:pt x="2465001" y="88806"/>
                  <a:pt x="2462602" y="92440"/>
                </a:cubicBezTo>
                <a:cubicBezTo>
                  <a:pt x="2460203" y="96073"/>
                  <a:pt x="2456741" y="98883"/>
                  <a:pt x="2452217" y="100871"/>
                </a:cubicBezTo>
                <a:cubicBezTo>
                  <a:pt x="2447692" y="102859"/>
                  <a:pt x="2442574" y="103853"/>
                  <a:pt x="2436862" y="103853"/>
                </a:cubicBezTo>
                <a:cubicBezTo>
                  <a:pt x="2427402" y="103853"/>
                  <a:pt x="2420192" y="101888"/>
                  <a:pt x="2415234" y="97958"/>
                </a:cubicBezTo>
                <a:cubicBezTo>
                  <a:pt x="2410276" y="94028"/>
                  <a:pt x="2407111" y="88201"/>
                  <a:pt x="2405740" y="80478"/>
                </a:cubicBezTo>
                <a:close/>
                <a:moveTo>
                  <a:pt x="2566646" y="93228"/>
                </a:moveTo>
                <a:cubicBezTo>
                  <a:pt x="2562076" y="97112"/>
                  <a:pt x="2557677" y="99854"/>
                  <a:pt x="2553450" y="101454"/>
                </a:cubicBezTo>
                <a:cubicBezTo>
                  <a:pt x="2549222" y="103053"/>
                  <a:pt x="2544687" y="103853"/>
                  <a:pt x="2539843" y="103853"/>
                </a:cubicBezTo>
                <a:cubicBezTo>
                  <a:pt x="2531845" y="103853"/>
                  <a:pt x="2525698" y="101899"/>
                  <a:pt x="2521403" y="97992"/>
                </a:cubicBezTo>
                <a:cubicBezTo>
                  <a:pt x="2517107" y="94085"/>
                  <a:pt x="2514959" y="89092"/>
                  <a:pt x="2514959" y="83014"/>
                </a:cubicBezTo>
                <a:cubicBezTo>
                  <a:pt x="2514959" y="79449"/>
                  <a:pt x="2515770" y="76193"/>
                  <a:pt x="2517392" y="73246"/>
                </a:cubicBezTo>
                <a:cubicBezTo>
                  <a:pt x="2519015" y="70298"/>
                  <a:pt x="2521140" y="67933"/>
                  <a:pt x="2523768" y="66151"/>
                </a:cubicBezTo>
                <a:cubicBezTo>
                  <a:pt x="2526395" y="64368"/>
                  <a:pt x="2529354" y="63020"/>
                  <a:pt x="2532645" y="62106"/>
                </a:cubicBezTo>
                <a:cubicBezTo>
                  <a:pt x="2535067" y="61466"/>
                  <a:pt x="2538723" y="60849"/>
                  <a:pt x="2543613" y="60255"/>
                </a:cubicBezTo>
                <a:cubicBezTo>
                  <a:pt x="2553575" y="59067"/>
                  <a:pt x="2560910" y="57650"/>
                  <a:pt x="2565617" y="56005"/>
                </a:cubicBezTo>
                <a:cubicBezTo>
                  <a:pt x="2565663" y="54314"/>
                  <a:pt x="2565686" y="53240"/>
                  <a:pt x="2565686" y="52783"/>
                </a:cubicBezTo>
                <a:cubicBezTo>
                  <a:pt x="2565686" y="47756"/>
                  <a:pt x="2564521" y="44215"/>
                  <a:pt x="2562190" y="42158"/>
                </a:cubicBezTo>
                <a:cubicBezTo>
                  <a:pt x="2559037" y="39371"/>
                  <a:pt x="2554352" y="37977"/>
                  <a:pt x="2548137" y="37977"/>
                </a:cubicBezTo>
                <a:cubicBezTo>
                  <a:pt x="2542333" y="37977"/>
                  <a:pt x="2538049" y="38993"/>
                  <a:pt x="2535284" y="41027"/>
                </a:cubicBezTo>
                <a:cubicBezTo>
                  <a:pt x="2532519" y="43061"/>
                  <a:pt x="2530474" y="46660"/>
                  <a:pt x="2529149" y="51824"/>
                </a:cubicBezTo>
                <a:lnTo>
                  <a:pt x="2517084" y="50179"/>
                </a:lnTo>
                <a:cubicBezTo>
                  <a:pt x="2518181" y="45014"/>
                  <a:pt x="2519986" y="40844"/>
                  <a:pt x="2522499" y="37668"/>
                </a:cubicBezTo>
                <a:cubicBezTo>
                  <a:pt x="2525013" y="34492"/>
                  <a:pt x="2528646" y="32047"/>
                  <a:pt x="2533399" y="30333"/>
                </a:cubicBezTo>
                <a:cubicBezTo>
                  <a:pt x="2538152" y="28620"/>
                  <a:pt x="2543658" y="27763"/>
                  <a:pt x="2549919" y="27763"/>
                </a:cubicBezTo>
                <a:cubicBezTo>
                  <a:pt x="2556135" y="27763"/>
                  <a:pt x="2561184" y="28494"/>
                  <a:pt x="2565069" y="29956"/>
                </a:cubicBezTo>
                <a:cubicBezTo>
                  <a:pt x="2568953" y="31419"/>
                  <a:pt x="2571810" y="33258"/>
                  <a:pt x="2573638" y="35475"/>
                </a:cubicBezTo>
                <a:cubicBezTo>
                  <a:pt x="2575466" y="37691"/>
                  <a:pt x="2576745" y="40490"/>
                  <a:pt x="2577476" y="43872"/>
                </a:cubicBezTo>
                <a:cubicBezTo>
                  <a:pt x="2577888" y="45974"/>
                  <a:pt x="2578093" y="49767"/>
                  <a:pt x="2578093" y="55251"/>
                </a:cubicBezTo>
                <a:lnTo>
                  <a:pt x="2578093" y="71703"/>
                </a:lnTo>
                <a:cubicBezTo>
                  <a:pt x="2578093" y="83174"/>
                  <a:pt x="2578356" y="90429"/>
                  <a:pt x="2578882" y="93468"/>
                </a:cubicBezTo>
                <a:cubicBezTo>
                  <a:pt x="2579407" y="96507"/>
                  <a:pt x="2580447" y="99420"/>
                  <a:pt x="2582001" y="102208"/>
                </a:cubicBezTo>
                <a:lnTo>
                  <a:pt x="2569113" y="102208"/>
                </a:lnTo>
                <a:cubicBezTo>
                  <a:pt x="2567834" y="99649"/>
                  <a:pt x="2567011" y="96655"/>
                  <a:pt x="2566646" y="93228"/>
                </a:cubicBezTo>
                <a:moveTo>
                  <a:pt x="2565617" y="65671"/>
                </a:moveTo>
                <a:cubicBezTo>
                  <a:pt x="2561139" y="67499"/>
                  <a:pt x="2554421" y="69053"/>
                  <a:pt x="2545464" y="70332"/>
                </a:cubicBezTo>
                <a:cubicBezTo>
                  <a:pt x="2540391" y="71063"/>
                  <a:pt x="2536803" y="71886"/>
                  <a:pt x="2534701" y="72800"/>
                </a:cubicBezTo>
                <a:cubicBezTo>
                  <a:pt x="2532599" y="73714"/>
                  <a:pt x="2530977" y="75051"/>
                  <a:pt x="2529834" y="76810"/>
                </a:cubicBezTo>
                <a:cubicBezTo>
                  <a:pt x="2528692" y="78570"/>
                  <a:pt x="2528120" y="80523"/>
                  <a:pt x="2528120" y="82671"/>
                </a:cubicBezTo>
                <a:cubicBezTo>
                  <a:pt x="2528120" y="85962"/>
                  <a:pt x="2529366" y="88704"/>
                  <a:pt x="2531856" y="90897"/>
                </a:cubicBezTo>
                <a:cubicBezTo>
                  <a:pt x="2534347" y="93091"/>
                  <a:pt x="2537992" y="94188"/>
                  <a:pt x="2542790" y="94188"/>
                </a:cubicBezTo>
                <a:cubicBezTo>
                  <a:pt x="2547543" y="94188"/>
                  <a:pt x="2551770" y="93148"/>
                  <a:pt x="2555472" y="91069"/>
                </a:cubicBezTo>
                <a:cubicBezTo>
                  <a:pt x="2559174" y="88989"/>
                  <a:pt x="2561893" y="86144"/>
                  <a:pt x="2563629" y="82534"/>
                </a:cubicBezTo>
                <a:cubicBezTo>
                  <a:pt x="2564955" y="79746"/>
                  <a:pt x="2565617" y="75633"/>
                  <a:pt x="2565617" y="70195"/>
                </a:cubicBezTo>
                <a:lnTo>
                  <a:pt x="2565617" y="65671"/>
                </a:lnTo>
                <a:close/>
                <a:moveTo>
                  <a:pt x="2596959" y="102208"/>
                </a:moveTo>
                <a:lnTo>
                  <a:pt x="2596959" y="29408"/>
                </a:lnTo>
                <a:lnTo>
                  <a:pt x="2608064" y="29408"/>
                </a:lnTo>
                <a:lnTo>
                  <a:pt x="2608064" y="39759"/>
                </a:lnTo>
                <a:cubicBezTo>
                  <a:pt x="2613411" y="31761"/>
                  <a:pt x="2621134" y="27763"/>
                  <a:pt x="2631234" y="27763"/>
                </a:cubicBezTo>
                <a:cubicBezTo>
                  <a:pt x="2635621" y="27763"/>
                  <a:pt x="2639654" y="28551"/>
                  <a:pt x="2643333" y="30128"/>
                </a:cubicBezTo>
                <a:cubicBezTo>
                  <a:pt x="2647012" y="31704"/>
                  <a:pt x="2649765" y="33772"/>
                  <a:pt x="2651593" y="36331"/>
                </a:cubicBezTo>
                <a:cubicBezTo>
                  <a:pt x="2653421" y="38891"/>
                  <a:pt x="2654701" y="41930"/>
                  <a:pt x="2655432" y="45449"/>
                </a:cubicBezTo>
                <a:cubicBezTo>
                  <a:pt x="2655889" y="47734"/>
                  <a:pt x="2656117" y="51732"/>
                  <a:pt x="2656117" y="57445"/>
                </a:cubicBezTo>
                <a:lnTo>
                  <a:pt x="2656117" y="102208"/>
                </a:lnTo>
                <a:lnTo>
                  <a:pt x="2643778" y="102208"/>
                </a:lnTo>
                <a:lnTo>
                  <a:pt x="2643778" y="57925"/>
                </a:lnTo>
                <a:cubicBezTo>
                  <a:pt x="2643778" y="52898"/>
                  <a:pt x="2643298" y="49139"/>
                  <a:pt x="2642339" y="46648"/>
                </a:cubicBezTo>
                <a:cubicBezTo>
                  <a:pt x="2641379" y="44158"/>
                  <a:pt x="2639677" y="42170"/>
                  <a:pt x="2637232" y="40684"/>
                </a:cubicBezTo>
                <a:cubicBezTo>
                  <a:pt x="2634787" y="39199"/>
                  <a:pt x="2631919" y="38457"/>
                  <a:pt x="2628629" y="38457"/>
                </a:cubicBezTo>
                <a:cubicBezTo>
                  <a:pt x="2623373" y="38457"/>
                  <a:pt x="2618838" y="40125"/>
                  <a:pt x="2615022" y="43461"/>
                </a:cubicBezTo>
                <a:cubicBezTo>
                  <a:pt x="2611206" y="46797"/>
                  <a:pt x="2609298" y="53126"/>
                  <a:pt x="2609298" y="62449"/>
                </a:cubicBezTo>
                <a:lnTo>
                  <a:pt x="2609298" y="102208"/>
                </a:lnTo>
                <a:lnTo>
                  <a:pt x="2596959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apple…">
            <a:extLst xmlns:a="http://schemas.openxmlformats.org/drawingml/2006/main">
              <a:ext uri="{FF2B5EF4-FFF2-40B4-BE49-F238E27FC236}">
                <a16:creationId xmlns:a16="http://schemas.microsoft.com/office/drawing/2014/main" id="{56DEFBA6-F6B4-4904-A11E-ED98FFDA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053" y="5256998"/>
            <a:ext cx="461696" cy="128394"/>
          </a:xfrm>
          <a:custGeom xmlns:a="http://schemas.openxmlformats.org/drawingml/2006/main">
            <a:pathLst>
              <a:path w="461696" h="128394">
                <a:moveTo>
                  <a:pt x="51687" y="91514"/>
                </a:moveTo>
                <a:cubicBezTo>
                  <a:pt x="47117" y="95399"/>
                  <a:pt x="42718" y="98141"/>
                  <a:pt x="38491" y="99740"/>
                </a:cubicBezTo>
                <a:cubicBezTo>
                  <a:pt x="34264" y="101340"/>
                  <a:pt x="29728" y="102139"/>
                  <a:pt x="24884" y="102139"/>
                </a:cubicBezTo>
                <a:cubicBezTo>
                  <a:pt x="16886" y="102139"/>
                  <a:pt x="10739" y="100186"/>
                  <a:pt x="6444" y="96278"/>
                </a:cubicBezTo>
                <a:cubicBezTo>
                  <a:pt x="2148" y="92371"/>
                  <a:pt x="0" y="87378"/>
                  <a:pt x="0" y="81300"/>
                </a:cubicBezTo>
                <a:cubicBezTo>
                  <a:pt x="0" y="77736"/>
                  <a:pt x="811" y="74479"/>
                  <a:pt x="2434" y="71532"/>
                </a:cubicBezTo>
                <a:cubicBezTo>
                  <a:pt x="4056" y="68584"/>
                  <a:pt x="6181" y="66219"/>
                  <a:pt x="8809" y="64437"/>
                </a:cubicBezTo>
                <a:cubicBezTo>
                  <a:pt x="11436" y="62655"/>
                  <a:pt x="14395" y="61306"/>
                  <a:pt x="17686" y="60392"/>
                </a:cubicBezTo>
                <a:cubicBezTo>
                  <a:pt x="20108" y="59753"/>
                  <a:pt x="23764" y="59136"/>
                  <a:pt x="28654" y="58542"/>
                </a:cubicBezTo>
                <a:cubicBezTo>
                  <a:pt x="38616" y="57353"/>
                  <a:pt x="45951" y="55937"/>
                  <a:pt x="50658" y="54292"/>
                </a:cubicBezTo>
                <a:cubicBezTo>
                  <a:pt x="50704" y="52601"/>
                  <a:pt x="50727" y="51527"/>
                  <a:pt x="50727" y="51070"/>
                </a:cubicBezTo>
                <a:cubicBezTo>
                  <a:pt x="50727" y="46043"/>
                  <a:pt x="49562" y="42501"/>
                  <a:pt x="47231" y="40444"/>
                </a:cubicBezTo>
                <a:cubicBezTo>
                  <a:pt x="44078" y="37657"/>
                  <a:pt x="39393" y="36263"/>
                  <a:pt x="33178" y="36263"/>
                </a:cubicBezTo>
                <a:cubicBezTo>
                  <a:pt x="27374" y="36263"/>
                  <a:pt x="23090" y="37280"/>
                  <a:pt x="20325" y="39313"/>
                </a:cubicBezTo>
                <a:cubicBezTo>
                  <a:pt x="17560" y="41347"/>
                  <a:pt x="15515" y="44946"/>
                  <a:pt x="14190" y="50110"/>
                </a:cubicBezTo>
                <a:lnTo>
                  <a:pt x="2125" y="48465"/>
                </a:lnTo>
                <a:cubicBezTo>
                  <a:pt x="3222" y="43301"/>
                  <a:pt x="5027" y="39131"/>
                  <a:pt x="7540" y="35954"/>
                </a:cubicBezTo>
                <a:cubicBezTo>
                  <a:pt x="10054" y="32778"/>
                  <a:pt x="13687" y="30333"/>
                  <a:pt x="18440" y="28620"/>
                </a:cubicBezTo>
                <a:cubicBezTo>
                  <a:pt x="23193" y="26906"/>
                  <a:pt x="28700" y="26049"/>
                  <a:pt x="34960" y="26049"/>
                </a:cubicBezTo>
                <a:cubicBezTo>
                  <a:pt x="41176" y="26049"/>
                  <a:pt x="46226" y="26780"/>
                  <a:pt x="50110" y="28243"/>
                </a:cubicBezTo>
                <a:cubicBezTo>
                  <a:pt x="53994" y="29705"/>
                  <a:pt x="56851" y="31544"/>
                  <a:pt x="58679" y="33761"/>
                </a:cubicBezTo>
                <a:cubicBezTo>
                  <a:pt x="60507" y="35977"/>
                  <a:pt x="61786" y="38776"/>
                  <a:pt x="62518" y="42158"/>
                </a:cubicBezTo>
                <a:cubicBezTo>
                  <a:pt x="62929" y="44260"/>
                  <a:pt x="63134" y="48053"/>
                  <a:pt x="63134" y="53537"/>
                </a:cubicBezTo>
                <a:lnTo>
                  <a:pt x="63134" y="69989"/>
                </a:lnTo>
                <a:cubicBezTo>
                  <a:pt x="63134" y="81460"/>
                  <a:pt x="63397" y="88715"/>
                  <a:pt x="63923" y="91754"/>
                </a:cubicBezTo>
                <a:cubicBezTo>
                  <a:pt x="64448" y="94793"/>
                  <a:pt x="65488" y="97706"/>
                  <a:pt x="67042" y="100494"/>
                </a:cubicBezTo>
                <a:lnTo>
                  <a:pt x="54154" y="100494"/>
                </a:lnTo>
                <a:cubicBezTo>
                  <a:pt x="52875" y="97935"/>
                  <a:pt x="52052" y="94942"/>
                  <a:pt x="51687" y="91514"/>
                </a:cubicBezTo>
                <a:moveTo>
                  <a:pt x="50658" y="63957"/>
                </a:moveTo>
                <a:cubicBezTo>
                  <a:pt x="46180" y="65785"/>
                  <a:pt x="39462" y="67339"/>
                  <a:pt x="30505" y="68618"/>
                </a:cubicBezTo>
                <a:cubicBezTo>
                  <a:pt x="25432" y="69350"/>
                  <a:pt x="21845" y="70172"/>
                  <a:pt x="19742" y="71086"/>
                </a:cubicBezTo>
                <a:cubicBezTo>
                  <a:pt x="17640" y="72000"/>
                  <a:pt x="16018" y="73337"/>
                  <a:pt x="14875" y="75096"/>
                </a:cubicBezTo>
                <a:cubicBezTo>
                  <a:pt x="13733" y="76856"/>
                  <a:pt x="13162" y="78810"/>
                  <a:pt x="13162" y="80957"/>
                </a:cubicBezTo>
                <a:cubicBezTo>
                  <a:pt x="13162" y="84248"/>
                  <a:pt x="14407" y="86990"/>
                  <a:pt x="16898" y="89183"/>
                </a:cubicBezTo>
                <a:cubicBezTo>
                  <a:pt x="19388" y="91377"/>
                  <a:pt x="23033" y="92474"/>
                  <a:pt x="27831" y="92474"/>
                </a:cubicBezTo>
                <a:cubicBezTo>
                  <a:pt x="32584" y="92474"/>
                  <a:pt x="36811" y="91434"/>
                  <a:pt x="40513" y="89355"/>
                </a:cubicBezTo>
                <a:cubicBezTo>
                  <a:pt x="44215" y="87275"/>
                  <a:pt x="46934" y="84431"/>
                  <a:pt x="48670" y="80820"/>
                </a:cubicBezTo>
                <a:cubicBezTo>
                  <a:pt x="49996" y="78033"/>
                  <a:pt x="50658" y="73920"/>
                  <a:pt x="50658" y="68481"/>
                </a:cubicBezTo>
                <a:lnTo>
                  <a:pt x="50658" y="63957"/>
                </a:lnTo>
                <a:close/>
                <a:moveTo>
                  <a:pt x="81986" y="128394"/>
                </a:moveTo>
                <a:lnTo>
                  <a:pt x="81986" y="27694"/>
                </a:lnTo>
                <a:lnTo>
                  <a:pt x="93229" y="27694"/>
                </a:lnTo>
                <a:lnTo>
                  <a:pt x="93229" y="37154"/>
                </a:lnTo>
                <a:cubicBezTo>
                  <a:pt x="95879" y="33452"/>
                  <a:pt x="98873" y="30676"/>
                  <a:pt x="102209" y="28825"/>
                </a:cubicBezTo>
                <a:cubicBezTo>
                  <a:pt x="105545" y="26974"/>
                  <a:pt x="109589" y="26049"/>
                  <a:pt x="114342" y="26049"/>
                </a:cubicBezTo>
                <a:cubicBezTo>
                  <a:pt x="120557" y="26049"/>
                  <a:pt x="126041" y="27648"/>
                  <a:pt x="130794" y="30847"/>
                </a:cubicBezTo>
                <a:cubicBezTo>
                  <a:pt x="135547" y="34046"/>
                  <a:pt x="139134" y="38559"/>
                  <a:pt x="141556" y="44386"/>
                </a:cubicBezTo>
                <a:cubicBezTo>
                  <a:pt x="143978" y="50213"/>
                  <a:pt x="145189" y="56599"/>
                  <a:pt x="145189" y="63546"/>
                </a:cubicBezTo>
                <a:cubicBezTo>
                  <a:pt x="145189" y="70995"/>
                  <a:pt x="143853" y="77701"/>
                  <a:pt x="141179" y="83665"/>
                </a:cubicBezTo>
                <a:cubicBezTo>
                  <a:pt x="138506" y="89629"/>
                  <a:pt x="134621" y="94199"/>
                  <a:pt x="129526" y="97375"/>
                </a:cubicBezTo>
                <a:cubicBezTo>
                  <a:pt x="124430" y="100551"/>
                  <a:pt x="119072" y="102139"/>
                  <a:pt x="113451" y="102139"/>
                </a:cubicBezTo>
                <a:cubicBezTo>
                  <a:pt x="109338" y="102139"/>
                  <a:pt x="105648" y="101271"/>
                  <a:pt x="102380" y="99534"/>
                </a:cubicBezTo>
                <a:cubicBezTo>
                  <a:pt x="99112" y="97798"/>
                  <a:pt x="96428" y="95604"/>
                  <a:pt x="94325" y="92954"/>
                </a:cubicBezTo>
                <a:lnTo>
                  <a:pt x="94325" y="128394"/>
                </a:lnTo>
                <a:lnTo>
                  <a:pt x="81986" y="128394"/>
                </a:lnTo>
                <a:moveTo>
                  <a:pt x="93160" y="64505"/>
                </a:moveTo>
                <a:cubicBezTo>
                  <a:pt x="93160" y="73874"/>
                  <a:pt x="95057" y="80798"/>
                  <a:pt x="98850" y="85276"/>
                </a:cubicBezTo>
                <a:cubicBezTo>
                  <a:pt x="102643" y="89755"/>
                  <a:pt x="107236" y="91994"/>
                  <a:pt x="112628" y="91994"/>
                </a:cubicBezTo>
                <a:cubicBezTo>
                  <a:pt x="118112" y="91994"/>
                  <a:pt x="122808" y="89675"/>
                  <a:pt x="126715" y="85036"/>
                </a:cubicBezTo>
                <a:cubicBezTo>
                  <a:pt x="130623" y="80398"/>
                  <a:pt x="132576" y="73211"/>
                  <a:pt x="132576" y="63477"/>
                </a:cubicBezTo>
                <a:cubicBezTo>
                  <a:pt x="132576" y="54200"/>
                  <a:pt x="130668" y="47254"/>
                  <a:pt x="126852" y="42638"/>
                </a:cubicBezTo>
                <a:cubicBezTo>
                  <a:pt x="123036" y="38022"/>
                  <a:pt x="118478" y="35715"/>
                  <a:pt x="113177" y="35715"/>
                </a:cubicBezTo>
                <a:cubicBezTo>
                  <a:pt x="107921" y="35715"/>
                  <a:pt x="103271" y="38171"/>
                  <a:pt x="99227" y="43084"/>
                </a:cubicBezTo>
                <a:cubicBezTo>
                  <a:pt x="95182" y="47996"/>
                  <a:pt x="93160" y="55137"/>
                  <a:pt x="93160" y="64505"/>
                </a:cubicBezTo>
                <a:close/>
                <a:moveTo>
                  <a:pt x="159791" y="128394"/>
                </a:moveTo>
                <a:lnTo>
                  <a:pt x="159791" y="27694"/>
                </a:lnTo>
                <a:lnTo>
                  <a:pt x="171033" y="27694"/>
                </a:lnTo>
                <a:lnTo>
                  <a:pt x="171033" y="37154"/>
                </a:lnTo>
                <a:cubicBezTo>
                  <a:pt x="173683" y="33452"/>
                  <a:pt x="176677" y="30676"/>
                  <a:pt x="180013" y="28825"/>
                </a:cubicBezTo>
                <a:cubicBezTo>
                  <a:pt x="183349" y="26974"/>
                  <a:pt x="187393" y="26049"/>
                  <a:pt x="192146" y="26049"/>
                </a:cubicBezTo>
                <a:cubicBezTo>
                  <a:pt x="198361" y="26049"/>
                  <a:pt x="203845" y="27648"/>
                  <a:pt x="208598" y="30847"/>
                </a:cubicBezTo>
                <a:cubicBezTo>
                  <a:pt x="213351" y="34046"/>
                  <a:pt x="216938" y="38559"/>
                  <a:pt x="219361" y="44386"/>
                </a:cubicBezTo>
                <a:cubicBezTo>
                  <a:pt x="221783" y="50213"/>
                  <a:pt x="222994" y="56599"/>
                  <a:pt x="222994" y="63546"/>
                </a:cubicBezTo>
                <a:cubicBezTo>
                  <a:pt x="222994" y="70995"/>
                  <a:pt x="221657" y="77701"/>
                  <a:pt x="218984" y="83665"/>
                </a:cubicBezTo>
                <a:cubicBezTo>
                  <a:pt x="216310" y="89629"/>
                  <a:pt x="212426" y="94199"/>
                  <a:pt x="207330" y="97375"/>
                </a:cubicBezTo>
                <a:cubicBezTo>
                  <a:pt x="202235" y="100551"/>
                  <a:pt x="196876" y="102139"/>
                  <a:pt x="191255" y="102139"/>
                </a:cubicBezTo>
                <a:cubicBezTo>
                  <a:pt x="187142" y="102139"/>
                  <a:pt x="183452" y="101271"/>
                  <a:pt x="180184" y="99534"/>
                </a:cubicBezTo>
                <a:cubicBezTo>
                  <a:pt x="176917" y="97798"/>
                  <a:pt x="174232" y="95604"/>
                  <a:pt x="172130" y="92954"/>
                </a:cubicBezTo>
                <a:lnTo>
                  <a:pt x="172130" y="128394"/>
                </a:lnTo>
                <a:lnTo>
                  <a:pt x="159791" y="128394"/>
                </a:lnTo>
                <a:moveTo>
                  <a:pt x="170964" y="64505"/>
                </a:moveTo>
                <a:cubicBezTo>
                  <a:pt x="170964" y="73874"/>
                  <a:pt x="172861" y="80798"/>
                  <a:pt x="176654" y="85276"/>
                </a:cubicBezTo>
                <a:cubicBezTo>
                  <a:pt x="180447" y="89755"/>
                  <a:pt x="185040" y="91994"/>
                  <a:pt x="190433" y="91994"/>
                </a:cubicBezTo>
                <a:cubicBezTo>
                  <a:pt x="195917" y="91994"/>
                  <a:pt x="200612" y="89675"/>
                  <a:pt x="204520" y="85036"/>
                </a:cubicBezTo>
                <a:cubicBezTo>
                  <a:pt x="208427" y="80398"/>
                  <a:pt x="210381" y="73211"/>
                  <a:pt x="210381" y="63477"/>
                </a:cubicBezTo>
                <a:cubicBezTo>
                  <a:pt x="210381" y="54200"/>
                  <a:pt x="208473" y="47254"/>
                  <a:pt x="204657" y="42638"/>
                </a:cubicBezTo>
                <a:cubicBezTo>
                  <a:pt x="200841" y="38022"/>
                  <a:pt x="196282" y="35715"/>
                  <a:pt x="190981" y="35715"/>
                </a:cubicBezTo>
                <a:cubicBezTo>
                  <a:pt x="185725" y="35715"/>
                  <a:pt x="181075" y="38171"/>
                  <a:pt x="177031" y="43084"/>
                </a:cubicBezTo>
                <a:cubicBezTo>
                  <a:pt x="172987" y="47996"/>
                  <a:pt x="170964" y="55137"/>
                  <a:pt x="170964" y="64505"/>
                </a:cubicBezTo>
                <a:close/>
                <a:moveTo>
                  <a:pt x="237321" y="100494"/>
                </a:moveTo>
                <a:lnTo>
                  <a:pt x="237321" y="0"/>
                </a:lnTo>
                <a:lnTo>
                  <a:pt x="249660" y="0"/>
                </a:lnTo>
                <a:lnTo>
                  <a:pt x="249660" y="100494"/>
                </a:lnTo>
                <a:lnTo>
                  <a:pt x="237321" y="100494"/>
                </a:lnTo>
                <a:close/>
                <a:moveTo>
                  <a:pt x="318906" y="77050"/>
                </a:moveTo>
                <a:lnTo>
                  <a:pt x="331656" y="78627"/>
                </a:lnTo>
                <a:cubicBezTo>
                  <a:pt x="329646" y="86076"/>
                  <a:pt x="325921" y="91857"/>
                  <a:pt x="320483" y="95970"/>
                </a:cubicBezTo>
                <a:cubicBezTo>
                  <a:pt x="315045" y="100083"/>
                  <a:pt x="308098" y="102139"/>
                  <a:pt x="299644" y="102139"/>
                </a:cubicBezTo>
                <a:cubicBezTo>
                  <a:pt x="288996" y="102139"/>
                  <a:pt x="280552" y="98860"/>
                  <a:pt x="274314" y="92302"/>
                </a:cubicBezTo>
                <a:cubicBezTo>
                  <a:pt x="268076" y="85745"/>
                  <a:pt x="264957" y="76547"/>
                  <a:pt x="264957" y="64711"/>
                </a:cubicBezTo>
                <a:cubicBezTo>
                  <a:pt x="264957" y="52464"/>
                  <a:pt x="268111" y="42958"/>
                  <a:pt x="274417" y="36194"/>
                </a:cubicBezTo>
                <a:cubicBezTo>
                  <a:pt x="280724" y="29431"/>
                  <a:pt x="288904" y="26049"/>
                  <a:pt x="298958" y="26049"/>
                </a:cubicBezTo>
                <a:cubicBezTo>
                  <a:pt x="308692" y="26049"/>
                  <a:pt x="316644" y="29362"/>
                  <a:pt x="322814" y="35989"/>
                </a:cubicBezTo>
                <a:cubicBezTo>
                  <a:pt x="328983" y="42615"/>
                  <a:pt x="332068" y="51938"/>
                  <a:pt x="332068" y="63957"/>
                </a:cubicBezTo>
                <a:cubicBezTo>
                  <a:pt x="332068" y="64688"/>
                  <a:pt x="332045" y="65785"/>
                  <a:pt x="331999" y="67247"/>
                </a:cubicBezTo>
                <a:lnTo>
                  <a:pt x="277708" y="67247"/>
                </a:lnTo>
                <a:cubicBezTo>
                  <a:pt x="278165" y="75245"/>
                  <a:pt x="280427" y="81369"/>
                  <a:pt x="284494" y="85619"/>
                </a:cubicBezTo>
                <a:cubicBezTo>
                  <a:pt x="288561" y="89869"/>
                  <a:pt x="293634" y="91994"/>
                  <a:pt x="299712" y="91994"/>
                </a:cubicBezTo>
                <a:cubicBezTo>
                  <a:pt x="304236" y="91994"/>
                  <a:pt x="308098" y="90806"/>
                  <a:pt x="311297" y="88429"/>
                </a:cubicBezTo>
                <a:cubicBezTo>
                  <a:pt x="314496" y="86053"/>
                  <a:pt x="317032" y="82260"/>
                  <a:pt x="318906" y="77050"/>
                </a:cubicBezTo>
                <a:moveTo>
                  <a:pt x="278393" y="57102"/>
                </a:moveTo>
                <a:lnTo>
                  <a:pt x="319043" y="57102"/>
                </a:lnTo>
                <a:cubicBezTo>
                  <a:pt x="318495" y="50978"/>
                  <a:pt x="316941" y="46385"/>
                  <a:pt x="314382" y="43324"/>
                </a:cubicBezTo>
                <a:cubicBezTo>
                  <a:pt x="310452" y="38571"/>
                  <a:pt x="305356" y="36194"/>
                  <a:pt x="299095" y="36194"/>
                </a:cubicBezTo>
                <a:cubicBezTo>
                  <a:pt x="293428" y="36194"/>
                  <a:pt x="288664" y="38091"/>
                  <a:pt x="284803" y="41884"/>
                </a:cubicBezTo>
                <a:cubicBezTo>
                  <a:pt x="280941" y="45677"/>
                  <a:pt x="278804" y="50750"/>
                  <a:pt x="278393" y="57102"/>
                </a:cubicBezTo>
                <a:close/>
                <a:moveTo>
                  <a:pt x="354004" y="100494"/>
                </a:moveTo>
                <a:lnTo>
                  <a:pt x="354004" y="86441"/>
                </a:lnTo>
                <a:lnTo>
                  <a:pt x="368057" y="86441"/>
                </a:lnTo>
                <a:lnTo>
                  <a:pt x="368057" y="100494"/>
                </a:lnTo>
                <a:lnTo>
                  <a:pt x="354004" y="100494"/>
                </a:lnTo>
                <a:moveTo>
                  <a:pt x="400823" y="100494"/>
                </a:moveTo>
                <a:lnTo>
                  <a:pt x="400823" y="86441"/>
                </a:lnTo>
                <a:lnTo>
                  <a:pt x="414876" y="86441"/>
                </a:lnTo>
                <a:lnTo>
                  <a:pt x="414876" y="100494"/>
                </a:lnTo>
                <a:lnTo>
                  <a:pt x="400823" y="100494"/>
                </a:lnTo>
                <a:moveTo>
                  <a:pt x="447575" y="100494"/>
                </a:moveTo>
                <a:lnTo>
                  <a:pt x="447575" y="86441"/>
                </a:lnTo>
                <a:lnTo>
                  <a:pt x="461696" y="86441"/>
                </a:lnTo>
                <a:lnTo>
                  <a:pt x="461696" y="100494"/>
                </a:lnTo>
                <a:lnTo>
                  <a:pt x="447575" y="100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Actions:Williams…advancestowardsthefirst">
            <a:extLst xmlns:a="http://schemas.openxmlformats.org/drawingml/2006/main">
              <a:ext uri="{FF2B5EF4-FFF2-40B4-BE49-F238E27FC236}">
                <a16:creationId xmlns:a16="http://schemas.microsoft.com/office/drawing/2014/main" id="{C7EC530D-251D-4600-A9F3-AAEB0819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3980" y="5423143"/>
            <a:ext cx="2921034" cy="103853"/>
          </a:xfrm>
          <a:custGeom xmlns:a="http://schemas.openxmlformats.org/drawingml/2006/main">
            <a:pathLst>
              <a:path w="2921034" h="103853">
                <a:moveTo>
                  <a:pt x="100837" y="102208"/>
                </a:moveTo>
                <a:lnTo>
                  <a:pt x="78764" y="102208"/>
                </a:lnTo>
                <a:lnTo>
                  <a:pt x="69989" y="79381"/>
                </a:lnTo>
                <a:lnTo>
                  <a:pt x="29819" y="79381"/>
                </a:lnTo>
                <a:lnTo>
                  <a:pt x="21525" y="102208"/>
                </a:lnTo>
                <a:lnTo>
                  <a:pt x="0" y="102208"/>
                </a:lnTo>
                <a:lnTo>
                  <a:pt x="39142" y="1714"/>
                </a:lnTo>
                <a:lnTo>
                  <a:pt x="60598" y="1714"/>
                </a:lnTo>
                <a:lnTo>
                  <a:pt x="100837" y="102208"/>
                </a:lnTo>
                <a:moveTo>
                  <a:pt x="63477" y="62449"/>
                </a:moveTo>
                <a:lnTo>
                  <a:pt x="49630" y="25158"/>
                </a:lnTo>
                <a:lnTo>
                  <a:pt x="36057" y="62449"/>
                </a:lnTo>
                <a:lnTo>
                  <a:pt x="63477" y="62449"/>
                </a:lnTo>
                <a:close/>
                <a:moveTo>
                  <a:pt x="174972" y="50933"/>
                </a:moveTo>
                <a:lnTo>
                  <a:pt x="155984" y="54360"/>
                </a:lnTo>
                <a:cubicBezTo>
                  <a:pt x="155344" y="50567"/>
                  <a:pt x="153893" y="47711"/>
                  <a:pt x="151631" y="45791"/>
                </a:cubicBezTo>
                <a:cubicBezTo>
                  <a:pt x="149369" y="43872"/>
                  <a:pt x="146433" y="42912"/>
                  <a:pt x="142823" y="42912"/>
                </a:cubicBezTo>
                <a:cubicBezTo>
                  <a:pt x="138024" y="42912"/>
                  <a:pt x="134197" y="44569"/>
                  <a:pt x="131340" y="47882"/>
                </a:cubicBezTo>
                <a:cubicBezTo>
                  <a:pt x="128484" y="51195"/>
                  <a:pt x="127056" y="56736"/>
                  <a:pt x="127056" y="64505"/>
                </a:cubicBezTo>
                <a:cubicBezTo>
                  <a:pt x="127056" y="73143"/>
                  <a:pt x="128507" y="79244"/>
                  <a:pt x="131409" y="82808"/>
                </a:cubicBezTo>
                <a:cubicBezTo>
                  <a:pt x="134311" y="86373"/>
                  <a:pt x="138207" y="88155"/>
                  <a:pt x="143097" y="88155"/>
                </a:cubicBezTo>
                <a:cubicBezTo>
                  <a:pt x="146753" y="88155"/>
                  <a:pt x="149746" y="87116"/>
                  <a:pt x="152077" y="85036"/>
                </a:cubicBezTo>
                <a:cubicBezTo>
                  <a:pt x="154407" y="82957"/>
                  <a:pt x="156053" y="79381"/>
                  <a:pt x="157012" y="74308"/>
                </a:cubicBezTo>
                <a:lnTo>
                  <a:pt x="175932" y="77530"/>
                </a:lnTo>
                <a:cubicBezTo>
                  <a:pt x="173967" y="86213"/>
                  <a:pt x="170197" y="92771"/>
                  <a:pt x="164621" y="97204"/>
                </a:cubicBezTo>
                <a:cubicBezTo>
                  <a:pt x="159046" y="101637"/>
                  <a:pt x="151574" y="103853"/>
                  <a:pt x="142206" y="103853"/>
                </a:cubicBezTo>
                <a:cubicBezTo>
                  <a:pt x="131558" y="103853"/>
                  <a:pt x="123069" y="100494"/>
                  <a:pt x="116739" y="93776"/>
                </a:cubicBezTo>
                <a:cubicBezTo>
                  <a:pt x="110410" y="87058"/>
                  <a:pt x="107245" y="77758"/>
                  <a:pt x="107245" y="65876"/>
                </a:cubicBezTo>
                <a:cubicBezTo>
                  <a:pt x="107245" y="53857"/>
                  <a:pt x="110421" y="44500"/>
                  <a:pt x="116774" y="37805"/>
                </a:cubicBezTo>
                <a:cubicBezTo>
                  <a:pt x="123126" y="31110"/>
                  <a:pt x="131717" y="27763"/>
                  <a:pt x="142548" y="27763"/>
                </a:cubicBezTo>
                <a:cubicBezTo>
                  <a:pt x="151414" y="27763"/>
                  <a:pt x="158463" y="29671"/>
                  <a:pt x="163696" y="33487"/>
                </a:cubicBezTo>
                <a:cubicBezTo>
                  <a:pt x="168929" y="37303"/>
                  <a:pt x="172687" y="43118"/>
                  <a:pt x="174972" y="50933"/>
                </a:cubicBezTo>
                <a:close/>
                <a:moveTo>
                  <a:pt x="222712" y="29408"/>
                </a:moveTo>
                <a:lnTo>
                  <a:pt x="222712" y="44763"/>
                </a:lnTo>
                <a:lnTo>
                  <a:pt x="209550" y="44763"/>
                </a:lnTo>
                <a:lnTo>
                  <a:pt x="209550" y="74102"/>
                </a:lnTo>
                <a:cubicBezTo>
                  <a:pt x="209550" y="80043"/>
                  <a:pt x="209676" y="83505"/>
                  <a:pt x="209927" y="84488"/>
                </a:cubicBezTo>
                <a:cubicBezTo>
                  <a:pt x="210178" y="85470"/>
                  <a:pt x="210750" y="86282"/>
                  <a:pt x="211641" y="86921"/>
                </a:cubicBezTo>
                <a:cubicBezTo>
                  <a:pt x="212532" y="87561"/>
                  <a:pt x="213617" y="87881"/>
                  <a:pt x="214897" y="87881"/>
                </a:cubicBezTo>
                <a:cubicBezTo>
                  <a:pt x="216679" y="87881"/>
                  <a:pt x="219261" y="87264"/>
                  <a:pt x="222643" y="86030"/>
                </a:cubicBezTo>
                <a:lnTo>
                  <a:pt x="224288" y="100974"/>
                </a:lnTo>
                <a:cubicBezTo>
                  <a:pt x="219810" y="102893"/>
                  <a:pt x="214737" y="103853"/>
                  <a:pt x="209070" y="103853"/>
                </a:cubicBezTo>
                <a:cubicBezTo>
                  <a:pt x="205597" y="103853"/>
                  <a:pt x="202467" y="103270"/>
                  <a:pt x="199679" y="102105"/>
                </a:cubicBezTo>
                <a:cubicBezTo>
                  <a:pt x="196891" y="100940"/>
                  <a:pt x="194846" y="99432"/>
                  <a:pt x="193544" y="97581"/>
                </a:cubicBezTo>
                <a:cubicBezTo>
                  <a:pt x="192241" y="95730"/>
                  <a:pt x="191339" y="93228"/>
                  <a:pt x="190836" y="90075"/>
                </a:cubicBezTo>
                <a:cubicBezTo>
                  <a:pt x="190425" y="87835"/>
                  <a:pt x="190219" y="83311"/>
                  <a:pt x="190219" y="76502"/>
                </a:cubicBezTo>
                <a:lnTo>
                  <a:pt x="190219" y="44763"/>
                </a:lnTo>
                <a:lnTo>
                  <a:pt x="181376" y="44763"/>
                </a:lnTo>
                <a:lnTo>
                  <a:pt x="181376" y="29408"/>
                </a:lnTo>
                <a:lnTo>
                  <a:pt x="190219" y="29408"/>
                </a:lnTo>
                <a:lnTo>
                  <a:pt x="190219" y="14944"/>
                </a:lnTo>
                <a:lnTo>
                  <a:pt x="209550" y="3702"/>
                </a:lnTo>
                <a:lnTo>
                  <a:pt x="209550" y="29408"/>
                </a:lnTo>
                <a:lnTo>
                  <a:pt x="222712" y="29408"/>
                </a:lnTo>
                <a:close/>
                <a:moveTo>
                  <a:pt x="235712" y="19537"/>
                </a:moveTo>
                <a:lnTo>
                  <a:pt x="235712" y="1714"/>
                </a:lnTo>
                <a:lnTo>
                  <a:pt x="254975" y="1714"/>
                </a:lnTo>
                <a:lnTo>
                  <a:pt x="254975" y="19537"/>
                </a:lnTo>
                <a:lnTo>
                  <a:pt x="235712" y="19537"/>
                </a:lnTo>
                <a:moveTo>
                  <a:pt x="235712" y="102208"/>
                </a:moveTo>
                <a:lnTo>
                  <a:pt x="235712" y="29408"/>
                </a:lnTo>
                <a:lnTo>
                  <a:pt x="254975" y="29408"/>
                </a:lnTo>
                <a:lnTo>
                  <a:pt x="254975" y="102208"/>
                </a:lnTo>
                <a:lnTo>
                  <a:pt x="235712" y="102208"/>
                </a:lnTo>
                <a:close/>
                <a:moveTo>
                  <a:pt x="269780" y="64780"/>
                </a:moveTo>
                <a:cubicBezTo>
                  <a:pt x="269780" y="58382"/>
                  <a:pt x="271356" y="52189"/>
                  <a:pt x="274510" y="46203"/>
                </a:cubicBezTo>
                <a:cubicBezTo>
                  <a:pt x="277663" y="40216"/>
                  <a:pt x="282130" y="35646"/>
                  <a:pt x="287911" y="32493"/>
                </a:cubicBezTo>
                <a:cubicBezTo>
                  <a:pt x="293692" y="29339"/>
                  <a:pt x="300147" y="27763"/>
                  <a:pt x="307277" y="27763"/>
                </a:cubicBezTo>
                <a:cubicBezTo>
                  <a:pt x="318290" y="27763"/>
                  <a:pt x="327316" y="31339"/>
                  <a:pt x="334354" y="38491"/>
                </a:cubicBezTo>
                <a:cubicBezTo>
                  <a:pt x="341392" y="45643"/>
                  <a:pt x="344911" y="54680"/>
                  <a:pt x="344911" y="65602"/>
                </a:cubicBezTo>
                <a:cubicBezTo>
                  <a:pt x="344911" y="76616"/>
                  <a:pt x="341357" y="85745"/>
                  <a:pt x="334251" y="92988"/>
                </a:cubicBezTo>
                <a:cubicBezTo>
                  <a:pt x="327145" y="100231"/>
                  <a:pt x="318199" y="103853"/>
                  <a:pt x="307414" y="103853"/>
                </a:cubicBezTo>
                <a:cubicBezTo>
                  <a:pt x="300742" y="103853"/>
                  <a:pt x="294378" y="102345"/>
                  <a:pt x="288323" y="99329"/>
                </a:cubicBezTo>
                <a:cubicBezTo>
                  <a:pt x="282267" y="96313"/>
                  <a:pt x="277663" y="91891"/>
                  <a:pt x="274510" y="86064"/>
                </a:cubicBezTo>
                <a:cubicBezTo>
                  <a:pt x="271356" y="80238"/>
                  <a:pt x="269780" y="73143"/>
                  <a:pt x="269780" y="64780"/>
                </a:cubicBezTo>
                <a:moveTo>
                  <a:pt x="289522" y="65808"/>
                </a:moveTo>
                <a:cubicBezTo>
                  <a:pt x="289522" y="73029"/>
                  <a:pt x="291236" y="78558"/>
                  <a:pt x="294663" y="82397"/>
                </a:cubicBezTo>
                <a:cubicBezTo>
                  <a:pt x="298091" y="86236"/>
                  <a:pt x="302318" y="88155"/>
                  <a:pt x="307345" y="88155"/>
                </a:cubicBezTo>
                <a:cubicBezTo>
                  <a:pt x="312372" y="88155"/>
                  <a:pt x="316588" y="86236"/>
                  <a:pt x="319993" y="82397"/>
                </a:cubicBezTo>
                <a:cubicBezTo>
                  <a:pt x="323397" y="78558"/>
                  <a:pt x="325100" y="72983"/>
                  <a:pt x="325100" y="65671"/>
                </a:cubicBezTo>
                <a:cubicBezTo>
                  <a:pt x="325100" y="58542"/>
                  <a:pt x="323397" y="53058"/>
                  <a:pt x="319993" y="49219"/>
                </a:cubicBezTo>
                <a:cubicBezTo>
                  <a:pt x="316588" y="45380"/>
                  <a:pt x="312372" y="43461"/>
                  <a:pt x="307345" y="43461"/>
                </a:cubicBezTo>
                <a:cubicBezTo>
                  <a:pt x="302318" y="43461"/>
                  <a:pt x="298091" y="45380"/>
                  <a:pt x="294663" y="49219"/>
                </a:cubicBezTo>
                <a:cubicBezTo>
                  <a:pt x="291236" y="53058"/>
                  <a:pt x="289522" y="58587"/>
                  <a:pt x="289522" y="65808"/>
                </a:cubicBezTo>
                <a:close/>
                <a:moveTo>
                  <a:pt x="426150" y="102208"/>
                </a:moveTo>
                <a:lnTo>
                  <a:pt x="406887" y="102208"/>
                </a:lnTo>
                <a:lnTo>
                  <a:pt x="406887" y="65054"/>
                </a:lnTo>
                <a:cubicBezTo>
                  <a:pt x="406887" y="57193"/>
                  <a:pt x="406476" y="52109"/>
                  <a:pt x="405653" y="49802"/>
                </a:cubicBezTo>
                <a:cubicBezTo>
                  <a:pt x="404830" y="47494"/>
                  <a:pt x="403494" y="45700"/>
                  <a:pt x="401643" y="44420"/>
                </a:cubicBezTo>
                <a:cubicBezTo>
                  <a:pt x="399792" y="43141"/>
                  <a:pt x="397564" y="42501"/>
                  <a:pt x="394959" y="42501"/>
                </a:cubicBezTo>
                <a:cubicBezTo>
                  <a:pt x="391623" y="42501"/>
                  <a:pt x="388630" y="43415"/>
                  <a:pt x="385979" y="45243"/>
                </a:cubicBezTo>
                <a:cubicBezTo>
                  <a:pt x="383329" y="47071"/>
                  <a:pt x="381512" y="49493"/>
                  <a:pt x="380530" y="52509"/>
                </a:cubicBezTo>
                <a:cubicBezTo>
                  <a:pt x="379547" y="55525"/>
                  <a:pt x="379056" y="61101"/>
                  <a:pt x="379056" y="69235"/>
                </a:cubicBezTo>
                <a:lnTo>
                  <a:pt x="379056" y="102208"/>
                </a:lnTo>
                <a:lnTo>
                  <a:pt x="359793" y="102208"/>
                </a:lnTo>
                <a:lnTo>
                  <a:pt x="359793" y="29408"/>
                </a:lnTo>
                <a:lnTo>
                  <a:pt x="377685" y="29408"/>
                </a:lnTo>
                <a:lnTo>
                  <a:pt x="377685" y="40102"/>
                </a:lnTo>
                <a:cubicBezTo>
                  <a:pt x="384037" y="31876"/>
                  <a:pt x="392034" y="27763"/>
                  <a:pt x="401677" y="27763"/>
                </a:cubicBezTo>
                <a:cubicBezTo>
                  <a:pt x="405927" y="27763"/>
                  <a:pt x="409812" y="28528"/>
                  <a:pt x="413331" y="30059"/>
                </a:cubicBezTo>
                <a:cubicBezTo>
                  <a:pt x="416850" y="31590"/>
                  <a:pt x="419512" y="33544"/>
                  <a:pt x="421317" y="35920"/>
                </a:cubicBezTo>
                <a:cubicBezTo>
                  <a:pt x="423122" y="38297"/>
                  <a:pt x="424379" y="40993"/>
                  <a:pt x="425087" y="44009"/>
                </a:cubicBezTo>
                <a:cubicBezTo>
                  <a:pt x="425795" y="47025"/>
                  <a:pt x="426150" y="51344"/>
                  <a:pt x="426150" y="56965"/>
                </a:cubicBezTo>
                <a:lnTo>
                  <a:pt x="426150" y="102208"/>
                </a:lnTo>
                <a:close/>
                <a:moveTo>
                  <a:pt x="438837" y="81437"/>
                </a:moveTo>
                <a:lnTo>
                  <a:pt x="458168" y="78490"/>
                </a:lnTo>
                <a:cubicBezTo>
                  <a:pt x="458991" y="82237"/>
                  <a:pt x="460659" y="85082"/>
                  <a:pt x="463173" y="87024"/>
                </a:cubicBezTo>
                <a:cubicBezTo>
                  <a:pt x="465686" y="88966"/>
                  <a:pt x="469205" y="89938"/>
                  <a:pt x="473729" y="89938"/>
                </a:cubicBezTo>
                <a:cubicBezTo>
                  <a:pt x="478711" y="89938"/>
                  <a:pt x="482458" y="89024"/>
                  <a:pt x="484972" y="87196"/>
                </a:cubicBezTo>
                <a:cubicBezTo>
                  <a:pt x="486662" y="85916"/>
                  <a:pt x="487508" y="84202"/>
                  <a:pt x="487508" y="82054"/>
                </a:cubicBezTo>
                <a:cubicBezTo>
                  <a:pt x="487508" y="80592"/>
                  <a:pt x="487051" y="79381"/>
                  <a:pt x="486137" y="78421"/>
                </a:cubicBezTo>
                <a:cubicBezTo>
                  <a:pt x="485177" y="77507"/>
                  <a:pt x="483029" y="76662"/>
                  <a:pt x="479693" y="75885"/>
                </a:cubicBezTo>
                <a:cubicBezTo>
                  <a:pt x="464155" y="72457"/>
                  <a:pt x="454307" y="69327"/>
                  <a:pt x="450148" y="66493"/>
                </a:cubicBezTo>
                <a:cubicBezTo>
                  <a:pt x="444390" y="62563"/>
                  <a:pt x="441511" y="57102"/>
                  <a:pt x="441511" y="50110"/>
                </a:cubicBezTo>
                <a:cubicBezTo>
                  <a:pt x="441511" y="43803"/>
                  <a:pt x="444001" y="38502"/>
                  <a:pt x="448983" y="34206"/>
                </a:cubicBezTo>
                <a:cubicBezTo>
                  <a:pt x="453964" y="29911"/>
                  <a:pt x="461687" y="27763"/>
                  <a:pt x="472153" y="27763"/>
                </a:cubicBezTo>
                <a:cubicBezTo>
                  <a:pt x="482115" y="27763"/>
                  <a:pt x="489519" y="29385"/>
                  <a:pt x="494363" y="32630"/>
                </a:cubicBezTo>
                <a:cubicBezTo>
                  <a:pt x="499207" y="35874"/>
                  <a:pt x="502543" y="40673"/>
                  <a:pt x="504371" y="47025"/>
                </a:cubicBezTo>
                <a:lnTo>
                  <a:pt x="486205" y="50384"/>
                </a:lnTo>
                <a:cubicBezTo>
                  <a:pt x="485429" y="47551"/>
                  <a:pt x="483955" y="45380"/>
                  <a:pt x="481784" y="43872"/>
                </a:cubicBezTo>
                <a:cubicBezTo>
                  <a:pt x="479613" y="42364"/>
                  <a:pt x="476517" y="41610"/>
                  <a:pt x="472495" y="41610"/>
                </a:cubicBezTo>
                <a:cubicBezTo>
                  <a:pt x="467423" y="41610"/>
                  <a:pt x="463790" y="42318"/>
                  <a:pt x="461596" y="43735"/>
                </a:cubicBezTo>
                <a:cubicBezTo>
                  <a:pt x="460134" y="44740"/>
                  <a:pt x="459402" y="46043"/>
                  <a:pt x="459402" y="47642"/>
                </a:cubicBezTo>
                <a:cubicBezTo>
                  <a:pt x="459402" y="49013"/>
                  <a:pt x="460042" y="50179"/>
                  <a:pt x="461322" y="51138"/>
                </a:cubicBezTo>
                <a:cubicBezTo>
                  <a:pt x="463058" y="52418"/>
                  <a:pt x="469056" y="54223"/>
                  <a:pt x="479316" y="56554"/>
                </a:cubicBezTo>
                <a:cubicBezTo>
                  <a:pt x="489576" y="58884"/>
                  <a:pt x="496739" y="61741"/>
                  <a:pt x="500807" y="65122"/>
                </a:cubicBezTo>
                <a:cubicBezTo>
                  <a:pt x="504828" y="68550"/>
                  <a:pt x="506839" y="73326"/>
                  <a:pt x="506839" y="79449"/>
                </a:cubicBezTo>
                <a:cubicBezTo>
                  <a:pt x="506839" y="86122"/>
                  <a:pt x="504051" y="91857"/>
                  <a:pt x="498476" y="96655"/>
                </a:cubicBezTo>
                <a:cubicBezTo>
                  <a:pt x="492900" y="101454"/>
                  <a:pt x="484652" y="103853"/>
                  <a:pt x="473729" y="103853"/>
                </a:cubicBezTo>
                <a:cubicBezTo>
                  <a:pt x="463812" y="103853"/>
                  <a:pt x="455963" y="101842"/>
                  <a:pt x="450182" y="97821"/>
                </a:cubicBezTo>
                <a:cubicBezTo>
                  <a:pt x="444401" y="93799"/>
                  <a:pt x="440620" y="88338"/>
                  <a:pt x="438837" y="81437"/>
                </a:cubicBezTo>
                <a:close/>
                <a:moveTo>
                  <a:pt x="527158" y="48670"/>
                </a:moveTo>
                <a:lnTo>
                  <a:pt x="527158" y="29408"/>
                </a:lnTo>
                <a:lnTo>
                  <a:pt x="546421" y="29408"/>
                </a:lnTo>
                <a:lnTo>
                  <a:pt x="546421" y="48670"/>
                </a:lnTo>
                <a:lnTo>
                  <a:pt x="527158" y="48670"/>
                </a:lnTo>
                <a:moveTo>
                  <a:pt x="527158" y="102208"/>
                </a:moveTo>
                <a:lnTo>
                  <a:pt x="527158" y="82945"/>
                </a:lnTo>
                <a:lnTo>
                  <a:pt x="546421" y="82945"/>
                </a:lnTo>
                <a:lnTo>
                  <a:pt x="546421" y="102208"/>
                </a:lnTo>
                <a:lnTo>
                  <a:pt x="527158" y="102208"/>
                </a:lnTo>
                <a:close/>
                <a:moveTo>
                  <a:pt x="626374" y="102208"/>
                </a:moveTo>
                <a:lnTo>
                  <a:pt x="599708" y="1714"/>
                </a:lnTo>
                <a:lnTo>
                  <a:pt x="613350" y="1714"/>
                </a:lnTo>
                <a:lnTo>
                  <a:pt x="628637" y="67590"/>
                </a:lnTo>
                <a:cubicBezTo>
                  <a:pt x="630282" y="74491"/>
                  <a:pt x="631698" y="81346"/>
                  <a:pt x="632887" y="88155"/>
                </a:cubicBezTo>
                <a:cubicBezTo>
                  <a:pt x="635446" y="77416"/>
                  <a:pt x="636954" y="71223"/>
                  <a:pt x="637411" y="69578"/>
                </a:cubicBezTo>
                <a:lnTo>
                  <a:pt x="656536" y="1714"/>
                </a:lnTo>
                <a:lnTo>
                  <a:pt x="672577" y="1714"/>
                </a:lnTo>
                <a:lnTo>
                  <a:pt x="686973" y="52578"/>
                </a:lnTo>
                <a:cubicBezTo>
                  <a:pt x="690583" y="65191"/>
                  <a:pt x="693188" y="77050"/>
                  <a:pt x="694787" y="88155"/>
                </a:cubicBezTo>
                <a:cubicBezTo>
                  <a:pt x="696067" y="81803"/>
                  <a:pt x="697735" y="74514"/>
                  <a:pt x="699791" y="66288"/>
                </a:cubicBezTo>
                <a:lnTo>
                  <a:pt x="715558" y="1714"/>
                </a:lnTo>
                <a:lnTo>
                  <a:pt x="728925" y="1714"/>
                </a:lnTo>
                <a:lnTo>
                  <a:pt x="701368" y="102208"/>
                </a:lnTo>
                <a:lnTo>
                  <a:pt x="688549" y="102208"/>
                </a:lnTo>
                <a:lnTo>
                  <a:pt x="667367" y="25638"/>
                </a:lnTo>
                <a:cubicBezTo>
                  <a:pt x="665585" y="19240"/>
                  <a:pt x="664534" y="15309"/>
                  <a:pt x="664214" y="13847"/>
                </a:cubicBezTo>
                <a:cubicBezTo>
                  <a:pt x="663163" y="18463"/>
                  <a:pt x="662180" y="22393"/>
                  <a:pt x="661266" y="25638"/>
                </a:cubicBezTo>
                <a:lnTo>
                  <a:pt x="639947" y="102208"/>
                </a:lnTo>
                <a:lnTo>
                  <a:pt x="626374" y="102208"/>
                </a:lnTo>
                <a:close/>
                <a:moveTo>
                  <a:pt x="739327" y="15904"/>
                </a:moveTo>
                <a:lnTo>
                  <a:pt x="739327" y="1714"/>
                </a:lnTo>
                <a:lnTo>
                  <a:pt x="751666" y="1714"/>
                </a:lnTo>
                <a:lnTo>
                  <a:pt x="751666" y="15904"/>
                </a:lnTo>
                <a:lnTo>
                  <a:pt x="739327" y="15904"/>
                </a:lnTo>
                <a:moveTo>
                  <a:pt x="739327" y="102208"/>
                </a:moveTo>
                <a:lnTo>
                  <a:pt x="739327" y="29408"/>
                </a:lnTo>
                <a:lnTo>
                  <a:pt x="751666" y="29408"/>
                </a:lnTo>
                <a:lnTo>
                  <a:pt x="751666" y="102208"/>
                </a:lnTo>
                <a:lnTo>
                  <a:pt x="739327" y="102208"/>
                </a:lnTo>
                <a:close/>
                <a:moveTo>
                  <a:pt x="770474" y="102208"/>
                </a:moveTo>
                <a:lnTo>
                  <a:pt x="770474" y="1714"/>
                </a:lnTo>
                <a:lnTo>
                  <a:pt x="782813" y="1714"/>
                </a:lnTo>
                <a:lnTo>
                  <a:pt x="782813" y="102208"/>
                </a:lnTo>
                <a:lnTo>
                  <a:pt x="770474" y="102208"/>
                </a:lnTo>
                <a:close/>
                <a:moveTo>
                  <a:pt x="801963" y="102208"/>
                </a:moveTo>
                <a:lnTo>
                  <a:pt x="801963" y="1714"/>
                </a:lnTo>
                <a:lnTo>
                  <a:pt x="814302" y="1714"/>
                </a:lnTo>
                <a:lnTo>
                  <a:pt x="814302" y="102208"/>
                </a:lnTo>
                <a:lnTo>
                  <a:pt x="801963" y="102208"/>
                </a:lnTo>
                <a:close/>
                <a:moveTo>
                  <a:pt x="833795" y="15904"/>
                </a:moveTo>
                <a:lnTo>
                  <a:pt x="833795" y="1714"/>
                </a:lnTo>
                <a:lnTo>
                  <a:pt x="846134" y="1714"/>
                </a:lnTo>
                <a:lnTo>
                  <a:pt x="846134" y="15904"/>
                </a:lnTo>
                <a:lnTo>
                  <a:pt x="833795" y="15904"/>
                </a:lnTo>
                <a:moveTo>
                  <a:pt x="833795" y="102208"/>
                </a:moveTo>
                <a:lnTo>
                  <a:pt x="833795" y="29408"/>
                </a:lnTo>
                <a:lnTo>
                  <a:pt x="846134" y="29408"/>
                </a:lnTo>
                <a:lnTo>
                  <a:pt x="846134" y="102208"/>
                </a:lnTo>
                <a:lnTo>
                  <a:pt x="833795" y="102208"/>
                </a:lnTo>
                <a:close/>
                <a:moveTo>
                  <a:pt x="912721" y="93228"/>
                </a:moveTo>
                <a:cubicBezTo>
                  <a:pt x="908151" y="97112"/>
                  <a:pt x="903752" y="99854"/>
                  <a:pt x="899525" y="101454"/>
                </a:cubicBezTo>
                <a:cubicBezTo>
                  <a:pt x="895298" y="103053"/>
                  <a:pt x="890762" y="103853"/>
                  <a:pt x="885918" y="103853"/>
                </a:cubicBezTo>
                <a:cubicBezTo>
                  <a:pt x="877920" y="103853"/>
                  <a:pt x="871773" y="101899"/>
                  <a:pt x="867478" y="97992"/>
                </a:cubicBezTo>
                <a:cubicBezTo>
                  <a:pt x="863182" y="94085"/>
                  <a:pt x="861034" y="89092"/>
                  <a:pt x="861034" y="83014"/>
                </a:cubicBezTo>
                <a:cubicBezTo>
                  <a:pt x="861034" y="79449"/>
                  <a:pt x="861845" y="76193"/>
                  <a:pt x="863467" y="73246"/>
                </a:cubicBezTo>
                <a:cubicBezTo>
                  <a:pt x="865090" y="70298"/>
                  <a:pt x="867215" y="67933"/>
                  <a:pt x="869843" y="66151"/>
                </a:cubicBezTo>
                <a:cubicBezTo>
                  <a:pt x="872470" y="64368"/>
                  <a:pt x="875429" y="63020"/>
                  <a:pt x="878720" y="62106"/>
                </a:cubicBezTo>
                <a:cubicBezTo>
                  <a:pt x="881142" y="61466"/>
                  <a:pt x="884798" y="60849"/>
                  <a:pt x="889688" y="60255"/>
                </a:cubicBezTo>
                <a:cubicBezTo>
                  <a:pt x="899650" y="59067"/>
                  <a:pt x="906985" y="57650"/>
                  <a:pt x="911692" y="56005"/>
                </a:cubicBezTo>
                <a:cubicBezTo>
                  <a:pt x="911738" y="54314"/>
                  <a:pt x="911761" y="53240"/>
                  <a:pt x="911761" y="52783"/>
                </a:cubicBezTo>
                <a:cubicBezTo>
                  <a:pt x="911761" y="47756"/>
                  <a:pt x="910596" y="44215"/>
                  <a:pt x="908265" y="42158"/>
                </a:cubicBezTo>
                <a:cubicBezTo>
                  <a:pt x="905112" y="39371"/>
                  <a:pt x="900427" y="37977"/>
                  <a:pt x="894212" y="37977"/>
                </a:cubicBezTo>
                <a:cubicBezTo>
                  <a:pt x="888408" y="37977"/>
                  <a:pt x="884124" y="38993"/>
                  <a:pt x="881359" y="41027"/>
                </a:cubicBezTo>
                <a:cubicBezTo>
                  <a:pt x="878594" y="43061"/>
                  <a:pt x="876549" y="46660"/>
                  <a:pt x="875224" y="51824"/>
                </a:cubicBezTo>
                <a:lnTo>
                  <a:pt x="863159" y="50179"/>
                </a:lnTo>
                <a:cubicBezTo>
                  <a:pt x="864256" y="45014"/>
                  <a:pt x="866061" y="40844"/>
                  <a:pt x="868574" y="37668"/>
                </a:cubicBezTo>
                <a:cubicBezTo>
                  <a:pt x="871088" y="34492"/>
                  <a:pt x="874721" y="32047"/>
                  <a:pt x="879474" y="30333"/>
                </a:cubicBezTo>
                <a:cubicBezTo>
                  <a:pt x="884227" y="28620"/>
                  <a:pt x="889734" y="27763"/>
                  <a:pt x="895994" y="27763"/>
                </a:cubicBezTo>
                <a:cubicBezTo>
                  <a:pt x="902210" y="27763"/>
                  <a:pt x="907259" y="28494"/>
                  <a:pt x="911144" y="29956"/>
                </a:cubicBezTo>
                <a:cubicBezTo>
                  <a:pt x="915028" y="31419"/>
                  <a:pt x="917885" y="33258"/>
                  <a:pt x="919713" y="35475"/>
                </a:cubicBezTo>
                <a:cubicBezTo>
                  <a:pt x="921541" y="37691"/>
                  <a:pt x="922820" y="40490"/>
                  <a:pt x="923551" y="43872"/>
                </a:cubicBezTo>
                <a:cubicBezTo>
                  <a:pt x="923963" y="45974"/>
                  <a:pt x="924168" y="49767"/>
                  <a:pt x="924168" y="55251"/>
                </a:cubicBezTo>
                <a:lnTo>
                  <a:pt x="924168" y="71703"/>
                </a:lnTo>
                <a:cubicBezTo>
                  <a:pt x="924168" y="83174"/>
                  <a:pt x="924431" y="90429"/>
                  <a:pt x="924957" y="93468"/>
                </a:cubicBezTo>
                <a:cubicBezTo>
                  <a:pt x="925482" y="96507"/>
                  <a:pt x="926522" y="99420"/>
                  <a:pt x="928076" y="102208"/>
                </a:cubicBezTo>
                <a:lnTo>
                  <a:pt x="915188" y="102208"/>
                </a:lnTo>
                <a:cubicBezTo>
                  <a:pt x="913909" y="99649"/>
                  <a:pt x="913086" y="96655"/>
                  <a:pt x="912721" y="93228"/>
                </a:cubicBezTo>
                <a:moveTo>
                  <a:pt x="911692" y="65671"/>
                </a:moveTo>
                <a:cubicBezTo>
                  <a:pt x="907214" y="67499"/>
                  <a:pt x="900496" y="69053"/>
                  <a:pt x="891539" y="70332"/>
                </a:cubicBezTo>
                <a:cubicBezTo>
                  <a:pt x="886466" y="71063"/>
                  <a:pt x="882879" y="71886"/>
                  <a:pt x="880776" y="72800"/>
                </a:cubicBezTo>
                <a:cubicBezTo>
                  <a:pt x="878674" y="73714"/>
                  <a:pt x="877052" y="75051"/>
                  <a:pt x="875909" y="76810"/>
                </a:cubicBezTo>
                <a:cubicBezTo>
                  <a:pt x="874767" y="78570"/>
                  <a:pt x="874196" y="80523"/>
                  <a:pt x="874196" y="82671"/>
                </a:cubicBezTo>
                <a:cubicBezTo>
                  <a:pt x="874196" y="85962"/>
                  <a:pt x="875441" y="88704"/>
                  <a:pt x="877932" y="90897"/>
                </a:cubicBezTo>
                <a:cubicBezTo>
                  <a:pt x="880422" y="93091"/>
                  <a:pt x="884067" y="94188"/>
                  <a:pt x="888865" y="94188"/>
                </a:cubicBezTo>
                <a:cubicBezTo>
                  <a:pt x="893618" y="94188"/>
                  <a:pt x="897845" y="93148"/>
                  <a:pt x="901547" y="91069"/>
                </a:cubicBezTo>
                <a:cubicBezTo>
                  <a:pt x="905249" y="88989"/>
                  <a:pt x="907968" y="86144"/>
                  <a:pt x="909704" y="82534"/>
                </a:cubicBezTo>
                <a:cubicBezTo>
                  <a:pt x="911030" y="79746"/>
                  <a:pt x="911692" y="75633"/>
                  <a:pt x="911692" y="70195"/>
                </a:cubicBezTo>
                <a:lnTo>
                  <a:pt x="911692" y="65671"/>
                </a:lnTo>
                <a:close/>
                <a:moveTo>
                  <a:pt x="943034" y="102208"/>
                </a:moveTo>
                <a:lnTo>
                  <a:pt x="943034" y="29408"/>
                </a:lnTo>
                <a:lnTo>
                  <a:pt x="954070" y="29408"/>
                </a:lnTo>
                <a:lnTo>
                  <a:pt x="954070" y="39622"/>
                </a:lnTo>
                <a:cubicBezTo>
                  <a:pt x="956355" y="36057"/>
                  <a:pt x="959394" y="33190"/>
                  <a:pt x="963187" y="31019"/>
                </a:cubicBezTo>
                <a:cubicBezTo>
                  <a:pt x="966981" y="28848"/>
                  <a:pt x="971299" y="27763"/>
                  <a:pt x="976143" y="27763"/>
                </a:cubicBezTo>
                <a:cubicBezTo>
                  <a:pt x="981536" y="27763"/>
                  <a:pt x="985957" y="28882"/>
                  <a:pt x="989408" y="31122"/>
                </a:cubicBezTo>
                <a:cubicBezTo>
                  <a:pt x="992858" y="33361"/>
                  <a:pt x="995292" y="36491"/>
                  <a:pt x="996708" y="40513"/>
                </a:cubicBezTo>
                <a:cubicBezTo>
                  <a:pt x="1002467" y="32013"/>
                  <a:pt x="1009961" y="27763"/>
                  <a:pt x="1019193" y="27763"/>
                </a:cubicBezTo>
                <a:cubicBezTo>
                  <a:pt x="1026413" y="27763"/>
                  <a:pt x="1031966" y="29762"/>
                  <a:pt x="1035850" y="33761"/>
                </a:cubicBezTo>
                <a:cubicBezTo>
                  <a:pt x="1039735" y="37760"/>
                  <a:pt x="1041677" y="43918"/>
                  <a:pt x="1041677" y="52235"/>
                </a:cubicBezTo>
                <a:lnTo>
                  <a:pt x="1041677" y="102208"/>
                </a:lnTo>
                <a:lnTo>
                  <a:pt x="1029407" y="102208"/>
                </a:lnTo>
                <a:lnTo>
                  <a:pt x="1029407" y="56348"/>
                </a:lnTo>
                <a:cubicBezTo>
                  <a:pt x="1029407" y="51412"/>
                  <a:pt x="1029007" y="47859"/>
                  <a:pt x="1028207" y="45689"/>
                </a:cubicBezTo>
                <a:cubicBezTo>
                  <a:pt x="1027407" y="43518"/>
                  <a:pt x="1025956" y="41770"/>
                  <a:pt x="1023854" y="40444"/>
                </a:cubicBezTo>
                <a:cubicBezTo>
                  <a:pt x="1021752" y="39119"/>
                  <a:pt x="1019284" y="38457"/>
                  <a:pt x="1016451" y="38457"/>
                </a:cubicBezTo>
                <a:cubicBezTo>
                  <a:pt x="1011332" y="38457"/>
                  <a:pt x="1007082" y="40159"/>
                  <a:pt x="1003700" y="43563"/>
                </a:cubicBezTo>
                <a:cubicBezTo>
                  <a:pt x="1000319" y="46968"/>
                  <a:pt x="998628" y="52418"/>
                  <a:pt x="998628" y="59913"/>
                </a:cubicBezTo>
                <a:lnTo>
                  <a:pt x="998628" y="102208"/>
                </a:lnTo>
                <a:lnTo>
                  <a:pt x="986289" y="102208"/>
                </a:lnTo>
                <a:lnTo>
                  <a:pt x="986289" y="54908"/>
                </a:lnTo>
                <a:cubicBezTo>
                  <a:pt x="986289" y="49424"/>
                  <a:pt x="985283" y="45312"/>
                  <a:pt x="983273" y="42570"/>
                </a:cubicBezTo>
                <a:cubicBezTo>
                  <a:pt x="981262" y="39828"/>
                  <a:pt x="977971" y="38457"/>
                  <a:pt x="973401" y="38457"/>
                </a:cubicBezTo>
                <a:cubicBezTo>
                  <a:pt x="969928" y="38457"/>
                  <a:pt x="966718" y="39371"/>
                  <a:pt x="963770" y="41199"/>
                </a:cubicBezTo>
                <a:cubicBezTo>
                  <a:pt x="960823" y="43027"/>
                  <a:pt x="958686" y="45700"/>
                  <a:pt x="957361" y="49219"/>
                </a:cubicBezTo>
                <a:cubicBezTo>
                  <a:pt x="956035" y="52738"/>
                  <a:pt x="955373" y="57810"/>
                  <a:pt x="955373" y="64437"/>
                </a:cubicBezTo>
                <a:lnTo>
                  <a:pt x="955373" y="102208"/>
                </a:lnTo>
                <a:lnTo>
                  <a:pt x="943034" y="102208"/>
                </a:lnTo>
                <a:close/>
                <a:moveTo>
                  <a:pt x="1054384" y="80478"/>
                </a:moveTo>
                <a:lnTo>
                  <a:pt x="1066586" y="78558"/>
                </a:lnTo>
                <a:cubicBezTo>
                  <a:pt x="1067272" y="83448"/>
                  <a:pt x="1069180" y="87196"/>
                  <a:pt x="1072310" y="89800"/>
                </a:cubicBezTo>
                <a:cubicBezTo>
                  <a:pt x="1075440" y="92405"/>
                  <a:pt x="1079816" y="93708"/>
                  <a:pt x="1085437" y="93708"/>
                </a:cubicBezTo>
                <a:cubicBezTo>
                  <a:pt x="1091104" y="93708"/>
                  <a:pt x="1095308" y="92554"/>
                  <a:pt x="1098050" y="90246"/>
                </a:cubicBezTo>
                <a:cubicBezTo>
                  <a:pt x="1100792" y="87938"/>
                  <a:pt x="1102163" y="85230"/>
                  <a:pt x="1102163" y="82123"/>
                </a:cubicBezTo>
                <a:cubicBezTo>
                  <a:pt x="1102163" y="79335"/>
                  <a:pt x="1100952" y="77142"/>
                  <a:pt x="1098530" y="75542"/>
                </a:cubicBezTo>
                <a:cubicBezTo>
                  <a:pt x="1096839" y="74445"/>
                  <a:pt x="1092635" y="73051"/>
                  <a:pt x="1085917" y="71360"/>
                </a:cubicBezTo>
                <a:cubicBezTo>
                  <a:pt x="1076869" y="69075"/>
                  <a:pt x="1070596" y="67099"/>
                  <a:pt x="1067100" y="65431"/>
                </a:cubicBezTo>
                <a:cubicBezTo>
                  <a:pt x="1063604" y="63763"/>
                  <a:pt x="1060954" y="61455"/>
                  <a:pt x="1059148" y="58507"/>
                </a:cubicBezTo>
                <a:cubicBezTo>
                  <a:pt x="1057343" y="55560"/>
                  <a:pt x="1056441" y="52304"/>
                  <a:pt x="1056441" y="48739"/>
                </a:cubicBezTo>
                <a:cubicBezTo>
                  <a:pt x="1056441" y="45494"/>
                  <a:pt x="1057183" y="42490"/>
                  <a:pt x="1058669" y="39725"/>
                </a:cubicBezTo>
                <a:cubicBezTo>
                  <a:pt x="1060154" y="36960"/>
                  <a:pt x="1062176" y="34663"/>
                  <a:pt x="1064735" y="32835"/>
                </a:cubicBezTo>
                <a:cubicBezTo>
                  <a:pt x="1066655" y="31419"/>
                  <a:pt x="1069271" y="30219"/>
                  <a:pt x="1072584" y="29237"/>
                </a:cubicBezTo>
                <a:cubicBezTo>
                  <a:pt x="1075897" y="28254"/>
                  <a:pt x="1079451" y="27763"/>
                  <a:pt x="1083244" y="27763"/>
                </a:cubicBezTo>
                <a:cubicBezTo>
                  <a:pt x="1088956" y="27763"/>
                  <a:pt x="1093972" y="28585"/>
                  <a:pt x="1098290" y="30231"/>
                </a:cubicBezTo>
                <a:cubicBezTo>
                  <a:pt x="1102609" y="31876"/>
                  <a:pt x="1105797" y="34104"/>
                  <a:pt x="1107853" y="36914"/>
                </a:cubicBezTo>
                <a:cubicBezTo>
                  <a:pt x="1109910" y="39725"/>
                  <a:pt x="1111326" y="43484"/>
                  <a:pt x="1112103" y="48191"/>
                </a:cubicBezTo>
                <a:lnTo>
                  <a:pt x="1100038" y="49836"/>
                </a:lnTo>
                <a:cubicBezTo>
                  <a:pt x="1099490" y="46088"/>
                  <a:pt x="1097902" y="43164"/>
                  <a:pt x="1095274" y="41061"/>
                </a:cubicBezTo>
                <a:cubicBezTo>
                  <a:pt x="1092646" y="38959"/>
                  <a:pt x="1088933" y="37908"/>
                  <a:pt x="1084135" y="37908"/>
                </a:cubicBezTo>
                <a:cubicBezTo>
                  <a:pt x="1078468" y="37908"/>
                  <a:pt x="1074424" y="38845"/>
                  <a:pt x="1072002" y="40719"/>
                </a:cubicBezTo>
                <a:cubicBezTo>
                  <a:pt x="1069579" y="42592"/>
                  <a:pt x="1068368" y="44786"/>
                  <a:pt x="1068368" y="47299"/>
                </a:cubicBezTo>
                <a:cubicBezTo>
                  <a:pt x="1068368" y="48899"/>
                  <a:pt x="1068871" y="50338"/>
                  <a:pt x="1069876" y="51618"/>
                </a:cubicBezTo>
                <a:cubicBezTo>
                  <a:pt x="1070882" y="52943"/>
                  <a:pt x="1072459" y="54040"/>
                  <a:pt x="1074606" y="54908"/>
                </a:cubicBezTo>
                <a:cubicBezTo>
                  <a:pt x="1075840" y="55365"/>
                  <a:pt x="1079473" y="56417"/>
                  <a:pt x="1085506" y="58062"/>
                </a:cubicBezTo>
                <a:cubicBezTo>
                  <a:pt x="1094235" y="60392"/>
                  <a:pt x="1100324" y="62300"/>
                  <a:pt x="1103774" y="63786"/>
                </a:cubicBezTo>
                <a:cubicBezTo>
                  <a:pt x="1107225" y="65271"/>
                  <a:pt x="1109932" y="67430"/>
                  <a:pt x="1111898" y="70264"/>
                </a:cubicBezTo>
                <a:cubicBezTo>
                  <a:pt x="1113863" y="73097"/>
                  <a:pt x="1114845" y="76616"/>
                  <a:pt x="1114845" y="80820"/>
                </a:cubicBezTo>
                <a:cubicBezTo>
                  <a:pt x="1114845" y="84933"/>
                  <a:pt x="1113646" y="88806"/>
                  <a:pt x="1111246" y="92440"/>
                </a:cubicBezTo>
                <a:cubicBezTo>
                  <a:pt x="1108847" y="96073"/>
                  <a:pt x="1105385" y="98883"/>
                  <a:pt x="1100861" y="100871"/>
                </a:cubicBezTo>
                <a:cubicBezTo>
                  <a:pt x="1096337" y="102859"/>
                  <a:pt x="1091218" y="103853"/>
                  <a:pt x="1085506" y="103853"/>
                </a:cubicBezTo>
                <a:cubicBezTo>
                  <a:pt x="1076046" y="103853"/>
                  <a:pt x="1068837" y="101888"/>
                  <a:pt x="1063878" y="97958"/>
                </a:cubicBezTo>
                <a:cubicBezTo>
                  <a:pt x="1058920" y="94028"/>
                  <a:pt x="1055755" y="88201"/>
                  <a:pt x="1054384" y="80478"/>
                </a:cubicBezTo>
                <a:close/>
                <a:moveTo>
                  <a:pt x="1136406" y="102208"/>
                </a:moveTo>
                <a:lnTo>
                  <a:pt x="1136406" y="88155"/>
                </a:lnTo>
                <a:lnTo>
                  <a:pt x="1150458" y="88155"/>
                </a:lnTo>
                <a:lnTo>
                  <a:pt x="1150458" y="102208"/>
                </a:lnTo>
                <a:lnTo>
                  <a:pt x="1136406" y="102208"/>
                </a:lnTo>
                <a:moveTo>
                  <a:pt x="1183225" y="102208"/>
                </a:moveTo>
                <a:lnTo>
                  <a:pt x="1183225" y="88155"/>
                </a:lnTo>
                <a:lnTo>
                  <a:pt x="1197278" y="88155"/>
                </a:lnTo>
                <a:lnTo>
                  <a:pt x="1197278" y="102208"/>
                </a:lnTo>
                <a:lnTo>
                  <a:pt x="1183225" y="102208"/>
                </a:lnTo>
                <a:moveTo>
                  <a:pt x="1229976" y="102208"/>
                </a:moveTo>
                <a:lnTo>
                  <a:pt x="1229976" y="88155"/>
                </a:lnTo>
                <a:lnTo>
                  <a:pt x="1244098" y="88155"/>
                </a:lnTo>
                <a:lnTo>
                  <a:pt x="1244098" y="102208"/>
                </a:lnTo>
                <a:lnTo>
                  <a:pt x="1229976" y="102208"/>
                </a:lnTo>
                <a:close/>
                <a:moveTo>
                  <a:pt x="1355161" y="93228"/>
                </a:moveTo>
                <a:cubicBezTo>
                  <a:pt x="1350591" y="97112"/>
                  <a:pt x="1346192" y="99854"/>
                  <a:pt x="1341965" y="101454"/>
                </a:cubicBezTo>
                <a:cubicBezTo>
                  <a:pt x="1337738" y="103053"/>
                  <a:pt x="1333202" y="103853"/>
                  <a:pt x="1328358" y="103853"/>
                </a:cubicBezTo>
                <a:cubicBezTo>
                  <a:pt x="1320361" y="103853"/>
                  <a:pt x="1314214" y="101899"/>
                  <a:pt x="1309918" y="97992"/>
                </a:cubicBezTo>
                <a:cubicBezTo>
                  <a:pt x="1305622" y="94085"/>
                  <a:pt x="1303474" y="89092"/>
                  <a:pt x="1303474" y="83014"/>
                </a:cubicBezTo>
                <a:cubicBezTo>
                  <a:pt x="1303474" y="79449"/>
                  <a:pt x="1304286" y="76193"/>
                  <a:pt x="1305908" y="73246"/>
                </a:cubicBezTo>
                <a:cubicBezTo>
                  <a:pt x="1307530" y="70298"/>
                  <a:pt x="1309655" y="67933"/>
                  <a:pt x="1312283" y="66151"/>
                </a:cubicBezTo>
                <a:cubicBezTo>
                  <a:pt x="1314911" y="64368"/>
                  <a:pt x="1317870" y="63020"/>
                  <a:pt x="1321160" y="62106"/>
                </a:cubicBezTo>
                <a:cubicBezTo>
                  <a:pt x="1323582" y="61466"/>
                  <a:pt x="1327238" y="60849"/>
                  <a:pt x="1332128" y="60255"/>
                </a:cubicBezTo>
                <a:cubicBezTo>
                  <a:pt x="1342091" y="59067"/>
                  <a:pt x="1349426" y="57650"/>
                  <a:pt x="1354133" y="56005"/>
                </a:cubicBezTo>
                <a:cubicBezTo>
                  <a:pt x="1354179" y="54314"/>
                  <a:pt x="1354201" y="53240"/>
                  <a:pt x="1354201" y="52783"/>
                </a:cubicBezTo>
                <a:cubicBezTo>
                  <a:pt x="1354201" y="47756"/>
                  <a:pt x="1353036" y="44215"/>
                  <a:pt x="1350705" y="42158"/>
                </a:cubicBezTo>
                <a:cubicBezTo>
                  <a:pt x="1347552" y="39371"/>
                  <a:pt x="1342868" y="37977"/>
                  <a:pt x="1336653" y="37977"/>
                </a:cubicBezTo>
                <a:cubicBezTo>
                  <a:pt x="1330849" y="37977"/>
                  <a:pt x="1326564" y="38993"/>
                  <a:pt x="1323799" y="41027"/>
                </a:cubicBezTo>
                <a:cubicBezTo>
                  <a:pt x="1321035" y="43061"/>
                  <a:pt x="1318990" y="46660"/>
                  <a:pt x="1317664" y="51824"/>
                </a:cubicBezTo>
                <a:lnTo>
                  <a:pt x="1305599" y="50179"/>
                </a:lnTo>
                <a:cubicBezTo>
                  <a:pt x="1306696" y="45014"/>
                  <a:pt x="1308501" y="40844"/>
                  <a:pt x="1311015" y="37668"/>
                </a:cubicBezTo>
                <a:cubicBezTo>
                  <a:pt x="1313528" y="34492"/>
                  <a:pt x="1317162" y="32047"/>
                  <a:pt x="1321914" y="30333"/>
                </a:cubicBezTo>
                <a:cubicBezTo>
                  <a:pt x="1326667" y="28620"/>
                  <a:pt x="1332174" y="27763"/>
                  <a:pt x="1338435" y="27763"/>
                </a:cubicBezTo>
                <a:cubicBezTo>
                  <a:pt x="1344650" y="27763"/>
                  <a:pt x="1349700" y="28494"/>
                  <a:pt x="1353584" y="29956"/>
                </a:cubicBezTo>
                <a:cubicBezTo>
                  <a:pt x="1357469" y="31419"/>
                  <a:pt x="1360325" y="33258"/>
                  <a:pt x="1362153" y="35475"/>
                </a:cubicBezTo>
                <a:cubicBezTo>
                  <a:pt x="1363981" y="37691"/>
                  <a:pt x="1365261" y="40490"/>
                  <a:pt x="1365992" y="43872"/>
                </a:cubicBezTo>
                <a:cubicBezTo>
                  <a:pt x="1366403" y="45974"/>
                  <a:pt x="1366609" y="49767"/>
                  <a:pt x="1366609" y="55251"/>
                </a:cubicBezTo>
                <a:lnTo>
                  <a:pt x="1366609" y="71703"/>
                </a:lnTo>
                <a:cubicBezTo>
                  <a:pt x="1366609" y="83174"/>
                  <a:pt x="1366872" y="90429"/>
                  <a:pt x="1367397" y="93468"/>
                </a:cubicBezTo>
                <a:cubicBezTo>
                  <a:pt x="1367923" y="96507"/>
                  <a:pt x="1368962" y="99420"/>
                  <a:pt x="1370516" y="102208"/>
                </a:cubicBezTo>
                <a:lnTo>
                  <a:pt x="1357629" y="102208"/>
                </a:lnTo>
                <a:cubicBezTo>
                  <a:pt x="1356349" y="99649"/>
                  <a:pt x="1355527" y="96655"/>
                  <a:pt x="1355161" y="93228"/>
                </a:cubicBezTo>
                <a:moveTo>
                  <a:pt x="1354133" y="65671"/>
                </a:moveTo>
                <a:cubicBezTo>
                  <a:pt x="1349654" y="67499"/>
                  <a:pt x="1342936" y="69053"/>
                  <a:pt x="1333979" y="70332"/>
                </a:cubicBezTo>
                <a:cubicBezTo>
                  <a:pt x="1328906" y="71063"/>
                  <a:pt x="1325319" y="71886"/>
                  <a:pt x="1323217" y="72800"/>
                </a:cubicBezTo>
                <a:cubicBezTo>
                  <a:pt x="1321115" y="73714"/>
                  <a:pt x="1319492" y="75051"/>
                  <a:pt x="1318350" y="76810"/>
                </a:cubicBezTo>
                <a:cubicBezTo>
                  <a:pt x="1317207" y="78570"/>
                  <a:pt x="1316636" y="80523"/>
                  <a:pt x="1316636" y="82671"/>
                </a:cubicBezTo>
                <a:cubicBezTo>
                  <a:pt x="1316636" y="85962"/>
                  <a:pt x="1317881" y="88704"/>
                  <a:pt x="1320372" y="90897"/>
                </a:cubicBezTo>
                <a:cubicBezTo>
                  <a:pt x="1322863" y="93091"/>
                  <a:pt x="1326507" y="94188"/>
                  <a:pt x="1331306" y="94188"/>
                </a:cubicBezTo>
                <a:cubicBezTo>
                  <a:pt x="1336058" y="94188"/>
                  <a:pt x="1340286" y="93148"/>
                  <a:pt x="1343987" y="91069"/>
                </a:cubicBezTo>
                <a:cubicBezTo>
                  <a:pt x="1347689" y="88989"/>
                  <a:pt x="1350408" y="86144"/>
                  <a:pt x="1352145" y="82534"/>
                </a:cubicBezTo>
                <a:cubicBezTo>
                  <a:pt x="1353470" y="79746"/>
                  <a:pt x="1354133" y="75633"/>
                  <a:pt x="1354133" y="70195"/>
                </a:cubicBezTo>
                <a:lnTo>
                  <a:pt x="1354133" y="65671"/>
                </a:lnTo>
                <a:close/>
                <a:moveTo>
                  <a:pt x="1432705" y="102208"/>
                </a:moveTo>
                <a:lnTo>
                  <a:pt x="1432705" y="93022"/>
                </a:lnTo>
                <a:cubicBezTo>
                  <a:pt x="1428089" y="100243"/>
                  <a:pt x="1421303" y="103853"/>
                  <a:pt x="1412346" y="103853"/>
                </a:cubicBezTo>
                <a:cubicBezTo>
                  <a:pt x="1406542" y="103853"/>
                  <a:pt x="1401206" y="102254"/>
                  <a:pt x="1396339" y="99055"/>
                </a:cubicBezTo>
                <a:cubicBezTo>
                  <a:pt x="1391472" y="95856"/>
                  <a:pt x="1387702" y="91388"/>
                  <a:pt x="1385028" y="85653"/>
                </a:cubicBezTo>
                <a:cubicBezTo>
                  <a:pt x="1382355" y="79918"/>
                  <a:pt x="1381018" y="73326"/>
                  <a:pt x="1381018" y="65876"/>
                </a:cubicBezTo>
                <a:cubicBezTo>
                  <a:pt x="1381018" y="58610"/>
                  <a:pt x="1382229" y="52018"/>
                  <a:pt x="1384651" y="46100"/>
                </a:cubicBezTo>
                <a:cubicBezTo>
                  <a:pt x="1387073" y="40182"/>
                  <a:pt x="1390707" y="35646"/>
                  <a:pt x="1395551" y="32493"/>
                </a:cubicBezTo>
                <a:cubicBezTo>
                  <a:pt x="1400395" y="29339"/>
                  <a:pt x="1405810" y="27763"/>
                  <a:pt x="1411797" y="27763"/>
                </a:cubicBezTo>
                <a:cubicBezTo>
                  <a:pt x="1416184" y="27763"/>
                  <a:pt x="1420092" y="28688"/>
                  <a:pt x="1423519" y="30539"/>
                </a:cubicBezTo>
                <a:cubicBezTo>
                  <a:pt x="1426947" y="32390"/>
                  <a:pt x="1429734" y="34801"/>
                  <a:pt x="1431882" y="37771"/>
                </a:cubicBezTo>
                <a:lnTo>
                  <a:pt x="1431882" y="1714"/>
                </a:lnTo>
                <a:lnTo>
                  <a:pt x="1444153" y="1714"/>
                </a:lnTo>
                <a:lnTo>
                  <a:pt x="1444153" y="102208"/>
                </a:lnTo>
                <a:lnTo>
                  <a:pt x="1432705" y="102208"/>
                </a:lnTo>
                <a:moveTo>
                  <a:pt x="1393700" y="65876"/>
                </a:moveTo>
                <a:cubicBezTo>
                  <a:pt x="1393700" y="75199"/>
                  <a:pt x="1395665" y="82169"/>
                  <a:pt x="1399595" y="86784"/>
                </a:cubicBezTo>
                <a:cubicBezTo>
                  <a:pt x="1403525" y="91400"/>
                  <a:pt x="1408164" y="93708"/>
                  <a:pt x="1413511" y="93708"/>
                </a:cubicBezTo>
                <a:cubicBezTo>
                  <a:pt x="1418903" y="93708"/>
                  <a:pt x="1423485" y="91503"/>
                  <a:pt x="1427255" y="87093"/>
                </a:cubicBezTo>
                <a:cubicBezTo>
                  <a:pt x="1431025" y="82683"/>
                  <a:pt x="1432911" y="75953"/>
                  <a:pt x="1432911" y="66905"/>
                </a:cubicBezTo>
                <a:cubicBezTo>
                  <a:pt x="1432911" y="56942"/>
                  <a:pt x="1430991" y="49630"/>
                  <a:pt x="1427152" y="44969"/>
                </a:cubicBezTo>
                <a:cubicBezTo>
                  <a:pt x="1423314" y="40307"/>
                  <a:pt x="1418584" y="37977"/>
                  <a:pt x="1412962" y="37977"/>
                </a:cubicBezTo>
                <a:cubicBezTo>
                  <a:pt x="1407478" y="37977"/>
                  <a:pt x="1402897" y="40216"/>
                  <a:pt x="1399218" y="44695"/>
                </a:cubicBezTo>
                <a:cubicBezTo>
                  <a:pt x="1395539" y="49173"/>
                  <a:pt x="1393700" y="56234"/>
                  <a:pt x="1393700" y="65876"/>
                </a:cubicBezTo>
                <a:close/>
                <a:moveTo>
                  <a:pt x="1483515" y="102208"/>
                </a:moveTo>
                <a:lnTo>
                  <a:pt x="1455821" y="29408"/>
                </a:lnTo>
                <a:lnTo>
                  <a:pt x="1468846" y="29408"/>
                </a:lnTo>
                <a:lnTo>
                  <a:pt x="1484475" y="73006"/>
                </a:lnTo>
                <a:cubicBezTo>
                  <a:pt x="1486166" y="77713"/>
                  <a:pt x="1487720" y="82603"/>
                  <a:pt x="1489136" y="87675"/>
                </a:cubicBezTo>
                <a:cubicBezTo>
                  <a:pt x="1490233" y="83837"/>
                  <a:pt x="1491764" y="79221"/>
                  <a:pt x="1493729" y="73828"/>
                </a:cubicBezTo>
                <a:lnTo>
                  <a:pt x="1509907" y="29408"/>
                </a:lnTo>
                <a:lnTo>
                  <a:pt x="1522589" y="29408"/>
                </a:lnTo>
                <a:lnTo>
                  <a:pt x="1495032" y="102208"/>
                </a:lnTo>
                <a:lnTo>
                  <a:pt x="1483515" y="102208"/>
                </a:lnTo>
                <a:close/>
                <a:moveTo>
                  <a:pt x="1580754" y="93228"/>
                </a:moveTo>
                <a:cubicBezTo>
                  <a:pt x="1576184" y="97112"/>
                  <a:pt x="1571785" y="99854"/>
                  <a:pt x="1567558" y="101454"/>
                </a:cubicBezTo>
                <a:cubicBezTo>
                  <a:pt x="1563331" y="103053"/>
                  <a:pt x="1558795" y="103853"/>
                  <a:pt x="1553951" y="103853"/>
                </a:cubicBezTo>
                <a:cubicBezTo>
                  <a:pt x="1545954" y="103853"/>
                  <a:pt x="1539807" y="101899"/>
                  <a:pt x="1535511" y="97992"/>
                </a:cubicBezTo>
                <a:cubicBezTo>
                  <a:pt x="1531215" y="94085"/>
                  <a:pt x="1529067" y="89092"/>
                  <a:pt x="1529067" y="83014"/>
                </a:cubicBezTo>
                <a:cubicBezTo>
                  <a:pt x="1529067" y="79449"/>
                  <a:pt x="1529879" y="76193"/>
                  <a:pt x="1531501" y="73246"/>
                </a:cubicBezTo>
                <a:cubicBezTo>
                  <a:pt x="1533123" y="70298"/>
                  <a:pt x="1535248" y="67933"/>
                  <a:pt x="1537876" y="66151"/>
                </a:cubicBezTo>
                <a:cubicBezTo>
                  <a:pt x="1540504" y="64368"/>
                  <a:pt x="1543463" y="63020"/>
                  <a:pt x="1546753" y="62106"/>
                </a:cubicBezTo>
                <a:cubicBezTo>
                  <a:pt x="1549175" y="61466"/>
                  <a:pt x="1552831" y="60849"/>
                  <a:pt x="1557721" y="60255"/>
                </a:cubicBezTo>
                <a:cubicBezTo>
                  <a:pt x="1567684" y="59067"/>
                  <a:pt x="1575019" y="57650"/>
                  <a:pt x="1579726" y="56005"/>
                </a:cubicBezTo>
                <a:cubicBezTo>
                  <a:pt x="1579772" y="54314"/>
                  <a:pt x="1579794" y="53240"/>
                  <a:pt x="1579794" y="52783"/>
                </a:cubicBezTo>
                <a:cubicBezTo>
                  <a:pt x="1579794" y="47756"/>
                  <a:pt x="1578629" y="44215"/>
                  <a:pt x="1576298" y="42158"/>
                </a:cubicBezTo>
                <a:cubicBezTo>
                  <a:pt x="1573145" y="39371"/>
                  <a:pt x="1568461" y="37977"/>
                  <a:pt x="1562246" y="37977"/>
                </a:cubicBezTo>
                <a:cubicBezTo>
                  <a:pt x="1556442" y="37977"/>
                  <a:pt x="1552157" y="38993"/>
                  <a:pt x="1549393" y="41027"/>
                </a:cubicBezTo>
                <a:cubicBezTo>
                  <a:pt x="1546628" y="43061"/>
                  <a:pt x="1544583" y="46660"/>
                  <a:pt x="1543257" y="51824"/>
                </a:cubicBezTo>
                <a:lnTo>
                  <a:pt x="1531193" y="50179"/>
                </a:lnTo>
                <a:cubicBezTo>
                  <a:pt x="1532289" y="45014"/>
                  <a:pt x="1534094" y="40844"/>
                  <a:pt x="1536608" y="37668"/>
                </a:cubicBezTo>
                <a:cubicBezTo>
                  <a:pt x="1539121" y="34492"/>
                  <a:pt x="1542755" y="32047"/>
                  <a:pt x="1547507" y="30333"/>
                </a:cubicBezTo>
                <a:cubicBezTo>
                  <a:pt x="1552260" y="28620"/>
                  <a:pt x="1557767" y="27763"/>
                  <a:pt x="1564028" y="27763"/>
                </a:cubicBezTo>
                <a:cubicBezTo>
                  <a:pt x="1570243" y="27763"/>
                  <a:pt x="1575293" y="28494"/>
                  <a:pt x="1579177" y="29956"/>
                </a:cubicBezTo>
                <a:cubicBezTo>
                  <a:pt x="1583062" y="31419"/>
                  <a:pt x="1585918" y="33258"/>
                  <a:pt x="1587746" y="35475"/>
                </a:cubicBezTo>
                <a:cubicBezTo>
                  <a:pt x="1589574" y="37691"/>
                  <a:pt x="1590854" y="40490"/>
                  <a:pt x="1591585" y="43872"/>
                </a:cubicBezTo>
                <a:cubicBezTo>
                  <a:pt x="1591996" y="45974"/>
                  <a:pt x="1592202" y="49767"/>
                  <a:pt x="1592202" y="55251"/>
                </a:cubicBezTo>
                <a:lnTo>
                  <a:pt x="1592202" y="71703"/>
                </a:lnTo>
                <a:cubicBezTo>
                  <a:pt x="1592202" y="83174"/>
                  <a:pt x="1592465" y="90429"/>
                  <a:pt x="1592990" y="93468"/>
                </a:cubicBezTo>
                <a:cubicBezTo>
                  <a:pt x="1593516" y="96507"/>
                  <a:pt x="1594555" y="99420"/>
                  <a:pt x="1596109" y="102208"/>
                </a:cubicBezTo>
                <a:lnTo>
                  <a:pt x="1583222" y="102208"/>
                </a:lnTo>
                <a:cubicBezTo>
                  <a:pt x="1581942" y="99649"/>
                  <a:pt x="1581120" y="96655"/>
                  <a:pt x="1580754" y="93228"/>
                </a:cubicBezTo>
                <a:moveTo>
                  <a:pt x="1579726" y="65671"/>
                </a:moveTo>
                <a:cubicBezTo>
                  <a:pt x="1575247" y="67499"/>
                  <a:pt x="1568529" y="69053"/>
                  <a:pt x="1559572" y="70332"/>
                </a:cubicBezTo>
                <a:cubicBezTo>
                  <a:pt x="1554499" y="71063"/>
                  <a:pt x="1550912" y="71886"/>
                  <a:pt x="1548810" y="72800"/>
                </a:cubicBezTo>
                <a:cubicBezTo>
                  <a:pt x="1546708" y="73714"/>
                  <a:pt x="1545085" y="75051"/>
                  <a:pt x="1543943" y="76810"/>
                </a:cubicBezTo>
                <a:cubicBezTo>
                  <a:pt x="1542800" y="78570"/>
                  <a:pt x="1542229" y="80523"/>
                  <a:pt x="1542229" y="82671"/>
                </a:cubicBezTo>
                <a:cubicBezTo>
                  <a:pt x="1542229" y="85962"/>
                  <a:pt x="1543474" y="88704"/>
                  <a:pt x="1545965" y="90897"/>
                </a:cubicBezTo>
                <a:cubicBezTo>
                  <a:pt x="1548456" y="93091"/>
                  <a:pt x="1552100" y="94188"/>
                  <a:pt x="1556899" y="94188"/>
                </a:cubicBezTo>
                <a:cubicBezTo>
                  <a:pt x="1561652" y="94188"/>
                  <a:pt x="1565879" y="93148"/>
                  <a:pt x="1569580" y="91069"/>
                </a:cubicBezTo>
                <a:cubicBezTo>
                  <a:pt x="1573282" y="88989"/>
                  <a:pt x="1576001" y="86144"/>
                  <a:pt x="1577738" y="82534"/>
                </a:cubicBezTo>
                <a:cubicBezTo>
                  <a:pt x="1579063" y="79746"/>
                  <a:pt x="1579726" y="75633"/>
                  <a:pt x="1579726" y="70195"/>
                </a:cubicBezTo>
                <a:lnTo>
                  <a:pt x="1579726" y="65671"/>
                </a:lnTo>
                <a:close/>
                <a:moveTo>
                  <a:pt x="1611067" y="102208"/>
                </a:moveTo>
                <a:lnTo>
                  <a:pt x="1611067" y="29408"/>
                </a:lnTo>
                <a:lnTo>
                  <a:pt x="1622172" y="29408"/>
                </a:lnTo>
                <a:lnTo>
                  <a:pt x="1622172" y="39759"/>
                </a:lnTo>
                <a:cubicBezTo>
                  <a:pt x="1627519" y="31761"/>
                  <a:pt x="1635243" y="27763"/>
                  <a:pt x="1645342" y="27763"/>
                </a:cubicBezTo>
                <a:cubicBezTo>
                  <a:pt x="1649729" y="27763"/>
                  <a:pt x="1653762" y="28551"/>
                  <a:pt x="1657441" y="30128"/>
                </a:cubicBezTo>
                <a:cubicBezTo>
                  <a:pt x="1661120" y="31704"/>
                  <a:pt x="1663874" y="33772"/>
                  <a:pt x="1665702" y="36331"/>
                </a:cubicBezTo>
                <a:cubicBezTo>
                  <a:pt x="1667530" y="38891"/>
                  <a:pt x="1668809" y="41930"/>
                  <a:pt x="1669540" y="45449"/>
                </a:cubicBezTo>
                <a:cubicBezTo>
                  <a:pt x="1669997" y="47734"/>
                  <a:pt x="1670226" y="51732"/>
                  <a:pt x="1670226" y="57445"/>
                </a:cubicBezTo>
                <a:lnTo>
                  <a:pt x="1670226" y="102208"/>
                </a:lnTo>
                <a:lnTo>
                  <a:pt x="1657887" y="102208"/>
                </a:lnTo>
                <a:lnTo>
                  <a:pt x="1657887" y="57925"/>
                </a:lnTo>
                <a:cubicBezTo>
                  <a:pt x="1657887" y="52898"/>
                  <a:pt x="1657407" y="49139"/>
                  <a:pt x="1656447" y="46648"/>
                </a:cubicBezTo>
                <a:cubicBezTo>
                  <a:pt x="1655488" y="44158"/>
                  <a:pt x="1653785" y="42170"/>
                  <a:pt x="1651340" y="40684"/>
                </a:cubicBezTo>
                <a:cubicBezTo>
                  <a:pt x="1648895" y="39199"/>
                  <a:pt x="1646028" y="38457"/>
                  <a:pt x="1642737" y="38457"/>
                </a:cubicBezTo>
                <a:cubicBezTo>
                  <a:pt x="1637482" y="38457"/>
                  <a:pt x="1632946" y="40125"/>
                  <a:pt x="1629130" y="43461"/>
                </a:cubicBezTo>
                <a:cubicBezTo>
                  <a:pt x="1625314" y="46797"/>
                  <a:pt x="1623406" y="53126"/>
                  <a:pt x="1623406" y="62449"/>
                </a:cubicBezTo>
                <a:lnTo>
                  <a:pt x="1623406" y="102208"/>
                </a:lnTo>
                <a:lnTo>
                  <a:pt x="1611067" y="102208"/>
                </a:lnTo>
                <a:close/>
                <a:moveTo>
                  <a:pt x="1736392" y="75542"/>
                </a:moveTo>
                <a:lnTo>
                  <a:pt x="1748525" y="77119"/>
                </a:lnTo>
                <a:cubicBezTo>
                  <a:pt x="1747200" y="85482"/>
                  <a:pt x="1743806" y="92028"/>
                  <a:pt x="1738345" y="96758"/>
                </a:cubicBezTo>
                <a:cubicBezTo>
                  <a:pt x="1732884" y="101488"/>
                  <a:pt x="1726178" y="103853"/>
                  <a:pt x="1718226" y="103853"/>
                </a:cubicBezTo>
                <a:cubicBezTo>
                  <a:pt x="1708263" y="103853"/>
                  <a:pt x="1700254" y="100597"/>
                  <a:pt x="1694199" y="94085"/>
                </a:cubicBezTo>
                <a:cubicBezTo>
                  <a:pt x="1688144" y="87573"/>
                  <a:pt x="1685116" y="78238"/>
                  <a:pt x="1685116" y="66082"/>
                </a:cubicBezTo>
                <a:cubicBezTo>
                  <a:pt x="1685116" y="58222"/>
                  <a:pt x="1686419" y="51344"/>
                  <a:pt x="1689024" y="45449"/>
                </a:cubicBezTo>
                <a:cubicBezTo>
                  <a:pt x="1691628" y="39553"/>
                  <a:pt x="1695593" y="35132"/>
                  <a:pt x="1700917" y="32184"/>
                </a:cubicBezTo>
                <a:cubicBezTo>
                  <a:pt x="1706241" y="29237"/>
                  <a:pt x="1712033" y="27763"/>
                  <a:pt x="1718294" y="27763"/>
                </a:cubicBezTo>
                <a:cubicBezTo>
                  <a:pt x="1726200" y="27763"/>
                  <a:pt x="1732667" y="29762"/>
                  <a:pt x="1737694" y="33761"/>
                </a:cubicBezTo>
                <a:cubicBezTo>
                  <a:pt x="1742721" y="37760"/>
                  <a:pt x="1745943" y="43438"/>
                  <a:pt x="1747360" y="50795"/>
                </a:cubicBezTo>
                <a:lnTo>
                  <a:pt x="1735363" y="52646"/>
                </a:lnTo>
                <a:cubicBezTo>
                  <a:pt x="1734221" y="47756"/>
                  <a:pt x="1732199" y="44078"/>
                  <a:pt x="1729297" y="41610"/>
                </a:cubicBezTo>
                <a:cubicBezTo>
                  <a:pt x="1726395" y="39142"/>
                  <a:pt x="1722887" y="37908"/>
                  <a:pt x="1718774" y="37908"/>
                </a:cubicBezTo>
                <a:cubicBezTo>
                  <a:pt x="1712559" y="37908"/>
                  <a:pt x="1707509" y="40136"/>
                  <a:pt x="1703625" y="44592"/>
                </a:cubicBezTo>
                <a:cubicBezTo>
                  <a:pt x="1699740" y="49047"/>
                  <a:pt x="1697798" y="56097"/>
                  <a:pt x="1697798" y="65739"/>
                </a:cubicBezTo>
                <a:cubicBezTo>
                  <a:pt x="1697798" y="75519"/>
                  <a:pt x="1699672" y="82626"/>
                  <a:pt x="1703419" y="87058"/>
                </a:cubicBezTo>
                <a:cubicBezTo>
                  <a:pt x="1707166" y="91491"/>
                  <a:pt x="1712056" y="93708"/>
                  <a:pt x="1718089" y="93708"/>
                </a:cubicBezTo>
                <a:cubicBezTo>
                  <a:pt x="1722933" y="93708"/>
                  <a:pt x="1726977" y="92223"/>
                  <a:pt x="1730222" y="89252"/>
                </a:cubicBezTo>
                <a:cubicBezTo>
                  <a:pt x="1733467" y="86282"/>
                  <a:pt x="1735523" y="81712"/>
                  <a:pt x="1736392" y="75542"/>
                </a:cubicBezTo>
                <a:close/>
                <a:moveTo>
                  <a:pt x="1808678" y="78764"/>
                </a:moveTo>
                <a:lnTo>
                  <a:pt x="1821428" y="80341"/>
                </a:lnTo>
                <a:cubicBezTo>
                  <a:pt x="1819418" y="87790"/>
                  <a:pt x="1815693" y="93571"/>
                  <a:pt x="1810255" y="97684"/>
                </a:cubicBezTo>
                <a:cubicBezTo>
                  <a:pt x="1804816" y="101797"/>
                  <a:pt x="1797870" y="103853"/>
                  <a:pt x="1789416" y="103853"/>
                </a:cubicBezTo>
                <a:cubicBezTo>
                  <a:pt x="1778768" y="103853"/>
                  <a:pt x="1770324" y="100574"/>
                  <a:pt x="1764086" y="94016"/>
                </a:cubicBezTo>
                <a:cubicBezTo>
                  <a:pt x="1757848" y="87458"/>
                  <a:pt x="1754729" y="78261"/>
                  <a:pt x="1754729" y="66425"/>
                </a:cubicBezTo>
                <a:cubicBezTo>
                  <a:pt x="1754729" y="54177"/>
                  <a:pt x="1757883" y="44672"/>
                  <a:pt x="1764189" y="37908"/>
                </a:cubicBezTo>
                <a:cubicBezTo>
                  <a:pt x="1770496" y="31145"/>
                  <a:pt x="1778676" y="27763"/>
                  <a:pt x="1788730" y="27763"/>
                </a:cubicBezTo>
                <a:cubicBezTo>
                  <a:pt x="1798464" y="27763"/>
                  <a:pt x="1806416" y="31076"/>
                  <a:pt x="1812585" y="37702"/>
                </a:cubicBezTo>
                <a:cubicBezTo>
                  <a:pt x="1818755" y="44329"/>
                  <a:pt x="1821840" y="53652"/>
                  <a:pt x="1821840" y="65671"/>
                </a:cubicBezTo>
                <a:cubicBezTo>
                  <a:pt x="1821840" y="66402"/>
                  <a:pt x="1821817" y="67499"/>
                  <a:pt x="1821771" y="68961"/>
                </a:cubicBezTo>
                <a:lnTo>
                  <a:pt x="1767480" y="68961"/>
                </a:lnTo>
                <a:cubicBezTo>
                  <a:pt x="1767937" y="76959"/>
                  <a:pt x="1770199" y="83083"/>
                  <a:pt x="1774266" y="87333"/>
                </a:cubicBezTo>
                <a:cubicBezTo>
                  <a:pt x="1778333" y="91583"/>
                  <a:pt x="1783406" y="93708"/>
                  <a:pt x="1789484" y="93708"/>
                </a:cubicBezTo>
                <a:cubicBezTo>
                  <a:pt x="1794008" y="93708"/>
                  <a:pt x="1797870" y="92520"/>
                  <a:pt x="1801069" y="90143"/>
                </a:cubicBezTo>
                <a:cubicBezTo>
                  <a:pt x="1804268" y="87767"/>
                  <a:pt x="1806804" y="83974"/>
                  <a:pt x="1808678" y="78764"/>
                </a:cubicBezTo>
                <a:moveTo>
                  <a:pt x="1768165" y="58816"/>
                </a:moveTo>
                <a:lnTo>
                  <a:pt x="1808815" y="58816"/>
                </a:lnTo>
                <a:cubicBezTo>
                  <a:pt x="1808267" y="52692"/>
                  <a:pt x="1806713" y="48099"/>
                  <a:pt x="1804154" y="45037"/>
                </a:cubicBezTo>
                <a:cubicBezTo>
                  <a:pt x="1800224" y="40285"/>
                  <a:pt x="1795128" y="37908"/>
                  <a:pt x="1788867" y="37908"/>
                </a:cubicBezTo>
                <a:cubicBezTo>
                  <a:pt x="1783200" y="37908"/>
                  <a:pt x="1778436" y="39805"/>
                  <a:pt x="1774575" y="43598"/>
                </a:cubicBezTo>
                <a:cubicBezTo>
                  <a:pt x="1770713" y="47391"/>
                  <a:pt x="1768576" y="52464"/>
                  <a:pt x="1768165" y="58816"/>
                </a:cubicBezTo>
                <a:close/>
                <a:moveTo>
                  <a:pt x="1831724" y="80478"/>
                </a:moveTo>
                <a:lnTo>
                  <a:pt x="1843926" y="78558"/>
                </a:lnTo>
                <a:cubicBezTo>
                  <a:pt x="1844612" y="83448"/>
                  <a:pt x="1846520" y="87196"/>
                  <a:pt x="1849650" y="89800"/>
                </a:cubicBezTo>
                <a:cubicBezTo>
                  <a:pt x="1852780" y="92405"/>
                  <a:pt x="1857156" y="93708"/>
                  <a:pt x="1862777" y="93708"/>
                </a:cubicBezTo>
                <a:cubicBezTo>
                  <a:pt x="1868444" y="93708"/>
                  <a:pt x="1872648" y="92554"/>
                  <a:pt x="1875390" y="90246"/>
                </a:cubicBezTo>
                <a:cubicBezTo>
                  <a:pt x="1878132" y="87938"/>
                  <a:pt x="1879503" y="85230"/>
                  <a:pt x="1879503" y="82123"/>
                </a:cubicBezTo>
                <a:cubicBezTo>
                  <a:pt x="1879503" y="79335"/>
                  <a:pt x="1878292" y="77142"/>
                  <a:pt x="1875870" y="75542"/>
                </a:cubicBezTo>
                <a:cubicBezTo>
                  <a:pt x="1874179" y="74445"/>
                  <a:pt x="1869975" y="73051"/>
                  <a:pt x="1863257" y="71360"/>
                </a:cubicBezTo>
                <a:cubicBezTo>
                  <a:pt x="1854209" y="69075"/>
                  <a:pt x="1847936" y="67099"/>
                  <a:pt x="1844440" y="65431"/>
                </a:cubicBezTo>
                <a:cubicBezTo>
                  <a:pt x="1840944" y="63763"/>
                  <a:pt x="1838294" y="61455"/>
                  <a:pt x="1836488" y="58507"/>
                </a:cubicBezTo>
                <a:cubicBezTo>
                  <a:pt x="1834683" y="55560"/>
                  <a:pt x="1833781" y="52304"/>
                  <a:pt x="1833781" y="48739"/>
                </a:cubicBezTo>
                <a:cubicBezTo>
                  <a:pt x="1833781" y="45494"/>
                  <a:pt x="1834523" y="42490"/>
                  <a:pt x="1836009" y="39725"/>
                </a:cubicBezTo>
                <a:cubicBezTo>
                  <a:pt x="1837494" y="36960"/>
                  <a:pt x="1839516" y="34663"/>
                  <a:pt x="1842075" y="32835"/>
                </a:cubicBezTo>
                <a:cubicBezTo>
                  <a:pt x="1843995" y="31419"/>
                  <a:pt x="1846611" y="30219"/>
                  <a:pt x="1849924" y="29237"/>
                </a:cubicBezTo>
                <a:cubicBezTo>
                  <a:pt x="1853237" y="28254"/>
                  <a:pt x="1856791" y="27763"/>
                  <a:pt x="1860584" y="27763"/>
                </a:cubicBezTo>
                <a:cubicBezTo>
                  <a:pt x="1866296" y="27763"/>
                  <a:pt x="1871312" y="28585"/>
                  <a:pt x="1875630" y="30231"/>
                </a:cubicBezTo>
                <a:cubicBezTo>
                  <a:pt x="1879949" y="31876"/>
                  <a:pt x="1883137" y="34104"/>
                  <a:pt x="1885193" y="36914"/>
                </a:cubicBezTo>
                <a:cubicBezTo>
                  <a:pt x="1887250" y="39725"/>
                  <a:pt x="1888666" y="43484"/>
                  <a:pt x="1889443" y="48191"/>
                </a:cubicBezTo>
                <a:lnTo>
                  <a:pt x="1877378" y="49836"/>
                </a:lnTo>
                <a:cubicBezTo>
                  <a:pt x="1876830" y="46088"/>
                  <a:pt x="1875242" y="43164"/>
                  <a:pt x="1872614" y="41061"/>
                </a:cubicBezTo>
                <a:cubicBezTo>
                  <a:pt x="1869986" y="38959"/>
                  <a:pt x="1866273" y="37908"/>
                  <a:pt x="1861475" y="37908"/>
                </a:cubicBezTo>
                <a:cubicBezTo>
                  <a:pt x="1855808" y="37908"/>
                  <a:pt x="1851764" y="38845"/>
                  <a:pt x="1849342" y="40719"/>
                </a:cubicBezTo>
                <a:cubicBezTo>
                  <a:pt x="1846919" y="42592"/>
                  <a:pt x="1845708" y="44786"/>
                  <a:pt x="1845708" y="47299"/>
                </a:cubicBezTo>
                <a:cubicBezTo>
                  <a:pt x="1845708" y="48899"/>
                  <a:pt x="1846211" y="50338"/>
                  <a:pt x="1847216" y="51618"/>
                </a:cubicBezTo>
                <a:cubicBezTo>
                  <a:pt x="1848222" y="52943"/>
                  <a:pt x="1849799" y="54040"/>
                  <a:pt x="1851946" y="54908"/>
                </a:cubicBezTo>
                <a:cubicBezTo>
                  <a:pt x="1853180" y="55365"/>
                  <a:pt x="1856813" y="56417"/>
                  <a:pt x="1862846" y="58062"/>
                </a:cubicBezTo>
                <a:cubicBezTo>
                  <a:pt x="1871575" y="60392"/>
                  <a:pt x="1877664" y="62300"/>
                  <a:pt x="1881114" y="63786"/>
                </a:cubicBezTo>
                <a:cubicBezTo>
                  <a:pt x="1884565" y="65271"/>
                  <a:pt x="1887272" y="67430"/>
                  <a:pt x="1889238" y="70264"/>
                </a:cubicBezTo>
                <a:cubicBezTo>
                  <a:pt x="1891203" y="73097"/>
                  <a:pt x="1892185" y="76616"/>
                  <a:pt x="1892185" y="80820"/>
                </a:cubicBezTo>
                <a:cubicBezTo>
                  <a:pt x="1892185" y="84933"/>
                  <a:pt x="1890986" y="88806"/>
                  <a:pt x="1888586" y="92440"/>
                </a:cubicBezTo>
                <a:cubicBezTo>
                  <a:pt x="1886187" y="96073"/>
                  <a:pt x="1882725" y="98883"/>
                  <a:pt x="1878201" y="100871"/>
                </a:cubicBezTo>
                <a:cubicBezTo>
                  <a:pt x="1873677" y="102859"/>
                  <a:pt x="1868558" y="103853"/>
                  <a:pt x="1862846" y="103853"/>
                </a:cubicBezTo>
                <a:cubicBezTo>
                  <a:pt x="1853386" y="103853"/>
                  <a:pt x="1846177" y="101888"/>
                  <a:pt x="1841218" y="97958"/>
                </a:cubicBezTo>
                <a:cubicBezTo>
                  <a:pt x="1836260" y="94028"/>
                  <a:pt x="1833095" y="88201"/>
                  <a:pt x="1831724" y="80478"/>
                </a:cubicBezTo>
                <a:close/>
                <a:moveTo>
                  <a:pt x="1972067" y="91171"/>
                </a:moveTo>
                <a:lnTo>
                  <a:pt x="1973849" y="102071"/>
                </a:lnTo>
                <a:cubicBezTo>
                  <a:pt x="1970376" y="102802"/>
                  <a:pt x="1967268" y="103168"/>
                  <a:pt x="1964526" y="103168"/>
                </a:cubicBezTo>
                <a:cubicBezTo>
                  <a:pt x="1960048" y="103168"/>
                  <a:pt x="1956574" y="102459"/>
                  <a:pt x="1954107" y="101043"/>
                </a:cubicBezTo>
                <a:cubicBezTo>
                  <a:pt x="1951639" y="99626"/>
                  <a:pt x="1949902" y="97764"/>
                  <a:pt x="1948897" y="95456"/>
                </a:cubicBezTo>
                <a:cubicBezTo>
                  <a:pt x="1947891" y="93148"/>
                  <a:pt x="1947389" y="88292"/>
                  <a:pt x="1947389" y="80889"/>
                </a:cubicBezTo>
                <a:lnTo>
                  <a:pt x="1947389" y="39005"/>
                </a:lnTo>
                <a:lnTo>
                  <a:pt x="1938340" y="39005"/>
                </a:lnTo>
                <a:lnTo>
                  <a:pt x="1938340" y="29408"/>
                </a:lnTo>
                <a:lnTo>
                  <a:pt x="1947389" y="29408"/>
                </a:lnTo>
                <a:lnTo>
                  <a:pt x="1947389" y="11379"/>
                </a:lnTo>
                <a:lnTo>
                  <a:pt x="1959659" y="3976"/>
                </a:lnTo>
                <a:lnTo>
                  <a:pt x="1959659" y="29408"/>
                </a:lnTo>
                <a:lnTo>
                  <a:pt x="1972067" y="29408"/>
                </a:lnTo>
                <a:lnTo>
                  <a:pt x="1972067" y="39005"/>
                </a:lnTo>
                <a:lnTo>
                  <a:pt x="1959659" y="39005"/>
                </a:lnTo>
                <a:lnTo>
                  <a:pt x="1959659" y="81574"/>
                </a:lnTo>
                <a:cubicBezTo>
                  <a:pt x="1959659" y="85093"/>
                  <a:pt x="1959876" y="87355"/>
                  <a:pt x="1960310" y="88361"/>
                </a:cubicBezTo>
                <a:cubicBezTo>
                  <a:pt x="1960744" y="89366"/>
                  <a:pt x="1961453" y="90166"/>
                  <a:pt x="1962435" y="90760"/>
                </a:cubicBezTo>
                <a:cubicBezTo>
                  <a:pt x="1963418" y="91354"/>
                  <a:pt x="1964823" y="91651"/>
                  <a:pt x="1966651" y="91651"/>
                </a:cubicBezTo>
                <a:cubicBezTo>
                  <a:pt x="1968022" y="91651"/>
                  <a:pt x="1969827" y="91491"/>
                  <a:pt x="1972067" y="91171"/>
                </a:cubicBezTo>
                <a:close/>
                <a:moveTo>
                  <a:pt x="1979042" y="65808"/>
                </a:moveTo>
                <a:cubicBezTo>
                  <a:pt x="1979042" y="52326"/>
                  <a:pt x="1982790" y="42341"/>
                  <a:pt x="1990285" y="35852"/>
                </a:cubicBezTo>
                <a:cubicBezTo>
                  <a:pt x="1996546" y="30459"/>
                  <a:pt x="2004177" y="27763"/>
                  <a:pt x="2013180" y="27763"/>
                </a:cubicBezTo>
                <a:cubicBezTo>
                  <a:pt x="2023189" y="27763"/>
                  <a:pt x="2031369" y="31042"/>
                  <a:pt x="2037721" y="37600"/>
                </a:cubicBezTo>
                <a:cubicBezTo>
                  <a:pt x="2044073" y="44158"/>
                  <a:pt x="2047250" y="53218"/>
                  <a:pt x="2047250" y="64780"/>
                </a:cubicBezTo>
                <a:cubicBezTo>
                  <a:pt x="2047250" y="74148"/>
                  <a:pt x="2045844" y="81517"/>
                  <a:pt x="2043034" y="86887"/>
                </a:cubicBezTo>
                <a:cubicBezTo>
                  <a:pt x="2040223" y="92257"/>
                  <a:pt x="2036133" y="96427"/>
                  <a:pt x="2030763" y="99397"/>
                </a:cubicBezTo>
                <a:cubicBezTo>
                  <a:pt x="2025394" y="102368"/>
                  <a:pt x="2019533" y="103853"/>
                  <a:pt x="2013180" y="103853"/>
                </a:cubicBezTo>
                <a:cubicBezTo>
                  <a:pt x="2002989" y="103853"/>
                  <a:pt x="1994752" y="100586"/>
                  <a:pt x="1988468" y="94051"/>
                </a:cubicBezTo>
                <a:cubicBezTo>
                  <a:pt x="1982184" y="87515"/>
                  <a:pt x="1979042" y="78101"/>
                  <a:pt x="1979042" y="65808"/>
                </a:cubicBezTo>
                <a:moveTo>
                  <a:pt x="1991724" y="65808"/>
                </a:moveTo>
                <a:cubicBezTo>
                  <a:pt x="1991724" y="75131"/>
                  <a:pt x="1993758" y="82111"/>
                  <a:pt x="1997825" y="86750"/>
                </a:cubicBezTo>
                <a:cubicBezTo>
                  <a:pt x="2001892" y="91388"/>
                  <a:pt x="2007011" y="93708"/>
                  <a:pt x="2013180" y="93708"/>
                </a:cubicBezTo>
                <a:cubicBezTo>
                  <a:pt x="2019304" y="93708"/>
                  <a:pt x="2024400" y="91377"/>
                  <a:pt x="2028467" y="86716"/>
                </a:cubicBezTo>
                <a:cubicBezTo>
                  <a:pt x="2032534" y="82054"/>
                  <a:pt x="2034568" y="74948"/>
                  <a:pt x="2034568" y="65397"/>
                </a:cubicBezTo>
                <a:cubicBezTo>
                  <a:pt x="2034568" y="56394"/>
                  <a:pt x="2032523" y="49573"/>
                  <a:pt x="2028433" y="44934"/>
                </a:cubicBezTo>
                <a:cubicBezTo>
                  <a:pt x="2024343" y="40296"/>
                  <a:pt x="2019258" y="37977"/>
                  <a:pt x="2013180" y="37977"/>
                </a:cubicBezTo>
                <a:cubicBezTo>
                  <a:pt x="2007011" y="37977"/>
                  <a:pt x="2001892" y="40285"/>
                  <a:pt x="1997825" y="44900"/>
                </a:cubicBezTo>
                <a:cubicBezTo>
                  <a:pt x="1993758" y="49516"/>
                  <a:pt x="1991724" y="56485"/>
                  <a:pt x="1991724" y="65808"/>
                </a:cubicBezTo>
                <a:close/>
                <a:moveTo>
                  <a:pt x="2074889" y="102208"/>
                </a:moveTo>
                <a:lnTo>
                  <a:pt x="2052611" y="29408"/>
                </a:lnTo>
                <a:lnTo>
                  <a:pt x="2065361" y="29408"/>
                </a:lnTo>
                <a:lnTo>
                  <a:pt x="2076946" y="71429"/>
                </a:lnTo>
                <a:lnTo>
                  <a:pt x="2081265" y="87058"/>
                </a:lnTo>
                <a:cubicBezTo>
                  <a:pt x="2081447" y="86282"/>
                  <a:pt x="2082704" y="81277"/>
                  <a:pt x="2085035" y="72046"/>
                </a:cubicBezTo>
                <a:lnTo>
                  <a:pt x="2096620" y="29408"/>
                </a:lnTo>
                <a:lnTo>
                  <a:pt x="2109301" y="29408"/>
                </a:lnTo>
                <a:lnTo>
                  <a:pt x="2120201" y="71635"/>
                </a:lnTo>
                <a:lnTo>
                  <a:pt x="2123834" y="85550"/>
                </a:lnTo>
                <a:lnTo>
                  <a:pt x="2128016" y="71498"/>
                </a:lnTo>
                <a:lnTo>
                  <a:pt x="2140492" y="29408"/>
                </a:lnTo>
                <a:lnTo>
                  <a:pt x="2152488" y="29408"/>
                </a:lnTo>
                <a:lnTo>
                  <a:pt x="2129729" y="102208"/>
                </a:lnTo>
                <a:lnTo>
                  <a:pt x="2116910" y="102208"/>
                </a:lnTo>
                <a:lnTo>
                  <a:pt x="2105326" y="58610"/>
                </a:lnTo>
                <a:lnTo>
                  <a:pt x="2102515" y="46203"/>
                </a:lnTo>
                <a:lnTo>
                  <a:pt x="2087777" y="102208"/>
                </a:lnTo>
                <a:lnTo>
                  <a:pt x="2074889" y="102208"/>
                </a:lnTo>
                <a:close/>
                <a:moveTo>
                  <a:pt x="2210363" y="93228"/>
                </a:moveTo>
                <a:cubicBezTo>
                  <a:pt x="2205793" y="97112"/>
                  <a:pt x="2201394" y="99854"/>
                  <a:pt x="2197167" y="101454"/>
                </a:cubicBezTo>
                <a:cubicBezTo>
                  <a:pt x="2192939" y="103053"/>
                  <a:pt x="2188404" y="103853"/>
                  <a:pt x="2183559" y="103853"/>
                </a:cubicBezTo>
                <a:cubicBezTo>
                  <a:pt x="2175562" y="103853"/>
                  <a:pt x="2169415" y="101899"/>
                  <a:pt x="2165120" y="97992"/>
                </a:cubicBezTo>
                <a:cubicBezTo>
                  <a:pt x="2160824" y="94085"/>
                  <a:pt x="2158676" y="89092"/>
                  <a:pt x="2158676" y="83014"/>
                </a:cubicBezTo>
                <a:cubicBezTo>
                  <a:pt x="2158676" y="79449"/>
                  <a:pt x="2159487" y="76193"/>
                  <a:pt x="2161109" y="73246"/>
                </a:cubicBezTo>
                <a:cubicBezTo>
                  <a:pt x="2162732" y="70298"/>
                  <a:pt x="2164857" y="67933"/>
                  <a:pt x="2167485" y="66151"/>
                </a:cubicBezTo>
                <a:cubicBezTo>
                  <a:pt x="2170112" y="64368"/>
                  <a:pt x="2173071" y="63020"/>
                  <a:pt x="2176362" y="62106"/>
                </a:cubicBezTo>
                <a:cubicBezTo>
                  <a:pt x="2178784" y="61466"/>
                  <a:pt x="2182440" y="60849"/>
                  <a:pt x="2187330" y="60255"/>
                </a:cubicBezTo>
                <a:cubicBezTo>
                  <a:pt x="2197292" y="59067"/>
                  <a:pt x="2204627" y="57650"/>
                  <a:pt x="2209334" y="56005"/>
                </a:cubicBezTo>
                <a:cubicBezTo>
                  <a:pt x="2209380" y="54314"/>
                  <a:pt x="2209403" y="53240"/>
                  <a:pt x="2209403" y="52783"/>
                </a:cubicBezTo>
                <a:cubicBezTo>
                  <a:pt x="2209403" y="47756"/>
                  <a:pt x="2208237" y="44215"/>
                  <a:pt x="2205907" y="42158"/>
                </a:cubicBezTo>
                <a:cubicBezTo>
                  <a:pt x="2202753" y="39371"/>
                  <a:pt x="2198069" y="37977"/>
                  <a:pt x="2191854" y="37977"/>
                </a:cubicBezTo>
                <a:cubicBezTo>
                  <a:pt x="2186050" y="37977"/>
                  <a:pt x="2181766" y="38993"/>
                  <a:pt x="2179001" y="41027"/>
                </a:cubicBezTo>
                <a:cubicBezTo>
                  <a:pt x="2176236" y="43061"/>
                  <a:pt x="2174191" y="46660"/>
                  <a:pt x="2172866" y="51824"/>
                </a:cubicBezTo>
                <a:lnTo>
                  <a:pt x="2160801" y="50179"/>
                </a:lnTo>
                <a:cubicBezTo>
                  <a:pt x="2161898" y="45014"/>
                  <a:pt x="2163703" y="40844"/>
                  <a:pt x="2166216" y="37668"/>
                </a:cubicBezTo>
                <a:cubicBezTo>
                  <a:pt x="2168730" y="34492"/>
                  <a:pt x="2172363" y="32047"/>
                  <a:pt x="2177116" y="30333"/>
                </a:cubicBezTo>
                <a:cubicBezTo>
                  <a:pt x="2181869" y="28620"/>
                  <a:pt x="2187375" y="27763"/>
                  <a:pt x="2193636" y="27763"/>
                </a:cubicBezTo>
                <a:cubicBezTo>
                  <a:pt x="2199852" y="27763"/>
                  <a:pt x="2204901" y="28494"/>
                  <a:pt x="2208786" y="29956"/>
                </a:cubicBezTo>
                <a:cubicBezTo>
                  <a:pt x="2212670" y="31419"/>
                  <a:pt x="2215527" y="33258"/>
                  <a:pt x="2217355" y="35475"/>
                </a:cubicBezTo>
                <a:cubicBezTo>
                  <a:pt x="2219183" y="37691"/>
                  <a:pt x="2220462" y="40490"/>
                  <a:pt x="2221193" y="43872"/>
                </a:cubicBezTo>
                <a:cubicBezTo>
                  <a:pt x="2221605" y="45974"/>
                  <a:pt x="2221810" y="49767"/>
                  <a:pt x="2221810" y="55251"/>
                </a:cubicBezTo>
                <a:lnTo>
                  <a:pt x="2221810" y="71703"/>
                </a:lnTo>
                <a:cubicBezTo>
                  <a:pt x="2221810" y="83174"/>
                  <a:pt x="2222073" y="90429"/>
                  <a:pt x="2222599" y="93468"/>
                </a:cubicBezTo>
                <a:cubicBezTo>
                  <a:pt x="2223124" y="96507"/>
                  <a:pt x="2224164" y="99420"/>
                  <a:pt x="2225718" y="102208"/>
                </a:cubicBezTo>
                <a:lnTo>
                  <a:pt x="2212830" y="102208"/>
                </a:lnTo>
                <a:cubicBezTo>
                  <a:pt x="2211551" y="99649"/>
                  <a:pt x="2210728" y="96655"/>
                  <a:pt x="2210363" y="93228"/>
                </a:cubicBezTo>
                <a:moveTo>
                  <a:pt x="2209334" y="65671"/>
                </a:moveTo>
                <a:cubicBezTo>
                  <a:pt x="2204856" y="67499"/>
                  <a:pt x="2198138" y="69053"/>
                  <a:pt x="2189181" y="70332"/>
                </a:cubicBezTo>
                <a:cubicBezTo>
                  <a:pt x="2184108" y="71063"/>
                  <a:pt x="2180520" y="71886"/>
                  <a:pt x="2178418" y="72800"/>
                </a:cubicBezTo>
                <a:cubicBezTo>
                  <a:pt x="2176316" y="73714"/>
                  <a:pt x="2174694" y="75051"/>
                  <a:pt x="2173551" y="76810"/>
                </a:cubicBezTo>
                <a:cubicBezTo>
                  <a:pt x="2172409" y="78570"/>
                  <a:pt x="2171837" y="80523"/>
                  <a:pt x="2171837" y="82671"/>
                </a:cubicBezTo>
                <a:cubicBezTo>
                  <a:pt x="2171837" y="85962"/>
                  <a:pt x="2173083" y="88704"/>
                  <a:pt x="2175573" y="90897"/>
                </a:cubicBezTo>
                <a:cubicBezTo>
                  <a:pt x="2178064" y="93091"/>
                  <a:pt x="2181709" y="94188"/>
                  <a:pt x="2186507" y="94188"/>
                </a:cubicBezTo>
                <a:cubicBezTo>
                  <a:pt x="2191260" y="94188"/>
                  <a:pt x="2195487" y="93148"/>
                  <a:pt x="2199189" y="91069"/>
                </a:cubicBezTo>
                <a:cubicBezTo>
                  <a:pt x="2202891" y="88989"/>
                  <a:pt x="2205610" y="86144"/>
                  <a:pt x="2207346" y="82534"/>
                </a:cubicBezTo>
                <a:cubicBezTo>
                  <a:pt x="2208672" y="79746"/>
                  <a:pt x="2209334" y="75633"/>
                  <a:pt x="2209334" y="70195"/>
                </a:cubicBezTo>
                <a:lnTo>
                  <a:pt x="2209334" y="65671"/>
                </a:lnTo>
                <a:close/>
                <a:moveTo>
                  <a:pt x="2240539" y="102208"/>
                </a:moveTo>
                <a:lnTo>
                  <a:pt x="2240539" y="29408"/>
                </a:lnTo>
                <a:lnTo>
                  <a:pt x="2251644" y="29408"/>
                </a:lnTo>
                <a:lnTo>
                  <a:pt x="2251644" y="40444"/>
                </a:lnTo>
                <a:cubicBezTo>
                  <a:pt x="2254477" y="35280"/>
                  <a:pt x="2257093" y="31876"/>
                  <a:pt x="2259493" y="30231"/>
                </a:cubicBezTo>
                <a:cubicBezTo>
                  <a:pt x="2261892" y="28585"/>
                  <a:pt x="2264531" y="27763"/>
                  <a:pt x="2267410" y="27763"/>
                </a:cubicBezTo>
                <a:cubicBezTo>
                  <a:pt x="2271569" y="27763"/>
                  <a:pt x="2275796" y="29088"/>
                  <a:pt x="2280092" y="31739"/>
                </a:cubicBezTo>
                <a:lnTo>
                  <a:pt x="2275842" y="43186"/>
                </a:lnTo>
                <a:cubicBezTo>
                  <a:pt x="2272826" y="41404"/>
                  <a:pt x="2269809" y="40513"/>
                  <a:pt x="2266793" y="40513"/>
                </a:cubicBezTo>
                <a:cubicBezTo>
                  <a:pt x="2264097" y="40513"/>
                  <a:pt x="2261675" y="41324"/>
                  <a:pt x="2259527" y="42947"/>
                </a:cubicBezTo>
                <a:cubicBezTo>
                  <a:pt x="2257379" y="44569"/>
                  <a:pt x="2255848" y="46820"/>
                  <a:pt x="2254934" y="49699"/>
                </a:cubicBezTo>
                <a:cubicBezTo>
                  <a:pt x="2253563" y="54086"/>
                  <a:pt x="2252878" y="58884"/>
                  <a:pt x="2252878" y="64094"/>
                </a:cubicBezTo>
                <a:lnTo>
                  <a:pt x="2252878" y="102208"/>
                </a:lnTo>
                <a:lnTo>
                  <a:pt x="2240539" y="102208"/>
                </a:lnTo>
                <a:close/>
                <a:moveTo>
                  <a:pt x="2334278" y="102208"/>
                </a:moveTo>
                <a:lnTo>
                  <a:pt x="2334278" y="93022"/>
                </a:lnTo>
                <a:cubicBezTo>
                  <a:pt x="2329662" y="100243"/>
                  <a:pt x="2322876" y="103853"/>
                  <a:pt x="2313919" y="103853"/>
                </a:cubicBezTo>
                <a:cubicBezTo>
                  <a:pt x="2308115" y="103853"/>
                  <a:pt x="2302779" y="102254"/>
                  <a:pt x="2297912" y="99055"/>
                </a:cubicBezTo>
                <a:cubicBezTo>
                  <a:pt x="2293045" y="95856"/>
                  <a:pt x="2289275" y="91388"/>
                  <a:pt x="2286602" y="85653"/>
                </a:cubicBezTo>
                <a:cubicBezTo>
                  <a:pt x="2283928" y="79918"/>
                  <a:pt x="2282591" y="73326"/>
                  <a:pt x="2282591" y="65876"/>
                </a:cubicBezTo>
                <a:cubicBezTo>
                  <a:pt x="2282591" y="58610"/>
                  <a:pt x="2283803" y="52018"/>
                  <a:pt x="2286225" y="46100"/>
                </a:cubicBezTo>
                <a:cubicBezTo>
                  <a:pt x="2288647" y="40182"/>
                  <a:pt x="2292280" y="35646"/>
                  <a:pt x="2297124" y="32493"/>
                </a:cubicBezTo>
                <a:cubicBezTo>
                  <a:pt x="2301968" y="29339"/>
                  <a:pt x="2307384" y="27763"/>
                  <a:pt x="2313370" y="27763"/>
                </a:cubicBezTo>
                <a:cubicBezTo>
                  <a:pt x="2317758" y="27763"/>
                  <a:pt x="2321665" y="28688"/>
                  <a:pt x="2325092" y="30539"/>
                </a:cubicBezTo>
                <a:cubicBezTo>
                  <a:pt x="2328520" y="32390"/>
                  <a:pt x="2331308" y="34801"/>
                  <a:pt x="2333456" y="37771"/>
                </a:cubicBezTo>
                <a:lnTo>
                  <a:pt x="2333456" y="1714"/>
                </a:lnTo>
                <a:lnTo>
                  <a:pt x="2345726" y="1714"/>
                </a:lnTo>
                <a:lnTo>
                  <a:pt x="2345726" y="102208"/>
                </a:lnTo>
                <a:lnTo>
                  <a:pt x="2334278" y="102208"/>
                </a:lnTo>
                <a:moveTo>
                  <a:pt x="2295273" y="65876"/>
                </a:moveTo>
                <a:cubicBezTo>
                  <a:pt x="2295273" y="75199"/>
                  <a:pt x="2297238" y="82169"/>
                  <a:pt x="2301168" y="86784"/>
                </a:cubicBezTo>
                <a:cubicBezTo>
                  <a:pt x="2305099" y="91400"/>
                  <a:pt x="2309737" y="93708"/>
                  <a:pt x="2315084" y="93708"/>
                </a:cubicBezTo>
                <a:cubicBezTo>
                  <a:pt x="2320477" y="93708"/>
                  <a:pt x="2325058" y="91503"/>
                  <a:pt x="2328828" y="87093"/>
                </a:cubicBezTo>
                <a:cubicBezTo>
                  <a:pt x="2332599" y="82683"/>
                  <a:pt x="2334484" y="75953"/>
                  <a:pt x="2334484" y="66905"/>
                </a:cubicBezTo>
                <a:cubicBezTo>
                  <a:pt x="2334484" y="56942"/>
                  <a:pt x="2332564" y="49630"/>
                  <a:pt x="2328726" y="44969"/>
                </a:cubicBezTo>
                <a:cubicBezTo>
                  <a:pt x="2324887" y="40307"/>
                  <a:pt x="2320157" y="37977"/>
                  <a:pt x="2314536" y="37977"/>
                </a:cubicBezTo>
                <a:cubicBezTo>
                  <a:pt x="2309052" y="37977"/>
                  <a:pt x="2304470" y="40216"/>
                  <a:pt x="2300791" y="44695"/>
                </a:cubicBezTo>
                <a:cubicBezTo>
                  <a:pt x="2297113" y="49173"/>
                  <a:pt x="2295273" y="56234"/>
                  <a:pt x="2295273" y="65876"/>
                </a:cubicBezTo>
                <a:close/>
                <a:moveTo>
                  <a:pt x="2359930" y="80478"/>
                </a:moveTo>
                <a:lnTo>
                  <a:pt x="2372132" y="78558"/>
                </a:lnTo>
                <a:cubicBezTo>
                  <a:pt x="2372817" y="83448"/>
                  <a:pt x="2374725" y="87196"/>
                  <a:pt x="2377856" y="89800"/>
                </a:cubicBezTo>
                <a:cubicBezTo>
                  <a:pt x="2380986" y="92405"/>
                  <a:pt x="2385362" y="93708"/>
                  <a:pt x="2390983" y="93708"/>
                </a:cubicBezTo>
                <a:cubicBezTo>
                  <a:pt x="2396650" y="93708"/>
                  <a:pt x="2400854" y="92554"/>
                  <a:pt x="2403596" y="90246"/>
                </a:cubicBezTo>
                <a:cubicBezTo>
                  <a:pt x="2406338" y="87938"/>
                  <a:pt x="2407709" y="85230"/>
                  <a:pt x="2407709" y="82123"/>
                </a:cubicBezTo>
                <a:cubicBezTo>
                  <a:pt x="2407709" y="79335"/>
                  <a:pt x="2406498" y="77142"/>
                  <a:pt x="2404076" y="75542"/>
                </a:cubicBezTo>
                <a:cubicBezTo>
                  <a:pt x="2402385" y="74445"/>
                  <a:pt x="2398181" y="73051"/>
                  <a:pt x="2391463" y="71360"/>
                </a:cubicBezTo>
                <a:cubicBezTo>
                  <a:pt x="2382414" y="69075"/>
                  <a:pt x="2376142" y="67099"/>
                  <a:pt x="2372646" y="65431"/>
                </a:cubicBezTo>
                <a:cubicBezTo>
                  <a:pt x="2369150" y="63763"/>
                  <a:pt x="2366499" y="61455"/>
                  <a:pt x="2364694" y="58507"/>
                </a:cubicBezTo>
                <a:cubicBezTo>
                  <a:pt x="2362889" y="55560"/>
                  <a:pt x="2361986" y="52304"/>
                  <a:pt x="2361986" y="48739"/>
                </a:cubicBezTo>
                <a:cubicBezTo>
                  <a:pt x="2361986" y="45494"/>
                  <a:pt x="2362729" y="42490"/>
                  <a:pt x="2364214" y="39725"/>
                </a:cubicBezTo>
                <a:cubicBezTo>
                  <a:pt x="2365700" y="36960"/>
                  <a:pt x="2367722" y="34663"/>
                  <a:pt x="2370281" y="32835"/>
                </a:cubicBezTo>
                <a:cubicBezTo>
                  <a:pt x="2372200" y="31419"/>
                  <a:pt x="2374817" y="30219"/>
                  <a:pt x="2378130" y="29237"/>
                </a:cubicBezTo>
                <a:cubicBezTo>
                  <a:pt x="2381443" y="28254"/>
                  <a:pt x="2384996" y="27763"/>
                  <a:pt x="2388789" y="27763"/>
                </a:cubicBezTo>
                <a:cubicBezTo>
                  <a:pt x="2394502" y="27763"/>
                  <a:pt x="2399518" y="28585"/>
                  <a:pt x="2403836" y="30231"/>
                </a:cubicBezTo>
                <a:cubicBezTo>
                  <a:pt x="2408155" y="31876"/>
                  <a:pt x="2411342" y="34104"/>
                  <a:pt x="2413399" y="36914"/>
                </a:cubicBezTo>
                <a:cubicBezTo>
                  <a:pt x="2415455" y="39725"/>
                  <a:pt x="2416872" y="43484"/>
                  <a:pt x="2417649" y="48191"/>
                </a:cubicBezTo>
                <a:lnTo>
                  <a:pt x="2405584" y="49836"/>
                </a:lnTo>
                <a:cubicBezTo>
                  <a:pt x="2405036" y="46088"/>
                  <a:pt x="2403448" y="43164"/>
                  <a:pt x="2400820" y="41061"/>
                </a:cubicBezTo>
                <a:cubicBezTo>
                  <a:pt x="2398192" y="38959"/>
                  <a:pt x="2394479" y="37908"/>
                  <a:pt x="2389681" y="37908"/>
                </a:cubicBezTo>
                <a:cubicBezTo>
                  <a:pt x="2384014" y="37908"/>
                  <a:pt x="2379969" y="38845"/>
                  <a:pt x="2377547" y="40719"/>
                </a:cubicBezTo>
                <a:cubicBezTo>
                  <a:pt x="2375125" y="42592"/>
                  <a:pt x="2373914" y="44786"/>
                  <a:pt x="2373914" y="47299"/>
                </a:cubicBezTo>
                <a:cubicBezTo>
                  <a:pt x="2373914" y="48899"/>
                  <a:pt x="2374417" y="50338"/>
                  <a:pt x="2375422" y="51618"/>
                </a:cubicBezTo>
                <a:cubicBezTo>
                  <a:pt x="2376428" y="52943"/>
                  <a:pt x="2378004" y="54040"/>
                  <a:pt x="2380152" y="54908"/>
                </a:cubicBezTo>
                <a:cubicBezTo>
                  <a:pt x="2381386" y="55365"/>
                  <a:pt x="2385019" y="56417"/>
                  <a:pt x="2391052" y="58062"/>
                </a:cubicBezTo>
                <a:cubicBezTo>
                  <a:pt x="2399780" y="60392"/>
                  <a:pt x="2405870" y="62300"/>
                  <a:pt x="2409320" y="63786"/>
                </a:cubicBezTo>
                <a:cubicBezTo>
                  <a:pt x="2412770" y="65271"/>
                  <a:pt x="2415478" y="67430"/>
                  <a:pt x="2417443" y="70264"/>
                </a:cubicBezTo>
                <a:cubicBezTo>
                  <a:pt x="2419408" y="73097"/>
                  <a:pt x="2420391" y="76616"/>
                  <a:pt x="2420391" y="80820"/>
                </a:cubicBezTo>
                <a:cubicBezTo>
                  <a:pt x="2420391" y="84933"/>
                  <a:pt x="2419191" y="88806"/>
                  <a:pt x="2416792" y="92440"/>
                </a:cubicBezTo>
                <a:cubicBezTo>
                  <a:pt x="2414393" y="96073"/>
                  <a:pt x="2410931" y="98883"/>
                  <a:pt x="2406407" y="100871"/>
                </a:cubicBezTo>
                <a:cubicBezTo>
                  <a:pt x="2401882" y="102859"/>
                  <a:pt x="2396764" y="103853"/>
                  <a:pt x="2391052" y="103853"/>
                </a:cubicBezTo>
                <a:cubicBezTo>
                  <a:pt x="2381592" y="103853"/>
                  <a:pt x="2374383" y="101888"/>
                  <a:pt x="2369424" y="97958"/>
                </a:cubicBezTo>
                <a:cubicBezTo>
                  <a:pt x="2364466" y="94028"/>
                  <a:pt x="2361301" y="88201"/>
                  <a:pt x="2359930" y="80478"/>
                </a:cubicBezTo>
                <a:close/>
                <a:moveTo>
                  <a:pt x="2500271" y="91171"/>
                </a:moveTo>
                <a:lnTo>
                  <a:pt x="2502053" y="102071"/>
                </a:lnTo>
                <a:cubicBezTo>
                  <a:pt x="2498580" y="102802"/>
                  <a:pt x="2495472" y="103168"/>
                  <a:pt x="2492730" y="103168"/>
                </a:cubicBezTo>
                <a:cubicBezTo>
                  <a:pt x="2488252" y="103168"/>
                  <a:pt x="2484778" y="102459"/>
                  <a:pt x="2482311" y="101043"/>
                </a:cubicBezTo>
                <a:cubicBezTo>
                  <a:pt x="2479843" y="99626"/>
                  <a:pt x="2478106" y="97764"/>
                  <a:pt x="2477101" y="95456"/>
                </a:cubicBezTo>
                <a:cubicBezTo>
                  <a:pt x="2476095" y="93148"/>
                  <a:pt x="2475593" y="88292"/>
                  <a:pt x="2475593" y="80889"/>
                </a:cubicBezTo>
                <a:lnTo>
                  <a:pt x="2475593" y="39005"/>
                </a:lnTo>
                <a:lnTo>
                  <a:pt x="2466544" y="39005"/>
                </a:lnTo>
                <a:lnTo>
                  <a:pt x="2466544" y="29408"/>
                </a:lnTo>
                <a:lnTo>
                  <a:pt x="2475593" y="29408"/>
                </a:lnTo>
                <a:lnTo>
                  <a:pt x="2475593" y="11379"/>
                </a:lnTo>
                <a:lnTo>
                  <a:pt x="2487863" y="3976"/>
                </a:lnTo>
                <a:lnTo>
                  <a:pt x="2487863" y="29408"/>
                </a:lnTo>
                <a:lnTo>
                  <a:pt x="2500271" y="29408"/>
                </a:lnTo>
                <a:lnTo>
                  <a:pt x="2500271" y="39005"/>
                </a:lnTo>
                <a:lnTo>
                  <a:pt x="2487863" y="39005"/>
                </a:lnTo>
                <a:lnTo>
                  <a:pt x="2487863" y="81574"/>
                </a:lnTo>
                <a:cubicBezTo>
                  <a:pt x="2487863" y="85093"/>
                  <a:pt x="2488080" y="87355"/>
                  <a:pt x="2488514" y="88361"/>
                </a:cubicBezTo>
                <a:cubicBezTo>
                  <a:pt x="2488948" y="89366"/>
                  <a:pt x="2489657" y="90166"/>
                  <a:pt x="2490639" y="90760"/>
                </a:cubicBezTo>
                <a:cubicBezTo>
                  <a:pt x="2491622" y="91354"/>
                  <a:pt x="2493027" y="91651"/>
                  <a:pt x="2494855" y="91651"/>
                </a:cubicBezTo>
                <a:cubicBezTo>
                  <a:pt x="2496226" y="91651"/>
                  <a:pt x="2498031" y="91491"/>
                  <a:pt x="2500271" y="91171"/>
                </a:cubicBezTo>
                <a:close/>
                <a:moveTo>
                  <a:pt x="2511840" y="102208"/>
                </a:moveTo>
                <a:lnTo>
                  <a:pt x="2511840" y="1714"/>
                </a:lnTo>
                <a:lnTo>
                  <a:pt x="2524179" y="1714"/>
                </a:lnTo>
                <a:lnTo>
                  <a:pt x="2524179" y="37771"/>
                </a:lnTo>
                <a:cubicBezTo>
                  <a:pt x="2529937" y="31099"/>
                  <a:pt x="2537203" y="27763"/>
                  <a:pt x="2545978" y="27763"/>
                </a:cubicBezTo>
                <a:cubicBezTo>
                  <a:pt x="2551370" y="27763"/>
                  <a:pt x="2556055" y="28825"/>
                  <a:pt x="2560030" y="30950"/>
                </a:cubicBezTo>
                <a:cubicBezTo>
                  <a:pt x="2564006" y="33075"/>
                  <a:pt x="2566851" y="36012"/>
                  <a:pt x="2568565" y="39759"/>
                </a:cubicBezTo>
                <a:cubicBezTo>
                  <a:pt x="2570279" y="43506"/>
                  <a:pt x="2571136" y="48945"/>
                  <a:pt x="2571136" y="56074"/>
                </a:cubicBezTo>
                <a:lnTo>
                  <a:pt x="2571136" y="102208"/>
                </a:lnTo>
                <a:lnTo>
                  <a:pt x="2558797" y="102208"/>
                </a:lnTo>
                <a:lnTo>
                  <a:pt x="2558797" y="56074"/>
                </a:lnTo>
                <a:cubicBezTo>
                  <a:pt x="2558797" y="49904"/>
                  <a:pt x="2557460" y="45414"/>
                  <a:pt x="2554786" y="42604"/>
                </a:cubicBezTo>
                <a:cubicBezTo>
                  <a:pt x="2552113" y="39793"/>
                  <a:pt x="2548331" y="38388"/>
                  <a:pt x="2543441" y="38388"/>
                </a:cubicBezTo>
                <a:cubicBezTo>
                  <a:pt x="2539785" y="38388"/>
                  <a:pt x="2536346" y="39336"/>
                  <a:pt x="2533125" y="41233"/>
                </a:cubicBezTo>
                <a:cubicBezTo>
                  <a:pt x="2529903" y="43129"/>
                  <a:pt x="2527606" y="45700"/>
                  <a:pt x="2526235" y="48945"/>
                </a:cubicBezTo>
                <a:cubicBezTo>
                  <a:pt x="2524864" y="52189"/>
                  <a:pt x="2524179" y="56668"/>
                  <a:pt x="2524179" y="62380"/>
                </a:cubicBezTo>
                <a:lnTo>
                  <a:pt x="2524179" y="102208"/>
                </a:lnTo>
                <a:lnTo>
                  <a:pt x="2511840" y="102208"/>
                </a:lnTo>
                <a:close/>
                <a:moveTo>
                  <a:pt x="2639494" y="78764"/>
                </a:moveTo>
                <a:lnTo>
                  <a:pt x="2652244" y="80341"/>
                </a:lnTo>
                <a:cubicBezTo>
                  <a:pt x="2650233" y="87790"/>
                  <a:pt x="2646509" y="93571"/>
                  <a:pt x="2641071" y="97684"/>
                </a:cubicBezTo>
                <a:cubicBezTo>
                  <a:pt x="2635632" y="101797"/>
                  <a:pt x="2628686" y="103853"/>
                  <a:pt x="2620231" y="103853"/>
                </a:cubicBezTo>
                <a:cubicBezTo>
                  <a:pt x="2609583" y="103853"/>
                  <a:pt x="2601140" y="100574"/>
                  <a:pt x="2594902" y="94016"/>
                </a:cubicBezTo>
                <a:cubicBezTo>
                  <a:pt x="2588664" y="87458"/>
                  <a:pt x="2585545" y="78261"/>
                  <a:pt x="2585545" y="66425"/>
                </a:cubicBezTo>
                <a:cubicBezTo>
                  <a:pt x="2585545" y="54177"/>
                  <a:pt x="2588698" y="44672"/>
                  <a:pt x="2595005" y="37908"/>
                </a:cubicBezTo>
                <a:cubicBezTo>
                  <a:pt x="2601312" y="31145"/>
                  <a:pt x="2609492" y="27763"/>
                  <a:pt x="2619546" y="27763"/>
                </a:cubicBezTo>
                <a:cubicBezTo>
                  <a:pt x="2629280" y="27763"/>
                  <a:pt x="2637232" y="31076"/>
                  <a:pt x="2643401" y="37702"/>
                </a:cubicBezTo>
                <a:cubicBezTo>
                  <a:pt x="2649571" y="44329"/>
                  <a:pt x="2652656" y="53652"/>
                  <a:pt x="2652656" y="65671"/>
                </a:cubicBezTo>
                <a:cubicBezTo>
                  <a:pt x="2652656" y="66402"/>
                  <a:pt x="2652633" y="67499"/>
                  <a:pt x="2652587" y="68961"/>
                </a:cubicBezTo>
                <a:lnTo>
                  <a:pt x="2598295" y="68961"/>
                </a:lnTo>
                <a:cubicBezTo>
                  <a:pt x="2598752" y="76959"/>
                  <a:pt x="2601015" y="83083"/>
                  <a:pt x="2605082" y="87333"/>
                </a:cubicBezTo>
                <a:cubicBezTo>
                  <a:pt x="2609149" y="91583"/>
                  <a:pt x="2614222" y="93708"/>
                  <a:pt x="2620300" y="93708"/>
                </a:cubicBezTo>
                <a:cubicBezTo>
                  <a:pt x="2624824" y="93708"/>
                  <a:pt x="2628686" y="92520"/>
                  <a:pt x="2631885" y="90143"/>
                </a:cubicBezTo>
                <a:cubicBezTo>
                  <a:pt x="2635084" y="87767"/>
                  <a:pt x="2637620" y="83974"/>
                  <a:pt x="2639494" y="78764"/>
                </a:cubicBezTo>
                <a:moveTo>
                  <a:pt x="2598981" y="58816"/>
                </a:moveTo>
                <a:lnTo>
                  <a:pt x="2639631" y="58816"/>
                </a:lnTo>
                <a:cubicBezTo>
                  <a:pt x="2639083" y="52692"/>
                  <a:pt x="2637529" y="48099"/>
                  <a:pt x="2634970" y="45037"/>
                </a:cubicBezTo>
                <a:cubicBezTo>
                  <a:pt x="2631039" y="40285"/>
                  <a:pt x="2625944" y="37908"/>
                  <a:pt x="2619683" y="37908"/>
                </a:cubicBezTo>
                <a:cubicBezTo>
                  <a:pt x="2614016" y="37908"/>
                  <a:pt x="2609252" y="39805"/>
                  <a:pt x="2605390" y="43598"/>
                </a:cubicBezTo>
                <a:cubicBezTo>
                  <a:pt x="2601529" y="47391"/>
                  <a:pt x="2599392" y="52464"/>
                  <a:pt x="2598981" y="58816"/>
                </a:cubicBezTo>
                <a:close/>
                <a:moveTo>
                  <a:pt x="2708933" y="102208"/>
                </a:moveTo>
                <a:lnTo>
                  <a:pt x="2708933" y="39005"/>
                </a:lnTo>
                <a:lnTo>
                  <a:pt x="2698034" y="39005"/>
                </a:lnTo>
                <a:lnTo>
                  <a:pt x="2698034" y="29408"/>
                </a:lnTo>
                <a:lnTo>
                  <a:pt x="2708933" y="29408"/>
                </a:lnTo>
                <a:lnTo>
                  <a:pt x="2708933" y="21662"/>
                </a:lnTo>
                <a:cubicBezTo>
                  <a:pt x="2708933" y="16772"/>
                  <a:pt x="2709367" y="13139"/>
                  <a:pt x="2710236" y="10762"/>
                </a:cubicBezTo>
                <a:cubicBezTo>
                  <a:pt x="2711424" y="7563"/>
                  <a:pt x="2713515" y="4970"/>
                  <a:pt x="2716508" y="2982"/>
                </a:cubicBezTo>
                <a:cubicBezTo>
                  <a:pt x="2719501" y="994"/>
                  <a:pt x="2723694" y="0"/>
                  <a:pt x="2729087" y="0"/>
                </a:cubicBezTo>
                <a:cubicBezTo>
                  <a:pt x="2732560" y="0"/>
                  <a:pt x="2736399" y="411"/>
                  <a:pt x="2740603" y="1234"/>
                </a:cubicBezTo>
                <a:lnTo>
                  <a:pt x="2738752" y="11996"/>
                </a:lnTo>
                <a:cubicBezTo>
                  <a:pt x="2736193" y="11539"/>
                  <a:pt x="2733771" y="11311"/>
                  <a:pt x="2731486" y="11311"/>
                </a:cubicBezTo>
                <a:cubicBezTo>
                  <a:pt x="2727739" y="11311"/>
                  <a:pt x="2725088" y="12110"/>
                  <a:pt x="2723534" y="13710"/>
                </a:cubicBezTo>
                <a:cubicBezTo>
                  <a:pt x="2721981" y="15309"/>
                  <a:pt x="2721204" y="18303"/>
                  <a:pt x="2721204" y="22690"/>
                </a:cubicBezTo>
                <a:lnTo>
                  <a:pt x="2721204" y="29408"/>
                </a:lnTo>
                <a:lnTo>
                  <a:pt x="2735393" y="29408"/>
                </a:lnTo>
                <a:lnTo>
                  <a:pt x="2735393" y="39005"/>
                </a:lnTo>
                <a:lnTo>
                  <a:pt x="2721204" y="39005"/>
                </a:lnTo>
                <a:lnTo>
                  <a:pt x="2721204" y="102208"/>
                </a:lnTo>
                <a:lnTo>
                  <a:pt x="2708933" y="102208"/>
                </a:lnTo>
                <a:close/>
                <a:moveTo>
                  <a:pt x="2744563" y="15904"/>
                </a:moveTo>
                <a:lnTo>
                  <a:pt x="2744563" y="1714"/>
                </a:lnTo>
                <a:lnTo>
                  <a:pt x="2756902" y="1714"/>
                </a:lnTo>
                <a:lnTo>
                  <a:pt x="2756902" y="15904"/>
                </a:lnTo>
                <a:lnTo>
                  <a:pt x="2744563" y="15904"/>
                </a:lnTo>
                <a:moveTo>
                  <a:pt x="2744563" y="102208"/>
                </a:moveTo>
                <a:lnTo>
                  <a:pt x="2744563" y="29408"/>
                </a:lnTo>
                <a:lnTo>
                  <a:pt x="2756902" y="29408"/>
                </a:lnTo>
                <a:lnTo>
                  <a:pt x="2756902" y="102208"/>
                </a:lnTo>
                <a:lnTo>
                  <a:pt x="2744563" y="102208"/>
                </a:lnTo>
                <a:close/>
                <a:moveTo>
                  <a:pt x="2775847" y="102208"/>
                </a:moveTo>
                <a:lnTo>
                  <a:pt x="2775847" y="29408"/>
                </a:lnTo>
                <a:lnTo>
                  <a:pt x="2786952" y="29408"/>
                </a:lnTo>
                <a:lnTo>
                  <a:pt x="2786952" y="40444"/>
                </a:lnTo>
                <a:cubicBezTo>
                  <a:pt x="2789786" y="35280"/>
                  <a:pt x="2792402" y="31876"/>
                  <a:pt x="2794801" y="30231"/>
                </a:cubicBezTo>
                <a:cubicBezTo>
                  <a:pt x="2797201" y="28585"/>
                  <a:pt x="2799840" y="27763"/>
                  <a:pt x="2802719" y="27763"/>
                </a:cubicBezTo>
                <a:cubicBezTo>
                  <a:pt x="2806877" y="27763"/>
                  <a:pt x="2811105" y="29088"/>
                  <a:pt x="2815401" y="31739"/>
                </a:cubicBezTo>
                <a:lnTo>
                  <a:pt x="2811150" y="43186"/>
                </a:lnTo>
                <a:cubicBezTo>
                  <a:pt x="2808134" y="41404"/>
                  <a:pt x="2805118" y="40513"/>
                  <a:pt x="2802102" y="40513"/>
                </a:cubicBezTo>
                <a:cubicBezTo>
                  <a:pt x="2799406" y="40513"/>
                  <a:pt x="2796983" y="41324"/>
                  <a:pt x="2794836" y="42947"/>
                </a:cubicBezTo>
                <a:cubicBezTo>
                  <a:pt x="2792688" y="44569"/>
                  <a:pt x="2791157" y="46820"/>
                  <a:pt x="2790243" y="49699"/>
                </a:cubicBezTo>
                <a:cubicBezTo>
                  <a:pt x="2788872" y="54086"/>
                  <a:pt x="2788186" y="58884"/>
                  <a:pt x="2788186" y="64094"/>
                </a:cubicBezTo>
                <a:lnTo>
                  <a:pt x="2788186" y="102208"/>
                </a:lnTo>
                <a:lnTo>
                  <a:pt x="2775847" y="102208"/>
                </a:lnTo>
                <a:close/>
                <a:moveTo>
                  <a:pt x="2817419" y="80478"/>
                </a:moveTo>
                <a:lnTo>
                  <a:pt x="2829621" y="78558"/>
                </a:lnTo>
                <a:cubicBezTo>
                  <a:pt x="2830306" y="83448"/>
                  <a:pt x="2832214" y="87196"/>
                  <a:pt x="2835345" y="89800"/>
                </a:cubicBezTo>
                <a:cubicBezTo>
                  <a:pt x="2838475" y="92405"/>
                  <a:pt x="2842851" y="93708"/>
                  <a:pt x="2848472" y="93708"/>
                </a:cubicBezTo>
                <a:cubicBezTo>
                  <a:pt x="2854139" y="93708"/>
                  <a:pt x="2858343" y="92554"/>
                  <a:pt x="2861085" y="90246"/>
                </a:cubicBezTo>
                <a:cubicBezTo>
                  <a:pt x="2863827" y="87938"/>
                  <a:pt x="2865198" y="85230"/>
                  <a:pt x="2865198" y="82123"/>
                </a:cubicBezTo>
                <a:cubicBezTo>
                  <a:pt x="2865198" y="79335"/>
                  <a:pt x="2863987" y="77142"/>
                  <a:pt x="2861565" y="75542"/>
                </a:cubicBezTo>
                <a:cubicBezTo>
                  <a:pt x="2859874" y="74445"/>
                  <a:pt x="2855670" y="73051"/>
                  <a:pt x="2848952" y="71360"/>
                </a:cubicBezTo>
                <a:cubicBezTo>
                  <a:pt x="2839903" y="69075"/>
                  <a:pt x="2833631" y="67099"/>
                  <a:pt x="2830135" y="65431"/>
                </a:cubicBezTo>
                <a:cubicBezTo>
                  <a:pt x="2826639" y="63763"/>
                  <a:pt x="2823988" y="61455"/>
                  <a:pt x="2822183" y="58507"/>
                </a:cubicBezTo>
                <a:cubicBezTo>
                  <a:pt x="2820378" y="55560"/>
                  <a:pt x="2819475" y="52304"/>
                  <a:pt x="2819475" y="48739"/>
                </a:cubicBezTo>
                <a:cubicBezTo>
                  <a:pt x="2819475" y="45494"/>
                  <a:pt x="2820218" y="42490"/>
                  <a:pt x="2821703" y="39725"/>
                </a:cubicBezTo>
                <a:cubicBezTo>
                  <a:pt x="2823188" y="36960"/>
                  <a:pt x="2825211" y="34663"/>
                  <a:pt x="2827770" y="32835"/>
                </a:cubicBezTo>
                <a:cubicBezTo>
                  <a:pt x="2829689" y="31419"/>
                  <a:pt x="2832306" y="30219"/>
                  <a:pt x="2835619" y="29237"/>
                </a:cubicBezTo>
                <a:cubicBezTo>
                  <a:pt x="2838932" y="28254"/>
                  <a:pt x="2842485" y="27763"/>
                  <a:pt x="2846278" y="27763"/>
                </a:cubicBezTo>
                <a:cubicBezTo>
                  <a:pt x="2851991" y="27763"/>
                  <a:pt x="2857006" y="28585"/>
                  <a:pt x="2861325" y="30231"/>
                </a:cubicBezTo>
                <a:cubicBezTo>
                  <a:pt x="2865644" y="31876"/>
                  <a:pt x="2868831" y="34104"/>
                  <a:pt x="2870888" y="36914"/>
                </a:cubicBezTo>
                <a:cubicBezTo>
                  <a:pt x="2872944" y="39725"/>
                  <a:pt x="2874361" y="43484"/>
                  <a:pt x="2875138" y="48191"/>
                </a:cubicBezTo>
                <a:lnTo>
                  <a:pt x="2863073" y="49836"/>
                </a:lnTo>
                <a:cubicBezTo>
                  <a:pt x="2862525" y="46088"/>
                  <a:pt x="2860937" y="43164"/>
                  <a:pt x="2858309" y="41061"/>
                </a:cubicBezTo>
                <a:cubicBezTo>
                  <a:pt x="2855681" y="38959"/>
                  <a:pt x="2851968" y="37908"/>
                  <a:pt x="2847169" y="37908"/>
                </a:cubicBezTo>
                <a:cubicBezTo>
                  <a:pt x="2841503" y="37908"/>
                  <a:pt x="2837458" y="38845"/>
                  <a:pt x="2835036" y="40719"/>
                </a:cubicBezTo>
                <a:cubicBezTo>
                  <a:pt x="2832614" y="42592"/>
                  <a:pt x="2831403" y="44786"/>
                  <a:pt x="2831403" y="47299"/>
                </a:cubicBezTo>
                <a:cubicBezTo>
                  <a:pt x="2831403" y="48899"/>
                  <a:pt x="2831906" y="50338"/>
                  <a:pt x="2832911" y="51618"/>
                </a:cubicBezTo>
                <a:cubicBezTo>
                  <a:pt x="2833916" y="52943"/>
                  <a:pt x="2835493" y="54040"/>
                  <a:pt x="2837641" y="54908"/>
                </a:cubicBezTo>
                <a:cubicBezTo>
                  <a:pt x="2838875" y="55365"/>
                  <a:pt x="2842508" y="56417"/>
                  <a:pt x="2848540" y="58062"/>
                </a:cubicBezTo>
                <a:cubicBezTo>
                  <a:pt x="2857269" y="60392"/>
                  <a:pt x="2863359" y="62300"/>
                  <a:pt x="2866809" y="63786"/>
                </a:cubicBezTo>
                <a:cubicBezTo>
                  <a:pt x="2870259" y="65271"/>
                  <a:pt x="2872967" y="67430"/>
                  <a:pt x="2874932" y="70264"/>
                </a:cubicBezTo>
                <a:cubicBezTo>
                  <a:pt x="2876897" y="73097"/>
                  <a:pt x="2877880" y="76616"/>
                  <a:pt x="2877880" y="80820"/>
                </a:cubicBezTo>
                <a:cubicBezTo>
                  <a:pt x="2877880" y="84933"/>
                  <a:pt x="2876680" y="88806"/>
                  <a:pt x="2874281" y="92440"/>
                </a:cubicBezTo>
                <a:cubicBezTo>
                  <a:pt x="2871882" y="96073"/>
                  <a:pt x="2868420" y="98883"/>
                  <a:pt x="2863896" y="100871"/>
                </a:cubicBezTo>
                <a:cubicBezTo>
                  <a:pt x="2859371" y="102859"/>
                  <a:pt x="2854253" y="103853"/>
                  <a:pt x="2848540" y="103853"/>
                </a:cubicBezTo>
                <a:cubicBezTo>
                  <a:pt x="2839081" y="103853"/>
                  <a:pt x="2831871" y="101888"/>
                  <a:pt x="2826913" y="97958"/>
                </a:cubicBezTo>
                <a:cubicBezTo>
                  <a:pt x="2821955" y="94028"/>
                  <a:pt x="2818790" y="88201"/>
                  <a:pt x="2817419" y="80478"/>
                </a:cubicBezTo>
                <a:close/>
                <a:moveTo>
                  <a:pt x="2919252" y="91171"/>
                </a:moveTo>
                <a:lnTo>
                  <a:pt x="2921034" y="102071"/>
                </a:lnTo>
                <a:cubicBezTo>
                  <a:pt x="2917561" y="102802"/>
                  <a:pt x="2914453" y="103168"/>
                  <a:pt x="2911711" y="103168"/>
                </a:cubicBezTo>
                <a:cubicBezTo>
                  <a:pt x="2907233" y="103168"/>
                  <a:pt x="2903760" y="102459"/>
                  <a:pt x="2901292" y="101043"/>
                </a:cubicBezTo>
                <a:cubicBezTo>
                  <a:pt x="2898824" y="99626"/>
                  <a:pt x="2897087" y="97764"/>
                  <a:pt x="2896082" y="95456"/>
                </a:cubicBezTo>
                <a:cubicBezTo>
                  <a:pt x="2895077" y="93148"/>
                  <a:pt x="2894574" y="88292"/>
                  <a:pt x="2894574" y="80889"/>
                </a:cubicBezTo>
                <a:lnTo>
                  <a:pt x="2894574" y="39005"/>
                </a:lnTo>
                <a:lnTo>
                  <a:pt x="2885525" y="39005"/>
                </a:lnTo>
                <a:lnTo>
                  <a:pt x="2885525" y="29408"/>
                </a:lnTo>
                <a:lnTo>
                  <a:pt x="2894574" y="29408"/>
                </a:lnTo>
                <a:lnTo>
                  <a:pt x="2894574" y="11379"/>
                </a:lnTo>
                <a:lnTo>
                  <a:pt x="2906844" y="3976"/>
                </a:lnTo>
                <a:lnTo>
                  <a:pt x="2906844" y="29408"/>
                </a:lnTo>
                <a:lnTo>
                  <a:pt x="2919252" y="29408"/>
                </a:lnTo>
                <a:lnTo>
                  <a:pt x="2919252" y="39005"/>
                </a:lnTo>
                <a:lnTo>
                  <a:pt x="2906844" y="39005"/>
                </a:lnTo>
                <a:lnTo>
                  <a:pt x="2906844" y="81574"/>
                </a:lnTo>
                <a:cubicBezTo>
                  <a:pt x="2906844" y="85093"/>
                  <a:pt x="2907061" y="87355"/>
                  <a:pt x="2907496" y="88361"/>
                </a:cubicBezTo>
                <a:cubicBezTo>
                  <a:pt x="2907930" y="89366"/>
                  <a:pt x="2908638" y="90166"/>
                  <a:pt x="2909621" y="90760"/>
                </a:cubicBezTo>
                <a:cubicBezTo>
                  <a:pt x="2910603" y="91354"/>
                  <a:pt x="2912008" y="91651"/>
                  <a:pt x="2913836" y="91651"/>
                </a:cubicBezTo>
                <a:cubicBezTo>
                  <a:pt x="2915207" y="91651"/>
                  <a:pt x="2917013" y="91491"/>
                  <a:pt x="2919252" y="911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kitchencabinet,opensit,andthenshutsit.He">
            <a:extLst xmlns:a="http://schemas.openxmlformats.org/drawingml/2006/main">
              <a:ext uri="{FF2B5EF4-FFF2-40B4-BE49-F238E27FC236}">
                <a16:creationId xmlns:a16="http://schemas.microsoft.com/office/drawing/2014/main" id="{631D95E3-A55D-412C-9C18-6CBC3E75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303" y="5592714"/>
            <a:ext cx="2842573" cy="128394"/>
          </a:xfrm>
          <a:custGeom xmlns:a="http://schemas.openxmlformats.org/drawingml/2006/main">
            <a:pathLst>
              <a:path w="2842573" h="128394">
                <a:moveTo>
                  <a:pt x="0" y="100494"/>
                </a:moveTo>
                <a:lnTo>
                  <a:pt x="0" y="0"/>
                </a:lnTo>
                <a:lnTo>
                  <a:pt x="12339" y="0"/>
                </a:lnTo>
                <a:lnTo>
                  <a:pt x="12339" y="57308"/>
                </a:lnTo>
                <a:lnTo>
                  <a:pt x="41541" y="27694"/>
                </a:lnTo>
                <a:lnTo>
                  <a:pt x="57513" y="27694"/>
                </a:lnTo>
                <a:lnTo>
                  <a:pt x="29682" y="54703"/>
                </a:lnTo>
                <a:lnTo>
                  <a:pt x="60324" y="100494"/>
                </a:lnTo>
                <a:lnTo>
                  <a:pt x="45106" y="100494"/>
                </a:lnTo>
                <a:lnTo>
                  <a:pt x="21045" y="63272"/>
                </a:lnTo>
                <a:lnTo>
                  <a:pt x="12339" y="71635"/>
                </a:lnTo>
                <a:lnTo>
                  <a:pt x="12339" y="100494"/>
                </a:lnTo>
                <a:lnTo>
                  <a:pt x="0" y="100494"/>
                </a:lnTo>
                <a:close/>
                <a:moveTo>
                  <a:pt x="69943" y="14190"/>
                </a:moveTo>
                <a:lnTo>
                  <a:pt x="69943" y="0"/>
                </a:lnTo>
                <a:lnTo>
                  <a:pt x="82282" y="0"/>
                </a:lnTo>
                <a:lnTo>
                  <a:pt x="82282" y="14190"/>
                </a:lnTo>
                <a:lnTo>
                  <a:pt x="69943" y="14190"/>
                </a:lnTo>
                <a:moveTo>
                  <a:pt x="69943" y="100494"/>
                </a:moveTo>
                <a:lnTo>
                  <a:pt x="69943" y="27694"/>
                </a:lnTo>
                <a:lnTo>
                  <a:pt x="82282" y="27694"/>
                </a:lnTo>
                <a:lnTo>
                  <a:pt x="82282" y="100494"/>
                </a:lnTo>
                <a:lnTo>
                  <a:pt x="69943" y="100494"/>
                </a:lnTo>
                <a:close/>
                <a:moveTo>
                  <a:pt x="128290" y="89458"/>
                </a:moveTo>
                <a:lnTo>
                  <a:pt x="130072" y="100357"/>
                </a:lnTo>
                <a:cubicBezTo>
                  <a:pt x="126599" y="101088"/>
                  <a:pt x="123491" y="101454"/>
                  <a:pt x="120749" y="101454"/>
                </a:cubicBezTo>
                <a:cubicBezTo>
                  <a:pt x="116271" y="101454"/>
                  <a:pt x="112798" y="100746"/>
                  <a:pt x="110330" y="99329"/>
                </a:cubicBezTo>
                <a:cubicBezTo>
                  <a:pt x="107862" y="97912"/>
                  <a:pt x="106125" y="96050"/>
                  <a:pt x="105120" y="93742"/>
                </a:cubicBezTo>
                <a:cubicBezTo>
                  <a:pt x="104115" y="91434"/>
                  <a:pt x="103612" y="86579"/>
                  <a:pt x="103612" y="79175"/>
                </a:cubicBezTo>
                <a:lnTo>
                  <a:pt x="103612" y="37291"/>
                </a:lnTo>
                <a:lnTo>
                  <a:pt x="94563" y="37291"/>
                </a:lnTo>
                <a:lnTo>
                  <a:pt x="94563" y="27694"/>
                </a:lnTo>
                <a:lnTo>
                  <a:pt x="103612" y="27694"/>
                </a:lnTo>
                <a:lnTo>
                  <a:pt x="103612" y="9666"/>
                </a:lnTo>
                <a:lnTo>
                  <a:pt x="115882" y="2262"/>
                </a:lnTo>
                <a:lnTo>
                  <a:pt x="115882" y="27694"/>
                </a:lnTo>
                <a:lnTo>
                  <a:pt x="128290" y="27694"/>
                </a:lnTo>
                <a:lnTo>
                  <a:pt x="128290" y="37291"/>
                </a:lnTo>
                <a:lnTo>
                  <a:pt x="115882" y="37291"/>
                </a:lnTo>
                <a:lnTo>
                  <a:pt x="115882" y="79861"/>
                </a:lnTo>
                <a:cubicBezTo>
                  <a:pt x="115882" y="83380"/>
                  <a:pt x="116099" y="85642"/>
                  <a:pt x="116534" y="86647"/>
                </a:cubicBezTo>
                <a:cubicBezTo>
                  <a:pt x="116968" y="87653"/>
                  <a:pt x="117676" y="88452"/>
                  <a:pt x="118659" y="89046"/>
                </a:cubicBezTo>
                <a:cubicBezTo>
                  <a:pt x="119641" y="89640"/>
                  <a:pt x="121047" y="89938"/>
                  <a:pt x="122875" y="89938"/>
                </a:cubicBezTo>
                <a:cubicBezTo>
                  <a:pt x="124246" y="89938"/>
                  <a:pt x="126051" y="89778"/>
                  <a:pt x="128290" y="89458"/>
                </a:cubicBezTo>
                <a:close/>
                <a:moveTo>
                  <a:pt x="187350" y="73828"/>
                </a:moveTo>
                <a:lnTo>
                  <a:pt x="199483" y="75405"/>
                </a:lnTo>
                <a:cubicBezTo>
                  <a:pt x="198158" y="83768"/>
                  <a:pt x="194765" y="90315"/>
                  <a:pt x="189303" y="95044"/>
                </a:cubicBezTo>
                <a:cubicBezTo>
                  <a:pt x="183842" y="99774"/>
                  <a:pt x="177136" y="102139"/>
                  <a:pt x="169184" y="102139"/>
                </a:cubicBezTo>
                <a:cubicBezTo>
                  <a:pt x="159221" y="102139"/>
                  <a:pt x="151213" y="98883"/>
                  <a:pt x="145157" y="92371"/>
                </a:cubicBezTo>
                <a:cubicBezTo>
                  <a:pt x="139102" y="85859"/>
                  <a:pt x="136074" y="76525"/>
                  <a:pt x="136074" y="64368"/>
                </a:cubicBezTo>
                <a:cubicBezTo>
                  <a:pt x="136074" y="56508"/>
                  <a:pt x="137377" y="49630"/>
                  <a:pt x="139982" y="43735"/>
                </a:cubicBezTo>
                <a:cubicBezTo>
                  <a:pt x="142587" y="37840"/>
                  <a:pt x="146551" y="33418"/>
                  <a:pt x="151875" y="30470"/>
                </a:cubicBezTo>
                <a:cubicBezTo>
                  <a:pt x="157199" y="27523"/>
                  <a:pt x="162992" y="26049"/>
                  <a:pt x="169253" y="26049"/>
                </a:cubicBezTo>
                <a:cubicBezTo>
                  <a:pt x="177159" y="26049"/>
                  <a:pt x="183625" y="28048"/>
                  <a:pt x="188652" y="32047"/>
                </a:cubicBezTo>
                <a:cubicBezTo>
                  <a:pt x="193679" y="36046"/>
                  <a:pt x="196901" y="41724"/>
                  <a:pt x="198318" y="49082"/>
                </a:cubicBezTo>
                <a:lnTo>
                  <a:pt x="186322" y="50933"/>
                </a:lnTo>
                <a:cubicBezTo>
                  <a:pt x="185179" y="46043"/>
                  <a:pt x="183157" y="42364"/>
                  <a:pt x="180255" y="39896"/>
                </a:cubicBezTo>
                <a:cubicBezTo>
                  <a:pt x="177353" y="37428"/>
                  <a:pt x="173845" y="36194"/>
                  <a:pt x="169732" y="36194"/>
                </a:cubicBezTo>
                <a:cubicBezTo>
                  <a:pt x="163517" y="36194"/>
                  <a:pt x="158467" y="38422"/>
                  <a:pt x="154583" y="42878"/>
                </a:cubicBezTo>
                <a:cubicBezTo>
                  <a:pt x="150698" y="47334"/>
                  <a:pt x="148756" y="54383"/>
                  <a:pt x="148756" y="64026"/>
                </a:cubicBezTo>
                <a:cubicBezTo>
                  <a:pt x="148756" y="73805"/>
                  <a:pt x="150630" y="80912"/>
                  <a:pt x="154377" y="85345"/>
                </a:cubicBezTo>
                <a:cubicBezTo>
                  <a:pt x="158125" y="89778"/>
                  <a:pt x="163015" y="91994"/>
                  <a:pt x="169047" y="91994"/>
                </a:cubicBezTo>
                <a:cubicBezTo>
                  <a:pt x="173891" y="91994"/>
                  <a:pt x="177936" y="90509"/>
                  <a:pt x="181180" y="87538"/>
                </a:cubicBezTo>
                <a:cubicBezTo>
                  <a:pt x="184425" y="84568"/>
                  <a:pt x="186481" y="79998"/>
                  <a:pt x="187350" y="73828"/>
                </a:cubicBezTo>
                <a:close/>
                <a:moveTo>
                  <a:pt x="209788" y="100494"/>
                </a:moveTo>
                <a:lnTo>
                  <a:pt x="209788" y="0"/>
                </a:lnTo>
                <a:lnTo>
                  <a:pt x="222127" y="0"/>
                </a:lnTo>
                <a:lnTo>
                  <a:pt x="222127" y="36057"/>
                </a:lnTo>
                <a:cubicBezTo>
                  <a:pt x="227885" y="29385"/>
                  <a:pt x="235151" y="26049"/>
                  <a:pt x="243926" y="26049"/>
                </a:cubicBezTo>
                <a:cubicBezTo>
                  <a:pt x="249318" y="26049"/>
                  <a:pt x="254002" y="27111"/>
                  <a:pt x="257978" y="29237"/>
                </a:cubicBezTo>
                <a:cubicBezTo>
                  <a:pt x="261954" y="31362"/>
                  <a:pt x="264799" y="34298"/>
                  <a:pt x="266513" y="38045"/>
                </a:cubicBezTo>
                <a:cubicBezTo>
                  <a:pt x="268226" y="41793"/>
                  <a:pt x="269083" y="47231"/>
                  <a:pt x="269083" y="54360"/>
                </a:cubicBezTo>
                <a:lnTo>
                  <a:pt x="269083" y="100494"/>
                </a:lnTo>
                <a:lnTo>
                  <a:pt x="256744" y="100494"/>
                </a:lnTo>
                <a:lnTo>
                  <a:pt x="256744" y="54360"/>
                </a:lnTo>
                <a:cubicBezTo>
                  <a:pt x="256744" y="48191"/>
                  <a:pt x="255408" y="43701"/>
                  <a:pt x="252734" y="40890"/>
                </a:cubicBezTo>
                <a:cubicBezTo>
                  <a:pt x="250061" y="38079"/>
                  <a:pt x="246279" y="36674"/>
                  <a:pt x="241389" y="36674"/>
                </a:cubicBezTo>
                <a:cubicBezTo>
                  <a:pt x="237733" y="36674"/>
                  <a:pt x="234294" y="37622"/>
                  <a:pt x="231072" y="39519"/>
                </a:cubicBezTo>
                <a:cubicBezTo>
                  <a:pt x="227851" y="41416"/>
                  <a:pt x="225554" y="43986"/>
                  <a:pt x="224183" y="47231"/>
                </a:cubicBezTo>
                <a:cubicBezTo>
                  <a:pt x="222812" y="50476"/>
                  <a:pt x="222127" y="54954"/>
                  <a:pt x="222127" y="60667"/>
                </a:cubicBezTo>
                <a:lnTo>
                  <a:pt x="222127" y="100494"/>
                </a:lnTo>
                <a:lnTo>
                  <a:pt x="209788" y="100494"/>
                </a:lnTo>
                <a:close/>
                <a:moveTo>
                  <a:pt x="337427" y="77050"/>
                </a:moveTo>
                <a:lnTo>
                  <a:pt x="350178" y="78627"/>
                </a:lnTo>
                <a:cubicBezTo>
                  <a:pt x="348167" y="86076"/>
                  <a:pt x="344442" y="91857"/>
                  <a:pt x="339004" y="95970"/>
                </a:cubicBezTo>
                <a:cubicBezTo>
                  <a:pt x="333566" y="100083"/>
                  <a:pt x="326619" y="102139"/>
                  <a:pt x="318165" y="102139"/>
                </a:cubicBezTo>
                <a:cubicBezTo>
                  <a:pt x="307517" y="102139"/>
                  <a:pt x="299074" y="98860"/>
                  <a:pt x="292836" y="92302"/>
                </a:cubicBezTo>
                <a:cubicBezTo>
                  <a:pt x="286598" y="85745"/>
                  <a:pt x="283479" y="76547"/>
                  <a:pt x="283479" y="64711"/>
                </a:cubicBezTo>
                <a:cubicBezTo>
                  <a:pt x="283479" y="52464"/>
                  <a:pt x="286632" y="42958"/>
                  <a:pt x="292939" y="36194"/>
                </a:cubicBezTo>
                <a:cubicBezTo>
                  <a:pt x="299245" y="29431"/>
                  <a:pt x="307425" y="26049"/>
                  <a:pt x="317479" y="26049"/>
                </a:cubicBezTo>
                <a:cubicBezTo>
                  <a:pt x="327214" y="26049"/>
                  <a:pt x="335165" y="29362"/>
                  <a:pt x="341335" y="35989"/>
                </a:cubicBezTo>
                <a:cubicBezTo>
                  <a:pt x="347504" y="42615"/>
                  <a:pt x="350589" y="51938"/>
                  <a:pt x="350589" y="63957"/>
                </a:cubicBezTo>
                <a:cubicBezTo>
                  <a:pt x="350589" y="64688"/>
                  <a:pt x="350566" y="65785"/>
                  <a:pt x="350521" y="67247"/>
                </a:cubicBezTo>
                <a:lnTo>
                  <a:pt x="296229" y="67247"/>
                </a:lnTo>
                <a:cubicBezTo>
                  <a:pt x="296686" y="75245"/>
                  <a:pt x="298948" y="81369"/>
                  <a:pt x="303015" y="85619"/>
                </a:cubicBezTo>
                <a:cubicBezTo>
                  <a:pt x="307083" y="89869"/>
                  <a:pt x="312155" y="91994"/>
                  <a:pt x="318234" y="91994"/>
                </a:cubicBezTo>
                <a:cubicBezTo>
                  <a:pt x="322758" y="91994"/>
                  <a:pt x="326619" y="90806"/>
                  <a:pt x="329818" y="88429"/>
                </a:cubicBezTo>
                <a:cubicBezTo>
                  <a:pt x="333017" y="86053"/>
                  <a:pt x="335554" y="82260"/>
                  <a:pt x="337427" y="77050"/>
                </a:cubicBezTo>
                <a:moveTo>
                  <a:pt x="296914" y="57102"/>
                </a:moveTo>
                <a:lnTo>
                  <a:pt x="337565" y="57102"/>
                </a:lnTo>
                <a:cubicBezTo>
                  <a:pt x="337016" y="50978"/>
                  <a:pt x="335462" y="46385"/>
                  <a:pt x="332903" y="43324"/>
                </a:cubicBezTo>
                <a:cubicBezTo>
                  <a:pt x="328973" y="38571"/>
                  <a:pt x="323877" y="36194"/>
                  <a:pt x="317617" y="36194"/>
                </a:cubicBezTo>
                <a:cubicBezTo>
                  <a:pt x="311950" y="36194"/>
                  <a:pt x="307186" y="38091"/>
                  <a:pt x="303324" y="41884"/>
                </a:cubicBezTo>
                <a:cubicBezTo>
                  <a:pt x="299462" y="45677"/>
                  <a:pt x="297326" y="50750"/>
                  <a:pt x="296914" y="57102"/>
                </a:cubicBezTo>
                <a:close/>
                <a:moveTo>
                  <a:pt x="365396" y="100494"/>
                </a:moveTo>
                <a:lnTo>
                  <a:pt x="365396" y="27694"/>
                </a:lnTo>
                <a:lnTo>
                  <a:pt x="376501" y="27694"/>
                </a:lnTo>
                <a:lnTo>
                  <a:pt x="376501" y="38045"/>
                </a:lnTo>
                <a:cubicBezTo>
                  <a:pt x="381848" y="30048"/>
                  <a:pt x="389571" y="26049"/>
                  <a:pt x="399671" y="26049"/>
                </a:cubicBezTo>
                <a:cubicBezTo>
                  <a:pt x="404058" y="26049"/>
                  <a:pt x="408091" y="26837"/>
                  <a:pt x="411770" y="28414"/>
                </a:cubicBezTo>
                <a:cubicBezTo>
                  <a:pt x="415449" y="29991"/>
                  <a:pt x="418202" y="32059"/>
                  <a:pt x="420030" y="34618"/>
                </a:cubicBezTo>
                <a:cubicBezTo>
                  <a:pt x="421858" y="37177"/>
                  <a:pt x="423138" y="40216"/>
                  <a:pt x="423869" y="43735"/>
                </a:cubicBezTo>
                <a:cubicBezTo>
                  <a:pt x="424326" y="46020"/>
                  <a:pt x="424555" y="50019"/>
                  <a:pt x="424555" y="55731"/>
                </a:cubicBezTo>
                <a:lnTo>
                  <a:pt x="424555" y="100494"/>
                </a:lnTo>
                <a:lnTo>
                  <a:pt x="412216" y="100494"/>
                </a:lnTo>
                <a:lnTo>
                  <a:pt x="412216" y="56211"/>
                </a:lnTo>
                <a:cubicBezTo>
                  <a:pt x="412216" y="51184"/>
                  <a:pt x="411736" y="47425"/>
                  <a:pt x="410776" y="44934"/>
                </a:cubicBezTo>
                <a:cubicBezTo>
                  <a:pt x="409816" y="42444"/>
                  <a:pt x="408114" y="40456"/>
                  <a:pt x="405669" y="38971"/>
                </a:cubicBezTo>
                <a:cubicBezTo>
                  <a:pt x="403224" y="37485"/>
                  <a:pt x="400356" y="36743"/>
                  <a:pt x="397066" y="36743"/>
                </a:cubicBezTo>
                <a:cubicBezTo>
                  <a:pt x="391811" y="36743"/>
                  <a:pt x="387275" y="38411"/>
                  <a:pt x="383459" y="41747"/>
                </a:cubicBezTo>
                <a:cubicBezTo>
                  <a:pt x="379643" y="45083"/>
                  <a:pt x="377735" y="51412"/>
                  <a:pt x="377735" y="60735"/>
                </a:cubicBezTo>
                <a:lnTo>
                  <a:pt x="377735" y="100494"/>
                </a:lnTo>
                <a:lnTo>
                  <a:pt x="365396" y="100494"/>
                </a:lnTo>
                <a:close/>
                <a:moveTo>
                  <a:pt x="529201" y="73828"/>
                </a:moveTo>
                <a:lnTo>
                  <a:pt x="541334" y="75405"/>
                </a:lnTo>
                <a:cubicBezTo>
                  <a:pt x="540009" y="83768"/>
                  <a:pt x="536616" y="90315"/>
                  <a:pt x="531154" y="95044"/>
                </a:cubicBezTo>
                <a:cubicBezTo>
                  <a:pt x="525693" y="99774"/>
                  <a:pt x="518987" y="102139"/>
                  <a:pt x="511035" y="102139"/>
                </a:cubicBezTo>
                <a:cubicBezTo>
                  <a:pt x="501072" y="102139"/>
                  <a:pt x="493064" y="98883"/>
                  <a:pt x="487008" y="92371"/>
                </a:cubicBezTo>
                <a:cubicBezTo>
                  <a:pt x="480953" y="85859"/>
                  <a:pt x="477925" y="76525"/>
                  <a:pt x="477925" y="64368"/>
                </a:cubicBezTo>
                <a:cubicBezTo>
                  <a:pt x="477925" y="56508"/>
                  <a:pt x="479228" y="49630"/>
                  <a:pt x="481833" y="43735"/>
                </a:cubicBezTo>
                <a:cubicBezTo>
                  <a:pt x="484438" y="37840"/>
                  <a:pt x="488402" y="33418"/>
                  <a:pt x="493726" y="30470"/>
                </a:cubicBezTo>
                <a:cubicBezTo>
                  <a:pt x="499050" y="27523"/>
                  <a:pt x="504843" y="26049"/>
                  <a:pt x="511104" y="26049"/>
                </a:cubicBezTo>
                <a:cubicBezTo>
                  <a:pt x="519010" y="26049"/>
                  <a:pt x="525476" y="28048"/>
                  <a:pt x="530503" y="32047"/>
                </a:cubicBezTo>
                <a:cubicBezTo>
                  <a:pt x="535530" y="36046"/>
                  <a:pt x="538752" y="41724"/>
                  <a:pt x="540169" y="49082"/>
                </a:cubicBezTo>
                <a:lnTo>
                  <a:pt x="528173" y="50933"/>
                </a:lnTo>
                <a:cubicBezTo>
                  <a:pt x="527030" y="46043"/>
                  <a:pt x="525008" y="42364"/>
                  <a:pt x="522106" y="39896"/>
                </a:cubicBezTo>
                <a:cubicBezTo>
                  <a:pt x="519204" y="37428"/>
                  <a:pt x="515696" y="36194"/>
                  <a:pt x="511583" y="36194"/>
                </a:cubicBezTo>
                <a:cubicBezTo>
                  <a:pt x="505368" y="36194"/>
                  <a:pt x="500318" y="38422"/>
                  <a:pt x="496434" y="42878"/>
                </a:cubicBezTo>
                <a:cubicBezTo>
                  <a:pt x="492549" y="47334"/>
                  <a:pt x="490607" y="54383"/>
                  <a:pt x="490607" y="64026"/>
                </a:cubicBezTo>
                <a:cubicBezTo>
                  <a:pt x="490607" y="73805"/>
                  <a:pt x="492481" y="80912"/>
                  <a:pt x="496228" y="85345"/>
                </a:cubicBezTo>
                <a:cubicBezTo>
                  <a:pt x="499976" y="89778"/>
                  <a:pt x="504866" y="91994"/>
                  <a:pt x="510898" y="91994"/>
                </a:cubicBezTo>
                <a:cubicBezTo>
                  <a:pt x="515742" y="91994"/>
                  <a:pt x="519787" y="90509"/>
                  <a:pt x="523031" y="87538"/>
                </a:cubicBezTo>
                <a:cubicBezTo>
                  <a:pt x="526276" y="84568"/>
                  <a:pt x="528332" y="79998"/>
                  <a:pt x="529201" y="73828"/>
                </a:cubicBezTo>
                <a:close/>
                <a:moveTo>
                  <a:pt x="599143" y="91514"/>
                </a:moveTo>
                <a:cubicBezTo>
                  <a:pt x="594573" y="95399"/>
                  <a:pt x="590174" y="98141"/>
                  <a:pt x="585947" y="99740"/>
                </a:cubicBezTo>
                <a:cubicBezTo>
                  <a:pt x="581720" y="101340"/>
                  <a:pt x="577184" y="102139"/>
                  <a:pt x="572340" y="102139"/>
                </a:cubicBezTo>
                <a:cubicBezTo>
                  <a:pt x="564342" y="102139"/>
                  <a:pt x="558195" y="100186"/>
                  <a:pt x="553900" y="96278"/>
                </a:cubicBezTo>
                <a:cubicBezTo>
                  <a:pt x="549604" y="92371"/>
                  <a:pt x="547456" y="87378"/>
                  <a:pt x="547456" y="81300"/>
                </a:cubicBezTo>
                <a:cubicBezTo>
                  <a:pt x="547456" y="77736"/>
                  <a:pt x="548267" y="74479"/>
                  <a:pt x="549890" y="71532"/>
                </a:cubicBezTo>
                <a:cubicBezTo>
                  <a:pt x="551512" y="68584"/>
                  <a:pt x="553637" y="66219"/>
                  <a:pt x="556265" y="64437"/>
                </a:cubicBezTo>
                <a:cubicBezTo>
                  <a:pt x="558892" y="62655"/>
                  <a:pt x="561851" y="61306"/>
                  <a:pt x="565142" y="60392"/>
                </a:cubicBezTo>
                <a:cubicBezTo>
                  <a:pt x="567564" y="59753"/>
                  <a:pt x="571220" y="59136"/>
                  <a:pt x="576110" y="58542"/>
                </a:cubicBezTo>
                <a:cubicBezTo>
                  <a:pt x="586072" y="57353"/>
                  <a:pt x="593407" y="55937"/>
                  <a:pt x="598114" y="54292"/>
                </a:cubicBezTo>
                <a:cubicBezTo>
                  <a:pt x="598160" y="52601"/>
                  <a:pt x="598183" y="51527"/>
                  <a:pt x="598183" y="51070"/>
                </a:cubicBezTo>
                <a:cubicBezTo>
                  <a:pt x="598183" y="46043"/>
                  <a:pt x="597018" y="42501"/>
                  <a:pt x="594687" y="40444"/>
                </a:cubicBezTo>
                <a:cubicBezTo>
                  <a:pt x="591534" y="37657"/>
                  <a:pt x="586849" y="36263"/>
                  <a:pt x="580634" y="36263"/>
                </a:cubicBezTo>
                <a:cubicBezTo>
                  <a:pt x="574830" y="36263"/>
                  <a:pt x="570546" y="37280"/>
                  <a:pt x="567781" y="39313"/>
                </a:cubicBezTo>
                <a:cubicBezTo>
                  <a:pt x="565016" y="41347"/>
                  <a:pt x="562971" y="44946"/>
                  <a:pt x="561646" y="50110"/>
                </a:cubicBezTo>
                <a:lnTo>
                  <a:pt x="549581" y="48465"/>
                </a:lnTo>
                <a:cubicBezTo>
                  <a:pt x="550678" y="43301"/>
                  <a:pt x="552483" y="39131"/>
                  <a:pt x="554996" y="35954"/>
                </a:cubicBezTo>
                <a:cubicBezTo>
                  <a:pt x="557510" y="32778"/>
                  <a:pt x="561143" y="30333"/>
                  <a:pt x="565896" y="28620"/>
                </a:cubicBezTo>
                <a:cubicBezTo>
                  <a:pt x="570649" y="26906"/>
                  <a:pt x="576156" y="26049"/>
                  <a:pt x="582416" y="26049"/>
                </a:cubicBezTo>
                <a:cubicBezTo>
                  <a:pt x="588632" y="26049"/>
                  <a:pt x="593682" y="26780"/>
                  <a:pt x="597566" y="28243"/>
                </a:cubicBezTo>
                <a:cubicBezTo>
                  <a:pt x="601450" y="29705"/>
                  <a:pt x="604307" y="31544"/>
                  <a:pt x="606135" y="33761"/>
                </a:cubicBezTo>
                <a:cubicBezTo>
                  <a:pt x="607963" y="35977"/>
                  <a:pt x="609242" y="38776"/>
                  <a:pt x="609974" y="42158"/>
                </a:cubicBezTo>
                <a:cubicBezTo>
                  <a:pt x="610385" y="44260"/>
                  <a:pt x="610590" y="48053"/>
                  <a:pt x="610590" y="53537"/>
                </a:cubicBezTo>
                <a:lnTo>
                  <a:pt x="610590" y="69989"/>
                </a:lnTo>
                <a:cubicBezTo>
                  <a:pt x="610590" y="81460"/>
                  <a:pt x="610853" y="88715"/>
                  <a:pt x="611379" y="91754"/>
                </a:cubicBezTo>
                <a:cubicBezTo>
                  <a:pt x="611904" y="94793"/>
                  <a:pt x="612944" y="97706"/>
                  <a:pt x="614498" y="100494"/>
                </a:cubicBezTo>
                <a:lnTo>
                  <a:pt x="601610" y="100494"/>
                </a:lnTo>
                <a:cubicBezTo>
                  <a:pt x="600331" y="97935"/>
                  <a:pt x="599508" y="94942"/>
                  <a:pt x="599143" y="91514"/>
                </a:cubicBezTo>
                <a:moveTo>
                  <a:pt x="598114" y="63957"/>
                </a:moveTo>
                <a:cubicBezTo>
                  <a:pt x="593636" y="65785"/>
                  <a:pt x="586918" y="67339"/>
                  <a:pt x="577961" y="68618"/>
                </a:cubicBezTo>
                <a:cubicBezTo>
                  <a:pt x="572888" y="69350"/>
                  <a:pt x="569301" y="70172"/>
                  <a:pt x="567198" y="71086"/>
                </a:cubicBezTo>
                <a:cubicBezTo>
                  <a:pt x="565096" y="72000"/>
                  <a:pt x="563474" y="73337"/>
                  <a:pt x="562331" y="75096"/>
                </a:cubicBezTo>
                <a:cubicBezTo>
                  <a:pt x="561189" y="76856"/>
                  <a:pt x="560618" y="78810"/>
                  <a:pt x="560618" y="80957"/>
                </a:cubicBezTo>
                <a:cubicBezTo>
                  <a:pt x="560618" y="84248"/>
                  <a:pt x="561863" y="86990"/>
                  <a:pt x="564354" y="89183"/>
                </a:cubicBezTo>
                <a:cubicBezTo>
                  <a:pt x="566844" y="91377"/>
                  <a:pt x="570489" y="92474"/>
                  <a:pt x="575287" y="92474"/>
                </a:cubicBezTo>
                <a:cubicBezTo>
                  <a:pt x="580040" y="92474"/>
                  <a:pt x="584267" y="91434"/>
                  <a:pt x="587969" y="89355"/>
                </a:cubicBezTo>
                <a:cubicBezTo>
                  <a:pt x="591671" y="87275"/>
                  <a:pt x="594390" y="84431"/>
                  <a:pt x="596126" y="80820"/>
                </a:cubicBezTo>
                <a:cubicBezTo>
                  <a:pt x="597452" y="78033"/>
                  <a:pt x="598114" y="73920"/>
                  <a:pt x="598114" y="68481"/>
                </a:cubicBezTo>
                <a:lnTo>
                  <a:pt x="598114" y="63957"/>
                </a:lnTo>
                <a:close/>
                <a:moveTo>
                  <a:pt x="640821" y="100494"/>
                </a:moveTo>
                <a:lnTo>
                  <a:pt x="629373" y="100494"/>
                </a:lnTo>
                <a:lnTo>
                  <a:pt x="629373" y="0"/>
                </a:lnTo>
                <a:lnTo>
                  <a:pt x="641712" y="0"/>
                </a:lnTo>
                <a:lnTo>
                  <a:pt x="641712" y="35852"/>
                </a:lnTo>
                <a:cubicBezTo>
                  <a:pt x="646922" y="29317"/>
                  <a:pt x="653571" y="26049"/>
                  <a:pt x="661660" y="26049"/>
                </a:cubicBezTo>
                <a:cubicBezTo>
                  <a:pt x="666139" y="26049"/>
                  <a:pt x="670377" y="26952"/>
                  <a:pt x="674376" y="28757"/>
                </a:cubicBezTo>
                <a:cubicBezTo>
                  <a:pt x="678375" y="30562"/>
                  <a:pt x="681665" y="33098"/>
                  <a:pt x="684247" y="36366"/>
                </a:cubicBezTo>
                <a:cubicBezTo>
                  <a:pt x="686829" y="39633"/>
                  <a:pt x="688851" y="43575"/>
                  <a:pt x="690314" y="48191"/>
                </a:cubicBezTo>
                <a:cubicBezTo>
                  <a:pt x="691776" y="52806"/>
                  <a:pt x="692507" y="57742"/>
                  <a:pt x="692507" y="62997"/>
                </a:cubicBezTo>
                <a:cubicBezTo>
                  <a:pt x="692507" y="75473"/>
                  <a:pt x="689423" y="85116"/>
                  <a:pt x="683253" y="91925"/>
                </a:cubicBezTo>
                <a:cubicBezTo>
                  <a:pt x="677084" y="98735"/>
                  <a:pt x="669680" y="102139"/>
                  <a:pt x="661043" y="102139"/>
                </a:cubicBezTo>
                <a:cubicBezTo>
                  <a:pt x="652451" y="102139"/>
                  <a:pt x="645711" y="98552"/>
                  <a:pt x="640821" y="91377"/>
                </a:cubicBezTo>
                <a:lnTo>
                  <a:pt x="640821" y="100494"/>
                </a:lnTo>
                <a:moveTo>
                  <a:pt x="640684" y="63546"/>
                </a:moveTo>
                <a:cubicBezTo>
                  <a:pt x="640684" y="72274"/>
                  <a:pt x="641872" y="78581"/>
                  <a:pt x="644248" y="82466"/>
                </a:cubicBezTo>
                <a:cubicBezTo>
                  <a:pt x="648133" y="88818"/>
                  <a:pt x="653388" y="91994"/>
                  <a:pt x="660015" y="91994"/>
                </a:cubicBezTo>
                <a:cubicBezTo>
                  <a:pt x="665407" y="91994"/>
                  <a:pt x="670069" y="89652"/>
                  <a:pt x="673999" y="84968"/>
                </a:cubicBezTo>
                <a:cubicBezTo>
                  <a:pt x="677929" y="80283"/>
                  <a:pt x="679894" y="73303"/>
                  <a:pt x="679894" y="64026"/>
                </a:cubicBezTo>
                <a:cubicBezTo>
                  <a:pt x="679894" y="54520"/>
                  <a:pt x="678009" y="47505"/>
                  <a:pt x="674239" y="42981"/>
                </a:cubicBezTo>
                <a:cubicBezTo>
                  <a:pt x="670469" y="38457"/>
                  <a:pt x="665910" y="36194"/>
                  <a:pt x="660563" y="36194"/>
                </a:cubicBezTo>
                <a:cubicBezTo>
                  <a:pt x="655171" y="36194"/>
                  <a:pt x="650509" y="38536"/>
                  <a:pt x="646579" y="43221"/>
                </a:cubicBezTo>
                <a:cubicBezTo>
                  <a:pt x="642649" y="47905"/>
                  <a:pt x="640684" y="54680"/>
                  <a:pt x="640684" y="63546"/>
                </a:cubicBezTo>
                <a:close/>
                <a:moveTo>
                  <a:pt x="707314" y="14190"/>
                </a:moveTo>
                <a:lnTo>
                  <a:pt x="707314" y="0"/>
                </a:lnTo>
                <a:lnTo>
                  <a:pt x="719653" y="0"/>
                </a:lnTo>
                <a:lnTo>
                  <a:pt x="719653" y="14190"/>
                </a:lnTo>
                <a:lnTo>
                  <a:pt x="707314" y="14190"/>
                </a:lnTo>
                <a:moveTo>
                  <a:pt x="707314" y="100494"/>
                </a:moveTo>
                <a:lnTo>
                  <a:pt x="707314" y="27694"/>
                </a:lnTo>
                <a:lnTo>
                  <a:pt x="719653" y="27694"/>
                </a:lnTo>
                <a:lnTo>
                  <a:pt x="719653" y="100494"/>
                </a:lnTo>
                <a:lnTo>
                  <a:pt x="707314" y="100494"/>
                </a:lnTo>
                <a:close/>
                <a:moveTo>
                  <a:pt x="738721" y="100494"/>
                </a:moveTo>
                <a:lnTo>
                  <a:pt x="738721" y="27694"/>
                </a:lnTo>
                <a:lnTo>
                  <a:pt x="749826" y="27694"/>
                </a:lnTo>
                <a:lnTo>
                  <a:pt x="749826" y="38045"/>
                </a:lnTo>
                <a:cubicBezTo>
                  <a:pt x="755173" y="30048"/>
                  <a:pt x="762896" y="26049"/>
                  <a:pt x="772996" y="26049"/>
                </a:cubicBezTo>
                <a:cubicBezTo>
                  <a:pt x="777383" y="26049"/>
                  <a:pt x="781416" y="26837"/>
                  <a:pt x="785095" y="28414"/>
                </a:cubicBezTo>
                <a:cubicBezTo>
                  <a:pt x="788774" y="29991"/>
                  <a:pt x="791527" y="32059"/>
                  <a:pt x="793355" y="34618"/>
                </a:cubicBezTo>
                <a:cubicBezTo>
                  <a:pt x="795183" y="37177"/>
                  <a:pt x="796463" y="40216"/>
                  <a:pt x="797194" y="43735"/>
                </a:cubicBezTo>
                <a:cubicBezTo>
                  <a:pt x="797651" y="46020"/>
                  <a:pt x="797880" y="50019"/>
                  <a:pt x="797880" y="55731"/>
                </a:cubicBezTo>
                <a:lnTo>
                  <a:pt x="797880" y="100494"/>
                </a:lnTo>
                <a:lnTo>
                  <a:pt x="785541" y="100494"/>
                </a:lnTo>
                <a:lnTo>
                  <a:pt x="785541" y="56211"/>
                </a:lnTo>
                <a:cubicBezTo>
                  <a:pt x="785541" y="51184"/>
                  <a:pt x="785061" y="47425"/>
                  <a:pt x="784101" y="44934"/>
                </a:cubicBezTo>
                <a:cubicBezTo>
                  <a:pt x="783141" y="42444"/>
                  <a:pt x="781439" y="40456"/>
                  <a:pt x="778994" y="38971"/>
                </a:cubicBezTo>
                <a:cubicBezTo>
                  <a:pt x="776549" y="37485"/>
                  <a:pt x="773681" y="36743"/>
                  <a:pt x="770391" y="36743"/>
                </a:cubicBezTo>
                <a:cubicBezTo>
                  <a:pt x="765136" y="36743"/>
                  <a:pt x="760600" y="38411"/>
                  <a:pt x="756784" y="41747"/>
                </a:cubicBezTo>
                <a:cubicBezTo>
                  <a:pt x="752968" y="45083"/>
                  <a:pt x="751060" y="51412"/>
                  <a:pt x="751060" y="60735"/>
                </a:cubicBezTo>
                <a:lnTo>
                  <a:pt x="751060" y="100494"/>
                </a:lnTo>
                <a:lnTo>
                  <a:pt x="738721" y="100494"/>
                </a:lnTo>
                <a:close/>
                <a:moveTo>
                  <a:pt x="866362" y="77050"/>
                </a:moveTo>
                <a:lnTo>
                  <a:pt x="879112" y="78627"/>
                </a:lnTo>
                <a:cubicBezTo>
                  <a:pt x="877101" y="86076"/>
                  <a:pt x="873377" y="91857"/>
                  <a:pt x="867938" y="95970"/>
                </a:cubicBezTo>
                <a:cubicBezTo>
                  <a:pt x="862500" y="100083"/>
                  <a:pt x="855554" y="102139"/>
                  <a:pt x="847099" y="102139"/>
                </a:cubicBezTo>
                <a:cubicBezTo>
                  <a:pt x="836451" y="102139"/>
                  <a:pt x="828008" y="98860"/>
                  <a:pt x="821770" y="92302"/>
                </a:cubicBezTo>
                <a:cubicBezTo>
                  <a:pt x="815532" y="85745"/>
                  <a:pt x="812413" y="76547"/>
                  <a:pt x="812413" y="64711"/>
                </a:cubicBezTo>
                <a:cubicBezTo>
                  <a:pt x="812413" y="52464"/>
                  <a:pt x="815566" y="42958"/>
                  <a:pt x="821873" y="36194"/>
                </a:cubicBezTo>
                <a:cubicBezTo>
                  <a:pt x="828179" y="29431"/>
                  <a:pt x="836360" y="26049"/>
                  <a:pt x="846414" y="26049"/>
                </a:cubicBezTo>
                <a:cubicBezTo>
                  <a:pt x="856148" y="26049"/>
                  <a:pt x="864099" y="29362"/>
                  <a:pt x="870269" y="35989"/>
                </a:cubicBezTo>
                <a:cubicBezTo>
                  <a:pt x="876438" y="42615"/>
                  <a:pt x="879523" y="51938"/>
                  <a:pt x="879523" y="63957"/>
                </a:cubicBezTo>
                <a:cubicBezTo>
                  <a:pt x="879523" y="64688"/>
                  <a:pt x="879500" y="65785"/>
                  <a:pt x="879455" y="67247"/>
                </a:cubicBezTo>
                <a:lnTo>
                  <a:pt x="825163" y="67247"/>
                </a:lnTo>
                <a:cubicBezTo>
                  <a:pt x="825620" y="75245"/>
                  <a:pt x="827882" y="81369"/>
                  <a:pt x="831950" y="85619"/>
                </a:cubicBezTo>
                <a:cubicBezTo>
                  <a:pt x="836017" y="89869"/>
                  <a:pt x="841090" y="91994"/>
                  <a:pt x="847168" y="91994"/>
                </a:cubicBezTo>
                <a:cubicBezTo>
                  <a:pt x="851692" y="91994"/>
                  <a:pt x="855554" y="90806"/>
                  <a:pt x="858753" y="88429"/>
                </a:cubicBezTo>
                <a:cubicBezTo>
                  <a:pt x="861952" y="86053"/>
                  <a:pt x="864488" y="82260"/>
                  <a:pt x="866362" y="77050"/>
                </a:cubicBezTo>
                <a:moveTo>
                  <a:pt x="825849" y="57102"/>
                </a:moveTo>
                <a:lnTo>
                  <a:pt x="866499" y="57102"/>
                </a:lnTo>
                <a:cubicBezTo>
                  <a:pt x="865950" y="50978"/>
                  <a:pt x="864396" y="46385"/>
                  <a:pt x="861837" y="43324"/>
                </a:cubicBezTo>
                <a:cubicBezTo>
                  <a:pt x="857907" y="38571"/>
                  <a:pt x="852812" y="36194"/>
                  <a:pt x="846551" y="36194"/>
                </a:cubicBezTo>
                <a:cubicBezTo>
                  <a:pt x="840884" y="36194"/>
                  <a:pt x="836120" y="38091"/>
                  <a:pt x="832258" y="41884"/>
                </a:cubicBezTo>
                <a:cubicBezTo>
                  <a:pt x="828396" y="45677"/>
                  <a:pt x="826260" y="50750"/>
                  <a:pt x="825849" y="57102"/>
                </a:cubicBezTo>
                <a:close/>
                <a:moveTo>
                  <a:pt x="921270" y="89458"/>
                </a:moveTo>
                <a:lnTo>
                  <a:pt x="923053" y="100357"/>
                </a:lnTo>
                <a:cubicBezTo>
                  <a:pt x="919579" y="101088"/>
                  <a:pt x="916472" y="101454"/>
                  <a:pt x="913730" y="101454"/>
                </a:cubicBezTo>
                <a:cubicBezTo>
                  <a:pt x="909251" y="101454"/>
                  <a:pt x="905778" y="100746"/>
                  <a:pt x="903310" y="99329"/>
                </a:cubicBezTo>
                <a:cubicBezTo>
                  <a:pt x="900842" y="97912"/>
                  <a:pt x="899106" y="96050"/>
                  <a:pt x="898100" y="93742"/>
                </a:cubicBezTo>
                <a:cubicBezTo>
                  <a:pt x="897095" y="91434"/>
                  <a:pt x="896592" y="86579"/>
                  <a:pt x="896592" y="79175"/>
                </a:cubicBezTo>
                <a:lnTo>
                  <a:pt x="896592" y="37291"/>
                </a:lnTo>
                <a:lnTo>
                  <a:pt x="887544" y="37291"/>
                </a:lnTo>
                <a:lnTo>
                  <a:pt x="887544" y="27694"/>
                </a:lnTo>
                <a:lnTo>
                  <a:pt x="896592" y="27694"/>
                </a:lnTo>
                <a:lnTo>
                  <a:pt x="896592" y="9666"/>
                </a:lnTo>
                <a:lnTo>
                  <a:pt x="908863" y="2262"/>
                </a:lnTo>
                <a:lnTo>
                  <a:pt x="908863" y="27694"/>
                </a:lnTo>
                <a:lnTo>
                  <a:pt x="921270" y="27694"/>
                </a:lnTo>
                <a:lnTo>
                  <a:pt x="921270" y="37291"/>
                </a:lnTo>
                <a:lnTo>
                  <a:pt x="908863" y="37291"/>
                </a:lnTo>
                <a:lnTo>
                  <a:pt x="908863" y="79861"/>
                </a:lnTo>
                <a:cubicBezTo>
                  <a:pt x="908863" y="83380"/>
                  <a:pt x="909080" y="85642"/>
                  <a:pt x="909514" y="86647"/>
                </a:cubicBezTo>
                <a:cubicBezTo>
                  <a:pt x="909948" y="87653"/>
                  <a:pt x="910656" y="88452"/>
                  <a:pt x="911639" y="89046"/>
                </a:cubicBezTo>
                <a:cubicBezTo>
                  <a:pt x="912621" y="89640"/>
                  <a:pt x="914027" y="89938"/>
                  <a:pt x="915855" y="89938"/>
                </a:cubicBezTo>
                <a:cubicBezTo>
                  <a:pt x="917226" y="89938"/>
                  <a:pt x="919031" y="89778"/>
                  <a:pt x="921270" y="89458"/>
                </a:cubicBezTo>
                <a:close/>
                <a:moveTo>
                  <a:pt x="936047" y="100494"/>
                </a:moveTo>
                <a:lnTo>
                  <a:pt x="936047" y="86441"/>
                </a:lnTo>
                <a:lnTo>
                  <a:pt x="950100" y="86441"/>
                </a:lnTo>
                <a:lnTo>
                  <a:pt x="950100" y="100494"/>
                </a:lnTo>
                <a:cubicBezTo>
                  <a:pt x="950100" y="105658"/>
                  <a:pt x="949186" y="109828"/>
                  <a:pt x="947358" y="113005"/>
                </a:cubicBezTo>
                <a:cubicBezTo>
                  <a:pt x="945530" y="116181"/>
                  <a:pt x="942628" y="118637"/>
                  <a:pt x="938652" y="120374"/>
                </a:cubicBezTo>
                <a:lnTo>
                  <a:pt x="935224" y="115095"/>
                </a:lnTo>
                <a:cubicBezTo>
                  <a:pt x="937829" y="113953"/>
                  <a:pt x="939749" y="112273"/>
                  <a:pt x="940983" y="110057"/>
                </a:cubicBezTo>
                <a:cubicBezTo>
                  <a:pt x="942217" y="107840"/>
                  <a:pt x="942902" y="104653"/>
                  <a:pt x="943039" y="100494"/>
                </a:cubicBezTo>
                <a:lnTo>
                  <a:pt x="936047" y="100494"/>
                </a:lnTo>
                <a:close/>
                <a:moveTo>
                  <a:pt x="1005222" y="64094"/>
                </a:moveTo>
                <a:cubicBezTo>
                  <a:pt x="1005222" y="50613"/>
                  <a:pt x="1008969" y="40627"/>
                  <a:pt x="1016464" y="34138"/>
                </a:cubicBezTo>
                <a:cubicBezTo>
                  <a:pt x="1022725" y="28745"/>
                  <a:pt x="1030357" y="26049"/>
                  <a:pt x="1039360" y="26049"/>
                </a:cubicBezTo>
                <a:cubicBezTo>
                  <a:pt x="1049368" y="26049"/>
                  <a:pt x="1057548" y="29328"/>
                  <a:pt x="1063901" y="35886"/>
                </a:cubicBezTo>
                <a:cubicBezTo>
                  <a:pt x="1070253" y="42444"/>
                  <a:pt x="1073429" y="51504"/>
                  <a:pt x="1073429" y="63066"/>
                </a:cubicBezTo>
                <a:cubicBezTo>
                  <a:pt x="1073429" y="72434"/>
                  <a:pt x="1072024" y="79804"/>
                  <a:pt x="1069213" y="85173"/>
                </a:cubicBezTo>
                <a:cubicBezTo>
                  <a:pt x="1066403" y="90543"/>
                  <a:pt x="1062313" y="94713"/>
                  <a:pt x="1056943" y="97684"/>
                </a:cubicBezTo>
                <a:cubicBezTo>
                  <a:pt x="1051573" y="100654"/>
                  <a:pt x="1045712" y="102139"/>
                  <a:pt x="1039360" y="102139"/>
                </a:cubicBezTo>
                <a:cubicBezTo>
                  <a:pt x="1029169" y="102139"/>
                  <a:pt x="1020931" y="98872"/>
                  <a:pt x="1014648" y="92337"/>
                </a:cubicBezTo>
                <a:cubicBezTo>
                  <a:pt x="1008364" y="85802"/>
                  <a:pt x="1005222" y="76387"/>
                  <a:pt x="1005222" y="64094"/>
                </a:cubicBezTo>
                <a:moveTo>
                  <a:pt x="1017904" y="64094"/>
                </a:moveTo>
                <a:cubicBezTo>
                  <a:pt x="1017904" y="73417"/>
                  <a:pt x="1019937" y="80398"/>
                  <a:pt x="1024005" y="85036"/>
                </a:cubicBezTo>
                <a:cubicBezTo>
                  <a:pt x="1028072" y="89675"/>
                  <a:pt x="1033190" y="91994"/>
                  <a:pt x="1039360" y="91994"/>
                </a:cubicBezTo>
                <a:cubicBezTo>
                  <a:pt x="1045484" y="91994"/>
                  <a:pt x="1050579" y="89663"/>
                  <a:pt x="1054646" y="85002"/>
                </a:cubicBezTo>
                <a:cubicBezTo>
                  <a:pt x="1058714" y="80341"/>
                  <a:pt x="1060747" y="73234"/>
                  <a:pt x="1060747" y="63683"/>
                </a:cubicBezTo>
                <a:cubicBezTo>
                  <a:pt x="1060747" y="54680"/>
                  <a:pt x="1058702" y="47859"/>
                  <a:pt x="1054612" y="43221"/>
                </a:cubicBezTo>
                <a:cubicBezTo>
                  <a:pt x="1050522" y="38582"/>
                  <a:pt x="1045438" y="36263"/>
                  <a:pt x="1039360" y="36263"/>
                </a:cubicBezTo>
                <a:cubicBezTo>
                  <a:pt x="1033190" y="36263"/>
                  <a:pt x="1028072" y="38571"/>
                  <a:pt x="1024005" y="43186"/>
                </a:cubicBezTo>
                <a:cubicBezTo>
                  <a:pt x="1019937" y="47802"/>
                  <a:pt x="1017904" y="54771"/>
                  <a:pt x="1017904" y="64094"/>
                </a:cubicBezTo>
                <a:close/>
                <a:moveTo>
                  <a:pt x="1087619" y="128394"/>
                </a:moveTo>
                <a:lnTo>
                  <a:pt x="1087619" y="27694"/>
                </a:lnTo>
                <a:lnTo>
                  <a:pt x="1098861" y="27694"/>
                </a:lnTo>
                <a:lnTo>
                  <a:pt x="1098861" y="37154"/>
                </a:lnTo>
                <a:cubicBezTo>
                  <a:pt x="1101512" y="33452"/>
                  <a:pt x="1104505" y="30676"/>
                  <a:pt x="1107841" y="28825"/>
                </a:cubicBezTo>
                <a:cubicBezTo>
                  <a:pt x="1111177" y="26974"/>
                  <a:pt x="1115222" y="26049"/>
                  <a:pt x="1119974" y="26049"/>
                </a:cubicBezTo>
                <a:cubicBezTo>
                  <a:pt x="1126190" y="26049"/>
                  <a:pt x="1131674" y="27648"/>
                  <a:pt x="1136426" y="30847"/>
                </a:cubicBezTo>
                <a:cubicBezTo>
                  <a:pt x="1141179" y="34046"/>
                  <a:pt x="1144767" y="38559"/>
                  <a:pt x="1147189" y="44386"/>
                </a:cubicBezTo>
                <a:cubicBezTo>
                  <a:pt x="1149611" y="50213"/>
                  <a:pt x="1150822" y="56599"/>
                  <a:pt x="1150822" y="63546"/>
                </a:cubicBezTo>
                <a:cubicBezTo>
                  <a:pt x="1150822" y="70995"/>
                  <a:pt x="1149485" y="77701"/>
                  <a:pt x="1146812" y="83665"/>
                </a:cubicBezTo>
                <a:cubicBezTo>
                  <a:pt x="1144138" y="89629"/>
                  <a:pt x="1140254" y="94199"/>
                  <a:pt x="1135158" y="97375"/>
                </a:cubicBezTo>
                <a:cubicBezTo>
                  <a:pt x="1130063" y="100551"/>
                  <a:pt x="1124704" y="102139"/>
                  <a:pt x="1119083" y="102139"/>
                </a:cubicBezTo>
                <a:cubicBezTo>
                  <a:pt x="1114970" y="102139"/>
                  <a:pt x="1111280" y="101271"/>
                  <a:pt x="1108012" y="99534"/>
                </a:cubicBezTo>
                <a:cubicBezTo>
                  <a:pt x="1104745" y="97798"/>
                  <a:pt x="1102060" y="95604"/>
                  <a:pt x="1099958" y="92954"/>
                </a:cubicBezTo>
                <a:lnTo>
                  <a:pt x="1099958" y="128394"/>
                </a:lnTo>
                <a:lnTo>
                  <a:pt x="1087619" y="128394"/>
                </a:lnTo>
                <a:moveTo>
                  <a:pt x="1098792" y="64505"/>
                </a:moveTo>
                <a:cubicBezTo>
                  <a:pt x="1098792" y="73874"/>
                  <a:pt x="1100689" y="80798"/>
                  <a:pt x="1104482" y="85276"/>
                </a:cubicBezTo>
                <a:cubicBezTo>
                  <a:pt x="1108275" y="89755"/>
                  <a:pt x="1112868" y="91994"/>
                  <a:pt x="1118261" y="91994"/>
                </a:cubicBezTo>
                <a:cubicBezTo>
                  <a:pt x="1123745" y="91994"/>
                  <a:pt x="1128440" y="89675"/>
                  <a:pt x="1132348" y="85036"/>
                </a:cubicBezTo>
                <a:cubicBezTo>
                  <a:pt x="1136255" y="80398"/>
                  <a:pt x="1138209" y="73211"/>
                  <a:pt x="1138209" y="63477"/>
                </a:cubicBezTo>
                <a:cubicBezTo>
                  <a:pt x="1138209" y="54200"/>
                  <a:pt x="1136301" y="47254"/>
                  <a:pt x="1132485" y="42638"/>
                </a:cubicBezTo>
                <a:cubicBezTo>
                  <a:pt x="1128669" y="38022"/>
                  <a:pt x="1124110" y="35715"/>
                  <a:pt x="1118809" y="35715"/>
                </a:cubicBezTo>
                <a:cubicBezTo>
                  <a:pt x="1113554" y="35715"/>
                  <a:pt x="1108904" y="38171"/>
                  <a:pt x="1104859" y="43084"/>
                </a:cubicBezTo>
                <a:cubicBezTo>
                  <a:pt x="1100815" y="47996"/>
                  <a:pt x="1098792" y="55137"/>
                  <a:pt x="1098792" y="64505"/>
                </a:cubicBezTo>
                <a:close/>
                <a:moveTo>
                  <a:pt x="1215259" y="77050"/>
                </a:moveTo>
                <a:lnTo>
                  <a:pt x="1228010" y="78627"/>
                </a:lnTo>
                <a:cubicBezTo>
                  <a:pt x="1225999" y="86076"/>
                  <a:pt x="1222274" y="91857"/>
                  <a:pt x="1216836" y="95970"/>
                </a:cubicBezTo>
                <a:cubicBezTo>
                  <a:pt x="1211398" y="100083"/>
                  <a:pt x="1204451" y="102139"/>
                  <a:pt x="1195997" y="102139"/>
                </a:cubicBezTo>
                <a:cubicBezTo>
                  <a:pt x="1185349" y="102139"/>
                  <a:pt x="1176906" y="98860"/>
                  <a:pt x="1170668" y="92302"/>
                </a:cubicBezTo>
                <a:cubicBezTo>
                  <a:pt x="1164430" y="85745"/>
                  <a:pt x="1161311" y="76547"/>
                  <a:pt x="1161311" y="64711"/>
                </a:cubicBezTo>
                <a:cubicBezTo>
                  <a:pt x="1161311" y="52464"/>
                  <a:pt x="1164464" y="42958"/>
                  <a:pt x="1170771" y="36194"/>
                </a:cubicBezTo>
                <a:cubicBezTo>
                  <a:pt x="1177077" y="29431"/>
                  <a:pt x="1185257" y="26049"/>
                  <a:pt x="1195311" y="26049"/>
                </a:cubicBezTo>
                <a:cubicBezTo>
                  <a:pt x="1205046" y="26049"/>
                  <a:pt x="1212997" y="29362"/>
                  <a:pt x="1219167" y="35989"/>
                </a:cubicBezTo>
                <a:cubicBezTo>
                  <a:pt x="1225336" y="42615"/>
                  <a:pt x="1228421" y="51938"/>
                  <a:pt x="1228421" y="63957"/>
                </a:cubicBezTo>
                <a:cubicBezTo>
                  <a:pt x="1228421" y="64688"/>
                  <a:pt x="1228398" y="65785"/>
                  <a:pt x="1228353" y="67247"/>
                </a:cubicBezTo>
                <a:lnTo>
                  <a:pt x="1174061" y="67247"/>
                </a:lnTo>
                <a:cubicBezTo>
                  <a:pt x="1174518" y="75245"/>
                  <a:pt x="1176780" y="81369"/>
                  <a:pt x="1180847" y="85619"/>
                </a:cubicBezTo>
                <a:cubicBezTo>
                  <a:pt x="1184915" y="89869"/>
                  <a:pt x="1189987" y="91994"/>
                  <a:pt x="1196066" y="91994"/>
                </a:cubicBezTo>
                <a:cubicBezTo>
                  <a:pt x="1200590" y="91994"/>
                  <a:pt x="1204451" y="90806"/>
                  <a:pt x="1207650" y="88429"/>
                </a:cubicBezTo>
                <a:cubicBezTo>
                  <a:pt x="1210849" y="86053"/>
                  <a:pt x="1213386" y="82260"/>
                  <a:pt x="1215259" y="77050"/>
                </a:cubicBezTo>
                <a:moveTo>
                  <a:pt x="1174746" y="57102"/>
                </a:moveTo>
                <a:lnTo>
                  <a:pt x="1215397" y="57102"/>
                </a:lnTo>
                <a:cubicBezTo>
                  <a:pt x="1214848" y="50978"/>
                  <a:pt x="1213294" y="46385"/>
                  <a:pt x="1210735" y="43324"/>
                </a:cubicBezTo>
                <a:cubicBezTo>
                  <a:pt x="1206805" y="38571"/>
                  <a:pt x="1201709" y="36194"/>
                  <a:pt x="1195449" y="36194"/>
                </a:cubicBezTo>
                <a:cubicBezTo>
                  <a:pt x="1189782" y="36194"/>
                  <a:pt x="1185018" y="38091"/>
                  <a:pt x="1181156" y="41884"/>
                </a:cubicBezTo>
                <a:cubicBezTo>
                  <a:pt x="1177294" y="45677"/>
                  <a:pt x="1175158" y="50750"/>
                  <a:pt x="1174746" y="57102"/>
                </a:cubicBezTo>
                <a:close/>
                <a:moveTo>
                  <a:pt x="1243228" y="100494"/>
                </a:moveTo>
                <a:lnTo>
                  <a:pt x="1243228" y="27694"/>
                </a:lnTo>
                <a:lnTo>
                  <a:pt x="1254333" y="27694"/>
                </a:lnTo>
                <a:lnTo>
                  <a:pt x="1254333" y="38045"/>
                </a:lnTo>
                <a:cubicBezTo>
                  <a:pt x="1259680" y="30048"/>
                  <a:pt x="1267403" y="26049"/>
                  <a:pt x="1277503" y="26049"/>
                </a:cubicBezTo>
                <a:cubicBezTo>
                  <a:pt x="1281890" y="26049"/>
                  <a:pt x="1285923" y="26837"/>
                  <a:pt x="1289602" y="28414"/>
                </a:cubicBezTo>
                <a:cubicBezTo>
                  <a:pt x="1293281" y="29991"/>
                  <a:pt x="1296034" y="32059"/>
                  <a:pt x="1297862" y="34618"/>
                </a:cubicBezTo>
                <a:cubicBezTo>
                  <a:pt x="1299690" y="37177"/>
                  <a:pt x="1300970" y="40216"/>
                  <a:pt x="1301701" y="43735"/>
                </a:cubicBezTo>
                <a:cubicBezTo>
                  <a:pt x="1302158" y="46020"/>
                  <a:pt x="1302387" y="50019"/>
                  <a:pt x="1302387" y="55731"/>
                </a:cubicBezTo>
                <a:lnTo>
                  <a:pt x="1302387" y="100494"/>
                </a:lnTo>
                <a:lnTo>
                  <a:pt x="1290048" y="100494"/>
                </a:lnTo>
                <a:lnTo>
                  <a:pt x="1290048" y="56211"/>
                </a:lnTo>
                <a:cubicBezTo>
                  <a:pt x="1290048" y="51184"/>
                  <a:pt x="1289568" y="47425"/>
                  <a:pt x="1288608" y="44934"/>
                </a:cubicBezTo>
                <a:cubicBezTo>
                  <a:pt x="1287648" y="42444"/>
                  <a:pt x="1285946" y="40456"/>
                  <a:pt x="1283501" y="38971"/>
                </a:cubicBezTo>
                <a:cubicBezTo>
                  <a:pt x="1281056" y="37485"/>
                  <a:pt x="1278188" y="36743"/>
                  <a:pt x="1274898" y="36743"/>
                </a:cubicBezTo>
                <a:cubicBezTo>
                  <a:pt x="1269643" y="36743"/>
                  <a:pt x="1265107" y="38411"/>
                  <a:pt x="1261291" y="41747"/>
                </a:cubicBezTo>
                <a:cubicBezTo>
                  <a:pt x="1257475" y="45083"/>
                  <a:pt x="1255567" y="51412"/>
                  <a:pt x="1255567" y="60735"/>
                </a:cubicBezTo>
                <a:lnTo>
                  <a:pt x="1255567" y="100494"/>
                </a:lnTo>
                <a:lnTo>
                  <a:pt x="1243228" y="100494"/>
                </a:lnTo>
                <a:close/>
                <a:moveTo>
                  <a:pt x="1316097" y="78764"/>
                </a:moveTo>
                <a:lnTo>
                  <a:pt x="1328299" y="76844"/>
                </a:lnTo>
                <a:cubicBezTo>
                  <a:pt x="1328984" y="81734"/>
                  <a:pt x="1330892" y="85482"/>
                  <a:pt x="1334022" y="88087"/>
                </a:cubicBezTo>
                <a:cubicBezTo>
                  <a:pt x="1337153" y="90692"/>
                  <a:pt x="1341529" y="91994"/>
                  <a:pt x="1347150" y="91994"/>
                </a:cubicBezTo>
                <a:cubicBezTo>
                  <a:pt x="1352817" y="91994"/>
                  <a:pt x="1357021" y="90840"/>
                  <a:pt x="1359763" y="88532"/>
                </a:cubicBezTo>
                <a:cubicBezTo>
                  <a:pt x="1362505" y="86224"/>
                  <a:pt x="1363876" y="83517"/>
                  <a:pt x="1363876" y="80409"/>
                </a:cubicBezTo>
                <a:cubicBezTo>
                  <a:pt x="1363876" y="77621"/>
                  <a:pt x="1362665" y="75428"/>
                  <a:pt x="1360243" y="73828"/>
                </a:cubicBezTo>
                <a:cubicBezTo>
                  <a:pt x="1358552" y="72731"/>
                  <a:pt x="1354348" y="71338"/>
                  <a:pt x="1347630" y="69647"/>
                </a:cubicBezTo>
                <a:cubicBezTo>
                  <a:pt x="1338581" y="67362"/>
                  <a:pt x="1332309" y="65385"/>
                  <a:pt x="1328813" y="63717"/>
                </a:cubicBezTo>
                <a:cubicBezTo>
                  <a:pt x="1325317" y="62049"/>
                  <a:pt x="1322666" y="59741"/>
                  <a:pt x="1320861" y="56794"/>
                </a:cubicBezTo>
                <a:cubicBezTo>
                  <a:pt x="1319056" y="53846"/>
                  <a:pt x="1318153" y="50590"/>
                  <a:pt x="1318153" y="47025"/>
                </a:cubicBezTo>
                <a:cubicBezTo>
                  <a:pt x="1318153" y="43781"/>
                  <a:pt x="1318896" y="40776"/>
                  <a:pt x="1320381" y="38011"/>
                </a:cubicBezTo>
                <a:cubicBezTo>
                  <a:pt x="1321866" y="35246"/>
                  <a:pt x="1323889" y="32950"/>
                  <a:pt x="1326448" y="31122"/>
                </a:cubicBezTo>
                <a:cubicBezTo>
                  <a:pt x="1328367" y="29705"/>
                  <a:pt x="1330983" y="28505"/>
                  <a:pt x="1334297" y="27523"/>
                </a:cubicBezTo>
                <a:cubicBezTo>
                  <a:pt x="1337610" y="26540"/>
                  <a:pt x="1341163" y="26049"/>
                  <a:pt x="1344956" y="26049"/>
                </a:cubicBezTo>
                <a:cubicBezTo>
                  <a:pt x="1350669" y="26049"/>
                  <a:pt x="1355684" y="26872"/>
                  <a:pt x="1360003" y="28517"/>
                </a:cubicBezTo>
                <a:cubicBezTo>
                  <a:pt x="1364322" y="30162"/>
                  <a:pt x="1367509" y="32390"/>
                  <a:pt x="1369566" y="35200"/>
                </a:cubicBezTo>
                <a:cubicBezTo>
                  <a:pt x="1371622" y="38011"/>
                  <a:pt x="1373039" y="41770"/>
                  <a:pt x="1373816" y="46477"/>
                </a:cubicBezTo>
                <a:lnTo>
                  <a:pt x="1361751" y="48122"/>
                </a:lnTo>
                <a:cubicBezTo>
                  <a:pt x="1361203" y="44375"/>
                  <a:pt x="1359614" y="41450"/>
                  <a:pt x="1356987" y="39348"/>
                </a:cubicBezTo>
                <a:cubicBezTo>
                  <a:pt x="1354359" y="37245"/>
                  <a:pt x="1350646" y="36194"/>
                  <a:pt x="1345847" y="36194"/>
                </a:cubicBezTo>
                <a:cubicBezTo>
                  <a:pt x="1340181" y="36194"/>
                  <a:pt x="1336136" y="37131"/>
                  <a:pt x="1333714" y="39005"/>
                </a:cubicBezTo>
                <a:cubicBezTo>
                  <a:pt x="1331292" y="40879"/>
                  <a:pt x="1330081" y="43072"/>
                  <a:pt x="1330081" y="45586"/>
                </a:cubicBezTo>
                <a:cubicBezTo>
                  <a:pt x="1330081" y="47185"/>
                  <a:pt x="1330584" y="48625"/>
                  <a:pt x="1331589" y="49904"/>
                </a:cubicBezTo>
                <a:cubicBezTo>
                  <a:pt x="1332594" y="51230"/>
                  <a:pt x="1334171" y="52326"/>
                  <a:pt x="1336319" y="53195"/>
                </a:cubicBezTo>
                <a:cubicBezTo>
                  <a:pt x="1337553" y="53652"/>
                  <a:pt x="1341186" y="54703"/>
                  <a:pt x="1347218" y="56348"/>
                </a:cubicBezTo>
                <a:cubicBezTo>
                  <a:pt x="1355947" y="58679"/>
                  <a:pt x="1362037" y="60587"/>
                  <a:pt x="1365487" y="62072"/>
                </a:cubicBezTo>
                <a:cubicBezTo>
                  <a:pt x="1368937" y="63557"/>
                  <a:pt x="1371645" y="65717"/>
                  <a:pt x="1373610" y="68550"/>
                </a:cubicBezTo>
                <a:cubicBezTo>
                  <a:pt x="1375575" y="71383"/>
                  <a:pt x="1376558" y="74902"/>
                  <a:pt x="1376558" y="79107"/>
                </a:cubicBezTo>
                <a:cubicBezTo>
                  <a:pt x="1376558" y="83220"/>
                  <a:pt x="1375358" y="87093"/>
                  <a:pt x="1372959" y="90726"/>
                </a:cubicBezTo>
                <a:cubicBezTo>
                  <a:pt x="1370560" y="94359"/>
                  <a:pt x="1367098" y="97170"/>
                  <a:pt x="1362574" y="99157"/>
                </a:cubicBezTo>
                <a:cubicBezTo>
                  <a:pt x="1358049" y="101145"/>
                  <a:pt x="1352931" y="102139"/>
                  <a:pt x="1347218" y="102139"/>
                </a:cubicBezTo>
                <a:cubicBezTo>
                  <a:pt x="1337758" y="102139"/>
                  <a:pt x="1330549" y="100174"/>
                  <a:pt x="1325591" y="96244"/>
                </a:cubicBezTo>
                <a:cubicBezTo>
                  <a:pt x="1320632" y="92314"/>
                  <a:pt x="1317468" y="86487"/>
                  <a:pt x="1316097" y="78764"/>
                </a:cubicBezTo>
                <a:close/>
                <a:moveTo>
                  <a:pt x="1429538" y="14190"/>
                </a:moveTo>
                <a:lnTo>
                  <a:pt x="1429538" y="0"/>
                </a:lnTo>
                <a:lnTo>
                  <a:pt x="1441877" y="0"/>
                </a:lnTo>
                <a:lnTo>
                  <a:pt x="1441877" y="14190"/>
                </a:lnTo>
                <a:lnTo>
                  <a:pt x="1429538" y="14190"/>
                </a:lnTo>
                <a:moveTo>
                  <a:pt x="1429538" y="100494"/>
                </a:moveTo>
                <a:lnTo>
                  <a:pt x="1429538" y="27694"/>
                </a:lnTo>
                <a:lnTo>
                  <a:pt x="1441877" y="27694"/>
                </a:lnTo>
                <a:lnTo>
                  <a:pt x="1441877" y="100494"/>
                </a:lnTo>
                <a:lnTo>
                  <a:pt x="1429538" y="100494"/>
                </a:lnTo>
                <a:close/>
                <a:moveTo>
                  <a:pt x="1487885" y="89458"/>
                </a:moveTo>
                <a:lnTo>
                  <a:pt x="1489667" y="100357"/>
                </a:lnTo>
                <a:cubicBezTo>
                  <a:pt x="1486194" y="101088"/>
                  <a:pt x="1483087" y="101454"/>
                  <a:pt x="1480345" y="101454"/>
                </a:cubicBezTo>
                <a:cubicBezTo>
                  <a:pt x="1475866" y="101454"/>
                  <a:pt x="1472393" y="100746"/>
                  <a:pt x="1469925" y="99329"/>
                </a:cubicBezTo>
                <a:cubicBezTo>
                  <a:pt x="1467457" y="97912"/>
                  <a:pt x="1465721" y="96050"/>
                  <a:pt x="1464715" y="93742"/>
                </a:cubicBezTo>
                <a:cubicBezTo>
                  <a:pt x="1463710" y="91434"/>
                  <a:pt x="1463207" y="86579"/>
                  <a:pt x="1463207" y="79175"/>
                </a:cubicBezTo>
                <a:lnTo>
                  <a:pt x="1463207" y="37291"/>
                </a:lnTo>
                <a:lnTo>
                  <a:pt x="1454158" y="37291"/>
                </a:lnTo>
                <a:lnTo>
                  <a:pt x="1454158" y="27694"/>
                </a:lnTo>
                <a:lnTo>
                  <a:pt x="1463207" y="27694"/>
                </a:lnTo>
                <a:lnTo>
                  <a:pt x="1463207" y="9666"/>
                </a:lnTo>
                <a:lnTo>
                  <a:pt x="1475477" y="2262"/>
                </a:lnTo>
                <a:lnTo>
                  <a:pt x="1475477" y="27694"/>
                </a:lnTo>
                <a:lnTo>
                  <a:pt x="1487885" y="27694"/>
                </a:lnTo>
                <a:lnTo>
                  <a:pt x="1487885" y="37291"/>
                </a:lnTo>
                <a:lnTo>
                  <a:pt x="1475477" y="37291"/>
                </a:lnTo>
                <a:lnTo>
                  <a:pt x="1475477" y="79861"/>
                </a:lnTo>
                <a:cubicBezTo>
                  <a:pt x="1475477" y="83380"/>
                  <a:pt x="1475695" y="85642"/>
                  <a:pt x="1476129" y="86647"/>
                </a:cubicBezTo>
                <a:cubicBezTo>
                  <a:pt x="1476563" y="87653"/>
                  <a:pt x="1477271" y="88452"/>
                  <a:pt x="1478254" y="89046"/>
                </a:cubicBezTo>
                <a:cubicBezTo>
                  <a:pt x="1479236" y="89640"/>
                  <a:pt x="1480642" y="89938"/>
                  <a:pt x="1482470" y="89938"/>
                </a:cubicBezTo>
                <a:cubicBezTo>
                  <a:pt x="1483841" y="89938"/>
                  <a:pt x="1485646" y="89778"/>
                  <a:pt x="1487885" y="89458"/>
                </a:cubicBezTo>
                <a:close/>
                <a:moveTo>
                  <a:pt x="1502662" y="100494"/>
                </a:moveTo>
                <a:lnTo>
                  <a:pt x="1502662" y="86441"/>
                </a:lnTo>
                <a:lnTo>
                  <a:pt x="1516715" y="86441"/>
                </a:lnTo>
                <a:lnTo>
                  <a:pt x="1516715" y="100494"/>
                </a:lnTo>
                <a:cubicBezTo>
                  <a:pt x="1516715" y="105658"/>
                  <a:pt x="1515801" y="109828"/>
                  <a:pt x="1513973" y="113005"/>
                </a:cubicBezTo>
                <a:cubicBezTo>
                  <a:pt x="1512145" y="116181"/>
                  <a:pt x="1509243" y="118637"/>
                  <a:pt x="1505267" y="120374"/>
                </a:cubicBezTo>
                <a:lnTo>
                  <a:pt x="1501840" y="115095"/>
                </a:lnTo>
                <a:cubicBezTo>
                  <a:pt x="1504444" y="113953"/>
                  <a:pt x="1506364" y="112273"/>
                  <a:pt x="1507598" y="110057"/>
                </a:cubicBezTo>
                <a:cubicBezTo>
                  <a:pt x="1508832" y="107840"/>
                  <a:pt x="1509517" y="104653"/>
                  <a:pt x="1509654" y="100494"/>
                </a:cubicBezTo>
                <a:lnTo>
                  <a:pt x="1502662" y="100494"/>
                </a:lnTo>
                <a:close/>
                <a:moveTo>
                  <a:pt x="1623935" y="91514"/>
                </a:moveTo>
                <a:cubicBezTo>
                  <a:pt x="1619365" y="95399"/>
                  <a:pt x="1614966" y="98141"/>
                  <a:pt x="1610739" y="99740"/>
                </a:cubicBezTo>
                <a:cubicBezTo>
                  <a:pt x="1606512" y="101340"/>
                  <a:pt x="1601976" y="102139"/>
                  <a:pt x="1597132" y="102139"/>
                </a:cubicBezTo>
                <a:cubicBezTo>
                  <a:pt x="1589135" y="102139"/>
                  <a:pt x="1582988" y="100186"/>
                  <a:pt x="1578692" y="96278"/>
                </a:cubicBezTo>
                <a:cubicBezTo>
                  <a:pt x="1574396" y="92371"/>
                  <a:pt x="1572248" y="87378"/>
                  <a:pt x="1572248" y="81300"/>
                </a:cubicBezTo>
                <a:cubicBezTo>
                  <a:pt x="1572248" y="77736"/>
                  <a:pt x="1573060" y="74479"/>
                  <a:pt x="1574682" y="71532"/>
                </a:cubicBezTo>
                <a:cubicBezTo>
                  <a:pt x="1576304" y="68584"/>
                  <a:pt x="1578429" y="66219"/>
                  <a:pt x="1581057" y="64437"/>
                </a:cubicBezTo>
                <a:cubicBezTo>
                  <a:pt x="1583685" y="62655"/>
                  <a:pt x="1586644" y="61306"/>
                  <a:pt x="1589934" y="60392"/>
                </a:cubicBezTo>
                <a:cubicBezTo>
                  <a:pt x="1592356" y="59753"/>
                  <a:pt x="1596012" y="59136"/>
                  <a:pt x="1600902" y="58542"/>
                </a:cubicBezTo>
                <a:cubicBezTo>
                  <a:pt x="1610865" y="57353"/>
                  <a:pt x="1618200" y="55937"/>
                  <a:pt x="1622907" y="54292"/>
                </a:cubicBezTo>
                <a:cubicBezTo>
                  <a:pt x="1622952" y="52601"/>
                  <a:pt x="1622975" y="51527"/>
                  <a:pt x="1622975" y="51070"/>
                </a:cubicBezTo>
                <a:cubicBezTo>
                  <a:pt x="1622975" y="46043"/>
                  <a:pt x="1621810" y="42501"/>
                  <a:pt x="1619479" y="40444"/>
                </a:cubicBezTo>
                <a:cubicBezTo>
                  <a:pt x="1616326" y="37657"/>
                  <a:pt x="1611642" y="36263"/>
                  <a:pt x="1605427" y="36263"/>
                </a:cubicBezTo>
                <a:cubicBezTo>
                  <a:pt x="1599623" y="36263"/>
                  <a:pt x="1595338" y="37280"/>
                  <a:pt x="1592573" y="39313"/>
                </a:cubicBezTo>
                <a:cubicBezTo>
                  <a:pt x="1589809" y="41347"/>
                  <a:pt x="1587764" y="44946"/>
                  <a:pt x="1586438" y="50110"/>
                </a:cubicBezTo>
                <a:lnTo>
                  <a:pt x="1574373" y="48465"/>
                </a:lnTo>
                <a:cubicBezTo>
                  <a:pt x="1575470" y="43301"/>
                  <a:pt x="1577275" y="39131"/>
                  <a:pt x="1579789" y="35954"/>
                </a:cubicBezTo>
                <a:cubicBezTo>
                  <a:pt x="1582302" y="32778"/>
                  <a:pt x="1585936" y="30333"/>
                  <a:pt x="1590688" y="28620"/>
                </a:cubicBezTo>
                <a:cubicBezTo>
                  <a:pt x="1595441" y="26906"/>
                  <a:pt x="1600948" y="26049"/>
                  <a:pt x="1607209" y="26049"/>
                </a:cubicBezTo>
                <a:cubicBezTo>
                  <a:pt x="1613424" y="26049"/>
                  <a:pt x="1618474" y="26780"/>
                  <a:pt x="1622358" y="28243"/>
                </a:cubicBezTo>
                <a:cubicBezTo>
                  <a:pt x="1626243" y="29705"/>
                  <a:pt x="1629099" y="31544"/>
                  <a:pt x="1630927" y="33761"/>
                </a:cubicBezTo>
                <a:cubicBezTo>
                  <a:pt x="1632755" y="35977"/>
                  <a:pt x="1634035" y="38776"/>
                  <a:pt x="1634766" y="42158"/>
                </a:cubicBezTo>
                <a:cubicBezTo>
                  <a:pt x="1635177" y="44260"/>
                  <a:pt x="1635383" y="48053"/>
                  <a:pt x="1635383" y="53537"/>
                </a:cubicBezTo>
                <a:lnTo>
                  <a:pt x="1635383" y="69989"/>
                </a:lnTo>
                <a:cubicBezTo>
                  <a:pt x="1635383" y="81460"/>
                  <a:pt x="1635646" y="88715"/>
                  <a:pt x="1636171" y="91754"/>
                </a:cubicBezTo>
                <a:cubicBezTo>
                  <a:pt x="1636697" y="94793"/>
                  <a:pt x="1637736" y="97706"/>
                  <a:pt x="1639290" y="100494"/>
                </a:cubicBezTo>
                <a:lnTo>
                  <a:pt x="1626403" y="100494"/>
                </a:lnTo>
                <a:cubicBezTo>
                  <a:pt x="1625123" y="97935"/>
                  <a:pt x="1624301" y="94942"/>
                  <a:pt x="1623935" y="91514"/>
                </a:cubicBezTo>
                <a:moveTo>
                  <a:pt x="1622907" y="63957"/>
                </a:moveTo>
                <a:cubicBezTo>
                  <a:pt x="1618428" y="65785"/>
                  <a:pt x="1611710" y="67339"/>
                  <a:pt x="1602753" y="68618"/>
                </a:cubicBezTo>
                <a:cubicBezTo>
                  <a:pt x="1597680" y="69350"/>
                  <a:pt x="1594093" y="70172"/>
                  <a:pt x="1591991" y="71086"/>
                </a:cubicBezTo>
                <a:cubicBezTo>
                  <a:pt x="1589889" y="72000"/>
                  <a:pt x="1588266" y="73337"/>
                  <a:pt x="1587124" y="75096"/>
                </a:cubicBezTo>
                <a:cubicBezTo>
                  <a:pt x="1585981" y="76856"/>
                  <a:pt x="1585410" y="78810"/>
                  <a:pt x="1585410" y="80957"/>
                </a:cubicBezTo>
                <a:cubicBezTo>
                  <a:pt x="1585410" y="84248"/>
                  <a:pt x="1586655" y="86990"/>
                  <a:pt x="1589146" y="89183"/>
                </a:cubicBezTo>
                <a:cubicBezTo>
                  <a:pt x="1591637" y="91377"/>
                  <a:pt x="1595281" y="92474"/>
                  <a:pt x="1600080" y="92474"/>
                </a:cubicBezTo>
                <a:cubicBezTo>
                  <a:pt x="1604832" y="92474"/>
                  <a:pt x="1609060" y="91434"/>
                  <a:pt x="1612761" y="89355"/>
                </a:cubicBezTo>
                <a:cubicBezTo>
                  <a:pt x="1616463" y="87275"/>
                  <a:pt x="1619182" y="84431"/>
                  <a:pt x="1620919" y="80820"/>
                </a:cubicBezTo>
                <a:cubicBezTo>
                  <a:pt x="1622244" y="78033"/>
                  <a:pt x="1622907" y="73920"/>
                  <a:pt x="1622907" y="68481"/>
                </a:cubicBezTo>
                <a:lnTo>
                  <a:pt x="1622907" y="63957"/>
                </a:lnTo>
                <a:close/>
                <a:moveTo>
                  <a:pt x="1654234" y="100494"/>
                </a:moveTo>
                <a:lnTo>
                  <a:pt x="1654234" y="27694"/>
                </a:lnTo>
                <a:lnTo>
                  <a:pt x="1665339" y="27694"/>
                </a:lnTo>
                <a:lnTo>
                  <a:pt x="1665339" y="38045"/>
                </a:lnTo>
                <a:cubicBezTo>
                  <a:pt x="1670686" y="30048"/>
                  <a:pt x="1678409" y="26049"/>
                  <a:pt x="1688509" y="26049"/>
                </a:cubicBezTo>
                <a:cubicBezTo>
                  <a:pt x="1692896" y="26049"/>
                  <a:pt x="1696929" y="26837"/>
                  <a:pt x="1700608" y="28414"/>
                </a:cubicBezTo>
                <a:cubicBezTo>
                  <a:pt x="1704287" y="29991"/>
                  <a:pt x="1707041" y="32059"/>
                  <a:pt x="1708869" y="34618"/>
                </a:cubicBezTo>
                <a:cubicBezTo>
                  <a:pt x="1710697" y="37177"/>
                  <a:pt x="1711976" y="40216"/>
                  <a:pt x="1712707" y="43735"/>
                </a:cubicBezTo>
                <a:cubicBezTo>
                  <a:pt x="1713164" y="46020"/>
                  <a:pt x="1713393" y="50019"/>
                  <a:pt x="1713393" y="55731"/>
                </a:cubicBezTo>
                <a:lnTo>
                  <a:pt x="1713393" y="100494"/>
                </a:lnTo>
                <a:lnTo>
                  <a:pt x="1701054" y="100494"/>
                </a:lnTo>
                <a:lnTo>
                  <a:pt x="1701054" y="56211"/>
                </a:lnTo>
                <a:cubicBezTo>
                  <a:pt x="1701054" y="51184"/>
                  <a:pt x="1700574" y="47425"/>
                  <a:pt x="1699614" y="44934"/>
                </a:cubicBezTo>
                <a:cubicBezTo>
                  <a:pt x="1698655" y="42444"/>
                  <a:pt x="1696952" y="40456"/>
                  <a:pt x="1694507" y="38971"/>
                </a:cubicBezTo>
                <a:cubicBezTo>
                  <a:pt x="1692062" y="37485"/>
                  <a:pt x="1689195" y="36743"/>
                  <a:pt x="1685904" y="36743"/>
                </a:cubicBezTo>
                <a:cubicBezTo>
                  <a:pt x="1680649" y="36743"/>
                  <a:pt x="1676113" y="38411"/>
                  <a:pt x="1672297" y="41747"/>
                </a:cubicBezTo>
                <a:cubicBezTo>
                  <a:pt x="1668481" y="45083"/>
                  <a:pt x="1666573" y="51412"/>
                  <a:pt x="1666573" y="60735"/>
                </a:cubicBezTo>
                <a:lnTo>
                  <a:pt x="1666573" y="100494"/>
                </a:lnTo>
                <a:lnTo>
                  <a:pt x="1654234" y="100494"/>
                </a:lnTo>
                <a:close/>
                <a:moveTo>
                  <a:pt x="1779269" y="100494"/>
                </a:moveTo>
                <a:lnTo>
                  <a:pt x="1779269" y="91308"/>
                </a:lnTo>
                <a:cubicBezTo>
                  <a:pt x="1774654" y="98529"/>
                  <a:pt x="1767867" y="102139"/>
                  <a:pt x="1758910" y="102139"/>
                </a:cubicBezTo>
                <a:cubicBezTo>
                  <a:pt x="1753106" y="102139"/>
                  <a:pt x="1747771" y="100540"/>
                  <a:pt x="1742904" y="97341"/>
                </a:cubicBezTo>
                <a:cubicBezTo>
                  <a:pt x="1738037" y="94142"/>
                  <a:pt x="1734266" y="89675"/>
                  <a:pt x="1731593" y="83939"/>
                </a:cubicBezTo>
                <a:cubicBezTo>
                  <a:pt x="1728919" y="78204"/>
                  <a:pt x="1727583" y="71612"/>
                  <a:pt x="1727583" y="64163"/>
                </a:cubicBezTo>
                <a:cubicBezTo>
                  <a:pt x="1727583" y="56896"/>
                  <a:pt x="1728794" y="50304"/>
                  <a:pt x="1731216" y="44386"/>
                </a:cubicBezTo>
                <a:cubicBezTo>
                  <a:pt x="1733638" y="38468"/>
                  <a:pt x="1737271" y="33932"/>
                  <a:pt x="1742115" y="30779"/>
                </a:cubicBezTo>
                <a:cubicBezTo>
                  <a:pt x="1746960" y="27626"/>
                  <a:pt x="1752375" y="26049"/>
                  <a:pt x="1758362" y="26049"/>
                </a:cubicBezTo>
                <a:cubicBezTo>
                  <a:pt x="1762749" y="26049"/>
                  <a:pt x="1766656" y="26974"/>
                  <a:pt x="1770084" y="28825"/>
                </a:cubicBezTo>
                <a:cubicBezTo>
                  <a:pt x="1773511" y="30676"/>
                  <a:pt x="1776299" y="33087"/>
                  <a:pt x="1778447" y="36057"/>
                </a:cubicBezTo>
                <a:lnTo>
                  <a:pt x="1778447" y="0"/>
                </a:lnTo>
                <a:lnTo>
                  <a:pt x="1790717" y="0"/>
                </a:lnTo>
                <a:lnTo>
                  <a:pt x="1790717" y="100494"/>
                </a:lnTo>
                <a:lnTo>
                  <a:pt x="1779269" y="100494"/>
                </a:lnTo>
                <a:moveTo>
                  <a:pt x="1740264" y="64163"/>
                </a:moveTo>
                <a:cubicBezTo>
                  <a:pt x="1740264" y="73486"/>
                  <a:pt x="1742230" y="80455"/>
                  <a:pt x="1746160" y="85070"/>
                </a:cubicBezTo>
                <a:cubicBezTo>
                  <a:pt x="1750090" y="89686"/>
                  <a:pt x="1754729" y="91994"/>
                  <a:pt x="1760075" y="91994"/>
                </a:cubicBezTo>
                <a:cubicBezTo>
                  <a:pt x="1765468" y="91994"/>
                  <a:pt x="1770049" y="89789"/>
                  <a:pt x="1773820" y="85379"/>
                </a:cubicBezTo>
                <a:cubicBezTo>
                  <a:pt x="1777590" y="80969"/>
                  <a:pt x="1779475" y="74240"/>
                  <a:pt x="1779475" y="65191"/>
                </a:cubicBezTo>
                <a:cubicBezTo>
                  <a:pt x="1779475" y="55228"/>
                  <a:pt x="1777556" y="47916"/>
                  <a:pt x="1773717" y="43255"/>
                </a:cubicBezTo>
                <a:cubicBezTo>
                  <a:pt x="1769878" y="38594"/>
                  <a:pt x="1765148" y="36263"/>
                  <a:pt x="1759527" y="36263"/>
                </a:cubicBezTo>
                <a:cubicBezTo>
                  <a:pt x="1754043" y="36263"/>
                  <a:pt x="1749462" y="38502"/>
                  <a:pt x="1745783" y="42981"/>
                </a:cubicBezTo>
                <a:cubicBezTo>
                  <a:pt x="1742104" y="47459"/>
                  <a:pt x="1740264" y="54520"/>
                  <a:pt x="1740264" y="64163"/>
                </a:cubicBezTo>
                <a:close/>
                <a:moveTo>
                  <a:pt x="1875278" y="89458"/>
                </a:moveTo>
                <a:lnTo>
                  <a:pt x="1877061" y="100357"/>
                </a:lnTo>
                <a:cubicBezTo>
                  <a:pt x="1873587" y="101088"/>
                  <a:pt x="1870480" y="101454"/>
                  <a:pt x="1867738" y="101454"/>
                </a:cubicBezTo>
                <a:cubicBezTo>
                  <a:pt x="1863259" y="101454"/>
                  <a:pt x="1859786" y="100746"/>
                  <a:pt x="1857318" y="99329"/>
                </a:cubicBezTo>
                <a:cubicBezTo>
                  <a:pt x="1854850" y="97912"/>
                  <a:pt x="1853114" y="96050"/>
                  <a:pt x="1852108" y="93742"/>
                </a:cubicBezTo>
                <a:cubicBezTo>
                  <a:pt x="1851103" y="91434"/>
                  <a:pt x="1850600" y="86579"/>
                  <a:pt x="1850600" y="79175"/>
                </a:cubicBezTo>
                <a:lnTo>
                  <a:pt x="1850600" y="37291"/>
                </a:lnTo>
                <a:lnTo>
                  <a:pt x="1841552" y="37291"/>
                </a:lnTo>
                <a:lnTo>
                  <a:pt x="1841552" y="27694"/>
                </a:lnTo>
                <a:lnTo>
                  <a:pt x="1850600" y="27694"/>
                </a:lnTo>
                <a:lnTo>
                  <a:pt x="1850600" y="9666"/>
                </a:lnTo>
                <a:lnTo>
                  <a:pt x="1862871" y="2262"/>
                </a:lnTo>
                <a:lnTo>
                  <a:pt x="1862871" y="27694"/>
                </a:lnTo>
                <a:lnTo>
                  <a:pt x="1875278" y="27694"/>
                </a:lnTo>
                <a:lnTo>
                  <a:pt x="1875278" y="37291"/>
                </a:lnTo>
                <a:lnTo>
                  <a:pt x="1862871" y="37291"/>
                </a:lnTo>
                <a:lnTo>
                  <a:pt x="1862871" y="79861"/>
                </a:lnTo>
                <a:cubicBezTo>
                  <a:pt x="1862871" y="83380"/>
                  <a:pt x="1863088" y="85642"/>
                  <a:pt x="1863522" y="86647"/>
                </a:cubicBezTo>
                <a:cubicBezTo>
                  <a:pt x="1863956" y="87653"/>
                  <a:pt x="1864664" y="88452"/>
                  <a:pt x="1865647" y="89046"/>
                </a:cubicBezTo>
                <a:cubicBezTo>
                  <a:pt x="1866630" y="89640"/>
                  <a:pt x="1868035" y="89938"/>
                  <a:pt x="1869863" y="89938"/>
                </a:cubicBezTo>
                <a:cubicBezTo>
                  <a:pt x="1871234" y="89938"/>
                  <a:pt x="1873039" y="89778"/>
                  <a:pt x="1875278" y="89458"/>
                </a:cubicBezTo>
                <a:close/>
                <a:moveTo>
                  <a:pt x="1886833" y="100494"/>
                </a:moveTo>
                <a:lnTo>
                  <a:pt x="1886833" y="0"/>
                </a:lnTo>
                <a:lnTo>
                  <a:pt x="1899172" y="0"/>
                </a:lnTo>
                <a:lnTo>
                  <a:pt x="1899172" y="36057"/>
                </a:lnTo>
                <a:cubicBezTo>
                  <a:pt x="1904930" y="29385"/>
                  <a:pt x="1912196" y="26049"/>
                  <a:pt x="1920971" y="26049"/>
                </a:cubicBezTo>
                <a:cubicBezTo>
                  <a:pt x="1926363" y="26049"/>
                  <a:pt x="1931048" y="27111"/>
                  <a:pt x="1935024" y="29237"/>
                </a:cubicBezTo>
                <a:cubicBezTo>
                  <a:pt x="1938999" y="31362"/>
                  <a:pt x="1941844" y="34298"/>
                  <a:pt x="1943558" y="38045"/>
                </a:cubicBezTo>
                <a:cubicBezTo>
                  <a:pt x="1945272" y="41793"/>
                  <a:pt x="1946129" y="47231"/>
                  <a:pt x="1946129" y="54360"/>
                </a:cubicBezTo>
                <a:lnTo>
                  <a:pt x="1946129" y="100494"/>
                </a:lnTo>
                <a:lnTo>
                  <a:pt x="1933790" y="100494"/>
                </a:lnTo>
                <a:lnTo>
                  <a:pt x="1933790" y="54360"/>
                </a:lnTo>
                <a:cubicBezTo>
                  <a:pt x="1933790" y="48191"/>
                  <a:pt x="1932453" y="43701"/>
                  <a:pt x="1929780" y="40890"/>
                </a:cubicBezTo>
                <a:cubicBezTo>
                  <a:pt x="1927106" y="38079"/>
                  <a:pt x="1923324" y="36674"/>
                  <a:pt x="1918435" y="36674"/>
                </a:cubicBezTo>
                <a:cubicBezTo>
                  <a:pt x="1914779" y="36674"/>
                  <a:pt x="1911340" y="37622"/>
                  <a:pt x="1908118" y="39519"/>
                </a:cubicBezTo>
                <a:cubicBezTo>
                  <a:pt x="1904896" y="41416"/>
                  <a:pt x="1902599" y="43986"/>
                  <a:pt x="1901228" y="47231"/>
                </a:cubicBezTo>
                <a:cubicBezTo>
                  <a:pt x="1899857" y="50476"/>
                  <a:pt x="1899172" y="54954"/>
                  <a:pt x="1899172" y="60667"/>
                </a:cubicBezTo>
                <a:lnTo>
                  <a:pt x="1899172" y="100494"/>
                </a:lnTo>
                <a:lnTo>
                  <a:pt x="1886833" y="100494"/>
                </a:lnTo>
                <a:close/>
                <a:moveTo>
                  <a:pt x="2014473" y="77050"/>
                </a:moveTo>
                <a:lnTo>
                  <a:pt x="2027223" y="78627"/>
                </a:lnTo>
                <a:cubicBezTo>
                  <a:pt x="2025212" y="86076"/>
                  <a:pt x="2021488" y="91857"/>
                  <a:pt x="2016049" y="95970"/>
                </a:cubicBezTo>
                <a:cubicBezTo>
                  <a:pt x="2010611" y="100083"/>
                  <a:pt x="2003665" y="102139"/>
                  <a:pt x="1995210" y="102139"/>
                </a:cubicBezTo>
                <a:cubicBezTo>
                  <a:pt x="1984562" y="102139"/>
                  <a:pt x="1976119" y="98860"/>
                  <a:pt x="1969881" y="92302"/>
                </a:cubicBezTo>
                <a:cubicBezTo>
                  <a:pt x="1963643" y="85745"/>
                  <a:pt x="1960524" y="76547"/>
                  <a:pt x="1960524" y="64711"/>
                </a:cubicBezTo>
                <a:cubicBezTo>
                  <a:pt x="1960524" y="52464"/>
                  <a:pt x="1963677" y="42958"/>
                  <a:pt x="1969984" y="36194"/>
                </a:cubicBezTo>
                <a:cubicBezTo>
                  <a:pt x="1976290" y="29431"/>
                  <a:pt x="1984471" y="26049"/>
                  <a:pt x="1994525" y="26049"/>
                </a:cubicBezTo>
                <a:cubicBezTo>
                  <a:pt x="2004259" y="26049"/>
                  <a:pt x="2012211" y="29362"/>
                  <a:pt x="2018380" y="35989"/>
                </a:cubicBezTo>
                <a:cubicBezTo>
                  <a:pt x="2024550" y="42615"/>
                  <a:pt x="2027634" y="51938"/>
                  <a:pt x="2027634" y="63957"/>
                </a:cubicBezTo>
                <a:cubicBezTo>
                  <a:pt x="2027634" y="64688"/>
                  <a:pt x="2027612" y="65785"/>
                  <a:pt x="2027566" y="67247"/>
                </a:cubicBezTo>
                <a:lnTo>
                  <a:pt x="1973274" y="67247"/>
                </a:lnTo>
                <a:cubicBezTo>
                  <a:pt x="1973731" y="75245"/>
                  <a:pt x="1975993" y="81369"/>
                  <a:pt x="1980061" y="85619"/>
                </a:cubicBezTo>
                <a:cubicBezTo>
                  <a:pt x="1984128" y="89869"/>
                  <a:pt x="1989201" y="91994"/>
                  <a:pt x="1995279" y="91994"/>
                </a:cubicBezTo>
                <a:cubicBezTo>
                  <a:pt x="1999803" y="91994"/>
                  <a:pt x="2003665" y="90806"/>
                  <a:pt x="2006864" y="88429"/>
                </a:cubicBezTo>
                <a:cubicBezTo>
                  <a:pt x="2010063" y="86053"/>
                  <a:pt x="2012599" y="82260"/>
                  <a:pt x="2014473" y="77050"/>
                </a:cubicBezTo>
                <a:moveTo>
                  <a:pt x="1973960" y="57102"/>
                </a:moveTo>
                <a:lnTo>
                  <a:pt x="2014610" y="57102"/>
                </a:lnTo>
                <a:cubicBezTo>
                  <a:pt x="2014062" y="50978"/>
                  <a:pt x="2012508" y="46385"/>
                  <a:pt x="2009949" y="43324"/>
                </a:cubicBezTo>
                <a:cubicBezTo>
                  <a:pt x="2006018" y="38571"/>
                  <a:pt x="2000923" y="36194"/>
                  <a:pt x="1994662" y="36194"/>
                </a:cubicBezTo>
                <a:cubicBezTo>
                  <a:pt x="1988995" y="36194"/>
                  <a:pt x="1984231" y="38091"/>
                  <a:pt x="1980369" y="41884"/>
                </a:cubicBezTo>
                <a:cubicBezTo>
                  <a:pt x="1976508" y="45677"/>
                  <a:pt x="1974371" y="50750"/>
                  <a:pt x="1973960" y="57102"/>
                </a:cubicBezTo>
                <a:close/>
                <a:moveTo>
                  <a:pt x="2042442" y="100494"/>
                </a:moveTo>
                <a:lnTo>
                  <a:pt x="2042442" y="27694"/>
                </a:lnTo>
                <a:lnTo>
                  <a:pt x="2053547" y="27694"/>
                </a:lnTo>
                <a:lnTo>
                  <a:pt x="2053547" y="38045"/>
                </a:lnTo>
                <a:cubicBezTo>
                  <a:pt x="2058894" y="30048"/>
                  <a:pt x="2066617" y="26049"/>
                  <a:pt x="2076717" y="26049"/>
                </a:cubicBezTo>
                <a:cubicBezTo>
                  <a:pt x="2081104" y="26049"/>
                  <a:pt x="2085137" y="26837"/>
                  <a:pt x="2088816" y="28414"/>
                </a:cubicBezTo>
                <a:cubicBezTo>
                  <a:pt x="2092495" y="29991"/>
                  <a:pt x="2095248" y="32059"/>
                  <a:pt x="2097076" y="34618"/>
                </a:cubicBezTo>
                <a:cubicBezTo>
                  <a:pt x="2098904" y="37177"/>
                  <a:pt x="2100184" y="40216"/>
                  <a:pt x="2100915" y="43735"/>
                </a:cubicBezTo>
                <a:cubicBezTo>
                  <a:pt x="2101372" y="46020"/>
                  <a:pt x="2101600" y="50019"/>
                  <a:pt x="2101600" y="55731"/>
                </a:cubicBezTo>
                <a:lnTo>
                  <a:pt x="2101600" y="100494"/>
                </a:lnTo>
                <a:lnTo>
                  <a:pt x="2089261" y="100494"/>
                </a:lnTo>
                <a:lnTo>
                  <a:pt x="2089261" y="56211"/>
                </a:lnTo>
                <a:cubicBezTo>
                  <a:pt x="2089261" y="51184"/>
                  <a:pt x="2088782" y="47425"/>
                  <a:pt x="2087822" y="44934"/>
                </a:cubicBezTo>
                <a:cubicBezTo>
                  <a:pt x="2086862" y="42444"/>
                  <a:pt x="2085160" y="40456"/>
                  <a:pt x="2082715" y="38971"/>
                </a:cubicBezTo>
                <a:cubicBezTo>
                  <a:pt x="2080270" y="37485"/>
                  <a:pt x="2077402" y="36743"/>
                  <a:pt x="2074112" y="36743"/>
                </a:cubicBezTo>
                <a:cubicBezTo>
                  <a:pt x="2068856" y="36743"/>
                  <a:pt x="2064321" y="38411"/>
                  <a:pt x="2060505" y="41747"/>
                </a:cubicBezTo>
                <a:cubicBezTo>
                  <a:pt x="2056689" y="45083"/>
                  <a:pt x="2054781" y="51412"/>
                  <a:pt x="2054781" y="60735"/>
                </a:cubicBezTo>
                <a:lnTo>
                  <a:pt x="2054781" y="100494"/>
                </a:lnTo>
                <a:lnTo>
                  <a:pt x="2042442" y="100494"/>
                </a:lnTo>
                <a:close/>
                <a:moveTo>
                  <a:pt x="2153806" y="78764"/>
                </a:moveTo>
                <a:lnTo>
                  <a:pt x="2166008" y="76844"/>
                </a:lnTo>
                <a:cubicBezTo>
                  <a:pt x="2166693" y="81734"/>
                  <a:pt x="2168601" y="85482"/>
                  <a:pt x="2171731" y="88087"/>
                </a:cubicBezTo>
                <a:cubicBezTo>
                  <a:pt x="2174862" y="90692"/>
                  <a:pt x="2179238" y="91994"/>
                  <a:pt x="2184859" y="91994"/>
                </a:cubicBezTo>
                <a:cubicBezTo>
                  <a:pt x="2190526" y="91994"/>
                  <a:pt x="2194730" y="90840"/>
                  <a:pt x="2197472" y="88532"/>
                </a:cubicBezTo>
                <a:cubicBezTo>
                  <a:pt x="2200214" y="86224"/>
                  <a:pt x="2201585" y="83517"/>
                  <a:pt x="2201585" y="80409"/>
                </a:cubicBezTo>
                <a:cubicBezTo>
                  <a:pt x="2201585" y="77621"/>
                  <a:pt x="2200374" y="75428"/>
                  <a:pt x="2197952" y="73828"/>
                </a:cubicBezTo>
                <a:cubicBezTo>
                  <a:pt x="2196261" y="72731"/>
                  <a:pt x="2192057" y="71338"/>
                  <a:pt x="2185339" y="69647"/>
                </a:cubicBezTo>
                <a:cubicBezTo>
                  <a:pt x="2176290" y="67362"/>
                  <a:pt x="2170018" y="65385"/>
                  <a:pt x="2166522" y="63717"/>
                </a:cubicBezTo>
                <a:cubicBezTo>
                  <a:pt x="2163026" y="62049"/>
                  <a:pt x="2160375" y="59741"/>
                  <a:pt x="2158570" y="56794"/>
                </a:cubicBezTo>
                <a:cubicBezTo>
                  <a:pt x="2156765" y="53846"/>
                  <a:pt x="2155862" y="50590"/>
                  <a:pt x="2155862" y="47025"/>
                </a:cubicBezTo>
                <a:cubicBezTo>
                  <a:pt x="2155862" y="43781"/>
                  <a:pt x="2156605" y="40776"/>
                  <a:pt x="2158090" y="38011"/>
                </a:cubicBezTo>
                <a:cubicBezTo>
                  <a:pt x="2159575" y="35246"/>
                  <a:pt x="2161598" y="32950"/>
                  <a:pt x="2164157" y="31122"/>
                </a:cubicBezTo>
                <a:cubicBezTo>
                  <a:pt x="2166076" y="29705"/>
                  <a:pt x="2168692" y="28505"/>
                  <a:pt x="2172006" y="27523"/>
                </a:cubicBezTo>
                <a:cubicBezTo>
                  <a:pt x="2175319" y="26540"/>
                  <a:pt x="2178872" y="26049"/>
                  <a:pt x="2182665" y="26049"/>
                </a:cubicBezTo>
                <a:cubicBezTo>
                  <a:pt x="2188378" y="26049"/>
                  <a:pt x="2193393" y="26872"/>
                  <a:pt x="2197712" y="28517"/>
                </a:cubicBezTo>
                <a:cubicBezTo>
                  <a:pt x="2202031" y="30162"/>
                  <a:pt x="2205218" y="32390"/>
                  <a:pt x="2207275" y="35200"/>
                </a:cubicBezTo>
                <a:cubicBezTo>
                  <a:pt x="2209331" y="38011"/>
                  <a:pt x="2210748" y="41770"/>
                  <a:pt x="2211525" y="46477"/>
                </a:cubicBezTo>
                <a:lnTo>
                  <a:pt x="2199460" y="48122"/>
                </a:lnTo>
                <a:cubicBezTo>
                  <a:pt x="2198912" y="44375"/>
                  <a:pt x="2197323" y="41450"/>
                  <a:pt x="2194696" y="39348"/>
                </a:cubicBezTo>
                <a:cubicBezTo>
                  <a:pt x="2192068" y="37245"/>
                  <a:pt x="2188355" y="36194"/>
                  <a:pt x="2183556" y="36194"/>
                </a:cubicBezTo>
                <a:cubicBezTo>
                  <a:pt x="2177890" y="36194"/>
                  <a:pt x="2173845" y="37131"/>
                  <a:pt x="2171423" y="39005"/>
                </a:cubicBezTo>
                <a:cubicBezTo>
                  <a:pt x="2169001" y="40879"/>
                  <a:pt x="2167790" y="43072"/>
                  <a:pt x="2167790" y="45586"/>
                </a:cubicBezTo>
                <a:cubicBezTo>
                  <a:pt x="2167790" y="47185"/>
                  <a:pt x="2168293" y="48625"/>
                  <a:pt x="2169298" y="49904"/>
                </a:cubicBezTo>
                <a:cubicBezTo>
                  <a:pt x="2170303" y="51230"/>
                  <a:pt x="2171880" y="52326"/>
                  <a:pt x="2174028" y="53195"/>
                </a:cubicBezTo>
                <a:cubicBezTo>
                  <a:pt x="2175262" y="53652"/>
                  <a:pt x="2178895" y="54703"/>
                  <a:pt x="2184927" y="56348"/>
                </a:cubicBezTo>
                <a:cubicBezTo>
                  <a:pt x="2193656" y="58679"/>
                  <a:pt x="2199746" y="60587"/>
                  <a:pt x="2203196" y="62072"/>
                </a:cubicBezTo>
                <a:cubicBezTo>
                  <a:pt x="2206646" y="63557"/>
                  <a:pt x="2209354" y="65717"/>
                  <a:pt x="2211319" y="68550"/>
                </a:cubicBezTo>
                <a:cubicBezTo>
                  <a:pt x="2213284" y="71383"/>
                  <a:pt x="2214267" y="74902"/>
                  <a:pt x="2214267" y="79107"/>
                </a:cubicBezTo>
                <a:cubicBezTo>
                  <a:pt x="2214267" y="83220"/>
                  <a:pt x="2213067" y="87093"/>
                  <a:pt x="2210668" y="90726"/>
                </a:cubicBezTo>
                <a:cubicBezTo>
                  <a:pt x="2208269" y="94359"/>
                  <a:pt x="2204807" y="97170"/>
                  <a:pt x="2200283" y="99157"/>
                </a:cubicBezTo>
                <a:cubicBezTo>
                  <a:pt x="2195758" y="101145"/>
                  <a:pt x="2190640" y="102139"/>
                  <a:pt x="2184927" y="102139"/>
                </a:cubicBezTo>
                <a:cubicBezTo>
                  <a:pt x="2175467" y="102139"/>
                  <a:pt x="2168258" y="100174"/>
                  <a:pt x="2163300" y="96244"/>
                </a:cubicBezTo>
                <a:cubicBezTo>
                  <a:pt x="2158341" y="92314"/>
                  <a:pt x="2155177" y="86487"/>
                  <a:pt x="2153806" y="78764"/>
                </a:cubicBezTo>
                <a:close/>
                <a:moveTo>
                  <a:pt x="2228683" y="100494"/>
                </a:moveTo>
                <a:lnTo>
                  <a:pt x="2228683" y="0"/>
                </a:lnTo>
                <a:lnTo>
                  <a:pt x="2241022" y="0"/>
                </a:lnTo>
                <a:lnTo>
                  <a:pt x="2241022" y="36057"/>
                </a:lnTo>
                <a:cubicBezTo>
                  <a:pt x="2246781" y="29385"/>
                  <a:pt x="2254047" y="26049"/>
                  <a:pt x="2262821" y="26049"/>
                </a:cubicBezTo>
                <a:cubicBezTo>
                  <a:pt x="2268214" y="26049"/>
                  <a:pt x="2272898" y="27111"/>
                  <a:pt x="2276874" y="29237"/>
                </a:cubicBezTo>
                <a:cubicBezTo>
                  <a:pt x="2280850" y="31362"/>
                  <a:pt x="2283695" y="34298"/>
                  <a:pt x="2285409" y="38045"/>
                </a:cubicBezTo>
                <a:cubicBezTo>
                  <a:pt x="2287122" y="41793"/>
                  <a:pt x="2287979" y="47231"/>
                  <a:pt x="2287979" y="54360"/>
                </a:cubicBezTo>
                <a:lnTo>
                  <a:pt x="2287979" y="100494"/>
                </a:lnTo>
                <a:lnTo>
                  <a:pt x="2275640" y="100494"/>
                </a:lnTo>
                <a:lnTo>
                  <a:pt x="2275640" y="54360"/>
                </a:lnTo>
                <a:cubicBezTo>
                  <a:pt x="2275640" y="48191"/>
                  <a:pt x="2274303" y="43701"/>
                  <a:pt x="2271630" y="40890"/>
                </a:cubicBezTo>
                <a:cubicBezTo>
                  <a:pt x="2268957" y="38079"/>
                  <a:pt x="2265175" y="36674"/>
                  <a:pt x="2260285" y="36674"/>
                </a:cubicBezTo>
                <a:cubicBezTo>
                  <a:pt x="2256629" y="36674"/>
                  <a:pt x="2253190" y="37622"/>
                  <a:pt x="2249968" y="39519"/>
                </a:cubicBezTo>
                <a:cubicBezTo>
                  <a:pt x="2246746" y="41416"/>
                  <a:pt x="2244450" y="43986"/>
                  <a:pt x="2243079" y="47231"/>
                </a:cubicBezTo>
                <a:cubicBezTo>
                  <a:pt x="2241708" y="50476"/>
                  <a:pt x="2241022" y="54954"/>
                  <a:pt x="2241022" y="60667"/>
                </a:cubicBezTo>
                <a:lnTo>
                  <a:pt x="2241022" y="100494"/>
                </a:lnTo>
                <a:lnTo>
                  <a:pt x="2228683" y="100494"/>
                </a:lnTo>
                <a:close/>
                <a:moveTo>
                  <a:pt x="2354199" y="100494"/>
                </a:moveTo>
                <a:lnTo>
                  <a:pt x="2354199" y="89800"/>
                </a:lnTo>
                <a:cubicBezTo>
                  <a:pt x="2348532" y="98026"/>
                  <a:pt x="2340832" y="102139"/>
                  <a:pt x="2331098" y="102139"/>
                </a:cubicBezTo>
                <a:cubicBezTo>
                  <a:pt x="2326802" y="102139"/>
                  <a:pt x="2322792" y="101317"/>
                  <a:pt x="2319067" y="99672"/>
                </a:cubicBezTo>
                <a:cubicBezTo>
                  <a:pt x="2315343" y="98026"/>
                  <a:pt x="2312578" y="95958"/>
                  <a:pt x="2310773" y="93468"/>
                </a:cubicBezTo>
                <a:cubicBezTo>
                  <a:pt x="2308968" y="90977"/>
                  <a:pt x="2307699" y="87927"/>
                  <a:pt x="2306968" y="84316"/>
                </a:cubicBezTo>
                <a:cubicBezTo>
                  <a:pt x="2306465" y="81894"/>
                  <a:pt x="2306214" y="78056"/>
                  <a:pt x="2306214" y="72800"/>
                </a:cubicBezTo>
                <a:lnTo>
                  <a:pt x="2306214" y="27694"/>
                </a:lnTo>
                <a:lnTo>
                  <a:pt x="2318553" y="27694"/>
                </a:lnTo>
                <a:lnTo>
                  <a:pt x="2318553" y="68070"/>
                </a:lnTo>
                <a:cubicBezTo>
                  <a:pt x="2318553" y="74514"/>
                  <a:pt x="2318804" y="78855"/>
                  <a:pt x="2319307" y="81095"/>
                </a:cubicBezTo>
                <a:cubicBezTo>
                  <a:pt x="2320084" y="84339"/>
                  <a:pt x="2321729" y="86887"/>
                  <a:pt x="2324243" y="88738"/>
                </a:cubicBezTo>
                <a:cubicBezTo>
                  <a:pt x="2326756" y="90589"/>
                  <a:pt x="2329864" y="91514"/>
                  <a:pt x="2333566" y="91514"/>
                </a:cubicBezTo>
                <a:cubicBezTo>
                  <a:pt x="2337267" y="91514"/>
                  <a:pt x="2340740" y="90566"/>
                  <a:pt x="2343985" y="88669"/>
                </a:cubicBezTo>
                <a:cubicBezTo>
                  <a:pt x="2347230" y="86773"/>
                  <a:pt x="2349526" y="84191"/>
                  <a:pt x="2350874" y="80923"/>
                </a:cubicBezTo>
                <a:cubicBezTo>
                  <a:pt x="2352223" y="77656"/>
                  <a:pt x="2352897" y="72914"/>
                  <a:pt x="2352897" y="66699"/>
                </a:cubicBezTo>
                <a:lnTo>
                  <a:pt x="2352897" y="27694"/>
                </a:lnTo>
                <a:lnTo>
                  <a:pt x="2365236" y="27694"/>
                </a:lnTo>
                <a:lnTo>
                  <a:pt x="2365236" y="100494"/>
                </a:lnTo>
                <a:lnTo>
                  <a:pt x="2354199" y="100494"/>
                </a:lnTo>
                <a:close/>
                <a:moveTo>
                  <a:pt x="2411232" y="89458"/>
                </a:moveTo>
                <a:lnTo>
                  <a:pt x="2413014" y="100357"/>
                </a:lnTo>
                <a:cubicBezTo>
                  <a:pt x="2409541" y="101088"/>
                  <a:pt x="2406434" y="101454"/>
                  <a:pt x="2403692" y="101454"/>
                </a:cubicBezTo>
                <a:cubicBezTo>
                  <a:pt x="2399213" y="101454"/>
                  <a:pt x="2395740" y="100746"/>
                  <a:pt x="2393272" y="99329"/>
                </a:cubicBezTo>
                <a:cubicBezTo>
                  <a:pt x="2390804" y="97912"/>
                  <a:pt x="2389068" y="96050"/>
                  <a:pt x="2388062" y="93742"/>
                </a:cubicBezTo>
                <a:cubicBezTo>
                  <a:pt x="2387057" y="91434"/>
                  <a:pt x="2386554" y="86579"/>
                  <a:pt x="2386554" y="79175"/>
                </a:cubicBezTo>
                <a:lnTo>
                  <a:pt x="2386554" y="37291"/>
                </a:lnTo>
                <a:lnTo>
                  <a:pt x="2377506" y="37291"/>
                </a:lnTo>
                <a:lnTo>
                  <a:pt x="2377506" y="27694"/>
                </a:lnTo>
                <a:lnTo>
                  <a:pt x="2386554" y="27694"/>
                </a:lnTo>
                <a:lnTo>
                  <a:pt x="2386554" y="9666"/>
                </a:lnTo>
                <a:lnTo>
                  <a:pt x="2398825" y="2262"/>
                </a:lnTo>
                <a:lnTo>
                  <a:pt x="2398825" y="27694"/>
                </a:lnTo>
                <a:lnTo>
                  <a:pt x="2411232" y="27694"/>
                </a:lnTo>
                <a:lnTo>
                  <a:pt x="2411232" y="37291"/>
                </a:lnTo>
                <a:lnTo>
                  <a:pt x="2398825" y="37291"/>
                </a:lnTo>
                <a:lnTo>
                  <a:pt x="2398825" y="79861"/>
                </a:lnTo>
                <a:cubicBezTo>
                  <a:pt x="2398825" y="83380"/>
                  <a:pt x="2399042" y="85642"/>
                  <a:pt x="2399476" y="86647"/>
                </a:cubicBezTo>
                <a:cubicBezTo>
                  <a:pt x="2399910" y="87653"/>
                  <a:pt x="2400618" y="88452"/>
                  <a:pt x="2401601" y="89046"/>
                </a:cubicBezTo>
                <a:cubicBezTo>
                  <a:pt x="2402583" y="89640"/>
                  <a:pt x="2403989" y="89938"/>
                  <a:pt x="2405817" y="89938"/>
                </a:cubicBezTo>
                <a:cubicBezTo>
                  <a:pt x="2407188" y="89938"/>
                  <a:pt x="2408993" y="89778"/>
                  <a:pt x="2411232" y="89458"/>
                </a:cubicBezTo>
                <a:close/>
                <a:moveTo>
                  <a:pt x="2417852" y="78764"/>
                </a:moveTo>
                <a:lnTo>
                  <a:pt x="2430054" y="76844"/>
                </a:lnTo>
                <a:cubicBezTo>
                  <a:pt x="2430739" y="81734"/>
                  <a:pt x="2432647" y="85482"/>
                  <a:pt x="2435778" y="88087"/>
                </a:cubicBezTo>
                <a:cubicBezTo>
                  <a:pt x="2438908" y="90692"/>
                  <a:pt x="2443284" y="91994"/>
                  <a:pt x="2448905" y="91994"/>
                </a:cubicBezTo>
                <a:cubicBezTo>
                  <a:pt x="2454572" y="91994"/>
                  <a:pt x="2458776" y="90840"/>
                  <a:pt x="2461518" y="88532"/>
                </a:cubicBezTo>
                <a:cubicBezTo>
                  <a:pt x="2464260" y="86224"/>
                  <a:pt x="2465631" y="83517"/>
                  <a:pt x="2465631" y="80409"/>
                </a:cubicBezTo>
                <a:cubicBezTo>
                  <a:pt x="2465631" y="77621"/>
                  <a:pt x="2464420" y="75428"/>
                  <a:pt x="2461998" y="73828"/>
                </a:cubicBezTo>
                <a:cubicBezTo>
                  <a:pt x="2460307" y="72731"/>
                  <a:pt x="2456103" y="71338"/>
                  <a:pt x="2449385" y="69647"/>
                </a:cubicBezTo>
                <a:cubicBezTo>
                  <a:pt x="2440336" y="67362"/>
                  <a:pt x="2434064" y="65385"/>
                  <a:pt x="2430568" y="63717"/>
                </a:cubicBezTo>
                <a:cubicBezTo>
                  <a:pt x="2427072" y="62049"/>
                  <a:pt x="2424421" y="59741"/>
                  <a:pt x="2422616" y="56794"/>
                </a:cubicBezTo>
                <a:cubicBezTo>
                  <a:pt x="2420811" y="53846"/>
                  <a:pt x="2419908" y="50590"/>
                  <a:pt x="2419908" y="47025"/>
                </a:cubicBezTo>
                <a:cubicBezTo>
                  <a:pt x="2419908" y="43781"/>
                  <a:pt x="2420651" y="40776"/>
                  <a:pt x="2422136" y="38011"/>
                </a:cubicBezTo>
                <a:cubicBezTo>
                  <a:pt x="2423621" y="35246"/>
                  <a:pt x="2425644" y="32950"/>
                  <a:pt x="2428203" y="31122"/>
                </a:cubicBezTo>
                <a:cubicBezTo>
                  <a:pt x="2430122" y="29705"/>
                  <a:pt x="2432739" y="28505"/>
                  <a:pt x="2436052" y="27523"/>
                </a:cubicBezTo>
                <a:cubicBezTo>
                  <a:pt x="2439365" y="26540"/>
                  <a:pt x="2442918" y="26049"/>
                  <a:pt x="2446711" y="26049"/>
                </a:cubicBezTo>
                <a:cubicBezTo>
                  <a:pt x="2452424" y="26049"/>
                  <a:pt x="2457439" y="26872"/>
                  <a:pt x="2461758" y="28517"/>
                </a:cubicBezTo>
                <a:cubicBezTo>
                  <a:pt x="2466077" y="30162"/>
                  <a:pt x="2469264" y="32390"/>
                  <a:pt x="2471321" y="35200"/>
                </a:cubicBezTo>
                <a:cubicBezTo>
                  <a:pt x="2473377" y="38011"/>
                  <a:pt x="2474794" y="41770"/>
                  <a:pt x="2475571" y="46477"/>
                </a:cubicBezTo>
                <a:lnTo>
                  <a:pt x="2463506" y="48122"/>
                </a:lnTo>
                <a:cubicBezTo>
                  <a:pt x="2462958" y="44375"/>
                  <a:pt x="2461370" y="41450"/>
                  <a:pt x="2458742" y="39348"/>
                </a:cubicBezTo>
                <a:cubicBezTo>
                  <a:pt x="2456114" y="37245"/>
                  <a:pt x="2452401" y="36194"/>
                  <a:pt x="2447602" y="36194"/>
                </a:cubicBezTo>
                <a:cubicBezTo>
                  <a:pt x="2441936" y="36194"/>
                  <a:pt x="2437891" y="37131"/>
                  <a:pt x="2435469" y="39005"/>
                </a:cubicBezTo>
                <a:cubicBezTo>
                  <a:pt x="2433047" y="40879"/>
                  <a:pt x="2431836" y="43072"/>
                  <a:pt x="2431836" y="45586"/>
                </a:cubicBezTo>
                <a:cubicBezTo>
                  <a:pt x="2431836" y="47185"/>
                  <a:pt x="2432339" y="48625"/>
                  <a:pt x="2433344" y="49904"/>
                </a:cubicBezTo>
                <a:cubicBezTo>
                  <a:pt x="2434349" y="51230"/>
                  <a:pt x="2435926" y="52326"/>
                  <a:pt x="2438074" y="53195"/>
                </a:cubicBezTo>
                <a:cubicBezTo>
                  <a:pt x="2439308" y="53652"/>
                  <a:pt x="2442941" y="54703"/>
                  <a:pt x="2448973" y="56348"/>
                </a:cubicBezTo>
                <a:cubicBezTo>
                  <a:pt x="2457702" y="58679"/>
                  <a:pt x="2463792" y="60587"/>
                  <a:pt x="2467242" y="62072"/>
                </a:cubicBezTo>
                <a:cubicBezTo>
                  <a:pt x="2470692" y="63557"/>
                  <a:pt x="2473400" y="65717"/>
                  <a:pt x="2475365" y="68550"/>
                </a:cubicBezTo>
                <a:cubicBezTo>
                  <a:pt x="2477330" y="71383"/>
                  <a:pt x="2478313" y="74902"/>
                  <a:pt x="2478313" y="79107"/>
                </a:cubicBezTo>
                <a:cubicBezTo>
                  <a:pt x="2478313" y="83220"/>
                  <a:pt x="2477113" y="87093"/>
                  <a:pt x="2474714" y="90726"/>
                </a:cubicBezTo>
                <a:cubicBezTo>
                  <a:pt x="2472315" y="94359"/>
                  <a:pt x="2468853" y="97170"/>
                  <a:pt x="2464329" y="99157"/>
                </a:cubicBezTo>
                <a:cubicBezTo>
                  <a:pt x="2459804" y="101145"/>
                  <a:pt x="2454686" y="102139"/>
                  <a:pt x="2448973" y="102139"/>
                </a:cubicBezTo>
                <a:cubicBezTo>
                  <a:pt x="2439514" y="102139"/>
                  <a:pt x="2432304" y="100174"/>
                  <a:pt x="2427346" y="96244"/>
                </a:cubicBezTo>
                <a:cubicBezTo>
                  <a:pt x="2422388" y="92314"/>
                  <a:pt x="2419223" y="86487"/>
                  <a:pt x="2417852" y="78764"/>
                </a:cubicBezTo>
                <a:close/>
                <a:moveTo>
                  <a:pt x="2531294" y="14190"/>
                </a:moveTo>
                <a:lnTo>
                  <a:pt x="2531294" y="0"/>
                </a:lnTo>
                <a:lnTo>
                  <a:pt x="2543633" y="0"/>
                </a:lnTo>
                <a:lnTo>
                  <a:pt x="2543633" y="14190"/>
                </a:lnTo>
                <a:lnTo>
                  <a:pt x="2531294" y="14190"/>
                </a:lnTo>
                <a:moveTo>
                  <a:pt x="2531294" y="100494"/>
                </a:moveTo>
                <a:lnTo>
                  <a:pt x="2531294" y="27694"/>
                </a:lnTo>
                <a:lnTo>
                  <a:pt x="2543633" y="27694"/>
                </a:lnTo>
                <a:lnTo>
                  <a:pt x="2543633" y="100494"/>
                </a:lnTo>
                <a:lnTo>
                  <a:pt x="2531294" y="100494"/>
                </a:lnTo>
                <a:close/>
                <a:moveTo>
                  <a:pt x="2589640" y="89458"/>
                </a:moveTo>
                <a:lnTo>
                  <a:pt x="2591423" y="100357"/>
                </a:lnTo>
                <a:cubicBezTo>
                  <a:pt x="2587950" y="101088"/>
                  <a:pt x="2584842" y="101454"/>
                  <a:pt x="2582100" y="101454"/>
                </a:cubicBezTo>
                <a:cubicBezTo>
                  <a:pt x="2577621" y="101454"/>
                  <a:pt x="2574148" y="100746"/>
                  <a:pt x="2571680" y="99329"/>
                </a:cubicBezTo>
                <a:cubicBezTo>
                  <a:pt x="2569213" y="97912"/>
                  <a:pt x="2567476" y="96050"/>
                  <a:pt x="2566471" y="93742"/>
                </a:cubicBezTo>
                <a:cubicBezTo>
                  <a:pt x="2565465" y="91434"/>
                  <a:pt x="2564962" y="86579"/>
                  <a:pt x="2564962" y="79175"/>
                </a:cubicBezTo>
                <a:lnTo>
                  <a:pt x="2564962" y="37291"/>
                </a:lnTo>
                <a:lnTo>
                  <a:pt x="2555914" y="37291"/>
                </a:lnTo>
                <a:lnTo>
                  <a:pt x="2555914" y="27694"/>
                </a:lnTo>
                <a:lnTo>
                  <a:pt x="2564962" y="27694"/>
                </a:lnTo>
                <a:lnTo>
                  <a:pt x="2564962" y="9666"/>
                </a:lnTo>
                <a:lnTo>
                  <a:pt x="2577233" y="2262"/>
                </a:lnTo>
                <a:lnTo>
                  <a:pt x="2577233" y="27694"/>
                </a:lnTo>
                <a:lnTo>
                  <a:pt x="2589640" y="27694"/>
                </a:lnTo>
                <a:lnTo>
                  <a:pt x="2589640" y="37291"/>
                </a:lnTo>
                <a:lnTo>
                  <a:pt x="2577233" y="37291"/>
                </a:lnTo>
                <a:lnTo>
                  <a:pt x="2577233" y="79861"/>
                </a:lnTo>
                <a:cubicBezTo>
                  <a:pt x="2577233" y="83380"/>
                  <a:pt x="2577450" y="85642"/>
                  <a:pt x="2577884" y="86647"/>
                </a:cubicBezTo>
                <a:cubicBezTo>
                  <a:pt x="2578318" y="87653"/>
                  <a:pt x="2579027" y="88452"/>
                  <a:pt x="2580009" y="89046"/>
                </a:cubicBezTo>
                <a:cubicBezTo>
                  <a:pt x="2580992" y="89640"/>
                  <a:pt x="2582397" y="89938"/>
                  <a:pt x="2584225" y="89938"/>
                </a:cubicBezTo>
                <a:cubicBezTo>
                  <a:pt x="2585596" y="89938"/>
                  <a:pt x="2587401" y="89778"/>
                  <a:pt x="2589640" y="89458"/>
                </a:cubicBezTo>
                <a:close/>
                <a:moveTo>
                  <a:pt x="2604692" y="100494"/>
                </a:moveTo>
                <a:lnTo>
                  <a:pt x="2604692" y="86441"/>
                </a:lnTo>
                <a:lnTo>
                  <a:pt x="2618745" y="86441"/>
                </a:lnTo>
                <a:lnTo>
                  <a:pt x="2618745" y="100494"/>
                </a:lnTo>
                <a:lnTo>
                  <a:pt x="2604692" y="100494"/>
                </a:lnTo>
                <a:close/>
                <a:moveTo>
                  <a:pt x="2680174" y="100494"/>
                </a:moveTo>
                <a:lnTo>
                  <a:pt x="2680174" y="0"/>
                </a:lnTo>
                <a:lnTo>
                  <a:pt x="2693473" y="0"/>
                </a:lnTo>
                <a:lnTo>
                  <a:pt x="2693473" y="41267"/>
                </a:lnTo>
                <a:lnTo>
                  <a:pt x="2745708" y="41267"/>
                </a:lnTo>
                <a:lnTo>
                  <a:pt x="2745708" y="0"/>
                </a:lnTo>
                <a:lnTo>
                  <a:pt x="2759006" y="0"/>
                </a:lnTo>
                <a:lnTo>
                  <a:pt x="2759006" y="100494"/>
                </a:lnTo>
                <a:lnTo>
                  <a:pt x="2745708" y="100494"/>
                </a:lnTo>
                <a:lnTo>
                  <a:pt x="2745708" y="53126"/>
                </a:lnTo>
                <a:lnTo>
                  <a:pt x="2693473" y="53126"/>
                </a:lnTo>
                <a:lnTo>
                  <a:pt x="2693473" y="100494"/>
                </a:lnTo>
                <a:lnTo>
                  <a:pt x="2680174" y="100494"/>
                </a:lnTo>
                <a:close/>
                <a:moveTo>
                  <a:pt x="2829411" y="77050"/>
                </a:moveTo>
                <a:lnTo>
                  <a:pt x="2842162" y="78627"/>
                </a:lnTo>
                <a:cubicBezTo>
                  <a:pt x="2840151" y="86076"/>
                  <a:pt x="2836426" y="91857"/>
                  <a:pt x="2830988" y="95970"/>
                </a:cubicBezTo>
                <a:cubicBezTo>
                  <a:pt x="2825550" y="100083"/>
                  <a:pt x="2818603" y="102139"/>
                  <a:pt x="2810149" y="102139"/>
                </a:cubicBezTo>
                <a:cubicBezTo>
                  <a:pt x="2799501" y="102139"/>
                  <a:pt x="2791058" y="98860"/>
                  <a:pt x="2784820" y="92302"/>
                </a:cubicBezTo>
                <a:cubicBezTo>
                  <a:pt x="2778581" y="85745"/>
                  <a:pt x="2775462" y="76547"/>
                  <a:pt x="2775462" y="64711"/>
                </a:cubicBezTo>
                <a:cubicBezTo>
                  <a:pt x="2775462" y="52464"/>
                  <a:pt x="2778616" y="42958"/>
                  <a:pt x="2784922" y="36194"/>
                </a:cubicBezTo>
                <a:cubicBezTo>
                  <a:pt x="2791229" y="29431"/>
                  <a:pt x="2799409" y="26049"/>
                  <a:pt x="2809463" y="26049"/>
                </a:cubicBezTo>
                <a:cubicBezTo>
                  <a:pt x="2819197" y="26049"/>
                  <a:pt x="2827149" y="29362"/>
                  <a:pt x="2833319" y="35989"/>
                </a:cubicBezTo>
                <a:cubicBezTo>
                  <a:pt x="2839488" y="42615"/>
                  <a:pt x="2842573" y="51938"/>
                  <a:pt x="2842573" y="63957"/>
                </a:cubicBezTo>
                <a:cubicBezTo>
                  <a:pt x="2842573" y="64688"/>
                  <a:pt x="2842550" y="65785"/>
                  <a:pt x="2842504" y="67247"/>
                </a:cubicBezTo>
                <a:lnTo>
                  <a:pt x="2788213" y="67247"/>
                </a:lnTo>
                <a:cubicBezTo>
                  <a:pt x="2788670" y="75245"/>
                  <a:pt x="2790932" y="81369"/>
                  <a:pt x="2794999" y="85619"/>
                </a:cubicBezTo>
                <a:cubicBezTo>
                  <a:pt x="2799066" y="89869"/>
                  <a:pt x="2804139" y="91994"/>
                  <a:pt x="2810217" y="91994"/>
                </a:cubicBezTo>
                <a:cubicBezTo>
                  <a:pt x="2814742" y="91994"/>
                  <a:pt x="2818603" y="90806"/>
                  <a:pt x="2821802" y="88429"/>
                </a:cubicBezTo>
                <a:cubicBezTo>
                  <a:pt x="2825001" y="86053"/>
                  <a:pt x="2827538" y="82260"/>
                  <a:pt x="2829411" y="77050"/>
                </a:cubicBezTo>
                <a:moveTo>
                  <a:pt x="2788898" y="57102"/>
                </a:moveTo>
                <a:lnTo>
                  <a:pt x="2829548" y="57102"/>
                </a:lnTo>
                <a:cubicBezTo>
                  <a:pt x="2829000" y="50978"/>
                  <a:pt x="2827446" y="46385"/>
                  <a:pt x="2824887" y="43324"/>
                </a:cubicBezTo>
                <a:cubicBezTo>
                  <a:pt x="2820957" y="38571"/>
                  <a:pt x="2815861" y="36194"/>
                  <a:pt x="2809600" y="36194"/>
                </a:cubicBezTo>
                <a:cubicBezTo>
                  <a:pt x="2803934" y="36194"/>
                  <a:pt x="2799169" y="38091"/>
                  <a:pt x="2795308" y="41884"/>
                </a:cubicBezTo>
                <a:cubicBezTo>
                  <a:pt x="2791446" y="45677"/>
                  <a:pt x="2789310" y="50750"/>
                  <a:pt x="2788898" y="571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thenmovestowardsthefifthkitchencabinet.">
            <a:extLst xmlns:a="http://schemas.openxmlformats.org/drawingml/2006/main">
              <a:ext uri="{FF2B5EF4-FFF2-40B4-BE49-F238E27FC236}">
                <a16:creationId xmlns:a16="http://schemas.microsoft.com/office/drawing/2014/main" id="{F37077C2-01D1-4618-954D-DDB5A6D9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448" y="5758859"/>
            <a:ext cx="2740606" cy="103853"/>
          </a:xfrm>
          <a:custGeom xmlns:a="http://schemas.openxmlformats.org/drawingml/2006/main">
            <a:pathLst>
              <a:path w="2740606" h="103853">
                <a:moveTo>
                  <a:pt x="33727" y="91171"/>
                </a:moveTo>
                <a:lnTo>
                  <a:pt x="35509" y="102071"/>
                </a:lnTo>
                <a:cubicBezTo>
                  <a:pt x="32036" y="102802"/>
                  <a:pt x="28928" y="103168"/>
                  <a:pt x="26186" y="103168"/>
                </a:cubicBezTo>
                <a:cubicBezTo>
                  <a:pt x="21707" y="103168"/>
                  <a:pt x="18234" y="102459"/>
                  <a:pt x="15766" y="101043"/>
                </a:cubicBezTo>
                <a:cubicBezTo>
                  <a:pt x="13299" y="99626"/>
                  <a:pt x="11562" y="97764"/>
                  <a:pt x="10557" y="95456"/>
                </a:cubicBezTo>
                <a:cubicBezTo>
                  <a:pt x="9551" y="93148"/>
                  <a:pt x="9049" y="88292"/>
                  <a:pt x="9049" y="80889"/>
                </a:cubicBezTo>
                <a:lnTo>
                  <a:pt x="9049" y="39005"/>
                </a:lnTo>
                <a:lnTo>
                  <a:pt x="0" y="39005"/>
                </a:lnTo>
                <a:lnTo>
                  <a:pt x="0" y="29408"/>
                </a:lnTo>
                <a:lnTo>
                  <a:pt x="9049" y="29408"/>
                </a:lnTo>
                <a:lnTo>
                  <a:pt x="9049" y="11379"/>
                </a:lnTo>
                <a:lnTo>
                  <a:pt x="21319" y="3976"/>
                </a:lnTo>
                <a:lnTo>
                  <a:pt x="21319" y="29408"/>
                </a:lnTo>
                <a:lnTo>
                  <a:pt x="33727" y="29408"/>
                </a:lnTo>
                <a:lnTo>
                  <a:pt x="33727" y="39005"/>
                </a:lnTo>
                <a:lnTo>
                  <a:pt x="21319" y="39005"/>
                </a:lnTo>
                <a:lnTo>
                  <a:pt x="21319" y="81574"/>
                </a:lnTo>
                <a:cubicBezTo>
                  <a:pt x="21319" y="85093"/>
                  <a:pt x="21536" y="87355"/>
                  <a:pt x="21970" y="88361"/>
                </a:cubicBezTo>
                <a:cubicBezTo>
                  <a:pt x="22404" y="89366"/>
                  <a:pt x="23113" y="90166"/>
                  <a:pt x="24095" y="90760"/>
                </a:cubicBezTo>
                <a:cubicBezTo>
                  <a:pt x="25078" y="91354"/>
                  <a:pt x="26483" y="91651"/>
                  <a:pt x="28311" y="91651"/>
                </a:cubicBezTo>
                <a:cubicBezTo>
                  <a:pt x="29682" y="91651"/>
                  <a:pt x="31487" y="91491"/>
                  <a:pt x="33727" y="91171"/>
                </a:cubicBezTo>
                <a:close/>
                <a:moveTo>
                  <a:pt x="45254" y="102208"/>
                </a:moveTo>
                <a:lnTo>
                  <a:pt x="45254" y="1714"/>
                </a:lnTo>
                <a:lnTo>
                  <a:pt x="57593" y="1714"/>
                </a:lnTo>
                <a:lnTo>
                  <a:pt x="57593" y="37771"/>
                </a:lnTo>
                <a:cubicBezTo>
                  <a:pt x="63351" y="31099"/>
                  <a:pt x="70617" y="27763"/>
                  <a:pt x="79391" y="27763"/>
                </a:cubicBezTo>
                <a:cubicBezTo>
                  <a:pt x="84784" y="27763"/>
                  <a:pt x="89468" y="28825"/>
                  <a:pt x="93444" y="30950"/>
                </a:cubicBezTo>
                <a:cubicBezTo>
                  <a:pt x="97420" y="33075"/>
                  <a:pt x="100265" y="36012"/>
                  <a:pt x="101979" y="39759"/>
                </a:cubicBezTo>
                <a:cubicBezTo>
                  <a:pt x="103692" y="43506"/>
                  <a:pt x="104549" y="48945"/>
                  <a:pt x="104549" y="56074"/>
                </a:cubicBezTo>
                <a:lnTo>
                  <a:pt x="104549" y="102208"/>
                </a:lnTo>
                <a:lnTo>
                  <a:pt x="92210" y="102208"/>
                </a:lnTo>
                <a:lnTo>
                  <a:pt x="92210" y="56074"/>
                </a:lnTo>
                <a:cubicBezTo>
                  <a:pt x="92210" y="49904"/>
                  <a:pt x="90874" y="45414"/>
                  <a:pt x="88200" y="42604"/>
                </a:cubicBezTo>
                <a:cubicBezTo>
                  <a:pt x="85527" y="39793"/>
                  <a:pt x="81745" y="38388"/>
                  <a:pt x="76855" y="38388"/>
                </a:cubicBezTo>
                <a:cubicBezTo>
                  <a:pt x="73199" y="38388"/>
                  <a:pt x="69760" y="39336"/>
                  <a:pt x="66538" y="41233"/>
                </a:cubicBezTo>
                <a:cubicBezTo>
                  <a:pt x="63316" y="43129"/>
                  <a:pt x="61020" y="45700"/>
                  <a:pt x="59649" y="48945"/>
                </a:cubicBezTo>
                <a:cubicBezTo>
                  <a:pt x="58278" y="52189"/>
                  <a:pt x="57593" y="56668"/>
                  <a:pt x="57593" y="62380"/>
                </a:cubicBezTo>
                <a:lnTo>
                  <a:pt x="57593" y="102208"/>
                </a:lnTo>
                <a:lnTo>
                  <a:pt x="45254" y="102208"/>
                </a:lnTo>
                <a:close/>
                <a:moveTo>
                  <a:pt x="172865" y="78764"/>
                </a:moveTo>
                <a:lnTo>
                  <a:pt x="185616" y="80341"/>
                </a:lnTo>
                <a:cubicBezTo>
                  <a:pt x="183605" y="87790"/>
                  <a:pt x="179880" y="93571"/>
                  <a:pt x="174442" y="97684"/>
                </a:cubicBezTo>
                <a:cubicBezTo>
                  <a:pt x="169004" y="101797"/>
                  <a:pt x="162057" y="103853"/>
                  <a:pt x="153603" y="103853"/>
                </a:cubicBezTo>
                <a:cubicBezTo>
                  <a:pt x="142955" y="103853"/>
                  <a:pt x="134512" y="100574"/>
                  <a:pt x="128274" y="94016"/>
                </a:cubicBezTo>
                <a:cubicBezTo>
                  <a:pt x="122036" y="87458"/>
                  <a:pt x="118917" y="78261"/>
                  <a:pt x="118917" y="66425"/>
                </a:cubicBezTo>
                <a:cubicBezTo>
                  <a:pt x="118917" y="54177"/>
                  <a:pt x="122070" y="44672"/>
                  <a:pt x="128376" y="37908"/>
                </a:cubicBezTo>
                <a:cubicBezTo>
                  <a:pt x="134683" y="31145"/>
                  <a:pt x="142863" y="27763"/>
                  <a:pt x="152917" y="27763"/>
                </a:cubicBezTo>
                <a:cubicBezTo>
                  <a:pt x="162651" y="27763"/>
                  <a:pt x="170603" y="31076"/>
                  <a:pt x="176773" y="37702"/>
                </a:cubicBezTo>
                <a:cubicBezTo>
                  <a:pt x="182942" y="44329"/>
                  <a:pt x="186027" y="53652"/>
                  <a:pt x="186027" y="65671"/>
                </a:cubicBezTo>
                <a:cubicBezTo>
                  <a:pt x="186027" y="66402"/>
                  <a:pt x="186004" y="67499"/>
                  <a:pt x="185958" y="68961"/>
                </a:cubicBezTo>
                <a:lnTo>
                  <a:pt x="131667" y="68961"/>
                </a:lnTo>
                <a:cubicBezTo>
                  <a:pt x="132124" y="76959"/>
                  <a:pt x="134386" y="83083"/>
                  <a:pt x="138453" y="87333"/>
                </a:cubicBezTo>
                <a:cubicBezTo>
                  <a:pt x="142521" y="91583"/>
                  <a:pt x="147593" y="93708"/>
                  <a:pt x="153671" y="93708"/>
                </a:cubicBezTo>
                <a:cubicBezTo>
                  <a:pt x="158196" y="93708"/>
                  <a:pt x="162057" y="92520"/>
                  <a:pt x="165256" y="90143"/>
                </a:cubicBezTo>
                <a:cubicBezTo>
                  <a:pt x="168455" y="87767"/>
                  <a:pt x="170992" y="83974"/>
                  <a:pt x="172865" y="78764"/>
                </a:cubicBezTo>
                <a:moveTo>
                  <a:pt x="132352" y="58816"/>
                </a:moveTo>
                <a:lnTo>
                  <a:pt x="173002" y="58816"/>
                </a:lnTo>
                <a:cubicBezTo>
                  <a:pt x="172454" y="52692"/>
                  <a:pt x="170900" y="48099"/>
                  <a:pt x="168341" y="45037"/>
                </a:cubicBezTo>
                <a:cubicBezTo>
                  <a:pt x="164411" y="40285"/>
                  <a:pt x="159315" y="37908"/>
                  <a:pt x="153054" y="37908"/>
                </a:cubicBezTo>
                <a:cubicBezTo>
                  <a:pt x="147388" y="37908"/>
                  <a:pt x="142623" y="39805"/>
                  <a:pt x="138762" y="43598"/>
                </a:cubicBezTo>
                <a:cubicBezTo>
                  <a:pt x="134900" y="47391"/>
                  <a:pt x="132764" y="52464"/>
                  <a:pt x="132352" y="58816"/>
                </a:cubicBezTo>
                <a:close/>
                <a:moveTo>
                  <a:pt x="200806" y="102208"/>
                </a:moveTo>
                <a:lnTo>
                  <a:pt x="200806" y="29408"/>
                </a:lnTo>
                <a:lnTo>
                  <a:pt x="211911" y="29408"/>
                </a:lnTo>
                <a:lnTo>
                  <a:pt x="211911" y="39759"/>
                </a:lnTo>
                <a:cubicBezTo>
                  <a:pt x="217258" y="31761"/>
                  <a:pt x="224982" y="27763"/>
                  <a:pt x="235081" y="27763"/>
                </a:cubicBezTo>
                <a:cubicBezTo>
                  <a:pt x="239469" y="27763"/>
                  <a:pt x="243502" y="28551"/>
                  <a:pt x="247180" y="30128"/>
                </a:cubicBezTo>
                <a:cubicBezTo>
                  <a:pt x="250859" y="31704"/>
                  <a:pt x="253613" y="33772"/>
                  <a:pt x="255441" y="36331"/>
                </a:cubicBezTo>
                <a:cubicBezTo>
                  <a:pt x="257269" y="38891"/>
                  <a:pt x="258548" y="41930"/>
                  <a:pt x="259279" y="45449"/>
                </a:cubicBezTo>
                <a:cubicBezTo>
                  <a:pt x="259736" y="47734"/>
                  <a:pt x="259965" y="51732"/>
                  <a:pt x="259965" y="57445"/>
                </a:cubicBezTo>
                <a:lnTo>
                  <a:pt x="259965" y="102208"/>
                </a:lnTo>
                <a:lnTo>
                  <a:pt x="247626" y="102208"/>
                </a:lnTo>
                <a:lnTo>
                  <a:pt x="247626" y="57925"/>
                </a:lnTo>
                <a:cubicBezTo>
                  <a:pt x="247626" y="52898"/>
                  <a:pt x="247146" y="49139"/>
                  <a:pt x="246186" y="46648"/>
                </a:cubicBezTo>
                <a:cubicBezTo>
                  <a:pt x="245227" y="44158"/>
                  <a:pt x="243524" y="42170"/>
                  <a:pt x="241079" y="40684"/>
                </a:cubicBezTo>
                <a:cubicBezTo>
                  <a:pt x="238635" y="39199"/>
                  <a:pt x="235767" y="38457"/>
                  <a:pt x="232476" y="38457"/>
                </a:cubicBezTo>
                <a:cubicBezTo>
                  <a:pt x="227221" y="38457"/>
                  <a:pt x="222685" y="40125"/>
                  <a:pt x="218869" y="43461"/>
                </a:cubicBezTo>
                <a:cubicBezTo>
                  <a:pt x="215053" y="46797"/>
                  <a:pt x="213145" y="53126"/>
                  <a:pt x="213145" y="62449"/>
                </a:cubicBezTo>
                <a:lnTo>
                  <a:pt x="213145" y="102208"/>
                </a:lnTo>
                <a:lnTo>
                  <a:pt x="200806" y="102208"/>
                </a:lnTo>
                <a:close/>
                <a:moveTo>
                  <a:pt x="317049" y="102208"/>
                </a:moveTo>
                <a:lnTo>
                  <a:pt x="317049" y="29408"/>
                </a:lnTo>
                <a:lnTo>
                  <a:pt x="328086" y="29408"/>
                </a:lnTo>
                <a:lnTo>
                  <a:pt x="328086" y="39622"/>
                </a:lnTo>
                <a:cubicBezTo>
                  <a:pt x="330371" y="36057"/>
                  <a:pt x="333410" y="33190"/>
                  <a:pt x="337203" y="31019"/>
                </a:cubicBezTo>
                <a:cubicBezTo>
                  <a:pt x="340996" y="28848"/>
                  <a:pt x="345315" y="27763"/>
                  <a:pt x="350159" y="27763"/>
                </a:cubicBezTo>
                <a:cubicBezTo>
                  <a:pt x="355551" y="27763"/>
                  <a:pt x="359973" y="28882"/>
                  <a:pt x="363423" y="31122"/>
                </a:cubicBezTo>
                <a:cubicBezTo>
                  <a:pt x="366874" y="33361"/>
                  <a:pt x="369307" y="36491"/>
                  <a:pt x="370724" y="40513"/>
                </a:cubicBezTo>
                <a:cubicBezTo>
                  <a:pt x="376482" y="32013"/>
                  <a:pt x="383977" y="27763"/>
                  <a:pt x="393208" y="27763"/>
                </a:cubicBezTo>
                <a:cubicBezTo>
                  <a:pt x="400429" y="27763"/>
                  <a:pt x="405981" y="29762"/>
                  <a:pt x="409866" y="33761"/>
                </a:cubicBezTo>
                <a:cubicBezTo>
                  <a:pt x="413750" y="37760"/>
                  <a:pt x="415693" y="43918"/>
                  <a:pt x="415693" y="52235"/>
                </a:cubicBezTo>
                <a:lnTo>
                  <a:pt x="415693" y="102208"/>
                </a:lnTo>
                <a:lnTo>
                  <a:pt x="403422" y="102208"/>
                </a:lnTo>
                <a:lnTo>
                  <a:pt x="403422" y="56348"/>
                </a:lnTo>
                <a:cubicBezTo>
                  <a:pt x="403422" y="51412"/>
                  <a:pt x="403022" y="47859"/>
                  <a:pt x="402223" y="45689"/>
                </a:cubicBezTo>
                <a:cubicBezTo>
                  <a:pt x="401423" y="43518"/>
                  <a:pt x="399972" y="41770"/>
                  <a:pt x="397870" y="40444"/>
                </a:cubicBezTo>
                <a:cubicBezTo>
                  <a:pt x="395767" y="39119"/>
                  <a:pt x="393300" y="38457"/>
                  <a:pt x="390466" y="38457"/>
                </a:cubicBezTo>
                <a:cubicBezTo>
                  <a:pt x="385348" y="38457"/>
                  <a:pt x="381098" y="40159"/>
                  <a:pt x="377716" y="43563"/>
                </a:cubicBezTo>
                <a:cubicBezTo>
                  <a:pt x="374334" y="46968"/>
                  <a:pt x="372643" y="52418"/>
                  <a:pt x="372643" y="59913"/>
                </a:cubicBezTo>
                <a:lnTo>
                  <a:pt x="372643" y="102208"/>
                </a:lnTo>
                <a:lnTo>
                  <a:pt x="360304" y="102208"/>
                </a:lnTo>
                <a:lnTo>
                  <a:pt x="360304" y="54908"/>
                </a:lnTo>
                <a:cubicBezTo>
                  <a:pt x="360304" y="49424"/>
                  <a:pt x="359299" y="45312"/>
                  <a:pt x="357288" y="42570"/>
                </a:cubicBezTo>
                <a:cubicBezTo>
                  <a:pt x="355277" y="39828"/>
                  <a:pt x="351987" y="38457"/>
                  <a:pt x="347417" y="38457"/>
                </a:cubicBezTo>
                <a:cubicBezTo>
                  <a:pt x="343944" y="38457"/>
                  <a:pt x="340733" y="39371"/>
                  <a:pt x="337786" y="41199"/>
                </a:cubicBezTo>
                <a:cubicBezTo>
                  <a:pt x="334838" y="43027"/>
                  <a:pt x="332701" y="45700"/>
                  <a:pt x="331376" y="49219"/>
                </a:cubicBezTo>
                <a:cubicBezTo>
                  <a:pt x="330051" y="52738"/>
                  <a:pt x="329388" y="57810"/>
                  <a:pt x="329388" y="64437"/>
                </a:cubicBezTo>
                <a:lnTo>
                  <a:pt x="329388" y="102208"/>
                </a:lnTo>
                <a:lnTo>
                  <a:pt x="317049" y="102208"/>
                </a:lnTo>
                <a:close/>
                <a:moveTo>
                  <a:pt x="428700" y="65808"/>
                </a:moveTo>
                <a:cubicBezTo>
                  <a:pt x="428700" y="52326"/>
                  <a:pt x="432447" y="42341"/>
                  <a:pt x="439942" y="35852"/>
                </a:cubicBezTo>
                <a:cubicBezTo>
                  <a:pt x="446203" y="30459"/>
                  <a:pt x="453835" y="27763"/>
                  <a:pt x="462838" y="27763"/>
                </a:cubicBezTo>
                <a:cubicBezTo>
                  <a:pt x="472846" y="27763"/>
                  <a:pt x="481026" y="31042"/>
                  <a:pt x="487379" y="37600"/>
                </a:cubicBezTo>
                <a:cubicBezTo>
                  <a:pt x="493731" y="44158"/>
                  <a:pt x="496907" y="53218"/>
                  <a:pt x="496907" y="64780"/>
                </a:cubicBezTo>
                <a:cubicBezTo>
                  <a:pt x="496907" y="74148"/>
                  <a:pt x="495502" y="81517"/>
                  <a:pt x="492691" y="86887"/>
                </a:cubicBezTo>
                <a:cubicBezTo>
                  <a:pt x="489881" y="92257"/>
                  <a:pt x="485791" y="96427"/>
                  <a:pt x="480421" y="99397"/>
                </a:cubicBezTo>
                <a:cubicBezTo>
                  <a:pt x="475051" y="102368"/>
                  <a:pt x="469190" y="103853"/>
                  <a:pt x="462838" y="103853"/>
                </a:cubicBezTo>
                <a:cubicBezTo>
                  <a:pt x="452647" y="103853"/>
                  <a:pt x="444409" y="100586"/>
                  <a:pt x="438126" y="94051"/>
                </a:cubicBezTo>
                <a:cubicBezTo>
                  <a:pt x="431842" y="87515"/>
                  <a:pt x="428700" y="78101"/>
                  <a:pt x="428700" y="65808"/>
                </a:cubicBezTo>
                <a:moveTo>
                  <a:pt x="441382" y="65808"/>
                </a:moveTo>
                <a:cubicBezTo>
                  <a:pt x="441382" y="75131"/>
                  <a:pt x="443415" y="82111"/>
                  <a:pt x="447483" y="86750"/>
                </a:cubicBezTo>
                <a:cubicBezTo>
                  <a:pt x="451550" y="91388"/>
                  <a:pt x="456668" y="93708"/>
                  <a:pt x="462838" y="93708"/>
                </a:cubicBezTo>
                <a:cubicBezTo>
                  <a:pt x="468962" y="93708"/>
                  <a:pt x="474057" y="91377"/>
                  <a:pt x="478125" y="86716"/>
                </a:cubicBezTo>
                <a:cubicBezTo>
                  <a:pt x="482192" y="82054"/>
                  <a:pt x="484225" y="74948"/>
                  <a:pt x="484225" y="65397"/>
                </a:cubicBezTo>
                <a:cubicBezTo>
                  <a:pt x="484225" y="56394"/>
                  <a:pt x="482180" y="49573"/>
                  <a:pt x="478090" y="44934"/>
                </a:cubicBezTo>
                <a:cubicBezTo>
                  <a:pt x="474000" y="40296"/>
                  <a:pt x="468916" y="37977"/>
                  <a:pt x="462838" y="37977"/>
                </a:cubicBezTo>
                <a:cubicBezTo>
                  <a:pt x="456668" y="37977"/>
                  <a:pt x="451550" y="40285"/>
                  <a:pt x="447483" y="44900"/>
                </a:cubicBezTo>
                <a:cubicBezTo>
                  <a:pt x="443415" y="49516"/>
                  <a:pt x="441382" y="56485"/>
                  <a:pt x="441382" y="65808"/>
                </a:cubicBezTo>
                <a:close/>
                <a:moveTo>
                  <a:pt x="531291" y="102208"/>
                </a:moveTo>
                <a:lnTo>
                  <a:pt x="503596" y="29408"/>
                </a:lnTo>
                <a:lnTo>
                  <a:pt x="516621" y="29408"/>
                </a:lnTo>
                <a:lnTo>
                  <a:pt x="532250" y="73006"/>
                </a:lnTo>
                <a:cubicBezTo>
                  <a:pt x="533941" y="77713"/>
                  <a:pt x="535495" y="82603"/>
                  <a:pt x="536912" y="87675"/>
                </a:cubicBezTo>
                <a:cubicBezTo>
                  <a:pt x="538008" y="83837"/>
                  <a:pt x="539539" y="79221"/>
                  <a:pt x="541504" y="73828"/>
                </a:cubicBezTo>
                <a:lnTo>
                  <a:pt x="557682" y="29408"/>
                </a:lnTo>
                <a:lnTo>
                  <a:pt x="570364" y="29408"/>
                </a:lnTo>
                <a:lnTo>
                  <a:pt x="542807" y="102208"/>
                </a:lnTo>
                <a:lnTo>
                  <a:pt x="531291" y="102208"/>
                </a:lnTo>
                <a:close/>
                <a:moveTo>
                  <a:pt x="630819" y="78764"/>
                </a:moveTo>
                <a:lnTo>
                  <a:pt x="643569" y="80341"/>
                </a:lnTo>
                <a:cubicBezTo>
                  <a:pt x="641559" y="87790"/>
                  <a:pt x="637834" y="93571"/>
                  <a:pt x="632396" y="97684"/>
                </a:cubicBezTo>
                <a:cubicBezTo>
                  <a:pt x="626958" y="101797"/>
                  <a:pt x="620011" y="103853"/>
                  <a:pt x="611557" y="103853"/>
                </a:cubicBezTo>
                <a:cubicBezTo>
                  <a:pt x="600909" y="103853"/>
                  <a:pt x="592465" y="100574"/>
                  <a:pt x="586227" y="94016"/>
                </a:cubicBezTo>
                <a:cubicBezTo>
                  <a:pt x="579989" y="87458"/>
                  <a:pt x="576870" y="78261"/>
                  <a:pt x="576870" y="66425"/>
                </a:cubicBezTo>
                <a:cubicBezTo>
                  <a:pt x="576870" y="54177"/>
                  <a:pt x="580024" y="44672"/>
                  <a:pt x="586330" y="37908"/>
                </a:cubicBezTo>
                <a:cubicBezTo>
                  <a:pt x="592637" y="31145"/>
                  <a:pt x="600817" y="27763"/>
                  <a:pt x="610871" y="27763"/>
                </a:cubicBezTo>
                <a:cubicBezTo>
                  <a:pt x="620605" y="27763"/>
                  <a:pt x="628557" y="31076"/>
                  <a:pt x="634726" y="37702"/>
                </a:cubicBezTo>
                <a:cubicBezTo>
                  <a:pt x="640896" y="44329"/>
                  <a:pt x="643981" y="53652"/>
                  <a:pt x="643981" y="65671"/>
                </a:cubicBezTo>
                <a:cubicBezTo>
                  <a:pt x="643981" y="66402"/>
                  <a:pt x="643958" y="67499"/>
                  <a:pt x="643912" y="68961"/>
                </a:cubicBezTo>
                <a:lnTo>
                  <a:pt x="589621" y="68961"/>
                </a:lnTo>
                <a:cubicBezTo>
                  <a:pt x="590078" y="76959"/>
                  <a:pt x="592340" y="83083"/>
                  <a:pt x="596407" y="87333"/>
                </a:cubicBezTo>
                <a:cubicBezTo>
                  <a:pt x="600474" y="91583"/>
                  <a:pt x="605547" y="93708"/>
                  <a:pt x="611625" y="93708"/>
                </a:cubicBezTo>
                <a:cubicBezTo>
                  <a:pt x="616149" y="93708"/>
                  <a:pt x="620011" y="92520"/>
                  <a:pt x="623210" y="90143"/>
                </a:cubicBezTo>
                <a:cubicBezTo>
                  <a:pt x="626409" y="87767"/>
                  <a:pt x="628945" y="83974"/>
                  <a:pt x="630819" y="78764"/>
                </a:cubicBezTo>
                <a:moveTo>
                  <a:pt x="590306" y="58816"/>
                </a:moveTo>
                <a:lnTo>
                  <a:pt x="630956" y="58816"/>
                </a:lnTo>
                <a:cubicBezTo>
                  <a:pt x="630408" y="52692"/>
                  <a:pt x="628854" y="48099"/>
                  <a:pt x="626295" y="45037"/>
                </a:cubicBezTo>
                <a:cubicBezTo>
                  <a:pt x="622365" y="40285"/>
                  <a:pt x="617269" y="37908"/>
                  <a:pt x="611008" y="37908"/>
                </a:cubicBezTo>
                <a:cubicBezTo>
                  <a:pt x="605341" y="37908"/>
                  <a:pt x="600577" y="39805"/>
                  <a:pt x="596716" y="43598"/>
                </a:cubicBezTo>
                <a:cubicBezTo>
                  <a:pt x="592854" y="47391"/>
                  <a:pt x="590717" y="52464"/>
                  <a:pt x="590306" y="58816"/>
                </a:cubicBezTo>
                <a:close/>
                <a:moveTo>
                  <a:pt x="653824" y="80478"/>
                </a:moveTo>
                <a:lnTo>
                  <a:pt x="666026" y="78558"/>
                </a:lnTo>
                <a:cubicBezTo>
                  <a:pt x="666711" y="83448"/>
                  <a:pt x="668619" y="87196"/>
                  <a:pt x="671750" y="89800"/>
                </a:cubicBezTo>
                <a:cubicBezTo>
                  <a:pt x="674880" y="92405"/>
                  <a:pt x="679256" y="93708"/>
                  <a:pt x="684877" y="93708"/>
                </a:cubicBezTo>
                <a:cubicBezTo>
                  <a:pt x="690544" y="93708"/>
                  <a:pt x="694748" y="92554"/>
                  <a:pt x="697490" y="90246"/>
                </a:cubicBezTo>
                <a:cubicBezTo>
                  <a:pt x="700232" y="87938"/>
                  <a:pt x="701603" y="85230"/>
                  <a:pt x="701603" y="82123"/>
                </a:cubicBezTo>
                <a:cubicBezTo>
                  <a:pt x="701603" y="79335"/>
                  <a:pt x="700392" y="77142"/>
                  <a:pt x="697970" y="75542"/>
                </a:cubicBezTo>
                <a:cubicBezTo>
                  <a:pt x="696279" y="74445"/>
                  <a:pt x="692075" y="73051"/>
                  <a:pt x="685357" y="71360"/>
                </a:cubicBezTo>
                <a:cubicBezTo>
                  <a:pt x="676308" y="69075"/>
                  <a:pt x="670036" y="67099"/>
                  <a:pt x="666540" y="65431"/>
                </a:cubicBezTo>
                <a:cubicBezTo>
                  <a:pt x="663044" y="63763"/>
                  <a:pt x="660393" y="61455"/>
                  <a:pt x="658588" y="58507"/>
                </a:cubicBezTo>
                <a:cubicBezTo>
                  <a:pt x="656783" y="55560"/>
                  <a:pt x="655880" y="52304"/>
                  <a:pt x="655880" y="48739"/>
                </a:cubicBezTo>
                <a:cubicBezTo>
                  <a:pt x="655880" y="45494"/>
                  <a:pt x="656623" y="42490"/>
                  <a:pt x="658108" y="39725"/>
                </a:cubicBezTo>
                <a:cubicBezTo>
                  <a:pt x="659593" y="36960"/>
                  <a:pt x="661616" y="34663"/>
                  <a:pt x="664175" y="32835"/>
                </a:cubicBezTo>
                <a:cubicBezTo>
                  <a:pt x="666094" y="31419"/>
                  <a:pt x="668711" y="30219"/>
                  <a:pt x="672024" y="29237"/>
                </a:cubicBezTo>
                <a:cubicBezTo>
                  <a:pt x="675337" y="28254"/>
                  <a:pt x="678890" y="27763"/>
                  <a:pt x="682683" y="27763"/>
                </a:cubicBezTo>
                <a:cubicBezTo>
                  <a:pt x="688396" y="27763"/>
                  <a:pt x="693411" y="28585"/>
                  <a:pt x="697730" y="30231"/>
                </a:cubicBezTo>
                <a:cubicBezTo>
                  <a:pt x="702049" y="31876"/>
                  <a:pt x="705236" y="34104"/>
                  <a:pt x="707293" y="36914"/>
                </a:cubicBezTo>
                <a:cubicBezTo>
                  <a:pt x="709349" y="39725"/>
                  <a:pt x="710766" y="43484"/>
                  <a:pt x="711543" y="48191"/>
                </a:cubicBezTo>
                <a:lnTo>
                  <a:pt x="699478" y="49836"/>
                </a:lnTo>
                <a:cubicBezTo>
                  <a:pt x="698930" y="46088"/>
                  <a:pt x="697342" y="43164"/>
                  <a:pt x="694714" y="41061"/>
                </a:cubicBezTo>
                <a:cubicBezTo>
                  <a:pt x="692086" y="38959"/>
                  <a:pt x="688373" y="37908"/>
                  <a:pt x="683574" y="37908"/>
                </a:cubicBezTo>
                <a:cubicBezTo>
                  <a:pt x="677908" y="37908"/>
                  <a:pt x="673863" y="38845"/>
                  <a:pt x="671441" y="40719"/>
                </a:cubicBezTo>
                <a:cubicBezTo>
                  <a:pt x="669019" y="42592"/>
                  <a:pt x="667808" y="44786"/>
                  <a:pt x="667808" y="47299"/>
                </a:cubicBezTo>
                <a:cubicBezTo>
                  <a:pt x="667808" y="48899"/>
                  <a:pt x="668311" y="50338"/>
                  <a:pt x="669316" y="51618"/>
                </a:cubicBezTo>
                <a:cubicBezTo>
                  <a:pt x="670321" y="52943"/>
                  <a:pt x="671898" y="54040"/>
                  <a:pt x="674046" y="54908"/>
                </a:cubicBezTo>
                <a:cubicBezTo>
                  <a:pt x="675280" y="55365"/>
                  <a:pt x="678913" y="56417"/>
                  <a:pt x="684945" y="58062"/>
                </a:cubicBezTo>
                <a:cubicBezTo>
                  <a:pt x="693674" y="60392"/>
                  <a:pt x="699764" y="62300"/>
                  <a:pt x="703214" y="63786"/>
                </a:cubicBezTo>
                <a:cubicBezTo>
                  <a:pt x="706664" y="65271"/>
                  <a:pt x="709372" y="67430"/>
                  <a:pt x="711337" y="70264"/>
                </a:cubicBezTo>
                <a:cubicBezTo>
                  <a:pt x="713302" y="73097"/>
                  <a:pt x="714285" y="76616"/>
                  <a:pt x="714285" y="80820"/>
                </a:cubicBezTo>
                <a:cubicBezTo>
                  <a:pt x="714285" y="84933"/>
                  <a:pt x="713085" y="88806"/>
                  <a:pt x="710686" y="92440"/>
                </a:cubicBezTo>
                <a:cubicBezTo>
                  <a:pt x="708287" y="96073"/>
                  <a:pt x="704825" y="98883"/>
                  <a:pt x="700301" y="100871"/>
                </a:cubicBezTo>
                <a:cubicBezTo>
                  <a:pt x="695776" y="102859"/>
                  <a:pt x="690658" y="103853"/>
                  <a:pt x="684945" y="103853"/>
                </a:cubicBezTo>
                <a:cubicBezTo>
                  <a:pt x="675486" y="103853"/>
                  <a:pt x="668276" y="101888"/>
                  <a:pt x="663318" y="97958"/>
                </a:cubicBezTo>
                <a:cubicBezTo>
                  <a:pt x="658359" y="94028"/>
                  <a:pt x="655195" y="88201"/>
                  <a:pt x="653824" y="80478"/>
                </a:cubicBezTo>
                <a:close/>
                <a:moveTo>
                  <a:pt x="794080" y="91171"/>
                </a:moveTo>
                <a:lnTo>
                  <a:pt x="795863" y="102071"/>
                </a:lnTo>
                <a:cubicBezTo>
                  <a:pt x="792390" y="102802"/>
                  <a:pt x="789282" y="103168"/>
                  <a:pt x="786540" y="103168"/>
                </a:cubicBezTo>
                <a:cubicBezTo>
                  <a:pt x="782061" y="103168"/>
                  <a:pt x="778588" y="102459"/>
                  <a:pt x="776120" y="101043"/>
                </a:cubicBezTo>
                <a:cubicBezTo>
                  <a:pt x="773653" y="99626"/>
                  <a:pt x="771916" y="97764"/>
                  <a:pt x="770911" y="95456"/>
                </a:cubicBezTo>
                <a:cubicBezTo>
                  <a:pt x="769905" y="93148"/>
                  <a:pt x="769402" y="88292"/>
                  <a:pt x="769402" y="80889"/>
                </a:cubicBezTo>
                <a:lnTo>
                  <a:pt x="769402" y="39005"/>
                </a:lnTo>
                <a:lnTo>
                  <a:pt x="760354" y="39005"/>
                </a:lnTo>
                <a:lnTo>
                  <a:pt x="760354" y="29408"/>
                </a:lnTo>
                <a:lnTo>
                  <a:pt x="769402" y="29408"/>
                </a:lnTo>
                <a:lnTo>
                  <a:pt x="769402" y="11379"/>
                </a:lnTo>
                <a:lnTo>
                  <a:pt x="781673" y="3976"/>
                </a:lnTo>
                <a:lnTo>
                  <a:pt x="781673" y="29408"/>
                </a:lnTo>
                <a:lnTo>
                  <a:pt x="794080" y="29408"/>
                </a:lnTo>
                <a:lnTo>
                  <a:pt x="794080" y="39005"/>
                </a:lnTo>
                <a:lnTo>
                  <a:pt x="781673" y="39005"/>
                </a:lnTo>
                <a:lnTo>
                  <a:pt x="781673" y="81574"/>
                </a:lnTo>
                <a:cubicBezTo>
                  <a:pt x="781673" y="85093"/>
                  <a:pt x="781890" y="87355"/>
                  <a:pt x="782324" y="88361"/>
                </a:cubicBezTo>
                <a:cubicBezTo>
                  <a:pt x="782758" y="89366"/>
                  <a:pt x="783467" y="90166"/>
                  <a:pt x="784449" y="90760"/>
                </a:cubicBezTo>
                <a:cubicBezTo>
                  <a:pt x="785432" y="91354"/>
                  <a:pt x="786837" y="91651"/>
                  <a:pt x="788665" y="91651"/>
                </a:cubicBezTo>
                <a:cubicBezTo>
                  <a:pt x="790036" y="91651"/>
                  <a:pt x="791841" y="91491"/>
                  <a:pt x="794080" y="91171"/>
                </a:cubicBezTo>
                <a:close/>
                <a:moveTo>
                  <a:pt x="801015" y="65808"/>
                </a:moveTo>
                <a:cubicBezTo>
                  <a:pt x="801015" y="52326"/>
                  <a:pt x="804762" y="42341"/>
                  <a:pt x="812257" y="35852"/>
                </a:cubicBezTo>
                <a:cubicBezTo>
                  <a:pt x="818518" y="30459"/>
                  <a:pt x="826150" y="27763"/>
                  <a:pt x="835153" y="27763"/>
                </a:cubicBezTo>
                <a:cubicBezTo>
                  <a:pt x="845161" y="27763"/>
                  <a:pt x="853341" y="31042"/>
                  <a:pt x="859694" y="37600"/>
                </a:cubicBezTo>
                <a:cubicBezTo>
                  <a:pt x="866046" y="44158"/>
                  <a:pt x="869222" y="53218"/>
                  <a:pt x="869222" y="64780"/>
                </a:cubicBezTo>
                <a:cubicBezTo>
                  <a:pt x="869222" y="74148"/>
                  <a:pt x="867817" y="81517"/>
                  <a:pt x="865006" y="86887"/>
                </a:cubicBezTo>
                <a:cubicBezTo>
                  <a:pt x="862196" y="92257"/>
                  <a:pt x="858106" y="96427"/>
                  <a:pt x="852736" y="99397"/>
                </a:cubicBezTo>
                <a:cubicBezTo>
                  <a:pt x="847366" y="102368"/>
                  <a:pt x="841505" y="103853"/>
                  <a:pt x="835153" y="103853"/>
                </a:cubicBezTo>
                <a:cubicBezTo>
                  <a:pt x="824962" y="103853"/>
                  <a:pt x="816724" y="100586"/>
                  <a:pt x="810440" y="94051"/>
                </a:cubicBezTo>
                <a:cubicBezTo>
                  <a:pt x="804157" y="87515"/>
                  <a:pt x="801015" y="78101"/>
                  <a:pt x="801015" y="65808"/>
                </a:cubicBezTo>
                <a:moveTo>
                  <a:pt x="813697" y="65808"/>
                </a:moveTo>
                <a:cubicBezTo>
                  <a:pt x="813697" y="75131"/>
                  <a:pt x="815730" y="82111"/>
                  <a:pt x="819798" y="86750"/>
                </a:cubicBezTo>
                <a:cubicBezTo>
                  <a:pt x="823865" y="91388"/>
                  <a:pt x="828983" y="93708"/>
                  <a:pt x="835153" y="93708"/>
                </a:cubicBezTo>
                <a:cubicBezTo>
                  <a:pt x="841277" y="93708"/>
                  <a:pt x="846372" y="91377"/>
                  <a:pt x="850439" y="86716"/>
                </a:cubicBezTo>
                <a:cubicBezTo>
                  <a:pt x="854507" y="82054"/>
                  <a:pt x="856540" y="74948"/>
                  <a:pt x="856540" y="65397"/>
                </a:cubicBezTo>
                <a:cubicBezTo>
                  <a:pt x="856540" y="56394"/>
                  <a:pt x="854495" y="49573"/>
                  <a:pt x="850405" y="44934"/>
                </a:cubicBezTo>
                <a:cubicBezTo>
                  <a:pt x="846315" y="40296"/>
                  <a:pt x="841231" y="37977"/>
                  <a:pt x="835153" y="37977"/>
                </a:cubicBezTo>
                <a:cubicBezTo>
                  <a:pt x="828983" y="37977"/>
                  <a:pt x="823865" y="40285"/>
                  <a:pt x="819798" y="44900"/>
                </a:cubicBezTo>
                <a:cubicBezTo>
                  <a:pt x="815730" y="49516"/>
                  <a:pt x="813697" y="56485"/>
                  <a:pt x="813697" y="65808"/>
                </a:cubicBezTo>
                <a:close/>
                <a:moveTo>
                  <a:pt x="896820" y="102208"/>
                </a:moveTo>
                <a:lnTo>
                  <a:pt x="874541" y="29408"/>
                </a:lnTo>
                <a:lnTo>
                  <a:pt x="887291" y="29408"/>
                </a:lnTo>
                <a:lnTo>
                  <a:pt x="898876" y="71429"/>
                </a:lnTo>
                <a:lnTo>
                  <a:pt x="903195" y="87058"/>
                </a:lnTo>
                <a:cubicBezTo>
                  <a:pt x="903378" y="86282"/>
                  <a:pt x="904634" y="81277"/>
                  <a:pt x="906965" y="72046"/>
                </a:cubicBezTo>
                <a:lnTo>
                  <a:pt x="918550" y="29408"/>
                </a:lnTo>
                <a:lnTo>
                  <a:pt x="931232" y="29408"/>
                </a:lnTo>
                <a:lnTo>
                  <a:pt x="942131" y="71635"/>
                </a:lnTo>
                <a:lnTo>
                  <a:pt x="945764" y="85550"/>
                </a:lnTo>
                <a:lnTo>
                  <a:pt x="949946" y="71498"/>
                </a:lnTo>
                <a:lnTo>
                  <a:pt x="962422" y="29408"/>
                </a:lnTo>
                <a:lnTo>
                  <a:pt x="974418" y="29408"/>
                </a:lnTo>
                <a:lnTo>
                  <a:pt x="951660" y="102208"/>
                </a:lnTo>
                <a:lnTo>
                  <a:pt x="938841" y="102208"/>
                </a:lnTo>
                <a:lnTo>
                  <a:pt x="927256" y="58610"/>
                </a:lnTo>
                <a:lnTo>
                  <a:pt x="924445" y="46203"/>
                </a:lnTo>
                <a:lnTo>
                  <a:pt x="909707" y="102208"/>
                </a:lnTo>
                <a:lnTo>
                  <a:pt x="896820" y="102208"/>
                </a:lnTo>
                <a:close/>
                <a:moveTo>
                  <a:pt x="1032251" y="93228"/>
                </a:moveTo>
                <a:cubicBezTo>
                  <a:pt x="1027681" y="97112"/>
                  <a:pt x="1023282" y="99854"/>
                  <a:pt x="1019055" y="101454"/>
                </a:cubicBezTo>
                <a:cubicBezTo>
                  <a:pt x="1014828" y="103053"/>
                  <a:pt x="1010292" y="103853"/>
                  <a:pt x="1005448" y="103853"/>
                </a:cubicBezTo>
                <a:cubicBezTo>
                  <a:pt x="997450" y="103853"/>
                  <a:pt x="991303" y="101899"/>
                  <a:pt x="987008" y="97992"/>
                </a:cubicBezTo>
                <a:cubicBezTo>
                  <a:pt x="982712" y="94085"/>
                  <a:pt x="980564" y="89092"/>
                  <a:pt x="980564" y="83014"/>
                </a:cubicBezTo>
                <a:cubicBezTo>
                  <a:pt x="980564" y="79449"/>
                  <a:pt x="981375" y="76193"/>
                  <a:pt x="982998" y="73246"/>
                </a:cubicBezTo>
                <a:cubicBezTo>
                  <a:pt x="984620" y="70298"/>
                  <a:pt x="986745" y="67933"/>
                  <a:pt x="989373" y="66151"/>
                </a:cubicBezTo>
                <a:cubicBezTo>
                  <a:pt x="992000" y="64368"/>
                  <a:pt x="994959" y="63020"/>
                  <a:pt x="998250" y="62106"/>
                </a:cubicBezTo>
                <a:cubicBezTo>
                  <a:pt x="1000672" y="61466"/>
                  <a:pt x="1004328" y="60849"/>
                  <a:pt x="1009218" y="60255"/>
                </a:cubicBezTo>
                <a:cubicBezTo>
                  <a:pt x="1019180" y="59067"/>
                  <a:pt x="1026515" y="57650"/>
                  <a:pt x="1031222" y="56005"/>
                </a:cubicBezTo>
                <a:cubicBezTo>
                  <a:pt x="1031268" y="54314"/>
                  <a:pt x="1031291" y="53240"/>
                  <a:pt x="1031291" y="52783"/>
                </a:cubicBezTo>
                <a:cubicBezTo>
                  <a:pt x="1031291" y="47756"/>
                  <a:pt x="1030126" y="44215"/>
                  <a:pt x="1027795" y="42158"/>
                </a:cubicBezTo>
                <a:cubicBezTo>
                  <a:pt x="1024642" y="39371"/>
                  <a:pt x="1019957" y="37977"/>
                  <a:pt x="1013742" y="37977"/>
                </a:cubicBezTo>
                <a:cubicBezTo>
                  <a:pt x="1007938" y="37977"/>
                  <a:pt x="1003654" y="38993"/>
                  <a:pt x="1000889" y="41027"/>
                </a:cubicBezTo>
                <a:cubicBezTo>
                  <a:pt x="998124" y="43061"/>
                  <a:pt x="996079" y="46660"/>
                  <a:pt x="994754" y="51824"/>
                </a:cubicBezTo>
                <a:lnTo>
                  <a:pt x="982689" y="50179"/>
                </a:lnTo>
                <a:cubicBezTo>
                  <a:pt x="983786" y="45014"/>
                  <a:pt x="985591" y="40844"/>
                  <a:pt x="988104" y="37668"/>
                </a:cubicBezTo>
                <a:cubicBezTo>
                  <a:pt x="990618" y="34492"/>
                  <a:pt x="994251" y="32047"/>
                  <a:pt x="999004" y="30333"/>
                </a:cubicBezTo>
                <a:cubicBezTo>
                  <a:pt x="1003757" y="28620"/>
                  <a:pt x="1009264" y="27763"/>
                  <a:pt x="1015524" y="27763"/>
                </a:cubicBezTo>
                <a:cubicBezTo>
                  <a:pt x="1021740" y="27763"/>
                  <a:pt x="1026789" y="28494"/>
                  <a:pt x="1030674" y="29956"/>
                </a:cubicBezTo>
                <a:cubicBezTo>
                  <a:pt x="1034558" y="31419"/>
                  <a:pt x="1037415" y="33258"/>
                  <a:pt x="1039243" y="35475"/>
                </a:cubicBezTo>
                <a:cubicBezTo>
                  <a:pt x="1041071" y="37691"/>
                  <a:pt x="1042350" y="40490"/>
                  <a:pt x="1043082" y="43872"/>
                </a:cubicBezTo>
                <a:cubicBezTo>
                  <a:pt x="1043493" y="45974"/>
                  <a:pt x="1043698" y="49767"/>
                  <a:pt x="1043698" y="55251"/>
                </a:cubicBezTo>
                <a:lnTo>
                  <a:pt x="1043698" y="71703"/>
                </a:lnTo>
                <a:cubicBezTo>
                  <a:pt x="1043698" y="83174"/>
                  <a:pt x="1043961" y="90429"/>
                  <a:pt x="1044487" y="93468"/>
                </a:cubicBezTo>
                <a:cubicBezTo>
                  <a:pt x="1045012" y="96507"/>
                  <a:pt x="1046052" y="99420"/>
                  <a:pt x="1047606" y="102208"/>
                </a:cubicBezTo>
                <a:lnTo>
                  <a:pt x="1034718" y="102208"/>
                </a:lnTo>
                <a:cubicBezTo>
                  <a:pt x="1033439" y="99649"/>
                  <a:pt x="1032616" y="96655"/>
                  <a:pt x="1032251" y="93228"/>
                </a:cubicBezTo>
                <a:moveTo>
                  <a:pt x="1031222" y="65671"/>
                </a:moveTo>
                <a:cubicBezTo>
                  <a:pt x="1026744" y="67499"/>
                  <a:pt x="1020026" y="69053"/>
                  <a:pt x="1011069" y="70332"/>
                </a:cubicBezTo>
                <a:cubicBezTo>
                  <a:pt x="1005996" y="71063"/>
                  <a:pt x="1002409" y="71886"/>
                  <a:pt x="1000306" y="72800"/>
                </a:cubicBezTo>
                <a:cubicBezTo>
                  <a:pt x="998204" y="73714"/>
                  <a:pt x="996582" y="75051"/>
                  <a:pt x="995439" y="76810"/>
                </a:cubicBezTo>
                <a:cubicBezTo>
                  <a:pt x="994297" y="78570"/>
                  <a:pt x="993726" y="80523"/>
                  <a:pt x="993726" y="82671"/>
                </a:cubicBezTo>
                <a:cubicBezTo>
                  <a:pt x="993726" y="85962"/>
                  <a:pt x="994971" y="88704"/>
                  <a:pt x="997462" y="90897"/>
                </a:cubicBezTo>
                <a:cubicBezTo>
                  <a:pt x="999952" y="93091"/>
                  <a:pt x="1003597" y="94188"/>
                  <a:pt x="1008395" y="94188"/>
                </a:cubicBezTo>
                <a:cubicBezTo>
                  <a:pt x="1013148" y="94188"/>
                  <a:pt x="1017375" y="93148"/>
                  <a:pt x="1021077" y="91069"/>
                </a:cubicBezTo>
                <a:cubicBezTo>
                  <a:pt x="1024779" y="88989"/>
                  <a:pt x="1027498" y="86144"/>
                  <a:pt x="1029234" y="82534"/>
                </a:cubicBezTo>
                <a:cubicBezTo>
                  <a:pt x="1030560" y="79746"/>
                  <a:pt x="1031222" y="75633"/>
                  <a:pt x="1031222" y="70195"/>
                </a:cubicBezTo>
                <a:lnTo>
                  <a:pt x="1031222" y="65671"/>
                </a:lnTo>
                <a:close/>
                <a:moveTo>
                  <a:pt x="1062385" y="102208"/>
                </a:moveTo>
                <a:lnTo>
                  <a:pt x="1062385" y="29408"/>
                </a:lnTo>
                <a:lnTo>
                  <a:pt x="1073490" y="29408"/>
                </a:lnTo>
                <a:lnTo>
                  <a:pt x="1073490" y="40444"/>
                </a:lnTo>
                <a:cubicBezTo>
                  <a:pt x="1076323" y="35280"/>
                  <a:pt x="1078940" y="31876"/>
                  <a:pt x="1081339" y="30231"/>
                </a:cubicBezTo>
                <a:cubicBezTo>
                  <a:pt x="1083738" y="28585"/>
                  <a:pt x="1086377" y="27763"/>
                  <a:pt x="1089257" y="27763"/>
                </a:cubicBezTo>
                <a:cubicBezTo>
                  <a:pt x="1093415" y="27763"/>
                  <a:pt x="1097643" y="29088"/>
                  <a:pt x="1101938" y="31739"/>
                </a:cubicBezTo>
                <a:lnTo>
                  <a:pt x="1097688" y="43186"/>
                </a:lnTo>
                <a:cubicBezTo>
                  <a:pt x="1094672" y="41404"/>
                  <a:pt x="1091656" y="40513"/>
                  <a:pt x="1088640" y="40513"/>
                </a:cubicBezTo>
                <a:cubicBezTo>
                  <a:pt x="1085943" y="40513"/>
                  <a:pt x="1083521" y="41324"/>
                  <a:pt x="1081373" y="42947"/>
                </a:cubicBezTo>
                <a:cubicBezTo>
                  <a:pt x="1079225" y="44569"/>
                  <a:pt x="1077694" y="46820"/>
                  <a:pt x="1076780" y="49699"/>
                </a:cubicBezTo>
                <a:cubicBezTo>
                  <a:pt x="1075409" y="54086"/>
                  <a:pt x="1074724" y="58884"/>
                  <a:pt x="1074724" y="64094"/>
                </a:cubicBezTo>
                <a:lnTo>
                  <a:pt x="1074724" y="102208"/>
                </a:lnTo>
                <a:lnTo>
                  <a:pt x="1062385" y="102208"/>
                </a:lnTo>
                <a:close/>
                <a:moveTo>
                  <a:pt x="1156082" y="102208"/>
                </a:moveTo>
                <a:lnTo>
                  <a:pt x="1156082" y="93022"/>
                </a:lnTo>
                <a:cubicBezTo>
                  <a:pt x="1151466" y="100243"/>
                  <a:pt x="1144680" y="103853"/>
                  <a:pt x="1135722" y="103853"/>
                </a:cubicBezTo>
                <a:cubicBezTo>
                  <a:pt x="1129918" y="103853"/>
                  <a:pt x="1124583" y="102254"/>
                  <a:pt x="1119716" y="99055"/>
                </a:cubicBezTo>
                <a:cubicBezTo>
                  <a:pt x="1114849" y="95856"/>
                  <a:pt x="1111079" y="91388"/>
                  <a:pt x="1108405" y="85653"/>
                </a:cubicBezTo>
                <a:cubicBezTo>
                  <a:pt x="1105732" y="79918"/>
                  <a:pt x="1104395" y="73326"/>
                  <a:pt x="1104395" y="65876"/>
                </a:cubicBezTo>
                <a:cubicBezTo>
                  <a:pt x="1104395" y="58610"/>
                  <a:pt x="1105606" y="52018"/>
                  <a:pt x="1108028" y="46100"/>
                </a:cubicBezTo>
                <a:cubicBezTo>
                  <a:pt x="1110450" y="40182"/>
                  <a:pt x="1114083" y="35646"/>
                  <a:pt x="1118928" y="32493"/>
                </a:cubicBezTo>
                <a:cubicBezTo>
                  <a:pt x="1123772" y="29339"/>
                  <a:pt x="1129187" y="27763"/>
                  <a:pt x="1135174" y="27763"/>
                </a:cubicBezTo>
                <a:cubicBezTo>
                  <a:pt x="1139561" y="27763"/>
                  <a:pt x="1143468" y="28688"/>
                  <a:pt x="1146896" y="30539"/>
                </a:cubicBezTo>
                <a:cubicBezTo>
                  <a:pt x="1150323" y="32390"/>
                  <a:pt x="1153111" y="34801"/>
                  <a:pt x="1155259" y="37771"/>
                </a:cubicBezTo>
                <a:lnTo>
                  <a:pt x="1155259" y="1714"/>
                </a:lnTo>
                <a:lnTo>
                  <a:pt x="1167529" y="1714"/>
                </a:lnTo>
                <a:lnTo>
                  <a:pt x="1167529" y="102208"/>
                </a:lnTo>
                <a:lnTo>
                  <a:pt x="1156082" y="102208"/>
                </a:lnTo>
                <a:moveTo>
                  <a:pt x="1117077" y="65876"/>
                </a:moveTo>
                <a:cubicBezTo>
                  <a:pt x="1117077" y="75199"/>
                  <a:pt x="1119042" y="82169"/>
                  <a:pt x="1122972" y="86784"/>
                </a:cubicBezTo>
                <a:cubicBezTo>
                  <a:pt x="1126902" y="91400"/>
                  <a:pt x="1131541" y="93708"/>
                  <a:pt x="1136888" y="93708"/>
                </a:cubicBezTo>
                <a:cubicBezTo>
                  <a:pt x="1142280" y="93708"/>
                  <a:pt x="1146862" y="91503"/>
                  <a:pt x="1150632" y="87093"/>
                </a:cubicBezTo>
                <a:cubicBezTo>
                  <a:pt x="1154402" y="82683"/>
                  <a:pt x="1156287" y="75953"/>
                  <a:pt x="1156287" y="66905"/>
                </a:cubicBezTo>
                <a:cubicBezTo>
                  <a:pt x="1156287" y="56942"/>
                  <a:pt x="1154368" y="49630"/>
                  <a:pt x="1150529" y="44969"/>
                </a:cubicBezTo>
                <a:cubicBezTo>
                  <a:pt x="1146690" y="40307"/>
                  <a:pt x="1141960" y="37977"/>
                  <a:pt x="1136339" y="37977"/>
                </a:cubicBezTo>
                <a:cubicBezTo>
                  <a:pt x="1130855" y="37977"/>
                  <a:pt x="1126274" y="40216"/>
                  <a:pt x="1122595" y="44695"/>
                </a:cubicBezTo>
                <a:cubicBezTo>
                  <a:pt x="1118916" y="49173"/>
                  <a:pt x="1117077" y="56234"/>
                  <a:pt x="1117077" y="65876"/>
                </a:cubicBezTo>
                <a:close/>
                <a:moveTo>
                  <a:pt x="1181691" y="80478"/>
                </a:moveTo>
                <a:lnTo>
                  <a:pt x="1193893" y="78558"/>
                </a:lnTo>
                <a:cubicBezTo>
                  <a:pt x="1194578" y="83448"/>
                  <a:pt x="1196486" y="87196"/>
                  <a:pt x="1199617" y="89800"/>
                </a:cubicBezTo>
                <a:cubicBezTo>
                  <a:pt x="1202747" y="92405"/>
                  <a:pt x="1207123" y="93708"/>
                  <a:pt x="1212744" y="93708"/>
                </a:cubicBezTo>
                <a:cubicBezTo>
                  <a:pt x="1218411" y="93708"/>
                  <a:pt x="1222615" y="92554"/>
                  <a:pt x="1225357" y="90246"/>
                </a:cubicBezTo>
                <a:cubicBezTo>
                  <a:pt x="1228099" y="87938"/>
                  <a:pt x="1229470" y="85230"/>
                  <a:pt x="1229470" y="82123"/>
                </a:cubicBezTo>
                <a:cubicBezTo>
                  <a:pt x="1229470" y="79335"/>
                  <a:pt x="1228259" y="77142"/>
                  <a:pt x="1225837" y="75542"/>
                </a:cubicBezTo>
                <a:cubicBezTo>
                  <a:pt x="1224146" y="74445"/>
                  <a:pt x="1219942" y="73051"/>
                  <a:pt x="1213224" y="71360"/>
                </a:cubicBezTo>
                <a:cubicBezTo>
                  <a:pt x="1204175" y="69075"/>
                  <a:pt x="1197903" y="67099"/>
                  <a:pt x="1194407" y="65431"/>
                </a:cubicBezTo>
                <a:cubicBezTo>
                  <a:pt x="1190911" y="63763"/>
                  <a:pt x="1188260" y="61455"/>
                  <a:pt x="1186455" y="58507"/>
                </a:cubicBezTo>
                <a:cubicBezTo>
                  <a:pt x="1184650" y="55560"/>
                  <a:pt x="1183747" y="52304"/>
                  <a:pt x="1183747" y="48739"/>
                </a:cubicBezTo>
                <a:cubicBezTo>
                  <a:pt x="1183747" y="45494"/>
                  <a:pt x="1184490" y="42490"/>
                  <a:pt x="1185975" y="39725"/>
                </a:cubicBezTo>
                <a:cubicBezTo>
                  <a:pt x="1187461" y="36960"/>
                  <a:pt x="1189483" y="34663"/>
                  <a:pt x="1192042" y="32835"/>
                </a:cubicBezTo>
                <a:cubicBezTo>
                  <a:pt x="1193961" y="31419"/>
                  <a:pt x="1196578" y="30219"/>
                  <a:pt x="1199891" y="29237"/>
                </a:cubicBezTo>
                <a:cubicBezTo>
                  <a:pt x="1203204" y="28254"/>
                  <a:pt x="1206757" y="27763"/>
                  <a:pt x="1210550" y="27763"/>
                </a:cubicBezTo>
                <a:cubicBezTo>
                  <a:pt x="1216263" y="27763"/>
                  <a:pt x="1221278" y="28585"/>
                  <a:pt x="1225597" y="30231"/>
                </a:cubicBezTo>
                <a:cubicBezTo>
                  <a:pt x="1229916" y="31876"/>
                  <a:pt x="1233103" y="34104"/>
                  <a:pt x="1235160" y="36914"/>
                </a:cubicBezTo>
                <a:cubicBezTo>
                  <a:pt x="1237216" y="39725"/>
                  <a:pt x="1238633" y="43484"/>
                  <a:pt x="1239410" y="48191"/>
                </a:cubicBezTo>
                <a:lnTo>
                  <a:pt x="1227345" y="49836"/>
                </a:lnTo>
                <a:cubicBezTo>
                  <a:pt x="1226797" y="46088"/>
                  <a:pt x="1225209" y="43164"/>
                  <a:pt x="1222581" y="41061"/>
                </a:cubicBezTo>
                <a:cubicBezTo>
                  <a:pt x="1219953" y="38959"/>
                  <a:pt x="1216240" y="37908"/>
                  <a:pt x="1211442" y="37908"/>
                </a:cubicBezTo>
                <a:cubicBezTo>
                  <a:pt x="1205775" y="37908"/>
                  <a:pt x="1201730" y="38845"/>
                  <a:pt x="1199308" y="40719"/>
                </a:cubicBezTo>
                <a:cubicBezTo>
                  <a:pt x="1196886" y="42592"/>
                  <a:pt x="1195675" y="44786"/>
                  <a:pt x="1195675" y="47299"/>
                </a:cubicBezTo>
                <a:cubicBezTo>
                  <a:pt x="1195675" y="48899"/>
                  <a:pt x="1196178" y="50338"/>
                  <a:pt x="1197183" y="51618"/>
                </a:cubicBezTo>
                <a:cubicBezTo>
                  <a:pt x="1198189" y="52943"/>
                  <a:pt x="1199765" y="54040"/>
                  <a:pt x="1201913" y="54908"/>
                </a:cubicBezTo>
                <a:cubicBezTo>
                  <a:pt x="1203147" y="55365"/>
                  <a:pt x="1206780" y="56417"/>
                  <a:pt x="1212813" y="58062"/>
                </a:cubicBezTo>
                <a:cubicBezTo>
                  <a:pt x="1221541" y="60392"/>
                  <a:pt x="1227631" y="62300"/>
                  <a:pt x="1231081" y="63786"/>
                </a:cubicBezTo>
                <a:cubicBezTo>
                  <a:pt x="1234531" y="65271"/>
                  <a:pt x="1237239" y="67430"/>
                  <a:pt x="1239204" y="70264"/>
                </a:cubicBezTo>
                <a:cubicBezTo>
                  <a:pt x="1241169" y="73097"/>
                  <a:pt x="1242152" y="76616"/>
                  <a:pt x="1242152" y="80820"/>
                </a:cubicBezTo>
                <a:cubicBezTo>
                  <a:pt x="1242152" y="84933"/>
                  <a:pt x="1240952" y="88806"/>
                  <a:pt x="1238553" y="92440"/>
                </a:cubicBezTo>
                <a:cubicBezTo>
                  <a:pt x="1236154" y="96073"/>
                  <a:pt x="1232692" y="98883"/>
                  <a:pt x="1228168" y="100871"/>
                </a:cubicBezTo>
                <a:cubicBezTo>
                  <a:pt x="1223643" y="102859"/>
                  <a:pt x="1218525" y="103853"/>
                  <a:pt x="1212813" y="103853"/>
                </a:cubicBezTo>
                <a:cubicBezTo>
                  <a:pt x="1203353" y="103853"/>
                  <a:pt x="1196143" y="101888"/>
                  <a:pt x="1191185" y="97958"/>
                </a:cubicBezTo>
                <a:cubicBezTo>
                  <a:pt x="1186227" y="94028"/>
                  <a:pt x="1183062" y="88201"/>
                  <a:pt x="1181691" y="80478"/>
                </a:cubicBezTo>
                <a:close/>
                <a:moveTo>
                  <a:pt x="1321948" y="91171"/>
                </a:moveTo>
                <a:lnTo>
                  <a:pt x="1323730" y="102071"/>
                </a:lnTo>
                <a:cubicBezTo>
                  <a:pt x="1320257" y="102802"/>
                  <a:pt x="1317149" y="103168"/>
                  <a:pt x="1314407" y="103168"/>
                </a:cubicBezTo>
                <a:cubicBezTo>
                  <a:pt x="1309928" y="103168"/>
                  <a:pt x="1306455" y="102459"/>
                  <a:pt x="1303987" y="101043"/>
                </a:cubicBezTo>
                <a:cubicBezTo>
                  <a:pt x="1301520" y="99626"/>
                  <a:pt x="1299783" y="97764"/>
                  <a:pt x="1298778" y="95456"/>
                </a:cubicBezTo>
                <a:cubicBezTo>
                  <a:pt x="1297772" y="93148"/>
                  <a:pt x="1297270" y="88292"/>
                  <a:pt x="1297270" y="80889"/>
                </a:cubicBezTo>
                <a:lnTo>
                  <a:pt x="1297270" y="39005"/>
                </a:lnTo>
                <a:lnTo>
                  <a:pt x="1288221" y="39005"/>
                </a:lnTo>
                <a:lnTo>
                  <a:pt x="1288221" y="29408"/>
                </a:lnTo>
                <a:lnTo>
                  <a:pt x="1297270" y="29408"/>
                </a:lnTo>
                <a:lnTo>
                  <a:pt x="1297270" y="11379"/>
                </a:lnTo>
                <a:lnTo>
                  <a:pt x="1309540" y="3976"/>
                </a:lnTo>
                <a:lnTo>
                  <a:pt x="1309540" y="29408"/>
                </a:lnTo>
                <a:lnTo>
                  <a:pt x="1321948" y="29408"/>
                </a:lnTo>
                <a:lnTo>
                  <a:pt x="1321948" y="39005"/>
                </a:lnTo>
                <a:lnTo>
                  <a:pt x="1309540" y="39005"/>
                </a:lnTo>
                <a:lnTo>
                  <a:pt x="1309540" y="81574"/>
                </a:lnTo>
                <a:cubicBezTo>
                  <a:pt x="1309540" y="85093"/>
                  <a:pt x="1309757" y="87355"/>
                  <a:pt x="1310191" y="88361"/>
                </a:cubicBezTo>
                <a:cubicBezTo>
                  <a:pt x="1310625" y="89366"/>
                  <a:pt x="1311334" y="90166"/>
                  <a:pt x="1312316" y="90760"/>
                </a:cubicBezTo>
                <a:cubicBezTo>
                  <a:pt x="1313299" y="91354"/>
                  <a:pt x="1314704" y="91651"/>
                  <a:pt x="1316532" y="91651"/>
                </a:cubicBezTo>
                <a:cubicBezTo>
                  <a:pt x="1317903" y="91651"/>
                  <a:pt x="1319708" y="91491"/>
                  <a:pt x="1321948" y="91171"/>
                </a:cubicBezTo>
                <a:close/>
                <a:moveTo>
                  <a:pt x="1333475" y="102208"/>
                </a:moveTo>
                <a:lnTo>
                  <a:pt x="1333475" y="1714"/>
                </a:lnTo>
                <a:lnTo>
                  <a:pt x="1345814" y="1714"/>
                </a:lnTo>
                <a:lnTo>
                  <a:pt x="1345814" y="37771"/>
                </a:lnTo>
                <a:cubicBezTo>
                  <a:pt x="1351572" y="31099"/>
                  <a:pt x="1358839" y="27763"/>
                  <a:pt x="1367613" y="27763"/>
                </a:cubicBezTo>
                <a:cubicBezTo>
                  <a:pt x="1373006" y="27763"/>
                  <a:pt x="1377690" y="28825"/>
                  <a:pt x="1381666" y="30950"/>
                </a:cubicBezTo>
                <a:cubicBezTo>
                  <a:pt x="1385642" y="33075"/>
                  <a:pt x="1388486" y="36012"/>
                  <a:pt x="1390200" y="39759"/>
                </a:cubicBezTo>
                <a:cubicBezTo>
                  <a:pt x="1391914" y="43506"/>
                  <a:pt x="1392771" y="48945"/>
                  <a:pt x="1392771" y="56074"/>
                </a:cubicBezTo>
                <a:lnTo>
                  <a:pt x="1392771" y="102208"/>
                </a:lnTo>
                <a:lnTo>
                  <a:pt x="1380432" y="102208"/>
                </a:lnTo>
                <a:lnTo>
                  <a:pt x="1380432" y="56074"/>
                </a:lnTo>
                <a:cubicBezTo>
                  <a:pt x="1380432" y="49904"/>
                  <a:pt x="1379095" y="45414"/>
                  <a:pt x="1376422" y="42604"/>
                </a:cubicBezTo>
                <a:cubicBezTo>
                  <a:pt x="1373748" y="39793"/>
                  <a:pt x="1369967" y="38388"/>
                  <a:pt x="1365077" y="38388"/>
                </a:cubicBezTo>
                <a:cubicBezTo>
                  <a:pt x="1361421" y="38388"/>
                  <a:pt x="1357982" y="39336"/>
                  <a:pt x="1354760" y="41233"/>
                </a:cubicBezTo>
                <a:cubicBezTo>
                  <a:pt x="1351538" y="43129"/>
                  <a:pt x="1349242" y="45700"/>
                  <a:pt x="1347871" y="48945"/>
                </a:cubicBezTo>
                <a:cubicBezTo>
                  <a:pt x="1346500" y="52189"/>
                  <a:pt x="1345814" y="56668"/>
                  <a:pt x="1345814" y="62380"/>
                </a:cubicBezTo>
                <a:lnTo>
                  <a:pt x="1345814" y="102208"/>
                </a:lnTo>
                <a:lnTo>
                  <a:pt x="1333475" y="102208"/>
                </a:lnTo>
                <a:close/>
                <a:moveTo>
                  <a:pt x="1461087" y="78764"/>
                </a:moveTo>
                <a:lnTo>
                  <a:pt x="1473838" y="80341"/>
                </a:lnTo>
                <a:cubicBezTo>
                  <a:pt x="1471827" y="87790"/>
                  <a:pt x="1468102" y="93571"/>
                  <a:pt x="1462664" y="97684"/>
                </a:cubicBezTo>
                <a:cubicBezTo>
                  <a:pt x="1457226" y="101797"/>
                  <a:pt x="1450279" y="103853"/>
                  <a:pt x="1441825" y="103853"/>
                </a:cubicBezTo>
                <a:cubicBezTo>
                  <a:pt x="1431177" y="103853"/>
                  <a:pt x="1422734" y="100574"/>
                  <a:pt x="1416496" y="94016"/>
                </a:cubicBezTo>
                <a:cubicBezTo>
                  <a:pt x="1410258" y="87458"/>
                  <a:pt x="1407139" y="78261"/>
                  <a:pt x="1407139" y="66425"/>
                </a:cubicBezTo>
                <a:cubicBezTo>
                  <a:pt x="1407139" y="54177"/>
                  <a:pt x="1410292" y="44672"/>
                  <a:pt x="1416599" y="37908"/>
                </a:cubicBezTo>
                <a:cubicBezTo>
                  <a:pt x="1422905" y="31145"/>
                  <a:pt x="1431085" y="27763"/>
                  <a:pt x="1441139" y="27763"/>
                </a:cubicBezTo>
                <a:cubicBezTo>
                  <a:pt x="1450874" y="27763"/>
                  <a:pt x="1458825" y="31076"/>
                  <a:pt x="1464995" y="37702"/>
                </a:cubicBezTo>
                <a:cubicBezTo>
                  <a:pt x="1471164" y="44329"/>
                  <a:pt x="1474249" y="53652"/>
                  <a:pt x="1474249" y="65671"/>
                </a:cubicBezTo>
                <a:cubicBezTo>
                  <a:pt x="1474249" y="66402"/>
                  <a:pt x="1474226" y="67499"/>
                  <a:pt x="1474181" y="68961"/>
                </a:cubicBezTo>
                <a:lnTo>
                  <a:pt x="1419889" y="68961"/>
                </a:lnTo>
                <a:cubicBezTo>
                  <a:pt x="1420346" y="76959"/>
                  <a:pt x="1422608" y="83083"/>
                  <a:pt x="1426675" y="87333"/>
                </a:cubicBezTo>
                <a:cubicBezTo>
                  <a:pt x="1430743" y="91583"/>
                  <a:pt x="1435815" y="93708"/>
                  <a:pt x="1441894" y="93708"/>
                </a:cubicBezTo>
                <a:cubicBezTo>
                  <a:pt x="1446418" y="93708"/>
                  <a:pt x="1450279" y="92520"/>
                  <a:pt x="1453478" y="90143"/>
                </a:cubicBezTo>
                <a:cubicBezTo>
                  <a:pt x="1456677" y="87767"/>
                  <a:pt x="1459214" y="83974"/>
                  <a:pt x="1461087" y="78764"/>
                </a:cubicBezTo>
                <a:moveTo>
                  <a:pt x="1420574" y="58816"/>
                </a:moveTo>
                <a:lnTo>
                  <a:pt x="1461225" y="58816"/>
                </a:lnTo>
                <a:cubicBezTo>
                  <a:pt x="1460676" y="52692"/>
                  <a:pt x="1459122" y="48099"/>
                  <a:pt x="1456563" y="45037"/>
                </a:cubicBezTo>
                <a:cubicBezTo>
                  <a:pt x="1452633" y="40285"/>
                  <a:pt x="1447537" y="37908"/>
                  <a:pt x="1441277" y="37908"/>
                </a:cubicBezTo>
                <a:cubicBezTo>
                  <a:pt x="1435610" y="37908"/>
                  <a:pt x="1430846" y="39805"/>
                  <a:pt x="1426984" y="43598"/>
                </a:cubicBezTo>
                <a:cubicBezTo>
                  <a:pt x="1423122" y="47391"/>
                  <a:pt x="1420986" y="52464"/>
                  <a:pt x="1420574" y="58816"/>
                </a:cubicBezTo>
                <a:close/>
                <a:moveTo>
                  <a:pt x="1530442" y="102208"/>
                </a:moveTo>
                <a:lnTo>
                  <a:pt x="1530442" y="39005"/>
                </a:lnTo>
                <a:lnTo>
                  <a:pt x="1519543" y="39005"/>
                </a:lnTo>
                <a:lnTo>
                  <a:pt x="1519543" y="29408"/>
                </a:lnTo>
                <a:lnTo>
                  <a:pt x="1530442" y="29408"/>
                </a:lnTo>
                <a:lnTo>
                  <a:pt x="1530442" y="21662"/>
                </a:lnTo>
                <a:cubicBezTo>
                  <a:pt x="1530442" y="16772"/>
                  <a:pt x="1530876" y="13139"/>
                  <a:pt x="1531745" y="10762"/>
                </a:cubicBezTo>
                <a:cubicBezTo>
                  <a:pt x="1532933" y="7563"/>
                  <a:pt x="1535024" y="4970"/>
                  <a:pt x="1538017" y="2982"/>
                </a:cubicBezTo>
                <a:cubicBezTo>
                  <a:pt x="1541010" y="994"/>
                  <a:pt x="1545203" y="0"/>
                  <a:pt x="1550596" y="0"/>
                </a:cubicBezTo>
                <a:cubicBezTo>
                  <a:pt x="1554069" y="0"/>
                  <a:pt x="1557908" y="411"/>
                  <a:pt x="1562112" y="1234"/>
                </a:cubicBezTo>
                <a:lnTo>
                  <a:pt x="1560261" y="11996"/>
                </a:lnTo>
                <a:cubicBezTo>
                  <a:pt x="1557702" y="11539"/>
                  <a:pt x="1555280" y="11311"/>
                  <a:pt x="1552995" y="11311"/>
                </a:cubicBezTo>
                <a:cubicBezTo>
                  <a:pt x="1549248" y="11311"/>
                  <a:pt x="1546597" y="12110"/>
                  <a:pt x="1545043" y="13710"/>
                </a:cubicBezTo>
                <a:cubicBezTo>
                  <a:pt x="1543489" y="15309"/>
                  <a:pt x="1542713" y="18303"/>
                  <a:pt x="1542713" y="22690"/>
                </a:cubicBezTo>
                <a:lnTo>
                  <a:pt x="1542713" y="29408"/>
                </a:lnTo>
                <a:lnTo>
                  <a:pt x="1556902" y="29408"/>
                </a:lnTo>
                <a:lnTo>
                  <a:pt x="1556902" y="39005"/>
                </a:lnTo>
                <a:lnTo>
                  <a:pt x="1542713" y="39005"/>
                </a:lnTo>
                <a:lnTo>
                  <a:pt x="1542713" y="102208"/>
                </a:lnTo>
                <a:lnTo>
                  <a:pt x="1530442" y="102208"/>
                </a:lnTo>
                <a:close/>
                <a:moveTo>
                  <a:pt x="1566030" y="15904"/>
                </a:moveTo>
                <a:lnTo>
                  <a:pt x="1566030" y="1714"/>
                </a:lnTo>
                <a:lnTo>
                  <a:pt x="1578369" y="1714"/>
                </a:lnTo>
                <a:lnTo>
                  <a:pt x="1578369" y="15904"/>
                </a:lnTo>
                <a:lnTo>
                  <a:pt x="1566030" y="15904"/>
                </a:lnTo>
                <a:moveTo>
                  <a:pt x="1566030" y="102208"/>
                </a:moveTo>
                <a:lnTo>
                  <a:pt x="1566030" y="29408"/>
                </a:lnTo>
                <a:lnTo>
                  <a:pt x="1578369" y="29408"/>
                </a:lnTo>
                <a:lnTo>
                  <a:pt x="1578369" y="102208"/>
                </a:lnTo>
                <a:lnTo>
                  <a:pt x="1566030" y="102208"/>
                </a:lnTo>
                <a:close/>
                <a:moveTo>
                  <a:pt x="1600356" y="102208"/>
                </a:moveTo>
                <a:lnTo>
                  <a:pt x="1600356" y="39005"/>
                </a:lnTo>
                <a:lnTo>
                  <a:pt x="1589456" y="39005"/>
                </a:lnTo>
                <a:lnTo>
                  <a:pt x="1589456" y="29408"/>
                </a:lnTo>
                <a:lnTo>
                  <a:pt x="1600356" y="29408"/>
                </a:lnTo>
                <a:lnTo>
                  <a:pt x="1600356" y="21662"/>
                </a:lnTo>
                <a:cubicBezTo>
                  <a:pt x="1600356" y="16772"/>
                  <a:pt x="1600790" y="13139"/>
                  <a:pt x="1601658" y="10762"/>
                </a:cubicBezTo>
                <a:cubicBezTo>
                  <a:pt x="1602846" y="7563"/>
                  <a:pt x="1604937" y="4970"/>
                  <a:pt x="1607931" y="2982"/>
                </a:cubicBezTo>
                <a:cubicBezTo>
                  <a:pt x="1610924" y="994"/>
                  <a:pt x="1615117" y="0"/>
                  <a:pt x="1620509" y="0"/>
                </a:cubicBezTo>
                <a:cubicBezTo>
                  <a:pt x="1623983" y="0"/>
                  <a:pt x="1627821" y="411"/>
                  <a:pt x="1632026" y="1234"/>
                </a:cubicBezTo>
                <a:lnTo>
                  <a:pt x="1630175" y="11996"/>
                </a:lnTo>
                <a:cubicBezTo>
                  <a:pt x="1627616" y="11539"/>
                  <a:pt x="1625194" y="11311"/>
                  <a:pt x="1622909" y="11311"/>
                </a:cubicBezTo>
                <a:cubicBezTo>
                  <a:pt x="1619161" y="11311"/>
                  <a:pt x="1616511" y="12110"/>
                  <a:pt x="1614957" y="13710"/>
                </a:cubicBezTo>
                <a:cubicBezTo>
                  <a:pt x="1613403" y="15309"/>
                  <a:pt x="1612626" y="18303"/>
                  <a:pt x="1612626" y="22690"/>
                </a:cubicBezTo>
                <a:lnTo>
                  <a:pt x="1612626" y="29408"/>
                </a:lnTo>
                <a:lnTo>
                  <a:pt x="1626816" y="29408"/>
                </a:lnTo>
                <a:lnTo>
                  <a:pt x="1626816" y="39005"/>
                </a:lnTo>
                <a:lnTo>
                  <a:pt x="1612626" y="39005"/>
                </a:lnTo>
                <a:lnTo>
                  <a:pt x="1612626" y="102208"/>
                </a:lnTo>
                <a:lnTo>
                  <a:pt x="1600356" y="102208"/>
                </a:lnTo>
                <a:close/>
                <a:moveTo>
                  <a:pt x="1662816" y="91171"/>
                </a:moveTo>
                <a:lnTo>
                  <a:pt x="1664598" y="102071"/>
                </a:lnTo>
                <a:cubicBezTo>
                  <a:pt x="1661125" y="102802"/>
                  <a:pt x="1658017" y="103168"/>
                  <a:pt x="1655275" y="103168"/>
                </a:cubicBezTo>
                <a:cubicBezTo>
                  <a:pt x="1650797" y="103168"/>
                  <a:pt x="1647324" y="102459"/>
                  <a:pt x="1644856" y="101043"/>
                </a:cubicBezTo>
                <a:cubicBezTo>
                  <a:pt x="1642388" y="99626"/>
                  <a:pt x="1640651" y="97764"/>
                  <a:pt x="1639646" y="95456"/>
                </a:cubicBezTo>
                <a:cubicBezTo>
                  <a:pt x="1638641" y="93148"/>
                  <a:pt x="1638138" y="88292"/>
                  <a:pt x="1638138" y="80889"/>
                </a:cubicBezTo>
                <a:lnTo>
                  <a:pt x="1638138" y="39005"/>
                </a:lnTo>
                <a:lnTo>
                  <a:pt x="1629089" y="39005"/>
                </a:lnTo>
                <a:lnTo>
                  <a:pt x="1629089" y="29408"/>
                </a:lnTo>
                <a:lnTo>
                  <a:pt x="1638138" y="29408"/>
                </a:lnTo>
                <a:lnTo>
                  <a:pt x="1638138" y="11379"/>
                </a:lnTo>
                <a:lnTo>
                  <a:pt x="1650408" y="3976"/>
                </a:lnTo>
                <a:lnTo>
                  <a:pt x="1650408" y="29408"/>
                </a:lnTo>
                <a:lnTo>
                  <a:pt x="1662816" y="29408"/>
                </a:lnTo>
                <a:lnTo>
                  <a:pt x="1662816" y="39005"/>
                </a:lnTo>
                <a:lnTo>
                  <a:pt x="1650408" y="39005"/>
                </a:lnTo>
                <a:lnTo>
                  <a:pt x="1650408" y="81574"/>
                </a:lnTo>
                <a:cubicBezTo>
                  <a:pt x="1650408" y="85093"/>
                  <a:pt x="1650625" y="87355"/>
                  <a:pt x="1651060" y="88361"/>
                </a:cubicBezTo>
                <a:cubicBezTo>
                  <a:pt x="1651494" y="89366"/>
                  <a:pt x="1652202" y="90166"/>
                  <a:pt x="1653185" y="90760"/>
                </a:cubicBezTo>
                <a:cubicBezTo>
                  <a:pt x="1654167" y="91354"/>
                  <a:pt x="1655572" y="91651"/>
                  <a:pt x="1657400" y="91651"/>
                </a:cubicBezTo>
                <a:cubicBezTo>
                  <a:pt x="1658771" y="91651"/>
                  <a:pt x="1660577" y="91491"/>
                  <a:pt x="1662816" y="91171"/>
                </a:cubicBezTo>
                <a:close/>
                <a:moveTo>
                  <a:pt x="1674343" y="102208"/>
                </a:moveTo>
                <a:lnTo>
                  <a:pt x="1674343" y="1714"/>
                </a:lnTo>
                <a:lnTo>
                  <a:pt x="1686682" y="1714"/>
                </a:lnTo>
                <a:lnTo>
                  <a:pt x="1686682" y="37771"/>
                </a:lnTo>
                <a:cubicBezTo>
                  <a:pt x="1692440" y="31099"/>
                  <a:pt x="1699706" y="27763"/>
                  <a:pt x="1708480" y="27763"/>
                </a:cubicBezTo>
                <a:cubicBezTo>
                  <a:pt x="1713873" y="27763"/>
                  <a:pt x="1718557" y="28825"/>
                  <a:pt x="1722533" y="30950"/>
                </a:cubicBezTo>
                <a:cubicBezTo>
                  <a:pt x="1726509" y="33075"/>
                  <a:pt x="1729354" y="36012"/>
                  <a:pt x="1731068" y="39759"/>
                </a:cubicBezTo>
                <a:cubicBezTo>
                  <a:pt x="1732781" y="43506"/>
                  <a:pt x="1733638" y="48945"/>
                  <a:pt x="1733638" y="56074"/>
                </a:cubicBezTo>
                <a:lnTo>
                  <a:pt x="1733638" y="102208"/>
                </a:lnTo>
                <a:lnTo>
                  <a:pt x="1721299" y="102208"/>
                </a:lnTo>
                <a:lnTo>
                  <a:pt x="1721299" y="56074"/>
                </a:lnTo>
                <a:cubicBezTo>
                  <a:pt x="1721299" y="49904"/>
                  <a:pt x="1719963" y="45414"/>
                  <a:pt x="1717289" y="42604"/>
                </a:cubicBezTo>
                <a:cubicBezTo>
                  <a:pt x="1714616" y="39793"/>
                  <a:pt x="1710834" y="38388"/>
                  <a:pt x="1705944" y="38388"/>
                </a:cubicBezTo>
                <a:cubicBezTo>
                  <a:pt x="1702288" y="38388"/>
                  <a:pt x="1698849" y="39336"/>
                  <a:pt x="1695627" y="41233"/>
                </a:cubicBezTo>
                <a:cubicBezTo>
                  <a:pt x="1692405" y="43129"/>
                  <a:pt x="1690109" y="45700"/>
                  <a:pt x="1688738" y="48945"/>
                </a:cubicBezTo>
                <a:cubicBezTo>
                  <a:pt x="1687367" y="52189"/>
                  <a:pt x="1686682" y="56668"/>
                  <a:pt x="1686682" y="62380"/>
                </a:cubicBezTo>
                <a:lnTo>
                  <a:pt x="1686682" y="102208"/>
                </a:lnTo>
                <a:lnTo>
                  <a:pt x="1674343" y="102208"/>
                </a:lnTo>
                <a:close/>
                <a:moveTo>
                  <a:pt x="1790654" y="102208"/>
                </a:moveTo>
                <a:lnTo>
                  <a:pt x="1790654" y="1714"/>
                </a:lnTo>
                <a:lnTo>
                  <a:pt x="1802993" y="1714"/>
                </a:lnTo>
                <a:lnTo>
                  <a:pt x="1802993" y="59021"/>
                </a:lnTo>
                <a:lnTo>
                  <a:pt x="1832195" y="29408"/>
                </a:lnTo>
                <a:lnTo>
                  <a:pt x="1848167" y="29408"/>
                </a:lnTo>
                <a:lnTo>
                  <a:pt x="1820336" y="56417"/>
                </a:lnTo>
                <a:lnTo>
                  <a:pt x="1850978" y="102208"/>
                </a:lnTo>
                <a:lnTo>
                  <a:pt x="1835760" y="102208"/>
                </a:lnTo>
                <a:lnTo>
                  <a:pt x="1811699" y="64985"/>
                </a:lnTo>
                <a:lnTo>
                  <a:pt x="1802993" y="73348"/>
                </a:lnTo>
                <a:lnTo>
                  <a:pt x="1802993" y="102208"/>
                </a:lnTo>
                <a:lnTo>
                  <a:pt x="1790654" y="102208"/>
                </a:lnTo>
                <a:close/>
                <a:moveTo>
                  <a:pt x="1860569" y="15904"/>
                </a:moveTo>
                <a:lnTo>
                  <a:pt x="1860569" y="1714"/>
                </a:lnTo>
                <a:lnTo>
                  <a:pt x="1872908" y="1714"/>
                </a:lnTo>
                <a:lnTo>
                  <a:pt x="1872908" y="15904"/>
                </a:lnTo>
                <a:lnTo>
                  <a:pt x="1860569" y="15904"/>
                </a:lnTo>
                <a:moveTo>
                  <a:pt x="1860569" y="102208"/>
                </a:moveTo>
                <a:lnTo>
                  <a:pt x="1860569" y="29408"/>
                </a:lnTo>
                <a:lnTo>
                  <a:pt x="1872908" y="29408"/>
                </a:lnTo>
                <a:lnTo>
                  <a:pt x="1872908" y="102208"/>
                </a:lnTo>
                <a:lnTo>
                  <a:pt x="1860569" y="102208"/>
                </a:lnTo>
                <a:close/>
                <a:moveTo>
                  <a:pt x="1918888" y="91171"/>
                </a:moveTo>
                <a:lnTo>
                  <a:pt x="1920670" y="102071"/>
                </a:lnTo>
                <a:cubicBezTo>
                  <a:pt x="1917197" y="102802"/>
                  <a:pt x="1914089" y="103168"/>
                  <a:pt x="1911347" y="103168"/>
                </a:cubicBezTo>
                <a:cubicBezTo>
                  <a:pt x="1906869" y="103168"/>
                  <a:pt x="1903396" y="102459"/>
                  <a:pt x="1900928" y="101043"/>
                </a:cubicBezTo>
                <a:cubicBezTo>
                  <a:pt x="1898460" y="99626"/>
                  <a:pt x="1896723" y="97764"/>
                  <a:pt x="1895718" y="95456"/>
                </a:cubicBezTo>
                <a:cubicBezTo>
                  <a:pt x="1894713" y="93148"/>
                  <a:pt x="1894210" y="88292"/>
                  <a:pt x="1894210" y="80889"/>
                </a:cubicBezTo>
                <a:lnTo>
                  <a:pt x="1894210" y="39005"/>
                </a:lnTo>
                <a:lnTo>
                  <a:pt x="1885161" y="39005"/>
                </a:lnTo>
                <a:lnTo>
                  <a:pt x="1885161" y="29408"/>
                </a:lnTo>
                <a:lnTo>
                  <a:pt x="1894210" y="29408"/>
                </a:lnTo>
                <a:lnTo>
                  <a:pt x="1894210" y="11379"/>
                </a:lnTo>
                <a:lnTo>
                  <a:pt x="1906480" y="3976"/>
                </a:lnTo>
                <a:lnTo>
                  <a:pt x="1906480" y="29408"/>
                </a:lnTo>
                <a:lnTo>
                  <a:pt x="1918888" y="29408"/>
                </a:lnTo>
                <a:lnTo>
                  <a:pt x="1918888" y="39005"/>
                </a:lnTo>
                <a:lnTo>
                  <a:pt x="1906480" y="39005"/>
                </a:lnTo>
                <a:lnTo>
                  <a:pt x="1906480" y="81574"/>
                </a:lnTo>
                <a:cubicBezTo>
                  <a:pt x="1906480" y="85093"/>
                  <a:pt x="1906697" y="87355"/>
                  <a:pt x="1907132" y="88361"/>
                </a:cubicBezTo>
                <a:cubicBezTo>
                  <a:pt x="1907566" y="89366"/>
                  <a:pt x="1908274" y="90166"/>
                  <a:pt x="1909257" y="90760"/>
                </a:cubicBezTo>
                <a:cubicBezTo>
                  <a:pt x="1910239" y="91354"/>
                  <a:pt x="1911644" y="91651"/>
                  <a:pt x="1913472" y="91651"/>
                </a:cubicBezTo>
                <a:cubicBezTo>
                  <a:pt x="1914843" y="91651"/>
                  <a:pt x="1916649" y="91491"/>
                  <a:pt x="1918888" y="91171"/>
                </a:cubicBezTo>
                <a:close/>
                <a:moveTo>
                  <a:pt x="1977919" y="75542"/>
                </a:moveTo>
                <a:lnTo>
                  <a:pt x="1990053" y="77119"/>
                </a:lnTo>
                <a:cubicBezTo>
                  <a:pt x="1988727" y="85482"/>
                  <a:pt x="1985334" y="92028"/>
                  <a:pt x="1979873" y="96758"/>
                </a:cubicBezTo>
                <a:cubicBezTo>
                  <a:pt x="1974412" y="101488"/>
                  <a:pt x="1967705" y="103853"/>
                  <a:pt x="1959754" y="103853"/>
                </a:cubicBezTo>
                <a:cubicBezTo>
                  <a:pt x="1949791" y="103853"/>
                  <a:pt x="1941782" y="100597"/>
                  <a:pt x="1935727" y="94085"/>
                </a:cubicBezTo>
                <a:cubicBezTo>
                  <a:pt x="1929672" y="87573"/>
                  <a:pt x="1926644" y="78238"/>
                  <a:pt x="1926644" y="66082"/>
                </a:cubicBezTo>
                <a:cubicBezTo>
                  <a:pt x="1926644" y="58222"/>
                  <a:pt x="1927946" y="51344"/>
                  <a:pt x="1930551" y="45449"/>
                </a:cubicBezTo>
                <a:cubicBezTo>
                  <a:pt x="1933156" y="39553"/>
                  <a:pt x="1937121" y="35132"/>
                  <a:pt x="1942445" y="32184"/>
                </a:cubicBezTo>
                <a:cubicBezTo>
                  <a:pt x="1947769" y="29237"/>
                  <a:pt x="1953561" y="27763"/>
                  <a:pt x="1959822" y="27763"/>
                </a:cubicBezTo>
                <a:cubicBezTo>
                  <a:pt x="1967728" y="27763"/>
                  <a:pt x="1974195" y="29762"/>
                  <a:pt x="1979222" y="33761"/>
                </a:cubicBezTo>
                <a:cubicBezTo>
                  <a:pt x="1984249" y="37760"/>
                  <a:pt x="1987471" y="43438"/>
                  <a:pt x="1988887" y="50795"/>
                </a:cubicBezTo>
                <a:lnTo>
                  <a:pt x="1976891" y="52646"/>
                </a:lnTo>
                <a:cubicBezTo>
                  <a:pt x="1975749" y="47756"/>
                  <a:pt x="1973726" y="44078"/>
                  <a:pt x="1970824" y="41610"/>
                </a:cubicBezTo>
                <a:cubicBezTo>
                  <a:pt x="1967923" y="39142"/>
                  <a:pt x="1964415" y="37908"/>
                  <a:pt x="1960302" y="37908"/>
                </a:cubicBezTo>
                <a:cubicBezTo>
                  <a:pt x="1954087" y="37908"/>
                  <a:pt x="1949037" y="40136"/>
                  <a:pt x="1945153" y="44592"/>
                </a:cubicBezTo>
                <a:cubicBezTo>
                  <a:pt x="1941268" y="49047"/>
                  <a:pt x="1939326" y="56097"/>
                  <a:pt x="1939326" y="65739"/>
                </a:cubicBezTo>
                <a:cubicBezTo>
                  <a:pt x="1939326" y="75519"/>
                  <a:pt x="1941199" y="82626"/>
                  <a:pt x="1944947" y="87058"/>
                </a:cubicBezTo>
                <a:cubicBezTo>
                  <a:pt x="1948694" y="91491"/>
                  <a:pt x="1953584" y="93708"/>
                  <a:pt x="1959617" y="93708"/>
                </a:cubicBezTo>
                <a:cubicBezTo>
                  <a:pt x="1964461" y="93708"/>
                  <a:pt x="1968505" y="92223"/>
                  <a:pt x="1971750" y="89252"/>
                </a:cubicBezTo>
                <a:cubicBezTo>
                  <a:pt x="1974995" y="86282"/>
                  <a:pt x="1977051" y="81712"/>
                  <a:pt x="1977919" y="75542"/>
                </a:cubicBezTo>
                <a:close/>
                <a:moveTo>
                  <a:pt x="2000328" y="102208"/>
                </a:moveTo>
                <a:lnTo>
                  <a:pt x="2000328" y="1714"/>
                </a:lnTo>
                <a:lnTo>
                  <a:pt x="2012667" y="1714"/>
                </a:lnTo>
                <a:lnTo>
                  <a:pt x="2012667" y="37771"/>
                </a:lnTo>
                <a:cubicBezTo>
                  <a:pt x="2018426" y="31099"/>
                  <a:pt x="2025692" y="27763"/>
                  <a:pt x="2034466" y="27763"/>
                </a:cubicBezTo>
                <a:cubicBezTo>
                  <a:pt x="2039859" y="27763"/>
                  <a:pt x="2044543" y="28825"/>
                  <a:pt x="2048519" y="30950"/>
                </a:cubicBezTo>
                <a:cubicBezTo>
                  <a:pt x="2052495" y="33075"/>
                  <a:pt x="2055340" y="36012"/>
                  <a:pt x="2057054" y="39759"/>
                </a:cubicBezTo>
                <a:cubicBezTo>
                  <a:pt x="2058767" y="43506"/>
                  <a:pt x="2059624" y="48945"/>
                  <a:pt x="2059624" y="56074"/>
                </a:cubicBezTo>
                <a:lnTo>
                  <a:pt x="2059624" y="102208"/>
                </a:lnTo>
                <a:lnTo>
                  <a:pt x="2047285" y="102208"/>
                </a:lnTo>
                <a:lnTo>
                  <a:pt x="2047285" y="56074"/>
                </a:lnTo>
                <a:cubicBezTo>
                  <a:pt x="2047285" y="49904"/>
                  <a:pt x="2045948" y="45414"/>
                  <a:pt x="2043275" y="42604"/>
                </a:cubicBezTo>
                <a:cubicBezTo>
                  <a:pt x="2040602" y="39793"/>
                  <a:pt x="2036820" y="38388"/>
                  <a:pt x="2031930" y="38388"/>
                </a:cubicBezTo>
                <a:cubicBezTo>
                  <a:pt x="2028274" y="38388"/>
                  <a:pt x="2024835" y="39336"/>
                  <a:pt x="2021613" y="41233"/>
                </a:cubicBezTo>
                <a:cubicBezTo>
                  <a:pt x="2018391" y="43129"/>
                  <a:pt x="2016095" y="45700"/>
                  <a:pt x="2014724" y="48945"/>
                </a:cubicBezTo>
                <a:cubicBezTo>
                  <a:pt x="2013353" y="52189"/>
                  <a:pt x="2012667" y="56668"/>
                  <a:pt x="2012667" y="62380"/>
                </a:cubicBezTo>
                <a:lnTo>
                  <a:pt x="2012667" y="102208"/>
                </a:lnTo>
                <a:lnTo>
                  <a:pt x="2000328" y="102208"/>
                </a:lnTo>
                <a:close/>
                <a:moveTo>
                  <a:pt x="2127941" y="78764"/>
                </a:moveTo>
                <a:lnTo>
                  <a:pt x="2140691" y="80341"/>
                </a:lnTo>
                <a:cubicBezTo>
                  <a:pt x="2138680" y="87790"/>
                  <a:pt x="2134955" y="93571"/>
                  <a:pt x="2129517" y="97684"/>
                </a:cubicBezTo>
                <a:cubicBezTo>
                  <a:pt x="2124079" y="101797"/>
                  <a:pt x="2117133" y="103853"/>
                  <a:pt x="2108678" y="103853"/>
                </a:cubicBezTo>
                <a:cubicBezTo>
                  <a:pt x="2098030" y="103853"/>
                  <a:pt x="2089587" y="100574"/>
                  <a:pt x="2083349" y="94016"/>
                </a:cubicBezTo>
                <a:cubicBezTo>
                  <a:pt x="2077111" y="87458"/>
                  <a:pt x="2073992" y="78261"/>
                  <a:pt x="2073992" y="66425"/>
                </a:cubicBezTo>
                <a:cubicBezTo>
                  <a:pt x="2073992" y="54177"/>
                  <a:pt x="2077145" y="44672"/>
                  <a:pt x="2083452" y="37908"/>
                </a:cubicBezTo>
                <a:cubicBezTo>
                  <a:pt x="2089758" y="31145"/>
                  <a:pt x="2097939" y="27763"/>
                  <a:pt x="2107993" y="27763"/>
                </a:cubicBezTo>
                <a:cubicBezTo>
                  <a:pt x="2117727" y="27763"/>
                  <a:pt x="2125678" y="31076"/>
                  <a:pt x="2131848" y="37702"/>
                </a:cubicBezTo>
                <a:cubicBezTo>
                  <a:pt x="2138017" y="44329"/>
                  <a:pt x="2141102" y="53652"/>
                  <a:pt x="2141102" y="65671"/>
                </a:cubicBezTo>
                <a:cubicBezTo>
                  <a:pt x="2141102" y="66402"/>
                  <a:pt x="2141079" y="67499"/>
                  <a:pt x="2141034" y="68961"/>
                </a:cubicBezTo>
                <a:lnTo>
                  <a:pt x="2086742" y="68961"/>
                </a:lnTo>
                <a:cubicBezTo>
                  <a:pt x="2087199" y="76959"/>
                  <a:pt x="2089461" y="83083"/>
                  <a:pt x="2093528" y="87333"/>
                </a:cubicBezTo>
                <a:cubicBezTo>
                  <a:pt x="2097596" y="91583"/>
                  <a:pt x="2102668" y="93708"/>
                  <a:pt x="2108747" y="93708"/>
                </a:cubicBezTo>
                <a:cubicBezTo>
                  <a:pt x="2113271" y="93708"/>
                  <a:pt x="2117133" y="92520"/>
                  <a:pt x="2120332" y="90143"/>
                </a:cubicBezTo>
                <a:cubicBezTo>
                  <a:pt x="2123531" y="87767"/>
                  <a:pt x="2126067" y="83974"/>
                  <a:pt x="2127941" y="78764"/>
                </a:cubicBezTo>
                <a:moveTo>
                  <a:pt x="2087428" y="58816"/>
                </a:moveTo>
                <a:lnTo>
                  <a:pt x="2128078" y="58816"/>
                </a:lnTo>
                <a:cubicBezTo>
                  <a:pt x="2127529" y="52692"/>
                  <a:pt x="2125975" y="48099"/>
                  <a:pt x="2123416" y="45037"/>
                </a:cubicBezTo>
                <a:cubicBezTo>
                  <a:pt x="2119486" y="40285"/>
                  <a:pt x="2114391" y="37908"/>
                  <a:pt x="2108130" y="37908"/>
                </a:cubicBezTo>
                <a:cubicBezTo>
                  <a:pt x="2102463" y="37908"/>
                  <a:pt x="2097699" y="39805"/>
                  <a:pt x="2093837" y="43598"/>
                </a:cubicBezTo>
                <a:cubicBezTo>
                  <a:pt x="2089975" y="47391"/>
                  <a:pt x="2087839" y="52464"/>
                  <a:pt x="2087428" y="58816"/>
                </a:cubicBezTo>
                <a:close/>
                <a:moveTo>
                  <a:pt x="2155881" y="102208"/>
                </a:moveTo>
                <a:lnTo>
                  <a:pt x="2155881" y="29408"/>
                </a:lnTo>
                <a:lnTo>
                  <a:pt x="2166986" y="29408"/>
                </a:lnTo>
                <a:lnTo>
                  <a:pt x="2166986" y="39759"/>
                </a:lnTo>
                <a:cubicBezTo>
                  <a:pt x="2172333" y="31761"/>
                  <a:pt x="2180056" y="27763"/>
                  <a:pt x="2190156" y="27763"/>
                </a:cubicBezTo>
                <a:cubicBezTo>
                  <a:pt x="2194543" y="27763"/>
                  <a:pt x="2198576" y="28551"/>
                  <a:pt x="2202255" y="30128"/>
                </a:cubicBezTo>
                <a:cubicBezTo>
                  <a:pt x="2205934" y="31704"/>
                  <a:pt x="2208687" y="33772"/>
                  <a:pt x="2210515" y="36331"/>
                </a:cubicBezTo>
                <a:cubicBezTo>
                  <a:pt x="2212343" y="38891"/>
                  <a:pt x="2213623" y="41930"/>
                  <a:pt x="2214354" y="45449"/>
                </a:cubicBezTo>
                <a:cubicBezTo>
                  <a:pt x="2214811" y="47734"/>
                  <a:pt x="2215039" y="51732"/>
                  <a:pt x="2215039" y="57445"/>
                </a:cubicBezTo>
                <a:lnTo>
                  <a:pt x="2215039" y="102208"/>
                </a:lnTo>
                <a:lnTo>
                  <a:pt x="2202700" y="102208"/>
                </a:lnTo>
                <a:lnTo>
                  <a:pt x="2202700" y="57925"/>
                </a:lnTo>
                <a:cubicBezTo>
                  <a:pt x="2202700" y="52898"/>
                  <a:pt x="2202221" y="49139"/>
                  <a:pt x="2201261" y="46648"/>
                </a:cubicBezTo>
                <a:cubicBezTo>
                  <a:pt x="2200301" y="44158"/>
                  <a:pt x="2198599" y="42170"/>
                  <a:pt x="2196154" y="40684"/>
                </a:cubicBezTo>
                <a:cubicBezTo>
                  <a:pt x="2193709" y="39199"/>
                  <a:pt x="2190841" y="38457"/>
                  <a:pt x="2187551" y="38457"/>
                </a:cubicBezTo>
                <a:cubicBezTo>
                  <a:pt x="2182295" y="38457"/>
                  <a:pt x="2177760" y="40125"/>
                  <a:pt x="2173944" y="43461"/>
                </a:cubicBezTo>
                <a:cubicBezTo>
                  <a:pt x="2170128" y="46797"/>
                  <a:pt x="2168220" y="53126"/>
                  <a:pt x="2168220" y="62449"/>
                </a:cubicBezTo>
                <a:lnTo>
                  <a:pt x="2168220" y="102208"/>
                </a:lnTo>
                <a:lnTo>
                  <a:pt x="2155881" y="102208"/>
                </a:lnTo>
                <a:close/>
                <a:moveTo>
                  <a:pt x="2319629" y="75542"/>
                </a:moveTo>
                <a:lnTo>
                  <a:pt x="2331762" y="77119"/>
                </a:lnTo>
                <a:cubicBezTo>
                  <a:pt x="2330437" y="85482"/>
                  <a:pt x="2327044" y="92028"/>
                  <a:pt x="2321583" y="96758"/>
                </a:cubicBezTo>
                <a:cubicBezTo>
                  <a:pt x="2316121" y="101488"/>
                  <a:pt x="2309415" y="103853"/>
                  <a:pt x="2301463" y="103853"/>
                </a:cubicBezTo>
                <a:cubicBezTo>
                  <a:pt x="2291501" y="103853"/>
                  <a:pt x="2283492" y="100597"/>
                  <a:pt x="2277436" y="94085"/>
                </a:cubicBezTo>
                <a:cubicBezTo>
                  <a:pt x="2271381" y="87573"/>
                  <a:pt x="2268354" y="78238"/>
                  <a:pt x="2268354" y="66082"/>
                </a:cubicBezTo>
                <a:cubicBezTo>
                  <a:pt x="2268354" y="58222"/>
                  <a:pt x="2269656" y="51344"/>
                  <a:pt x="2272261" y="45449"/>
                </a:cubicBezTo>
                <a:cubicBezTo>
                  <a:pt x="2274866" y="39553"/>
                  <a:pt x="2278830" y="35132"/>
                  <a:pt x="2284154" y="32184"/>
                </a:cubicBezTo>
                <a:cubicBezTo>
                  <a:pt x="2289478" y="29237"/>
                  <a:pt x="2295271" y="27763"/>
                  <a:pt x="2301532" y="27763"/>
                </a:cubicBezTo>
                <a:cubicBezTo>
                  <a:pt x="2309438" y="27763"/>
                  <a:pt x="2315904" y="29762"/>
                  <a:pt x="2320931" y="33761"/>
                </a:cubicBezTo>
                <a:cubicBezTo>
                  <a:pt x="2325958" y="37760"/>
                  <a:pt x="2329180" y="43438"/>
                  <a:pt x="2330597" y="50795"/>
                </a:cubicBezTo>
                <a:lnTo>
                  <a:pt x="2318601" y="52646"/>
                </a:lnTo>
                <a:cubicBezTo>
                  <a:pt x="2317458" y="47756"/>
                  <a:pt x="2315436" y="44078"/>
                  <a:pt x="2312534" y="41610"/>
                </a:cubicBezTo>
                <a:cubicBezTo>
                  <a:pt x="2309632" y="39142"/>
                  <a:pt x="2306125" y="37908"/>
                  <a:pt x="2302012" y="37908"/>
                </a:cubicBezTo>
                <a:cubicBezTo>
                  <a:pt x="2295796" y="37908"/>
                  <a:pt x="2290747" y="40136"/>
                  <a:pt x="2286862" y="44592"/>
                </a:cubicBezTo>
                <a:cubicBezTo>
                  <a:pt x="2282978" y="49047"/>
                  <a:pt x="2281035" y="56097"/>
                  <a:pt x="2281035" y="65739"/>
                </a:cubicBezTo>
                <a:cubicBezTo>
                  <a:pt x="2281035" y="75519"/>
                  <a:pt x="2282909" y="82626"/>
                  <a:pt x="2286656" y="87058"/>
                </a:cubicBezTo>
                <a:cubicBezTo>
                  <a:pt x="2290404" y="91491"/>
                  <a:pt x="2295294" y="93708"/>
                  <a:pt x="2301326" y="93708"/>
                </a:cubicBezTo>
                <a:cubicBezTo>
                  <a:pt x="2306170" y="93708"/>
                  <a:pt x="2310215" y="92223"/>
                  <a:pt x="2313459" y="89252"/>
                </a:cubicBezTo>
                <a:cubicBezTo>
                  <a:pt x="2316704" y="86282"/>
                  <a:pt x="2318761" y="81712"/>
                  <a:pt x="2319629" y="75542"/>
                </a:cubicBezTo>
                <a:close/>
                <a:moveTo>
                  <a:pt x="2389543" y="93228"/>
                </a:moveTo>
                <a:cubicBezTo>
                  <a:pt x="2384973" y="97112"/>
                  <a:pt x="2380575" y="99854"/>
                  <a:pt x="2376347" y="101454"/>
                </a:cubicBezTo>
                <a:cubicBezTo>
                  <a:pt x="2372120" y="103053"/>
                  <a:pt x="2367584" y="103853"/>
                  <a:pt x="2362740" y="103853"/>
                </a:cubicBezTo>
                <a:cubicBezTo>
                  <a:pt x="2354743" y="103853"/>
                  <a:pt x="2348596" y="101899"/>
                  <a:pt x="2344300" y="97992"/>
                </a:cubicBezTo>
                <a:cubicBezTo>
                  <a:pt x="2340004" y="94085"/>
                  <a:pt x="2337856" y="89092"/>
                  <a:pt x="2337856" y="83014"/>
                </a:cubicBezTo>
                <a:cubicBezTo>
                  <a:pt x="2337856" y="79449"/>
                  <a:pt x="2338668" y="76193"/>
                  <a:pt x="2340290" y="73246"/>
                </a:cubicBezTo>
                <a:cubicBezTo>
                  <a:pt x="2341912" y="70298"/>
                  <a:pt x="2344037" y="67933"/>
                  <a:pt x="2346665" y="66151"/>
                </a:cubicBezTo>
                <a:cubicBezTo>
                  <a:pt x="2349293" y="64368"/>
                  <a:pt x="2352252" y="63020"/>
                  <a:pt x="2355542" y="62106"/>
                </a:cubicBezTo>
                <a:cubicBezTo>
                  <a:pt x="2357964" y="61466"/>
                  <a:pt x="2361620" y="60849"/>
                  <a:pt x="2366510" y="60255"/>
                </a:cubicBezTo>
                <a:cubicBezTo>
                  <a:pt x="2376473" y="59067"/>
                  <a:pt x="2383808" y="57650"/>
                  <a:pt x="2388515" y="56005"/>
                </a:cubicBezTo>
                <a:cubicBezTo>
                  <a:pt x="2388561" y="54314"/>
                  <a:pt x="2388583" y="53240"/>
                  <a:pt x="2388583" y="52783"/>
                </a:cubicBezTo>
                <a:cubicBezTo>
                  <a:pt x="2388583" y="47756"/>
                  <a:pt x="2387418" y="44215"/>
                  <a:pt x="2385087" y="42158"/>
                </a:cubicBezTo>
                <a:cubicBezTo>
                  <a:pt x="2381934" y="39371"/>
                  <a:pt x="2377250" y="37977"/>
                  <a:pt x="2371035" y="37977"/>
                </a:cubicBezTo>
                <a:cubicBezTo>
                  <a:pt x="2365231" y="37977"/>
                  <a:pt x="2360946" y="38993"/>
                  <a:pt x="2358182" y="41027"/>
                </a:cubicBezTo>
                <a:cubicBezTo>
                  <a:pt x="2355417" y="43061"/>
                  <a:pt x="2353372" y="46660"/>
                  <a:pt x="2352046" y="51824"/>
                </a:cubicBezTo>
                <a:lnTo>
                  <a:pt x="2339982" y="50179"/>
                </a:lnTo>
                <a:cubicBezTo>
                  <a:pt x="2341078" y="45014"/>
                  <a:pt x="2342883" y="40844"/>
                  <a:pt x="2345397" y="37668"/>
                </a:cubicBezTo>
                <a:cubicBezTo>
                  <a:pt x="2347910" y="34492"/>
                  <a:pt x="2351544" y="32047"/>
                  <a:pt x="2356296" y="30333"/>
                </a:cubicBezTo>
                <a:cubicBezTo>
                  <a:pt x="2361049" y="28620"/>
                  <a:pt x="2366556" y="27763"/>
                  <a:pt x="2372817" y="27763"/>
                </a:cubicBezTo>
                <a:cubicBezTo>
                  <a:pt x="2379032" y="27763"/>
                  <a:pt x="2384082" y="28494"/>
                  <a:pt x="2387966" y="29956"/>
                </a:cubicBezTo>
                <a:cubicBezTo>
                  <a:pt x="2391851" y="31419"/>
                  <a:pt x="2394707" y="33258"/>
                  <a:pt x="2396535" y="35475"/>
                </a:cubicBezTo>
                <a:cubicBezTo>
                  <a:pt x="2398363" y="37691"/>
                  <a:pt x="2399643" y="40490"/>
                  <a:pt x="2400374" y="43872"/>
                </a:cubicBezTo>
                <a:cubicBezTo>
                  <a:pt x="2400785" y="45974"/>
                  <a:pt x="2400991" y="49767"/>
                  <a:pt x="2400991" y="55251"/>
                </a:cubicBezTo>
                <a:lnTo>
                  <a:pt x="2400991" y="71703"/>
                </a:lnTo>
                <a:cubicBezTo>
                  <a:pt x="2400991" y="83174"/>
                  <a:pt x="2401254" y="90429"/>
                  <a:pt x="2401779" y="93468"/>
                </a:cubicBezTo>
                <a:cubicBezTo>
                  <a:pt x="2402305" y="96507"/>
                  <a:pt x="2403345" y="99420"/>
                  <a:pt x="2404898" y="102208"/>
                </a:cubicBezTo>
                <a:lnTo>
                  <a:pt x="2392011" y="102208"/>
                </a:lnTo>
                <a:cubicBezTo>
                  <a:pt x="2390731" y="99649"/>
                  <a:pt x="2389909" y="96655"/>
                  <a:pt x="2389543" y="93228"/>
                </a:cubicBezTo>
                <a:moveTo>
                  <a:pt x="2388515" y="65671"/>
                </a:moveTo>
                <a:cubicBezTo>
                  <a:pt x="2384036" y="67499"/>
                  <a:pt x="2377318" y="69053"/>
                  <a:pt x="2368361" y="70332"/>
                </a:cubicBezTo>
                <a:cubicBezTo>
                  <a:pt x="2363289" y="71063"/>
                  <a:pt x="2359701" y="71886"/>
                  <a:pt x="2357599" y="72800"/>
                </a:cubicBezTo>
                <a:cubicBezTo>
                  <a:pt x="2355497" y="73714"/>
                  <a:pt x="2353874" y="75051"/>
                  <a:pt x="2352732" y="76810"/>
                </a:cubicBezTo>
                <a:cubicBezTo>
                  <a:pt x="2351589" y="78570"/>
                  <a:pt x="2351018" y="80523"/>
                  <a:pt x="2351018" y="82671"/>
                </a:cubicBezTo>
                <a:cubicBezTo>
                  <a:pt x="2351018" y="85962"/>
                  <a:pt x="2352263" y="88704"/>
                  <a:pt x="2354754" y="90897"/>
                </a:cubicBezTo>
                <a:cubicBezTo>
                  <a:pt x="2357245" y="93091"/>
                  <a:pt x="2360889" y="94188"/>
                  <a:pt x="2365688" y="94188"/>
                </a:cubicBezTo>
                <a:cubicBezTo>
                  <a:pt x="2370441" y="94188"/>
                  <a:pt x="2374668" y="93148"/>
                  <a:pt x="2378369" y="91069"/>
                </a:cubicBezTo>
                <a:cubicBezTo>
                  <a:pt x="2382071" y="88989"/>
                  <a:pt x="2384790" y="86144"/>
                  <a:pt x="2386527" y="82534"/>
                </a:cubicBezTo>
                <a:cubicBezTo>
                  <a:pt x="2387852" y="79746"/>
                  <a:pt x="2388515" y="75633"/>
                  <a:pt x="2388515" y="70195"/>
                </a:cubicBezTo>
                <a:lnTo>
                  <a:pt x="2388515" y="65671"/>
                </a:lnTo>
                <a:close/>
                <a:moveTo>
                  <a:pt x="2431193" y="102208"/>
                </a:moveTo>
                <a:lnTo>
                  <a:pt x="2419745" y="102208"/>
                </a:lnTo>
                <a:lnTo>
                  <a:pt x="2419745" y="1714"/>
                </a:lnTo>
                <a:lnTo>
                  <a:pt x="2432084" y="1714"/>
                </a:lnTo>
                <a:lnTo>
                  <a:pt x="2432084" y="37565"/>
                </a:lnTo>
                <a:cubicBezTo>
                  <a:pt x="2437294" y="31030"/>
                  <a:pt x="2443943" y="27763"/>
                  <a:pt x="2452032" y="27763"/>
                </a:cubicBezTo>
                <a:cubicBezTo>
                  <a:pt x="2456511" y="27763"/>
                  <a:pt x="2460749" y="28665"/>
                  <a:pt x="2464748" y="30470"/>
                </a:cubicBezTo>
                <a:cubicBezTo>
                  <a:pt x="2468747" y="32276"/>
                  <a:pt x="2472037" y="34812"/>
                  <a:pt x="2474619" y="38079"/>
                </a:cubicBezTo>
                <a:cubicBezTo>
                  <a:pt x="2477201" y="41347"/>
                  <a:pt x="2479224" y="45289"/>
                  <a:pt x="2480686" y="49904"/>
                </a:cubicBezTo>
                <a:cubicBezTo>
                  <a:pt x="2482148" y="54520"/>
                  <a:pt x="2482880" y="59456"/>
                  <a:pt x="2482880" y="64711"/>
                </a:cubicBezTo>
                <a:cubicBezTo>
                  <a:pt x="2482880" y="77187"/>
                  <a:pt x="2479795" y="86830"/>
                  <a:pt x="2473625" y="93639"/>
                </a:cubicBezTo>
                <a:cubicBezTo>
                  <a:pt x="2467456" y="100448"/>
                  <a:pt x="2460053" y="103853"/>
                  <a:pt x="2451415" y="103853"/>
                </a:cubicBezTo>
                <a:cubicBezTo>
                  <a:pt x="2442824" y="103853"/>
                  <a:pt x="2436083" y="100266"/>
                  <a:pt x="2431193" y="93091"/>
                </a:cubicBezTo>
                <a:lnTo>
                  <a:pt x="2431193" y="102208"/>
                </a:lnTo>
                <a:moveTo>
                  <a:pt x="2431056" y="65260"/>
                </a:moveTo>
                <a:cubicBezTo>
                  <a:pt x="2431056" y="73988"/>
                  <a:pt x="2432244" y="80295"/>
                  <a:pt x="2434621" y="84179"/>
                </a:cubicBezTo>
                <a:cubicBezTo>
                  <a:pt x="2438505" y="90532"/>
                  <a:pt x="2443761" y="93708"/>
                  <a:pt x="2450387" y="93708"/>
                </a:cubicBezTo>
                <a:cubicBezTo>
                  <a:pt x="2455780" y="93708"/>
                  <a:pt x="2460441" y="91366"/>
                  <a:pt x="2464371" y="86681"/>
                </a:cubicBezTo>
                <a:cubicBezTo>
                  <a:pt x="2468301" y="81997"/>
                  <a:pt x="2470266" y="75016"/>
                  <a:pt x="2470266" y="65739"/>
                </a:cubicBezTo>
                <a:cubicBezTo>
                  <a:pt x="2470266" y="56234"/>
                  <a:pt x="2468381" y="49219"/>
                  <a:pt x="2464611" y="44695"/>
                </a:cubicBezTo>
                <a:cubicBezTo>
                  <a:pt x="2460841" y="40170"/>
                  <a:pt x="2456282" y="37908"/>
                  <a:pt x="2450935" y="37908"/>
                </a:cubicBezTo>
                <a:cubicBezTo>
                  <a:pt x="2445543" y="37908"/>
                  <a:pt x="2440881" y="40250"/>
                  <a:pt x="2436951" y="44934"/>
                </a:cubicBezTo>
                <a:cubicBezTo>
                  <a:pt x="2433021" y="49619"/>
                  <a:pt x="2431056" y="56394"/>
                  <a:pt x="2431056" y="65260"/>
                </a:cubicBezTo>
                <a:close/>
                <a:moveTo>
                  <a:pt x="2497659" y="15904"/>
                </a:moveTo>
                <a:lnTo>
                  <a:pt x="2497659" y="1714"/>
                </a:lnTo>
                <a:lnTo>
                  <a:pt x="2509998" y="1714"/>
                </a:lnTo>
                <a:lnTo>
                  <a:pt x="2509998" y="15904"/>
                </a:lnTo>
                <a:lnTo>
                  <a:pt x="2497659" y="15904"/>
                </a:lnTo>
                <a:moveTo>
                  <a:pt x="2497659" y="102208"/>
                </a:moveTo>
                <a:lnTo>
                  <a:pt x="2497659" y="29408"/>
                </a:lnTo>
                <a:lnTo>
                  <a:pt x="2509998" y="29408"/>
                </a:lnTo>
                <a:lnTo>
                  <a:pt x="2509998" y="102208"/>
                </a:lnTo>
                <a:lnTo>
                  <a:pt x="2497659" y="102208"/>
                </a:lnTo>
                <a:close/>
                <a:moveTo>
                  <a:pt x="2529038" y="102208"/>
                </a:moveTo>
                <a:lnTo>
                  <a:pt x="2529038" y="29408"/>
                </a:lnTo>
                <a:lnTo>
                  <a:pt x="2540143" y="29408"/>
                </a:lnTo>
                <a:lnTo>
                  <a:pt x="2540143" y="39759"/>
                </a:lnTo>
                <a:cubicBezTo>
                  <a:pt x="2545490" y="31761"/>
                  <a:pt x="2553214" y="27763"/>
                  <a:pt x="2563313" y="27763"/>
                </a:cubicBezTo>
                <a:cubicBezTo>
                  <a:pt x="2567700" y="27763"/>
                  <a:pt x="2571733" y="28551"/>
                  <a:pt x="2575412" y="30128"/>
                </a:cubicBezTo>
                <a:cubicBezTo>
                  <a:pt x="2579091" y="31704"/>
                  <a:pt x="2581845" y="33772"/>
                  <a:pt x="2583673" y="36331"/>
                </a:cubicBezTo>
                <a:cubicBezTo>
                  <a:pt x="2585501" y="38891"/>
                  <a:pt x="2586780" y="41930"/>
                  <a:pt x="2587511" y="45449"/>
                </a:cubicBezTo>
                <a:cubicBezTo>
                  <a:pt x="2587968" y="47734"/>
                  <a:pt x="2588197" y="51732"/>
                  <a:pt x="2588197" y="57445"/>
                </a:cubicBezTo>
                <a:lnTo>
                  <a:pt x="2588197" y="102208"/>
                </a:lnTo>
                <a:lnTo>
                  <a:pt x="2575858" y="102208"/>
                </a:lnTo>
                <a:lnTo>
                  <a:pt x="2575858" y="57925"/>
                </a:lnTo>
                <a:cubicBezTo>
                  <a:pt x="2575858" y="52898"/>
                  <a:pt x="2575378" y="49139"/>
                  <a:pt x="2574418" y="46648"/>
                </a:cubicBezTo>
                <a:cubicBezTo>
                  <a:pt x="2573459" y="44158"/>
                  <a:pt x="2571756" y="42170"/>
                  <a:pt x="2569311" y="40684"/>
                </a:cubicBezTo>
                <a:cubicBezTo>
                  <a:pt x="2566866" y="39199"/>
                  <a:pt x="2563999" y="38457"/>
                  <a:pt x="2560708" y="38457"/>
                </a:cubicBezTo>
                <a:cubicBezTo>
                  <a:pt x="2555453" y="38457"/>
                  <a:pt x="2550917" y="40125"/>
                  <a:pt x="2547101" y="43461"/>
                </a:cubicBezTo>
                <a:cubicBezTo>
                  <a:pt x="2543285" y="46797"/>
                  <a:pt x="2541377" y="53126"/>
                  <a:pt x="2541377" y="62449"/>
                </a:cubicBezTo>
                <a:lnTo>
                  <a:pt x="2541377" y="102208"/>
                </a:lnTo>
                <a:lnTo>
                  <a:pt x="2529038" y="102208"/>
                </a:lnTo>
                <a:close/>
                <a:moveTo>
                  <a:pt x="2656650" y="78764"/>
                </a:moveTo>
                <a:lnTo>
                  <a:pt x="2669400" y="80341"/>
                </a:lnTo>
                <a:cubicBezTo>
                  <a:pt x="2667390" y="87790"/>
                  <a:pt x="2663665" y="93571"/>
                  <a:pt x="2658227" y="97684"/>
                </a:cubicBezTo>
                <a:cubicBezTo>
                  <a:pt x="2652788" y="101797"/>
                  <a:pt x="2645842" y="103853"/>
                  <a:pt x="2637388" y="103853"/>
                </a:cubicBezTo>
                <a:cubicBezTo>
                  <a:pt x="2626739" y="103853"/>
                  <a:pt x="2618296" y="100574"/>
                  <a:pt x="2612058" y="94016"/>
                </a:cubicBezTo>
                <a:cubicBezTo>
                  <a:pt x="2605820" y="87458"/>
                  <a:pt x="2602701" y="78261"/>
                  <a:pt x="2602701" y="66425"/>
                </a:cubicBezTo>
                <a:cubicBezTo>
                  <a:pt x="2602701" y="54177"/>
                  <a:pt x="2605855" y="44672"/>
                  <a:pt x="2612161" y="37908"/>
                </a:cubicBezTo>
                <a:cubicBezTo>
                  <a:pt x="2618468" y="31145"/>
                  <a:pt x="2626648" y="27763"/>
                  <a:pt x="2636702" y="27763"/>
                </a:cubicBezTo>
                <a:cubicBezTo>
                  <a:pt x="2646436" y="27763"/>
                  <a:pt x="2654388" y="31076"/>
                  <a:pt x="2660557" y="37702"/>
                </a:cubicBezTo>
                <a:cubicBezTo>
                  <a:pt x="2666727" y="44329"/>
                  <a:pt x="2669812" y="53652"/>
                  <a:pt x="2669812" y="65671"/>
                </a:cubicBezTo>
                <a:cubicBezTo>
                  <a:pt x="2669812" y="66402"/>
                  <a:pt x="2669789" y="67499"/>
                  <a:pt x="2669743" y="68961"/>
                </a:cubicBezTo>
                <a:lnTo>
                  <a:pt x="2615452" y="68961"/>
                </a:lnTo>
                <a:cubicBezTo>
                  <a:pt x="2615909" y="76959"/>
                  <a:pt x="2618171" y="83083"/>
                  <a:pt x="2622238" y="87333"/>
                </a:cubicBezTo>
                <a:cubicBezTo>
                  <a:pt x="2626305" y="91583"/>
                  <a:pt x="2631378" y="93708"/>
                  <a:pt x="2637456" y="93708"/>
                </a:cubicBezTo>
                <a:cubicBezTo>
                  <a:pt x="2641980" y="93708"/>
                  <a:pt x="2645842" y="92520"/>
                  <a:pt x="2649041" y="90143"/>
                </a:cubicBezTo>
                <a:cubicBezTo>
                  <a:pt x="2652240" y="87767"/>
                  <a:pt x="2654776" y="83974"/>
                  <a:pt x="2656650" y="78764"/>
                </a:cubicBezTo>
                <a:moveTo>
                  <a:pt x="2616137" y="58816"/>
                </a:moveTo>
                <a:lnTo>
                  <a:pt x="2656787" y="58816"/>
                </a:lnTo>
                <a:cubicBezTo>
                  <a:pt x="2656239" y="52692"/>
                  <a:pt x="2654685" y="48099"/>
                  <a:pt x="2652126" y="45037"/>
                </a:cubicBezTo>
                <a:cubicBezTo>
                  <a:pt x="2648196" y="40285"/>
                  <a:pt x="2643100" y="37908"/>
                  <a:pt x="2636839" y="37908"/>
                </a:cubicBezTo>
                <a:cubicBezTo>
                  <a:pt x="2631172" y="37908"/>
                  <a:pt x="2626408" y="39805"/>
                  <a:pt x="2622546" y="43598"/>
                </a:cubicBezTo>
                <a:cubicBezTo>
                  <a:pt x="2618685" y="47391"/>
                  <a:pt x="2616548" y="52464"/>
                  <a:pt x="2616137" y="58816"/>
                </a:cubicBezTo>
                <a:close/>
                <a:moveTo>
                  <a:pt x="2711531" y="91171"/>
                </a:moveTo>
                <a:lnTo>
                  <a:pt x="2713314" y="102071"/>
                </a:lnTo>
                <a:cubicBezTo>
                  <a:pt x="2709840" y="102802"/>
                  <a:pt x="2706733" y="103168"/>
                  <a:pt x="2703991" y="103168"/>
                </a:cubicBezTo>
                <a:cubicBezTo>
                  <a:pt x="2699512" y="103168"/>
                  <a:pt x="2696039" y="102459"/>
                  <a:pt x="2693571" y="101043"/>
                </a:cubicBezTo>
                <a:cubicBezTo>
                  <a:pt x="2691103" y="99626"/>
                  <a:pt x="2689367" y="97764"/>
                  <a:pt x="2688361" y="95456"/>
                </a:cubicBezTo>
                <a:cubicBezTo>
                  <a:pt x="2687356" y="93148"/>
                  <a:pt x="2686853" y="88292"/>
                  <a:pt x="2686853" y="80889"/>
                </a:cubicBezTo>
                <a:lnTo>
                  <a:pt x="2686853" y="39005"/>
                </a:lnTo>
                <a:lnTo>
                  <a:pt x="2677805" y="39005"/>
                </a:lnTo>
                <a:lnTo>
                  <a:pt x="2677805" y="29408"/>
                </a:lnTo>
                <a:lnTo>
                  <a:pt x="2686853" y="29408"/>
                </a:lnTo>
                <a:lnTo>
                  <a:pt x="2686853" y="11379"/>
                </a:lnTo>
                <a:lnTo>
                  <a:pt x="2699124" y="3976"/>
                </a:lnTo>
                <a:lnTo>
                  <a:pt x="2699124" y="29408"/>
                </a:lnTo>
                <a:lnTo>
                  <a:pt x="2711531" y="29408"/>
                </a:lnTo>
                <a:lnTo>
                  <a:pt x="2711531" y="39005"/>
                </a:lnTo>
                <a:lnTo>
                  <a:pt x="2699124" y="39005"/>
                </a:lnTo>
                <a:lnTo>
                  <a:pt x="2699124" y="81574"/>
                </a:lnTo>
                <a:cubicBezTo>
                  <a:pt x="2699124" y="85093"/>
                  <a:pt x="2699341" y="87355"/>
                  <a:pt x="2699775" y="88361"/>
                </a:cubicBezTo>
                <a:cubicBezTo>
                  <a:pt x="2700209" y="89366"/>
                  <a:pt x="2700917" y="90166"/>
                  <a:pt x="2701900" y="90760"/>
                </a:cubicBezTo>
                <a:cubicBezTo>
                  <a:pt x="2702883" y="91354"/>
                  <a:pt x="2704288" y="91651"/>
                  <a:pt x="2706116" y="91651"/>
                </a:cubicBezTo>
                <a:cubicBezTo>
                  <a:pt x="2707487" y="91651"/>
                  <a:pt x="2709292" y="91491"/>
                  <a:pt x="2711531" y="91171"/>
                </a:cubicBezTo>
                <a:close/>
                <a:moveTo>
                  <a:pt x="2726553" y="102208"/>
                </a:moveTo>
                <a:lnTo>
                  <a:pt x="2726553" y="88155"/>
                </a:lnTo>
                <a:lnTo>
                  <a:pt x="2740606" y="88155"/>
                </a:lnTo>
                <a:lnTo>
                  <a:pt x="2740606" y="102208"/>
                </a:lnTo>
                <a:lnTo>
                  <a:pt x="2726553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Question:Whichoneofthefollowingstatements">
            <a:extLst xmlns:a="http://schemas.openxmlformats.org/drawingml/2006/main">
              <a:ext uri="{FF2B5EF4-FFF2-40B4-BE49-F238E27FC236}">
                <a16:creationId xmlns:a16="http://schemas.microsoft.com/office/drawing/2014/main" id="{9CAA1EDD-9210-469F-98F9-FC22B218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0081" y="6010645"/>
            <a:ext cx="3033607" cy="131753"/>
          </a:xfrm>
          <a:custGeom xmlns:a="http://schemas.openxmlformats.org/drawingml/2006/main">
            <a:pathLst>
              <a:path w="3033607" h="131753">
                <a:moveTo>
                  <a:pt x="85002" y="89458"/>
                </a:moveTo>
                <a:cubicBezTo>
                  <a:pt x="89983" y="93022"/>
                  <a:pt x="95399" y="95856"/>
                  <a:pt x="101248" y="97958"/>
                </a:cubicBezTo>
                <a:lnTo>
                  <a:pt x="93776" y="112285"/>
                </a:lnTo>
                <a:cubicBezTo>
                  <a:pt x="90714" y="111371"/>
                  <a:pt x="87721" y="110114"/>
                  <a:pt x="84796" y="108515"/>
                </a:cubicBezTo>
                <a:cubicBezTo>
                  <a:pt x="84156" y="108195"/>
                  <a:pt x="79655" y="105224"/>
                  <a:pt x="71292" y="99603"/>
                </a:cubicBezTo>
                <a:cubicBezTo>
                  <a:pt x="64711" y="102482"/>
                  <a:pt x="57422" y="103922"/>
                  <a:pt x="49424" y="103922"/>
                </a:cubicBezTo>
                <a:cubicBezTo>
                  <a:pt x="33978" y="103922"/>
                  <a:pt x="21879" y="99375"/>
                  <a:pt x="13127" y="90280"/>
                </a:cubicBezTo>
                <a:cubicBezTo>
                  <a:pt x="4376" y="81186"/>
                  <a:pt x="0" y="68413"/>
                  <a:pt x="0" y="51961"/>
                </a:cubicBezTo>
                <a:cubicBezTo>
                  <a:pt x="0" y="35555"/>
                  <a:pt x="4387" y="22793"/>
                  <a:pt x="13162" y="13676"/>
                </a:cubicBezTo>
                <a:cubicBezTo>
                  <a:pt x="21936" y="4559"/>
                  <a:pt x="33841" y="0"/>
                  <a:pt x="48876" y="0"/>
                </a:cubicBezTo>
                <a:cubicBezTo>
                  <a:pt x="63774" y="0"/>
                  <a:pt x="75588" y="4559"/>
                  <a:pt x="84316" y="13676"/>
                </a:cubicBezTo>
                <a:cubicBezTo>
                  <a:pt x="93045" y="22793"/>
                  <a:pt x="97409" y="35555"/>
                  <a:pt x="97409" y="51961"/>
                </a:cubicBezTo>
                <a:cubicBezTo>
                  <a:pt x="97409" y="60644"/>
                  <a:pt x="96198" y="68276"/>
                  <a:pt x="93776" y="74857"/>
                </a:cubicBezTo>
                <a:cubicBezTo>
                  <a:pt x="91948" y="79884"/>
                  <a:pt x="89024" y="84751"/>
                  <a:pt x="85002" y="89458"/>
                </a:cubicBezTo>
                <a:moveTo>
                  <a:pt x="68687" y="78010"/>
                </a:moveTo>
                <a:cubicBezTo>
                  <a:pt x="71292" y="74948"/>
                  <a:pt x="73246" y="71246"/>
                  <a:pt x="74548" y="66905"/>
                </a:cubicBezTo>
                <a:cubicBezTo>
                  <a:pt x="75850" y="62563"/>
                  <a:pt x="76502" y="57582"/>
                  <a:pt x="76502" y="51961"/>
                </a:cubicBezTo>
                <a:cubicBezTo>
                  <a:pt x="76502" y="40353"/>
                  <a:pt x="73943" y="31681"/>
                  <a:pt x="68824" y="25946"/>
                </a:cubicBezTo>
                <a:cubicBezTo>
                  <a:pt x="63706" y="20211"/>
                  <a:pt x="57011" y="17343"/>
                  <a:pt x="48739" y="17343"/>
                </a:cubicBezTo>
                <a:cubicBezTo>
                  <a:pt x="40467" y="17343"/>
                  <a:pt x="33761" y="20222"/>
                  <a:pt x="28620" y="25980"/>
                </a:cubicBezTo>
                <a:cubicBezTo>
                  <a:pt x="23478" y="31739"/>
                  <a:pt x="20908" y="40399"/>
                  <a:pt x="20908" y="51961"/>
                </a:cubicBezTo>
                <a:cubicBezTo>
                  <a:pt x="20908" y="63706"/>
                  <a:pt x="23478" y="72492"/>
                  <a:pt x="28620" y="78318"/>
                </a:cubicBezTo>
                <a:cubicBezTo>
                  <a:pt x="33761" y="84145"/>
                  <a:pt x="40262" y="87058"/>
                  <a:pt x="48122" y="87058"/>
                </a:cubicBezTo>
                <a:cubicBezTo>
                  <a:pt x="51047" y="87058"/>
                  <a:pt x="53812" y="86579"/>
                  <a:pt x="56417" y="85619"/>
                </a:cubicBezTo>
                <a:cubicBezTo>
                  <a:pt x="52304" y="82923"/>
                  <a:pt x="48122" y="80820"/>
                  <a:pt x="43872" y="79312"/>
                </a:cubicBezTo>
                <a:lnTo>
                  <a:pt x="49562" y="67727"/>
                </a:lnTo>
                <a:cubicBezTo>
                  <a:pt x="56234" y="70012"/>
                  <a:pt x="62609" y="73440"/>
                  <a:pt x="68687" y="78010"/>
                </a:cubicBezTo>
                <a:close/>
                <a:moveTo>
                  <a:pt x="160302" y="102208"/>
                </a:moveTo>
                <a:lnTo>
                  <a:pt x="160302" y="91309"/>
                </a:lnTo>
                <a:cubicBezTo>
                  <a:pt x="157652" y="95193"/>
                  <a:pt x="154167" y="98255"/>
                  <a:pt x="149848" y="100494"/>
                </a:cubicBezTo>
                <a:cubicBezTo>
                  <a:pt x="145530" y="102733"/>
                  <a:pt x="140971" y="103853"/>
                  <a:pt x="136173" y="103853"/>
                </a:cubicBezTo>
                <a:cubicBezTo>
                  <a:pt x="131283" y="103853"/>
                  <a:pt x="126895" y="102779"/>
                  <a:pt x="123011" y="100631"/>
                </a:cubicBezTo>
                <a:cubicBezTo>
                  <a:pt x="119126" y="98483"/>
                  <a:pt x="116316" y="95467"/>
                  <a:pt x="114579" y="91583"/>
                </a:cubicBezTo>
                <a:cubicBezTo>
                  <a:pt x="112843" y="87698"/>
                  <a:pt x="111974" y="82328"/>
                  <a:pt x="111974" y="75473"/>
                </a:cubicBezTo>
                <a:lnTo>
                  <a:pt x="111974" y="29408"/>
                </a:lnTo>
                <a:lnTo>
                  <a:pt x="131237" y="29408"/>
                </a:lnTo>
                <a:lnTo>
                  <a:pt x="131237" y="62860"/>
                </a:lnTo>
                <a:cubicBezTo>
                  <a:pt x="131237" y="73097"/>
                  <a:pt x="131591" y="79369"/>
                  <a:pt x="132299" y="81677"/>
                </a:cubicBezTo>
                <a:cubicBezTo>
                  <a:pt x="133008" y="83985"/>
                  <a:pt x="134299" y="85813"/>
                  <a:pt x="136173" y="87161"/>
                </a:cubicBezTo>
                <a:cubicBezTo>
                  <a:pt x="138046" y="88509"/>
                  <a:pt x="140423" y="89183"/>
                  <a:pt x="143302" y="89183"/>
                </a:cubicBezTo>
                <a:cubicBezTo>
                  <a:pt x="146592" y="89183"/>
                  <a:pt x="149540" y="88281"/>
                  <a:pt x="152145" y="86476"/>
                </a:cubicBezTo>
                <a:cubicBezTo>
                  <a:pt x="154750" y="84671"/>
                  <a:pt x="156532" y="82431"/>
                  <a:pt x="157492" y="79758"/>
                </a:cubicBezTo>
                <a:cubicBezTo>
                  <a:pt x="158451" y="77084"/>
                  <a:pt x="158931" y="70538"/>
                  <a:pt x="158931" y="60118"/>
                </a:cubicBezTo>
                <a:lnTo>
                  <a:pt x="158931" y="29408"/>
                </a:lnTo>
                <a:lnTo>
                  <a:pt x="178194" y="29408"/>
                </a:lnTo>
                <a:lnTo>
                  <a:pt x="178194" y="102208"/>
                </a:lnTo>
                <a:lnTo>
                  <a:pt x="160302" y="102208"/>
                </a:lnTo>
                <a:close/>
                <a:moveTo>
                  <a:pt x="240210" y="79038"/>
                </a:moveTo>
                <a:lnTo>
                  <a:pt x="259404" y="82260"/>
                </a:lnTo>
                <a:cubicBezTo>
                  <a:pt x="256936" y="89298"/>
                  <a:pt x="253040" y="94656"/>
                  <a:pt x="247716" y="98335"/>
                </a:cubicBezTo>
                <a:cubicBezTo>
                  <a:pt x="242392" y="102014"/>
                  <a:pt x="235731" y="103853"/>
                  <a:pt x="227734" y="103853"/>
                </a:cubicBezTo>
                <a:cubicBezTo>
                  <a:pt x="215075" y="103853"/>
                  <a:pt x="205706" y="99717"/>
                  <a:pt x="199628" y="91446"/>
                </a:cubicBezTo>
                <a:cubicBezTo>
                  <a:pt x="194830" y="84819"/>
                  <a:pt x="192430" y="76456"/>
                  <a:pt x="192430" y="66356"/>
                </a:cubicBezTo>
                <a:cubicBezTo>
                  <a:pt x="192430" y="54292"/>
                  <a:pt x="195584" y="44843"/>
                  <a:pt x="201890" y="38011"/>
                </a:cubicBezTo>
                <a:cubicBezTo>
                  <a:pt x="208197" y="31179"/>
                  <a:pt x="216172" y="27763"/>
                  <a:pt x="225814" y="27763"/>
                </a:cubicBezTo>
                <a:cubicBezTo>
                  <a:pt x="236645" y="27763"/>
                  <a:pt x="245191" y="31339"/>
                  <a:pt x="251452" y="38491"/>
                </a:cubicBezTo>
                <a:cubicBezTo>
                  <a:pt x="257713" y="45643"/>
                  <a:pt x="260706" y="56599"/>
                  <a:pt x="260432" y="71360"/>
                </a:cubicBezTo>
                <a:lnTo>
                  <a:pt x="212173" y="71360"/>
                </a:lnTo>
                <a:cubicBezTo>
                  <a:pt x="212310" y="77073"/>
                  <a:pt x="213864" y="81517"/>
                  <a:pt x="216834" y="84693"/>
                </a:cubicBezTo>
                <a:cubicBezTo>
                  <a:pt x="219805" y="87870"/>
                  <a:pt x="223506" y="89458"/>
                  <a:pt x="227939" y="89458"/>
                </a:cubicBezTo>
                <a:cubicBezTo>
                  <a:pt x="230956" y="89458"/>
                  <a:pt x="233492" y="88635"/>
                  <a:pt x="235548" y="86990"/>
                </a:cubicBezTo>
                <a:cubicBezTo>
                  <a:pt x="237605" y="85345"/>
                  <a:pt x="239159" y="82694"/>
                  <a:pt x="240210" y="79038"/>
                </a:cubicBezTo>
                <a:moveTo>
                  <a:pt x="241307" y="59570"/>
                </a:moveTo>
                <a:cubicBezTo>
                  <a:pt x="241169" y="53994"/>
                  <a:pt x="239730" y="49756"/>
                  <a:pt x="236988" y="46854"/>
                </a:cubicBezTo>
                <a:cubicBezTo>
                  <a:pt x="234246" y="43952"/>
                  <a:pt x="230910" y="42501"/>
                  <a:pt x="226980" y="42501"/>
                </a:cubicBezTo>
                <a:cubicBezTo>
                  <a:pt x="222775" y="42501"/>
                  <a:pt x="219302" y="44032"/>
                  <a:pt x="216560" y="47094"/>
                </a:cubicBezTo>
                <a:cubicBezTo>
                  <a:pt x="213818" y="50156"/>
                  <a:pt x="212470" y="54314"/>
                  <a:pt x="212516" y="59570"/>
                </a:cubicBezTo>
                <a:lnTo>
                  <a:pt x="241307" y="59570"/>
                </a:lnTo>
                <a:close/>
                <a:moveTo>
                  <a:pt x="269070" y="81437"/>
                </a:moveTo>
                <a:lnTo>
                  <a:pt x="288401" y="78490"/>
                </a:lnTo>
                <a:cubicBezTo>
                  <a:pt x="289224" y="82237"/>
                  <a:pt x="290892" y="85082"/>
                  <a:pt x="293406" y="87024"/>
                </a:cubicBezTo>
                <a:cubicBezTo>
                  <a:pt x="295919" y="88966"/>
                  <a:pt x="299438" y="89938"/>
                  <a:pt x="303962" y="89938"/>
                </a:cubicBezTo>
                <a:cubicBezTo>
                  <a:pt x="308944" y="89938"/>
                  <a:pt x="312691" y="89024"/>
                  <a:pt x="315204" y="87196"/>
                </a:cubicBezTo>
                <a:cubicBezTo>
                  <a:pt x="316895" y="85916"/>
                  <a:pt x="317741" y="84202"/>
                  <a:pt x="317741" y="82054"/>
                </a:cubicBezTo>
                <a:cubicBezTo>
                  <a:pt x="317741" y="80592"/>
                  <a:pt x="317284" y="79381"/>
                  <a:pt x="316370" y="78421"/>
                </a:cubicBezTo>
                <a:cubicBezTo>
                  <a:pt x="315410" y="77507"/>
                  <a:pt x="313262" y="76662"/>
                  <a:pt x="309926" y="75885"/>
                </a:cubicBezTo>
                <a:cubicBezTo>
                  <a:pt x="294388" y="72457"/>
                  <a:pt x="284540" y="69327"/>
                  <a:pt x="280381" y="66493"/>
                </a:cubicBezTo>
                <a:cubicBezTo>
                  <a:pt x="274623" y="62563"/>
                  <a:pt x="271744" y="57102"/>
                  <a:pt x="271744" y="50110"/>
                </a:cubicBezTo>
                <a:cubicBezTo>
                  <a:pt x="271744" y="43803"/>
                  <a:pt x="274234" y="38502"/>
                  <a:pt x="279216" y="34206"/>
                </a:cubicBezTo>
                <a:cubicBezTo>
                  <a:pt x="284197" y="29911"/>
                  <a:pt x="291920" y="27763"/>
                  <a:pt x="302386" y="27763"/>
                </a:cubicBezTo>
                <a:cubicBezTo>
                  <a:pt x="312348" y="27763"/>
                  <a:pt x="319752" y="29385"/>
                  <a:pt x="324596" y="32630"/>
                </a:cubicBezTo>
                <a:cubicBezTo>
                  <a:pt x="329440" y="35874"/>
                  <a:pt x="332776" y="40673"/>
                  <a:pt x="334604" y="47025"/>
                </a:cubicBezTo>
                <a:lnTo>
                  <a:pt x="316438" y="50384"/>
                </a:lnTo>
                <a:cubicBezTo>
                  <a:pt x="315661" y="47551"/>
                  <a:pt x="314188" y="45380"/>
                  <a:pt x="312017" y="43872"/>
                </a:cubicBezTo>
                <a:cubicBezTo>
                  <a:pt x="309846" y="42364"/>
                  <a:pt x="306750" y="41610"/>
                  <a:pt x="302728" y="41610"/>
                </a:cubicBezTo>
                <a:cubicBezTo>
                  <a:pt x="297656" y="41610"/>
                  <a:pt x="294022" y="42318"/>
                  <a:pt x="291829" y="43735"/>
                </a:cubicBezTo>
                <a:cubicBezTo>
                  <a:pt x="290366" y="44740"/>
                  <a:pt x="289635" y="46043"/>
                  <a:pt x="289635" y="47642"/>
                </a:cubicBezTo>
                <a:cubicBezTo>
                  <a:pt x="289635" y="49013"/>
                  <a:pt x="290275" y="50179"/>
                  <a:pt x="291555" y="51138"/>
                </a:cubicBezTo>
                <a:cubicBezTo>
                  <a:pt x="293291" y="52418"/>
                  <a:pt x="299289" y="54223"/>
                  <a:pt x="309549" y="56554"/>
                </a:cubicBezTo>
                <a:cubicBezTo>
                  <a:pt x="319809" y="58884"/>
                  <a:pt x="326972" y="61741"/>
                  <a:pt x="331039" y="65122"/>
                </a:cubicBezTo>
                <a:cubicBezTo>
                  <a:pt x="335061" y="68550"/>
                  <a:pt x="337072" y="73326"/>
                  <a:pt x="337072" y="79449"/>
                </a:cubicBezTo>
                <a:cubicBezTo>
                  <a:pt x="337072" y="86122"/>
                  <a:pt x="334284" y="91857"/>
                  <a:pt x="328709" y="96655"/>
                </a:cubicBezTo>
                <a:cubicBezTo>
                  <a:pt x="323133" y="101454"/>
                  <a:pt x="314884" y="103853"/>
                  <a:pt x="303962" y="103853"/>
                </a:cubicBezTo>
                <a:cubicBezTo>
                  <a:pt x="294045" y="103853"/>
                  <a:pt x="286196" y="101842"/>
                  <a:pt x="280415" y="97821"/>
                </a:cubicBezTo>
                <a:cubicBezTo>
                  <a:pt x="274634" y="93799"/>
                  <a:pt x="270853" y="88338"/>
                  <a:pt x="269070" y="81437"/>
                </a:cubicBezTo>
                <a:close/>
                <a:moveTo>
                  <a:pt x="387043" y="29408"/>
                </a:moveTo>
                <a:lnTo>
                  <a:pt x="387043" y="44763"/>
                </a:lnTo>
                <a:lnTo>
                  <a:pt x="373882" y="44763"/>
                </a:lnTo>
                <a:lnTo>
                  <a:pt x="373882" y="74102"/>
                </a:lnTo>
                <a:cubicBezTo>
                  <a:pt x="373882" y="80043"/>
                  <a:pt x="374008" y="83505"/>
                  <a:pt x="374259" y="84488"/>
                </a:cubicBezTo>
                <a:cubicBezTo>
                  <a:pt x="374510" y="85470"/>
                  <a:pt x="375081" y="86282"/>
                  <a:pt x="375973" y="86921"/>
                </a:cubicBezTo>
                <a:cubicBezTo>
                  <a:pt x="376864" y="87561"/>
                  <a:pt x="377949" y="87881"/>
                  <a:pt x="379229" y="87881"/>
                </a:cubicBezTo>
                <a:cubicBezTo>
                  <a:pt x="381011" y="87881"/>
                  <a:pt x="383593" y="87264"/>
                  <a:pt x="386975" y="86030"/>
                </a:cubicBezTo>
                <a:lnTo>
                  <a:pt x="388620" y="100974"/>
                </a:lnTo>
                <a:cubicBezTo>
                  <a:pt x="384141" y="102893"/>
                  <a:pt x="379069" y="103853"/>
                  <a:pt x="373402" y="103853"/>
                </a:cubicBezTo>
                <a:cubicBezTo>
                  <a:pt x="369929" y="103853"/>
                  <a:pt x="366798" y="103270"/>
                  <a:pt x="364011" y="102105"/>
                </a:cubicBezTo>
                <a:cubicBezTo>
                  <a:pt x="361223" y="100940"/>
                  <a:pt x="359178" y="99432"/>
                  <a:pt x="357875" y="97581"/>
                </a:cubicBezTo>
                <a:cubicBezTo>
                  <a:pt x="356573" y="95730"/>
                  <a:pt x="355670" y="93228"/>
                  <a:pt x="355168" y="90075"/>
                </a:cubicBezTo>
                <a:cubicBezTo>
                  <a:pt x="354756" y="87835"/>
                  <a:pt x="354551" y="83311"/>
                  <a:pt x="354551" y="76502"/>
                </a:cubicBezTo>
                <a:lnTo>
                  <a:pt x="354551" y="44763"/>
                </a:lnTo>
                <a:lnTo>
                  <a:pt x="345708" y="44763"/>
                </a:lnTo>
                <a:lnTo>
                  <a:pt x="345708" y="29408"/>
                </a:lnTo>
                <a:lnTo>
                  <a:pt x="354551" y="29408"/>
                </a:lnTo>
                <a:lnTo>
                  <a:pt x="354551" y="14944"/>
                </a:lnTo>
                <a:lnTo>
                  <a:pt x="373882" y="3702"/>
                </a:lnTo>
                <a:lnTo>
                  <a:pt x="373882" y="29408"/>
                </a:lnTo>
                <a:lnTo>
                  <a:pt x="387043" y="29408"/>
                </a:lnTo>
                <a:close/>
                <a:moveTo>
                  <a:pt x="400018" y="19537"/>
                </a:moveTo>
                <a:lnTo>
                  <a:pt x="400018" y="1714"/>
                </a:lnTo>
                <a:lnTo>
                  <a:pt x="419280" y="1714"/>
                </a:lnTo>
                <a:lnTo>
                  <a:pt x="419280" y="19537"/>
                </a:lnTo>
                <a:lnTo>
                  <a:pt x="400018" y="19537"/>
                </a:lnTo>
                <a:moveTo>
                  <a:pt x="400018" y="102208"/>
                </a:moveTo>
                <a:lnTo>
                  <a:pt x="400018" y="29408"/>
                </a:lnTo>
                <a:lnTo>
                  <a:pt x="419280" y="29408"/>
                </a:lnTo>
                <a:lnTo>
                  <a:pt x="419280" y="102208"/>
                </a:lnTo>
                <a:lnTo>
                  <a:pt x="400018" y="102208"/>
                </a:lnTo>
                <a:close/>
                <a:moveTo>
                  <a:pt x="434056" y="64780"/>
                </a:moveTo>
                <a:cubicBezTo>
                  <a:pt x="434056" y="58382"/>
                  <a:pt x="435633" y="52189"/>
                  <a:pt x="438786" y="46203"/>
                </a:cubicBezTo>
                <a:cubicBezTo>
                  <a:pt x="441940" y="40216"/>
                  <a:pt x="446407" y="35646"/>
                  <a:pt x="452188" y="32493"/>
                </a:cubicBezTo>
                <a:cubicBezTo>
                  <a:pt x="457969" y="29339"/>
                  <a:pt x="464424" y="27763"/>
                  <a:pt x="471553" y="27763"/>
                </a:cubicBezTo>
                <a:cubicBezTo>
                  <a:pt x="482567" y="27763"/>
                  <a:pt x="491593" y="31339"/>
                  <a:pt x="498630" y="38491"/>
                </a:cubicBezTo>
                <a:cubicBezTo>
                  <a:pt x="505668" y="45643"/>
                  <a:pt x="509187" y="54680"/>
                  <a:pt x="509187" y="65602"/>
                </a:cubicBezTo>
                <a:cubicBezTo>
                  <a:pt x="509187" y="76616"/>
                  <a:pt x="505634" y="85745"/>
                  <a:pt x="498528" y="92988"/>
                </a:cubicBezTo>
                <a:cubicBezTo>
                  <a:pt x="491421" y="100231"/>
                  <a:pt x="482476" y="103853"/>
                  <a:pt x="471690" y="103853"/>
                </a:cubicBezTo>
                <a:cubicBezTo>
                  <a:pt x="465018" y="103853"/>
                  <a:pt x="458654" y="102345"/>
                  <a:pt x="452599" y="99329"/>
                </a:cubicBezTo>
                <a:cubicBezTo>
                  <a:pt x="446544" y="96313"/>
                  <a:pt x="441940" y="91891"/>
                  <a:pt x="438786" y="86064"/>
                </a:cubicBezTo>
                <a:cubicBezTo>
                  <a:pt x="435633" y="80238"/>
                  <a:pt x="434056" y="73143"/>
                  <a:pt x="434056" y="64780"/>
                </a:cubicBezTo>
                <a:moveTo>
                  <a:pt x="453799" y="65808"/>
                </a:moveTo>
                <a:cubicBezTo>
                  <a:pt x="453799" y="73029"/>
                  <a:pt x="455513" y="78558"/>
                  <a:pt x="458940" y="82397"/>
                </a:cubicBezTo>
                <a:cubicBezTo>
                  <a:pt x="462368" y="86236"/>
                  <a:pt x="466595" y="88155"/>
                  <a:pt x="471622" y="88155"/>
                </a:cubicBezTo>
                <a:cubicBezTo>
                  <a:pt x="476649" y="88155"/>
                  <a:pt x="480865" y="86236"/>
                  <a:pt x="484269" y="82397"/>
                </a:cubicBezTo>
                <a:cubicBezTo>
                  <a:pt x="487674" y="78558"/>
                  <a:pt x="489376" y="72983"/>
                  <a:pt x="489376" y="65671"/>
                </a:cubicBezTo>
                <a:cubicBezTo>
                  <a:pt x="489376" y="58542"/>
                  <a:pt x="487674" y="53058"/>
                  <a:pt x="484269" y="49219"/>
                </a:cubicBezTo>
                <a:cubicBezTo>
                  <a:pt x="480865" y="45380"/>
                  <a:pt x="476649" y="43461"/>
                  <a:pt x="471622" y="43461"/>
                </a:cubicBezTo>
                <a:cubicBezTo>
                  <a:pt x="466595" y="43461"/>
                  <a:pt x="462368" y="45380"/>
                  <a:pt x="458940" y="49219"/>
                </a:cubicBezTo>
                <a:cubicBezTo>
                  <a:pt x="455513" y="53058"/>
                  <a:pt x="453799" y="58587"/>
                  <a:pt x="453799" y="65808"/>
                </a:cubicBezTo>
                <a:close/>
                <a:moveTo>
                  <a:pt x="590397" y="102208"/>
                </a:moveTo>
                <a:lnTo>
                  <a:pt x="571135" y="102208"/>
                </a:lnTo>
                <a:lnTo>
                  <a:pt x="571135" y="65054"/>
                </a:lnTo>
                <a:cubicBezTo>
                  <a:pt x="571135" y="57193"/>
                  <a:pt x="570723" y="52109"/>
                  <a:pt x="569901" y="49802"/>
                </a:cubicBezTo>
                <a:cubicBezTo>
                  <a:pt x="569078" y="47494"/>
                  <a:pt x="567742" y="45700"/>
                  <a:pt x="565891" y="44420"/>
                </a:cubicBezTo>
                <a:cubicBezTo>
                  <a:pt x="564040" y="43141"/>
                  <a:pt x="561812" y="42501"/>
                  <a:pt x="559207" y="42501"/>
                </a:cubicBezTo>
                <a:cubicBezTo>
                  <a:pt x="555871" y="42501"/>
                  <a:pt x="552878" y="43415"/>
                  <a:pt x="550227" y="45243"/>
                </a:cubicBezTo>
                <a:cubicBezTo>
                  <a:pt x="547576" y="47071"/>
                  <a:pt x="545760" y="49493"/>
                  <a:pt x="544777" y="52509"/>
                </a:cubicBezTo>
                <a:cubicBezTo>
                  <a:pt x="543795" y="55525"/>
                  <a:pt x="543303" y="61101"/>
                  <a:pt x="543303" y="69235"/>
                </a:cubicBezTo>
                <a:lnTo>
                  <a:pt x="543303" y="102208"/>
                </a:lnTo>
                <a:lnTo>
                  <a:pt x="524041" y="102208"/>
                </a:lnTo>
                <a:lnTo>
                  <a:pt x="524041" y="29408"/>
                </a:lnTo>
                <a:lnTo>
                  <a:pt x="541932" y="29408"/>
                </a:lnTo>
                <a:lnTo>
                  <a:pt x="541932" y="40102"/>
                </a:lnTo>
                <a:cubicBezTo>
                  <a:pt x="548285" y="31876"/>
                  <a:pt x="556282" y="27763"/>
                  <a:pt x="565925" y="27763"/>
                </a:cubicBezTo>
                <a:cubicBezTo>
                  <a:pt x="570175" y="27763"/>
                  <a:pt x="574060" y="28528"/>
                  <a:pt x="577578" y="30059"/>
                </a:cubicBezTo>
                <a:cubicBezTo>
                  <a:pt x="581097" y="31590"/>
                  <a:pt x="583759" y="33544"/>
                  <a:pt x="585565" y="35920"/>
                </a:cubicBezTo>
                <a:cubicBezTo>
                  <a:pt x="587370" y="38297"/>
                  <a:pt x="588626" y="40993"/>
                  <a:pt x="589335" y="44009"/>
                </a:cubicBezTo>
                <a:cubicBezTo>
                  <a:pt x="590043" y="47025"/>
                  <a:pt x="590397" y="51344"/>
                  <a:pt x="590397" y="56965"/>
                </a:cubicBezTo>
                <a:lnTo>
                  <a:pt x="590397" y="102208"/>
                </a:lnTo>
                <a:close/>
                <a:moveTo>
                  <a:pt x="613546" y="48670"/>
                </a:moveTo>
                <a:lnTo>
                  <a:pt x="613546" y="29408"/>
                </a:lnTo>
                <a:lnTo>
                  <a:pt x="632809" y="29408"/>
                </a:lnTo>
                <a:lnTo>
                  <a:pt x="632809" y="48670"/>
                </a:lnTo>
                <a:lnTo>
                  <a:pt x="613546" y="48670"/>
                </a:lnTo>
                <a:moveTo>
                  <a:pt x="613546" y="102208"/>
                </a:moveTo>
                <a:lnTo>
                  <a:pt x="613546" y="82945"/>
                </a:lnTo>
                <a:lnTo>
                  <a:pt x="632809" y="82945"/>
                </a:lnTo>
                <a:lnTo>
                  <a:pt x="632809" y="102208"/>
                </a:lnTo>
                <a:lnTo>
                  <a:pt x="613546" y="102208"/>
                </a:lnTo>
                <a:close/>
                <a:moveTo>
                  <a:pt x="712945" y="102208"/>
                </a:moveTo>
                <a:lnTo>
                  <a:pt x="686279" y="1714"/>
                </a:lnTo>
                <a:lnTo>
                  <a:pt x="699921" y="1714"/>
                </a:lnTo>
                <a:lnTo>
                  <a:pt x="715207" y="67590"/>
                </a:lnTo>
                <a:cubicBezTo>
                  <a:pt x="716852" y="74491"/>
                  <a:pt x="718269" y="81346"/>
                  <a:pt x="719457" y="88155"/>
                </a:cubicBezTo>
                <a:cubicBezTo>
                  <a:pt x="722016" y="77416"/>
                  <a:pt x="723525" y="71223"/>
                  <a:pt x="723982" y="69578"/>
                </a:cubicBezTo>
                <a:lnTo>
                  <a:pt x="743107" y="1714"/>
                </a:lnTo>
                <a:lnTo>
                  <a:pt x="759148" y="1714"/>
                </a:lnTo>
                <a:lnTo>
                  <a:pt x="773543" y="52578"/>
                </a:lnTo>
                <a:cubicBezTo>
                  <a:pt x="777153" y="65191"/>
                  <a:pt x="779758" y="77050"/>
                  <a:pt x="781358" y="88155"/>
                </a:cubicBezTo>
                <a:cubicBezTo>
                  <a:pt x="782637" y="81803"/>
                  <a:pt x="784306" y="74514"/>
                  <a:pt x="786362" y="66288"/>
                </a:cubicBezTo>
                <a:lnTo>
                  <a:pt x="802129" y="1714"/>
                </a:lnTo>
                <a:lnTo>
                  <a:pt x="815496" y="1714"/>
                </a:lnTo>
                <a:lnTo>
                  <a:pt x="787939" y="102208"/>
                </a:lnTo>
                <a:lnTo>
                  <a:pt x="775120" y="102208"/>
                </a:lnTo>
                <a:lnTo>
                  <a:pt x="753938" y="25638"/>
                </a:lnTo>
                <a:cubicBezTo>
                  <a:pt x="752156" y="19240"/>
                  <a:pt x="751105" y="15309"/>
                  <a:pt x="750785" y="13847"/>
                </a:cubicBezTo>
                <a:cubicBezTo>
                  <a:pt x="749734" y="18463"/>
                  <a:pt x="748751" y="22393"/>
                  <a:pt x="747837" y="25638"/>
                </a:cubicBezTo>
                <a:lnTo>
                  <a:pt x="726518" y="102208"/>
                </a:lnTo>
                <a:lnTo>
                  <a:pt x="712945" y="102208"/>
                </a:lnTo>
                <a:close/>
                <a:moveTo>
                  <a:pt x="825829" y="102208"/>
                </a:moveTo>
                <a:lnTo>
                  <a:pt x="825829" y="1714"/>
                </a:lnTo>
                <a:lnTo>
                  <a:pt x="838168" y="1714"/>
                </a:lnTo>
                <a:lnTo>
                  <a:pt x="838168" y="37771"/>
                </a:lnTo>
                <a:cubicBezTo>
                  <a:pt x="843926" y="31099"/>
                  <a:pt x="851193" y="27763"/>
                  <a:pt x="859967" y="27763"/>
                </a:cubicBezTo>
                <a:cubicBezTo>
                  <a:pt x="865360" y="27763"/>
                  <a:pt x="870044" y="28825"/>
                  <a:pt x="874020" y="30950"/>
                </a:cubicBezTo>
                <a:cubicBezTo>
                  <a:pt x="877996" y="33075"/>
                  <a:pt x="880841" y="36012"/>
                  <a:pt x="882554" y="39759"/>
                </a:cubicBezTo>
                <a:cubicBezTo>
                  <a:pt x="884268" y="43506"/>
                  <a:pt x="885125" y="48945"/>
                  <a:pt x="885125" y="56074"/>
                </a:cubicBezTo>
                <a:lnTo>
                  <a:pt x="885125" y="102208"/>
                </a:lnTo>
                <a:lnTo>
                  <a:pt x="872786" y="102208"/>
                </a:lnTo>
                <a:lnTo>
                  <a:pt x="872786" y="56074"/>
                </a:lnTo>
                <a:cubicBezTo>
                  <a:pt x="872786" y="49904"/>
                  <a:pt x="871449" y="45414"/>
                  <a:pt x="868776" y="42604"/>
                </a:cubicBezTo>
                <a:cubicBezTo>
                  <a:pt x="866102" y="39793"/>
                  <a:pt x="862321" y="38388"/>
                  <a:pt x="857431" y="38388"/>
                </a:cubicBezTo>
                <a:cubicBezTo>
                  <a:pt x="853775" y="38388"/>
                  <a:pt x="850336" y="39336"/>
                  <a:pt x="847114" y="41233"/>
                </a:cubicBezTo>
                <a:cubicBezTo>
                  <a:pt x="843892" y="43129"/>
                  <a:pt x="841596" y="45700"/>
                  <a:pt x="840225" y="48945"/>
                </a:cubicBezTo>
                <a:cubicBezTo>
                  <a:pt x="838854" y="52189"/>
                  <a:pt x="838168" y="56668"/>
                  <a:pt x="838168" y="62380"/>
                </a:cubicBezTo>
                <a:lnTo>
                  <a:pt x="838168" y="102208"/>
                </a:lnTo>
                <a:lnTo>
                  <a:pt x="825829" y="102208"/>
                </a:lnTo>
                <a:close/>
                <a:moveTo>
                  <a:pt x="903716" y="15904"/>
                </a:moveTo>
                <a:lnTo>
                  <a:pt x="903716" y="1714"/>
                </a:lnTo>
                <a:lnTo>
                  <a:pt x="916055" y="1714"/>
                </a:lnTo>
                <a:lnTo>
                  <a:pt x="916055" y="15904"/>
                </a:lnTo>
                <a:lnTo>
                  <a:pt x="903716" y="15904"/>
                </a:lnTo>
                <a:moveTo>
                  <a:pt x="903716" y="102208"/>
                </a:moveTo>
                <a:lnTo>
                  <a:pt x="903716" y="29408"/>
                </a:lnTo>
                <a:lnTo>
                  <a:pt x="916055" y="29408"/>
                </a:lnTo>
                <a:lnTo>
                  <a:pt x="916055" y="102208"/>
                </a:lnTo>
                <a:lnTo>
                  <a:pt x="903716" y="102208"/>
                </a:lnTo>
                <a:close/>
                <a:moveTo>
                  <a:pt x="982642" y="75542"/>
                </a:moveTo>
                <a:lnTo>
                  <a:pt x="994775" y="77119"/>
                </a:lnTo>
                <a:cubicBezTo>
                  <a:pt x="993450" y="85482"/>
                  <a:pt x="990057" y="92028"/>
                  <a:pt x="984596" y="96758"/>
                </a:cubicBezTo>
                <a:cubicBezTo>
                  <a:pt x="979135" y="101488"/>
                  <a:pt x="972428" y="103853"/>
                  <a:pt x="964476" y="103853"/>
                </a:cubicBezTo>
                <a:cubicBezTo>
                  <a:pt x="954514" y="103853"/>
                  <a:pt x="946505" y="100597"/>
                  <a:pt x="940450" y="94085"/>
                </a:cubicBezTo>
                <a:cubicBezTo>
                  <a:pt x="934394" y="87573"/>
                  <a:pt x="931367" y="78238"/>
                  <a:pt x="931367" y="66082"/>
                </a:cubicBezTo>
                <a:cubicBezTo>
                  <a:pt x="931367" y="58222"/>
                  <a:pt x="932669" y="51344"/>
                  <a:pt x="935274" y="45449"/>
                </a:cubicBezTo>
                <a:cubicBezTo>
                  <a:pt x="937879" y="39553"/>
                  <a:pt x="941843" y="35132"/>
                  <a:pt x="947167" y="32184"/>
                </a:cubicBezTo>
                <a:cubicBezTo>
                  <a:pt x="952491" y="29237"/>
                  <a:pt x="958284" y="27763"/>
                  <a:pt x="964545" y="27763"/>
                </a:cubicBezTo>
                <a:cubicBezTo>
                  <a:pt x="972451" y="27763"/>
                  <a:pt x="978917" y="29762"/>
                  <a:pt x="983944" y="33761"/>
                </a:cubicBezTo>
                <a:cubicBezTo>
                  <a:pt x="988971" y="37760"/>
                  <a:pt x="992193" y="43438"/>
                  <a:pt x="993610" y="50795"/>
                </a:cubicBezTo>
                <a:lnTo>
                  <a:pt x="981614" y="52646"/>
                </a:lnTo>
                <a:cubicBezTo>
                  <a:pt x="980471" y="47756"/>
                  <a:pt x="978449" y="44078"/>
                  <a:pt x="975547" y="41610"/>
                </a:cubicBezTo>
                <a:cubicBezTo>
                  <a:pt x="972645" y="39142"/>
                  <a:pt x="969138" y="37908"/>
                  <a:pt x="965025" y="37908"/>
                </a:cubicBezTo>
                <a:cubicBezTo>
                  <a:pt x="958809" y="37908"/>
                  <a:pt x="953760" y="40136"/>
                  <a:pt x="949875" y="44592"/>
                </a:cubicBezTo>
                <a:cubicBezTo>
                  <a:pt x="945991" y="49047"/>
                  <a:pt x="944048" y="56097"/>
                  <a:pt x="944048" y="65739"/>
                </a:cubicBezTo>
                <a:cubicBezTo>
                  <a:pt x="944048" y="75519"/>
                  <a:pt x="945922" y="82626"/>
                  <a:pt x="949670" y="87058"/>
                </a:cubicBezTo>
                <a:cubicBezTo>
                  <a:pt x="953417" y="91491"/>
                  <a:pt x="958307" y="93708"/>
                  <a:pt x="964339" y="93708"/>
                </a:cubicBezTo>
                <a:cubicBezTo>
                  <a:pt x="969183" y="93708"/>
                  <a:pt x="973228" y="92223"/>
                  <a:pt x="976473" y="89252"/>
                </a:cubicBezTo>
                <a:cubicBezTo>
                  <a:pt x="979717" y="86282"/>
                  <a:pt x="981774" y="81712"/>
                  <a:pt x="982642" y="75542"/>
                </a:cubicBezTo>
                <a:close/>
                <a:moveTo>
                  <a:pt x="1005094" y="102208"/>
                </a:moveTo>
                <a:lnTo>
                  <a:pt x="1005094" y="1714"/>
                </a:lnTo>
                <a:lnTo>
                  <a:pt x="1017433" y="1714"/>
                </a:lnTo>
                <a:lnTo>
                  <a:pt x="1017433" y="37771"/>
                </a:lnTo>
                <a:cubicBezTo>
                  <a:pt x="1023191" y="31099"/>
                  <a:pt x="1030457" y="27763"/>
                  <a:pt x="1039232" y="27763"/>
                </a:cubicBezTo>
                <a:cubicBezTo>
                  <a:pt x="1044624" y="27763"/>
                  <a:pt x="1049308" y="28825"/>
                  <a:pt x="1053284" y="30950"/>
                </a:cubicBezTo>
                <a:cubicBezTo>
                  <a:pt x="1057260" y="33075"/>
                  <a:pt x="1060105" y="36012"/>
                  <a:pt x="1061819" y="39759"/>
                </a:cubicBezTo>
                <a:cubicBezTo>
                  <a:pt x="1063532" y="43506"/>
                  <a:pt x="1064389" y="48945"/>
                  <a:pt x="1064389" y="56074"/>
                </a:cubicBezTo>
                <a:lnTo>
                  <a:pt x="1064389" y="102208"/>
                </a:lnTo>
                <a:lnTo>
                  <a:pt x="1052050" y="102208"/>
                </a:lnTo>
                <a:lnTo>
                  <a:pt x="1052050" y="56074"/>
                </a:lnTo>
                <a:cubicBezTo>
                  <a:pt x="1052050" y="49904"/>
                  <a:pt x="1050714" y="45414"/>
                  <a:pt x="1048040" y="42604"/>
                </a:cubicBezTo>
                <a:cubicBezTo>
                  <a:pt x="1045367" y="39793"/>
                  <a:pt x="1041585" y="38388"/>
                  <a:pt x="1036695" y="38388"/>
                </a:cubicBezTo>
                <a:cubicBezTo>
                  <a:pt x="1033039" y="38388"/>
                  <a:pt x="1029600" y="39336"/>
                  <a:pt x="1026378" y="41233"/>
                </a:cubicBezTo>
                <a:cubicBezTo>
                  <a:pt x="1023157" y="43129"/>
                  <a:pt x="1020860" y="45700"/>
                  <a:pt x="1019489" y="48945"/>
                </a:cubicBezTo>
                <a:cubicBezTo>
                  <a:pt x="1018118" y="52189"/>
                  <a:pt x="1017433" y="56668"/>
                  <a:pt x="1017433" y="62380"/>
                </a:cubicBezTo>
                <a:lnTo>
                  <a:pt x="1017433" y="102208"/>
                </a:lnTo>
                <a:lnTo>
                  <a:pt x="1005094" y="102208"/>
                </a:lnTo>
                <a:close/>
                <a:moveTo>
                  <a:pt x="1116827" y="65808"/>
                </a:moveTo>
                <a:cubicBezTo>
                  <a:pt x="1116827" y="52326"/>
                  <a:pt x="1120575" y="42341"/>
                  <a:pt x="1128070" y="35852"/>
                </a:cubicBezTo>
                <a:cubicBezTo>
                  <a:pt x="1134330" y="30459"/>
                  <a:pt x="1141962" y="27763"/>
                  <a:pt x="1150965" y="27763"/>
                </a:cubicBezTo>
                <a:cubicBezTo>
                  <a:pt x="1160974" y="27763"/>
                  <a:pt x="1169154" y="31042"/>
                  <a:pt x="1175506" y="37600"/>
                </a:cubicBezTo>
                <a:cubicBezTo>
                  <a:pt x="1181858" y="44158"/>
                  <a:pt x="1185035" y="53218"/>
                  <a:pt x="1185035" y="64780"/>
                </a:cubicBezTo>
                <a:cubicBezTo>
                  <a:pt x="1185035" y="74148"/>
                  <a:pt x="1183629" y="81517"/>
                  <a:pt x="1180819" y="86887"/>
                </a:cubicBezTo>
                <a:cubicBezTo>
                  <a:pt x="1178008" y="92257"/>
                  <a:pt x="1173918" y="96427"/>
                  <a:pt x="1168548" y="99397"/>
                </a:cubicBezTo>
                <a:cubicBezTo>
                  <a:pt x="1163179" y="102368"/>
                  <a:pt x="1157318" y="103853"/>
                  <a:pt x="1150965" y="103853"/>
                </a:cubicBezTo>
                <a:cubicBezTo>
                  <a:pt x="1140774" y="103853"/>
                  <a:pt x="1132537" y="100586"/>
                  <a:pt x="1126253" y="94051"/>
                </a:cubicBezTo>
                <a:cubicBezTo>
                  <a:pt x="1119969" y="87515"/>
                  <a:pt x="1116827" y="78101"/>
                  <a:pt x="1116827" y="65808"/>
                </a:cubicBezTo>
                <a:moveTo>
                  <a:pt x="1129509" y="65808"/>
                </a:moveTo>
                <a:cubicBezTo>
                  <a:pt x="1129509" y="75131"/>
                  <a:pt x="1131543" y="82111"/>
                  <a:pt x="1135610" y="86750"/>
                </a:cubicBezTo>
                <a:cubicBezTo>
                  <a:pt x="1139677" y="91388"/>
                  <a:pt x="1144796" y="93708"/>
                  <a:pt x="1150965" y="93708"/>
                </a:cubicBezTo>
                <a:cubicBezTo>
                  <a:pt x="1157089" y="93708"/>
                  <a:pt x="1162185" y="91377"/>
                  <a:pt x="1166252" y="86716"/>
                </a:cubicBezTo>
                <a:cubicBezTo>
                  <a:pt x="1170319" y="82054"/>
                  <a:pt x="1172353" y="74948"/>
                  <a:pt x="1172353" y="65397"/>
                </a:cubicBezTo>
                <a:cubicBezTo>
                  <a:pt x="1172353" y="56394"/>
                  <a:pt x="1170308" y="49573"/>
                  <a:pt x="1166218" y="44934"/>
                </a:cubicBezTo>
                <a:cubicBezTo>
                  <a:pt x="1162127" y="40296"/>
                  <a:pt x="1157043" y="37977"/>
                  <a:pt x="1150965" y="37977"/>
                </a:cubicBezTo>
                <a:cubicBezTo>
                  <a:pt x="1144796" y="37977"/>
                  <a:pt x="1139677" y="40285"/>
                  <a:pt x="1135610" y="44900"/>
                </a:cubicBezTo>
                <a:cubicBezTo>
                  <a:pt x="1131543" y="49516"/>
                  <a:pt x="1129509" y="56485"/>
                  <a:pt x="1129509" y="65808"/>
                </a:cubicBezTo>
                <a:close/>
                <a:moveTo>
                  <a:pt x="1199239" y="102208"/>
                </a:moveTo>
                <a:lnTo>
                  <a:pt x="1199239" y="29408"/>
                </a:lnTo>
                <a:lnTo>
                  <a:pt x="1210344" y="29408"/>
                </a:lnTo>
                <a:lnTo>
                  <a:pt x="1210344" y="39759"/>
                </a:lnTo>
                <a:cubicBezTo>
                  <a:pt x="1215690" y="31761"/>
                  <a:pt x="1223414" y="27763"/>
                  <a:pt x="1233513" y="27763"/>
                </a:cubicBezTo>
                <a:cubicBezTo>
                  <a:pt x="1237901" y="27763"/>
                  <a:pt x="1241934" y="28551"/>
                  <a:pt x="1245613" y="30128"/>
                </a:cubicBezTo>
                <a:cubicBezTo>
                  <a:pt x="1249291" y="31704"/>
                  <a:pt x="1252045" y="33772"/>
                  <a:pt x="1253873" y="36331"/>
                </a:cubicBezTo>
                <a:cubicBezTo>
                  <a:pt x="1255701" y="38891"/>
                  <a:pt x="1256980" y="41930"/>
                  <a:pt x="1257712" y="45449"/>
                </a:cubicBezTo>
                <a:cubicBezTo>
                  <a:pt x="1258169" y="47734"/>
                  <a:pt x="1258397" y="51732"/>
                  <a:pt x="1258397" y="57445"/>
                </a:cubicBezTo>
                <a:lnTo>
                  <a:pt x="1258397" y="102208"/>
                </a:lnTo>
                <a:lnTo>
                  <a:pt x="1246058" y="102208"/>
                </a:lnTo>
                <a:lnTo>
                  <a:pt x="1246058" y="57925"/>
                </a:lnTo>
                <a:cubicBezTo>
                  <a:pt x="1246058" y="52898"/>
                  <a:pt x="1245578" y="49139"/>
                  <a:pt x="1244619" y="46648"/>
                </a:cubicBezTo>
                <a:cubicBezTo>
                  <a:pt x="1243659" y="44158"/>
                  <a:pt x="1241957" y="42170"/>
                  <a:pt x="1239512" y="40684"/>
                </a:cubicBezTo>
                <a:cubicBezTo>
                  <a:pt x="1237067" y="39199"/>
                  <a:pt x="1234199" y="38457"/>
                  <a:pt x="1230909" y="38457"/>
                </a:cubicBezTo>
                <a:cubicBezTo>
                  <a:pt x="1225653" y="38457"/>
                  <a:pt x="1221117" y="40125"/>
                  <a:pt x="1217301" y="43461"/>
                </a:cubicBezTo>
                <a:cubicBezTo>
                  <a:pt x="1213485" y="46797"/>
                  <a:pt x="1211577" y="53126"/>
                  <a:pt x="1211577" y="62449"/>
                </a:cubicBezTo>
                <a:lnTo>
                  <a:pt x="1211577" y="102208"/>
                </a:lnTo>
                <a:lnTo>
                  <a:pt x="1199239" y="102208"/>
                </a:lnTo>
                <a:close/>
                <a:moveTo>
                  <a:pt x="1326893" y="78764"/>
                </a:moveTo>
                <a:lnTo>
                  <a:pt x="1339644" y="80341"/>
                </a:lnTo>
                <a:cubicBezTo>
                  <a:pt x="1337633" y="87790"/>
                  <a:pt x="1333908" y="93571"/>
                  <a:pt x="1328470" y="97684"/>
                </a:cubicBezTo>
                <a:cubicBezTo>
                  <a:pt x="1323032" y="101797"/>
                  <a:pt x="1316085" y="103853"/>
                  <a:pt x="1307631" y="103853"/>
                </a:cubicBezTo>
                <a:cubicBezTo>
                  <a:pt x="1296983" y="103853"/>
                  <a:pt x="1288540" y="100574"/>
                  <a:pt x="1282302" y="94016"/>
                </a:cubicBezTo>
                <a:cubicBezTo>
                  <a:pt x="1276064" y="87458"/>
                  <a:pt x="1272945" y="78261"/>
                  <a:pt x="1272945" y="66425"/>
                </a:cubicBezTo>
                <a:cubicBezTo>
                  <a:pt x="1272945" y="54177"/>
                  <a:pt x="1276098" y="44672"/>
                  <a:pt x="1282405" y="37908"/>
                </a:cubicBezTo>
                <a:cubicBezTo>
                  <a:pt x="1288711" y="31145"/>
                  <a:pt x="1296891" y="27763"/>
                  <a:pt x="1306945" y="27763"/>
                </a:cubicBezTo>
                <a:cubicBezTo>
                  <a:pt x="1316680" y="27763"/>
                  <a:pt x="1324631" y="31076"/>
                  <a:pt x="1330801" y="37702"/>
                </a:cubicBezTo>
                <a:cubicBezTo>
                  <a:pt x="1336970" y="44329"/>
                  <a:pt x="1340055" y="53652"/>
                  <a:pt x="1340055" y="65671"/>
                </a:cubicBezTo>
                <a:cubicBezTo>
                  <a:pt x="1340055" y="66402"/>
                  <a:pt x="1340032" y="67499"/>
                  <a:pt x="1339986" y="68961"/>
                </a:cubicBezTo>
                <a:lnTo>
                  <a:pt x="1285695" y="68961"/>
                </a:lnTo>
                <a:cubicBezTo>
                  <a:pt x="1286152" y="76959"/>
                  <a:pt x="1288414" y="83083"/>
                  <a:pt x="1292481" y="87333"/>
                </a:cubicBezTo>
                <a:cubicBezTo>
                  <a:pt x="1296549" y="91583"/>
                  <a:pt x="1301621" y="93708"/>
                  <a:pt x="1307699" y="93708"/>
                </a:cubicBezTo>
                <a:cubicBezTo>
                  <a:pt x="1312224" y="93708"/>
                  <a:pt x="1316085" y="92520"/>
                  <a:pt x="1319284" y="90143"/>
                </a:cubicBezTo>
                <a:cubicBezTo>
                  <a:pt x="1322483" y="87767"/>
                  <a:pt x="1325020" y="83974"/>
                  <a:pt x="1326893" y="78764"/>
                </a:cubicBezTo>
                <a:moveTo>
                  <a:pt x="1286380" y="58816"/>
                </a:moveTo>
                <a:lnTo>
                  <a:pt x="1327031" y="58816"/>
                </a:lnTo>
                <a:cubicBezTo>
                  <a:pt x="1326482" y="52692"/>
                  <a:pt x="1324928" y="48099"/>
                  <a:pt x="1322369" y="45037"/>
                </a:cubicBezTo>
                <a:cubicBezTo>
                  <a:pt x="1318439" y="40285"/>
                  <a:pt x="1313343" y="37908"/>
                  <a:pt x="1307083" y="37908"/>
                </a:cubicBezTo>
                <a:cubicBezTo>
                  <a:pt x="1301416" y="37908"/>
                  <a:pt x="1296652" y="39805"/>
                  <a:pt x="1292790" y="43598"/>
                </a:cubicBezTo>
                <a:cubicBezTo>
                  <a:pt x="1288928" y="47391"/>
                  <a:pt x="1286792" y="52464"/>
                  <a:pt x="1286380" y="58816"/>
                </a:cubicBezTo>
                <a:close/>
                <a:moveTo>
                  <a:pt x="1388791" y="65808"/>
                </a:moveTo>
                <a:cubicBezTo>
                  <a:pt x="1388791" y="52326"/>
                  <a:pt x="1392539" y="42341"/>
                  <a:pt x="1400034" y="35852"/>
                </a:cubicBezTo>
                <a:cubicBezTo>
                  <a:pt x="1406294" y="30459"/>
                  <a:pt x="1413926" y="27763"/>
                  <a:pt x="1422929" y="27763"/>
                </a:cubicBezTo>
                <a:cubicBezTo>
                  <a:pt x="1432938" y="27763"/>
                  <a:pt x="1441118" y="31042"/>
                  <a:pt x="1447470" y="37600"/>
                </a:cubicBezTo>
                <a:cubicBezTo>
                  <a:pt x="1453822" y="44158"/>
                  <a:pt x="1456999" y="53218"/>
                  <a:pt x="1456999" y="64780"/>
                </a:cubicBezTo>
                <a:cubicBezTo>
                  <a:pt x="1456999" y="74148"/>
                  <a:pt x="1455593" y="81517"/>
                  <a:pt x="1452783" y="86887"/>
                </a:cubicBezTo>
                <a:cubicBezTo>
                  <a:pt x="1449972" y="92257"/>
                  <a:pt x="1445882" y="96427"/>
                  <a:pt x="1440512" y="99397"/>
                </a:cubicBezTo>
                <a:cubicBezTo>
                  <a:pt x="1435143" y="102368"/>
                  <a:pt x="1429282" y="103853"/>
                  <a:pt x="1422929" y="103853"/>
                </a:cubicBezTo>
                <a:cubicBezTo>
                  <a:pt x="1412738" y="103853"/>
                  <a:pt x="1404501" y="100586"/>
                  <a:pt x="1398217" y="94051"/>
                </a:cubicBezTo>
                <a:cubicBezTo>
                  <a:pt x="1391933" y="87515"/>
                  <a:pt x="1388791" y="78101"/>
                  <a:pt x="1388791" y="65808"/>
                </a:cubicBezTo>
                <a:moveTo>
                  <a:pt x="1401473" y="65808"/>
                </a:moveTo>
                <a:cubicBezTo>
                  <a:pt x="1401473" y="75131"/>
                  <a:pt x="1403507" y="82111"/>
                  <a:pt x="1407574" y="86750"/>
                </a:cubicBezTo>
                <a:cubicBezTo>
                  <a:pt x="1411641" y="91388"/>
                  <a:pt x="1416760" y="93708"/>
                  <a:pt x="1422929" y="93708"/>
                </a:cubicBezTo>
                <a:cubicBezTo>
                  <a:pt x="1429053" y="93708"/>
                  <a:pt x="1434149" y="91377"/>
                  <a:pt x="1438216" y="86716"/>
                </a:cubicBezTo>
                <a:cubicBezTo>
                  <a:pt x="1442283" y="82054"/>
                  <a:pt x="1444317" y="74948"/>
                  <a:pt x="1444317" y="65397"/>
                </a:cubicBezTo>
                <a:cubicBezTo>
                  <a:pt x="1444317" y="56394"/>
                  <a:pt x="1442272" y="49573"/>
                  <a:pt x="1438182" y="44934"/>
                </a:cubicBezTo>
                <a:cubicBezTo>
                  <a:pt x="1434091" y="40296"/>
                  <a:pt x="1429007" y="37977"/>
                  <a:pt x="1422929" y="37977"/>
                </a:cubicBezTo>
                <a:cubicBezTo>
                  <a:pt x="1416760" y="37977"/>
                  <a:pt x="1411641" y="40285"/>
                  <a:pt x="1407574" y="44900"/>
                </a:cubicBezTo>
                <a:cubicBezTo>
                  <a:pt x="1403507" y="49516"/>
                  <a:pt x="1401473" y="56485"/>
                  <a:pt x="1401473" y="65808"/>
                </a:cubicBezTo>
                <a:close/>
                <a:moveTo>
                  <a:pt x="1474151" y="102208"/>
                </a:moveTo>
                <a:lnTo>
                  <a:pt x="1474151" y="39005"/>
                </a:lnTo>
                <a:lnTo>
                  <a:pt x="1463252" y="39005"/>
                </a:lnTo>
                <a:lnTo>
                  <a:pt x="1463252" y="29408"/>
                </a:lnTo>
                <a:lnTo>
                  <a:pt x="1474151" y="29408"/>
                </a:lnTo>
                <a:lnTo>
                  <a:pt x="1474151" y="21662"/>
                </a:lnTo>
                <a:cubicBezTo>
                  <a:pt x="1474151" y="16772"/>
                  <a:pt x="1474585" y="13139"/>
                  <a:pt x="1475453" y="10762"/>
                </a:cubicBezTo>
                <a:cubicBezTo>
                  <a:pt x="1476642" y="7563"/>
                  <a:pt x="1478732" y="4970"/>
                  <a:pt x="1481726" y="2982"/>
                </a:cubicBezTo>
                <a:cubicBezTo>
                  <a:pt x="1484719" y="994"/>
                  <a:pt x="1488912" y="0"/>
                  <a:pt x="1494305" y="0"/>
                </a:cubicBezTo>
                <a:cubicBezTo>
                  <a:pt x="1497778" y="0"/>
                  <a:pt x="1501617" y="411"/>
                  <a:pt x="1505821" y="1234"/>
                </a:cubicBezTo>
                <a:lnTo>
                  <a:pt x="1503970" y="11996"/>
                </a:lnTo>
                <a:cubicBezTo>
                  <a:pt x="1501411" y="11539"/>
                  <a:pt x="1498989" y="11311"/>
                  <a:pt x="1496704" y="11311"/>
                </a:cubicBezTo>
                <a:cubicBezTo>
                  <a:pt x="1492957" y="11311"/>
                  <a:pt x="1490306" y="12110"/>
                  <a:pt x="1488752" y="13710"/>
                </a:cubicBezTo>
                <a:cubicBezTo>
                  <a:pt x="1487198" y="15309"/>
                  <a:pt x="1486421" y="18303"/>
                  <a:pt x="1486421" y="22690"/>
                </a:cubicBezTo>
                <a:lnTo>
                  <a:pt x="1486421" y="29408"/>
                </a:lnTo>
                <a:lnTo>
                  <a:pt x="1500611" y="29408"/>
                </a:lnTo>
                <a:lnTo>
                  <a:pt x="1500611" y="39005"/>
                </a:lnTo>
                <a:lnTo>
                  <a:pt x="1486421" y="39005"/>
                </a:lnTo>
                <a:lnTo>
                  <a:pt x="1486421" y="102208"/>
                </a:lnTo>
                <a:lnTo>
                  <a:pt x="1474151" y="102208"/>
                </a:lnTo>
                <a:close/>
                <a:moveTo>
                  <a:pt x="1575161" y="91171"/>
                </a:moveTo>
                <a:lnTo>
                  <a:pt x="1576943" y="102071"/>
                </a:lnTo>
                <a:cubicBezTo>
                  <a:pt x="1573470" y="102802"/>
                  <a:pt x="1570362" y="103168"/>
                  <a:pt x="1567620" y="103168"/>
                </a:cubicBezTo>
                <a:cubicBezTo>
                  <a:pt x="1563142" y="103168"/>
                  <a:pt x="1559669" y="102459"/>
                  <a:pt x="1557201" y="101043"/>
                </a:cubicBezTo>
                <a:cubicBezTo>
                  <a:pt x="1554733" y="99626"/>
                  <a:pt x="1552996" y="97764"/>
                  <a:pt x="1551991" y="95456"/>
                </a:cubicBezTo>
                <a:cubicBezTo>
                  <a:pt x="1550986" y="93148"/>
                  <a:pt x="1550483" y="88292"/>
                  <a:pt x="1550483" y="80889"/>
                </a:cubicBezTo>
                <a:lnTo>
                  <a:pt x="1550483" y="39005"/>
                </a:lnTo>
                <a:lnTo>
                  <a:pt x="1541434" y="39005"/>
                </a:lnTo>
                <a:lnTo>
                  <a:pt x="1541434" y="29408"/>
                </a:lnTo>
                <a:lnTo>
                  <a:pt x="1550483" y="29408"/>
                </a:lnTo>
                <a:lnTo>
                  <a:pt x="1550483" y="11379"/>
                </a:lnTo>
                <a:lnTo>
                  <a:pt x="1562753" y="3976"/>
                </a:lnTo>
                <a:lnTo>
                  <a:pt x="1562753" y="29408"/>
                </a:lnTo>
                <a:lnTo>
                  <a:pt x="1575161" y="29408"/>
                </a:lnTo>
                <a:lnTo>
                  <a:pt x="1575161" y="39005"/>
                </a:lnTo>
                <a:lnTo>
                  <a:pt x="1562753" y="39005"/>
                </a:lnTo>
                <a:lnTo>
                  <a:pt x="1562753" y="81574"/>
                </a:lnTo>
                <a:cubicBezTo>
                  <a:pt x="1562753" y="85093"/>
                  <a:pt x="1562970" y="87355"/>
                  <a:pt x="1563405" y="88361"/>
                </a:cubicBezTo>
                <a:cubicBezTo>
                  <a:pt x="1563839" y="89366"/>
                  <a:pt x="1564547" y="90166"/>
                  <a:pt x="1565530" y="90760"/>
                </a:cubicBezTo>
                <a:cubicBezTo>
                  <a:pt x="1566512" y="91354"/>
                  <a:pt x="1567917" y="91651"/>
                  <a:pt x="1569745" y="91651"/>
                </a:cubicBezTo>
                <a:cubicBezTo>
                  <a:pt x="1571116" y="91651"/>
                  <a:pt x="1572922" y="91491"/>
                  <a:pt x="1575161" y="91171"/>
                </a:cubicBezTo>
                <a:close/>
                <a:moveTo>
                  <a:pt x="1586730" y="102208"/>
                </a:moveTo>
                <a:lnTo>
                  <a:pt x="1586730" y="1714"/>
                </a:lnTo>
                <a:lnTo>
                  <a:pt x="1599069" y="1714"/>
                </a:lnTo>
                <a:lnTo>
                  <a:pt x="1599069" y="37771"/>
                </a:lnTo>
                <a:cubicBezTo>
                  <a:pt x="1604827" y="31099"/>
                  <a:pt x="1612094" y="27763"/>
                  <a:pt x="1620868" y="27763"/>
                </a:cubicBezTo>
                <a:cubicBezTo>
                  <a:pt x="1626261" y="27763"/>
                  <a:pt x="1630945" y="28825"/>
                  <a:pt x="1634921" y="30950"/>
                </a:cubicBezTo>
                <a:cubicBezTo>
                  <a:pt x="1638897" y="33075"/>
                  <a:pt x="1641741" y="36012"/>
                  <a:pt x="1643455" y="39759"/>
                </a:cubicBezTo>
                <a:cubicBezTo>
                  <a:pt x="1645169" y="43506"/>
                  <a:pt x="1646026" y="48945"/>
                  <a:pt x="1646026" y="56074"/>
                </a:cubicBezTo>
                <a:lnTo>
                  <a:pt x="1646026" y="102208"/>
                </a:lnTo>
                <a:lnTo>
                  <a:pt x="1633687" y="102208"/>
                </a:lnTo>
                <a:lnTo>
                  <a:pt x="1633687" y="56074"/>
                </a:lnTo>
                <a:cubicBezTo>
                  <a:pt x="1633687" y="49904"/>
                  <a:pt x="1632350" y="45414"/>
                  <a:pt x="1629677" y="42604"/>
                </a:cubicBezTo>
                <a:cubicBezTo>
                  <a:pt x="1627003" y="39793"/>
                  <a:pt x="1623221" y="38388"/>
                  <a:pt x="1618332" y="38388"/>
                </a:cubicBezTo>
                <a:cubicBezTo>
                  <a:pt x="1614676" y="38388"/>
                  <a:pt x="1611237" y="39336"/>
                  <a:pt x="1608015" y="41233"/>
                </a:cubicBezTo>
                <a:cubicBezTo>
                  <a:pt x="1604793" y="43129"/>
                  <a:pt x="1602497" y="45700"/>
                  <a:pt x="1601126" y="48945"/>
                </a:cubicBezTo>
                <a:cubicBezTo>
                  <a:pt x="1599755" y="52189"/>
                  <a:pt x="1599069" y="56668"/>
                  <a:pt x="1599069" y="62380"/>
                </a:cubicBezTo>
                <a:lnTo>
                  <a:pt x="1599069" y="102208"/>
                </a:lnTo>
                <a:lnTo>
                  <a:pt x="1586730" y="102208"/>
                </a:lnTo>
                <a:close/>
                <a:moveTo>
                  <a:pt x="1714384" y="78764"/>
                </a:moveTo>
                <a:lnTo>
                  <a:pt x="1727134" y="80341"/>
                </a:lnTo>
                <a:cubicBezTo>
                  <a:pt x="1725124" y="87790"/>
                  <a:pt x="1721399" y="93571"/>
                  <a:pt x="1715961" y="97684"/>
                </a:cubicBezTo>
                <a:cubicBezTo>
                  <a:pt x="1710523" y="101797"/>
                  <a:pt x="1703576" y="103853"/>
                  <a:pt x="1695122" y="103853"/>
                </a:cubicBezTo>
                <a:cubicBezTo>
                  <a:pt x="1684474" y="103853"/>
                  <a:pt x="1676030" y="100574"/>
                  <a:pt x="1669792" y="94016"/>
                </a:cubicBezTo>
                <a:cubicBezTo>
                  <a:pt x="1663554" y="87458"/>
                  <a:pt x="1660435" y="78261"/>
                  <a:pt x="1660435" y="66425"/>
                </a:cubicBezTo>
                <a:cubicBezTo>
                  <a:pt x="1660435" y="54177"/>
                  <a:pt x="1663589" y="44672"/>
                  <a:pt x="1669895" y="37908"/>
                </a:cubicBezTo>
                <a:cubicBezTo>
                  <a:pt x="1676202" y="31145"/>
                  <a:pt x="1684382" y="27763"/>
                  <a:pt x="1694436" y="27763"/>
                </a:cubicBezTo>
                <a:cubicBezTo>
                  <a:pt x="1704170" y="27763"/>
                  <a:pt x="1712122" y="31076"/>
                  <a:pt x="1718292" y="37702"/>
                </a:cubicBezTo>
                <a:cubicBezTo>
                  <a:pt x="1724461" y="44329"/>
                  <a:pt x="1727546" y="53652"/>
                  <a:pt x="1727546" y="65671"/>
                </a:cubicBezTo>
                <a:cubicBezTo>
                  <a:pt x="1727546" y="66402"/>
                  <a:pt x="1727523" y="67499"/>
                  <a:pt x="1727477" y="68961"/>
                </a:cubicBezTo>
                <a:lnTo>
                  <a:pt x="1673186" y="68961"/>
                </a:lnTo>
                <a:cubicBezTo>
                  <a:pt x="1673643" y="76959"/>
                  <a:pt x="1675905" y="83083"/>
                  <a:pt x="1679972" y="87333"/>
                </a:cubicBezTo>
                <a:cubicBezTo>
                  <a:pt x="1684039" y="91583"/>
                  <a:pt x="1689112" y="93708"/>
                  <a:pt x="1695190" y="93708"/>
                </a:cubicBezTo>
                <a:cubicBezTo>
                  <a:pt x="1699714" y="93708"/>
                  <a:pt x="1703576" y="92520"/>
                  <a:pt x="1706775" y="90143"/>
                </a:cubicBezTo>
                <a:cubicBezTo>
                  <a:pt x="1709974" y="87767"/>
                  <a:pt x="1712510" y="83974"/>
                  <a:pt x="1714384" y="78764"/>
                </a:cubicBezTo>
                <a:moveTo>
                  <a:pt x="1673871" y="58816"/>
                </a:moveTo>
                <a:lnTo>
                  <a:pt x="1714521" y="58816"/>
                </a:lnTo>
                <a:cubicBezTo>
                  <a:pt x="1713973" y="52692"/>
                  <a:pt x="1712419" y="48099"/>
                  <a:pt x="1709860" y="45037"/>
                </a:cubicBezTo>
                <a:cubicBezTo>
                  <a:pt x="1705930" y="40285"/>
                  <a:pt x="1700834" y="37908"/>
                  <a:pt x="1694573" y="37908"/>
                </a:cubicBezTo>
                <a:cubicBezTo>
                  <a:pt x="1688906" y="37908"/>
                  <a:pt x="1684142" y="39805"/>
                  <a:pt x="1680281" y="43598"/>
                </a:cubicBezTo>
                <a:cubicBezTo>
                  <a:pt x="1676419" y="47391"/>
                  <a:pt x="1674282" y="52464"/>
                  <a:pt x="1673871" y="58816"/>
                </a:cubicBezTo>
                <a:close/>
                <a:moveTo>
                  <a:pt x="1783823" y="102208"/>
                </a:moveTo>
                <a:lnTo>
                  <a:pt x="1783823" y="39005"/>
                </a:lnTo>
                <a:lnTo>
                  <a:pt x="1772924" y="39005"/>
                </a:lnTo>
                <a:lnTo>
                  <a:pt x="1772924" y="29408"/>
                </a:lnTo>
                <a:lnTo>
                  <a:pt x="1783823" y="29408"/>
                </a:lnTo>
                <a:lnTo>
                  <a:pt x="1783823" y="21662"/>
                </a:lnTo>
                <a:cubicBezTo>
                  <a:pt x="1783823" y="16772"/>
                  <a:pt x="1784257" y="13139"/>
                  <a:pt x="1785126" y="10762"/>
                </a:cubicBezTo>
                <a:cubicBezTo>
                  <a:pt x="1786314" y="7563"/>
                  <a:pt x="1788405" y="4970"/>
                  <a:pt x="1791398" y="2982"/>
                </a:cubicBezTo>
                <a:cubicBezTo>
                  <a:pt x="1794391" y="994"/>
                  <a:pt x="1798584" y="0"/>
                  <a:pt x="1803977" y="0"/>
                </a:cubicBezTo>
                <a:cubicBezTo>
                  <a:pt x="1807450" y="0"/>
                  <a:pt x="1811289" y="411"/>
                  <a:pt x="1815493" y="1234"/>
                </a:cubicBezTo>
                <a:lnTo>
                  <a:pt x="1813642" y="11996"/>
                </a:lnTo>
                <a:cubicBezTo>
                  <a:pt x="1811083" y="11539"/>
                  <a:pt x="1808661" y="11311"/>
                  <a:pt x="1806376" y="11311"/>
                </a:cubicBezTo>
                <a:cubicBezTo>
                  <a:pt x="1802629" y="11311"/>
                  <a:pt x="1799978" y="12110"/>
                  <a:pt x="1798424" y="13710"/>
                </a:cubicBezTo>
                <a:cubicBezTo>
                  <a:pt x="1796870" y="15309"/>
                  <a:pt x="1796094" y="18303"/>
                  <a:pt x="1796094" y="22690"/>
                </a:cubicBezTo>
                <a:lnTo>
                  <a:pt x="1796094" y="29408"/>
                </a:lnTo>
                <a:lnTo>
                  <a:pt x="1810283" y="29408"/>
                </a:lnTo>
                <a:lnTo>
                  <a:pt x="1810283" y="39005"/>
                </a:lnTo>
                <a:lnTo>
                  <a:pt x="1796094" y="39005"/>
                </a:lnTo>
                <a:lnTo>
                  <a:pt x="1796094" y="102208"/>
                </a:lnTo>
                <a:lnTo>
                  <a:pt x="1783823" y="102208"/>
                </a:lnTo>
                <a:close/>
                <a:moveTo>
                  <a:pt x="1814792" y="65808"/>
                </a:moveTo>
                <a:cubicBezTo>
                  <a:pt x="1814792" y="52326"/>
                  <a:pt x="1818540" y="42341"/>
                  <a:pt x="1826034" y="35852"/>
                </a:cubicBezTo>
                <a:cubicBezTo>
                  <a:pt x="1832295" y="30459"/>
                  <a:pt x="1839927" y="27763"/>
                  <a:pt x="1848930" y="27763"/>
                </a:cubicBezTo>
                <a:cubicBezTo>
                  <a:pt x="1858938" y="27763"/>
                  <a:pt x="1867119" y="31042"/>
                  <a:pt x="1873471" y="37600"/>
                </a:cubicBezTo>
                <a:cubicBezTo>
                  <a:pt x="1879823" y="44158"/>
                  <a:pt x="1882999" y="53218"/>
                  <a:pt x="1882999" y="64780"/>
                </a:cubicBezTo>
                <a:cubicBezTo>
                  <a:pt x="1882999" y="74148"/>
                  <a:pt x="1881594" y="81517"/>
                  <a:pt x="1878784" y="86887"/>
                </a:cubicBezTo>
                <a:cubicBezTo>
                  <a:pt x="1875973" y="92257"/>
                  <a:pt x="1871883" y="96427"/>
                  <a:pt x="1866513" y="99397"/>
                </a:cubicBezTo>
                <a:cubicBezTo>
                  <a:pt x="1861143" y="102368"/>
                  <a:pt x="1855282" y="103853"/>
                  <a:pt x="1848930" y="103853"/>
                </a:cubicBezTo>
                <a:cubicBezTo>
                  <a:pt x="1838739" y="103853"/>
                  <a:pt x="1830502" y="100586"/>
                  <a:pt x="1824218" y="94051"/>
                </a:cubicBezTo>
                <a:cubicBezTo>
                  <a:pt x="1817934" y="87515"/>
                  <a:pt x="1814792" y="78101"/>
                  <a:pt x="1814792" y="65808"/>
                </a:cubicBezTo>
                <a:moveTo>
                  <a:pt x="1827474" y="65808"/>
                </a:moveTo>
                <a:cubicBezTo>
                  <a:pt x="1827474" y="75131"/>
                  <a:pt x="1829508" y="82111"/>
                  <a:pt x="1833575" y="86750"/>
                </a:cubicBezTo>
                <a:cubicBezTo>
                  <a:pt x="1837642" y="91388"/>
                  <a:pt x="1842761" y="93708"/>
                  <a:pt x="1848930" y="93708"/>
                </a:cubicBezTo>
                <a:cubicBezTo>
                  <a:pt x="1855054" y="93708"/>
                  <a:pt x="1860150" y="91377"/>
                  <a:pt x="1864217" y="86716"/>
                </a:cubicBezTo>
                <a:cubicBezTo>
                  <a:pt x="1868284" y="82054"/>
                  <a:pt x="1870318" y="74948"/>
                  <a:pt x="1870318" y="65397"/>
                </a:cubicBezTo>
                <a:cubicBezTo>
                  <a:pt x="1870318" y="56394"/>
                  <a:pt x="1868273" y="49573"/>
                  <a:pt x="1864183" y="44934"/>
                </a:cubicBezTo>
                <a:cubicBezTo>
                  <a:pt x="1860092" y="40296"/>
                  <a:pt x="1855008" y="37977"/>
                  <a:pt x="1848930" y="37977"/>
                </a:cubicBezTo>
                <a:cubicBezTo>
                  <a:pt x="1842761" y="37977"/>
                  <a:pt x="1837642" y="40285"/>
                  <a:pt x="1833575" y="44900"/>
                </a:cubicBezTo>
                <a:cubicBezTo>
                  <a:pt x="1829508" y="49516"/>
                  <a:pt x="1827474" y="56485"/>
                  <a:pt x="1827474" y="65808"/>
                </a:cubicBezTo>
                <a:close/>
                <a:moveTo>
                  <a:pt x="1896929" y="102208"/>
                </a:moveTo>
                <a:lnTo>
                  <a:pt x="1896929" y="1714"/>
                </a:lnTo>
                <a:lnTo>
                  <a:pt x="1909268" y="1714"/>
                </a:lnTo>
                <a:lnTo>
                  <a:pt x="1909268" y="102208"/>
                </a:lnTo>
                <a:lnTo>
                  <a:pt x="1896929" y="102208"/>
                </a:lnTo>
                <a:close/>
                <a:moveTo>
                  <a:pt x="1928419" y="102208"/>
                </a:moveTo>
                <a:lnTo>
                  <a:pt x="1928419" y="1714"/>
                </a:lnTo>
                <a:lnTo>
                  <a:pt x="1940758" y="1714"/>
                </a:lnTo>
                <a:lnTo>
                  <a:pt x="1940758" y="102208"/>
                </a:lnTo>
                <a:lnTo>
                  <a:pt x="1928419" y="102208"/>
                </a:lnTo>
                <a:close/>
                <a:moveTo>
                  <a:pt x="1955589" y="65808"/>
                </a:moveTo>
                <a:cubicBezTo>
                  <a:pt x="1955589" y="52326"/>
                  <a:pt x="1959337" y="42341"/>
                  <a:pt x="1966832" y="35852"/>
                </a:cubicBezTo>
                <a:cubicBezTo>
                  <a:pt x="1973092" y="30459"/>
                  <a:pt x="1980724" y="27763"/>
                  <a:pt x="1989727" y="27763"/>
                </a:cubicBezTo>
                <a:cubicBezTo>
                  <a:pt x="1999735" y="27763"/>
                  <a:pt x="2007916" y="31042"/>
                  <a:pt x="2014268" y="37600"/>
                </a:cubicBezTo>
                <a:cubicBezTo>
                  <a:pt x="2020620" y="44158"/>
                  <a:pt x="2023797" y="53218"/>
                  <a:pt x="2023797" y="64780"/>
                </a:cubicBezTo>
                <a:cubicBezTo>
                  <a:pt x="2023797" y="74148"/>
                  <a:pt x="2022391" y="81517"/>
                  <a:pt x="2019581" y="86887"/>
                </a:cubicBezTo>
                <a:cubicBezTo>
                  <a:pt x="2016770" y="92257"/>
                  <a:pt x="2012680" y="96427"/>
                  <a:pt x="2007310" y="99397"/>
                </a:cubicBezTo>
                <a:cubicBezTo>
                  <a:pt x="2001941" y="102368"/>
                  <a:pt x="1996079" y="103853"/>
                  <a:pt x="1989727" y="103853"/>
                </a:cubicBezTo>
                <a:cubicBezTo>
                  <a:pt x="1979536" y="103853"/>
                  <a:pt x="1971299" y="100586"/>
                  <a:pt x="1965015" y="94051"/>
                </a:cubicBezTo>
                <a:cubicBezTo>
                  <a:pt x="1958731" y="87515"/>
                  <a:pt x="1955589" y="78101"/>
                  <a:pt x="1955589" y="65808"/>
                </a:cubicBezTo>
                <a:moveTo>
                  <a:pt x="1968271" y="65808"/>
                </a:moveTo>
                <a:cubicBezTo>
                  <a:pt x="1968271" y="75131"/>
                  <a:pt x="1970305" y="82111"/>
                  <a:pt x="1974372" y="86750"/>
                </a:cubicBezTo>
                <a:cubicBezTo>
                  <a:pt x="1978439" y="91388"/>
                  <a:pt x="1983558" y="93708"/>
                  <a:pt x="1989727" y="93708"/>
                </a:cubicBezTo>
                <a:cubicBezTo>
                  <a:pt x="1995851" y="93708"/>
                  <a:pt x="2000947" y="91377"/>
                  <a:pt x="2005014" y="86716"/>
                </a:cubicBezTo>
                <a:cubicBezTo>
                  <a:pt x="2009081" y="82054"/>
                  <a:pt x="2011115" y="74948"/>
                  <a:pt x="2011115" y="65397"/>
                </a:cubicBezTo>
                <a:cubicBezTo>
                  <a:pt x="2011115" y="56394"/>
                  <a:pt x="2009070" y="49573"/>
                  <a:pt x="2004980" y="44934"/>
                </a:cubicBezTo>
                <a:cubicBezTo>
                  <a:pt x="2000889" y="40296"/>
                  <a:pt x="1995805" y="37977"/>
                  <a:pt x="1989727" y="37977"/>
                </a:cubicBezTo>
                <a:cubicBezTo>
                  <a:pt x="1983558" y="37977"/>
                  <a:pt x="1978439" y="40285"/>
                  <a:pt x="1974372" y="44900"/>
                </a:cubicBezTo>
                <a:cubicBezTo>
                  <a:pt x="1970305" y="49516"/>
                  <a:pt x="1968271" y="56485"/>
                  <a:pt x="1968271" y="65808"/>
                </a:cubicBezTo>
                <a:close/>
                <a:moveTo>
                  <a:pt x="2051436" y="102208"/>
                </a:moveTo>
                <a:lnTo>
                  <a:pt x="2029157" y="29408"/>
                </a:lnTo>
                <a:lnTo>
                  <a:pt x="2041908" y="29408"/>
                </a:lnTo>
                <a:lnTo>
                  <a:pt x="2053492" y="71429"/>
                </a:lnTo>
                <a:lnTo>
                  <a:pt x="2057811" y="87058"/>
                </a:lnTo>
                <a:cubicBezTo>
                  <a:pt x="2057994" y="86282"/>
                  <a:pt x="2059251" y="81277"/>
                  <a:pt x="2061581" y="72046"/>
                </a:cubicBezTo>
                <a:lnTo>
                  <a:pt x="2073166" y="29408"/>
                </a:lnTo>
                <a:lnTo>
                  <a:pt x="2085848" y="29408"/>
                </a:lnTo>
                <a:lnTo>
                  <a:pt x="2096747" y="71635"/>
                </a:lnTo>
                <a:lnTo>
                  <a:pt x="2100381" y="85550"/>
                </a:lnTo>
                <a:lnTo>
                  <a:pt x="2104562" y="71498"/>
                </a:lnTo>
                <a:lnTo>
                  <a:pt x="2117038" y="29408"/>
                </a:lnTo>
                <a:lnTo>
                  <a:pt x="2129034" y="29408"/>
                </a:lnTo>
                <a:lnTo>
                  <a:pt x="2106276" y="102208"/>
                </a:lnTo>
                <a:lnTo>
                  <a:pt x="2093457" y="102208"/>
                </a:lnTo>
                <a:lnTo>
                  <a:pt x="2081872" y="58610"/>
                </a:lnTo>
                <a:lnTo>
                  <a:pt x="2079062" y="46203"/>
                </a:lnTo>
                <a:lnTo>
                  <a:pt x="2064323" y="102208"/>
                </a:lnTo>
                <a:lnTo>
                  <a:pt x="2051436" y="102208"/>
                </a:lnTo>
                <a:close/>
                <a:moveTo>
                  <a:pt x="2139473" y="15904"/>
                </a:moveTo>
                <a:lnTo>
                  <a:pt x="2139473" y="1714"/>
                </a:lnTo>
                <a:lnTo>
                  <a:pt x="2151812" y="1714"/>
                </a:lnTo>
                <a:lnTo>
                  <a:pt x="2151812" y="15904"/>
                </a:lnTo>
                <a:lnTo>
                  <a:pt x="2139473" y="15904"/>
                </a:lnTo>
                <a:moveTo>
                  <a:pt x="2139473" y="102208"/>
                </a:moveTo>
                <a:lnTo>
                  <a:pt x="2139473" y="29408"/>
                </a:lnTo>
                <a:lnTo>
                  <a:pt x="2151812" y="29408"/>
                </a:lnTo>
                <a:lnTo>
                  <a:pt x="2151812" y="102208"/>
                </a:lnTo>
                <a:lnTo>
                  <a:pt x="2139473" y="102208"/>
                </a:lnTo>
                <a:close/>
                <a:moveTo>
                  <a:pt x="2170894" y="102208"/>
                </a:moveTo>
                <a:lnTo>
                  <a:pt x="2170894" y="29408"/>
                </a:lnTo>
                <a:lnTo>
                  <a:pt x="2181999" y="29408"/>
                </a:lnTo>
                <a:lnTo>
                  <a:pt x="2181999" y="39759"/>
                </a:lnTo>
                <a:cubicBezTo>
                  <a:pt x="2187346" y="31761"/>
                  <a:pt x="2195069" y="27763"/>
                  <a:pt x="2205169" y="27763"/>
                </a:cubicBezTo>
                <a:cubicBezTo>
                  <a:pt x="2209556" y="27763"/>
                  <a:pt x="2213589" y="28551"/>
                  <a:pt x="2217268" y="30128"/>
                </a:cubicBezTo>
                <a:cubicBezTo>
                  <a:pt x="2220947" y="31704"/>
                  <a:pt x="2223700" y="33772"/>
                  <a:pt x="2225528" y="36331"/>
                </a:cubicBezTo>
                <a:cubicBezTo>
                  <a:pt x="2227356" y="38891"/>
                  <a:pt x="2228636" y="41930"/>
                  <a:pt x="2229367" y="45449"/>
                </a:cubicBezTo>
                <a:cubicBezTo>
                  <a:pt x="2229824" y="47734"/>
                  <a:pt x="2230053" y="51732"/>
                  <a:pt x="2230053" y="57445"/>
                </a:cubicBezTo>
                <a:lnTo>
                  <a:pt x="2230053" y="102208"/>
                </a:lnTo>
                <a:lnTo>
                  <a:pt x="2217714" y="102208"/>
                </a:lnTo>
                <a:lnTo>
                  <a:pt x="2217714" y="57925"/>
                </a:lnTo>
                <a:cubicBezTo>
                  <a:pt x="2217714" y="52898"/>
                  <a:pt x="2217234" y="49139"/>
                  <a:pt x="2216274" y="46648"/>
                </a:cubicBezTo>
                <a:cubicBezTo>
                  <a:pt x="2215314" y="44158"/>
                  <a:pt x="2213612" y="42170"/>
                  <a:pt x="2211167" y="40684"/>
                </a:cubicBezTo>
                <a:cubicBezTo>
                  <a:pt x="2208722" y="39199"/>
                  <a:pt x="2205854" y="38457"/>
                  <a:pt x="2202564" y="38457"/>
                </a:cubicBezTo>
                <a:cubicBezTo>
                  <a:pt x="2197309" y="38457"/>
                  <a:pt x="2192773" y="40125"/>
                  <a:pt x="2188957" y="43461"/>
                </a:cubicBezTo>
                <a:cubicBezTo>
                  <a:pt x="2185141" y="46797"/>
                  <a:pt x="2183233" y="53126"/>
                  <a:pt x="2183233" y="62449"/>
                </a:cubicBezTo>
                <a:lnTo>
                  <a:pt x="2183233" y="102208"/>
                </a:lnTo>
                <a:lnTo>
                  <a:pt x="2170894" y="102208"/>
                </a:lnTo>
                <a:close/>
                <a:moveTo>
                  <a:pt x="2246450" y="108240"/>
                </a:moveTo>
                <a:lnTo>
                  <a:pt x="2258446" y="110023"/>
                </a:lnTo>
                <a:cubicBezTo>
                  <a:pt x="2258949" y="113724"/>
                  <a:pt x="2260343" y="116421"/>
                  <a:pt x="2262628" y="118112"/>
                </a:cubicBezTo>
                <a:cubicBezTo>
                  <a:pt x="2265690" y="120397"/>
                  <a:pt x="2269871" y="121539"/>
                  <a:pt x="2275173" y="121539"/>
                </a:cubicBezTo>
                <a:cubicBezTo>
                  <a:pt x="2280885" y="121539"/>
                  <a:pt x="2285295" y="120397"/>
                  <a:pt x="2288403" y="118112"/>
                </a:cubicBezTo>
                <a:cubicBezTo>
                  <a:pt x="2291510" y="115827"/>
                  <a:pt x="2293612" y="112628"/>
                  <a:pt x="2294709" y="108515"/>
                </a:cubicBezTo>
                <a:cubicBezTo>
                  <a:pt x="2295349" y="106001"/>
                  <a:pt x="2295646" y="100723"/>
                  <a:pt x="2295600" y="92680"/>
                </a:cubicBezTo>
                <a:cubicBezTo>
                  <a:pt x="2290208" y="99032"/>
                  <a:pt x="2283490" y="102208"/>
                  <a:pt x="2275447" y="102208"/>
                </a:cubicBezTo>
                <a:cubicBezTo>
                  <a:pt x="2265438" y="102208"/>
                  <a:pt x="2257692" y="98598"/>
                  <a:pt x="2252208" y="91377"/>
                </a:cubicBezTo>
                <a:cubicBezTo>
                  <a:pt x="2246724" y="84156"/>
                  <a:pt x="2243982" y="75496"/>
                  <a:pt x="2243982" y="65397"/>
                </a:cubicBezTo>
                <a:cubicBezTo>
                  <a:pt x="2243982" y="58450"/>
                  <a:pt x="2245239" y="52041"/>
                  <a:pt x="2247753" y="46168"/>
                </a:cubicBezTo>
                <a:cubicBezTo>
                  <a:pt x="2250266" y="40296"/>
                  <a:pt x="2253911" y="35760"/>
                  <a:pt x="2258686" y="32561"/>
                </a:cubicBezTo>
                <a:cubicBezTo>
                  <a:pt x="2263462" y="29362"/>
                  <a:pt x="2269072" y="27763"/>
                  <a:pt x="2275515" y="27763"/>
                </a:cubicBezTo>
                <a:cubicBezTo>
                  <a:pt x="2284107" y="27763"/>
                  <a:pt x="2291190" y="31236"/>
                  <a:pt x="2296766" y="38182"/>
                </a:cubicBezTo>
                <a:lnTo>
                  <a:pt x="2296766" y="29408"/>
                </a:lnTo>
                <a:lnTo>
                  <a:pt x="2308145" y="29408"/>
                </a:lnTo>
                <a:lnTo>
                  <a:pt x="2308145" y="92337"/>
                </a:lnTo>
                <a:cubicBezTo>
                  <a:pt x="2308145" y="103670"/>
                  <a:pt x="2306991" y="111702"/>
                  <a:pt x="2304683" y="116432"/>
                </a:cubicBezTo>
                <a:cubicBezTo>
                  <a:pt x="2302375" y="121162"/>
                  <a:pt x="2298719" y="124898"/>
                  <a:pt x="2293715" y="127640"/>
                </a:cubicBezTo>
                <a:cubicBezTo>
                  <a:pt x="2288711" y="130382"/>
                  <a:pt x="2282553" y="131753"/>
                  <a:pt x="2275241" y="131753"/>
                </a:cubicBezTo>
                <a:cubicBezTo>
                  <a:pt x="2266558" y="131753"/>
                  <a:pt x="2259543" y="129799"/>
                  <a:pt x="2254196" y="125892"/>
                </a:cubicBezTo>
                <a:cubicBezTo>
                  <a:pt x="2248849" y="121985"/>
                  <a:pt x="2246267" y="116101"/>
                  <a:pt x="2246450" y="108240"/>
                </a:cubicBezTo>
                <a:moveTo>
                  <a:pt x="2256664" y="64505"/>
                </a:moveTo>
                <a:cubicBezTo>
                  <a:pt x="2256664" y="74057"/>
                  <a:pt x="2258561" y="81026"/>
                  <a:pt x="2262354" y="85413"/>
                </a:cubicBezTo>
                <a:cubicBezTo>
                  <a:pt x="2266147" y="89800"/>
                  <a:pt x="2270900" y="91994"/>
                  <a:pt x="2276612" y="91994"/>
                </a:cubicBezTo>
                <a:cubicBezTo>
                  <a:pt x="2282279" y="91994"/>
                  <a:pt x="2287032" y="89812"/>
                  <a:pt x="2290870" y="85447"/>
                </a:cubicBezTo>
                <a:cubicBezTo>
                  <a:pt x="2294709" y="81083"/>
                  <a:pt x="2296629" y="74240"/>
                  <a:pt x="2296629" y="64917"/>
                </a:cubicBezTo>
                <a:cubicBezTo>
                  <a:pt x="2296629" y="56005"/>
                  <a:pt x="2294652" y="49287"/>
                  <a:pt x="2290699" y="44763"/>
                </a:cubicBezTo>
                <a:cubicBezTo>
                  <a:pt x="2286746" y="40239"/>
                  <a:pt x="2281982" y="37977"/>
                  <a:pt x="2276406" y="37977"/>
                </a:cubicBezTo>
                <a:cubicBezTo>
                  <a:pt x="2270922" y="37977"/>
                  <a:pt x="2266261" y="40205"/>
                  <a:pt x="2262422" y="44660"/>
                </a:cubicBezTo>
                <a:cubicBezTo>
                  <a:pt x="2258583" y="49116"/>
                  <a:pt x="2256664" y="55731"/>
                  <a:pt x="2256664" y="64505"/>
                </a:cubicBezTo>
                <a:close/>
                <a:moveTo>
                  <a:pt x="2360104" y="80478"/>
                </a:moveTo>
                <a:lnTo>
                  <a:pt x="2372306" y="78558"/>
                </a:lnTo>
                <a:cubicBezTo>
                  <a:pt x="2372991" y="83448"/>
                  <a:pt x="2374899" y="87196"/>
                  <a:pt x="2378030" y="89800"/>
                </a:cubicBezTo>
                <a:cubicBezTo>
                  <a:pt x="2381160" y="92405"/>
                  <a:pt x="2385536" y="93708"/>
                  <a:pt x="2391157" y="93708"/>
                </a:cubicBezTo>
                <a:cubicBezTo>
                  <a:pt x="2396824" y="93708"/>
                  <a:pt x="2401028" y="92554"/>
                  <a:pt x="2403770" y="90246"/>
                </a:cubicBezTo>
                <a:cubicBezTo>
                  <a:pt x="2406512" y="87938"/>
                  <a:pt x="2407883" y="85230"/>
                  <a:pt x="2407883" y="82123"/>
                </a:cubicBezTo>
                <a:cubicBezTo>
                  <a:pt x="2407883" y="79335"/>
                  <a:pt x="2406672" y="77142"/>
                  <a:pt x="2404250" y="75542"/>
                </a:cubicBezTo>
                <a:cubicBezTo>
                  <a:pt x="2402559" y="74445"/>
                  <a:pt x="2398355" y="73051"/>
                  <a:pt x="2391637" y="71360"/>
                </a:cubicBezTo>
                <a:cubicBezTo>
                  <a:pt x="2382588" y="69075"/>
                  <a:pt x="2376316" y="67099"/>
                  <a:pt x="2372820" y="65431"/>
                </a:cubicBezTo>
                <a:cubicBezTo>
                  <a:pt x="2369324" y="63763"/>
                  <a:pt x="2366673" y="61455"/>
                  <a:pt x="2364868" y="58507"/>
                </a:cubicBezTo>
                <a:cubicBezTo>
                  <a:pt x="2363063" y="55560"/>
                  <a:pt x="2362161" y="52304"/>
                  <a:pt x="2362161" y="48739"/>
                </a:cubicBezTo>
                <a:cubicBezTo>
                  <a:pt x="2362161" y="45494"/>
                  <a:pt x="2362903" y="42490"/>
                  <a:pt x="2364388" y="39725"/>
                </a:cubicBezTo>
                <a:cubicBezTo>
                  <a:pt x="2365874" y="36960"/>
                  <a:pt x="2367896" y="34663"/>
                  <a:pt x="2370455" y="32835"/>
                </a:cubicBezTo>
                <a:cubicBezTo>
                  <a:pt x="2372374" y="31419"/>
                  <a:pt x="2374991" y="30219"/>
                  <a:pt x="2378304" y="29237"/>
                </a:cubicBezTo>
                <a:cubicBezTo>
                  <a:pt x="2381617" y="28254"/>
                  <a:pt x="2385170" y="27763"/>
                  <a:pt x="2388964" y="27763"/>
                </a:cubicBezTo>
                <a:cubicBezTo>
                  <a:pt x="2394676" y="27763"/>
                  <a:pt x="2399692" y="28585"/>
                  <a:pt x="2404010" y="30231"/>
                </a:cubicBezTo>
                <a:cubicBezTo>
                  <a:pt x="2408329" y="31876"/>
                  <a:pt x="2411516" y="34104"/>
                  <a:pt x="2413573" y="36914"/>
                </a:cubicBezTo>
                <a:cubicBezTo>
                  <a:pt x="2415629" y="39725"/>
                  <a:pt x="2417046" y="43484"/>
                  <a:pt x="2417823" y="48191"/>
                </a:cubicBezTo>
                <a:lnTo>
                  <a:pt x="2405758" y="49836"/>
                </a:lnTo>
                <a:cubicBezTo>
                  <a:pt x="2405210" y="46088"/>
                  <a:pt x="2403622" y="43164"/>
                  <a:pt x="2400994" y="41061"/>
                </a:cubicBezTo>
                <a:cubicBezTo>
                  <a:pt x="2398366" y="38959"/>
                  <a:pt x="2394653" y="37908"/>
                  <a:pt x="2389855" y="37908"/>
                </a:cubicBezTo>
                <a:cubicBezTo>
                  <a:pt x="2384188" y="37908"/>
                  <a:pt x="2380143" y="38845"/>
                  <a:pt x="2377721" y="40719"/>
                </a:cubicBezTo>
                <a:cubicBezTo>
                  <a:pt x="2375299" y="42592"/>
                  <a:pt x="2374088" y="44786"/>
                  <a:pt x="2374088" y="47299"/>
                </a:cubicBezTo>
                <a:cubicBezTo>
                  <a:pt x="2374088" y="48899"/>
                  <a:pt x="2374591" y="50338"/>
                  <a:pt x="2375596" y="51618"/>
                </a:cubicBezTo>
                <a:cubicBezTo>
                  <a:pt x="2376602" y="52943"/>
                  <a:pt x="2378178" y="54040"/>
                  <a:pt x="2380326" y="54908"/>
                </a:cubicBezTo>
                <a:cubicBezTo>
                  <a:pt x="2381560" y="55365"/>
                  <a:pt x="2385193" y="56417"/>
                  <a:pt x="2391226" y="58062"/>
                </a:cubicBezTo>
                <a:cubicBezTo>
                  <a:pt x="2399954" y="60392"/>
                  <a:pt x="2406044" y="62300"/>
                  <a:pt x="2409494" y="63786"/>
                </a:cubicBezTo>
                <a:cubicBezTo>
                  <a:pt x="2412945" y="65271"/>
                  <a:pt x="2415652" y="67430"/>
                  <a:pt x="2417617" y="70264"/>
                </a:cubicBezTo>
                <a:cubicBezTo>
                  <a:pt x="2419583" y="73097"/>
                  <a:pt x="2420565" y="76616"/>
                  <a:pt x="2420565" y="80820"/>
                </a:cubicBezTo>
                <a:cubicBezTo>
                  <a:pt x="2420565" y="84933"/>
                  <a:pt x="2419365" y="88806"/>
                  <a:pt x="2416966" y="92440"/>
                </a:cubicBezTo>
                <a:cubicBezTo>
                  <a:pt x="2414567" y="96073"/>
                  <a:pt x="2411105" y="98883"/>
                  <a:pt x="2406581" y="100871"/>
                </a:cubicBezTo>
                <a:cubicBezTo>
                  <a:pt x="2402057" y="102859"/>
                  <a:pt x="2396938" y="103853"/>
                  <a:pt x="2391226" y="103853"/>
                </a:cubicBezTo>
                <a:cubicBezTo>
                  <a:pt x="2381766" y="103853"/>
                  <a:pt x="2374557" y="101888"/>
                  <a:pt x="2369598" y="97958"/>
                </a:cubicBezTo>
                <a:cubicBezTo>
                  <a:pt x="2364640" y="94028"/>
                  <a:pt x="2361475" y="88201"/>
                  <a:pt x="2360104" y="80478"/>
                </a:cubicBezTo>
                <a:close/>
                <a:moveTo>
                  <a:pt x="2461936" y="91171"/>
                </a:moveTo>
                <a:lnTo>
                  <a:pt x="2463718" y="102071"/>
                </a:lnTo>
                <a:cubicBezTo>
                  <a:pt x="2460245" y="102802"/>
                  <a:pt x="2457137" y="103168"/>
                  <a:pt x="2454395" y="103168"/>
                </a:cubicBezTo>
                <a:cubicBezTo>
                  <a:pt x="2449917" y="103168"/>
                  <a:pt x="2446443" y="102459"/>
                  <a:pt x="2443976" y="101043"/>
                </a:cubicBezTo>
                <a:cubicBezTo>
                  <a:pt x="2441508" y="99626"/>
                  <a:pt x="2439771" y="97764"/>
                  <a:pt x="2438766" y="95456"/>
                </a:cubicBezTo>
                <a:cubicBezTo>
                  <a:pt x="2437760" y="93148"/>
                  <a:pt x="2437258" y="88292"/>
                  <a:pt x="2437258" y="80889"/>
                </a:cubicBezTo>
                <a:lnTo>
                  <a:pt x="2437258" y="39005"/>
                </a:lnTo>
                <a:lnTo>
                  <a:pt x="2428209" y="39005"/>
                </a:lnTo>
                <a:lnTo>
                  <a:pt x="2428209" y="29408"/>
                </a:lnTo>
                <a:lnTo>
                  <a:pt x="2437258" y="29408"/>
                </a:lnTo>
                <a:lnTo>
                  <a:pt x="2437258" y="11379"/>
                </a:lnTo>
                <a:lnTo>
                  <a:pt x="2449528" y="3976"/>
                </a:lnTo>
                <a:lnTo>
                  <a:pt x="2449528" y="29408"/>
                </a:lnTo>
                <a:lnTo>
                  <a:pt x="2461936" y="29408"/>
                </a:lnTo>
                <a:lnTo>
                  <a:pt x="2461936" y="39005"/>
                </a:lnTo>
                <a:lnTo>
                  <a:pt x="2449528" y="39005"/>
                </a:lnTo>
                <a:lnTo>
                  <a:pt x="2449528" y="81574"/>
                </a:lnTo>
                <a:cubicBezTo>
                  <a:pt x="2449528" y="85093"/>
                  <a:pt x="2449745" y="87355"/>
                  <a:pt x="2450179" y="88361"/>
                </a:cubicBezTo>
                <a:cubicBezTo>
                  <a:pt x="2450613" y="89366"/>
                  <a:pt x="2451322" y="90166"/>
                  <a:pt x="2452304" y="90760"/>
                </a:cubicBezTo>
                <a:cubicBezTo>
                  <a:pt x="2453287" y="91354"/>
                  <a:pt x="2454692" y="91651"/>
                  <a:pt x="2456520" y="91651"/>
                </a:cubicBezTo>
                <a:cubicBezTo>
                  <a:pt x="2457891" y="91651"/>
                  <a:pt x="2459696" y="91491"/>
                  <a:pt x="2461936" y="91171"/>
                </a:cubicBezTo>
                <a:close/>
                <a:moveTo>
                  <a:pt x="2521010" y="93228"/>
                </a:moveTo>
                <a:cubicBezTo>
                  <a:pt x="2516440" y="97112"/>
                  <a:pt x="2512041" y="99854"/>
                  <a:pt x="2507814" y="101454"/>
                </a:cubicBezTo>
                <a:cubicBezTo>
                  <a:pt x="2503587" y="103053"/>
                  <a:pt x="2499051" y="103853"/>
                  <a:pt x="2494207" y="103853"/>
                </a:cubicBezTo>
                <a:cubicBezTo>
                  <a:pt x="2486209" y="103853"/>
                  <a:pt x="2480063" y="101899"/>
                  <a:pt x="2475767" y="97992"/>
                </a:cubicBezTo>
                <a:cubicBezTo>
                  <a:pt x="2471471" y="94085"/>
                  <a:pt x="2469323" y="89092"/>
                  <a:pt x="2469323" y="83014"/>
                </a:cubicBezTo>
                <a:cubicBezTo>
                  <a:pt x="2469323" y="79449"/>
                  <a:pt x="2470135" y="76193"/>
                  <a:pt x="2471757" y="73246"/>
                </a:cubicBezTo>
                <a:cubicBezTo>
                  <a:pt x="2473379" y="70298"/>
                  <a:pt x="2475504" y="67933"/>
                  <a:pt x="2478132" y="66151"/>
                </a:cubicBezTo>
                <a:cubicBezTo>
                  <a:pt x="2480760" y="64368"/>
                  <a:pt x="2483719" y="63020"/>
                  <a:pt x="2487009" y="62106"/>
                </a:cubicBezTo>
                <a:cubicBezTo>
                  <a:pt x="2489431" y="61466"/>
                  <a:pt x="2493087" y="60849"/>
                  <a:pt x="2497977" y="60255"/>
                </a:cubicBezTo>
                <a:cubicBezTo>
                  <a:pt x="2507940" y="59067"/>
                  <a:pt x="2515275" y="57650"/>
                  <a:pt x="2519982" y="56005"/>
                </a:cubicBezTo>
                <a:cubicBezTo>
                  <a:pt x="2520027" y="54314"/>
                  <a:pt x="2520050" y="53240"/>
                  <a:pt x="2520050" y="52783"/>
                </a:cubicBezTo>
                <a:cubicBezTo>
                  <a:pt x="2520050" y="47756"/>
                  <a:pt x="2518885" y="44215"/>
                  <a:pt x="2516554" y="42158"/>
                </a:cubicBezTo>
                <a:cubicBezTo>
                  <a:pt x="2513401" y="39371"/>
                  <a:pt x="2508717" y="37977"/>
                  <a:pt x="2502502" y="37977"/>
                </a:cubicBezTo>
                <a:cubicBezTo>
                  <a:pt x="2496698" y="37977"/>
                  <a:pt x="2492413" y="38993"/>
                  <a:pt x="2489648" y="41027"/>
                </a:cubicBezTo>
                <a:cubicBezTo>
                  <a:pt x="2486884" y="43061"/>
                  <a:pt x="2484838" y="46660"/>
                  <a:pt x="2483513" y="51824"/>
                </a:cubicBezTo>
                <a:lnTo>
                  <a:pt x="2471448" y="50179"/>
                </a:lnTo>
                <a:cubicBezTo>
                  <a:pt x="2472545" y="45014"/>
                  <a:pt x="2474350" y="40844"/>
                  <a:pt x="2476864" y="37668"/>
                </a:cubicBezTo>
                <a:cubicBezTo>
                  <a:pt x="2479377" y="34492"/>
                  <a:pt x="2483010" y="32047"/>
                  <a:pt x="2487763" y="30333"/>
                </a:cubicBezTo>
                <a:cubicBezTo>
                  <a:pt x="2492516" y="28620"/>
                  <a:pt x="2498023" y="27763"/>
                  <a:pt x="2504284" y="27763"/>
                </a:cubicBezTo>
                <a:cubicBezTo>
                  <a:pt x="2510499" y="27763"/>
                  <a:pt x="2515549" y="28494"/>
                  <a:pt x="2519433" y="29956"/>
                </a:cubicBezTo>
                <a:cubicBezTo>
                  <a:pt x="2523318" y="31419"/>
                  <a:pt x="2526174" y="33258"/>
                  <a:pt x="2528002" y="35475"/>
                </a:cubicBezTo>
                <a:cubicBezTo>
                  <a:pt x="2529830" y="37691"/>
                  <a:pt x="2531110" y="40490"/>
                  <a:pt x="2531841" y="43872"/>
                </a:cubicBezTo>
                <a:cubicBezTo>
                  <a:pt x="2532252" y="45974"/>
                  <a:pt x="2532458" y="49767"/>
                  <a:pt x="2532458" y="55251"/>
                </a:cubicBezTo>
                <a:lnTo>
                  <a:pt x="2532458" y="71703"/>
                </a:lnTo>
                <a:cubicBezTo>
                  <a:pt x="2532458" y="83174"/>
                  <a:pt x="2532721" y="90429"/>
                  <a:pt x="2533246" y="93468"/>
                </a:cubicBezTo>
                <a:cubicBezTo>
                  <a:pt x="2533772" y="96507"/>
                  <a:pt x="2534811" y="99420"/>
                  <a:pt x="2536365" y="102208"/>
                </a:cubicBezTo>
                <a:lnTo>
                  <a:pt x="2523478" y="102208"/>
                </a:lnTo>
                <a:cubicBezTo>
                  <a:pt x="2522198" y="99649"/>
                  <a:pt x="2521376" y="96655"/>
                  <a:pt x="2521010" y="93228"/>
                </a:cubicBezTo>
                <a:moveTo>
                  <a:pt x="2519982" y="65671"/>
                </a:moveTo>
                <a:cubicBezTo>
                  <a:pt x="2515503" y="67499"/>
                  <a:pt x="2508785" y="69053"/>
                  <a:pt x="2499828" y="70332"/>
                </a:cubicBezTo>
                <a:cubicBezTo>
                  <a:pt x="2494755" y="71063"/>
                  <a:pt x="2491168" y="71886"/>
                  <a:pt x="2489066" y="72800"/>
                </a:cubicBezTo>
                <a:cubicBezTo>
                  <a:pt x="2486964" y="73714"/>
                  <a:pt x="2485341" y="75051"/>
                  <a:pt x="2484199" y="76810"/>
                </a:cubicBezTo>
                <a:cubicBezTo>
                  <a:pt x="2483056" y="78570"/>
                  <a:pt x="2482485" y="80523"/>
                  <a:pt x="2482485" y="82671"/>
                </a:cubicBezTo>
                <a:cubicBezTo>
                  <a:pt x="2482485" y="85962"/>
                  <a:pt x="2483730" y="88704"/>
                  <a:pt x="2486221" y="90897"/>
                </a:cubicBezTo>
                <a:cubicBezTo>
                  <a:pt x="2488712" y="93091"/>
                  <a:pt x="2492356" y="94188"/>
                  <a:pt x="2497155" y="94188"/>
                </a:cubicBezTo>
                <a:cubicBezTo>
                  <a:pt x="2501907" y="94188"/>
                  <a:pt x="2506135" y="93148"/>
                  <a:pt x="2509836" y="91069"/>
                </a:cubicBezTo>
                <a:cubicBezTo>
                  <a:pt x="2513538" y="88989"/>
                  <a:pt x="2516257" y="86144"/>
                  <a:pt x="2517994" y="82534"/>
                </a:cubicBezTo>
                <a:cubicBezTo>
                  <a:pt x="2519319" y="79746"/>
                  <a:pt x="2519982" y="75633"/>
                  <a:pt x="2519982" y="70195"/>
                </a:cubicBezTo>
                <a:lnTo>
                  <a:pt x="2519982" y="65671"/>
                </a:lnTo>
                <a:close/>
                <a:moveTo>
                  <a:pt x="2578263" y="91171"/>
                </a:moveTo>
                <a:lnTo>
                  <a:pt x="2580046" y="102071"/>
                </a:lnTo>
                <a:cubicBezTo>
                  <a:pt x="2576572" y="102802"/>
                  <a:pt x="2573465" y="103168"/>
                  <a:pt x="2570723" y="103168"/>
                </a:cubicBezTo>
                <a:cubicBezTo>
                  <a:pt x="2566244" y="103168"/>
                  <a:pt x="2562771" y="102459"/>
                  <a:pt x="2560303" y="101043"/>
                </a:cubicBezTo>
                <a:cubicBezTo>
                  <a:pt x="2557835" y="99626"/>
                  <a:pt x="2556099" y="97764"/>
                  <a:pt x="2555093" y="95456"/>
                </a:cubicBezTo>
                <a:cubicBezTo>
                  <a:pt x="2554088" y="93148"/>
                  <a:pt x="2553585" y="88292"/>
                  <a:pt x="2553585" y="80889"/>
                </a:cubicBezTo>
                <a:lnTo>
                  <a:pt x="2553585" y="39005"/>
                </a:lnTo>
                <a:lnTo>
                  <a:pt x="2544537" y="39005"/>
                </a:lnTo>
                <a:lnTo>
                  <a:pt x="2544537" y="29408"/>
                </a:lnTo>
                <a:lnTo>
                  <a:pt x="2553585" y="29408"/>
                </a:lnTo>
                <a:lnTo>
                  <a:pt x="2553585" y="11379"/>
                </a:lnTo>
                <a:lnTo>
                  <a:pt x="2565856" y="3976"/>
                </a:lnTo>
                <a:lnTo>
                  <a:pt x="2565856" y="29408"/>
                </a:lnTo>
                <a:lnTo>
                  <a:pt x="2578263" y="29408"/>
                </a:lnTo>
                <a:lnTo>
                  <a:pt x="2578263" y="39005"/>
                </a:lnTo>
                <a:lnTo>
                  <a:pt x="2565856" y="39005"/>
                </a:lnTo>
                <a:lnTo>
                  <a:pt x="2565856" y="81574"/>
                </a:lnTo>
                <a:cubicBezTo>
                  <a:pt x="2565856" y="85093"/>
                  <a:pt x="2566073" y="87355"/>
                  <a:pt x="2566507" y="88361"/>
                </a:cubicBezTo>
                <a:cubicBezTo>
                  <a:pt x="2566941" y="89366"/>
                  <a:pt x="2567650" y="90166"/>
                  <a:pt x="2568632" y="90760"/>
                </a:cubicBezTo>
                <a:cubicBezTo>
                  <a:pt x="2569615" y="91354"/>
                  <a:pt x="2571020" y="91651"/>
                  <a:pt x="2572848" y="91651"/>
                </a:cubicBezTo>
                <a:cubicBezTo>
                  <a:pt x="2574219" y="91651"/>
                  <a:pt x="2576024" y="91491"/>
                  <a:pt x="2578263" y="91171"/>
                </a:cubicBezTo>
                <a:close/>
                <a:moveTo>
                  <a:pt x="2639668" y="78764"/>
                </a:moveTo>
                <a:lnTo>
                  <a:pt x="2652418" y="80341"/>
                </a:lnTo>
                <a:cubicBezTo>
                  <a:pt x="2650408" y="87790"/>
                  <a:pt x="2646683" y="93571"/>
                  <a:pt x="2641245" y="97684"/>
                </a:cubicBezTo>
                <a:cubicBezTo>
                  <a:pt x="2635806" y="101797"/>
                  <a:pt x="2628860" y="103853"/>
                  <a:pt x="2620406" y="103853"/>
                </a:cubicBezTo>
                <a:cubicBezTo>
                  <a:pt x="2609757" y="103853"/>
                  <a:pt x="2601314" y="100574"/>
                  <a:pt x="2595076" y="94016"/>
                </a:cubicBezTo>
                <a:cubicBezTo>
                  <a:pt x="2588838" y="87458"/>
                  <a:pt x="2585719" y="78261"/>
                  <a:pt x="2585719" y="66425"/>
                </a:cubicBezTo>
                <a:cubicBezTo>
                  <a:pt x="2585719" y="54177"/>
                  <a:pt x="2588873" y="44672"/>
                  <a:pt x="2595179" y="37908"/>
                </a:cubicBezTo>
                <a:cubicBezTo>
                  <a:pt x="2601486" y="31145"/>
                  <a:pt x="2609666" y="27763"/>
                  <a:pt x="2619720" y="27763"/>
                </a:cubicBezTo>
                <a:cubicBezTo>
                  <a:pt x="2629454" y="27763"/>
                  <a:pt x="2637406" y="31076"/>
                  <a:pt x="2643575" y="37702"/>
                </a:cubicBezTo>
                <a:cubicBezTo>
                  <a:pt x="2649745" y="44329"/>
                  <a:pt x="2652830" y="53652"/>
                  <a:pt x="2652830" y="65671"/>
                </a:cubicBezTo>
                <a:cubicBezTo>
                  <a:pt x="2652830" y="66402"/>
                  <a:pt x="2652807" y="67499"/>
                  <a:pt x="2652761" y="68961"/>
                </a:cubicBezTo>
                <a:lnTo>
                  <a:pt x="2598470" y="68961"/>
                </a:lnTo>
                <a:cubicBezTo>
                  <a:pt x="2598927" y="76959"/>
                  <a:pt x="2601189" y="83083"/>
                  <a:pt x="2605256" y="87333"/>
                </a:cubicBezTo>
                <a:cubicBezTo>
                  <a:pt x="2609323" y="91583"/>
                  <a:pt x="2614396" y="93708"/>
                  <a:pt x="2620474" y="93708"/>
                </a:cubicBezTo>
                <a:cubicBezTo>
                  <a:pt x="2624998" y="93708"/>
                  <a:pt x="2628860" y="92520"/>
                  <a:pt x="2632059" y="90143"/>
                </a:cubicBezTo>
                <a:cubicBezTo>
                  <a:pt x="2635258" y="87767"/>
                  <a:pt x="2637794" y="83974"/>
                  <a:pt x="2639668" y="78764"/>
                </a:cubicBezTo>
                <a:moveTo>
                  <a:pt x="2599155" y="58816"/>
                </a:moveTo>
                <a:lnTo>
                  <a:pt x="2639805" y="58816"/>
                </a:lnTo>
                <a:cubicBezTo>
                  <a:pt x="2639257" y="52692"/>
                  <a:pt x="2637703" y="48099"/>
                  <a:pt x="2635144" y="45037"/>
                </a:cubicBezTo>
                <a:cubicBezTo>
                  <a:pt x="2631214" y="40285"/>
                  <a:pt x="2626118" y="37908"/>
                  <a:pt x="2619857" y="37908"/>
                </a:cubicBezTo>
                <a:cubicBezTo>
                  <a:pt x="2614190" y="37908"/>
                  <a:pt x="2609426" y="39805"/>
                  <a:pt x="2605565" y="43598"/>
                </a:cubicBezTo>
                <a:cubicBezTo>
                  <a:pt x="2601703" y="47391"/>
                  <a:pt x="2599566" y="52464"/>
                  <a:pt x="2599155" y="58816"/>
                </a:cubicBezTo>
                <a:close/>
                <a:moveTo>
                  <a:pt x="2667651" y="102208"/>
                </a:moveTo>
                <a:lnTo>
                  <a:pt x="2667651" y="29408"/>
                </a:lnTo>
                <a:lnTo>
                  <a:pt x="2678687" y="29408"/>
                </a:lnTo>
                <a:lnTo>
                  <a:pt x="2678687" y="39622"/>
                </a:lnTo>
                <a:cubicBezTo>
                  <a:pt x="2680972" y="36057"/>
                  <a:pt x="2684011" y="33190"/>
                  <a:pt x="2687804" y="31019"/>
                </a:cubicBezTo>
                <a:cubicBezTo>
                  <a:pt x="2691597" y="28848"/>
                  <a:pt x="2695916" y="27763"/>
                  <a:pt x="2700760" y="27763"/>
                </a:cubicBezTo>
                <a:cubicBezTo>
                  <a:pt x="2706153" y="27763"/>
                  <a:pt x="2710574" y="28882"/>
                  <a:pt x="2714025" y="31122"/>
                </a:cubicBezTo>
                <a:cubicBezTo>
                  <a:pt x="2717475" y="33361"/>
                  <a:pt x="2719908" y="36491"/>
                  <a:pt x="2721325" y="40513"/>
                </a:cubicBezTo>
                <a:cubicBezTo>
                  <a:pt x="2727083" y="32013"/>
                  <a:pt x="2734578" y="27763"/>
                  <a:pt x="2743810" y="27763"/>
                </a:cubicBezTo>
                <a:cubicBezTo>
                  <a:pt x="2751030" y="27763"/>
                  <a:pt x="2756583" y="29762"/>
                  <a:pt x="2760467" y="33761"/>
                </a:cubicBezTo>
                <a:cubicBezTo>
                  <a:pt x="2764352" y="37760"/>
                  <a:pt x="2766294" y="43918"/>
                  <a:pt x="2766294" y="52235"/>
                </a:cubicBezTo>
                <a:lnTo>
                  <a:pt x="2766294" y="102208"/>
                </a:lnTo>
                <a:lnTo>
                  <a:pt x="2754024" y="102208"/>
                </a:lnTo>
                <a:lnTo>
                  <a:pt x="2754024" y="56348"/>
                </a:lnTo>
                <a:cubicBezTo>
                  <a:pt x="2754024" y="51412"/>
                  <a:pt x="2753624" y="47859"/>
                  <a:pt x="2752824" y="45689"/>
                </a:cubicBezTo>
                <a:cubicBezTo>
                  <a:pt x="2752024" y="43518"/>
                  <a:pt x="2750573" y="41770"/>
                  <a:pt x="2748471" y="40444"/>
                </a:cubicBezTo>
                <a:cubicBezTo>
                  <a:pt x="2746369" y="39119"/>
                  <a:pt x="2743901" y="38457"/>
                  <a:pt x="2741068" y="38457"/>
                </a:cubicBezTo>
                <a:cubicBezTo>
                  <a:pt x="2735949" y="38457"/>
                  <a:pt x="2731699" y="40159"/>
                  <a:pt x="2728317" y="43563"/>
                </a:cubicBezTo>
                <a:cubicBezTo>
                  <a:pt x="2724935" y="46968"/>
                  <a:pt x="2723245" y="52418"/>
                  <a:pt x="2723245" y="59913"/>
                </a:cubicBezTo>
                <a:lnTo>
                  <a:pt x="2723245" y="102208"/>
                </a:lnTo>
                <a:lnTo>
                  <a:pt x="2710906" y="102208"/>
                </a:lnTo>
                <a:lnTo>
                  <a:pt x="2710906" y="54908"/>
                </a:lnTo>
                <a:cubicBezTo>
                  <a:pt x="2710906" y="49424"/>
                  <a:pt x="2709900" y="45312"/>
                  <a:pt x="2707889" y="42570"/>
                </a:cubicBezTo>
                <a:cubicBezTo>
                  <a:pt x="2705879" y="39828"/>
                  <a:pt x="2702588" y="38457"/>
                  <a:pt x="2698018" y="38457"/>
                </a:cubicBezTo>
                <a:cubicBezTo>
                  <a:pt x="2694545" y="38457"/>
                  <a:pt x="2691335" y="39371"/>
                  <a:pt x="2688387" y="41199"/>
                </a:cubicBezTo>
                <a:cubicBezTo>
                  <a:pt x="2685439" y="43027"/>
                  <a:pt x="2683303" y="45700"/>
                  <a:pt x="2681978" y="49219"/>
                </a:cubicBezTo>
                <a:cubicBezTo>
                  <a:pt x="2680652" y="52738"/>
                  <a:pt x="2679990" y="57810"/>
                  <a:pt x="2679990" y="64437"/>
                </a:cubicBezTo>
                <a:lnTo>
                  <a:pt x="2679990" y="102208"/>
                </a:lnTo>
                <a:lnTo>
                  <a:pt x="2667651" y="102208"/>
                </a:lnTo>
                <a:close/>
                <a:moveTo>
                  <a:pt x="2833772" y="78764"/>
                </a:moveTo>
                <a:lnTo>
                  <a:pt x="2846522" y="80341"/>
                </a:lnTo>
                <a:cubicBezTo>
                  <a:pt x="2844512" y="87790"/>
                  <a:pt x="2840787" y="93571"/>
                  <a:pt x="2835349" y="97684"/>
                </a:cubicBezTo>
                <a:cubicBezTo>
                  <a:pt x="2829910" y="101797"/>
                  <a:pt x="2822964" y="103853"/>
                  <a:pt x="2814510" y="103853"/>
                </a:cubicBezTo>
                <a:cubicBezTo>
                  <a:pt x="2803861" y="103853"/>
                  <a:pt x="2795418" y="100574"/>
                  <a:pt x="2789180" y="94016"/>
                </a:cubicBezTo>
                <a:cubicBezTo>
                  <a:pt x="2782942" y="87458"/>
                  <a:pt x="2779823" y="78261"/>
                  <a:pt x="2779823" y="66425"/>
                </a:cubicBezTo>
                <a:cubicBezTo>
                  <a:pt x="2779823" y="54177"/>
                  <a:pt x="2782977" y="44672"/>
                  <a:pt x="2789283" y="37908"/>
                </a:cubicBezTo>
                <a:cubicBezTo>
                  <a:pt x="2795590" y="31145"/>
                  <a:pt x="2803770" y="27763"/>
                  <a:pt x="2813824" y="27763"/>
                </a:cubicBezTo>
                <a:cubicBezTo>
                  <a:pt x="2823558" y="27763"/>
                  <a:pt x="2831510" y="31076"/>
                  <a:pt x="2837679" y="37702"/>
                </a:cubicBezTo>
                <a:cubicBezTo>
                  <a:pt x="2843849" y="44329"/>
                  <a:pt x="2846934" y="53652"/>
                  <a:pt x="2846934" y="65671"/>
                </a:cubicBezTo>
                <a:cubicBezTo>
                  <a:pt x="2846934" y="66402"/>
                  <a:pt x="2846911" y="67499"/>
                  <a:pt x="2846865" y="68961"/>
                </a:cubicBezTo>
                <a:lnTo>
                  <a:pt x="2792574" y="68961"/>
                </a:lnTo>
                <a:cubicBezTo>
                  <a:pt x="2793031" y="76959"/>
                  <a:pt x="2795293" y="83083"/>
                  <a:pt x="2799360" y="87333"/>
                </a:cubicBezTo>
                <a:cubicBezTo>
                  <a:pt x="2803427" y="91583"/>
                  <a:pt x="2808500" y="93708"/>
                  <a:pt x="2814578" y="93708"/>
                </a:cubicBezTo>
                <a:cubicBezTo>
                  <a:pt x="2819102" y="93708"/>
                  <a:pt x="2822964" y="92520"/>
                  <a:pt x="2826163" y="90143"/>
                </a:cubicBezTo>
                <a:cubicBezTo>
                  <a:pt x="2829362" y="87767"/>
                  <a:pt x="2831898" y="83974"/>
                  <a:pt x="2833772" y="78764"/>
                </a:cubicBezTo>
                <a:moveTo>
                  <a:pt x="2793259" y="58816"/>
                </a:moveTo>
                <a:lnTo>
                  <a:pt x="2833909" y="58816"/>
                </a:lnTo>
                <a:cubicBezTo>
                  <a:pt x="2833361" y="52692"/>
                  <a:pt x="2831807" y="48099"/>
                  <a:pt x="2829248" y="45037"/>
                </a:cubicBezTo>
                <a:cubicBezTo>
                  <a:pt x="2825318" y="40285"/>
                  <a:pt x="2820222" y="37908"/>
                  <a:pt x="2813961" y="37908"/>
                </a:cubicBezTo>
                <a:cubicBezTo>
                  <a:pt x="2808294" y="37908"/>
                  <a:pt x="2803530" y="39805"/>
                  <a:pt x="2799668" y="43598"/>
                </a:cubicBezTo>
                <a:cubicBezTo>
                  <a:pt x="2795807" y="47391"/>
                  <a:pt x="2793670" y="52464"/>
                  <a:pt x="2793259" y="58816"/>
                </a:cubicBezTo>
                <a:close/>
                <a:moveTo>
                  <a:pt x="2861754" y="102208"/>
                </a:moveTo>
                <a:lnTo>
                  <a:pt x="2861754" y="29408"/>
                </a:lnTo>
                <a:lnTo>
                  <a:pt x="2872859" y="29408"/>
                </a:lnTo>
                <a:lnTo>
                  <a:pt x="2872859" y="39759"/>
                </a:lnTo>
                <a:cubicBezTo>
                  <a:pt x="2878206" y="31761"/>
                  <a:pt x="2885930" y="27763"/>
                  <a:pt x="2896029" y="27763"/>
                </a:cubicBezTo>
                <a:cubicBezTo>
                  <a:pt x="2900416" y="27763"/>
                  <a:pt x="2904449" y="28551"/>
                  <a:pt x="2908128" y="30128"/>
                </a:cubicBezTo>
                <a:cubicBezTo>
                  <a:pt x="2911807" y="31704"/>
                  <a:pt x="2914561" y="33772"/>
                  <a:pt x="2916389" y="36331"/>
                </a:cubicBezTo>
                <a:cubicBezTo>
                  <a:pt x="2918217" y="38891"/>
                  <a:pt x="2919496" y="41930"/>
                  <a:pt x="2920227" y="45449"/>
                </a:cubicBezTo>
                <a:cubicBezTo>
                  <a:pt x="2920684" y="47734"/>
                  <a:pt x="2920913" y="51732"/>
                  <a:pt x="2920913" y="57445"/>
                </a:cubicBezTo>
                <a:lnTo>
                  <a:pt x="2920913" y="102208"/>
                </a:lnTo>
                <a:lnTo>
                  <a:pt x="2908574" y="102208"/>
                </a:lnTo>
                <a:lnTo>
                  <a:pt x="2908574" y="57925"/>
                </a:lnTo>
                <a:cubicBezTo>
                  <a:pt x="2908574" y="52898"/>
                  <a:pt x="2908094" y="49139"/>
                  <a:pt x="2907134" y="46648"/>
                </a:cubicBezTo>
                <a:cubicBezTo>
                  <a:pt x="2906175" y="44158"/>
                  <a:pt x="2904472" y="42170"/>
                  <a:pt x="2902027" y="40684"/>
                </a:cubicBezTo>
                <a:cubicBezTo>
                  <a:pt x="2899582" y="39199"/>
                  <a:pt x="2896715" y="38457"/>
                  <a:pt x="2893424" y="38457"/>
                </a:cubicBezTo>
                <a:cubicBezTo>
                  <a:pt x="2888169" y="38457"/>
                  <a:pt x="2883633" y="40125"/>
                  <a:pt x="2879817" y="43461"/>
                </a:cubicBezTo>
                <a:cubicBezTo>
                  <a:pt x="2876001" y="46797"/>
                  <a:pt x="2874093" y="53126"/>
                  <a:pt x="2874093" y="62449"/>
                </a:cubicBezTo>
                <a:lnTo>
                  <a:pt x="2874093" y="102208"/>
                </a:lnTo>
                <a:lnTo>
                  <a:pt x="2861754" y="102208"/>
                </a:lnTo>
                <a:close/>
                <a:moveTo>
                  <a:pt x="2966513" y="91171"/>
                </a:moveTo>
                <a:lnTo>
                  <a:pt x="2968295" y="102071"/>
                </a:lnTo>
                <a:cubicBezTo>
                  <a:pt x="2964822" y="102802"/>
                  <a:pt x="2961714" y="103168"/>
                  <a:pt x="2958972" y="103168"/>
                </a:cubicBezTo>
                <a:cubicBezTo>
                  <a:pt x="2954494" y="103168"/>
                  <a:pt x="2951020" y="102459"/>
                  <a:pt x="2948553" y="101043"/>
                </a:cubicBezTo>
                <a:cubicBezTo>
                  <a:pt x="2946085" y="99626"/>
                  <a:pt x="2944348" y="97764"/>
                  <a:pt x="2943343" y="95456"/>
                </a:cubicBezTo>
                <a:cubicBezTo>
                  <a:pt x="2942337" y="93148"/>
                  <a:pt x="2941835" y="88292"/>
                  <a:pt x="2941835" y="80889"/>
                </a:cubicBezTo>
                <a:lnTo>
                  <a:pt x="2941835" y="39005"/>
                </a:lnTo>
                <a:lnTo>
                  <a:pt x="2932786" y="39005"/>
                </a:lnTo>
                <a:lnTo>
                  <a:pt x="2932786" y="29408"/>
                </a:lnTo>
                <a:lnTo>
                  <a:pt x="2941835" y="29408"/>
                </a:lnTo>
                <a:lnTo>
                  <a:pt x="2941835" y="11379"/>
                </a:lnTo>
                <a:lnTo>
                  <a:pt x="2954105" y="3976"/>
                </a:lnTo>
                <a:lnTo>
                  <a:pt x="2954105" y="29408"/>
                </a:lnTo>
                <a:lnTo>
                  <a:pt x="2966513" y="29408"/>
                </a:lnTo>
                <a:lnTo>
                  <a:pt x="2966513" y="39005"/>
                </a:lnTo>
                <a:lnTo>
                  <a:pt x="2954105" y="39005"/>
                </a:lnTo>
                <a:lnTo>
                  <a:pt x="2954105" y="81574"/>
                </a:lnTo>
                <a:cubicBezTo>
                  <a:pt x="2954105" y="85093"/>
                  <a:pt x="2954322" y="87355"/>
                  <a:pt x="2954756" y="88361"/>
                </a:cubicBezTo>
                <a:cubicBezTo>
                  <a:pt x="2955191" y="89366"/>
                  <a:pt x="2955899" y="90166"/>
                  <a:pt x="2956881" y="90760"/>
                </a:cubicBezTo>
                <a:cubicBezTo>
                  <a:pt x="2957864" y="91354"/>
                  <a:pt x="2959269" y="91651"/>
                  <a:pt x="2961097" y="91651"/>
                </a:cubicBezTo>
                <a:cubicBezTo>
                  <a:pt x="2962468" y="91651"/>
                  <a:pt x="2964273" y="91491"/>
                  <a:pt x="2966513" y="91171"/>
                </a:cubicBezTo>
                <a:close/>
                <a:moveTo>
                  <a:pt x="2973146" y="80478"/>
                </a:moveTo>
                <a:lnTo>
                  <a:pt x="2985348" y="78558"/>
                </a:lnTo>
                <a:cubicBezTo>
                  <a:pt x="2986034" y="83448"/>
                  <a:pt x="2987942" y="87196"/>
                  <a:pt x="2991072" y="89800"/>
                </a:cubicBezTo>
                <a:cubicBezTo>
                  <a:pt x="2994203" y="92405"/>
                  <a:pt x="2998578" y="93708"/>
                  <a:pt x="3004199" y="93708"/>
                </a:cubicBezTo>
                <a:cubicBezTo>
                  <a:pt x="3009866" y="93708"/>
                  <a:pt x="3014071" y="92554"/>
                  <a:pt x="3016813" y="90246"/>
                </a:cubicBezTo>
                <a:cubicBezTo>
                  <a:pt x="3019555" y="87938"/>
                  <a:pt x="3020926" y="85230"/>
                  <a:pt x="3020926" y="82123"/>
                </a:cubicBezTo>
                <a:cubicBezTo>
                  <a:pt x="3020926" y="79335"/>
                  <a:pt x="3019715" y="77142"/>
                  <a:pt x="3017293" y="75542"/>
                </a:cubicBezTo>
                <a:cubicBezTo>
                  <a:pt x="3015602" y="74445"/>
                  <a:pt x="3011397" y="73051"/>
                  <a:pt x="3004679" y="71360"/>
                </a:cubicBezTo>
                <a:cubicBezTo>
                  <a:pt x="2995631" y="69075"/>
                  <a:pt x="2989358" y="67099"/>
                  <a:pt x="2985862" y="65431"/>
                </a:cubicBezTo>
                <a:cubicBezTo>
                  <a:pt x="2982366" y="63763"/>
                  <a:pt x="2979716" y="61455"/>
                  <a:pt x="2977911" y="58507"/>
                </a:cubicBezTo>
                <a:cubicBezTo>
                  <a:pt x="2976105" y="55560"/>
                  <a:pt x="2975203" y="52304"/>
                  <a:pt x="2975203" y="48739"/>
                </a:cubicBezTo>
                <a:cubicBezTo>
                  <a:pt x="2975203" y="45494"/>
                  <a:pt x="2975946" y="42490"/>
                  <a:pt x="2977431" y="39725"/>
                </a:cubicBezTo>
                <a:cubicBezTo>
                  <a:pt x="2978916" y="36960"/>
                  <a:pt x="2980938" y="34663"/>
                  <a:pt x="2983497" y="32835"/>
                </a:cubicBezTo>
                <a:cubicBezTo>
                  <a:pt x="2985417" y="31419"/>
                  <a:pt x="2988033" y="30219"/>
                  <a:pt x="2991346" y="29237"/>
                </a:cubicBezTo>
                <a:cubicBezTo>
                  <a:pt x="2994660" y="28254"/>
                  <a:pt x="2998213" y="27763"/>
                  <a:pt x="3002006" y="27763"/>
                </a:cubicBezTo>
                <a:cubicBezTo>
                  <a:pt x="3007718" y="27763"/>
                  <a:pt x="3012734" y="28585"/>
                  <a:pt x="3017053" y="30231"/>
                </a:cubicBezTo>
                <a:cubicBezTo>
                  <a:pt x="3021371" y="31876"/>
                  <a:pt x="3024559" y="34104"/>
                  <a:pt x="3026615" y="36914"/>
                </a:cubicBezTo>
                <a:cubicBezTo>
                  <a:pt x="3028672" y="39725"/>
                  <a:pt x="3030089" y="43484"/>
                  <a:pt x="3030865" y="48191"/>
                </a:cubicBezTo>
                <a:lnTo>
                  <a:pt x="3018801" y="49836"/>
                </a:lnTo>
                <a:cubicBezTo>
                  <a:pt x="3018252" y="46088"/>
                  <a:pt x="3016664" y="43164"/>
                  <a:pt x="3014036" y="41061"/>
                </a:cubicBezTo>
                <a:cubicBezTo>
                  <a:pt x="3011409" y="38959"/>
                  <a:pt x="3007696" y="37908"/>
                  <a:pt x="3002897" y="37908"/>
                </a:cubicBezTo>
                <a:cubicBezTo>
                  <a:pt x="2997230" y="37908"/>
                  <a:pt x="2993186" y="38845"/>
                  <a:pt x="2990764" y="40719"/>
                </a:cubicBezTo>
                <a:cubicBezTo>
                  <a:pt x="2988342" y="42592"/>
                  <a:pt x="2987131" y="44786"/>
                  <a:pt x="2987131" y="47299"/>
                </a:cubicBezTo>
                <a:cubicBezTo>
                  <a:pt x="2987131" y="48899"/>
                  <a:pt x="2987633" y="50338"/>
                  <a:pt x="2988639" y="51618"/>
                </a:cubicBezTo>
                <a:cubicBezTo>
                  <a:pt x="2989644" y="52943"/>
                  <a:pt x="2991221" y="54040"/>
                  <a:pt x="2993369" y="54908"/>
                </a:cubicBezTo>
                <a:cubicBezTo>
                  <a:pt x="2994603" y="55365"/>
                  <a:pt x="2998236" y="56417"/>
                  <a:pt x="3004268" y="58062"/>
                </a:cubicBezTo>
                <a:cubicBezTo>
                  <a:pt x="3012997" y="60392"/>
                  <a:pt x="3019086" y="62300"/>
                  <a:pt x="3022537" y="63786"/>
                </a:cubicBezTo>
                <a:cubicBezTo>
                  <a:pt x="3025987" y="65271"/>
                  <a:pt x="3028695" y="67430"/>
                  <a:pt x="3030660" y="70264"/>
                </a:cubicBezTo>
                <a:cubicBezTo>
                  <a:pt x="3032625" y="73097"/>
                  <a:pt x="3033607" y="76616"/>
                  <a:pt x="3033607" y="80820"/>
                </a:cubicBezTo>
                <a:cubicBezTo>
                  <a:pt x="3033607" y="84933"/>
                  <a:pt x="3032408" y="88806"/>
                  <a:pt x="3030009" y="92440"/>
                </a:cubicBezTo>
                <a:cubicBezTo>
                  <a:pt x="3027609" y="96073"/>
                  <a:pt x="3024148" y="98883"/>
                  <a:pt x="3019623" y="100871"/>
                </a:cubicBezTo>
                <a:cubicBezTo>
                  <a:pt x="3015099" y="102859"/>
                  <a:pt x="3009981" y="103853"/>
                  <a:pt x="3004268" y="103853"/>
                </a:cubicBezTo>
                <a:cubicBezTo>
                  <a:pt x="2994808" y="103853"/>
                  <a:pt x="2987599" y="101888"/>
                  <a:pt x="2982641" y="97958"/>
                </a:cubicBezTo>
                <a:cubicBezTo>
                  <a:pt x="2977682" y="94028"/>
                  <a:pt x="2974517" y="88201"/>
                  <a:pt x="2973146" y="804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ismorelikelytobetrue?">
            <a:extLst xmlns:a="http://schemas.openxmlformats.org/drawingml/2006/main">
              <a:ext uri="{FF2B5EF4-FFF2-40B4-BE49-F238E27FC236}">
                <a16:creationId xmlns:a16="http://schemas.microsoft.com/office/drawing/2014/main" id="{077FB5FF-746D-46BA-BAE7-A13C69C5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303" y="6178504"/>
            <a:ext cx="1498309" cy="131753"/>
          </a:xfrm>
          <a:custGeom xmlns:a="http://schemas.openxmlformats.org/drawingml/2006/main">
            <a:pathLst>
              <a:path w="1498309" h="131753">
                <a:moveTo>
                  <a:pt x="0" y="15904"/>
                </a:moveTo>
                <a:lnTo>
                  <a:pt x="0" y="1714"/>
                </a:lnTo>
                <a:lnTo>
                  <a:pt x="12339" y="1714"/>
                </a:lnTo>
                <a:lnTo>
                  <a:pt x="12339" y="15904"/>
                </a:lnTo>
                <a:lnTo>
                  <a:pt x="0" y="15904"/>
                </a:lnTo>
                <a:moveTo>
                  <a:pt x="0" y="102208"/>
                </a:moveTo>
                <a:lnTo>
                  <a:pt x="0" y="29408"/>
                </a:lnTo>
                <a:lnTo>
                  <a:pt x="12339" y="29408"/>
                </a:lnTo>
                <a:lnTo>
                  <a:pt x="12339" y="102208"/>
                </a:lnTo>
                <a:lnTo>
                  <a:pt x="0" y="102208"/>
                </a:lnTo>
                <a:close/>
                <a:moveTo>
                  <a:pt x="26471" y="80478"/>
                </a:moveTo>
                <a:lnTo>
                  <a:pt x="38673" y="78558"/>
                </a:lnTo>
                <a:cubicBezTo>
                  <a:pt x="39359" y="83448"/>
                  <a:pt x="41267" y="87196"/>
                  <a:pt x="44397" y="89800"/>
                </a:cubicBezTo>
                <a:cubicBezTo>
                  <a:pt x="47527" y="92405"/>
                  <a:pt x="51903" y="93708"/>
                  <a:pt x="57524" y="93708"/>
                </a:cubicBezTo>
                <a:cubicBezTo>
                  <a:pt x="63191" y="93708"/>
                  <a:pt x="67396" y="92554"/>
                  <a:pt x="70138" y="90246"/>
                </a:cubicBezTo>
                <a:cubicBezTo>
                  <a:pt x="72880" y="87938"/>
                  <a:pt x="74251" y="85230"/>
                  <a:pt x="74251" y="82123"/>
                </a:cubicBezTo>
                <a:cubicBezTo>
                  <a:pt x="74251" y="79335"/>
                  <a:pt x="73039" y="77142"/>
                  <a:pt x="70617" y="75542"/>
                </a:cubicBezTo>
                <a:cubicBezTo>
                  <a:pt x="68926" y="74445"/>
                  <a:pt x="64722" y="73051"/>
                  <a:pt x="58004" y="71360"/>
                </a:cubicBezTo>
                <a:cubicBezTo>
                  <a:pt x="48956" y="69075"/>
                  <a:pt x="42683" y="67099"/>
                  <a:pt x="39187" y="65431"/>
                </a:cubicBezTo>
                <a:cubicBezTo>
                  <a:pt x="35691" y="63763"/>
                  <a:pt x="33041" y="61455"/>
                  <a:pt x="31235" y="58507"/>
                </a:cubicBezTo>
                <a:cubicBezTo>
                  <a:pt x="29430" y="55560"/>
                  <a:pt x="28528" y="52304"/>
                  <a:pt x="28528" y="48739"/>
                </a:cubicBezTo>
                <a:cubicBezTo>
                  <a:pt x="28528" y="45494"/>
                  <a:pt x="29270" y="42490"/>
                  <a:pt x="30756" y="39725"/>
                </a:cubicBezTo>
                <a:cubicBezTo>
                  <a:pt x="32241" y="36960"/>
                  <a:pt x="34263" y="34663"/>
                  <a:pt x="36822" y="32835"/>
                </a:cubicBezTo>
                <a:cubicBezTo>
                  <a:pt x="38742" y="31419"/>
                  <a:pt x="41358" y="30219"/>
                  <a:pt x="44671" y="29237"/>
                </a:cubicBezTo>
                <a:cubicBezTo>
                  <a:pt x="47984" y="28254"/>
                  <a:pt x="51538" y="27763"/>
                  <a:pt x="55331" y="27763"/>
                </a:cubicBezTo>
                <a:cubicBezTo>
                  <a:pt x="61043" y="27763"/>
                  <a:pt x="66059" y="28585"/>
                  <a:pt x="70377" y="30231"/>
                </a:cubicBezTo>
                <a:cubicBezTo>
                  <a:pt x="74696" y="31876"/>
                  <a:pt x="77884" y="34104"/>
                  <a:pt x="79940" y="36914"/>
                </a:cubicBezTo>
                <a:cubicBezTo>
                  <a:pt x="81997" y="39725"/>
                  <a:pt x="83413" y="43484"/>
                  <a:pt x="84190" y="48191"/>
                </a:cubicBezTo>
                <a:lnTo>
                  <a:pt x="72125" y="49836"/>
                </a:lnTo>
                <a:cubicBezTo>
                  <a:pt x="71577" y="46088"/>
                  <a:pt x="69989" y="43164"/>
                  <a:pt x="67361" y="41061"/>
                </a:cubicBezTo>
                <a:cubicBezTo>
                  <a:pt x="64734" y="38959"/>
                  <a:pt x="61020" y="37908"/>
                  <a:pt x="56222" y="37908"/>
                </a:cubicBezTo>
                <a:cubicBezTo>
                  <a:pt x="50555" y="37908"/>
                  <a:pt x="46511" y="38845"/>
                  <a:pt x="44089" y="40719"/>
                </a:cubicBezTo>
                <a:cubicBezTo>
                  <a:pt x="41666" y="42592"/>
                  <a:pt x="40455" y="44786"/>
                  <a:pt x="40455" y="47299"/>
                </a:cubicBezTo>
                <a:cubicBezTo>
                  <a:pt x="40455" y="48899"/>
                  <a:pt x="40958" y="50338"/>
                  <a:pt x="41964" y="51618"/>
                </a:cubicBezTo>
                <a:cubicBezTo>
                  <a:pt x="42969" y="52943"/>
                  <a:pt x="44546" y="54040"/>
                  <a:pt x="46693" y="54908"/>
                </a:cubicBezTo>
                <a:cubicBezTo>
                  <a:pt x="47927" y="55365"/>
                  <a:pt x="51560" y="56417"/>
                  <a:pt x="57593" y="58062"/>
                </a:cubicBezTo>
                <a:cubicBezTo>
                  <a:pt x="66322" y="60392"/>
                  <a:pt x="72411" y="62300"/>
                  <a:pt x="75861" y="63786"/>
                </a:cubicBezTo>
                <a:cubicBezTo>
                  <a:pt x="79312" y="65271"/>
                  <a:pt x="82020" y="67430"/>
                  <a:pt x="83985" y="70264"/>
                </a:cubicBezTo>
                <a:cubicBezTo>
                  <a:pt x="85950" y="73097"/>
                  <a:pt x="86932" y="76616"/>
                  <a:pt x="86932" y="80820"/>
                </a:cubicBezTo>
                <a:cubicBezTo>
                  <a:pt x="86932" y="84933"/>
                  <a:pt x="85733" y="88806"/>
                  <a:pt x="83333" y="92440"/>
                </a:cubicBezTo>
                <a:cubicBezTo>
                  <a:pt x="80934" y="96073"/>
                  <a:pt x="77472" y="98883"/>
                  <a:pt x="72948" y="100871"/>
                </a:cubicBezTo>
                <a:cubicBezTo>
                  <a:pt x="68424" y="102859"/>
                  <a:pt x="63305" y="103853"/>
                  <a:pt x="57593" y="103853"/>
                </a:cubicBezTo>
                <a:cubicBezTo>
                  <a:pt x="48133" y="103853"/>
                  <a:pt x="40924" y="101888"/>
                  <a:pt x="35965" y="97958"/>
                </a:cubicBezTo>
                <a:cubicBezTo>
                  <a:pt x="31007" y="94028"/>
                  <a:pt x="27842" y="88201"/>
                  <a:pt x="26471" y="80478"/>
                </a:cubicBezTo>
                <a:close/>
                <a:moveTo>
                  <a:pt x="139845" y="102208"/>
                </a:moveTo>
                <a:lnTo>
                  <a:pt x="139845" y="29408"/>
                </a:lnTo>
                <a:lnTo>
                  <a:pt x="150881" y="29408"/>
                </a:lnTo>
                <a:lnTo>
                  <a:pt x="150881" y="39622"/>
                </a:lnTo>
                <a:cubicBezTo>
                  <a:pt x="153166" y="36057"/>
                  <a:pt x="156205" y="33190"/>
                  <a:pt x="159998" y="31019"/>
                </a:cubicBezTo>
                <a:cubicBezTo>
                  <a:pt x="163791" y="28848"/>
                  <a:pt x="168110" y="27763"/>
                  <a:pt x="172954" y="27763"/>
                </a:cubicBezTo>
                <a:cubicBezTo>
                  <a:pt x="178347" y="27763"/>
                  <a:pt x="182768" y="28882"/>
                  <a:pt x="186219" y="31122"/>
                </a:cubicBezTo>
                <a:cubicBezTo>
                  <a:pt x="189669" y="33361"/>
                  <a:pt x="192103" y="36491"/>
                  <a:pt x="193519" y="40513"/>
                </a:cubicBezTo>
                <a:cubicBezTo>
                  <a:pt x="199277" y="32013"/>
                  <a:pt x="206772" y="27763"/>
                  <a:pt x="216004" y="27763"/>
                </a:cubicBezTo>
                <a:cubicBezTo>
                  <a:pt x="223224" y="27763"/>
                  <a:pt x="228777" y="29762"/>
                  <a:pt x="232661" y="33761"/>
                </a:cubicBezTo>
                <a:cubicBezTo>
                  <a:pt x="236546" y="37760"/>
                  <a:pt x="238488" y="43918"/>
                  <a:pt x="238488" y="52235"/>
                </a:cubicBezTo>
                <a:lnTo>
                  <a:pt x="238488" y="102208"/>
                </a:lnTo>
                <a:lnTo>
                  <a:pt x="226218" y="102208"/>
                </a:lnTo>
                <a:lnTo>
                  <a:pt x="226218" y="56348"/>
                </a:lnTo>
                <a:cubicBezTo>
                  <a:pt x="226218" y="51412"/>
                  <a:pt x="225818" y="47859"/>
                  <a:pt x="225018" y="45689"/>
                </a:cubicBezTo>
                <a:cubicBezTo>
                  <a:pt x="224218" y="43518"/>
                  <a:pt x="222767" y="41770"/>
                  <a:pt x="220665" y="40444"/>
                </a:cubicBezTo>
                <a:cubicBezTo>
                  <a:pt x="218563" y="39119"/>
                  <a:pt x="216095" y="38457"/>
                  <a:pt x="213262" y="38457"/>
                </a:cubicBezTo>
                <a:cubicBezTo>
                  <a:pt x="208143" y="38457"/>
                  <a:pt x="203893" y="40159"/>
                  <a:pt x="200511" y="43563"/>
                </a:cubicBezTo>
                <a:cubicBezTo>
                  <a:pt x="197130" y="46968"/>
                  <a:pt x="195439" y="52418"/>
                  <a:pt x="195439" y="59913"/>
                </a:cubicBezTo>
                <a:lnTo>
                  <a:pt x="195439" y="102208"/>
                </a:lnTo>
                <a:lnTo>
                  <a:pt x="183100" y="102208"/>
                </a:lnTo>
                <a:lnTo>
                  <a:pt x="183100" y="54908"/>
                </a:lnTo>
                <a:cubicBezTo>
                  <a:pt x="183100" y="49424"/>
                  <a:pt x="182094" y="45312"/>
                  <a:pt x="180083" y="42570"/>
                </a:cubicBezTo>
                <a:cubicBezTo>
                  <a:pt x="178073" y="39828"/>
                  <a:pt x="174782" y="38457"/>
                  <a:pt x="170212" y="38457"/>
                </a:cubicBezTo>
                <a:cubicBezTo>
                  <a:pt x="166739" y="38457"/>
                  <a:pt x="163529" y="39371"/>
                  <a:pt x="160581" y="41199"/>
                </a:cubicBezTo>
                <a:cubicBezTo>
                  <a:pt x="157633" y="43027"/>
                  <a:pt x="155497" y="45700"/>
                  <a:pt x="154172" y="49219"/>
                </a:cubicBezTo>
                <a:cubicBezTo>
                  <a:pt x="152846" y="52738"/>
                  <a:pt x="152184" y="57810"/>
                  <a:pt x="152184" y="64437"/>
                </a:cubicBezTo>
                <a:lnTo>
                  <a:pt x="152184" y="102208"/>
                </a:lnTo>
                <a:lnTo>
                  <a:pt x="139845" y="102208"/>
                </a:lnTo>
                <a:close/>
                <a:moveTo>
                  <a:pt x="251523" y="65808"/>
                </a:moveTo>
                <a:cubicBezTo>
                  <a:pt x="251523" y="52326"/>
                  <a:pt x="255271" y="42341"/>
                  <a:pt x="262766" y="35852"/>
                </a:cubicBezTo>
                <a:cubicBezTo>
                  <a:pt x="269027" y="30459"/>
                  <a:pt x="276658" y="27763"/>
                  <a:pt x="285661" y="27763"/>
                </a:cubicBezTo>
                <a:cubicBezTo>
                  <a:pt x="295670" y="27763"/>
                  <a:pt x="303850" y="31042"/>
                  <a:pt x="310202" y="37600"/>
                </a:cubicBezTo>
                <a:cubicBezTo>
                  <a:pt x="316555" y="44158"/>
                  <a:pt x="319731" y="53218"/>
                  <a:pt x="319731" y="64780"/>
                </a:cubicBezTo>
                <a:cubicBezTo>
                  <a:pt x="319731" y="74148"/>
                  <a:pt x="318325" y="81517"/>
                  <a:pt x="315515" y="86887"/>
                </a:cubicBezTo>
                <a:cubicBezTo>
                  <a:pt x="312704" y="92257"/>
                  <a:pt x="308614" y="96427"/>
                  <a:pt x="303244" y="99397"/>
                </a:cubicBezTo>
                <a:cubicBezTo>
                  <a:pt x="297875" y="102368"/>
                  <a:pt x="292014" y="103853"/>
                  <a:pt x="285661" y="103853"/>
                </a:cubicBezTo>
                <a:cubicBezTo>
                  <a:pt x="275470" y="103853"/>
                  <a:pt x="267233" y="100586"/>
                  <a:pt x="260949" y="94051"/>
                </a:cubicBezTo>
                <a:cubicBezTo>
                  <a:pt x="254665" y="87515"/>
                  <a:pt x="251523" y="78101"/>
                  <a:pt x="251523" y="65808"/>
                </a:cubicBezTo>
                <a:moveTo>
                  <a:pt x="264205" y="65808"/>
                </a:moveTo>
                <a:cubicBezTo>
                  <a:pt x="264205" y="75131"/>
                  <a:pt x="266239" y="82111"/>
                  <a:pt x="270306" y="86750"/>
                </a:cubicBezTo>
                <a:cubicBezTo>
                  <a:pt x="274373" y="91388"/>
                  <a:pt x="279492" y="93708"/>
                  <a:pt x="285661" y="93708"/>
                </a:cubicBezTo>
                <a:cubicBezTo>
                  <a:pt x="291785" y="93708"/>
                  <a:pt x="296881" y="91377"/>
                  <a:pt x="300948" y="86716"/>
                </a:cubicBezTo>
                <a:cubicBezTo>
                  <a:pt x="305015" y="82054"/>
                  <a:pt x="307049" y="74948"/>
                  <a:pt x="307049" y="65397"/>
                </a:cubicBezTo>
                <a:cubicBezTo>
                  <a:pt x="307049" y="56394"/>
                  <a:pt x="305004" y="49573"/>
                  <a:pt x="300914" y="44934"/>
                </a:cubicBezTo>
                <a:cubicBezTo>
                  <a:pt x="296824" y="40296"/>
                  <a:pt x="291739" y="37977"/>
                  <a:pt x="285661" y="37977"/>
                </a:cubicBezTo>
                <a:cubicBezTo>
                  <a:pt x="279492" y="37977"/>
                  <a:pt x="274373" y="40285"/>
                  <a:pt x="270306" y="44900"/>
                </a:cubicBezTo>
                <a:cubicBezTo>
                  <a:pt x="266239" y="49516"/>
                  <a:pt x="264205" y="56485"/>
                  <a:pt x="264205" y="65808"/>
                </a:cubicBezTo>
                <a:close/>
                <a:moveTo>
                  <a:pt x="333784" y="102208"/>
                </a:moveTo>
                <a:lnTo>
                  <a:pt x="333784" y="29408"/>
                </a:lnTo>
                <a:lnTo>
                  <a:pt x="344889" y="29408"/>
                </a:lnTo>
                <a:lnTo>
                  <a:pt x="344889" y="40444"/>
                </a:lnTo>
                <a:cubicBezTo>
                  <a:pt x="347722" y="35280"/>
                  <a:pt x="350338" y="31876"/>
                  <a:pt x="352738" y="30231"/>
                </a:cubicBezTo>
                <a:cubicBezTo>
                  <a:pt x="355137" y="28585"/>
                  <a:pt x="357776" y="27763"/>
                  <a:pt x="360655" y="27763"/>
                </a:cubicBezTo>
                <a:cubicBezTo>
                  <a:pt x="364814" y="27763"/>
                  <a:pt x="369041" y="29088"/>
                  <a:pt x="373337" y="31739"/>
                </a:cubicBezTo>
                <a:lnTo>
                  <a:pt x="369087" y="43186"/>
                </a:lnTo>
                <a:cubicBezTo>
                  <a:pt x="366071" y="41404"/>
                  <a:pt x="363054" y="40513"/>
                  <a:pt x="360038" y="40513"/>
                </a:cubicBezTo>
                <a:cubicBezTo>
                  <a:pt x="357342" y="40513"/>
                  <a:pt x="354920" y="41324"/>
                  <a:pt x="352772" y="42947"/>
                </a:cubicBezTo>
                <a:cubicBezTo>
                  <a:pt x="350624" y="44569"/>
                  <a:pt x="349093" y="46820"/>
                  <a:pt x="348179" y="49699"/>
                </a:cubicBezTo>
                <a:cubicBezTo>
                  <a:pt x="346808" y="54086"/>
                  <a:pt x="346123" y="58884"/>
                  <a:pt x="346123" y="64094"/>
                </a:cubicBezTo>
                <a:lnTo>
                  <a:pt x="346123" y="102208"/>
                </a:lnTo>
                <a:lnTo>
                  <a:pt x="333784" y="102208"/>
                </a:lnTo>
                <a:close/>
                <a:moveTo>
                  <a:pt x="430113" y="78764"/>
                </a:moveTo>
                <a:lnTo>
                  <a:pt x="442864" y="80341"/>
                </a:lnTo>
                <a:cubicBezTo>
                  <a:pt x="440853" y="87790"/>
                  <a:pt x="437128" y="93571"/>
                  <a:pt x="431690" y="97684"/>
                </a:cubicBezTo>
                <a:cubicBezTo>
                  <a:pt x="426252" y="101797"/>
                  <a:pt x="419305" y="103853"/>
                  <a:pt x="410851" y="103853"/>
                </a:cubicBezTo>
                <a:cubicBezTo>
                  <a:pt x="400203" y="103853"/>
                  <a:pt x="391760" y="100574"/>
                  <a:pt x="385522" y="94016"/>
                </a:cubicBezTo>
                <a:cubicBezTo>
                  <a:pt x="379284" y="87458"/>
                  <a:pt x="376165" y="78261"/>
                  <a:pt x="376165" y="66425"/>
                </a:cubicBezTo>
                <a:cubicBezTo>
                  <a:pt x="376165" y="54177"/>
                  <a:pt x="379318" y="44672"/>
                  <a:pt x="385624" y="37908"/>
                </a:cubicBezTo>
                <a:cubicBezTo>
                  <a:pt x="391931" y="31145"/>
                  <a:pt x="400111" y="27763"/>
                  <a:pt x="410165" y="27763"/>
                </a:cubicBezTo>
                <a:cubicBezTo>
                  <a:pt x="419899" y="27763"/>
                  <a:pt x="427851" y="31076"/>
                  <a:pt x="434021" y="37702"/>
                </a:cubicBezTo>
                <a:cubicBezTo>
                  <a:pt x="440190" y="44329"/>
                  <a:pt x="443275" y="53652"/>
                  <a:pt x="443275" y="65671"/>
                </a:cubicBezTo>
                <a:cubicBezTo>
                  <a:pt x="443275" y="66402"/>
                  <a:pt x="443252" y="67499"/>
                  <a:pt x="443206" y="68961"/>
                </a:cubicBezTo>
                <a:lnTo>
                  <a:pt x="388915" y="68961"/>
                </a:lnTo>
                <a:cubicBezTo>
                  <a:pt x="389372" y="76959"/>
                  <a:pt x="391634" y="83083"/>
                  <a:pt x="395701" y="87333"/>
                </a:cubicBezTo>
                <a:cubicBezTo>
                  <a:pt x="399769" y="91583"/>
                  <a:pt x="404841" y="93708"/>
                  <a:pt x="410919" y="93708"/>
                </a:cubicBezTo>
                <a:cubicBezTo>
                  <a:pt x="415444" y="93708"/>
                  <a:pt x="419305" y="92520"/>
                  <a:pt x="422504" y="90143"/>
                </a:cubicBezTo>
                <a:cubicBezTo>
                  <a:pt x="425703" y="87767"/>
                  <a:pt x="428240" y="83974"/>
                  <a:pt x="430113" y="78764"/>
                </a:cubicBezTo>
                <a:moveTo>
                  <a:pt x="389600" y="58816"/>
                </a:moveTo>
                <a:lnTo>
                  <a:pt x="430250" y="58816"/>
                </a:lnTo>
                <a:cubicBezTo>
                  <a:pt x="429702" y="52692"/>
                  <a:pt x="428148" y="48099"/>
                  <a:pt x="425589" y="45037"/>
                </a:cubicBezTo>
                <a:cubicBezTo>
                  <a:pt x="421659" y="40285"/>
                  <a:pt x="416563" y="37908"/>
                  <a:pt x="410302" y="37908"/>
                </a:cubicBezTo>
                <a:cubicBezTo>
                  <a:pt x="404636" y="37908"/>
                  <a:pt x="399871" y="39805"/>
                  <a:pt x="396010" y="43598"/>
                </a:cubicBezTo>
                <a:cubicBezTo>
                  <a:pt x="392148" y="47391"/>
                  <a:pt x="390012" y="52464"/>
                  <a:pt x="389600" y="58816"/>
                </a:cubicBezTo>
                <a:close/>
                <a:moveTo>
                  <a:pt x="496302" y="102208"/>
                </a:moveTo>
                <a:lnTo>
                  <a:pt x="496302" y="1714"/>
                </a:lnTo>
                <a:lnTo>
                  <a:pt x="508641" y="1714"/>
                </a:lnTo>
                <a:lnTo>
                  <a:pt x="508641" y="102208"/>
                </a:lnTo>
                <a:lnTo>
                  <a:pt x="496302" y="102208"/>
                </a:lnTo>
                <a:close/>
                <a:moveTo>
                  <a:pt x="528120" y="15904"/>
                </a:moveTo>
                <a:lnTo>
                  <a:pt x="528120" y="1714"/>
                </a:lnTo>
                <a:lnTo>
                  <a:pt x="540459" y="1714"/>
                </a:lnTo>
                <a:lnTo>
                  <a:pt x="540459" y="15904"/>
                </a:lnTo>
                <a:lnTo>
                  <a:pt x="528120" y="15904"/>
                </a:lnTo>
                <a:moveTo>
                  <a:pt x="528120" y="102208"/>
                </a:moveTo>
                <a:lnTo>
                  <a:pt x="528120" y="29408"/>
                </a:lnTo>
                <a:lnTo>
                  <a:pt x="540459" y="29408"/>
                </a:lnTo>
                <a:lnTo>
                  <a:pt x="540459" y="102208"/>
                </a:lnTo>
                <a:lnTo>
                  <a:pt x="528120" y="102208"/>
                </a:lnTo>
                <a:close/>
                <a:moveTo>
                  <a:pt x="559596" y="102208"/>
                </a:moveTo>
                <a:lnTo>
                  <a:pt x="559596" y="1714"/>
                </a:lnTo>
                <a:lnTo>
                  <a:pt x="571935" y="1714"/>
                </a:lnTo>
                <a:lnTo>
                  <a:pt x="571935" y="59021"/>
                </a:lnTo>
                <a:lnTo>
                  <a:pt x="601137" y="29408"/>
                </a:lnTo>
                <a:lnTo>
                  <a:pt x="617109" y="29408"/>
                </a:lnTo>
                <a:lnTo>
                  <a:pt x="589278" y="56417"/>
                </a:lnTo>
                <a:lnTo>
                  <a:pt x="619920" y="102208"/>
                </a:lnTo>
                <a:lnTo>
                  <a:pt x="604702" y="102208"/>
                </a:lnTo>
                <a:lnTo>
                  <a:pt x="580640" y="64985"/>
                </a:lnTo>
                <a:lnTo>
                  <a:pt x="571935" y="73348"/>
                </a:lnTo>
                <a:lnTo>
                  <a:pt x="571935" y="102208"/>
                </a:lnTo>
                <a:lnTo>
                  <a:pt x="559596" y="102208"/>
                </a:lnTo>
                <a:close/>
                <a:moveTo>
                  <a:pt x="679306" y="78764"/>
                </a:moveTo>
                <a:lnTo>
                  <a:pt x="692056" y="80341"/>
                </a:lnTo>
                <a:cubicBezTo>
                  <a:pt x="690045" y="87790"/>
                  <a:pt x="686321" y="93571"/>
                  <a:pt x="680882" y="97684"/>
                </a:cubicBezTo>
                <a:cubicBezTo>
                  <a:pt x="675444" y="101797"/>
                  <a:pt x="668498" y="103853"/>
                  <a:pt x="660043" y="103853"/>
                </a:cubicBezTo>
                <a:cubicBezTo>
                  <a:pt x="649395" y="103853"/>
                  <a:pt x="640952" y="100574"/>
                  <a:pt x="634714" y="94016"/>
                </a:cubicBezTo>
                <a:cubicBezTo>
                  <a:pt x="628476" y="87458"/>
                  <a:pt x="625357" y="78261"/>
                  <a:pt x="625357" y="66425"/>
                </a:cubicBezTo>
                <a:cubicBezTo>
                  <a:pt x="625357" y="54177"/>
                  <a:pt x="628510" y="44672"/>
                  <a:pt x="634817" y="37908"/>
                </a:cubicBezTo>
                <a:cubicBezTo>
                  <a:pt x="641123" y="31145"/>
                  <a:pt x="649304" y="27763"/>
                  <a:pt x="659358" y="27763"/>
                </a:cubicBezTo>
                <a:cubicBezTo>
                  <a:pt x="669092" y="27763"/>
                  <a:pt x="677043" y="31076"/>
                  <a:pt x="683213" y="37702"/>
                </a:cubicBezTo>
                <a:cubicBezTo>
                  <a:pt x="689382" y="44329"/>
                  <a:pt x="692467" y="53652"/>
                  <a:pt x="692467" y="65671"/>
                </a:cubicBezTo>
                <a:cubicBezTo>
                  <a:pt x="692467" y="66402"/>
                  <a:pt x="692444" y="67499"/>
                  <a:pt x="692399" y="68961"/>
                </a:cubicBezTo>
                <a:lnTo>
                  <a:pt x="638107" y="68961"/>
                </a:lnTo>
                <a:cubicBezTo>
                  <a:pt x="638564" y="76959"/>
                  <a:pt x="640826" y="83083"/>
                  <a:pt x="644894" y="87333"/>
                </a:cubicBezTo>
                <a:cubicBezTo>
                  <a:pt x="648961" y="91583"/>
                  <a:pt x="654034" y="93708"/>
                  <a:pt x="660112" y="93708"/>
                </a:cubicBezTo>
                <a:cubicBezTo>
                  <a:pt x="664636" y="93708"/>
                  <a:pt x="668498" y="92520"/>
                  <a:pt x="671697" y="90143"/>
                </a:cubicBezTo>
                <a:cubicBezTo>
                  <a:pt x="674896" y="87767"/>
                  <a:pt x="677432" y="83974"/>
                  <a:pt x="679306" y="78764"/>
                </a:cubicBezTo>
                <a:moveTo>
                  <a:pt x="638793" y="58816"/>
                </a:moveTo>
                <a:lnTo>
                  <a:pt x="679443" y="58816"/>
                </a:lnTo>
                <a:cubicBezTo>
                  <a:pt x="678894" y="52692"/>
                  <a:pt x="677341" y="48099"/>
                  <a:pt x="674781" y="45037"/>
                </a:cubicBezTo>
                <a:cubicBezTo>
                  <a:pt x="670851" y="40285"/>
                  <a:pt x="665756" y="37908"/>
                  <a:pt x="659495" y="37908"/>
                </a:cubicBezTo>
                <a:cubicBezTo>
                  <a:pt x="653828" y="37908"/>
                  <a:pt x="649064" y="39805"/>
                  <a:pt x="645202" y="43598"/>
                </a:cubicBezTo>
                <a:cubicBezTo>
                  <a:pt x="641340" y="47391"/>
                  <a:pt x="639204" y="52464"/>
                  <a:pt x="638793" y="58816"/>
                </a:cubicBezTo>
                <a:close/>
                <a:moveTo>
                  <a:pt x="707000" y="102208"/>
                </a:moveTo>
                <a:lnTo>
                  <a:pt x="707000" y="1714"/>
                </a:lnTo>
                <a:lnTo>
                  <a:pt x="719339" y="1714"/>
                </a:lnTo>
                <a:lnTo>
                  <a:pt x="719339" y="102208"/>
                </a:lnTo>
                <a:lnTo>
                  <a:pt x="707000" y="102208"/>
                </a:lnTo>
                <a:close/>
                <a:moveTo>
                  <a:pt x="738201" y="130245"/>
                </a:moveTo>
                <a:lnTo>
                  <a:pt x="736830" y="118660"/>
                </a:lnTo>
                <a:cubicBezTo>
                  <a:pt x="739526" y="119391"/>
                  <a:pt x="741880" y="119757"/>
                  <a:pt x="743891" y="119757"/>
                </a:cubicBezTo>
                <a:cubicBezTo>
                  <a:pt x="746633" y="119757"/>
                  <a:pt x="748826" y="119300"/>
                  <a:pt x="750472" y="118386"/>
                </a:cubicBezTo>
                <a:cubicBezTo>
                  <a:pt x="752117" y="117472"/>
                  <a:pt x="753465" y="116192"/>
                  <a:pt x="754516" y="114547"/>
                </a:cubicBezTo>
                <a:cubicBezTo>
                  <a:pt x="755293" y="113313"/>
                  <a:pt x="756550" y="110251"/>
                  <a:pt x="758286" y="105361"/>
                </a:cubicBezTo>
                <a:cubicBezTo>
                  <a:pt x="758515" y="104676"/>
                  <a:pt x="758880" y="103670"/>
                  <a:pt x="759383" y="102345"/>
                </a:cubicBezTo>
                <a:lnTo>
                  <a:pt x="731757" y="29408"/>
                </a:lnTo>
                <a:lnTo>
                  <a:pt x="745056" y="29408"/>
                </a:lnTo>
                <a:lnTo>
                  <a:pt x="760206" y="71566"/>
                </a:lnTo>
                <a:cubicBezTo>
                  <a:pt x="762171" y="76913"/>
                  <a:pt x="763930" y="82534"/>
                  <a:pt x="765484" y="88429"/>
                </a:cubicBezTo>
                <a:cubicBezTo>
                  <a:pt x="766901" y="82763"/>
                  <a:pt x="768592" y="77233"/>
                  <a:pt x="770557" y="71840"/>
                </a:cubicBezTo>
                <a:lnTo>
                  <a:pt x="786118" y="29408"/>
                </a:lnTo>
                <a:lnTo>
                  <a:pt x="798456" y="29408"/>
                </a:lnTo>
                <a:lnTo>
                  <a:pt x="770762" y="103442"/>
                </a:lnTo>
                <a:cubicBezTo>
                  <a:pt x="767792" y="111439"/>
                  <a:pt x="765484" y="116946"/>
                  <a:pt x="763839" y="119962"/>
                </a:cubicBezTo>
                <a:cubicBezTo>
                  <a:pt x="761645" y="124030"/>
                  <a:pt x="759132" y="127012"/>
                  <a:pt x="756298" y="128908"/>
                </a:cubicBezTo>
                <a:cubicBezTo>
                  <a:pt x="753465" y="130805"/>
                  <a:pt x="750083" y="131753"/>
                  <a:pt x="746153" y="131753"/>
                </a:cubicBezTo>
                <a:cubicBezTo>
                  <a:pt x="743776" y="131753"/>
                  <a:pt x="741126" y="131250"/>
                  <a:pt x="738201" y="130245"/>
                </a:cubicBezTo>
                <a:close/>
                <a:moveTo>
                  <a:pt x="874128" y="91171"/>
                </a:moveTo>
                <a:lnTo>
                  <a:pt x="875910" y="102071"/>
                </a:lnTo>
                <a:cubicBezTo>
                  <a:pt x="872437" y="102802"/>
                  <a:pt x="869329" y="103168"/>
                  <a:pt x="866587" y="103168"/>
                </a:cubicBezTo>
                <a:cubicBezTo>
                  <a:pt x="862109" y="103168"/>
                  <a:pt x="858635" y="102459"/>
                  <a:pt x="856168" y="101043"/>
                </a:cubicBezTo>
                <a:cubicBezTo>
                  <a:pt x="853700" y="99626"/>
                  <a:pt x="851963" y="97764"/>
                  <a:pt x="850958" y="95456"/>
                </a:cubicBezTo>
                <a:cubicBezTo>
                  <a:pt x="849952" y="93148"/>
                  <a:pt x="849450" y="88292"/>
                  <a:pt x="849450" y="80889"/>
                </a:cubicBezTo>
                <a:lnTo>
                  <a:pt x="849450" y="39005"/>
                </a:lnTo>
                <a:lnTo>
                  <a:pt x="840401" y="39005"/>
                </a:lnTo>
                <a:lnTo>
                  <a:pt x="840401" y="29408"/>
                </a:lnTo>
                <a:lnTo>
                  <a:pt x="849450" y="29408"/>
                </a:lnTo>
                <a:lnTo>
                  <a:pt x="849450" y="11379"/>
                </a:lnTo>
                <a:lnTo>
                  <a:pt x="861720" y="3976"/>
                </a:lnTo>
                <a:lnTo>
                  <a:pt x="861720" y="29408"/>
                </a:lnTo>
                <a:lnTo>
                  <a:pt x="874128" y="29408"/>
                </a:lnTo>
                <a:lnTo>
                  <a:pt x="874128" y="39005"/>
                </a:lnTo>
                <a:lnTo>
                  <a:pt x="861720" y="39005"/>
                </a:lnTo>
                <a:lnTo>
                  <a:pt x="861720" y="81574"/>
                </a:lnTo>
                <a:cubicBezTo>
                  <a:pt x="861720" y="85093"/>
                  <a:pt x="861937" y="87355"/>
                  <a:pt x="862371" y="88361"/>
                </a:cubicBezTo>
                <a:cubicBezTo>
                  <a:pt x="862806" y="89366"/>
                  <a:pt x="863514" y="90166"/>
                  <a:pt x="864496" y="90760"/>
                </a:cubicBezTo>
                <a:cubicBezTo>
                  <a:pt x="865479" y="91354"/>
                  <a:pt x="866884" y="91651"/>
                  <a:pt x="868712" y="91651"/>
                </a:cubicBezTo>
                <a:cubicBezTo>
                  <a:pt x="870083" y="91651"/>
                  <a:pt x="871888" y="91491"/>
                  <a:pt x="874128" y="91171"/>
                </a:cubicBezTo>
                <a:close/>
                <a:moveTo>
                  <a:pt x="881089" y="65808"/>
                </a:moveTo>
                <a:cubicBezTo>
                  <a:pt x="881089" y="52326"/>
                  <a:pt x="884837" y="42341"/>
                  <a:pt x="892331" y="35852"/>
                </a:cubicBezTo>
                <a:cubicBezTo>
                  <a:pt x="898592" y="30459"/>
                  <a:pt x="906224" y="27763"/>
                  <a:pt x="915227" y="27763"/>
                </a:cubicBezTo>
                <a:cubicBezTo>
                  <a:pt x="925235" y="27763"/>
                  <a:pt x="933416" y="31042"/>
                  <a:pt x="939768" y="37600"/>
                </a:cubicBezTo>
                <a:cubicBezTo>
                  <a:pt x="946120" y="44158"/>
                  <a:pt x="949296" y="53218"/>
                  <a:pt x="949296" y="64780"/>
                </a:cubicBezTo>
                <a:cubicBezTo>
                  <a:pt x="949296" y="74148"/>
                  <a:pt x="947891" y="81517"/>
                  <a:pt x="945081" y="86887"/>
                </a:cubicBezTo>
                <a:cubicBezTo>
                  <a:pt x="942270" y="92257"/>
                  <a:pt x="938180" y="96427"/>
                  <a:pt x="932810" y="99397"/>
                </a:cubicBezTo>
                <a:cubicBezTo>
                  <a:pt x="927440" y="102368"/>
                  <a:pt x="921579" y="103853"/>
                  <a:pt x="915227" y="103853"/>
                </a:cubicBezTo>
                <a:cubicBezTo>
                  <a:pt x="905036" y="103853"/>
                  <a:pt x="896799" y="100586"/>
                  <a:pt x="890515" y="94051"/>
                </a:cubicBezTo>
                <a:cubicBezTo>
                  <a:pt x="884231" y="87515"/>
                  <a:pt x="881089" y="78101"/>
                  <a:pt x="881089" y="65808"/>
                </a:cubicBezTo>
                <a:moveTo>
                  <a:pt x="893771" y="65808"/>
                </a:moveTo>
                <a:cubicBezTo>
                  <a:pt x="893771" y="75131"/>
                  <a:pt x="895805" y="82111"/>
                  <a:pt x="899872" y="86750"/>
                </a:cubicBezTo>
                <a:cubicBezTo>
                  <a:pt x="903939" y="91388"/>
                  <a:pt x="909058" y="93708"/>
                  <a:pt x="915227" y="93708"/>
                </a:cubicBezTo>
                <a:cubicBezTo>
                  <a:pt x="921351" y="93708"/>
                  <a:pt x="926447" y="91377"/>
                  <a:pt x="930514" y="86716"/>
                </a:cubicBezTo>
                <a:cubicBezTo>
                  <a:pt x="934581" y="82054"/>
                  <a:pt x="936615" y="74948"/>
                  <a:pt x="936615" y="65397"/>
                </a:cubicBezTo>
                <a:cubicBezTo>
                  <a:pt x="936615" y="56394"/>
                  <a:pt x="934570" y="49573"/>
                  <a:pt x="930480" y="44934"/>
                </a:cubicBezTo>
                <a:cubicBezTo>
                  <a:pt x="926389" y="40296"/>
                  <a:pt x="921305" y="37977"/>
                  <a:pt x="915227" y="37977"/>
                </a:cubicBezTo>
                <a:cubicBezTo>
                  <a:pt x="909058" y="37977"/>
                  <a:pt x="903939" y="40285"/>
                  <a:pt x="899872" y="44900"/>
                </a:cubicBezTo>
                <a:cubicBezTo>
                  <a:pt x="895805" y="49516"/>
                  <a:pt x="893771" y="56485"/>
                  <a:pt x="893771" y="65808"/>
                </a:cubicBezTo>
                <a:close/>
                <a:moveTo>
                  <a:pt x="1013361" y="102208"/>
                </a:moveTo>
                <a:lnTo>
                  <a:pt x="1001913" y="102208"/>
                </a:lnTo>
                <a:lnTo>
                  <a:pt x="1001913" y="1714"/>
                </a:lnTo>
                <a:lnTo>
                  <a:pt x="1014252" y="1714"/>
                </a:lnTo>
                <a:lnTo>
                  <a:pt x="1014252" y="37565"/>
                </a:lnTo>
                <a:cubicBezTo>
                  <a:pt x="1019462" y="31030"/>
                  <a:pt x="1026111" y="27763"/>
                  <a:pt x="1034200" y="27763"/>
                </a:cubicBezTo>
                <a:cubicBezTo>
                  <a:pt x="1038679" y="27763"/>
                  <a:pt x="1042917" y="28665"/>
                  <a:pt x="1046916" y="30470"/>
                </a:cubicBezTo>
                <a:cubicBezTo>
                  <a:pt x="1050915" y="32276"/>
                  <a:pt x="1054205" y="34812"/>
                  <a:pt x="1056787" y="38079"/>
                </a:cubicBezTo>
                <a:cubicBezTo>
                  <a:pt x="1059369" y="41347"/>
                  <a:pt x="1061391" y="45289"/>
                  <a:pt x="1062854" y="49904"/>
                </a:cubicBezTo>
                <a:cubicBezTo>
                  <a:pt x="1064316" y="54520"/>
                  <a:pt x="1065047" y="59456"/>
                  <a:pt x="1065047" y="64711"/>
                </a:cubicBezTo>
                <a:cubicBezTo>
                  <a:pt x="1065047" y="77187"/>
                  <a:pt x="1061963" y="86830"/>
                  <a:pt x="1055793" y="93639"/>
                </a:cubicBezTo>
                <a:cubicBezTo>
                  <a:pt x="1049624" y="100448"/>
                  <a:pt x="1042220" y="103853"/>
                  <a:pt x="1033583" y="103853"/>
                </a:cubicBezTo>
                <a:cubicBezTo>
                  <a:pt x="1024991" y="103853"/>
                  <a:pt x="1018251" y="100266"/>
                  <a:pt x="1013361" y="93091"/>
                </a:cubicBezTo>
                <a:lnTo>
                  <a:pt x="1013361" y="102208"/>
                </a:lnTo>
                <a:moveTo>
                  <a:pt x="1013224" y="65260"/>
                </a:moveTo>
                <a:cubicBezTo>
                  <a:pt x="1013224" y="73988"/>
                  <a:pt x="1014412" y="80295"/>
                  <a:pt x="1016788" y="84179"/>
                </a:cubicBezTo>
                <a:cubicBezTo>
                  <a:pt x="1020673" y="90532"/>
                  <a:pt x="1025928" y="93708"/>
                  <a:pt x="1032555" y="93708"/>
                </a:cubicBezTo>
                <a:cubicBezTo>
                  <a:pt x="1037947" y="93708"/>
                  <a:pt x="1042609" y="91366"/>
                  <a:pt x="1046539" y="86681"/>
                </a:cubicBezTo>
                <a:cubicBezTo>
                  <a:pt x="1050469" y="81997"/>
                  <a:pt x="1052434" y="75016"/>
                  <a:pt x="1052434" y="65739"/>
                </a:cubicBezTo>
                <a:cubicBezTo>
                  <a:pt x="1052434" y="56234"/>
                  <a:pt x="1050549" y="49219"/>
                  <a:pt x="1046779" y="44695"/>
                </a:cubicBezTo>
                <a:cubicBezTo>
                  <a:pt x="1043009" y="40170"/>
                  <a:pt x="1038450" y="37908"/>
                  <a:pt x="1033103" y="37908"/>
                </a:cubicBezTo>
                <a:cubicBezTo>
                  <a:pt x="1027711" y="37908"/>
                  <a:pt x="1023049" y="40250"/>
                  <a:pt x="1019119" y="44934"/>
                </a:cubicBezTo>
                <a:cubicBezTo>
                  <a:pt x="1015189" y="49619"/>
                  <a:pt x="1013224" y="56394"/>
                  <a:pt x="1013224" y="65260"/>
                </a:cubicBezTo>
                <a:close/>
                <a:moveTo>
                  <a:pt x="1129622" y="78764"/>
                </a:moveTo>
                <a:lnTo>
                  <a:pt x="1142372" y="80341"/>
                </a:lnTo>
                <a:cubicBezTo>
                  <a:pt x="1140361" y="87790"/>
                  <a:pt x="1136637" y="93571"/>
                  <a:pt x="1131198" y="97684"/>
                </a:cubicBezTo>
                <a:cubicBezTo>
                  <a:pt x="1125760" y="101797"/>
                  <a:pt x="1118814" y="103853"/>
                  <a:pt x="1110359" y="103853"/>
                </a:cubicBezTo>
                <a:cubicBezTo>
                  <a:pt x="1099711" y="103853"/>
                  <a:pt x="1091268" y="100574"/>
                  <a:pt x="1085030" y="94016"/>
                </a:cubicBezTo>
                <a:cubicBezTo>
                  <a:pt x="1078792" y="87458"/>
                  <a:pt x="1075673" y="78261"/>
                  <a:pt x="1075673" y="66425"/>
                </a:cubicBezTo>
                <a:cubicBezTo>
                  <a:pt x="1075673" y="54177"/>
                  <a:pt x="1078826" y="44672"/>
                  <a:pt x="1085133" y="37908"/>
                </a:cubicBezTo>
                <a:cubicBezTo>
                  <a:pt x="1091439" y="31145"/>
                  <a:pt x="1099620" y="27763"/>
                  <a:pt x="1109674" y="27763"/>
                </a:cubicBezTo>
                <a:cubicBezTo>
                  <a:pt x="1119408" y="27763"/>
                  <a:pt x="1127359" y="31076"/>
                  <a:pt x="1133529" y="37702"/>
                </a:cubicBezTo>
                <a:cubicBezTo>
                  <a:pt x="1139698" y="44329"/>
                  <a:pt x="1142783" y="53652"/>
                  <a:pt x="1142783" y="65671"/>
                </a:cubicBezTo>
                <a:cubicBezTo>
                  <a:pt x="1142783" y="66402"/>
                  <a:pt x="1142760" y="67499"/>
                  <a:pt x="1142715" y="68961"/>
                </a:cubicBezTo>
                <a:lnTo>
                  <a:pt x="1088423" y="68961"/>
                </a:lnTo>
                <a:cubicBezTo>
                  <a:pt x="1088880" y="76959"/>
                  <a:pt x="1091142" y="83083"/>
                  <a:pt x="1095210" y="87333"/>
                </a:cubicBezTo>
                <a:cubicBezTo>
                  <a:pt x="1099277" y="91583"/>
                  <a:pt x="1104350" y="93708"/>
                  <a:pt x="1110428" y="93708"/>
                </a:cubicBezTo>
                <a:cubicBezTo>
                  <a:pt x="1114952" y="93708"/>
                  <a:pt x="1118814" y="92520"/>
                  <a:pt x="1122013" y="90143"/>
                </a:cubicBezTo>
                <a:cubicBezTo>
                  <a:pt x="1125212" y="87767"/>
                  <a:pt x="1127748" y="83974"/>
                  <a:pt x="1129622" y="78764"/>
                </a:cubicBezTo>
                <a:moveTo>
                  <a:pt x="1089109" y="58816"/>
                </a:moveTo>
                <a:lnTo>
                  <a:pt x="1129759" y="58816"/>
                </a:lnTo>
                <a:cubicBezTo>
                  <a:pt x="1129210" y="52692"/>
                  <a:pt x="1127657" y="48099"/>
                  <a:pt x="1125097" y="45037"/>
                </a:cubicBezTo>
                <a:cubicBezTo>
                  <a:pt x="1121167" y="40285"/>
                  <a:pt x="1116072" y="37908"/>
                  <a:pt x="1109811" y="37908"/>
                </a:cubicBezTo>
                <a:cubicBezTo>
                  <a:pt x="1104144" y="37908"/>
                  <a:pt x="1099380" y="39805"/>
                  <a:pt x="1095518" y="43598"/>
                </a:cubicBezTo>
                <a:cubicBezTo>
                  <a:pt x="1091656" y="47391"/>
                  <a:pt x="1089520" y="52464"/>
                  <a:pt x="1089109" y="58816"/>
                </a:cubicBezTo>
                <a:close/>
                <a:moveTo>
                  <a:pt x="1223026" y="91171"/>
                </a:moveTo>
                <a:lnTo>
                  <a:pt x="1224808" y="102071"/>
                </a:lnTo>
                <a:cubicBezTo>
                  <a:pt x="1221335" y="102802"/>
                  <a:pt x="1218227" y="103168"/>
                  <a:pt x="1215485" y="103168"/>
                </a:cubicBezTo>
                <a:cubicBezTo>
                  <a:pt x="1211007" y="103168"/>
                  <a:pt x="1207533" y="102459"/>
                  <a:pt x="1205066" y="101043"/>
                </a:cubicBezTo>
                <a:cubicBezTo>
                  <a:pt x="1202598" y="99626"/>
                  <a:pt x="1200861" y="97764"/>
                  <a:pt x="1199856" y="95456"/>
                </a:cubicBezTo>
                <a:cubicBezTo>
                  <a:pt x="1198850" y="93148"/>
                  <a:pt x="1198348" y="88292"/>
                  <a:pt x="1198348" y="80889"/>
                </a:cubicBezTo>
                <a:lnTo>
                  <a:pt x="1198348" y="39005"/>
                </a:lnTo>
                <a:lnTo>
                  <a:pt x="1189299" y="39005"/>
                </a:lnTo>
                <a:lnTo>
                  <a:pt x="1189299" y="29408"/>
                </a:lnTo>
                <a:lnTo>
                  <a:pt x="1198348" y="29408"/>
                </a:lnTo>
                <a:lnTo>
                  <a:pt x="1198348" y="11379"/>
                </a:lnTo>
                <a:lnTo>
                  <a:pt x="1210618" y="3976"/>
                </a:lnTo>
                <a:lnTo>
                  <a:pt x="1210618" y="29408"/>
                </a:lnTo>
                <a:lnTo>
                  <a:pt x="1223026" y="29408"/>
                </a:lnTo>
                <a:lnTo>
                  <a:pt x="1223026" y="39005"/>
                </a:lnTo>
                <a:lnTo>
                  <a:pt x="1210618" y="39005"/>
                </a:lnTo>
                <a:lnTo>
                  <a:pt x="1210618" y="81574"/>
                </a:lnTo>
                <a:cubicBezTo>
                  <a:pt x="1210618" y="85093"/>
                  <a:pt x="1210835" y="87355"/>
                  <a:pt x="1211269" y="88361"/>
                </a:cubicBezTo>
                <a:cubicBezTo>
                  <a:pt x="1211703" y="89366"/>
                  <a:pt x="1212412" y="90166"/>
                  <a:pt x="1213394" y="90760"/>
                </a:cubicBezTo>
                <a:cubicBezTo>
                  <a:pt x="1214377" y="91354"/>
                  <a:pt x="1215782" y="91651"/>
                  <a:pt x="1217610" y="91651"/>
                </a:cubicBezTo>
                <a:cubicBezTo>
                  <a:pt x="1218981" y="91651"/>
                  <a:pt x="1220786" y="91491"/>
                  <a:pt x="1223026" y="91171"/>
                </a:cubicBezTo>
                <a:close/>
                <a:moveTo>
                  <a:pt x="1234443" y="102208"/>
                </a:moveTo>
                <a:lnTo>
                  <a:pt x="1234443" y="29408"/>
                </a:lnTo>
                <a:lnTo>
                  <a:pt x="1245548" y="29408"/>
                </a:lnTo>
                <a:lnTo>
                  <a:pt x="1245548" y="40444"/>
                </a:lnTo>
                <a:cubicBezTo>
                  <a:pt x="1248381" y="35280"/>
                  <a:pt x="1250998" y="31876"/>
                  <a:pt x="1253397" y="30231"/>
                </a:cubicBezTo>
                <a:cubicBezTo>
                  <a:pt x="1255796" y="28585"/>
                  <a:pt x="1258435" y="27763"/>
                  <a:pt x="1261315" y="27763"/>
                </a:cubicBezTo>
                <a:cubicBezTo>
                  <a:pt x="1265473" y="27763"/>
                  <a:pt x="1269700" y="29088"/>
                  <a:pt x="1273996" y="31739"/>
                </a:cubicBezTo>
                <a:lnTo>
                  <a:pt x="1269746" y="43186"/>
                </a:lnTo>
                <a:cubicBezTo>
                  <a:pt x="1266730" y="41404"/>
                  <a:pt x="1263714" y="40513"/>
                  <a:pt x="1260698" y="40513"/>
                </a:cubicBezTo>
                <a:cubicBezTo>
                  <a:pt x="1258001" y="40513"/>
                  <a:pt x="1255579" y="41324"/>
                  <a:pt x="1253431" y="42947"/>
                </a:cubicBezTo>
                <a:cubicBezTo>
                  <a:pt x="1251283" y="44569"/>
                  <a:pt x="1249752" y="46820"/>
                  <a:pt x="1248838" y="49699"/>
                </a:cubicBezTo>
                <a:cubicBezTo>
                  <a:pt x="1247467" y="54086"/>
                  <a:pt x="1246782" y="58884"/>
                  <a:pt x="1246782" y="64094"/>
                </a:cubicBezTo>
                <a:lnTo>
                  <a:pt x="1246782" y="102208"/>
                </a:lnTo>
                <a:lnTo>
                  <a:pt x="1234443" y="102208"/>
                </a:lnTo>
                <a:close/>
                <a:moveTo>
                  <a:pt x="1328647" y="102208"/>
                </a:moveTo>
                <a:lnTo>
                  <a:pt x="1328647" y="91514"/>
                </a:lnTo>
                <a:cubicBezTo>
                  <a:pt x="1322981" y="99740"/>
                  <a:pt x="1315280" y="103853"/>
                  <a:pt x="1305546" y="103853"/>
                </a:cubicBezTo>
                <a:cubicBezTo>
                  <a:pt x="1301250" y="103853"/>
                  <a:pt x="1297240" y="103031"/>
                  <a:pt x="1293516" y="101385"/>
                </a:cubicBezTo>
                <a:cubicBezTo>
                  <a:pt x="1289791" y="99740"/>
                  <a:pt x="1287026" y="97672"/>
                  <a:pt x="1285221" y="95182"/>
                </a:cubicBezTo>
                <a:cubicBezTo>
                  <a:pt x="1283416" y="92691"/>
                  <a:pt x="1282148" y="89640"/>
                  <a:pt x="1281417" y="86030"/>
                </a:cubicBezTo>
                <a:cubicBezTo>
                  <a:pt x="1280914" y="83608"/>
                  <a:pt x="1280662" y="79769"/>
                  <a:pt x="1280662" y="74514"/>
                </a:cubicBezTo>
                <a:lnTo>
                  <a:pt x="1280662" y="29408"/>
                </a:lnTo>
                <a:lnTo>
                  <a:pt x="1293001" y="29408"/>
                </a:lnTo>
                <a:lnTo>
                  <a:pt x="1293001" y="69784"/>
                </a:lnTo>
                <a:cubicBezTo>
                  <a:pt x="1293001" y="76228"/>
                  <a:pt x="1293253" y="80569"/>
                  <a:pt x="1293756" y="82808"/>
                </a:cubicBezTo>
                <a:cubicBezTo>
                  <a:pt x="1294532" y="86053"/>
                  <a:pt x="1296178" y="88601"/>
                  <a:pt x="1298691" y="90452"/>
                </a:cubicBezTo>
                <a:cubicBezTo>
                  <a:pt x="1301205" y="92302"/>
                  <a:pt x="1304312" y="93228"/>
                  <a:pt x="1308014" y="93228"/>
                </a:cubicBezTo>
                <a:cubicBezTo>
                  <a:pt x="1311716" y="93228"/>
                  <a:pt x="1315189" y="92280"/>
                  <a:pt x="1318434" y="90383"/>
                </a:cubicBezTo>
                <a:cubicBezTo>
                  <a:pt x="1321678" y="88487"/>
                  <a:pt x="1323975" y="85904"/>
                  <a:pt x="1325323" y="82637"/>
                </a:cubicBezTo>
                <a:cubicBezTo>
                  <a:pt x="1326671" y="79369"/>
                  <a:pt x="1327345" y="74628"/>
                  <a:pt x="1327345" y="68413"/>
                </a:cubicBezTo>
                <a:lnTo>
                  <a:pt x="1327345" y="29408"/>
                </a:lnTo>
                <a:lnTo>
                  <a:pt x="1339684" y="29408"/>
                </a:lnTo>
                <a:lnTo>
                  <a:pt x="1339684" y="102208"/>
                </a:lnTo>
                <a:lnTo>
                  <a:pt x="1328647" y="102208"/>
                </a:lnTo>
                <a:close/>
                <a:moveTo>
                  <a:pt x="1408577" y="78764"/>
                </a:moveTo>
                <a:lnTo>
                  <a:pt x="1421327" y="80341"/>
                </a:lnTo>
                <a:cubicBezTo>
                  <a:pt x="1419316" y="87790"/>
                  <a:pt x="1415592" y="93571"/>
                  <a:pt x="1410153" y="97684"/>
                </a:cubicBezTo>
                <a:cubicBezTo>
                  <a:pt x="1404715" y="101797"/>
                  <a:pt x="1397769" y="103853"/>
                  <a:pt x="1389314" y="103853"/>
                </a:cubicBezTo>
                <a:cubicBezTo>
                  <a:pt x="1378666" y="103853"/>
                  <a:pt x="1370223" y="100574"/>
                  <a:pt x="1363985" y="94016"/>
                </a:cubicBezTo>
                <a:cubicBezTo>
                  <a:pt x="1357747" y="87458"/>
                  <a:pt x="1354628" y="78261"/>
                  <a:pt x="1354628" y="66425"/>
                </a:cubicBezTo>
                <a:cubicBezTo>
                  <a:pt x="1354628" y="54177"/>
                  <a:pt x="1357781" y="44672"/>
                  <a:pt x="1364088" y="37908"/>
                </a:cubicBezTo>
                <a:cubicBezTo>
                  <a:pt x="1370394" y="31145"/>
                  <a:pt x="1378575" y="27763"/>
                  <a:pt x="1388629" y="27763"/>
                </a:cubicBezTo>
                <a:cubicBezTo>
                  <a:pt x="1398363" y="27763"/>
                  <a:pt x="1406315" y="31076"/>
                  <a:pt x="1412484" y="37702"/>
                </a:cubicBezTo>
                <a:cubicBezTo>
                  <a:pt x="1418654" y="44329"/>
                  <a:pt x="1421738" y="53652"/>
                  <a:pt x="1421738" y="65671"/>
                </a:cubicBezTo>
                <a:cubicBezTo>
                  <a:pt x="1421738" y="66402"/>
                  <a:pt x="1421716" y="67499"/>
                  <a:pt x="1421670" y="68961"/>
                </a:cubicBezTo>
                <a:lnTo>
                  <a:pt x="1367378" y="68961"/>
                </a:lnTo>
                <a:cubicBezTo>
                  <a:pt x="1367835" y="76959"/>
                  <a:pt x="1370097" y="83083"/>
                  <a:pt x="1374165" y="87333"/>
                </a:cubicBezTo>
                <a:cubicBezTo>
                  <a:pt x="1378232" y="91583"/>
                  <a:pt x="1383305" y="93708"/>
                  <a:pt x="1389383" y="93708"/>
                </a:cubicBezTo>
                <a:cubicBezTo>
                  <a:pt x="1393907" y="93708"/>
                  <a:pt x="1397769" y="92520"/>
                  <a:pt x="1400968" y="90143"/>
                </a:cubicBezTo>
                <a:cubicBezTo>
                  <a:pt x="1404167" y="87767"/>
                  <a:pt x="1406703" y="83974"/>
                  <a:pt x="1408577" y="78764"/>
                </a:cubicBezTo>
                <a:moveTo>
                  <a:pt x="1368064" y="58816"/>
                </a:moveTo>
                <a:lnTo>
                  <a:pt x="1408714" y="58816"/>
                </a:lnTo>
                <a:cubicBezTo>
                  <a:pt x="1408165" y="52692"/>
                  <a:pt x="1406612" y="48099"/>
                  <a:pt x="1404052" y="45037"/>
                </a:cubicBezTo>
                <a:cubicBezTo>
                  <a:pt x="1400122" y="40285"/>
                  <a:pt x="1395027" y="37908"/>
                  <a:pt x="1388766" y="37908"/>
                </a:cubicBezTo>
                <a:cubicBezTo>
                  <a:pt x="1383099" y="37908"/>
                  <a:pt x="1378335" y="39805"/>
                  <a:pt x="1374473" y="43598"/>
                </a:cubicBezTo>
                <a:cubicBezTo>
                  <a:pt x="1370612" y="47391"/>
                  <a:pt x="1368475" y="52464"/>
                  <a:pt x="1368064" y="58816"/>
                </a:cubicBezTo>
                <a:close/>
                <a:moveTo>
                  <a:pt x="1459647" y="77461"/>
                </a:moveTo>
                <a:cubicBezTo>
                  <a:pt x="1459601" y="75816"/>
                  <a:pt x="1459578" y="74582"/>
                  <a:pt x="1459578" y="73760"/>
                </a:cubicBezTo>
                <a:cubicBezTo>
                  <a:pt x="1459578" y="68916"/>
                  <a:pt x="1460264" y="64734"/>
                  <a:pt x="1461635" y="61215"/>
                </a:cubicBezTo>
                <a:cubicBezTo>
                  <a:pt x="1462640" y="58564"/>
                  <a:pt x="1464262" y="55891"/>
                  <a:pt x="1466502" y="53195"/>
                </a:cubicBezTo>
                <a:cubicBezTo>
                  <a:pt x="1468147" y="51230"/>
                  <a:pt x="1471106" y="48362"/>
                  <a:pt x="1475379" y="44592"/>
                </a:cubicBezTo>
                <a:cubicBezTo>
                  <a:pt x="1479652" y="40821"/>
                  <a:pt x="1482428" y="37817"/>
                  <a:pt x="1483708" y="35577"/>
                </a:cubicBezTo>
                <a:cubicBezTo>
                  <a:pt x="1484987" y="33338"/>
                  <a:pt x="1485627" y="30893"/>
                  <a:pt x="1485627" y="28243"/>
                </a:cubicBezTo>
                <a:cubicBezTo>
                  <a:pt x="1485627" y="23444"/>
                  <a:pt x="1483753" y="19228"/>
                  <a:pt x="1480006" y="15595"/>
                </a:cubicBezTo>
                <a:cubicBezTo>
                  <a:pt x="1476259" y="11962"/>
                  <a:pt x="1471666" y="10145"/>
                  <a:pt x="1466227" y="10145"/>
                </a:cubicBezTo>
                <a:cubicBezTo>
                  <a:pt x="1460972" y="10145"/>
                  <a:pt x="1456585" y="11791"/>
                  <a:pt x="1453066" y="15081"/>
                </a:cubicBezTo>
                <a:cubicBezTo>
                  <a:pt x="1449547" y="18371"/>
                  <a:pt x="1447239" y="23513"/>
                  <a:pt x="1446142" y="30505"/>
                </a:cubicBezTo>
                <a:lnTo>
                  <a:pt x="1433461" y="28997"/>
                </a:lnTo>
                <a:cubicBezTo>
                  <a:pt x="1434603" y="19628"/>
                  <a:pt x="1437996" y="12453"/>
                  <a:pt x="1443640" y="7472"/>
                </a:cubicBezTo>
                <a:cubicBezTo>
                  <a:pt x="1449284" y="2491"/>
                  <a:pt x="1456745" y="0"/>
                  <a:pt x="1466022" y="0"/>
                </a:cubicBezTo>
                <a:cubicBezTo>
                  <a:pt x="1475847" y="0"/>
                  <a:pt x="1483685" y="2673"/>
                  <a:pt x="1489534" y="8020"/>
                </a:cubicBezTo>
                <a:cubicBezTo>
                  <a:pt x="1495384" y="13367"/>
                  <a:pt x="1498309" y="19834"/>
                  <a:pt x="1498309" y="27420"/>
                </a:cubicBezTo>
                <a:cubicBezTo>
                  <a:pt x="1498309" y="31807"/>
                  <a:pt x="1497281" y="35852"/>
                  <a:pt x="1495224" y="39553"/>
                </a:cubicBezTo>
                <a:cubicBezTo>
                  <a:pt x="1493168" y="43255"/>
                  <a:pt x="1489146" y="47756"/>
                  <a:pt x="1483159" y="53058"/>
                </a:cubicBezTo>
                <a:cubicBezTo>
                  <a:pt x="1479138" y="56622"/>
                  <a:pt x="1476510" y="59250"/>
                  <a:pt x="1475276" y="60941"/>
                </a:cubicBezTo>
                <a:cubicBezTo>
                  <a:pt x="1474042" y="62632"/>
                  <a:pt x="1473128" y="64574"/>
                  <a:pt x="1472534" y="66768"/>
                </a:cubicBezTo>
                <a:cubicBezTo>
                  <a:pt x="1471940" y="68961"/>
                  <a:pt x="1471597" y="72526"/>
                  <a:pt x="1471506" y="77461"/>
                </a:cubicBezTo>
                <a:lnTo>
                  <a:pt x="1459647" y="77461"/>
                </a:lnTo>
                <a:moveTo>
                  <a:pt x="1458893" y="102208"/>
                </a:moveTo>
                <a:lnTo>
                  <a:pt x="1458893" y="88155"/>
                </a:lnTo>
                <a:lnTo>
                  <a:pt x="1472945" y="88155"/>
                </a:lnTo>
                <a:lnTo>
                  <a:pt x="1472945" y="102208"/>
                </a:lnTo>
                <a:lnTo>
                  <a:pt x="1458893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(a)Williamhasbeentryingtogetawineglass.">
            <a:extLst xmlns:a="http://schemas.openxmlformats.org/drawingml/2006/main">
              <a:ext uri="{FF2B5EF4-FFF2-40B4-BE49-F238E27FC236}">
                <a16:creationId xmlns:a16="http://schemas.microsoft.com/office/drawing/2014/main" id="{7DF1DBF1-D4B5-4FB0-84AC-CA5B976B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480" y="6346361"/>
            <a:ext cx="2849976" cy="131753"/>
          </a:xfrm>
          <a:custGeom xmlns:a="http://schemas.openxmlformats.org/drawingml/2006/main">
            <a:pathLst>
              <a:path w="2849976" h="131753">
                <a:moveTo>
                  <a:pt x="24335" y="131753"/>
                </a:moveTo>
                <a:cubicBezTo>
                  <a:pt x="17526" y="123161"/>
                  <a:pt x="11768" y="113107"/>
                  <a:pt x="7061" y="101591"/>
                </a:cubicBezTo>
                <a:cubicBezTo>
                  <a:pt x="2354" y="90075"/>
                  <a:pt x="0" y="78147"/>
                  <a:pt x="0" y="65808"/>
                </a:cubicBezTo>
                <a:cubicBezTo>
                  <a:pt x="0" y="54931"/>
                  <a:pt x="1759" y="44512"/>
                  <a:pt x="5278" y="34549"/>
                </a:cubicBezTo>
                <a:cubicBezTo>
                  <a:pt x="9391" y="22987"/>
                  <a:pt x="15744" y="11471"/>
                  <a:pt x="24335" y="0"/>
                </a:cubicBezTo>
                <a:lnTo>
                  <a:pt x="33178" y="0"/>
                </a:lnTo>
                <a:cubicBezTo>
                  <a:pt x="27648" y="9506"/>
                  <a:pt x="23992" y="16292"/>
                  <a:pt x="22210" y="20359"/>
                </a:cubicBezTo>
                <a:cubicBezTo>
                  <a:pt x="19422" y="26666"/>
                  <a:pt x="17229" y="33247"/>
                  <a:pt x="15629" y="40102"/>
                </a:cubicBezTo>
                <a:cubicBezTo>
                  <a:pt x="13664" y="48648"/>
                  <a:pt x="12682" y="57239"/>
                  <a:pt x="12682" y="65876"/>
                </a:cubicBezTo>
                <a:cubicBezTo>
                  <a:pt x="12682" y="87858"/>
                  <a:pt x="19514" y="109817"/>
                  <a:pt x="33178" y="131753"/>
                </a:cubicBezTo>
                <a:lnTo>
                  <a:pt x="24335" y="131753"/>
                </a:lnTo>
                <a:close/>
                <a:moveTo>
                  <a:pt x="94589" y="93228"/>
                </a:moveTo>
                <a:cubicBezTo>
                  <a:pt x="90019" y="97112"/>
                  <a:pt x="85620" y="99854"/>
                  <a:pt x="81393" y="101454"/>
                </a:cubicBezTo>
                <a:cubicBezTo>
                  <a:pt x="77166" y="103053"/>
                  <a:pt x="72630" y="103853"/>
                  <a:pt x="67786" y="103853"/>
                </a:cubicBezTo>
                <a:cubicBezTo>
                  <a:pt x="59788" y="103853"/>
                  <a:pt x="53641" y="101899"/>
                  <a:pt x="49346" y="97992"/>
                </a:cubicBezTo>
                <a:cubicBezTo>
                  <a:pt x="45050" y="94085"/>
                  <a:pt x="42902" y="89092"/>
                  <a:pt x="42902" y="83014"/>
                </a:cubicBezTo>
                <a:cubicBezTo>
                  <a:pt x="42902" y="79449"/>
                  <a:pt x="43713" y="76193"/>
                  <a:pt x="45336" y="73246"/>
                </a:cubicBezTo>
                <a:cubicBezTo>
                  <a:pt x="46958" y="70298"/>
                  <a:pt x="49083" y="67933"/>
                  <a:pt x="51711" y="66151"/>
                </a:cubicBezTo>
                <a:cubicBezTo>
                  <a:pt x="54338" y="64368"/>
                  <a:pt x="57297" y="63020"/>
                  <a:pt x="60588" y="62106"/>
                </a:cubicBezTo>
                <a:cubicBezTo>
                  <a:pt x="63010" y="61466"/>
                  <a:pt x="66666" y="60849"/>
                  <a:pt x="71556" y="60255"/>
                </a:cubicBezTo>
                <a:cubicBezTo>
                  <a:pt x="81518" y="59067"/>
                  <a:pt x="88853" y="57650"/>
                  <a:pt x="93560" y="56005"/>
                </a:cubicBezTo>
                <a:cubicBezTo>
                  <a:pt x="93606" y="54314"/>
                  <a:pt x="93629" y="53240"/>
                  <a:pt x="93629" y="52783"/>
                </a:cubicBezTo>
                <a:cubicBezTo>
                  <a:pt x="93629" y="47756"/>
                  <a:pt x="92464" y="44215"/>
                  <a:pt x="90133" y="42158"/>
                </a:cubicBezTo>
                <a:cubicBezTo>
                  <a:pt x="86980" y="39371"/>
                  <a:pt x="82295" y="37977"/>
                  <a:pt x="76080" y="37977"/>
                </a:cubicBezTo>
                <a:cubicBezTo>
                  <a:pt x="70276" y="37977"/>
                  <a:pt x="65992" y="38993"/>
                  <a:pt x="63227" y="41027"/>
                </a:cubicBezTo>
                <a:cubicBezTo>
                  <a:pt x="60462" y="43061"/>
                  <a:pt x="58417" y="46660"/>
                  <a:pt x="57092" y="51824"/>
                </a:cubicBezTo>
                <a:lnTo>
                  <a:pt x="45027" y="50179"/>
                </a:lnTo>
                <a:cubicBezTo>
                  <a:pt x="46124" y="45014"/>
                  <a:pt x="47929" y="40844"/>
                  <a:pt x="50443" y="37668"/>
                </a:cubicBezTo>
                <a:cubicBezTo>
                  <a:pt x="52956" y="34492"/>
                  <a:pt x="56589" y="32047"/>
                  <a:pt x="61342" y="30333"/>
                </a:cubicBezTo>
                <a:cubicBezTo>
                  <a:pt x="66095" y="28620"/>
                  <a:pt x="71602" y="27763"/>
                  <a:pt x="77862" y="27763"/>
                </a:cubicBezTo>
                <a:cubicBezTo>
                  <a:pt x="84078" y="27763"/>
                  <a:pt x="89128" y="28494"/>
                  <a:pt x="93012" y="29956"/>
                </a:cubicBezTo>
                <a:cubicBezTo>
                  <a:pt x="96897" y="31419"/>
                  <a:pt x="99753" y="33258"/>
                  <a:pt x="101581" y="35475"/>
                </a:cubicBezTo>
                <a:cubicBezTo>
                  <a:pt x="103409" y="37691"/>
                  <a:pt x="104688" y="40490"/>
                  <a:pt x="105420" y="43872"/>
                </a:cubicBezTo>
                <a:cubicBezTo>
                  <a:pt x="105831" y="45974"/>
                  <a:pt x="106036" y="49767"/>
                  <a:pt x="106036" y="55251"/>
                </a:cubicBezTo>
                <a:lnTo>
                  <a:pt x="106036" y="71703"/>
                </a:lnTo>
                <a:cubicBezTo>
                  <a:pt x="106036" y="83174"/>
                  <a:pt x="106299" y="90429"/>
                  <a:pt x="106825" y="93468"/>
                </a:cubicBezTo>
                <a:cubicBezTo>
                  <a:pt x="107350" y="96507"/>
                  <a:pt x="108390" y="99420"/>
                  <a:pt x="109944" y="102208"/>
                </a:cubicBezTo>
                <a:lnTo>
                  <a:pt x="97056" y="102208"/>
                </a:lnTo>
                <a:cubicBezTo>
                  <a:pt x="95777" y="99649"/>
                  <a:pt x="94954" y="96655"/>
                  <a:pt x="94589" y="93228"/>
                </a:cubicBezTo>
                <a:moveTo>
                  <a:pt x="93560" y="65671"/>
                </a:moveTo>
                <a:cubicBezTo>
                  <a:pt x="89082" y="67499"/>
                  <a:pt x="82364" y="69053"/>
                  <a:pt x="73407" y="70332"/>
                </a:cubicBezTo>
                <a:cubicBezTo>
                  <a:pt x="68334" y="71063"/>
                  <a:pt x="64747" y="71886"/>
                  <a:pt x="62644" y="72800"/>
                </a:cubicBezTo>
                <a:cubicBezTo>
                  <a:pt x="60542" y="73714"/>
                  <a:pt x="58920" y="75051"/>
                  <a:pt x="57777" y="76810"/>
                </a:cubicBezTo>
                <a:cubicBezTo>
                  <a:pt x="56635" y="78570"/>
                  <a:pt x="56064" y="80523"/>
                  <a:pt x="56064" y="82671"/>
                </a:cubicBezTo>
                <a:cubicBezTo>
                  <a:pt x="56064" y="85962"/>
                  <a:pt x="57309" y="88704"/>
                  <a:pt x="59800" y="90897"/>
                </a:cubicBezTo>
                <a:cubicBezTo>
                  <a:pt x="62290" y="93091"/>
                  <a:pt x="65935" y="94188"/>
                  <a:pt x="70733" y="94188"/>
                </a:cubicBezTo>
                <a:cubicBezTo>
                  <a:pt x="75486" y="94188"/>
                  <a:pt x="79713" y="93148"/>
                  <a:pt x="83415" y="91069"/>
                </a:cubicBezTo>
                <a:cubicBezTo>
                  <a:pt x="87117" y="88989"/>
                  <a:pt x="89836" y="86144"/>
                  <a:pt x="91572" y="82534"/>
                </a:cubicBezTo>
                <a:cubicBezTo>
                  <a:pt x="92898" y="79746"/>
                  <a:pt x="93560" y="75633"/>
                  <a:pt x="93560" y="70195"/>
                </a:cubicBezTo>
                <a:lnTo>
                  <a:pt x="93560" y="65671"/>
                </a:lnTo>
                <a:close/>
                <a:moveTo>
                  <a:pt x="132949" y="131753"/>
                </a:moveTo>
                <a:lnTo>
                  <a:pt x="124106" y="131753"/>
                </a:lnTo>
                <a:cubicBezTo>
                  <a:pt x="137770" y="109817"/>
                  <a:pt x="144602" y="87858"/>
                  <a:pt x="144602" y="65876"/>
                </a:cubicBezTo>
                <a:cubicBezTo>
                  <a:pt x="144602" y="57285"/>
                  <a:pt x="143620" y="48762"/>
                  <a:pt x="141655" y="40307"/>
                </a:cubicBezTo>
                <a:cubicBezTo>
                  <a:pt x="140101" y="33452"/>
                  <a:pt x="137930" y="26872"/>
                  <a:pt x="135142" y="20565"/>
                </a:cubicBezTo>
                <a:cubicBezTo>
                  <a:pt x="133360" y="16452"/>
                  <a:pt x="129681" y="9597"/>
                  <a:pt x="124106" y="0"/>
                </a:cubicBezTo>
                <a:lnTo>
                  <a:pt x="132949" y="0"/>
                </a:lnTo>
                <a:cubicBezTo>
                  <a:pt x="141540" y="11471"/>
                  <a:pt x="147893" y="22987"/>
                  <a:pt x="152006" y="34549"/>
                </a:cubicBezTo>
                <a:cubicBezTo>
                  <a:pt x="155525" y="44512"/>
                  <a:pt x="157284" y="54931"/>
                  <a:pt x="157284" y="65808"/>
                </a:cubicBezTo>
                <a:cubicBezTo>
                  <a:pt x="157284" y="78147"/>
                  <a:pt x="154919" y="90075"/>
                  <a:pt x="150189" y="101591"/>
                </a:cubicBezTo>
                <a:cubicBezTo>
                  <a:pt x="145459" y="113107"/>
                  <a:pt x="139712" y="123161"/>
                  <a:pt x="132949" y="131753"/>
                </a:cubicBezTo>
                <a:close/>
                <a:moveTo>
                  <a:pt x="208720" y="102208"/>
                </a:moveTo>
                <a:lnTo>
                  <a:pt x="182054" y="1714"/>
                </a:lnTo>
                <a:lnTo>
                  <a:pt x="195696" y="1714"/>
                </a:lnTo>
                <a:lnTo>
                  <a:pt x="210982" y="67590"/>
                </a:lnTo>
                <a:cubicBezTo>
                  <a:pt x="212628" y="74491"/>
                  <a:pt x="214044" y="81346"/>
                  <a:pt x="215232" y="88155"/>
                </a:cubicBezTo>
                <a:cubicBezTo>
                  <a:pt x="217792" y="77416"/>
                  <a:pt x="219300" y="71223"/>
                  <a:pt x="219757" y="69578"/>
                </a:cubicBezTo>
                <a:lnTo>
                  <a:pt x="238882" y="1714"/>
                </a:lnTo>
                <a:lnTo>
                  <a:pt x="254923" y="1714"/>
                </a:lnTo>
                <a:lnTo>
                  <a:pt x="269318" y="52578"/>
                </a:lnTo>
                <a:cubicBezTo>
                  <a:pt x="272929" y="65191"/>
                  <a:pt x="275534" y="77050"/>
                  <a:pt x="277133" y="88155"/>
                </a:cubicBezTo>
                <a:cubicBezTo>
                  <a:pt x="278413" y="81803"/>
                  <a:pt x="280081" y="74514"/>
                  <a:pt x="282137" y="66288"/>
                </a:cubicBezTo>
                <a:lnTo>
                  <a:pt x="297904" y="1714"/>
                </a:lnTo>
                <a:lnTo>
                  <a:pt x="311271" y="1714"/>
                </a:lnTo>
                <a:lnTo>
                  <a:pt x="283714" y="102208"/>
                </a:lnTo>
                <a:lnTo>
                  <a:pt x="270895" y="102208"/>
                </a:lnTo>
                <a:lnTo>
                  <a:pt x="249713" y="25638"/>
                </a:lnTo>
                <a:cubicBezTo>
                  <a:pt x="247931" y="19240"/>
                  <a:pt x="246880" y="15309"/>
                  <a:pt x="246560" y="13847"/>
                </a:cubicBezTo>
                <a:cubicBezTo>
                  <a:pt x="245509" y="18463"/>
                  <a:pt x="244526" y="22393"/>
                  <a:pt x="243612" y="25638"/>
                </a:cubicBezTo>
                <a:lnTo>
                  <a:pt x="222293" y="102208"/>
                </a:lnTo>
                <a:lnTo>
                  <a:pt x="208720" y="102208"/>
                </a:lnTo>
                <a:close/>
                <a:moveTo>
                  <a:pt x="321673" y="15904"/>
                </a:moveTo>
                <a:lnTo>
                  <a:pt x="321673" y="1714"/>
                </a:lnTo>
                <a:lnTo>
                  <a:pt x="334012" y="1714"/>
                </a:lnTo>
                <a:lnTo>
                  <a:pt x="334012" y="15904"/>
                </a:lnTo>
                <a:lnTo>
                  <a:pt x="321673" y="15904"/>
                </a:lnTo>
                <a:moveTo>
                  <a:pt x="321673" y="102208"/>
                </a:moveTo>
                <a:lnTo>
                  <a:pt x="321673" y="29408"/>
                </a:lnTo>
                <a:lnTo>
                  <a:pt x="334012" y="29408"/>
                </a:lnTo>
                <a:lnTo>
                  <a:pt x="334012" y="102208"/>
                </a:lnTo>
                <a:lnTo>
                  <a:pt x="321673" y="102208"/>
                </a:lnTo>
                <a:close/>
                <a:moveTo>
                  <a:pt x="352819" y="102208"/>
                </a:moveTo>
                <a:lnTo>
                  <a:pt x="352819" y="1714"/>
                </a:lnTo>
                <a:lnTo>
                  <a:pt x="365158" y="1714"/>
                </a:lnTo>
                <a:lnTo>
                  <a:pt x="365158" y="102208"/>
                </a:lnTo>
                <a:lnTo>
                  <a:pt x="352819" y="102208"/>
                </a:lnTo>
                <a:close/>
                <a:moveTo>
                  <a:pt x="384309" y="102208"/>
                </a:moveTo>
                <a:lnTo>
                  <a:pt x="384309" y="1714"/>
                </a:lnTo>
                <a:lnTo>
                  <a:pt x="396648" y="1714"/>
                </a:lnTo>
                <a:lnTo>
                  <a:pt x="396648" y="102208"/>
                </a:lnTo>
                <a:lnTo>
                  <a:pt x="384309" y="102208"/>
                </a:lnTo>
                <a:close/>
                <a:moveTo>
                  <a:pt x="416140" y="15904"/>
                </a:moveTo>
                <a:lnTo>
                  <a:pt x="416140" y="1714"/>
                </a:lnTo>
                <a:lnTo>
                  <a:pt x="428479" y="1714"/>
                </a:lnTo>
                <a:lnTo>
                  <a:pt x="428479" y="15904"/>
                </a:lnTo>
                <a:lnTo>
                  <a:pt x="416140" y="15904"/>
                </a:lnTo>
                <a:moveTo>
                  <a:pt x="416140" y="102208"/>
                </a:moveTo>
                <a:lnTo>
                  <a:pt x="416140" y="29408"/>
                </a:lnTo>
                <a:lnTo>
                  <a:pt x="428479" y="29408"/>
                </a:lnTo>
                <a:lnTo>
                  <a:pt x="428479" y="102208"/>
                </a:lnTo>
                <a:lnTo>
                  <a:pt x="416140" y="102208"/>
                </a:lnTo>
                <a:close/>
                <a:moveTo>
                  <a:pt x="495066" y="93228"/>
                </a:moveTo>
                <a:cubicBezTo>
                  <a:pt x="490496" y="97112"/>
                  <a:pt x="486098" y="99854"/>
                  <a:pt x="481871" y="101454"/>
                </a:cubicBezTo>
                <a:cubicBezTo>
                  <a:pt x="477643" y="103053"/>
                  <a:pt x="473108" y="103853"/>
                  <a:pt x="468263" y="103853"/>
                </a:cubicBezTo>
                <a:cubicBezTo>
                  <a:pt x="460266" y="103853"/>
                  <a:pt x="454119" y="101899"/>
                  <a:pt x="449823" y="97992"/>
                </a:cubicBezTo>
                <a:cubicBezTo>
                  <a:pt x="445528" y="94085"/>
                  <a:pt x="443380" y="89092"/>
                  <a:pt x="443380" y="83014"/>
                </a:cubicBezTo>
                <a:cubicBezTo>
                  <a:pt x="443380" y="79449"/>
                  <a:pt x="444191" y="76193"/>
                  <a:pt x="445813" y="73246"/>
                </a:cubicBezTo>
                <a:cubicBezTo>
                  <a:pt x="447436" y="70298"/>
                  <a:pt x="449561" y="67933"/>
                  <a:pt x="452188" y="66151"/>
                </a:cubicBezTo>
                <a:cubicBezTo>
                  <a:pt x="454816" y="64368"/>
                  <a:pt x="457775" y="63020"/>
                  <a:pt x="461066" y="62106"/>
                </a:cubicBezTo>
                <a:cubicBezTo>
                  <a:pt x="463488" y="61466"/>
                  <a:pt x="467144" y="60849"/>
                  <a:pt x="472034" y="60255"/>
                </a:cubicBezTo>
                <a:cubicBezTo>
                  <a:pt x="481996" y="59067"/>
                  <a:pt x="489331" y="57650"/>
                  <a:pt x="494038" y="56005"/>
                </a:cubicBezTo>
                <a:cubicBezTo>
                  <a:pt x="494084" y="54314"/>
                  <a:pt x="494107" y="53240"/>
                  <a:pt x="494107" y="52783"/>
                </a:cubicBezTo>
                <a:cubicBezTo>
                  <a:pt x="494107" y="47756"/>
                  <a:pt x="492941" y="44215"/>
                  <a:pt x="490611" y="42158"/>
                </a:cubicBezTo>
                <a:cubicBezTo>
                  <a:pt x="487457" y="39371"/>
                  <a:pt x="482773" y="37977"/>
                  <a:pt x="476558" y="37977"/>
                </a:cubicBezTo>
                <a:cubicBezTo>
                  <a:pt x="470754" y="37977"/>
                  <a:pt x="466470" y="38993"/>
                  <a:pt x="463705" y="41027"/>
                </a:cubicBezTo>
                <a:cubicBezTo>
                  <a:pt x="460940" y="43061"/>
                  <a:pt x="458895" y="46660"/>
                  <a:pt x="457570" y="51824"/>
                </a:cubicBezTo>
                <a:lnTo>
                  <a:pt x="445505" y="50179"/>
                </a:lnTo>
                <a:cubicBezTo>
                  <a:pt x="446602" y="45014"/>
                  <a:pt x="448407" y="40844"/>
                  <a:pt x="450920" y="37668"/>
                </a:cubicBezTo>
                <a:cubicBezTo>
                  <a:pt x="453434" y="34492"/>
                  <a:pt x="457067" y="32047"/>
                  <a:pt x="461820" y="30333"/>
                </a:cubicBezTo>
                <a:cubicBezTo>
                  <a:pt x="466573" y="28620"/>
                  <a:pt x="472079" y="27763"/>
                  <a:pt x="478340" y="27763"/>
                </a:cubicBezTo>
                <a:cubicBezTo>
                  <a:pt x="484555" y="27763"/>
                  <a:pt x="489605" y="28494"/>
                  <a:pt x="493490" y="29956"/>
                </a:cubicBezTo>
                <a:cubicBezTo>
                  <a:pt x="497374" y="31419"/>
                  <a:pt x="500231" y="33258"/>
                  <a:pt x="502059" y="35475"/>
                </a:cubicBezTo>
                <a:cubicBezTo>
                  <a:pt x="503887" y="37691"/>
                  <a:pt x="505166" y="40490"/>
                  <a:pt x="505897" y="43872"/>
                </a:cubicBezTo>
                <a:cubicBezTo>
                  <a:pt x="506309" y="45974"/>
                  <a:pt x="506514" y="49767"/>
                  <a:pt x="506514" y="55251"/>
                </a:cubicBezTo>
                <a:lnTo>
                  <a:pt x="506514" y="71703"/>
                </a:lnTo>
                <a:cubicBezTo>
                  <a:pt x="506514" y="83174"/>
                  <a:pt x="506777" y="90429"/>
                  <a:pt x="507303" y="93468"/>
                </a:cubicBezTo>
                <a:cubicBezTo>
                  <a:pt x="507828" y="96507"/>
                  <a:pt x="508868" y="99420"/>
                  <a:pt x="510422" y="102208"/>
                </a:cubicBezTo>
                <a:lnTo>
                  <a:pt x="497534" y="102208"/>
                </a:lnTo>
                <a:cubicBezTo>
                  <a:pt x="496255" y="99649"/>
                  <a:pt x="495432" y="96655"/>
                  <a:pt x="495066" y="93228"/>
                </a:cubicBezTo>
                <a:moveTo>
                  <a:pt x="494038" y="65671"/>
                </a:moveTo>
                <a:cubicBezTo>
                  <a:pt x="489560" y="67499"/>
                  <a:pt x="482842" y="69053"/>
                  <a:pt x="473884" y="70332"/>
                </a:cubicBezTo>
                <a:cubicBezTo>
                  <a:pt x="468812" y="71063"/>
                  <a:pt x="465224" y="71886"/>
                  <a:pt x="463122" y="72800"/>
                </a:cubicBezTo>
                <a:cubicBezTo>
                  <a:pt x="461020" y="73714"/>
                  <a:pt x="459398" y="75051"/>
                  <a:pt x="458255" y="76810"/>
                </a:cubicBezTo>
                <a:cubicBezTo>
                  <a:pt x="457113" y="78570"/>
                  <a:pt x="456541" y="80523"/>
                  <a:pt x="456541" y="82671"/>
                </a:cubicBezTo>
                <a:cubicBezTo>
                  <a:pt x="456541" y="85962"/>
                  <a:pt x="457787" y="88704"/>
                  <a:pt x="460277" y="90897"/>
                </a:cubicBezTo>
                <a:cubicBezTo>
                  <a:pt x="462768" y="93091"/>
                  <a:pt x="466413" y="94188"/>
                  <a:pt x="471211" y="94188"/>
                </a:cubicBezTo>
                <a:cubicBezTo>
                  <a:pt x="475964" y="94188"/>
                  <a:pt x="480191" y="93148"/>
                  <a:pt x="483893" y="91069"/>
                </a:cubicBezTo>
                <a:cubicBezTo>
                  <a:pt x="487594" y="88989"/>
                  <a:pt x="490314" y="86144"/>
                  <a:pt x="492050" y="82534"/>
                </a:cubicBezTo>
                <a:cubicBezTo>
                  <a:pt x="493376" y="79746"/>
                  <a:pt x="494038" y="75633"/>
                  <a:pt x="494038" y="70195"/>
                </a:cubicBezTo>
                <a:lnTo>
                  <a:pt x="494038" y="65671"/>
                </a:lnTo>
                <a:close/>
                <a:moveTo>
                  <a:pt x="525380" y="102208"/>
                </a:moveTo>
                <a:lnTo>
                  <a:pt x="525380" y="29408"/>
                </a:lnTo>
                <a:lnTo>
                  <a:pt x="536416" y="29408"/>
                </a:lnTo>
                <a:lnTo>
                  <a:pt x="536416" y="39622"/>
                </a:lnTo>
                <a:cubicBezTo>
                  <a:pt x="538701" y="36057"/>
                  <a:pt x="541740" y="33190"/>
                  <a:pt x="545533" y="31019"/>
                </a:cubicBezTo>
                <a:cubicBezTo>
                  <a:pt x="549326" y="28848"/>
                  <a:pt x="553645" y="27763"/>
                  <a:pt x="558489" y="27763"/>
                </a:cubicBezTo>
                <a:cubicBezTo>
                  <a:pt x="563882" y="27763"/>
                  <a:pt x="568303" y="28882"/>
                  <a:pt x="571754" y="31122"/>
                </a:cubicBezTo>
                <a:cubicBezTo>
                  <a:pt x="575204" y="33361"/>
                  <a:pt x="577638" y="36491"/>
                  <a:pt x="579054" y="40513"/>
                </a:cubicBezTo>
                <a:cubicBezTo>
                  <a:pt x="584812" y="32013"/>
                  <a:pt x="592307" y="27763"/>
                  <a:pt x="601539" y="27763"/>
                </a:cubicBezTo>
                <a:cubicBezTo>
                  <a:pt x="608759" y="27763"/>
                  <a:pt x="614312" y="29762"/>
                  <a:pt x="618196" y="33761"/>
                </a:cubicBezTo>
                <a:cubicBezTo>
                  <a:pt x="622081" y="37760"/>
                  <a:pt x="624023" y="43918"/>
                  <a:pt x="624023" y="52235"/>
                </a:cubicBezTo>
                <a:lnTo>
                  <a:pt x="624023" y="102208"/>
                </a:lnTo>
                <a:lnTo>
                  <a:pt x="611753" y="102208"/>
                </a:lnTo>
                <a:lnTo>
                  <a:pt x="611753" y="56348"/>
                </a:lnTo>
                <a:cubicBezTo>
                  <a:pt x="611753" y="51412"/>
                  <a:pt x="611353" y="47859"/>
                  <a:pt x="610553" y="45689"/>
                </a:cubicBezTo>
                <a:cubicBezTo>
                  <a:pt x="609753" y="43518"/>
                  <a:pt x="608302" y="41770"/>
                  <a:pt x="606200" y="40444"/>
                </a:cubicBezTo>
                <a:cubicBezTo>
                  <a:pt x="604098" y="39119"/>
                  <a:pt x="601630" y="38457"/>
                  <a:pt x="598797" y="38457"/>
                </a:cubicBezTo>
                <a:cubicBezTo>
                  <a:pt x="593678" y="38457"/>
                  <a:pt x="589428" y="40159"/>
                  <a:pt x="586046" y="43563"/>
                </a:cubicBezTo>
                <a:cubicBezTo>
                  <a:pt x="582665" y="46968"/>
                  <a:pt x="580974" y="52418"/>
                  <a:pt x="580974" y="59913"/>
                </a:cubicBezTo>
                <a:lnTo>
                  <a:pt x="580974" y="102208"/>
                </a:lnTo>
                <a:lnTo>
                  <a:pt x="568635" y="102208"/>
                </a:lnTo>
                <a:lnTo>
                  <a:pt x="568635" y="54908"/>
                </a:lnTo>
                <a:cubicBezTo>
                  <a:pt x="568635" y="49424"/>
                  <a:pt x="567629" y="45312"/>
                  <a:pt x="565618" y="42570"/>
                </a:cubicBezTo>
                <a:cubicBezTo>
                  <a:pt x="563608" y="39828"/>
                  <a:pt x="560317" y="38457"/>
                  <a:pt x="555747" y="38457"/>
                </a:cubicBezTo>
                <a:cubicBezTo>
                  <a:pt x="552274" y="38457"/>
                  <a:pt x="549064" y="39371"/>
                  <a:pt x="546116" y="41199"/>
                </a:cubicBezTo>
                <a:cubicBezTo>
                  <a:pt x="543168" y="43027"/>
                  <a:pt x="541032" y="45700"/>
                  <a:pt x="539707" y="49219"/>
                </a:cubicBezTo>
                <a:cubicBezTo>
                  <a:pt x="538381" y="52738"/>
                  <a:pt x="537719" y="57810"/>
                  <a:pt x="537719" y="64437"/>
                </a:cubicBezTo>
                <a:lnTo>
                  <a:pt x="537719" y="102208"/>
                </a:lnTo>
                <a:lnTo>
                  <a:pt x="525380" y="102208"/>
                </a:lnTo>
                <a:close/>
                <a:moveTo>
                  <a:pt x="680175" y="102208"/>
                </a:moveTo>
                <a:lnTo>
                  <a:pt x="680175" y="1714"/>
                </a:lnTo>
                <a:lnTo>
                  <a:pt x="692514" y="1714"/>
                </a:lnTo>
                <a:lnTo>
                  <a:pt x="692514" y="37771"/>
                </a:lnTo>
                <a:cubicBezTo>
                  <a:pt x="698272" y="31099"/>
                  <a:pt x="705538" y="27763"/>
                  <a:pt x="714313" y="27763"/>
                </a:cubicBezTo>
                <a:cubicBezTo>
                  <a:pt x="719705" y="27763"/>
                  <a:pt x="724389" y="28825"/>
                  <a:pt x="728365" y="30950"/>
                </a:cubicBezTo>
                <a:cubicBezTo>
                  <a:pt x="732341" y="33075"/>
                  <a:pt x="735186" y="36012"/>
                  <a:pt x="736900" y="39759"/>
                </a:cubicBezTo>
                <a:cubicBezTo>
                  <a:pt x="738613" y="43506"/>
                  <a:pt x="739470" y="48945"/>
                  <a:pt x="739470" y="56074"/>
                </a:cubicBezTo>
                <a:lnTo>
                  <a:pt x="739470" y="102208"/>
                </a:lnTo>
                <a:lnTo>
                  <a:pt x="727131" y="102208"/>
                </a:lnTo>
                <a:lnTo>
                  <a:pt x="727131" y="56074"/>
                </a:lnTo>
                <a:cubicBezTo>
                  <a:pt x="727131" y="49904"/>
                  <a:pt x="725795" y="45414"/>
                  <a:pt x="723121" y="42604"/>
                </a:cubicBezTo>
                <a:cubicBezTo>
                  <a:pt x="720448" y="39793"/>
                  <a:pt x="716666" y="38388"/>
                  <a:pt x="711776" y="38388"/>
                </a:cubicBezTo>
                <a:cubicBezTo>
                  <a:pt x="708120" y="38388"/>
                  <a:pt x="704681" y="39336"/>
                  <a:pt x="701459" y="41233"/>
                </a:cubicBezTo>
                <a:cubicBezTo>
                  <a:pt x="698238" y="43129"/>
                  <a:pt x="695941" y="45700"/>
                  <a:pt x="694570" y="48945"/>
                </a:cubicBezTo>
                <a:cubicBezTo>
                  <a:pt x="693199" y="52189"/>
                  <a:pt x="692514" y="56668"/>
                  <a:pt x="692514" y="62380"/>
                </a:cubicBezTo>
                <a:lnTo>
                  <a:pt x="692514" y="102208"/>
                </a:lnTo>
                <a:lnTo>
                  <a:pt x="680175" y="102208"/>
                </a:lnTo>
                <a:close/>
                <a:moveTo>
                  <a:pt x="805498" y="93228"/>
                </a:moveTo>
                <a:cubicBezTo>
                  <a:pt x="800928" y="97112"/>
                  <a:pt x="796529" y="99854"/>
                  <a:pt x="792302" y="101454"/>
                </a:cubicBezTo>
                <a:cubicBezTo>
                  <a:pt x="788075" y="103053"/>
                  <a:pt x="783539" y="103853"/>
                  <a:pt x="778695" y="103853"/>
                </a:cubicBezTo>
                <a:cubicBezTo>
                  <a:pt x="770698" y="103853"/>
                  <a:pt x="764551" y="101899"/>
                  <a:pt x="760255" y="97992"/>
                </a:cubicBezTo>
                <a:cubicBezTo>
                  <a:pt x="755959" y="94085"/>
                  <a:pt x="753811" y="89092"/>
                  <a:pt x="753811" y="83014"/>
                </a:cubicBezTo>
                <a:cubicBezTo>
                  <a:pt x="753811" y="79449"/>
                  <a:pt x="754623" y="76193"/>
                  <a:pt x="756245" y="73246"/>
                </a:cubicBezTo>
                <a:cubicBezTo>
                  <a:pt x="757867" y="70298"/>
                  <a:pt x="759992" y="67933"/>
                  <a:pt x="762620" y="66151"/>
                </a:cubicBezTo>
                <a:cubicBezTo>
                  <a:pt x="765248" y="64368"/>
                  <a:pt x="768207" y="63020"/>
                  <a:pt x="771497" y="62106"/>
                </a:cubicBezTo>
                <a:cubicBezTo>
                  <a:pt x="773919" y="61466"/>
                  <a:pt x="777575" y="60849"/>
                  <a:pt x="782465" y="60255"/>
                </a:cubicBezTo>
                <a:cubicBezTo>
                  <a:pt x="792428" y="59067"/>
                  <a:pt x="799763" y="57650"/>
                  <a:pt x="804470" y="56005"/>
                </a:cubicBezTo>
                <a:cubicBezTo>
                  <a:pt x="804516" y="54314"/>
                  <a:pt x="804538" y="53240"/>
                  <a:pt x="804538" y="52783"/>
                </a:cubicBezTo>
                <a:cubicBezTo>
                  <a:pt x="804538" y="47756"/>
                  <a:pt x="803373" y="44215"/>
                  <a:pt x="801042" y="42158"/>
                </a:cubicBezTo>
                <a:cubicBezTo>
                  <a:pt x="797889" y="39371"/>
                  <a:pt x="793205" y="37977"/>
                  <a:pt x="786990" y="37977"/>
                </a:cubicBezTo>
                <a:cubicBezTo>
                  <a:pt x="781186" y="37977"/>
                  <a:pt x="776901" y="38993"/>
                  <a:pt x="774136" y="41027"/>
                </a:cubicBezTo>
                <a:cubicBezTo>
                  <a:pt x="771372" y="43061"/>
                  <a:pt x="769327" y="46660"/>
                  <a:pt x="768001" y="51824"/>
                </a:cubicBezTo>
                <a:lnTo>
                  <a:pt x="755936" y="50179"/>
                </a:lnTo>
                <a:cubicBezTo>
                  <a:pt x="757033" y="45014"/>
                  <a:pt x="758838" y="40844"/>
                  <a:pt x="761352" y="37668"/>
                </a:cubicBezTo>
                <a:cubicBezTo>
                  <a:pt x="763865" y="34492"/>
                  <a:pt x="767499" y="32047"/>
                  <a:pt x="772251" y="30333"/>
                </a:cubicBezTo>
                <a:cubicBezTo>
                  <a:pt x="777004" y="28620"/>
                  <a:pt x="782511" y="27763"/>
                  <a:pt x="788772" y="27763"/>
                </a:cubicBezTo>
                <a:cubicBezTo>
                  <a:pt x="794987" y="27763"/>
                  <a:pt x="800037" y="28494"/>
                  <a:pt x="803921" y="29956"/>
                </a:cubicBezTo>
                <a:cubicBezTo>
                  <a:pt x="807806" y="31419"/>
                  <a:pt x="810662" y="33258"/>
                  <a:pt x="812490" y="35475"/>
                </a:cubicBezTo>
                <a:cubicBezTo>
                  <a:pt x="814318" y="37691"/>
                  <a:pt x="815598" y="40490"/>
                  <a:pt x="816329" y="43872"/>
                </a:cubicBezTo>
                <a:cubicBezTo>
                  <a:pt x="816740" y="45974"/>
                  <a:pt x="816946" y="49767"/>
                  <a:pt x="816946" y="55251"/>
                </a:cubicBezTo>
                <a:lnTo>
                  <a:pt x="816946" y="71703"/>
                </a:lnTo>
                <a:cubicBezTo>
                  <a:pt x="816946" y="83174"/>
                  <a:pt x="817209" y="90429"/>
                  <a:pt x="817734" y="93468"/>
                </a:cubicBezTo>
                <a:cubicBezTo>
                  <a:pt x="818260" y="96507"/>
                  <a:pt x="819299" y="99420"/>
                  <a:pt x="820853" y="102208"/>
                </a:cubicBezTo>
                <a:lnTo>
                  <a:pt x="807966" y="102208"/>
                </a:lnTo>
                <a:cubicBezTo>
                  <a:pt x="806686" y="99649"/>
                  <a:pt x="805864" y="96655"/>
                  <a:pt x="805498" y="93228"/>
                </a:cubicBezTo>
                <a:moveTo>
                  <a:pt x="804470" y="65671"/>
                </a:moveTo>
                <a:cubicBezTo>
                  <a:pt x="799991" y="67499"/>
                  <a:pt x="793273" y="69053"/>
                  <a:pt x="784316" y="70332"/>
                </a:cubicBezTo>
                <a:cubicBezTo>
                  <a:pt x="779243" y="71063"/>
                  <a:pt x="775656" y="71886"/>
                  <a:pt x="773554" y="72800"/>
                </a:cubicBezTo>
                <a:cubicBezTo>
                  <a:pt x="771452" y="73714"/>
                  <a:pt x="769829" y="75051"/>
                  <a:pt x="768687" y="76810"/>
                </a:cubicBezTo>
                <a:cubicBezTo>
                  <a:pt x="767544" y="78570"/>
                  <a:pt x="766973" y="80523"/>
                  <a:pt x="766973" y="82671"/>
                </a:cubicBezTo>
                <a:cubicBezTo>
                  <a:pt x="766973" y="85962"/>
                  <a:pt x="768218" y="88704"/>
                  <a:pt x="770709" y="90897"/>
                </a:cubicBezTo>
                <a:cubicBezTo>
                  <a:pt x="773200" y="93091"/>
                  <a:pt x="776844" y="94188"/>
                  <a:pt x="781643" y="94188"/>
                </a:cubicBezTo>
                <a:cubicBezTo>
                  <a:pt x="786395" y="94188"/>
                  <a:pt x="790623" y="93148"/>
                  <a:pt x="794324" y="91069"/>
                </a:cubicBezTo>
                <a:cubicBezTo>
                  <a:pt x="798026" y="88989"/>
                  <a:pt x="800745" y="86144"/>
                  <a:pt x="802482" y="82534"/>
                </a:cubicBezTo>
                <a:cubicBezTo>
                  <a:pt x="803807" y="79746"/>
                  <a:pt x="804470" y="75633"/>
                  <a:pt x="804470" y="70195"/>
                </a:cubicBezTo>
                <a:lnTo>
                  <a:pt x="804470" y="65671"/>
                </a:lnTo>
                <a:close/>
                <a:moveTo>
                  <a:pt x="830876" y="80478"/>
                </a:moveTo>
                <a:lnTo>
                  <a:pt x="843078" y="78558"/>
                </a:lnTo>
                <a:cubicBezTo>
                  <a:pt x="843763" y="83448"/>
                  <a:pt x="845671" y="87196"/>
                  <a:pt x="848801" y="89800"/>
                </a:cubicBezTo>
                <a:cubicBezTo>
                  <a:pt x="851932" y="92405"/>
                  <a:pt x="856308" y="93708"/>
                  <a:pt x="861929" y="93708"/>
                </a:cubicBezTo>
                <a:cubicBezTo>
                  <a:pt x="867596" y="93708"/>
                  <a:pt x="871800" y="92554"/>
                  <a:pt x="874542" y="90246"/>
                </a:cubicBezTo>
                <a:cubicBezTo>
                  <a:pt x="877284" y="87938"/>
                  <a:pt x="878655" y="85230"/>
                  <a:pt x="878655" y="82123"/>
                </a:cubicBezTo>
                <a:cubicBezTo>
                  <a:pt x="878655" y="79335"/>
                  <a:pt x="877444" y="77142"/>
                  <a:pt x="875022" y="75542"/>
                </a:cubicBezTo>
                <a:cubicBezTo>
                  <a:pt x="873331" y="74445"/>
                  <a:pt x="869127" y="73051"/>
                  <a:pt x="862409" y="71360"/>
                </a:cubicBezTo>
                <a:cubicBezTo>
                  <a:pt x="853360" y="69075"/>
                  <a:pt x="847088" y="67099"/>
                  <a:pt x="843592" y="65431"/>
                </a:cubicBezTo>
                <a:cubicBezTo>
                  <a:pt x="840096" y="63763"/>
                  <a:pt x="837445" y="61455"/>
                  <a:pt x="835640" y="58507"/>
                </a:cubicBezTo>
                <a:cubicBezTo>
                  <a:pt x="833835" y="55560"/>
                  <a:pt x="832932" y="52304"/>
                  <a:pt x="832932" y="48739"/>
                </a:cubicBezTo>
                <a:cubicBezTo>
                  <a:pt x="832932" y="45494"/>
                  <a:pt x="833675" y="42490"/>
                  <a:pt x="835160" y="39725"/>
                </a:cubicBezTo>
                <a:cubicBezTo>
                  <a:pt x="836645" y="36960"/>
                  <a:pt x="838668" y="34663"/>
                  <a:pt x="841227" y="32835"/>
                </a:cubicBezTo>
                <a:cubicBezTo>
                  <a:pt x="843146" y="31419"/>
                  <a:pt x="845762" y="30219"/>
                  <a:pt x="849076" y="29237"/>
                </a:cubicBezTo>
                <a:cubicBezTo>
                  <a:pt x="852389" y="28254"/>
                  <a:pt x="855942" y="27763"/>
                  <a:pt x="859735" y="27763"/>
                </a:cubicBezTo>
                <a:cubicBezTo>
                  <a:pt x="865448" y="27763"/>
                  <a:pt x="870463" y="28585"/>
                  <a:pt x="874782" y="30231"/>
                </a:cubicBezTo>
                <a:cubicBezTo>
                  <a:pt x="879101" y="31876"/>
                  <a:pt x="882288" y="34104"/>
                  <a:pt x="884345" y="36914"/>
                </a:cubicBezTo>
                <a:cubicBezTo>
                  <a:pt x="886401" y="39725"/>
                  <a:pt x="887818" y="43484"/>
                  <a:pt x="888595" y="48191"/>
                </a:cubicBezTo>
                <a:lnTo>
                  <a:pt x="876530" y="49836"/>
                </a:lnTo>
                <a:cubicBezTo>
                  <a:pt x="875982" y="46088"/>
                  <a:pt x="874393" y="43164"/>
                  <a:pt x="871766" y="41061"/>
                </a:cubicBezTo>
                <a:cubicBezTo>
                  <a:pt x="869138" y="38959"/>
                  <a:pt x="865425" y="37908"/>
                  <a:pt x="860626" y="37908"/>
                </a:cubicBezTo>
                <a:cubicBezTo>
                  <a:pt x="854960" y="37908"/>
                  <a:pt x="850915" y="38845"/>
                  <a:pt x="848493" y="40719"/>
                </a:cubicBezTo>
                <a:cubicBezTo>
                  <a:pt x="846071" y="42592"/>
                  <a:pt x="844860" y="44786"/>
                  <a:pt x="844860" y="47299"/>
                </a:cubicBezTo>
                <a:cubicBezTo>
                  <a:pt x="844860" y="48899"/>
                  <a:pt x="845363" y="50338"/>
                  <a:pt x="846368" y="51618"/>
                </a:cubicBezTo>
                <a:cubicBezTo>
                  <a:pt x="847373" y="52943"/>
                  <a:pt x="848950" y="54040"/>
                  <a:pt x="851098" y="54908"/>
                </a:cubicBezTo>
                <a:cubicBezTo>
                  <a:pt x="852332" y="55365"/>
                  <a:pt x="855965" y="56417"/>
                  <a:pt x="861997" y="58062"/>
                </a:cubicBezTo>
                <a:cubicBezTo>
                  <a:pt x="870726" y="60392"/>
                  <a:pt x="876816" y="62300"/>
                  <a:pt x="880266" y="63786"/>
                </a:cubicBezTo>
                <a:cubicBezTo>
                  <a:pt x="883716" y="65271"/>
                  <a:pt x="886424" y="67430"/>
                  <a:pt x="888389" y="70264"/>
                </a:cubicBezTo>
                <a:cubicBezTo>
                  <a:pt x="890354" y="73097"/>
                  <a:pt x="891337" y="76616"/>
                  <a:pt x="891337" y="80820"/>
                </a:cubicBezTo>
                <a:cubicBezTo>
                  <a:pt x="891337" y="84933"/>
                  <a:pt x="890137" y="88806"/>
                  <a:pt x="887738" y="92440"/>
                </a:cubicBezTo>
                <a:cubicBezTo>
                  <a:pt x="885339" y="96073"/>
                  <a:pt x="881877" y="98883"/>
                  <a:pt x="877353" y="100871"/>
                </a:cubicBezTo>
                <a:cubicBezTo>
                  <a:pt x="872828" y="102859"/>
                  <a:pt x="867710" y="103853"/>
                  <a:pt x="861997" y="103853"/>
                </a:cubicBezTo>
                <a:cubicBezTo>
                  <a:pt x="852537" y="103853"/>
                  <a:pt x="845328" y="101888"/>
                  <a:pt x="840370" y="97958"/>
                </a:cubicBezTo>
                <a:cubicBezTo>
                  <a:pt x="835411" y="94028"/>
                  <a:pt x="832247" y="88201"/>
                  <a:pt x="830876" y="80478"/>
                </a:cubicBezTo>
                <a:close/>
                <a:moveTo>
                  <a:pt x="955656" y="102208"/>
                </a:moveTo>
                <a:lnTo>
                  <a:pt x="944208" y="102208"/>
                </a:lnTo>
                <a:lnTo>
                  <a:pt x="944208" y="1714"/>
                </a:lnTo>
                <a:lnTo>
                  <a:pt x="956547" y="1714"/>
                </a:lnTo>
                <a:lnTo>
                  <a:pt x="956547" y="37565"/>
                </a:lnTo>
                <a:cubicBezTo>
                  <a:pt x="961757" y="31030"/>
                  <a:pt x="968406" y="27763"/>
                  <a:pt x="976495" y="27763"/>
                </a:cubicBezTo>
                <a:cubicBezTo>
                  <a:pt x="980974" y="27763"/>
                  <a:pt x="985212" y="28665"/>
                  <a:pt x="989211" y="30470"/>
                </a:cubicBezTo>
                <a:cubicBezTo>
                  <a:pt x="993210" y="32276"/>
                  <a:pt x="996500" y="34812"/>
                  <a:pt x="999082" y="38079"/>
                </a:cubicBezTo>
                <a:cubicBezTo>
                  <a:pt x="1001664" y="41347"/>
                  <a:pt x="1003686" y="45289"/>
                  <a:pt x="1005149" y="49904"/>
                </a:cubicBezTo>
                <a:cubicBezTo>
                  <a:pt x="1006611" y="54520"/>
                  <a:pt x="1007342" y="59456"/>
                  <a:pt x="1007342" y="64711"/>
                </a:cubicBezTo>
                <a:cubicBezTo>
                  <a:pt x="1007342" y="77187"/>
                  <a:pt x="1004258" y="86830"/>
                  <a:pt x="998088" y="93639"/>
                </a:cubicBezTo>
                <a:cubicBezTo>
                  <a:pt x="991919" y="100448"/>
                  <a:pt x="984515" y="103853"/>
                  <a:pt x="975878" y="103853"/>
                </a:cubicBezTo>
                <a:cubicBezTo>
                  <a:pt x="967286" y="103853"/>
                  <a:pt x="960546" y="100266"/>
                  <a:pt x="955656" y="93091"/>
                </a:cubicBezTo>
                <a:lnTo>
                  <a:pt x="955656" y="102208"/>
                </a:lnTo>
                <a:moveTo>
                  <a:pt x="955519" y="65260"/>
                </a:moveTo>
                <a:cubicBezTo>
                  <a:pt x="955519" y="73988"/>
                  <a:pt x="956707" y="80295"/>
                  <a:pt x="959083" y="84179"/>
                </a:cubicBezTo>
                <a:cubicBezTo>
                  <a:pt x="962968" y="90532"/>
                  <a:pt x="968223" y="93708"/>
                  <a:pt x="974850" y="93708"/>
                </a:cubicBezTo>
                <a:cubicBezTo>
                  <a:pt x="980242" y="93708"/>
                  <a:pt x="984904" y="91366"/>
                  <a:pt x="988834" y="86681"/>
                </a:cubicBezTo>
                <a:cubicBezTo>
                  <a:pt x="992764" y="81997"/>
                  <a:pt x="994729" y="75016"/>
                  <a:pt x="994729" y="65739"/>
                </a:cubicBezTo>
                <a:cubicBezTo>
                  <a:pt x="994729" y="56234"/>
                  <a:pt x="992844" y="49219"/>
                  <a:pt x="989074" y="44695"/>
                </a:cubicBezTo>
                <a:cubicBezTo>
                  <a:pt x="985304" y="40170"/>
                  <a:pt x="980745" y="37908"/>
                  <a:pt x="975398" y="37908"/>
                </a:cubicBezTo>
                <a:cubicBezTo>
                  <a:pt x="970006" y="37908"/>
                  <a:pt x="965344" y="40250"/>
                  <a:pt x="961414" y="44934"/>
                </a:cubicBezTo>
                <a:cubicBezTo>
                  <a:pt x="957484" y="49619"/>
                  <a:pt x="955519" y="56394"/>
                  <a:pt x="955519" y="65260"/>
                </a:cubicBezTo>
                <a:close/>
                <a:moveTo>
                  <a:pt x="1071930" y="78764"/>
                </a:moveTo>
                <a:lnTo>
                  <a:pt x="1084681" y="80341"/>
                </a:lnTo>
                <a:cubicBezTo>
                  <a:pt x="1082670" y="87790"/>
                  <a:pt x="1078945" y="93571"/>
                  <a:pt x="1073507" y="97684"/>
                </a:cubicBezTo>
                <a:cubicBezTo>
                  <a:pt x="1068069" y="101797"/>
                  <a:pt x="1061122" y="103853"/>
                  <a:pt x="1052668" y="103853"/>
                </a:cubicBezTo>
                <a:cubicBezTo>
                  <a:pt x="1042020" y="103853"/>
                  <a:pt x="1033577" y="100574"/>
                  <a:pt x="1027339" y="94016"/>
                </a:cubicBezTo>
                <a:cubicBezTo>
                  <a:pt x="1021101" y="87458"/>
                  <a:pt x="1017982" y="78261"/>
                  <a:pt x="1017982" y="66425"/>
                </a:cubicBezTo>
                <a:cubicBezTo>
                  <a:pt x="1017982" y="54177"/>
                  <a:pt x="1021135" y="44672"/>
                  <a:pt x="1027441" y="37908"/>
                </a:cubicBezTo>
                <a:cubicBezTo>
                  <a:pt x="1033748" y="31145"/>
                  <a:pt x="1041928" y="27763"/>
                  <a:pt x="1051982" y="27763"/>
                </a:cubicBezTo>
                <a:cubicBezTo>
                  <a:pt x="1061716" y="27763"/>
                  <a:pt x="1069668" y="31076"/>
                  <a:pt x="1075838" y="37702"/>
                </a:cubicBezTo>
                <a:cubicBezTo>
                  <a:pt x="1082007" y="44329"/>
                  <a:pt x="1085092" y="53652"/>
                  <a:pt x="1085092" y="65671"/>
                </a:cubicBezTo>
                <a:cubicBezTo>
                  <a:pt x="1085092" y="66402"/>
                  <a:pt x="1085069" y="67499"/>
                  <a:pt x="1085023" y="68961"/>
                </a:cubicBezTo>
                <a:lnTo>
                  <a:pt x="1030732" y="68961"/>
                </a:lnTo>
                <a:cubicBezTo>
                  <a:pt x="1031189" y="76959"/>
                  <a:pt x="1033451" y="83083"/>
                  <a:pt x="1037518" y="87333"/>
                </a:cubicBezTo>
                <a:cubicBezTo>
                  <a:pt x="1041586" y="91583"/>
                  <a:pt x="1046658" y="93708"/>
                  <a:pt x="1052736" y="93708"/>
                </a:cubicBezTo>
                <a:cubicBezTo>
                  <a:pt x="1057261" y="93708"/>
                  <a:pt x="1061122" y="92520"/>
                  <a:pt x="1064321" y="90143"/>
                </a:cubicBezTo>
                <a:cubicBezTo>
                  <a:pt x="1067520" y="87767"/>
                  <a:pt x="1070057" y="83974"/>
                  <a:pt x="1071930" y="78764"/>
                </a:cubicBezTo>
                <a:moveTo>
                  <a:pt x="1031417" y="58816"/>
                </a:moveTo>
                <a:lnTo>
                  <a:pt x="1072067" y="58816"/>
                </a:lnTo>
                <a:cubicBezTo>
                  <a:pt x="1071519" y="52692"/>
                  <a:pt x="1069965" y="48099"/>
                  <a:pt x="1067406" y="45037"/>
                </a:cubicBezTo>
                <a:cubicBezTo>
                  <a:pt x="1063476" y="40285"/>
                  <a:pt x="1058380" y="37908"/>
                  <a:pt x="1052119" y="37908"/>
                </a:cubicBezTo>
                <a:cubicBezTo>
                  <a:pt x="1046453" y="37908"/>
                  <a:pt x="1041688" y="39805"/>
                  <a:pt x="1037827" y="43598"/>
                </a:cubicBezTo>
                <a:cubicBezTo>
                  <a:pt x="1033965" y="47391"/>
                  <a:pt x="1031829" y="52464"/>
                  <a:pt x="1031417" y="58816"/>
                </a:cubicBezTo>
                <a:close/>
                <a:moveTo>
                  <a:pt x="1149750" y="78764"/>
                </a:moveTo>
                <a:lnTo>
                  <a:pt x="1162500" y="80341"/>
                </a:lnTo>
                <a:cubicBezTo>
                  <a:pt x="1160489" y="87790"/>
                  <a:pt x="1156764" y="93571"/>
                  <a:pt x="1151326" y="97684"/>
                </a:cubicBezTo>
                <a:cubicBezTo>
                  <a:pt x="1145888" y="101797"/>
                  <a:pt x="1138941" y="103853"/>
                  <a:pt x="1130487" y="103853"/>
                </a:cubicBezTo>
                <a:cubicBezTo>
                  <a:pt x="1119839" y="103853"/>
                  <a:pt x="1111396" y="100574"/>
                  <a:pt x="1105158" y="94016"/>
                </a:cubicBezTo>
                <a:cubicBezTo>
                  <a:pt x="1098920" y="87458"/>
                  <a:pt x="1095801" y="78261"/>
                  <a:pt x="1095801" y="66425"/>
                </a:cubicBezTo>
                <a:cubicBezTo>
                  <a:pt x="1095801" y="54177"/>
                  <a:pt x="1098954" y="44672"/>
                  <a:pt x="1105261" y="37908"/>
                </a:cubicBezTo>
                <a:cubicBezTo>
                  <a:pt x="1111567" y="31145"/>
                  <a:pt x="1119747" y="27763"/>
                  <a:pt x="1129801" y="27763"/>
                </a:cubicBezTo>
                <a:cubicBezTo>
                  <a:pt x="1139536" y="27763"/>
                  <a:pt x="1147487" y="31076"/>
                  <a:pt x="1153657" y="37702"/>
                </a:cubicBezTo>
                <a:cubicBezTo>
                  <a:pt x="1159826" y="44329"/>
                  <a:pt x="1162911" y="53652"/>
                  <a:pt x="1162911" y="65671"/>
                </a:cubicBezTo>
                <a:cubicBezTo>
                  <a:pt x="1162911" y="66402"/>
                  <a:pt x="1162888" y="67499"/>
                  <a:pt x="1162843" y="68961"/>
                </a:cubicBezTo>
                <a:lnTo>
                  <a:pt x="1108551" y="68961"/>
                </a:lnTo>
                <a:cubicBezTo>
                  <a:pt x="1109008" y="76959"/>
                  <a:pt x="1111270" y="83083"/>
                  <a:pt x="1115337" y="87333"/>
                </a:cubicBezTo>
                <a:cubicBezTo>
                  <a:pt x="1119405" y="91583"/>
                  <a:pt x="1124477" y="93708"/>
                  <a:pt x="1130556" y="93708"/>
                </a:cubicBezTo>
                <a:cubicBezTo>
                  <a:pt x="1135080" y="93708"/>
                  <a:pt x="1138941" y="92520"/>
                  <a:pt x="1142140" y="90143"/>
                </a:cubicBezTo>
                <a:cubicBezTo>
                  <a:pt x="1145339" y="87767"/>
                  <a:pt x="1147876" y="83974"/>
                  <a:pt x="1149750" y="78764"/>
                </a:cubicBezTo>
                <a:moveTo>
                  <a:pt x="1109237" y="58816"/>
                </a:moveTo>
                <a:lnTo>
                  <a:pt x="1149887" y="58816"/>
                </a:lnTo>
                <a:cubicBezTo>
                  <a:pt x="1149338" y="52692"/>
                  <a:pt x="1147784" y="48099"/>
                  <a:pt x="1145225" y="45037"/>
                </a:cubicBezTo>
                <a:cubicBezTo>
                  <a:pt x="1141295" y="40285"/>
                  <a:pt x="1136199" y="37908"/>
                  <a:pt x="1129939" y="37908"/>
                </a:cubicBezTo>
                <a:cubicBezTo>
                  <a:pt x="1124272" y="37908"/>
                  <a:pt x="1119508" y="39805"/>
                  <a:pt x="1115646" y="43598"/>
                </a:cubicBezTo>
                <a:cubicBezTo>
                  <a:pt x="1111784" y="47391"/>
                  <a:pt x="1109648" y="52464"/>
                  <a:pt x="1109237" y="58816"/>
                </a:cubicBezTo>
                <a:close/>
                <a:moveTo>
                  <a:pt x="1177732" y="102208"/>
                </a:moveTo>
                <a:lnTo>
                  <a:pt x="1177732" y="29408"/>
                </a:lnTo>
                <a:lnTo>
                  <a:pt x="1188837" y="29408"/>
                </a:lnTo>
                <a:lnTo>
                  <a:pt x="1188837" y="39759"/>
                </a:lnTo>
                <a:cubicBezTo>
                  <a:pt x="1194184" y="31761"/>
                  <a:pt x="1201907" y="27763"/>
                  <a:pt x="1212007" y="27763"/>
                </a:cubicBezTo>
                <a:cubicBezTo>
                  <a:pt x="1216394" y="27763"/>
                  <a:pt x="1220427" y="28551"/>
                  <a:pt x="1224106" y="30128"/>
                </a:cubicBezTo>
                <a:cubicBezTo>
                  <a:pt x="1227785" y="31704"/>
                  <a:pt x="1230538" y="33772"/>
                  <a:pt x="1232366" y="36331"/>
                </a:cubicBezTo>
                <a:cubicBezTo>
                  <a:pt x="1234194" y="38891"/>
                  <a:pt x="1235474" y="41930"/>
                  <a:pt x="1236205" y="45449"/>
                </a:cubicBezTo>
                <a:cubicBezTo>
                  <a:pt x="1236662" y="47734"/>
                  <a:pt x="1236891" y="51732"/>
                  <a:pt x="1236891" y="57445"/>
                </a:cubicBezTo>
                <a:lnTo>
                  <a:pt x="1236891" y="102208"/>
                </a:lnTo>
                <a:lnTo>
                  <a:pt x="1224552" y="102208"/>
                </a:lnTo>
                <a:lnTo>
                  <a:pt x="1224552" y="57925"/>
                </a:lnTo>
                <a:cubicBezTo>
                  <a:pt x="1224552" y="52898"/>
                  <a:pt x="1224072" y="49139"/>
                  <a:pt x="1223112" y="46648"/>
                </a:cubicBezTo>
                <a:cubicBezTo>
                  <a:pt x="1222152" y="44158"/>
                  <a:pt x="1220450" y="42170"/>
                  <a:pt x="1218005" y="40684"/>
                </a:cubicBezTo>
                <a:cubicBezTo>
                  <a:pt x="1215560" y="39199"/>
                  <a:pt x="1212692" y="38457"/>
                  <a:pt x="1209402" y="38457"/>
                </a:cubicBezTo>
                <a:cubicBezTo>
                  <a:pt x="1204147" y="38457"/>
                  <a:pt x="1199611" y="40125"/>
                  <a:pt x="1195795" y="43461"/>
                </a:cubicBezTo>
                <a:cubicBezTo>
                  <a:pt x="1191979" y="46797"/>
                  <a:pt x="1190071" y="53126"/>
                  <a:pt x="1190071" y="62449"/>
                </a:cubicBezTo>
                <a:lnTo>
                  <a:pt x="1190071" y="102208"/>
                </a:lnTo>
                <a:lnTo>
                  <a:pt x="1177732" y="102208"/>
                </a:lnTo>
                <a:close/>
                <a:moveTo>
                  <a:pt x="1321000" y="91171"/>
                </a:moveTo>
                <a:lnTo>
                  <a:pt x="1322782" y="102071"/>
                </a:lnTo>
                <a:cubicBezTo>
                  <a:pt x="1319309" y="102802"/>
                  <a:pt x="1316201" y="103168"/>
                  <a:pt x="1313459" y="103168"/>
                </a:cubicBezTo>
                <a:cubicBezTo>
                  <a:pt x="1308980" y="103168"/>
                  <a:pt x="1305507" y="102459"/>
                  <a:pt x="1303039" y="101043"/>
                </a:cubicBezTo>
                <a:cubicBezTo>
                  <a:pt x="1300572" y="99626"/>
                  <a:pt x="1298835" y="97764"/>
                  <a:pt x="1297830" y="95456"/>
                </a:cubicBezTo>
                <a:cubicBezTo>
                  <a:pt x="1296824" y="93148"/>
                  <a:pt x="1296322" y="88292"/>
                  <a:pt x="1296322" y="80889"/>
                </a:cubicBezTo>
                <a:lnTo>
                  <a:pt x="1296322" y="39005"/>
                </a:lnTo>
                <a:lnTo>
                  <a:pt x="1287273" y="39005"/>
                </a:lnTo>
                <a:lnTo>
                  <a:pt x="1287273" y="29408"/>
                </a:lnTo>
                <a:lnTo>
                  <a:pt x="1296322" y="29408"/>
                </a:lnTo>
                <a:lnTo>
                  <a:pt x="1296322" y="11379"/>
                </a:lnTo>
                <a:lnTo>
                  <a:pt x="1308592" y="3976"/>
                </a:lnTo>
                <a:lnTo>
                  <a:pt x="1308592" y="29408"/>
                </a:lnTo>
                <a:lnTo>
                  <a:pt x="1321000" y="29408"/>
                </a:lnTo>
                <a:lnTo>
                  <a:pt x="1321000" y="39005"/>
                </a:lnTo>
                <a:lnTo>
                  <a:pt x="1308592" y="39005"/>
                </a:lnTo>
                <a:lnTo>
                  <a:pt x="1308592" y="81574"/>
                </a:lnTo>
                <a:cubicBezTo>
                  <a:pt x="1308592" y="85093"/>
                  <a:pt x="1308809" y="87355"/>
                  <a:pt x="1309243" y="88361"/>
                </a:cubicBezTo>
                <a:cubicBezTo>
                  <a:pt x="1309677" y="89366"/>
                  <a:pt x="1310386" y="90166"/>
                  <a:pt x="1311368" y="90760"/>
                </a:cubicBezTo>
                <a:cubicBezTo>
                  <a:pt x="1312351" y="91354"/>
                  <a:pt x="1313756" y="91651"/>
                  <a:pt x="1315584" y="91651"/>
                </a:cubicBezTo>
                <a:cubicBezTo>
                  <a:pt x="1316955" y="91651"/>
                  <a:pt x="1318760" y="91491"/>
                  <a:pt x="1321000" y="91171"/>
                </a:cubicBezTo>
                <a:close/>
                <a:moveTo>
                  <a:pt x="1332431" y="102208"/>
                </a:moveTo>
                <a:lnTo>
                  <a:pt x="1332431" y="29408"/>
                </a:lnTo>
                <a:lnTo>
                  <a:pt x="1343536" y="29408"/>
                </a:lnTo>
                <a:lnTo>
                  <a:pt x="1343536" y="40444"/>
                </a:lnTo>
                <a:cubicBezTo>
                  <a:pt x="1346369" y="35280"/>
                  <a:pt x="1348986" y="31876"/>
                  <a:pt x="1351385" y="30231"/>
                </a:cubicBezTo>
                <a:cubicBezTo>
                  <a:pt x="1353784" y="28585"/>
                  <a:pt x="1356423" y="27763"/>
                  <a:pt x="1359302" y="27763"/>
                </a:cubicBezTo>
                <a:cubicBezTo>
                  <a:pt x="1363461" y="27763"/>
                  <a:pt x="1367688" y="29088"/>
                  <a:pt x="1371984" y="31739"/>
                </a:cubicBezTo>
                <a:lnTo>
                  <a:pt x="1367734" y="43186"/>
                </a:lnTo>
                <a:cubicBezTo>
                  <a:pt x="1364718" y="41404"/>
                  <a:pt x="1361702" y="40513"/>
                  <a:pt x="1358685" y="40513"/>
                </a:cubicBezTo>
                <a:cubicBezTo>
                  <a:pt x="1355989" y="40513"/>
                  <a:pt x="1353567" y="41324"/>
                  <a:pt x="1351419" y="42947"/>
                </a:cubicBezTo>
                <a:cubicBezTo>
                  <a:pt x="1349271" y="44569"/>
                  <a:pt x="1347740" y="46820"/>
                  <a:pt x="1346826" y="49699"/>
                </a:cubicBezTo>
                <a:cubicBezTo>
                  <a:pt x="1345455" y="54086"/>
                  <a:pt x="1344770" y="58884"/>
                  <a:pt x="1344770" y="64094"/>
                </a:cubicBezTo>
                <a:lnTo>
                  <a:pt x="1344770" y="102208"/>
                </a:lnTo>
                <a:lnTo>
                  <a:pt x="1332431" y="102208"/>
                </a:lnTo>
                <a:close/>
                <a:moveTo>
                  <a:pt x="1378391" y="130245"/>
                </a:moveTo>
                <a:lnTo>
                  <a:pt x="1377020" y="118660"/>
                </a:lnTo>
                <a:cubicBezTo>
                  <a:pt x="1379716" y="119391"/>
                  <a:pt x="1382070" y="119757"/>
                  <a:pt x="1384081" y="119757"/>
                </a:cubicBezTo>
                <a:cubicBezTo>
                  <a:pt x="1386823" y="119757"/>
                  <a:pt x="1389016" y="119300"/>
                  <a:pt x="1390661" y="118386"/>
                </a:cubicBezTo>
                <a:cubicBezTo>
                  <a:pt x="1392307" y="117472"/>
                  <a:pt x="1393655" y="116192"/>
                  <a:pt x="1394706" y="114547"/>
                </a:cubicBezTo>
                <a:cubicBezTo>
                  <a:pt x="1395483" y="113313"/>
                  <a:pt x="1396740" y="110251"/>
                  <a:pt x="1398476" y="105361"/>
                </a:cubicBezTo>
                <a:cubicBezTo>
                  <a:pt x="1398705" y="104676"/>
                  <a:pt x="1399070" y="103670"/>
                  <a:pt x="1399573" y="102345"/>
                </a:cubicBezTo>
                <a:lnTo>
                  <a:pt x="1371947" y="29408"/>
                </a:lnTo>
                <a:lnTo>
                  <a:pt x="1385246" y="29408"/>
                </a:lnTo>
                <a:lnTo>
                  <a:pt x="1400396" y="71566"/>
                </a:lnTo>
                <a:cubicBezTo>
                  <a:pt x="1402361" y="76913"/>
                  <a:pt x="1404120" y="82534"/>
                  <a:pt x="1405674" y="88429"/>
                </a:cubicBezTo>
                <a:cubicBezTo>
                  <a:pt x="1407091" y="82763"/>
                  <a:pt x="1408782" y="77233"/>
                  <a:pt x="1410747" y="71840"/>
                </a:cubicBezTo>
                <a:lnTo>
                  <a:pt x="1426307" y="29408"/>
                </a:lnTo>
                <a:lnTo>
                  <a:pt x="1438646" y="29408"/>
                </a:lnTo>
                <a:lnTo>
                  <a:pt x="1410952" y="103442"/>
                </a:lnTo>
                <a:cubicBezTo>
                  <a:pt x="1407982" y="111439"/>
                  <a:pt x="1405674" y="116946"/>
                  <a:pt x="1404029" y="119962"/>
                </a:cubicBezTo>
                <a:cubicBezTo>
                  <a:pt x="1401835" y="124030"/>
                  <a:pt x="1399322" y="127012"/>
                  <a:pt x="1396488" y="128908"/>
                </a:cubicBezTo>
                <a:cubicBezTo>
                  <a:pt x="1393655" y="130805"/>
                  <a:pt x="1390273" y="131753"/>
                  <a:pt x="1386343" y="131753"/>
                </a:cubicBezTo>
                <a:cubicBezTo>
                  <a:pt x="1383966" y="131753"/>
                  <a:pt x="1381316" y="131250"/>
                  <a:pt x="1378391" y="130245"/>
                </a:cubicBezTo>
                <a:close/>
                <a:moveTo>
                  <a:pt x="1448964" y="15904"/>
                </a:moveTo>
                <a:lnTo>
                  <a:pt x="1448964" y="1714"/>
                </a:lnTo>
                <a:lnTo>
                  <a:pt x="1461303" y="1714"/>
                </a:lnTo>
                <a:lnTo>
                  <a:pt x="1461303" y="15904"/>
                </a:lnTo>
                <a:lnTo>
                  <a:pt x="1448964" y="15904"/>
                </a:lnTo>
                <a:moveTo>
                  <a:pt x="1448964" y="102208"/>
                </a:moveTo>
                <a:lnTo>
                  <a:pt x="1448964" y="29408"/>
                </a:lnTo>
                <a:lnTo>
                  <a:pt x="1461303" y="29408"/>
                </a:lnTo>
                <a:lnTo>
                  <a:pt x="1461303" y="102208"/>
                </a:lnTo>
                <a:lnTo>
                  <a:pt x="1448964" y="102208"/>
                </a:lnTo>
                <a:close/>
                <a:moveTo>
                  <a:pt x="1480385" y="102208"/>
                </a:moveTo>
                <a:lnTo>
                  <a:pt x="1480385" y="29408"/>
                </a:lnTo>
                <a:lnTo>
                  <a:pt x="1491490" y="29408"/>
                </a:lnTo>
                <a:lnTo>
                  <a:pt x="1491490" y="39759"/>
                </a:lnTo>
                <a:cubicBezTo>
                  <a:pt x="1496837" y="31761"/>
                  <a:pt x="1504560" y="27763"/>
                  <a:pt x="1514660" y="27763"/>
                </a:cubicBezTo>
                <a:cubicBezTo>
                  <a:pt x="1519047" y="27763"/>
                  <a:pt x="1523080" y="28551"/>
                  <a:pt x="1526759" y="30128"/>
                </a:cubicBezTo>
                <a:cubicBezTo>
                  <a:pt x="1530438" y="31704"/>
                  <a:pt x="1533191" y="33772"/>
                  <a:pt x="1535019" y="36331"/>
                </a:cubicBezTo>
                <a:cubicBezTo>
                  <a:pt x="1536847" y="38891"/>
                  <a:pt x="1538127" y="41930"/>
                  <a:pt x="1538858" y="45449"/>
                </a:cubicBezTo>
                <a:cubicBezTo>
                  <a:pt x="1539315" y="47734"/>
                  <a:pt x="1539543" y="51732"/>
                  <a:pt x="1539543" y="57445"/>
                </a:cubicBezTo>
                <a:lnTo>
                  <a:pt x="1539543" y="102208"/>
                </a:lnTo>
                <a:lnTo>
                  <a:pt x="1527204" y="102208"/>
                </a:lnTo>
                <a:lnTo>
                  <a:pt x="1527204" y="57925"/>
                </a:lnTo>
                <a:cubicBezTo>
                  <a:pt x="1527204" y="52898"/>
                  <a:pt x="1526724" y="49139"/>
                  <a:pt x="1525765" y="46648"/>
                </a:cubicBezTo>
                <a:cubicBezTo>
                  <a:pt x="1524805" y="44158"/>
                  <a:pt x="1523103" y="42170"/>
                  <a:pt x="1520658" y="40684"/>
                </a:cubicBezTo>
                <a:cubicBezTo>
                  <a:pt x="1518213" y="39199"/>
                  <a:pt x="1515345" y="38457"/>
                  <a:pt x="1512055" y="38457"/>
                </a:cubicBezTo>
                <a:cubicBezTo>
                  <a:pt x="1506799" y="38457"/>
                  <a:pt x="1502264" y="40125"/>
                  <a:pt x="1498448" y="43461"/>
                </a:cubicBezTo>
                <a:cubicBezTo>
                  <a:pt x="1494632" y="46797"/>
                  <a:pt x="1492724" y="53126"/>
                  <a:pt x="1492724" y="62449"/>
                </a:cubicBezTo>
                <a:lnTo>
                  <a:pt x="1492724" y="102208"/>
                </a:lnTo>
                <a:lnTo>
                  <a:pt x="1480385" y="102208"/>
                </a:lnTo>
                <a:close/>
                <a:moveTo>
                  <a:pt x="1555941" y="108240"/>
                </a:moveTo>
                <a:lnTo>
                  <a:pt x="1567937" y="110023"/>
                </a:lnTo>
                <a:cubicBezTo>
                  <a:pt x="1568440" y="113724"/>
                  <a:pt x="1569834" y="116421"/>
                  <a:pt x="1572119" y="118112"/>
                </a:cubicBezTo>
                <a:cubicBezTo>
                  <a:pt x="1575181" y="120397"/>
                  <a:pt x="1579362" y="121539"/>
                  <a:pt x="1584663" y="121539"/>
                </a:cubicBezTo>
                <a:cubicBezTo>
                  <a:pt x="1590376" y="121539"/>
                  <a:pt x="1594786" y="120397"/>
                  <a:pt x="1597893" y="118112"/>
                </a:cubicBezTo>
                <a:cubicBezTo>
                  <a:pt x="1601001" y="115827"/>
                  <a:pt x="1603103" y="112628"/>
                  <a:pt x="1604200" y="108515"/>
                </a:cubicBezTo>
                <a:cubicBezTo>
                  <a:pt x="1604840" y="106001"/>
                  <a:pt x="1605137" y="100723"/>
                  <a:pt x="1605091" y="92680"/>
                </a:cubicBezTo>
                <a:cubicBezTo>
                  <a:pt x="1599699" y="99032"/>
                  <a:pt x="1592981" y="102208"/>
                  <a:pt x="1584937" y="102208"/>
                </a:cubicBezTo>
                <a:cubicBezTo>
                  <a:pt x="1574929" y="102208"/>
                  <a:pt x="1567183" y="98598"/>
                  <a:pt x="1561699" y="91377"/>
                </a:cubicBezTo>
                <a:cubicBezTo>
                  <a:pt x="1556215" y="84156"/>
                  <a:pt x="1553473" y="75496"/>
                  <a:pt x="1553473" y="65397"/>
                </a:cubicBezTo>
                <a:cubicBezTo>
                  <a:pt x="1553473" y="58450"/>
                  <a:pt x="1554730" y="52041"/>
                  <a:pt x="1557243" y="46168"/>
                </a:cubicBezTo>
                <a:cubicBezTo>
                  <a:pt x="1559757" y="40296"/>
                  <a:pt x="1563401" y="35760"/>
                  <a:pt x="1568177" y="32561"/>
                </a:cubicBezTo>
                <a:cubicBezTo>
                  <a:pt x="1572953" y="29362"/>
                  <a:pt x="1578562" y="27763"/>
                  <a:pt x="1585006" y="27763"/>
                </a:cubicBezTo>
                <a:cubicBezTo>
                  <a:pt x="1593598" y="27763"/>
                  <a:pt x="1600681" y="31236"/>
                  <a:pt x="1606256" y="38182"/>
                </a:cubicBezTo>
                <a:lnTo>
                  <a:pt x="1606256" y="29408"/>
                </a:lnTo>
                <a:lnTo>
                  <a:pt x="1617636" y="29408"/>
                </a:lnTo>
                <a:lnTo>
                  <a:pt x="1617636" y="92337"/>
                </a:lnTo>
                <a:cubicBezTo>
                  <a:pt x="1617636" y="103670"/>
                  <a:pt x="1616482" y="111702"/>
                  <a:pt x="1614174" y="116432"/>
                </a:cubicBezTo>
                <a:cubicBezTo>
                  <a:pt x="1611866" y="121162"/>
                  <a:pt x="1608210" y="124898"/>
                  <a:pt x="1603206" y="127640"/>
                </a:cubicBezTo>
                <a:cubicBezTo>
                  <a:pt x="1598202" y="130382"/>
                  <a:pt x="1592044" y="131753"/>
                  <a:pt x="1584732" y="131753"/>
                </a:cubicBezTo>
                <a:cubicBezTo>
                  <a:pt x="1576049" y="131753"/>
                  <a:pt x="1569034" y="129799"/>
                  <a:pt x="1563687" y="125892"/>
                </a:cubicBezTo>
                <a:cubicBezTo>
                  <a:pt x="1558340" y="121985"/>
                  <a:pt x="1555758" y="116101"/>
                  <a:pt x="1555941" y="108240"/>
                </a:cubicBezTo>
                <a:moveTo>
                  <a:pt x="1566155" y="64505"/>
                </a:moveTo>
                <a:cubicBezTo>
                  <a:pt x="1566155" y="74057"/>
                  <a:pt x="1568051" y="81026"/>
                  <a:pt x="1571844" y="85413"/>
                </a:cubicBezTo>
                <a:cubicBezTo>
                  <a:pt x="1575638" y="89800"/>
                  <a:pt x="1580390" y="91994"/>
                  <a:pt x="1586103" y="91994"/>
                </a:cubicBezTo>
                <a:cubicBezTo>
                  <a:pt x="1591770" y="91994"/>
                  <a:pt x="1596522" y="89812"/>
                  <a:pt x="1600361" y="85447"/>
                </a:cubicBezTo>
                <a:cubicBezTo>
                  <a:pt x="1604200" y="81083"/>
                  <a:pt x="1606119" y="74240"/>
                  <a:pt x="1606119" y="64917"/>
                </a:cubicBezTo>
                <a:cubicBezTo>
                  <a:pt x="1606119" y="56005"/>
                  <a:pt x="1604143" y="49287"/>
                  <a:pt x="1600190" y="44763"/>
                </a:cubicBezTo>
                <a:cubicBezTo>
                  <a:pt x="1596237" y="40239"/>
                  <a:pt x="1591473" y="37977"/>
                  <a:pt x="1585897" y="37977"/>
                </a:cubicBezTo>
                <a:cubicBezTo>
                  <a:pt x="1580413" y="37977"/>
                  <a:pt x="1575752" y="40205"/>
                  <a:pt x="1571913" y="44660"/>
                </a:cubicBezTo>
                <a:cubicBezTo>
                  <a:pt x="1568074" y="49116"/>
                  <a:pt x="1566155" y="55731"/>
                  <a:pt x="1566155" y="64505"/>
                </a:cubicBezTo>
                <a:close/>
                <a:moveTo>
                  <a:pt x="1701471" y="91171"/>
                </a:moveTo>
                <a:lnTo>
                  <a:pt x="1703253" y="102071"/>
                </a:lnTo>
                <a:cubicBezTo>
                  <a:pt x="1699780" y="102802"/>
                  <a:pt x="1696672" y="103168"/>
                  <a:pt x="1693930" y="103168"/>
                </a:cubicBezTo>
                <a:cubicBezTo>
                  <a:pt x="1689451" y="103168"/>
                  <a:pt x="1685978" y="102459"/>
                  <a:pt x="1683510" y="101043"/>
                </a:cubicBezTo>
                <a:cubicBezTo>
                  <a:pt x="1681043" y="99626"/>
                  <a:pt x="1679306" y="97764"/>
                  <a:pt x="1678301" y="95456"/>
                </a:cubicBezTo>
                <a:cubicBezTo>
                  <a:pt x="1677295" y="93148"/>
                  <a:pt x="1676793" y="88292"/>
                  <a:pt x="1676793" y="80889"/>
                </a:cubicBezTo>
                <a:lnTo>
                  <a:pt x="1676793" y="39005"/>
                </a:lnTo>
                <a:lnTo>
                  <a:pt x="1667744" y="39005"/>
                </a:lnTo>
                <a:lnTo>
                  <a:pt x="1667744" y="29408"/>
                </a:lnTo>
                <a:lnTo>
                  <a:pt x="1676793" y="29408"/>
                </a:lnTo>
                <a:lnTo>
                  <a:pt x="1676793" y="11379"/>
                </a:lnTo>
                <a:lnTo>
                  <a:pt x="1689063" y="3976"/>
                </a:lnTo>
                <a:lnTo>
                  <a:pt x="1689063" y="29408"/>
                </a:lnTo>
                <a:lnTo>
                  <a:pt x="1701471" y="29408"/>
                </a:lnTo>
                <a:lnTo>
                  <a:pt x="1701471" y="39005"/>
                </a:lnTo>
                <a:lnTo>
                  <a:pt x="1689063" y="39005"/>
                </a:lnTo>
                <a:lnTo>
                  <a:pt x="1689063" y="81574"/>
                </a:lnTo>
                <a:cubicBezTo>
                  <a:pt x="1689063" y="85093"/>
                  <a:pt x="1689280" y="87355"/>
                  <a:pt x="1689714" y="88361"/>
                </a:cubicBezTo>
                <a:cubicBezTo>
                  <a:pt x="1690148" y="89366"/>
                  <a:pt x="1690857" y="90166"/>
                  <a:pt x="1691839" y="90760"/>
                </a:cubicBezTo>
                <a:cubicBezTo>
                  <a:pt x="1692822" y="91354"/>
                  <a:pt x="1694227" y="91651"/>
                  <a:pt x="1696055" y="91651"/>
                </a:cubicBezTo>
                <a:cubicBezTo>
                  <a:pt x="1697426" y="91651"/>
                  <a:pt x="1699231" y="91491"/>
                  <a:pt x="1701471" y="91171"/>
                </a:cubicBezTo>
                <a:close/>
                <a:moveTo>
                  <a:pt x="1708447" y="65808"/>
                </a:moveTo>
                <a:cubicBezTo>
                  <a:pt x="1708447" y="52326"/>
                  <a:pt x="1712194" y="42341"/>
                  <a:pt x="1719689" y="35852"/>
                </a:cubicBezTo>
                <a:cubicBezTo>
                  <a:pt x="1725950" y="30459"/>
                  <a:pt x="1733582" y="27763"/>
                  <a:pt x="1742585" y="27763"/>
                </a:cubicBezTo>
                <a:cubicBezTo>
                  <a:pt x="1752593" y="27763"/>
                  <a:pt x="1760773" y="31042"/>
                  <a:pt x="1767125" y="37600"/>
                </a:cubicBezTo>
                <a:cubicBezTo>
                  <a:pt x="1773478" y="44158"/>
                  <a:pt x="1776654" y="53218"/>
                  <a:pt x="1776654" y="64780"/>
                </a:cubicBezTo>
                <a:cubicBezTo>
                  <a:pt x="1776654" y="74148"/>
                  <a:pt x="1775249" y="81517"/>
                  <a:pt x="1772438" y="86887"/>
                </a:cubicBezTo>
                <a:cubicBezTo>
                  <a:pt x="1769627" y="92257"/>
                  <a:pt x="1765537" y="96427"/>
                  <a:pt x="1760168" y="99397"/>
                </a:cubicBezTo>
                <a:cubicBezTo>
                  <a:pt x="1754798" y="102368"/>
                  <a:pt x="1748937" y="103853"/>
                  <a:pt x="1742585" y="103853"/>
                </a:cubicBezTo>
                <a:cubicBezTo>
                  <a:pt x="1732393" y="103853"/>
                  <a:pt x="1724156" y="100586"/>
                  <a:pt x="1717872" y="94051"/>
                </a:cubicBezTo>
                <a:cubicBezTo>
                  <a:pt x="1711589" y="87515"/>
                  <a:pt x="1708447" y="78101"/>
                  <a:pt x="1708447" y="65808"/>
                </a:cubicBezTo>
                <a:moveTo>
                  <a:pt x="1721128" y="65808"/>
                </a:moveTo>
                <a:cubicBezTo>
                  <a:pt x="1721128" y="75131"/>
                  <a:pt x="1723162" y="82111"/>
                  <a:pt x="1727229" y="86750"/>
                </a:cubicBezTo>
                <a:cubicBezTo>
                  <a:pt x="1731297" y="91388"/>
                  <a:pt x="1736415" y="93708"/>
                  <a:pt x="1742585" y="93708"/>
                </a:cubicBezTo>
                <a:cubicBezTo>
                  <a:pt x="1748708" y="93708"/>
                  <a:pt x="1753804" y="91377"/>
                  <a:pt x="1757871" y="86716"/>
                </a:cubicBezTo>
                <a:cubicBezTo>
                  <a:pt x="1761938" y="82054"/>
                  <a:pt x="1763972" y="74948"/>
                  <a:pt x="1763972" y="65397"/>
                </a:cubicBezTo>
                <a:cubicBezTo>
                  <a:pt x="1763972" y="56394"/>
                  <a:pt x="1761927" y="49573"/>
                  <a:pt x="1757837" y="44934"/>
                </a:cubicBezTo>
                <a:cubicBezTo>
                  <a:pt x="1753747" y="40296"/>
                  <a:pt x="1748663" y="37977"/>
                  <a:pt x="1742585" y="37977"/>
                </a:cubicBezTo>
                <a:cubicBezTo>
                  <a:pt x="1736415" y="37977"/>
                  <a:pt x="1731297" y="40285"/>
                  <a:pt x="1727229" y="44900"/>
                </a:cubicBezTo>
                <a:cubicBezTo>
                  <a:pt x="1723162" y="49516"/>
                  <a:pt x="1721128" y="56485"/>
                  <a:pt x="1721128" y="65808"/>
                </a:cubicBezTo>
                <a:close/>
                <a:moveTo>
                  <a:pt x="1827105" y="108240"/>
                </a:moveTo>
                <a:lnTo>
                  <a:pt x="1839101" y="110023"/>
                </a:lnTo>
                <a:cubicBezTo>
                  <a:pt x="1839604" y="113724"/>
                  <a:pt x="1840998" y="116421"/>
                  <a:pt x="1843283" y="118112"/>
                </a:cubicBezTo>
                <a:cubicBezTo>
                  <a:pt x="1846345" y="120397"/>
                  <a:pt x="1850526" y="121539"/>
                  <a:pt x="1855827" y="121539"/>
                </a:cubicBezTo>
                <a:cubicBezTo>
                  <a:pt x="1861540" y="121539"/>
                  <a:pt x="1865950" y="120397"/>
                  <a:pt x="1869058" y="118112"/>
                </a:cubicBezTo>
                <a:cubicBezTo>
                  <a:pt x="1872165" y="115827"/>
                  <a:pt x="1874267" y="112628"/>
                  <a:pt x="1875364" y="108515"/>
                </a:cubicBezTo>
                <a:cubicBezTo>
                  <a:pt x="1876004" y="106001"/>
                  <a:pt x="1876301" y="100723"/>
                  <a:pt x="1876255" y="92680"/>
                </a:cubicBezTo>
                <a:cubicBezTo>
                  <a:pt x="1870863" y="99032"/>
                  <a:pt x="1864145" y="102208"/>
                  <a:pt x="1856102" y="102208"/>
                </a:cubicBezTo>
                <a:cubicBezTo>
                  <a:pt x="1846093" y="102208"/>
                  <a:pt x="1838347" y="98598"/>
                  <a:pt x="1832863" y="91377"/>
                </a:cubicBezTo>
                <a:cubicBezTo>
                  <a:pt x="1827379" y="84156"/>
                  <a:pt x="1824637" y="75496"/>
                  <a:pt x="1824637" y="65397"/>
                </a:cubicBezTo>
                <a:cubicBezTo>
                  <a:pt x="1824637" y="58450"/>
                  <a:pt x="1825894" y="52041"/>
                  <a:pt x="1828407" y="46168"/>
                </a:cubicBezTo>
                <a:cubicBezTo>
                  <a:pt x="1830921" y="40296"/>
                  <a:pt x="1834566" y="35760"/>
                  <a:pt x="1839341" y="32561"/>
                </a:cubicBezTo>
                <a:cubicBezTo>
                  <a:pt x="1844117" y="29362"/>
                  <a:pt x="1849726" y="27763"/>
                  <a:pt x="1856170" y="27763"/>
                </a:cubicBezTo>
                <a:cubicBezTo>
                  <a:pt x="1864762" y="27763"/>
                  <a:pt x="1871845" y="31236"/>
                  <a:pt x="1877421" y="38182"/>
                </a:cubicBezTo>
                <a:lnTo>
                  <a:pt x="1877421" y="29408"/>
                </a:lnTo>
                <a:lnTo>
                  <a:pt x="1888800" y="29408"/>
                </a:lnTo>
                <a:lnTo>
                  <a:pt x="1888800" y="92337"/>
                </a:lnTo>
                <a:cubicBezTo>
                  <a:pt x="1888800" y="103670"/>
                  <a:pt x="1887646" y="111702"/>
                  <a:pt x="1885338" y="116432"/>
                </a:cubicBezTo>
                <a:cubicBezTo>
                  <a:pt x="1883030" y="121162"/>
                  <a:pt x="1879374" y="124898"/>
                  <a:pt x="1874370" y="127640"/>
                </a:cubicBezTo>
                <a:cubicBezTo>
                  <a:pt x="1869366" y="130382"/>
                  <a:pt x="1863208" y="131753"/>
                  <a:pt x="1855896" y="131753"/>
                </a:cubicBezTo>
                <a:cubicBezTo>
                  <a:pt x="1847213" y="131753"/>
                  <a:pt x="1840198" y="129799"/>
                  <a:pt x="1834851" y="125892"/>
                </a:cubicBezTo>
                <a:cubicBezTo>
                  <a:pt x="1829504" y="121985"/>
                  <a:pt x="1826922" y="116101"/>
                  <a:pt x="1827105" y="108240"/>
                </a:cubicBezTo>
                <a:moveTo>
                  <a:pt x="1837319" y="64505"/>
                </a:moveTo>
                <a:cubicBezTo>
                  <a:pt x="1837319" y="74057"/>
                  <a:pt x="1839216" y="81026"/>
                  <a:pt x="1843009" y="85413"/>
                </a:cubicBezTo>
                <a:cubicBezTo>
                  <a:pt x="1846802" y="89800"/>
                  <a:pt x="1851554" y="91994"/>
                  <a:pt x="1857267" y="91994"/>
                </a:cubicBezTo>
                <a:cubicBezTo>
                  <a:pt x="1862934" y="91994"/>
                  <a:pt x="1867687" y="89812"/>
                  <a:pt x="1871525" y="85447"/>
                </a:cubicBezTo>
                <a:cubicBezTo>
                  <a:pt x="1875364" y="81083"/>
                  <a:pt x="1877284" y="74240"/>
                  <a:pt x="1877284" y="64917"/>
                </a:cubicBezTo>
                <a:cubicBezTo>
                  <a:pt x="1877284" y="56005"/>
                  <a:pt x="1875307" y="49287"/>
                  <a:pt x="1871354" y="44763"/>
                </a:cubicBezTo>
                <a:cubicBezTo>
                  <a:pt x="1867401" y="40239"/>
                  <a:pt x="1862637" y="37977"/>
                  <a:pt x="1857061" y="37977"/>
                </a:cubicBezTo>
                <a:cubicBezTo>
                  <a:pt x="1851577" y="37977"/>
                  <a:pt x="1846916" y="40205"/>
                  <a:pt x="1843077" y="44660"/>
                </a:cubicBezTo>
                <a:cubicBezTo>
                  <a:pt x="1839238" y="49116"/>
                  <a:pt x="1837319" y="55731"/>
                  <a:pt x="1837319" y="64505"/>
                </a:cubicBezTo>
                <a:close/>
                <a:moveTo>
                  <a:pt x="1957021" y="78764"/>
                </a:moveTo>
                <a:lnTo>
                  <a:pt x="1969772" y="80341"/>
                </a:lnTo>
                <a:cubicBezTo>
                  <a:pt x="1967761" y="87790"/>
                  <a:pt x="1964036" y="93571"/>
                  <a:pt x="1958598" y="97684"/>
                </a:cubicBezTo>
                <a:cubicBezTo>
                  <a:pt x="1953160" y="101797"/>
                  <a:pt x="1946213" y="103853"/>
                  <a:pt x="1937759" y="103853"/>
                </a:cubicBezTo>
                <a:cubicBezTo>
                  <a:pt x="1927111" y="103853"/>
                  <a:pt x="1918668" y="100574"/>
                  <a:pt x="1912430" y="94016"/>
                </a:cubicBezTo>
                <a:cubicBezTo>
                  <a:pt x="1906191" y="87458"/>
                  <a:pt x="1903072" y="78261"/>
                  <a:pt x="1903072" y="66425"/>
                </a:cubicBezTo>
                <a:cubicBezTo>
                  <a:pt x="1903072" y="54177"/>
                  <a:pt x="1906226" y="44672"/>
                  <a:pt x="1912532" y="37908"/>
                </a:cubicBezTo>
                <a:cubicBezTo>
                  <a:pt x="1918839" y="31145"/>
                  <a:pt x="1927019" y="27763"/>
                  <a:pt x="1937073" y="27763"/>
                </a:cubicBezTo>
                <a:cubicBezTo>
                  <a:pt x="1946807" y="27763"/>
                  <a:pt x="1954759" y="31076"/>
                  <a:pt x="1960929" y="37702"/>
                </a:cubicBezTo>
                <a:cubicBezTo>
                  <a:pt x="1967098" y="44329"/>
                  <a:pt x="1970183" y="53652"/>
                  <a:pt x="1970183" y="65671"/>
                </a:cubicBezTo>
                <a:cubicBezTo>
                  <a:pt x="1970183" y="66402"/>
                  <a:pt x="1970160" y="67499"/>
                  <a:pt x="1970114" y="68961"/>
                </a:cubicBezTo>
                <a:lnTo>
                  <a:pt x="1915823" y="68961"/>
                </a:lnTo>
                <a:cubicBezTo>
                  <a:pt x="1916280" y="76959"/>
                  <a:pt x="1918542" y="83083"/>
                  <a:pt x="1922609" y="87333"/>
                </a:cubicBezTo>
                <a:cubicBezTo>
                  <a:pt x="1926676" y="91583"/>
                  <a:pt x="1931749" y="93708"/>
                  <a:pt x="1937827" y="93708"/>
                </a:cubicBezTo>
                <a:cubicBezTo>
                  <a:pt x="1942352" y="93708"/>
                  <a:pt x="1946213" y="92520"/>
                  <a:pt x="1949412" y="90143"/>
                </a:cubicBezTo>
                <a:cubicBezTo>
                  <a:pt x="1952611" y="87767"/>
                  <a:pt x="1955148" y="83974"/>
                  <a:pt x="1957021" y="78764"/>
                </a:cubicBezTo>
                <a:moveTo>
                  <a:pt x="1916508" y="58816"/>
                </a:moveTo>
                <a:lnTo>
                  <a:pt x="1957158" y="58816"/>
                </a:lnTo>
                <a:cubicBezTo>
                  <a:pt x="1956610" y="52692"/>
                  <a:pt x="1955056" y="48099"/>
                  <a:pt x="1952497" y="45037"/>
                </a:cubicBezTo>
                <a:cubicBezTo>
                  <a:pt x="1948567" y="40285"/>
                  <a:pt x="1943471" y="37908"/>
                  <a:pt x="1937210" y="37908"/>
                </a:cubicBezTo>
                <a:cubicBezTo>
                  <a:pt x="1931544" y="37908"/>
                  <a:pt x="1926779" y="39805"/>
                  <a:pt x="1922918" y="43598"/>
                </a:cubicBezTo>
                <a:cubicBezTo>
                  <a:pt x="1919056" y="47391"/>
                  <a:pt x="1916920" y="52464"/>
                  <a:pt x="1916508" y="58816"/>
                </a:cubicBezTo>
                <a:close/>
                <a:moveTo>
                  <a:pt x="2011944" y="91171"/>
                </a:moveTo>
                <a:lnTo>
                  <a:pt x="2013726" y="102071"/>
                </a:lnTo>
                <a:cubicBezTo>
                  <a:pt x="2010253" y="102802"/>
                  <a:pt x="2007145" y="103168"/>
                  <a:pt x="2004403" y="103168"/>
                </a:cubicBezTo>
                <a:cubicBezTo>
                  <a:pt x="1999925" y="103168"/>
                  <a:pt x="1996451" y="102459"/>
                  <a:pt x="1993984" y="101043"/>
                </a:cubicBezTo>
                <a:cubicBezTo>
                  <a:pt x="1991516" y="99626"/>
                  <a:pt x="1989779" y="97764"/>
                  <a:pt x="1988774" y="95456"/>
                </a:cubicBezTo>
                <a:cubicBezTo>
                  <a:pt x="1987768" y="93148"/>
                  <a:pt x="1987266" y="88292"/>
                  <a:pt x="1987266" y="80889"/>
                </a:cubicBezTo>
                <a:lnTo>
                  <a:pt x="1987266" y="39005"/>
                </a:lnTo>
                <a:lnTo>
                  <a:pt x="1978217" y="39005"/>
                </a:lnTo>
                <a:lnTo>
                  <a:pt x="1978217" y="29408"/>
                </a:lnTo>
                <a:lnTo>
                  <a:pt x="1987266" y="29408"/>
                </a:lnTo>
                <a:lnTo>
                  <a:pt x="1987266" y="11379"/>
                </a:lnTo>
                <a:lnTo>
                  <a:pt x="1999536" y="3976"/>
                </a:lnTo>
                <a:lnTo>
                  <a:pt x="1999536" y="29408"/>
                </a:lnTo>
                <a:lnTo>
                  <a:pt x="2011944" y="29408"/>
                </a:lnTo>
                <a:lnTo>
                  <a:pt x="2011944" y="39005"/>
                </a:lnTo>
                <a:lnTo>
                  <a:pt x="1999536" y="39005"/>
                </a:lnTo>
                <a:lnTo>
                  <a:pt x="1999536" y="81574"/>
                </a:lnTo>
                <a:cubicBezTo>
                  <a:pt x="1999536" y="85093"/>
                  <a:pt x="1999753" y="87355"/>
                  <a:pt x="2000187" y="88361"/>
                </a:cubicBezTo>
                <a:cubicBezTo>
                  <a:pt x="2000621" y="89366"/>
                  <a:pt x="2001330" y="90166"/>
                  <a:pt x="2002312" y="90760"/>
                </a:cubicBezTo>
                <a:cubicBezTo>
                  <a:pt x="2003295" y="91354"/>
                  <a:pt x="2004700" y="91651"/>
                  <a:pt x="2006528" y="91651"/>
                </a:cubicBezTo>
                <a:cubicBezTo>
                  <a:pt x="2007899" y="91651"/>
                  <a:pt x="2009704" y="91491"/>
                  <a:pt x="2011944" y="91171"/>
                </a:cubicBezTo>
                <a:close/>
                <a:moveTo>
                  <a:pt x="2109527" y="93228"/>
                </a:moveTo>
                <a:cubicBezTo>
                  <a:pt x="2104957" y="97112"/>
                  <a:pt x="2100559" y="99854"/>
                  <a:pt x="2096331" y="101454"/>
                </a:cubicBezTo>
                <a:cubicBezTo>
                  <a:pt x="2092104" y="103053"/>
                  <a:pt x="2087569" y="103853"/>
                  <a:pt x="2082724" y="103853"/>
                </a:cubicBezTo>
                <a:cubicBezTo>
                  <a:pt x="2074727" y="103853"/>
                  <a:pt x="2068580" y="101899"/>
                  <a:pt x="2064284" y="97992"/>
                </a:cubicBezTo>
                <a:cubicBezTo>
                  <a:pt x="2059989" y="94085"/>
                  <a:pt x="2057841" y="89092"/>
                  <a:pt x="2057841" y="83014"/>
                </a:cubicBezTo>
                <a:cubicBezTo>
                  <a:pt x="2057841" y="79449"/>
                  <a:pt x="2058652" y="76193"/>
                  <a:pt x="2060274" y="73246"/>
                </a:cubicBezTo>
                <a:cubicBezTo>
                  <a:pt x="2061897" y="70298"/>
                  <a:pt x="2064022" y="67933"/>
                  <a:pt x="2066649" y="66151"/>
                </a:cubicBezTo>
                <a:cubicBezTo>
                  <a:pt x="2069277" y="64368"/>
                  <a:pt x="2072236" y="63020"/>
                  <a:pt x="2075527" y="62106"/>
                </a:cubicBezTo>
                <a:cubicBezTo>
                  <a:pt x="2077949" y="61466"/>
                  <a:pt x="2081605" y="60849"/>
                  <a:pt x="2086495" y="60255"/>
                </a:cubicBezTo>
                <a:cubicBezTo>
                  <a:pt x="2096457" y="59067"/>
                  <a:pt x="2103792" y="57650"/>
                  <a:pt x="2108499" y="56005"/>
                </a:cubicBezTo>
                <a:cubicBezTo>
                  <a:pt x="2108545" y="54314"/>
                  <a:pt x="2108568" y="53240"/>
                  <a:pt x="2108568" y="52783"/>
                </a:cubicBezTo>
                <a:cubicBezTo>
                  <a:pt x="2108568" y="47756"/>
                  <a:pt x="2107402" y="44215"/>
                  <a:pt x="2105072" y="42158"/>
                </a:cubicBezTo>
                <a:cubicBezTo>
                  <a:pt x="2101918" y="39371"/>
                  <a:pt x="2097234" y="37977"/>
                  <a:pt x="2091019" y="37977"/>
                </a:cubicBezTo>
                <a:cubicBezTo>
                  <a:pt x="2085215" y="37977"/>
                  <a:pt x="2080931" y="38993"/>
                  <a:pt x="2078166" y="41027"/>
                </a:cubicBezTo>
                <a:cubicBezTo>
                  <a:pt x="2075401" y="43061"/>
                  <a:pt x="2073356" y="46660"/>
                  <a:pt x="2072031" y="51824"/>
                </a:cubicBezTo>
                <a:lnTo>
                  <a:pt x="2059966" y="50179"/>
                </a:lnTo>
                <a:cubicBezTo>
                  <a:pt x="2061063" y="45014"/>
                  <a:pt x="2062868" y="40844"/>
                  <a:pt x="2065381" y="37668"/>
                </a:cubicBezTo>
                <a:cubicBezTo>
                  <a:pt x="2067895" y="34492"/>
                  <a:pt x="2071528" y="32047"/>
                  <a:pt x="2076281" y="30333"/>
                </a:cubicBezTo>
                <a:cubicBezTo>
                  <a:pt x="2081033" y="28620"/>
                  <a:pt x="2086540" y="27763"/>
                  <a:pt x="2092801" y="27763"/>
                </a:cubicBezTo>
                <a:cubicBezTo>
                  <a:pt x="2099016" y="27763"/>
                  <a:pt x="2104066" y="28494"/>
                  <a:pt x="2107951" y="29956"/>
                </a:cubicBezTo>
                <a:cubicBezTo>
                  <a:pt x="2111835" y="31419"/>
                  <a:pt x="2114691" y="33258"/>
                  <a:pt x="2116519" y="35475"/>
                </a:cubicBezTo>
                <a:cubicBezTo>
                  <a:pt x="2118347" y="37691"/>
                  <a:pt x="2119627" y="40490"/>
                  <a:pt x="2120358" y="43872"/>
                </a:cubicBezTo>
                <a:cubicBezTo>
                  <a:pt x="2120770" y="45974"/>
                  <a:pt x="2120975" y="49767"/>
                  <a:pt x="2120975" y="55251"/>
                </a:cubicBezTo>
                <a:lnTo>
                  <a:pt x="2120975" y="71703"/>
                </a:lnTo>
                <a:cubicBezTo>
                  <a:pt x="2120975" y="83174"/>
                  <a:pt x="2121238" y="90429"/>
                  <a:pt x="2121764" y="93468"/>
                </a:cubicBezTo>
                <a:cubicBezTo>
                  <a:pt x="2122289" y="96507"/>
                  <a:pt x="2123329" y="99420"/>
                  <a:pt x="2124883" y="102208"/>
                </a:cubicBezTo>
                <a:lnTo>
                  <a:pt x="2111995" y="102208"/>
                </a:lnTo>
                <a:cubicBezTo>
                  <a:pt x="2110716" y="99649"/>
                  <a:pt x="2109893" y="96655"/>
                  <a:pt x="2109527" y="93228"/>
                </a:cubicBezTo>
                <a:moveTo>
                  <a:pt x="2108499" y="65671"/>
                </a:moveTo>
                <a:cubicBezTo>
                  <a:pt x="2104021" y="67499"/>
                  <a:pt x="2097303" y="69053"/>
                  <a:pt x="2088345" y="70332"/>
                </a:cubicBezTo>
                <a:cubicBezTo>
                  <a:pt x="2083273" y="71063"/>
                  <a:pt x="2079685" y="71886"/>
                  <a:pt x="2077583" y="72800"/>
                </a:cubicBezTo>
                <a:cubicBezTo>
                  <a:pt x="2075481" y="73714"/>
                  <a:pt x="2073859" y="75051"/>
                  <a:pt x="2072716" y="76810"/>
                </a:cubicBezTo>
                <a:cubicBezTo>
                  <a:pt x="2071574" y="78570"/>
                  <a:pt x="2071002" y="80523"/>
                  <a:pt x="2071002" y="82671"/>
                </a:cubicBezTo>
                <a:cubicBezTo>
                  <a:pt x="2071002" y="85962"/>
                  <a:pt x="2072248" y="88704"/>
                  <a:pt x="2074738" y="90897"/>
                </a:cubicBezTo>
                <a:cubicBezTo>
                  <a:pt x="2077229" y="93091"/>
                  <a:pt x="2080873" y="94188"/>
                  <a:pt x="2085672" y="94188"/>
                </a:cubicBezTo>
                <a:cubicBezTo>
                  <a:pt x="2090425" y="94188"/>
                  <a:pt x="2094652" y="93148"/>
                  <a:pt x="2098354" y="91069"/>
                </a:cubicBezTo>
                <a:cubicBezTo>
                  <a:pt x="2102055" y="88989"/>
                  <a:pt x="2104775" y="86144"/>
                  <a:pt x="2106511" y="82534"/>
                </a:cubicBezTo>
                <a:cubicBezTo>
                  <a:pt x="2107836" y="79746"/>
                  <a:pt x="2108499" y="75633"/>
                  <a:pt x="2108499" y="70195"/>
                </a:cubicBezTo>
                <a:lnTo>
                  <a:pt x="2108499" y="65671"/>
                </a:lnTo>
                <a:close/>
                <a:moveTo>
                  <a:pt x="2191785" y="102208"/>
                </a:moveTo>
                <a:lnTo>
                  <a:pt x="2169506" y="29408"/>
                </a:lnTo>
                <a:lnTo>
                  <a:pt x="2182256" y="29408"/>
                </a:lnTo>
                <a:lnTo>
                  <a:pt x="2193841" y="71429"/>
                </a:lnTo>
                <a:lnTo>
                  <a:pt x="2198160" y="87058"/>
                </a:lnTo>
                <a:cubicBezTo>
                  <a:pt x="2198343" y="86282"/>
                  <a:pt x="2199599" y="81277"/>
                  <a:pt x="2201930" y="72046"/>
                </a:cubicBezTo>
                <a:lnTo>
                  <a:pt x="2213515" y="29408"/>
                </a:lnTo>
                <a:lnTo>
                  <a:pt x="2226197" y="29408"/>
                </a:lnTo>
                <a:lnTo>
                  <a:pt x="2237096" y="71635"/>
                </a:lnTo>
                <a:lnTo>
                  <a:pt x="2240729" y="85550"/>
                </a:lnTo>
                <a:lnTo>
                  <a:pt x="2244911" y="71498"/>
                </a:lnTo>
                <a:lnTo>
                  <a:pt x="2257387" y="29408"/>
                </a:lnTo>
                <a:lnTo>
                  <a:pt x="2269383" y="29408"/>
                </a:lnTo>
                <a:lnTo>
                  <a:pt x="2246625" y="102208"/>
                </a:lnTo>
                <a:lnTo>
                  <a:pt x="2233806" y="102208"/>
                </a:lnTo>
                <a:lnTo>
                  <a:pt x="2222221" y="58610"/>
                </a:lnTo>
                <a:lnTo>
                  <a:pt x="2219410" y="46203"/>
                </a:lnTo>
                <a:lnTo>
                  <a:pt x="2204672" y="102208"/>
                </a:lnTo>
                <a:lnTo>
                  <a:pt x="2191785" y="102208"/>
                </a:lnTo>
                <a:close/>
                <a:moveTo>
                  <a:pt x="2279822" y="15904"/>
                </a:moveTo>
                <a:lnTo>
                  <a:pt x="2279822" y="1714"/>
                </a:lnTo>
                <a:lnTo>
                  <a:pt x="2292161" y="1714"/>
                </a:lnTo>
                <a:lnTo>
                  <a:pt x="2292161" y="15904"/>
                </a:lnTo>
                <a:lnTo>
                  <a:pt x="2279822" y="15904"/>
                </a:lnTo>
                <a:moveTo>
                  <a:pt x="2279822" y="102208"/>
                </a:moveTo>
                <a:lnTo>
                  <a:pt x="2279822" y="29408"/>
                </a:lnTo>
                <a:lnTo>
                  <a:pt x="2292161" y="29408"/>
                </a:lnTo>
                <a:lnTo>
                  <a:pt x="2292161" y="102208"/>
                </a:lnTo>
                <a:lnTo>
                  <a:pt x="2279822" y="102208"/>
                </a:lnTo>
                <a:close/>
                <a:moveTo>
                  <a:pt x="2311243" y="102208"/>
                </a:moveTo>
                <a:lnTo>
                  <a:pt x="2311243" y="29408"/>
                </a:lnTo>
                <a:lnTo>
                  <a:pt x="2322348" y="29408"/>
                </a:lnTo>
                <a:lnTo>
                  <a:pt x="2322348" y="39759"/>
                </a:lnTo>
                <a:cubicBezTo>
                  <a:pt x="2327695" y="31761"/>
                  <a:pt x="2335418" y="27763"/>
                  <a:pt x="2345518" y="27763"/>
                </a:cubicBezTo>
                <a:cubicBezTo>
                  <a:pt x="2349905" y="27763"/>
                  <a:pt x="2353938" y="28551"/>
                  <a:pt x="2357617" y="30128"/>
                </a:cubicBezTo>
                <a:cubicBezTo>
                  <a:pt x="2361295" y="31704"/>
                  <a:pt x="2364049" y="33772"/>
                  <a:pt x="2365877" y="36331"/>
                </a:cubicBezTo>
                <a:cubicBezTo>
                  <a:pt x="2367705" y="38891"/>
                  <a:pt x="2368984" y="41930"/>
                  <a:pt x="2369716" y="45449"/>
                </a:cubicBezTo>
                <a:cubicBezTo>
                  <a:pt x="2370173" y="47734"/>
                  <a:pt x="2370401" y="51732"/>
                  <a:pt x="2370401" y="57445"/>
                </a:cubicBezTo>
                <a:lnTo>
                  <a:pt x="2370401" y="102208"/>
                </a:lnTo>
                <a:lnTo>
                  <a:pt x="2358062" y="102208"/>
                </a:lnTo>
                <a:lnTo>
                  <a:pt x="2358062" y="57925"/>
                </a:lnTo>
                <a:cubicBezTo>
                  <a:pt x="2358062" y="52898"/>
                  <a:pt x="2357582" y="49139"/>
                  <a:pt x="2356623" y="46648"/>
                </a:cubicBezTo>
                <a:cubicBezTo>
                  <a:pt x="2355663" y="44158"/>
                  <a:pt x="2353961" y="42170"/>
                  <a:pt x="2351516" y="40684"/>
                </a:cubicBezTo>
                <a:cubicBezTo>
                  <a:pt x="2349071" y="39199"/>
                  <a:pt x="2346203" y="38457"/>
                  <a:pt x="2342913" y="38457"/>
                </a:cubicBezTo>
                <a:cubicBezTo>
                  <a:pt x="2337657" y="38457"/>
                  <a:pt x="2333121" y="40125"/>
                  <a:pt x="2329305" y="43461"/>
                </a:cubicBezTo>
                <a:cubicBezTo>
                  <a:pt x="2325489" y="46797"/>
                  <a:pt x="2323582" y="53126"/>
                  <a:pt x="2323582" y="62449"/>
                </a:cubicBezTo>
                <a:lnTo>
                  <a:pt x="2323582" y="102208"/>
                </a:lnTo>
                <a:lnTo>
                  <a:pt x="2311243" y="102208"/>
                </a:lnTo>
                <a:close/>
                <a:moveTo>
                  <a:pt x="2438897" y="78764"/>
                </a:moveTo>
                <a:lnTo>
                  <a:pt x="2451647" y="80341"/>
                </a:lnTo>
                <a:cubicBezTo>
                  <a:pt x="2449636" y="87790"/>
                  <a:pt x="2445912" y="93571"/>
                  <a:pt x="2440474" y="97684"/>
                </a:cubicBezTo>
                <a:cubicBezTo>
                  <a:pt x="2435035" y="101797"/>
                  <a:pt x="2428089" y="103853"/>
                  <a:pt x="2419634" y="103853"/>
                </a:cubicBezTo>
                <a:cubicBezTo>
                  <a:pt x="2408986" y="103853"/>
                  <a:pt x="2400543" y="100574"/>
                  <a:pt x="2394305" y="94016"/>
                </a:cubicBezTo>
                <a:cubicBezTo>
                  <a:pt x="2388067" y="87458"/>
                  <a:pt x="2384948" y="78261"/>
                  <a:pt x="2384948" y="66425"/>
                </a:cubicBezTo>
                <a:cubicBezTo>
                  <a:pt x="2384948" y="54177"/>
                  <a:pt x="2388101" y="44672"/>
                  <a:pt x="2394408" y="37908"/>
                </a:cubicBezTo>
                <a:cubicBezTo>
                  <a:pt x="2400715" y="31145"/>
                  <a:pt x="2408895" y="27763"/>
                  <a:pt x="2418949" y="27763"/>
                </a:cubicBezTo>
                <a:cubicBezTo>
                  <a:pt x="2428683" y="27763"/>
                  <a:pt x="2436635" y="31076"/>
                  <a:pt x="2442804" y="37702"/>
                </a:cubicBezTo>
                <a:cubicBezTo>
                  <a:pt x="2448974" y="44329"/>
                  <a:pt x="2452059" y="53652"/>
                  <a:pt x="2452059" y="65671"/>
                </a:cubicBezTo>
                <a:cubicBezTo>
                  <a:pt x="2452059" y="66402"/>
                  <a:pt x="2452036" y="67499"/>
                  <a:pt x="2451990" y="68961"/>
                </a:cubicBezTo>
                <a:lnTo>
                  <a:pt x="2397698" y="68961"/>
                </a:lnTo>
                <a:cubicBezTo>
                  <a:pt x="2398155" y="76959"/>
                  <a:pt x="2400418" y="83083"/>
                  <a:pt x="2404485" y="87333"/>
                </a:cubicBezTo>
                <a:cubicBezTo>
                  <a:pt x="2408552" y="91583"/>
                  <a:pt x="2413625" y="93708"/>
                  <a:pt x="2419703" y="93708"/>
                </a:cubicBezTo>
                <a:cubicBezTo>
                  <a:pt x="2424227" y="93708"/>
                  <a:pt x="2428089" y="92520"/>
                  <a:pt x="2431288" y="90143"/>
                </a:cubicBezTo>
                <a:cubicBezTo>
                  <a:pt x="2434487" y="87767"/>
                  <a:pt x="2437023" y="83974"/>
                  <a:pt x="2438897" y="78764"/>
                </a:cubicBezTo>
                <a:moveTo>
                  <a:pt x="2398384" y="58816"/>
                </a:moveTo>
                <a:lnTo>
                  <a:pt x="2439034" y="58816"/>
                </a:lnTo>
                <a:cubicBezTo>
                  <a:pt x="2438486" y="52692"/>
                  <a:pt x="2436932" y="48099"/>
                  <a:pt x="2434373" y="45037"/>
                </a:cubicBezTo>
                <a:cubicBezTo>
                  <a:pt x="2430442" y="40285"/>
                  <a:pt x="2425347" y="37908"/>
                  <a:pt x="2419086" y="37908"/>
                </a:cubicBezTo>
                <a:cubicBezTo>
                  <a:pt x="2413419" y="37908"/>
                  <a:pt x="2408655" y="39805"/>
                  <a:pt x="2404793" y="43598"/>
                </a:cubicBezTo>
                <a:cubicBezTo>
                  <a:pt x="2400932" y="47391"/>
                  <a:pt x="2398795" y="52464"/>
                  <a:pt x="2398384" y="58816"/>
                </a:cubicBezTo>
                <a:close/>
                <a:moveTo>
                  <a:pt x="2503126" y="108240"/>
                </a:moveTo>
                <a:lnTo>
                  <a:pt x="2515122" y="110023"/>
                </a:lnTo>
                <a:cubicBezTo>
                  <a:pt x="2515625" y="113724"/>
                  <a:pt x="2517019" y="116421"/>
                  <a:pt x="2519304" y="118112"/>
                </a:cubicBezTo>
                <a:cubicBezTo>
                  <a:pt x="2522366" y="120397"/>
                  <a:pt x="2526547" y="121539"/>
                  <a:pt x="2531849" y="121539"/>
                </a:cubicBezTo>
                <a:cubicBezTo>
                  <a:pt x="2537561" y="121539"/>
                  <a:pt x="2541971" y="120397"/>
                  <a:pt x="2545079" y="118112"/>
                </a:cubicBezTo>
                <a:cubicBezTo>
                  <a:pt x="2548186" y="115827"/>
                  <a:pt x="2550288" y="112628"/>
                  <a:pt x="2551385" y="108515"/>
                </a:cubicBezTo>
                <a:cubicBezTo>
                  <a:pt x="2552025" y="106001"/>
                  <a:pt x="2552322" y="100723"/>
                  <a:pt x="2552276" y="92680"/>
                </a:cubicBezTo>
                <a:cubicBezTo>
                  <a:pt x="2546884" y="99032"/>
                  <a:pt x="2540166" y="102208"/>
                  <a:pt x="2532123" y="102208"/>
                </a:cubicBezTo>
                <a:cubicBezTo>
                  <a:pt x="2522114" y="102208"/>
                  <a:pt x="2514368" y="98598"/>
                  <a:pt x="2508884" y="91377"/>
                </a:cubicBezTo>
                <a:cubicBezTo>
                  <a:pt x="2503400" y="84156"/>
                  <a:pt x="2500658" y="75496"/>
                  <a:pt x="2500658" y="65397"/>
                </a:cubicBezTo>
                <a:cubicBezTo>
                  <a:pt x="2500658" y="58450"/>
                  <a:pt x="2501915" y="52041"/>
                  <a:pt x="2504429" y="46168"/>
                </a:cubicBezTo>
                <a:cubicBezTo>
                  <a:pt x="2506942" y="40296"/>
                  <a:pt x="2510587" y="35760"/>
                  <a:pt x="2515362" y="32561"/>
                </a:cubicBezTo>
                <a:cubicBezTo>
                  <a:pt x="2520138" y="29362"/>
                  <a:pt x="2525748" y="27763"/>
                  <a:pt x="2532191" y="27763"/>
                </a:cubicBezTo>
                <a:cubicBezTo>
                  <a:pt x="2540783" y="27763"/>
                  <a:pt x="2547866" y="31236"/>
                  <a:pt x="2553442" y="38182"/>
                </a:cubicBezTo>
                <a:lnTo>
                  <a:pt x="2553442" y="29408"/>
                </a:lnTo>
                <a:lnTo>
                  <a:pt x="2564821" y="29408"/>
                </a:lnTo>
                <a:lnTo>
                  <a:pt x="2564821" y="92337"/>
                </a:lnTo>
                <a:cubicBezTo>
                  <a:pt x="2564821" y="103670"/>
                  <a:pt x="2563667" y="111702"/>
                  <a:pt x="2561359" y="116432"/>
                </a:cubicBezTo>
                <a:cubicBezTo>
                  <a:pt x="2559051" y="121162"/>
                  <a:pt x="2555395" y="124898"/>
                  <a:pt x="2550391" y="127640"/>
                </a:cubicBezTo>
                <a:cubicBezTo>
                  <a:pt x="2545387" y="130382"/>
                  <a:pt x="2539229" y="131753"/>
                  <a:pt x="2531917" y="131753"/>
                </a:cubicBezTo>
                <a:cubicBezTo>
                  <a:pt x="2523234" y="131753"/>
                  <a:pt x="2516219" y="129799"/>
                  <a:pt x="2510872" y="125892"/>
                </a:cubicBezTo>
                <a:cubicBezTo>
                  <a:pt x="2505525" y="121985"/>
                  <a:pt x="2502943" y="116101"/>
                  <a:pt x="2503126" y="108240"/>
                </a:cubicBezTo>
                <a:moveTo>
                  <a:pt x="2513340" y="64505"/>
                </a:moveTo>
                <a:cubicBezTo>
                  <a:pt x="2513340" y="74057"/>
                  <a:pt x="2515237" y="81026"/>
                  <a:pt x="2519030" y="85413"/>
                </a:cubicBezTo>
                <a:cubicBezTo>
                  <a:pt x="2522823" y="89800"/>
                  <a:pt x="2527576" y="91994"/>
                  <a:pt x="2533288" y="91994"/>
                </a:cubicBezTo>
                <a:cubicBezTo>
                  <a:pt x="2538955" y="91994"/>
                  <a:pt x="2543708" y="89812"/>
                  <a:pt x="2547546" y="85447"/>
                </a:cubicBezTo>
                <a:cubicBezTo>
                  <a:pt x="2551385" y="81083"/>
                  <a:pt x="2553305" y="74240"/>
                  <a:pt x="2553305" y="64917"/>
                </a:cubicBezTo>
                <a:cubicBezTo>
                  <a:pt x="2553305" y="56005"/>
                  <a:pt x="2551328" y="49287"/>
                  <a:pt x="2547375" y="44763"/>
                </a:cubicBezTo>
                <a:cubicBezTo>
                  <a:pt x="2543422" y="40239"/>
                  <a:pt x="2538658" y="37977"/>
                  <a:pt x="2533082" y="37977"/>
                </a:cubicBezTo>
                <a:cubicBezTo>
                  <a:pt x="2527598" y="37977"/>
                  <a:pt x="2522937" y="40205"/>
                  <a:pt x="2519098" y="44660"/>
                </a:cubicBezTo>
                <a:cubicBezTo>
                  <a:pt x="2515259" y="49116"/>
                  <a:pt x="2513340" y="55731"/>
                  <a:pt x="2513340" y="64505"/>
                </a:cubicBezTo>
                <a:close/>
                <a:moveTo>
                  <a:pt x="2582933" y="102208"/>
                </a:moveTo>
                <a:lnTo>
                  <a:pt x="2582933" y="1714"/>
                </a:lnTo>
                <a:lnTo>
                  <a:pt x="2595272" y="1714"/>
                </a:lnTo>
                <a:lnTo>
                  <a:pt x="2595272" y="102208"/>
                </a:lnTo>
                <a:lnTo>
                  <a:pt x="2582933" y="102208"/>
                </a:lnTo>
                <a:close/>
                <a:moveTo>
                  <a:pt x="2662202" y="93228"/>
                </a:moveTo>
                <a:cubicBezTo>
                  <a:pt x="2657632" y="97112"/>
                  <a:pt x="2653233" y="99854"/>
                  <a:pt x="2649006" y="101454"/>
                </a:cubicBezTo>
                <a:cubicBezTo>
                  <a:pt x="2644778" y="103053"/>
                  <a:pt x="2640243" y="103853"/>
                  <a:pt x="2635399" y="103853"/>
                </a:cubicBezTo>
                <a:cubicBezTo>
                  <a:pt x="2627401" y="103853"/>
                  <a:pt x="2621254" y="101899"/>
                  <a:pt x="2616959" y="97992"/>
                </a:cubicBezTo>
                <a:cubicBezTo>
                  <a:pt x="2612663" y="94085"/>
                  <a:pt x="2610515" y="89092"/>
                  <a:pt x="2610515" y="83014"/>
                </a:cubicBezTo>
                <a:cubicBezTo>
                  <a:pt x="2610515" y="79449"/>
                  <a:pt x="2611326" y="76193"/>
                  <a:pt x="2612948" y="73246"/>
                </a:cubicBezTo>
                <a:cubicBezTo>
                  <a:pt x="2614571" y="70298"/>
                  <a:pt x="2616696" y="67933"/>
                  <a:pt x="2619324" y="66151"/>
                </a:cubicBezTo>
                <a:cubicBezTo>
                  <a:pt x="2621951" y="64368"/>
                  <a:pt x="2624910" y="63020"/>
                  <a:pt x="2628201" y="62106"/>
                </a:cubicBezTo>
                <a:cubicBezTo>
                  <a:pt x="2630623" y="61466"/>
                  <a:pt x="2634279" y="60849"/>
                  <a:pt x="2639169" y="60255"/>
                </a:cubicBezTo>
                <a:cubicBezTo>
                  <a:pt x="2649131" y="59067"/>
                  <a:pt x="2656466" y="57650"/>
                  <a:pt x="2661173" y="56005"/>
                </a:cubicBezTo>
                <a:cubicBezTo>
                  <a:pt x="2661219" y="54314"/>
                  <a:pt x="2661242" y="53240"/>
                  <a:pt x="2661242" y="52783"/>
                </a:cubicBezTo>
                <a:cubicBezTo>
                  <a:pt x="2661242" y="47756"/>
                  <a:pt x="2660077" y="44215"/>
                  <a:pt x="2657746" y="42158"/>
                </a:cubicBezTo>
                <a:cubicBezTo>
                  <a:pt x="2654593" y="39371"/>
                  <a:pt x="2649908" y="37977"/>
                  <a:pt x="2643693" y="37977"/>
                </a:cubicBezTo>
                <a:cubicBezTo>
                  <a:pt x="2637889" y="37977"/>
                  <a:pt x="2633605" y="38993"/>
                  <a:pt x="2630840" y="41027"/>
                </a:cubicBezTo>
                <a:cubicBezTo>
                  <a:pt x="2628075" y="43061"/>
                  <a:pt x="2626030" y="46660"/>
                  <a:pt x="2624705" y="51824"/>
                </a:cubicBezTo>
                <a:lnTo>
                  <a:pt x="2612640" y="50179"/>
                </a:lnTo>
                <a:cubicBezTo>
                  <a:pt x="2613737" y="45014"/>
                  <a:pt x="2615542" y="40844"/>
                  <a:pt x="2618055" y="37668"/>
                </a:cubicBezTo>
                <a:cubicBezTo>
                  <a:pt x="2620569" y="34492"/>
                  <a:pt x="2624202" y="32047"/>
                  <a:pt x="2628955" y="30333"/>
                </a:cubicBezTo>
                <a:cubicBezTo>
                  <a:pt x="2633708" y="28620"/>
                  <a:pt x="2639214" y="27763"/>
                  <a:pt x="2645475" y="27763"/>
                </a:cubicBezTo>
                <a:cubicBezTo>
                  <a:pt x="2651691" y="27763"/>
                  <a:pt x="2656740" y="28494"/>
                  <a:pt x="2660625" y="29956"/>
                </a:cubicBezTo>
                <a:cubicBezTo>
                  <a:pt x="2664509" y="31419"/>
                  <a:pt x="2667366" y="33258"/>
                  <a:pt x="2669194" y="35475"/>
                </a:cubicBezTo>
                <a:cubicBezTo>
                  <a:pt x="2671022" y="37691"/>
                  <a:pt x="2672301" y="40490"/>
                  <a:pt x="2673032" y="43872"/>
                </a:cubicBezTo>
                <a:cubicBezTo>
                  <a:pt x="2673444" y="45974"/>
                  <a:pt x="2673649" y="49767"/>
                  <a:pt x="2673649" y="55251"/>
                </a:cubicBezTo>
                <a:lnTo>
                  <a:pt x="2673649" y="71703"/>
                </a:lnTo>
                <a:cubicBezTo>
                  <a:pt x="2673649" y="83174"/>
                  <a:pt x="2673912" y="90429"/>
                  <a:pt x="2674438" y="93468"/>
                </a:cubicBezTo>
                <a:cubicBezTo>
                  <a:pt x="2674963" y="96507"/>
                  <a:pt x="2676003" y="99420"/>
                  <a:pt x="2677557" y="102208"/>
                </a:cubicBezTo>
                <a:lnTo>
                  <a:pt x="2664669" y="102208"/>
                </a:lnTo>
                <a:cubicBezTo>
                  <a:pt x="2663390" y="99649"/>
                  <a:pt x="2662567" y="96655"/>
                  <a:pt x="2662202" y="93228"/>
                </a:cubicBezTo>
                <a:moveTo>
                  <a:pt x="2661173" y="65671"/>
                </a:moveTo>
                <a:cubicBezTo>
                  <a:pt x="2656695" y="67499"/>
                  <a:pt x="2649977" y="69053"/>
                  <a:pt x="2641020" y="70332"/>
                </a:cubicBezTo>
                <a:cubicBezTo>
                  <a:pt x="2635947" y="71063"/>
                  <a:pt x="2632359" y="71886"/>
                  <a:pt x="2630257" y="72800"/>
                </a:cubicBezTo>
                <a:cubicBezTo>
                  <a:pt x="2628155" y="73714"/>
                  <a:pt x="2626533" y="75051"/>
                  <a:pt x="2625390" y="76810"/>
                </a:cubicBezTo>
                <a:cubicBezTo>
                  <a:pt x="2624248" y="78570"/>
                  <a:pt x="2623677" y="80523"/>
                  <a:pt x="2623677" y="82671"/>
                </a:cubicBezTo>
                <a:cubicBezTo>
                  <a:pt x="2623677" y="85962"/>
                  <a:pt x="2624922" y="88704"/>
                  <a:pt x="2627412" y="90897"/>
                </a:cubicBezTo>
                <a:cubicBezTo>
                  <a:pt x="2629903" y="93091"/>
                  <a:pt x="2633548" y="94188"/>
                  <a:pt x="2638346" y="94188"/>
                </a:cubicBezTo>
                <a:cubicBezTo>
                  <a:pt x="2643099" y="94188"/>
                  <a:pt x="2647326" y="93148"/>
                  <a:pt x="2651028" y="91069"/>
                </a:cubicBezTo>
                <a:cubicBezTo>
                  <a:pt x="2654730" y="88989"/>
                  <a:pt x="2657449" y="86144"/>
                  <a:pt x="2659185" y="82534"/>
                </a:cubicBezTo>
                <a:cubicBezTo>
                  <a:pt x="2660511" y="79746"/>
                  <a:pt x="2661173" y="75633"/>
                  <a:pt x="2661173" y="70195"/>
                </a:cubicBezTo>
                <a:lnTo>
                  <a:pt x="2661173" y="65671"/>
                </a:lnTo>
                <a:close/>
                <a:moveTo>
                  <a:pt x="2687579" y="80478"/>
                </a:moveTo>
                <a:lnTo>
                  <a:pt x="2699781" y="78558"/>
                </a:lnTo>
                <a:cubicBezTo>
                  <a:pt x="2700467" y="83448"/>
                  <a:pt x="2702375" y="87196"/>
                  <a:pt x="2705505" y="89800"/>
                </a:cubicBezTo>
                <a:cubicBezTo>
                  <a:pt x="2708635" y="92405"/>
                  <a:pt x="2713011" y="93708"/>
                  <a:pt x="2718632" y="93708"/>
                </a:cubicBezTo>
                <a:cubicBezTo>
                  <a:pt x="2724299" y="93708"/>
                  <a:pt x="2728503" y="92554"/>
                  <a:pt x="2731245" y="90246"/>
                </a:cubicBezTo>
                <a:cubicBezTo>
                  <a:pt x="2733987" y="87938"/>
                  <a:pt x="2735358" y="85230"/>
                  <a:pt x="2735358" y="82123"/>
                </a:cubicBezTo>
                <a:cubicBezTo>
                  <a:pt x="2735358" y="79335"/>
                  <a:pt x="2734147" y="77142"/>
                  <a:pt x="2731725" y="75542"/>
                </a:cubicBezTo>
                <a:cubicBezTo>
                  <a:pt x="2730034" y="74445"/>
                  <a:pt x="2725830" y="73051"/>
                  <a:pt x="2719112" y="71360"/>
                </a:cubicBezTo>
                <a:cubicBezTo>
                  <a:pt x="2710064" y="69075"/>
                  <a:pt x="2703791" y="67099"/>
                  <a:pt x="2700295" y="65431"/>
                </a:cubicBezTo>
                <a:cubicBezTo>
                  <a:pt x="2696799" y="63763"/>
                  <a:pt x="2694149" y="61455"/>
                  <a:pt x="2692343" y="58507"/>
                </a:cubicBezTo>
                <a:cubicBezTo>
                  <a:pt x="2690538" y="55560"/>
                  <a:pt x="2689636" y="52304"/>
                  <a:pt x="2689636" y="48739"/>
                </a:cubicBezTo>
                <a:cubicBezTo>
                  <a:pt x="2689636" y="45494"/>
                  <a:pt x="2690378" y="42490"/>
                  <a:pt x="2691864" y="39725"/>
                </a:cubicBezTo>
                <a:cubicBezTo>
                  <a:pt x="2693349" y="36960"/>
                  <a:pt x="2695371" y="34663"/>
                  <a:pt x="2697930" y="32835"/>
                </a:cubicBezTo>
                <a:cubicBezTo>
                  <a:pt x="2699850" y="31419"/>
                  <a:pt x="2702466" y="30219"/>
                  <a:pt x="2705779" y="29237"/>
                </a:cubicBezTo>
                <a:cubicBezTo>
                  <a:pt x="2709092" y="28254"/>
                  <a:pt x="2712646" y="27763"/>
                  <a:pt x="2716439" y="27763"/>
                </a:cubicBezTo>
                <a:cubicBezTo>
                  <a:pt x="2722151" y="27763"/>
                  <a:pt x="2727167" y="28585"/>
                  <a:pt x="2731485" y="30231"/>
                </a:cubicBezTo>
                <a:cubicBezTo>
                  <a:pt x="2735804" y="31876"/>
                  <a:pt x="2738992" y="34104"/>
                  <a:pt x="2741048" y="36914"/>
                </a:cubicBezTo>
                <a:cubicBezTo>
                  <a:pt x="2743105" y="39725"/>
                  <a:pt x="2744521" y="43484"/>
                  <a:pt x="2745298" y="48191"/>
                </a:cubicBezTo>
                <a:lnTo>
                  <a:pt x="2733233" y="49836"/>
                </a:lnTo>
                <a:cubicBezTo>
                  <a:pt x="2732685" y="46088"/>
                  <a:pt x="2731097" y="43164"/>
                  <a:pt x="2728469" y="41061"/>
                </a:cubicBezTo>
                <a:cubicBezTo>
                  <a:pt x="2725841" y="38959"/>
                  <a:pt x="2722128" y="37908"/>
                  <a:pt x="2717330" y="37908"/>
                </a:cubicBezTo>
                <a:cubicBezTo>
                  <a:pt x="2711663" y="37908"/>
                  <a:pt x="2707619" y="38845"/>
                  <a:pt x="2705196" y="40719"/>
                </a:cubicBezTo>
                <a:cubicBezTo>
                  <a:pt x="2702774" y="42592"/>
                  <a:pt x="2701563" y="44786"/>
                  <a:pt x="2701563" y="47299"/>
                </a:cubicBezTo>
                <a:cubicBezTo>
                  <a:pt x="2701563" y="48899"/>
                  <a:pt x="2702066" y="50338"/>
                  <a:pt x="2703071" y="51618"/>
                </a:cubicBezTo>
                <a:cubicBezTo>
                  <a:pt x="2704077" y="52943"/>
                  <a:pt x="2705653" y="54040"/>
                  <a:pt x="2707801" y="54908"/>
                </a:cubicBezTo>
                <a:cubicBezTo>
                  <a:pt x="2709035" y="55365"/>
                  <a:pt x="2712668" y="56417"/>
                  <a:pt x="2718701" y="58062"/>
                </a:cubicBezTo>
                <a:cubicBezTo>
                  <a:pt x="2727430" y="60392"/>
                  <a:pt x="2733519" y="62300"/>
                  <a:pt x="2736969" y="63786"/>
                </a:cubicBezTo>
                <a:cubicBezTo>
                  <a:pt x="2740420" y="65271"/>
                  <a:pt x="2743127" y="67430"/>
                  <a:pt x="2745093" y="70264"/>
                </a:cubicBezTo>
                <a:cubicBezTo>
                  <a:pt x="2747058" y="73097"/>
                  <a:pt x="2748040" y="76616"/>
                  <a:pt x="2748040" y="80820"/>
                </a:cubicBezTo>
                <a:cubicBezTo>
                  <a:pt x="2748040" y="84933"/>
                  <a:pt x="2746841" y="88806"/>
                  <a:pt x="2744441" y="92440"/>
                </a:cubicBezTo>
                <a:cubicBezTo>
                  <a:pt x="2742042" y="96073"/>
                  <a:pt x="2738580" y="98883"/>
                  <a:pt x="2734056" y="100871"/>
                </a:cubicBezTo>
                <a:cubicBezTo>
                  <a:pt x="2729532" y="102859"/>
                  <a:pt x="2724413" y="103853"/>
                  <a:pt x="2718701" y="103853"/>
                </a:cubicBezTo>
                <a:cubicBezTo>
                  <a:pt x="2709241" y="103853"/>
                  <a:pt x="2702032" y="101888"/>
                  <a:pt x="2697073" y="97958"/>
                </a:cubicBezTo>
                <a:cubicBezTo>
                  <a:pt x="2692115" y="94028"/>
                  <a:pt x="2688950" y="88201"/>
                  <a:pt x="2687579" y="80478"/>
                </a:cubicBezTo>
                <a:close/>
                <a:moveTo>
                  <a:pt x="2757535" y="80478"/>
                </a:moveTo>
                <a:lnTo>
                  <a:pt x="2769737" y="78558"/>
                </a:lnTo>
                <a:cubicBezTo>
                  <a:pt x="2770422" y="83448"/>
                  <a:pt x="2772330" y="87196"/>
                  <a:pt x="2775461" y="89800"/>
                </a:cubicBezTo>
                <a:cubicBezTo>
                  <a:pt x="2778591" y="92405"/>
                  <a:pt x="2782967" y="93708"/>
                  <a:pt x="2788588" y="93708"/>
                </a:cubicBezTo>
                <a:cubicBezTo>
                  <a:pt x="2794255" y="93708"/>
                  <a:pt x="2798459" y="92554"/>
                  <a:pt x="2801201" y="90246"/>
                </a:cubicBezTo>
                <a:cubicBezTo>
                  <a:pt x="2803943" y="87938"/>
                  <a:pt x="2805314" y="85230"/>
                  <a:pt x="2805314" y="82123"/>
                </a:cubicBezTo>
                <a:cubicBezTo>
                  <a:pt x="2805314" y="79335"/>
                  <a:pt x="2804103" y="77142"/>
                  <a:pt x="2801681" y="75542"/>
                </a:cubicBezTo>
                <a:cubicBezTo>
                  <a:pt x="2799990" y="74445"/>
                  <a:pt x="2795786" y="73051"/>
                  <a:pt x="2789068" y="71360"/>
                </a:cubicBezTo>
                <a:cubicBezTo>
                  <a:pt x="2780019" y="69075"/>
                  <a:pt x="2773747" y="67099"/>
                  <a:pt x="2770251" y="65431"/>
                </a:cubicBezTo>
                <a:cubicBezTo>
                  <a:pt x="2766755" y="63763"/>
                  <a:pt x="2764104" y="61455"/>
                  <a:pt x="2762299" y="58507"/>
                </a:cubicBezTo>
                <a:cubicBezTo>
                  <a:pt x="2760494" y="55560"/>
                  <a:pt x="2759592" y="52304"/>
                  <a:pt x="2759592" y="48739"/>
                </a:cubicBezTo>
                <a:cubicBezTo>
                  <a:pt x="2759592" y="45494"/>
                  <a:pt x="2760334" y="42490"/>
                  <a:pt x="2761819" y="39725"/>
                </a:cubicBezTo>
                <a:cubicBezTo>
                  <a:pt x="2763305" y="36960"/>
                  <a:pt x="2765327" y="34663"/>
                  <a:pt x="2767886" y="32835"/>
                </a:cubicBezTo>
                <a:cubicBezTo>
                  <a:pt x="2769805" y="31419"/>
                  <a:pt x="2772422" y="30219"/>
                  <a:pt x="2775735" y="29237"/>
                </a:cubicBezTo>
                <a:cubicBezTo>
                  <a:pt x="2779048" y="28254"/>
                  <a:pt x="2782601" y="27763"/>
                  <a:pt x="2786395" y="27763"/>
                </a:cubicBezTo>
                <a:cubicBezTo>
                  <a:pt x="2792107" y="27763"/>
                  <a:pt x="2797123" y="28585"/>
                  <a:pt x="2801441" y="30231"/>
                </a:cubicBezTo>
                <a:cubicBezTo>
                  <a:pt x="2805760" y="31876"/>
                  <a:pt x="2808948" y="34104"/>
                  <a:pt x="2811004" y="36914"/>
                </a:cubicBezTo>
                <a:cubicBezTo>
                  <a:pt x="2813060" y="39725"/>
                  <a:pt x="2814477" y="43484"/>
                  <a:pt x="2815254" y="48191"/>
                </a:cubicBezTo>
                <a:lnTo>
                  <a:pt x="2803189" y="49836"/>
                </a:lnTo>
                <a:cubicBezTo>
                  <a:pt x="2802641" y="46088"/>
                  <a:pt x="2801053" y="43164"/>
                  <a:pt x="2798425" y="41061"/>
                </a:cubicBezTo>
                <a:cubicBezTo>
                  <a:pt x="2795797" y="38959"/>
                  <a:pt x="2792084" y="37908"/>
                  <a:pt x="2787286" y="37908"/>
                </a:cubicBezTo>
                <a:cubicBezTo>
                  <a:pt x="2781619" y="37908"/>
                  <a:pt x="2777574" y="38845"/>
                  <a:pt x="2775152" y="40719"/>
                </a:cubicBezTo>
                <a:cubicBezTo>
                  <a:pt x="2772730" y="42592"/>
                  <a:pt x="2771519" y="44786"/>
                  <a:pt x="2771519" y="47299"/>
                </a:cubicBezTo>
                <a:cubicBezTo>
                  <a:pt x="2771519" y="48899"/>
                  <a:pt x="2772022" y="50338"/>
                  <a:pt x="2773027" y="51618"/>
                </a:cubicBezTo>
                <a:cubicBezTo>
                  <a:pt x="2774033" y="52943"/>
                  <a:pt x="2775609" y="54040"/>
                  <a:pt x="2777757" y="54908"/>
                </a:cubicBezTo>
                <a:cubicBezTo>
                  <a:pt x="2778991" y="55365"/>
                  <a:pt x="2782624" y="56417"/>
                  <a:pt x="2788657" y="58062"/>
                </a:cubicBezTo>
                <a:cubicBezTo>
                  <a:pt x="2797385" y="60392"/>
                  <a:pt x="2803475" y="62300"/>
                  <a:pt x="2806925" y="63786"/>
                </a:cubicBezTo>
                <a:cubicBezTo>
                  <a:pt x="2810376" y="65271"/>
                  <a:pt x="2813083" y="67430"/>
                  <a:pt x="2815048" y="70264"/>
                </a:cubicBezTo>
                <a:cubicBezTo>
                  <a:pt x="2817014" y="73097"/>
                  <a:pt x="2817996" y="76616"/>
                  <a:pt x="2817996" y="80820"/>
                </a:cubicBezTo>
                <a:cubicBezTo>
                  <a:pt x="2817996" y="84933"/>
                  <a:pt x="2816796" y="88806"/>
                  <a:pt x="2814397" y="92440"/>
                </a:cubicBezTo>
                <a:cubicBezTo>
                  <a:pt x="2811998" y="96073"/>
                  <a:pt x="2808536" y="98883"/>
                  <a:pt x="2804012" y="100871"/>
                </a:cubicBezTo>
                <a:cubicBezTo>
                  <a:pt x="2799488" y="102859"/>
                  <a:pt x="2794369" y="103853"/>
                  <a:pt x="2788657" y="103853"/>
                </a:cubicBezTo>
                <a:cubicBezTo>
                  <a:pt x="2779197" y="103853"/>
                  <a:pt x="2771988" y="101888"/>
                  <a:pt x="2767029" y="97958"/>
                </a:cubicBezTo>
                <a:cubicBezTo>
                  <a:pt x="2762071" y="94028"/>
                  <a:pt x="2758906" y="88201"/>
                  <a:pt x="2757535" y="80478"/>
                </a:cubicBezTo>
                <a:close/>
                <a:moveTo>
                  <a:pt x="2835923" y="102208"/>
                </a:moveTo>
                <a:lnTo>
                  <a:pt x="2835923" y="88155"/>
                </a:lnTo>
                <a:lnTo>
                  <a:pt x="2849976" y="88155"/>
                </a:lnTo>
                <a:lnTo>
                  <a:pt x="2849976" y="102208"/>
                </a:lnTo>
                <a:lnTo>
                  <a:pt x="2835923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(">
            <a:extLst xmlns:a="http://schemas.openxmlformats.org/drawingml/2006/main">
              <a:ext uri="{FF2B5EF4-FFF2-40B4-BE49-F238E27FC236}">
                <a16:creationId xmlns:a16="http://schemas.microsoft.com/office/drawing/2014/main" id="{8338E2DF-FFA9-41CA-B756-75FBBB6D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234" y="6514219"/>
            <a:ext cx="51892" cy="131753"/>
          </a:xfrm>
          <a:custGeom xmlns:a="http://schemas.openxmlformats.org/drawingml/2006/main">
            <a:pathLst>
              <a:path w="51892" h="131753">
                <a:moveTo>
                  <a:pt x="24404" y="131753"/>
                </a:moveTo>
                <a:lnTo>
                  <a:pt x="11037" y="131753"/>
                </a:lnTo>
                <a:cubicBezTo>
                  <a:pt x="7289" y="123024"/>
                  <a:pt x="4513" y="114193"/>
                  <a:pt x="2708" y="105258"/>
                </a:cubicBezTo>
                <a:cubicBezTo>
                  <a:pt x="903" y="96324"/>
                  <a:pt x="0" y="88132"/>
                  <a:pt x="0" y="80683"/>
                </a:cubicBezTo>
                <a:cubicBezTo>
                  <a:pt x="0" y="71360"/>
                  <a:pt x="1497" y="62003"/>
                  <a:pt x="4490" y="52612"/>
                </a:cubicBezTo>
                <a:cubicBezTo>
                  <a:pt x="7483" y="43221"/>
                  <a:pt x="12065" y="33658"/>
                  <a:pt x="18234" y="23924"/>
                </a:cubicBezTo>
                <a:cubicBezTo>
                  <a:pt x="22119" y="17709"/>
                  <a:pt x="28357" y="9734"/>
                  <a:pt x="36948" y="0"/>
                </a:cubicBezTo>
                <a:lnTo>
                  <a:pt x="51892" y="0"/>
                </a:lnTo>
                <a:cubicBezTo>
                  <a:pt x="43164" y="10237"/>
                  <a:pt x="36434" y="19857"/>
                  <a:pt x="31704" y="28860"/>
                </a:cubicBezTo>
                <a:cubicBezTo>
                  <a:pt x="26974" y="37862"/>
                  <a:pt x="23444" y="47665"/>
                  <a:pt x="21113" y="58267"/>
                </a:cubicBezTo>
                <a:cubicBezTo>
                  <a:pt x="18783" y="68870"/>
                  <a:pt x="17617" y="79244"/>
                  <a:pt x="17617" y="89389"/>
                </a:cubicBezTo>
                <a:cubicBezTo>
                  <a:pt x="17617" y="96244"/>
                  <a:pt x="18131" y="102916"/>
                  <a:pt x="19160" y="109406"/>
                </a:cubicBezTo>
                <a:cubicBezTo>
                  <a:pt x="20188" y="115895"/>
                  <a:pt x="21936" y="123344"/>
                  <a:pt x="24404" y="131753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b">
            <a:extLst xmlns:a="http://schemas.openxmlformats.org/drawingml/2006/main">
              <a:ext uri="{FF2B5EF4-FFF2-40B4-BE49-F238E27FC236}">
                <a16:creationId xmlns:a16="http://schemas.microsoft.com/office/drawing/2014/main" id="{D96EBF2E-0521-487B-9DB9-CE851455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382" y="6515932"/>
            <a:ext cx="79381" cy="102208"/>
          </a:xfrm>
          <a:custGeom xmlns:a="http://schemas.openxmlformats.org/drawingml/2006/main">
            <a:pathLst>
              <a:path w="79381" h="102208">
                <a:moveTo>
                  <a:pt x="0" y="100494"/>
                </a:moveTo>
                <a:lnTo>
                  <a:pt x="20976" y="0"/>
                </a:lnTo>
                <a:lnTo>
                  <a:pt x="40719" y="0"/>
                </a:lnTo>
                <a:lnTo>
                  <a:pt x="33658" y="33589"/>
                </a:lnTo>
                <a:cubicBezTo>
                  <a:pt x="37268" y="30847"/>
                  <a:pt x="40639" y="28894"/>
                  <a:pt x="43769" y="27728"/>
                </a:cubicBezTo>
                <a:cubicBezTo>
                  <a:pt x="46900" y="26563"/>
                  <a:pt x="50316" y="25980"/>
                  <a:pt x="54017" y="25980"/>
                </a:cubicBezTo>
                <a:cubicBezTo>
                  <a:pt x="61695" y="25980"/>
                  <a:pt x="67842" y="28551"/>
                  <a:pt x="72457" y="33692"/>
                </a:cubicBezTo>
                <a:cubicBezTo>
                  <a:pt x="77073" y="38834"/>
                  <a:pt x="79381" y="46317"/>
                  <a:pt x="79381" y="56142"/>
                </a:cubicBezTo>
                <a:cubicBezTo>
                  <a:pt x="79381" y="62769"/>
                  <a:pt x="78295" y="69201"/>
                  <a:pt x="76125" y="75439"/>
                </a:cubicBezTo>
                <a:cubicBezTo>
                  <a:pt x="73954" y="81677"/>
                  <a:pt x="71052" y="86750"/>
                  <a:pt x="67419" y="90657"/>
                </a:cubicBezTo>
                <a:cubicBezTo>
                  <a:pt x="63786" y="94565"/>
                  <a:pt x="59970" y="97467"/>
                  <a:pt x="55971" y="99363"/>
                </a:cubicBezTo>
                <a:cubicBezTo>
                  <a:pt x="51972" y="101260"/>
                  <a:pt x="47779" y="102208"/>
                  <a:pt x="43392" y="102208"/>
                </a:cubicBezTo>
                <a:cubicBezTo>
                  <a:pt x="32973" y="102208"/>
                  <a:pt x="25318" y="97638"/>
                  <a:pt x="20428" y="88498"/>
                </a:cubicBezTo>
                <a:lnTo>
                  <a:pt x="17892" y="100494"/>
                </a:lnTo>
                <a:lnTo>
                  <a:pt x="0" y="100494"/>
                </a:lnTo>
                <a:moveTo>
                  <a:pt x="26529" y="70812"/>
                </a:moveTo>
                <a:cubicBezTo>
                  <a:pt x="26529" y="75702"/>
                  <a:pt x="27911" y="79678"/>
                  <a:pt x="30676" y="82740"/>
                </a:cubicBezTo>
                <a:cubicBezTo>
                  <a:pt x="33441" y="85802"/>
                  <a:pt x="36697" y="87333"/>
                  <a:pt x="40444" y="87333"/>
                </a:cubicBezTo>
                <a:cubicBezTo>
                  <a:pt x="43735" y="87333"/>
                  <a:pt x="46877" y="86144"/>
                  <a:pt x="49870" y="83768"/>
                </a:cubicBezTo>
                <a:cubicBezTo>
                  <a:pt x="52863" y="81392"/>
                  <a:pt x="55354" y="77599"/>
                  <a:pt x="57342" y="72389"/>
                </a:cubicBezTo>
                <a:cubicBezTo>
                  <a:pt x="59330" y="67179"/>
                  <a:pt x="60324" y="61923"/>
                  <a:pt x="60324" y="56622"/>
                </a:cubicBezTo>
                <a:cubicBezTo>
                  <a:pt x="60324" y="51458"/>
                  <a:pt x="58987" y="47402"/>
                  <a:pt x="56314" y="44455"/>
                </a:cubicBezTo>
                <a:cubicBezTo>
                  <a:pt x="53640" y="41507"/>
                  <a:pt x="50407" y="40033"/>
                  <a:pt x="46614" y="40033"/>
                </a:cubicBezTo>
                <a:cubicBezTo>
                  <a:pt x="41678" y="40033"/>
                  <a:pt x="37428" y="42318"/>
                  <a:pt x="33864" y="46888"/>
                </a:cubicBezTo>
                <a:cubicBezTo>
                  <a:pt x="28974" y="53149"/>
                  <a:pt x="26529" y="61124"/>
                  <a:pt x="26529" y="70812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)W">
            <a:extLst xmlns:a="http://schemas.openxmlformats.org/drawingml/2006/main">
              <a:ext uri="{FF2B5EF4-FFF2-40B4-BE49-F238E27FC236}">
                <a16:creationId xmlns:a16="http://schemas.microsoft.com/office/drawing/2014/main" id="{20CD99A8-DB2C-4A1A-9988-3EECF0AB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979" y="6514219"/>
            <a:ext cx="217760" cy="131753"/>
          </a:xfrm>
          <a:custGeom xmlns:a="http://schemas.openxmlformats.org/drawingml/2006/main">
            <a:pathLst>
              <a:path w="217760" h="131753">
                <a:moveTo>
                  <a:pt x="27489" y="0"/>
                </a:moveTo>
                <a:lnTo>
                  <a:pt x="40856" y="0"/>
                </a:lnTo>
                <a:cubicBezTo>
                  <a:pt x="44603" y="8683"/>
                  <a:pt x="47379" y="17503"/>
                  <a:pt x="49185" y="26460"/>
                </a:cubicBezTo>
                <a:cubicBezTo>
                  <a:pt x="50990" y="35417"/>
                  <a:pt x="51892" y="43598"/>
                  <a:pt x="51892" y="51001"/>
                </a:cubicBezTo>
                <a:cubicBezTo>
                  <a:pt x="51892" y="60324"/>
                  <a:pt x="50396" y="69681"/>
                  <a:pt x="47402" y="79072"/>
                </a:cubicBezTo>
                <a:cubicBezTo>
                  <a:pt x="44409" y="88464"/>
                  <a:pt x="39828" y="98049"/>
                  <a:pt x="33658" y="107829"/>
                </a:cubicBezTo>
                <a:cubicBezTo>
                  <a:pt x="29728" y="114044"/>
                  <a:pt x="23490" y="122019"/>
                  <a:pt x="14944" y="131753"/>
                </a:cubicBezTo>
                <a:lnTo>
                  <a:pt x="0" y="131753"/>
                </a:lnTo>
                <a:cubicBezTo>
                  <a:pt x="8683" y="121516"/>
                  <a:pt x="15389" y="111919"/>
                  <a:pt x="20119" y="102962"/>
                </a:cubicBezTo>
                <a:cubicBezTo>
                  <a:pt x="24849" y="94005"/>
                  <a:pt x="28380" y="84214"/>
                  <a:pt x="30710" y="73588"/>
                </a:cubicBezTo>
                <a:cubicBezTo>
                  <a:pt x="33041" y="62963"/>
                  <a:pt x="34206" y="52555"/>
                  <a:pt x="34206" y="42364"/>
                </a:cubicBezTo>
                <a:cubicBezTo>
                  <a:pt x="34206" y="35463"/>
                  <a:pt x="33704" y="28780"/>
                  <a:pt x="32698" y="22313"/>
                </a:cubicBezTo>
                <a:cubicBezTo>
                  <a:pt x="31693" y="15846"/>
                  <a:pt x="29956" y="8409"/>
                  <a:pt x="27489" y="0"/>
                </a:cubicBezTo>
                <a:close/>
                <a:moveTo>
                  <a:pt x="169158" y="102208"/>
                </a:moveTo>
                <a:lnTo>
                  <a:pt x="148250" y="102208"/>
                </a:lnTo>
                <a:lnTo>
                  <a:pt x="145988" y="28722"/>
                </a:lnTo>
                <a:lnTo>
                  <a:pt x="109383" y="102208"/>
                </a:lnTo>
                <a:lnTo>
                  <a:pt x="88064" y="102208"/>
                </a:lnTo>
                <a:lnTo>
                  <a:pt x="84293" y="1714"/>
                </a:lnTo>
                <a:lnTo>
                  <a:pt x="104516" y="1714"/>
                </a:lnTo>
                <a:lnTo>
                  <a:pt x="105407" y="72046"/>
                </a:lnTo>
                <a:lnTo>
                  <a:pt x="139887" y="1714"/>
                </a:lnTo>
                <a:lnTo>
                  <a:pt x="162303" y="1714"/>
                </a:lnTo>
                <a:lnTo>
                  <a:pt x="164634" y="71292"/>
                </a:lnTo>
                <a:lnTo>
                  <a:pt x="197743" y="1714"/>
                </a:lnTo>
                <a:lnTo>
                  <a:pt x="217760" y="1714"/>
                </a:lnTo>
                <a:lnTo>
                  <a:pt x="169158" y="102208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illiamhasbeentr">
            <a:extLst xmlns:a="http://schemas.openxmlformats.org/drawingml/2006/main">
              <a:ext uri="{FF2B5EF4-FFF2-40B4-BE49-F238E27FC236}">
                <a16:creationId xmlns:a16="http://schemas.microsoft.com/office/drawing/2014/main" id="{5CAD9C55-C170-49E9-9C92-3E1B6220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230" y="6515932"/>
            <a:ext cx="1146747" cy="102208"/>
          </a:xfrm>
          <a:custGeom xmlns:a="http://schemas.openxmlformats.org/drawingml/2006/main">
            <a:pathLst>
              <a:path w="1146747" h="102208">
                <a:moveTo>
                  <a:pt x="20976" y="0"/>
                </a:moveTo>
                <a:lnTo>
                  <a:pt x="40650" y="0"/>
                </a:lnTo>
                <a:lnTo>
                  <a:pt x="36948" y="17823"/>
                </a:lnTo>
                <a:lnTo>
                  <a:pt x="17275" y="17823"/>
                </a:lnTo>
                <a:lnTo>
                  <a:pt x="20976" y="0"/>
                </a:lnTo>
                <a:moveTo>
                  <a:pt x="15218" y="27694"/>
                </a:moveTo>
                <a:lnTo>
                  <a:pt x="34892" y="27694"/>
                </a:lnTo>
                <a:lnTo>
                  <a:pt x="19674" y="100494"/>
                </a:lnTo>
                <a:lnTo>
                  <a:pt x="0" y="100494"/>
                </a:lnTo>
                <a:lnTo>
                  <a:pt x="15218" y="27694"/>
                </a:lnTo>
                <a:close/>
                <a:moveTo>
                  <a:pt x="38273" y="100494"/>
                </a:moveTo>
                <a:lnTo>
                  <a:pt x="59318" y="0"/>
                </a:lnTo>
                <a:lnTo>
                  <a:pt x="78924" y="0"/>
                </a:lnTo>
                <a:lnTo>
                  <a:pt x="57947" y="100494"/>
                </a:lnTo>
                <a:lnTo>
                  <a:pt x="38273" y="100494"/>
                </a:lnTo>
                <a:close/>
                <a:moveTo>
                  <a:pt x="76684" y="100494"/>
                </a:moveTo>
                <a:lnTo>
                  <a:pt x="97729" y="0"/>
                </a:lnTo>
                <a:lnTo>
                  <a:pt x="117334" y="0"/>
                </a:lnTo>
                <a:lnTo>
                  <a:pt x="96358" y="100494"/>
                </a:lnTo>
                <a:lnTo>
                  <a:pt x="76684" y="100494"/>
                </a:lnTo>
                <a:close/>
                <a:moveTo>
                  <a:pt x="136208" y="0"/>
                </a:moveTo>
                <a:lnTo>
                  <a:pt x="155882" y="0"/>
                </a:lnTo>
                <a:lnTo>
                  <a:pt x="152180" y="17823"/>
                </a:lnTo>
                <a:lnTo>
                  <a:pt x="132506" y="17823"/>
                </a:lnTo>
                <a:lnTo>
                  <a:pt x="136208" y="0"/>
                </a:lnTo>
                <a:moveTo>
                  <a:pt x="130450" y="27694"/>
                </a:moveTo>
                <a:lnTo>
                  <a:pt x="150123" y="27694"/>
                </a:lnTo>
                <a:lnTo>
                  <a:pt x="134905" y="100494"/>
                </a:lnTo>
                <a:lnTo>
                  <a:pt x="115232" y="100494"/>
                </a:lnTo>
                <a:lnTo>
                  <a:pt x="130450" y="27694"/>
                </a:lnTo>
                <a:close/>
                <a:moveTo>
                  <a:pt x="181406" y="48328"/>
                </a:moveTo>
                <a:lnTo>
                  <a:pt x="162212" y="46682"/>
                </a:lnTo>
                <a:cubicBezTo>
                  <a:pt x="164405" y="40193"/>
                  <a:pt x="168233" y="35120"/>
                  <a:pt x="173694" y="31464"/>
                </a:cubicBezTo>
                <a:cubicBezTo>
                  <a:pt x="179155" y="27808"/>
                  <a:pt x="186387" y="25980"/>
                  <a:pt x="195390" y="25980"/>
                </a:cubicBezTo>
                <a:cubicBezTo>
                  <a:pt x="204758" y="25980"/>
                  <a:pt x="211682" y="27866"/>
                  <a:pt x="216160" y="31636"/>
                </a:cubicBezTo>
                <a:cubicBezTo>
                  <a:pt x="220639" y="35406"/>
                  <a:pt x="222878" y="40010"/>
                  <a:pt x="222878" y="45449"/>
                </a:cubicBezTo>
                <a:cubicBezTo>
                  <a:pt x="222878" y="47642"/>
                  <a:pt x="222684" y="49973"/>
                  <a:pt x="222296" y="52441"/>
                </a:cubicBezTo>
                <a:cubicBezTo>
                  <a:pt x="221907" y="54908"/>
                  <a:pt x="220548" y="61398"/>
                  <a:pt x="218217" y="71909"/>
                </a:cubicBezTo>
                <a:cubicBezTo>
                  <a:pt x="216298" y="80592"/>
                  <a:pt x="215338" y="86670"/>
                  <a:pt x="215338" y="90143"/>
                </a:cubicBezTo>
                <a:cubicBezTo>
                  <a:pt x="215338" y="93251"/>
                  <a:pt x="215886" y="96701"/>
                  <a:pt x="216983" y="100494"/>
                </a:cubicBezTo>
                <a:lnTo>
                  <a:pt x="197858" y="100494"/>
                </a:lnTo>
                <a:cubicBezTo>
                  <a:pt x="197081" y="97844"/>
                  <a:pt x="196601" y="95102"/>
                  <a:pt x="196418" y="92268"/>
                </a:cubicBezTo>
                <a:cubicBezTo>
                  <a:pt x="193539" y="95467"/>
                  <a:pt x="190226" y="97924"/>
                  <a:pt x="186478" y="99637"/>
                </a:cubicBezTo>
                <a:cubicBezTo>
                  <a:pt x="182731" y="101351"/>
                  <a:pt x="178961" y="102208"/>
                  <a:pt x="175168" y="102208"/>
                </a:cubicBezTo>
                <a:cubicBezTo>
                  <a:pt x="169135" y="102208"/>
                  <a:pt x="164154" y="100231"/>
                  <a:pt x="160224" y="96278"/>
                </a:cubicBezTo>
                <a:cubicBezTo>
                  <a:pt x="156294" y="92325"/>
                  <a:pt x="154328" y="87241"/>
                  <a:pt x="154328" y="81026"/>
                </a:cubicBezTo>
                <a:cubicBezTo>
                  <a:pt x="154328" y="74080"/>
                  <a:pt x="156488" y="68527"/>
                  <a:pt x="160806" y="64368"/>
                </a:cubicBezTo>
                <a:cubicBezTo>
                  <a:pt x="165125" y="60210"/>
                  <a:pt x="172837" y="57696"/>
                  <a:pt x="183942" y="56828"/>
                </a:cubicBezTo>
                <a:cubicBezTo>
                  <a:pt x="193310" y="56051"/>
                  <a:pt x="199571" y="55114"/>
                  <a:pt x="202725" y="54017"/>
                </a:cubicBezTo>
                <a:cubicBezTo>
                  <a:pt x="203547" y="51275"/>
                  <a:pt x="203959" y="49082"/>
                  <a:pt x="203959" y="47437"/>
                </a:cubicBezTo>
                <a:cubicBezTo>
                  <a:pt x="203959" y="45334"/>
                  <a:pt x="203113" y="43575"/>
                  <a:pt x="201422" y="42158"/>
                </a:cubicBezTo>
                <a:cubicBezTo>
                  <a:pt x="199731" y="40742"/>
                  <a:pt x="197218" y="40033"/>
                  <a:pt x="193882" y="40033"/>
                </a:cubicBezTo>
                <a:cubicBezTo>
                  <a:pt x="190363" y="40033"/>
                  <a:pt x="187587" y="40753"/>
                  <a:pt x="185553" y="42192"/>
                </a:cubicBezTo>
                <a:cubicBezTo>
                  <a:pt x="183519" y="43632"/>
                  <a:pt x="182137" y="45677"/>
                  <a:pt x="181406" y="48328"/>
                </a:cubicBezTo>
                <a:moveTo>
                  <a:pt x="200120" y="66562"/>
                </a:moveTo>
                <a:cubicBezTo>
                  <a:pt x="198932" y="66882"/>
                  <a:pt x="197355" y="67179"/>
                  <a:pt x="195390" y="67453"/>
                </a:cubicBezTo>
                <a:cubicBezTo>
                  <a:pt x="185519" y="68641"/>
                  <a:pt x="179075" y="70378"/>
                  <a:pt x="176059" y="72663"/>
                </a:cubicBezTo>
                <a:cubicBezTo>
                  <a:pt x="173911" y="74308"/>
                  <a:pt x="172837" y="76525"/>
                  <a:pt x="172837" y="79312"/>
                </a:cubicBezTo>
                <a:cubicBezTo>
                  <a:pt x="172837" y="81597"/>
                  <a:pt x="173659" y="83528"/>
                  <a:pt x="175305" y="85105"/>
                </a:cubicBezTo>
                <a:cubicBezTo>
                  <a:pt x="176950" y="86681"/>
                  <a:pt x="179121" y="87470"/>
                  <a:pt x="181817" y="87470"/>
                </a:cubicBezTo>
                <a:cubicBezTo>
                  <a:pt x="184787" y="87470"/>
                  <a:pt x="187587" y="86750"/>
                  <a:pt x="190214" y="85310"/>
                </a:cubicBezTo>
                <a:cubicBezTo>
                  <a:pt x="192842" y="83871"/>
                  <a:pt x="194807" y="82020"/>
                  <a:pt x="196110" y="79758"/>
                </a:cubicBezTo>
                <a:cubicBezTo>
                  <a:pt x="197412" y="77496"/>
                  <a:pt x="198566" y="73965"/>
                  <a:pt x="199571" y="69167"/>
                </a:cubicBezTo>
                <a:lnTo>
                  <a:pt x="200120" y="66562"/>
                </a:lnTo>
                <a:close/>
                <a:moveTo>
                  <a:pt x="246104" y="27694"/>
                </a:moveTo>
                <a:lnTo>
                  <a:pt x="264613" y="27694"/>
                </a:lnTo>
                <a:lnTo>
                  <a:pt x="262762" y="36537"/>
                </a:lnTo>
                <a:cubicBezTo>
                  <a:pt x="269982" y="29499"/>
                  <a:pt x="277568" y="25980"/>
                  <a:pt x="285520" y="25980"/>
                </a:cubicBezTo>
                <a:cubicBezTo>
                  <a:pt x="291004" y="25980"/>
                  <a:pt x="295232" y="27123"/>
                  <a:pt x="298202" y="29408"/>
                </a:cubicBezTo>
                <a:cubicBezTo>
                  <a:pt x="301173" y="31693"/>
                  <a:pt x="303069" y="34846"/>
                  <a:pt x="303892" y="38868"/>
                </a:cubicBezTo>
                <a:cubicBezTo>
                  <a:pt x="306405" y="35212"/>
                  <a:pt x="310015" y="32150"/>
                  <a:pt x="314723" y="29682"/>
                </a:cubicBezTo>
                <a:cubicBezTo>
                  <a:pt x="319430" y="27214"/>
                  <a:pt x="324320" y="25980"/>
                  <a:pt x="329392" y="25980"/>
                </a:cubicBezTo>
                <a:cubicBezTo>
                  <a:pt x="335196" y="25980"/>
                  <a:pt x="339720" y="27534"/>
                  <a:pt x="342965" y="30642"/>
                </a:cubicBezTo>
                <a:cubicBezTo>
                  <a:pt x="346210" y="33749"/>
                  <a:pt x="347832" y="37862"/>
                  <a:pt x="347832" y="42981"/>
                </a:cubicBezTo>
                <a:cubicBezTo>
                  <a:pt x="347832" y="45494"/>
                  <a:pt x="347192" y="49836"/>
                  <a:pt x="345913" y="56005"/>
                </a:cubicBezTo>
                <a:lnTo>
                  <a:pt x="336590" y="100494"/>
                </a:lnTo>
                <a:lnTo>
                  <a:pt x="316916" y="100494"/>
                </a:lnTo>
                <a:lnTo>
                  <a:pt x="326239" y="56005"/>
                </a:lnTo>
                <a:cubicBezTo>
                  <a:pt x="327381" y="50430"/>
                  <a:pt x="327953" y="47277"/>
                  <a:pt x="327953" y="46545"/>
                </a:cubicBezTo>
                <a:cubicBezTo>
                  <a:pt x="327953" y="44535"/>
                  <a:pt x="327347" y="42947"/>
                  <a:pt x="326136" y="41781"/>
                </a:cubicBezTo>
                <a:cubicBezTo>
                  <a:pt x="324925" y="40616"/>
                  <a:pt x="323108" y="40033"/>
                  <a:pt x="320686" y="40033"/>
                </a:cubicBezTo>
                <a:cubicBezTo>
                  <a:pt x="315796" y="40033"/>
                  <a:pt x="311432" y="42615"/>
                  <a:pt x="307593" y="47779"/>
                </a:cubicBezTo>
                <a:cubicBezTo>
                  <a:pt x="304806" y="51481"/>
                  <a:pt x="302429" y="58039"/>
                  <a:pt x="300464" y="67453"/>
                </a:cubicBezTo>
                <a:lnTo>
                  <a:pt x="293541" y="100494"/>
                </a:lnTo>
                <a:lnTo>
                  <a:pt x="273867" y="100494"/>
                </a:lnTo>
                <a:lnTo>
                  <a:pt x="283052" y="56485"/>
                </a:lnTo>
                <a:cubicBezTo>
                  <a:pt x="284104" y="51412"/>
                  <a:pt x="284629" y="48122"/>
                  <a:pt x="284629" y="46614"/>
                </a:cubicBezTo>
                <a:cubicBezTo>
                  <a:pt x="284629" y="44695"/>
                  <a:pt x="283978" y="43118"/>
                  <a:pt x="282675" y="41884"/>
                </a:cubicBezTo>
                <a:cubicBezTo>
                  <a:pt x="281373" y="40650"/>
                  <a:pt x="279579" y="40033"/>
                  <a:pt x="277294" y="40033"/>
                </a:cubicBezTo>
                <a:cubicBezTo>
                  <a:pt x="275146" y="40033"/>
                  <a:pt x="272930" y="40673"/>
                  <a:pt x="270645" y="41953"/>
                </a:cubicBezTo>
                <a:cubicBezTo>
                  <a:pt x="268360" y="43232"/>
                  <a:pt x="266361" y="44992"/>
                  <a:pt x="264647" y="47231"/>
                </a:cubicBezTo>
                <a:cubicBezTo>
                  <a:pt x="262933" y="49470"/>
                  <a:pt x="261459" y="52349"/>
                  <a:pt x="260225" y="55868"/>
                </a:cubicBezTo>
                <a:cubicBezTo>
                  <a:pt x="259677" y="57513"/>
                  <a:pt x="258786" y="61238"/>
                  <a:pt x="257552" y="67042"/>
                </a:cubicBezTo>
                <a:lnTo>
                  <a:pt x="250560" y="100494"/>
                </a:lnTo>
                <a:lnTo>
                  <a:pt x="230886" y="100494"/>
                </a:lnTo>
                <a:lnTo>
                  <a:pt x="246104" y="27694"/>
                </a:lnTo>
                <a:close/>
                <a:moveTo>
                  <a:pt x="414052" y="100494"/>
                </a:moveTo>
                <a:lnTo>
                  <a:pt x="394378" y="100494"/>
                </a:lnTo>
                <a:lnTo>
                  <a:pt x="415423" y="0"/>
                </a:lnTo>
                <a:lnTo>
                  <a:pt x="435096" y="0"/>
                </a:lnTo>
                <a:lnTo>
                  <a:pt x="427556" y="35783"/>
                </a:lnTo>
                <a:cubicBezTo>
                  <a:pt x="431989" y="32310"/>
                  <a:pt x="436125" y="29808"/>
                  <a:pt x="439963" y="28277"/>
                </a:cubicBezTo>
                <a:cubicBezTo>
                  <a:pt x="443802" y="26746"/>
                  <a:pt x="447915" y="25980"/>
                  <a:pt x="452302" y="25980"/>
                </a:cubicBezTo>
                <a:cubicBezTo>
                  <a:pt x="458198" y="25980"/>
                  <a:pt x="462859" y="27671"/>
                  <a:pt x="466287" y="31053"/>
                </a:cubicBezTo>
                <a:cubicBezTo>
                  <a:pt x="469714" y="34435"/>
                  <a:pt x="471428" y="38868"/>
                  <a:pt x="471428" y="44352"/>
                </a:cubicBezTo>
                <a:cubicBezTo>
                  <a:pt x="471428" y="47277"/>
                  <a:pt x="470788" y="51801"/>
                  <a:pt x="469508" y="57925"/>
                </a:cubicBezTo>
                <a:lnTo>
                  <a:pt x="460597" y="100494"/>
                </a:lnTo>
                <a:lnTo>
                  <a:pt x="440923" y="100494"/>
                </a:lnTo>
                <a:lnTo>
                  <a:pt x="450040" y="57102"/>
                </a:lnTo>
                <a:cubicBezTo>
                  <a:pt x="451000" y="52395"/>
                  <a:pt x="451480" y="49379"/>
                  <a:pt x="451480" y="48053"/>
                </a:cubicBezTo>
                <a:cubicBezTo>
                  <a:pt x="451480" y="45631"/>
                  <a:pt x="450726" y="43689"/>
                  <a:pt x="449218" y="42227"/>
                </a:cubicBezTo>
                <a:cubicBezTo>
                  <a:pt x="447710" y="40764"/>
                  <a:pt x="445653" y="40033"/>
                  <a:pt x="443048" y="40033"/>
                </a:cubicBezTo>
                <a:cubicBezTo>
                  <a:pt x="439758" y="40033"/>
                  <a:pt x="436604" y="41176"/>
                  <a:pt x="433588" y="43461"/>
                </a:cubicBezTo>
                <a:cubicBezTo>
                  <a:pt x="429658" y="46477"/>
                  <a:pt x="426665" y="50179"/>
                  <a:pt x="424608" y="54566"/>
                </a:cubicBezTo>
                <a:cubicBezTo>
                  <a:pt x="423466" y="56988"/>
                  <a:pt x="421958" y="62677"/>
                  <a:pt x="420084" y="71635"/>
                </a:cubicBezTo>
                <a:lnTo>
                  <a:pt x="414052" y="100494"/>
                </a:lnTo>
                <a:close/>
                <a:moveTo>
                  <a:pt x="507588" y="48328"/>
                </a:moveTo>
                <a:lnTo>
                  <a:pt x="488394" y="46682"/>
                </a:lnTo>
                <a:cubicBezTo>
                  <a:pt x="490588" y="40193"/>
                  <a:pt x="494415" y="35120"/>
                  <a:pt x="499877" y="31464"/>
                </a:cubicBezTo>
                <a:cubicBezTo>
                  <a:pt x="505338" y="27808"/>
                  <a:pt x="512570" y="25980"/>
                  <a:pt x="521573" y="25980"/>
                </a:cubicBezTo>
                <a:cubicBezTo>
                  <a:pt x="530941" y="25980"/>
                  <a:pt x="537865" y="27866"/>
                  <a:pt x="542343" y="31636"/>
                </a:cubicBezTo>
                <a:cubicBezTo>
                  <a:pt x="546822" y="35406"/>
                  <a:pt x="549061" y="40010"/>
                  <a:pt x="549061" y="45449"/>
                </a:cubicBezTo>
                <a:cubicBezTo>
                  <a:pt x="549061" y="47642"/>
                  <a:pt x="548867" y="49973"/>
                  <a:pt x="548478" y="52441"/>
                </a:cubicBezTo>
                <a:cubicBezTo>
                  <a:pt x="548090" y="54908"/>
                  <a:pt x="546730" y="61398"/>
                  <a:pt x="544400" y="71909"/>
                </a:cubicBezTo>
                <a:cubicBezTo>
                  <a:pt x="542480" y="80592"/>
                  <a:pt x="541521" y="86670"/>
                  <a:pt x="541521" y="90143"/>
                </a:cubicBezTo>
                <a:cubicBezTo>
                  <a:pt x="541521" y="93251"/>
                  <a:pt x="542069" y="96701"/>
                  <a:pt x="543166" y="100494"/>
                </a:cubicBezTo>
                <a:lnTo>
                  <a:pt x="524040" y="100494"/>
                </a:lnTo>
                <a:cubicBezTo>
                  <a:pt x="523263" y="97844"/>
                  <a:pt x="522784" y="95102"/>
                  <a:pt x="522601" y="92268"/>
                </a:cubicBezTo>
                <a:cubicBezTo>
                  <a:pt x="519722" y="95467"/>
                  <a:pt x="516408" y="97924"/>
                  <a:pt x="512661" y="99637"/>
                </a:cubicBezTo>
                <a:cubicBezTo>
                  <a:pt x="508914" y="101351"/>
                  <a:pt x="505143" y="102208"/>
                  <a:pt x="501350" y="102208"/>
                </a:cubicBezTo>
                <a:cubicBezTo>
                  <a:pt x="495318" y="102208"/>
                  <a:pt x="490337" y="100231"/>
                  <a:pt x="486406" y="96278"/>
                </a:cubicBezTo>
                <a:cubicBezTo>
                  <a:pt x="482476" y="92325"/>
                  <a:pt x="480511" y="87241"/>
                  <a:pt x="480511" y="81026"/>
                </a:cubicBezTo>
                <a:cubicBezTo>
                  <a:pt x="480511" y="74080"/>
                  <a:pt x="482671" y="68527"/>
                  <a:pt x="486989" y="64368"/>
                </a:cubicBezTo>
                <a:cubicBezTo>
                  <a:pt x="491308" y="60210"/>
                  <a:pt x="499020" y="57696"/>
                  <a:pt x="510125" y="56828"/>
                </a:cubicBezTo>
                <a:cubicBezTo>
                  <a:pt x="519493" y="56051"/>
                  <a:pt x="525754" y="55114"/>
                  <a:pt x="528907" y="54017"/>
                </a:cubicBezTo>
                <a:cubicBezTo>
                  <a:pt x="529730" y="51275"/>
                  <a:pt x="530141" y="49082"/>
                  <a:pt x="530141" y="47437"/>
                </a:cubicBezTo>
                <a:cubicBezTo>
                  <a:pt x="530141" y="45334"/>
                  <a:pt x="529296" y="43575"/>
                  <a:pt x="527605" y="42158"/>
                </a:cubicBezTo>
                <a:cubicBezTo>
                  <a:pt x="525914" y="40742"/>
                  <a:pt x="523401" y="40033"/>
                  <a:pt x="520064" y="40033"/>
                </a:cubicBezTo>
                <a:cubicBezTo>
                  <a:pt x="516546" y="40033"/>
                  <a:pt x="513769" y="40753"/>
                  <a:pt x="511736" y="42192"/>
                </a:cubicBezTo>
                <a:cubicBezTo>
                  <a:pt x="509702" y="43632"/>
                  <a:pt x="508320" y="45677"/>
                  <a:pt x="507588" y="48328"/>
                </a:cubicBezTo>
                <a:moveTo>
                  <a:pt x="526303" y="66562"/>
                </a:moveTo>
                <a:cubicBezTo>
                  <a:pt x="525114" y="66882"/>
                  <a:pt x="523538" y="67179"/>
                  <a:pt x="521573" y="67453"/>
                </a:cubicBezTo>
                <a:cubicBezTo>
                  <a:pt x="511701" y="68641"/>
                  <a:pt x="505258" y="70378"/>
                  <a:pt x="502242" y="72663"/>
                </a:cubicBezTo>
                <a:cubicBezTo>
                  <a:pt x="500094" y="74308"/>
                  <a:pt x="499020" y="76525"/>
                  <a:pt x="499020" y="79312"/>
                </a:cubicBezTo>
                <a:cubicBezTo>
                  <a:pt x="499020" y="81597"/>
                  <a:pt x="499842" y="83528"/>
                  <a:pt x="501487" y="85105"/>
                </a:cubicBezTo>
                <a:cubicBezTo>
                  <a:pt x="503133" y="86681"/>
                  <a:pt x="505303" y="87470"/>
                  <a:pt x="508000" y="87470"/>
                </a:cubicBezTo>
                <a:cubicBezTo>
                  <a:pt x="510970" y="87470"/>
                  <a:pt x="513769" y="86750"/>
                  <a:pt x="516397" y="85310"/>
                </a:cubicBezTo>
                <a:cubicBezTo>
                  <a:pt x="519025" y="83871"/>
                  <a:pt x="520990" y="82020"/>
                  <a:pt x="522292" y="79758"/>
                </a:cubicBezTo>
                <a:cubicBezTo>
                  <a:pt x="523595" y="77496"/>
                  <a:pt x="524749" y="73965"/>
                  <a:pt x="525754" y="69167"/>
                </a:cubicBezTo>
                <a:lnTo>
                  <a:pt x="526303" y="66562"/>
                </a:lnTo>
                <a:close/>
                <a:moveTo>
                  <a:pt x="555150" y="80135"/>
                </a:moveTo>
                <a:lnTo>
                  <a:pt x="574207" y="77119"/>
                </a:lnTo>
                <a:cubicBezTo>
                  <a:pt x="575897" y="81140"/>
                  <a:pt x="578000" y="83985"/>
                  <a:pt x="580513" y="85653"/>
                </a:cubicBezTo>
                <a:cubicBezTo>
                  <a:pt x="583027" y="87321"/>
                  <a:pt x="586454" y="88155"/>
                  <a:pt x="590796" y="88155"/>
                </a:cubicBezTo>
                <a:cubicBezTo>
                  <a:pt x="595274" y="88155"/>
                  <a:pt x="598862" y="87150"/>
                  <a:pt x="601558" y="85139"/>
                </a:cubicBezTo>
                <a:cubicBezTo>
                  <a:pt x="603432" y="83768"/>
                  <a:pt x="604368" y="82100"/>
                  <a:pt x="604368" y="80135"/>
                </a:cubicBezTo>
                <a:cubicBezTo>
                  <a:pt x="604368" y="78810"/>
                  <a:pt x="603889" y="77621"/>
                  <a:pt x="602929" y="76570"/>
                </a:cubicBezTo>
                <a:cubicBezTo>
                  <a:pt x="601924" y="75565"/>
                  <a:pt x="599204" y="74331"/>
                  <a:pt x="594771" y="72869"/>
                </a:cubicBezTo>
                <a:cubicBezTo>
                  <a:pt x="582890" y="68938"/>
                  <a:pt x="575532" y="65831"/>
                  <a:pt x="572698" y="63546"/>
                </a:cubicBezTo>
                <a:cubicBezTo>
                  <a:pt x="568266" y="59981"/>
                  <a:pt x="566049" y="55320"/>
                  <a:pt x="566049" y="49562"/>
                </a:cubicBezTo>
                <a:cubicBezTo>
                  <a:pt x="566049" y="43803"/>
                  <a:pt x="568197" y="38845"/>
                  <a:pt x="572493" y="34686"/>
                </a:cubicBezTo>
                <a:cubicBezTo>
                  <a:pt x="578479" y="28882"/>
                  <a:pt x="587368" y="25980"/>
                  <a:pt x="599159" y="25980"/>
                </a:cubicBezTo>
                <a:cubicBezTo>
                  <a:pt x="608527" y="25980"/>
                  <a:pt x="615611" y="27694"/>
                  <a:pt x="620409" y="31122"/>
                </a:cubicBezTo>
                <a:cubicBezTo>
                  <a:pt x="625208" y="34549"/>
                  <a:pt x="628247" y="39188"/>
                  <a:pt x="629526" y="45037"/>
                </a:cubicBezTo>
                <a:lnTo>
                  <a:pt x="611361" y="48191"/>
                </a:lnTo>
                <a:cubicBezTo>
                  <a:pt x="610401" y="45540"/>
                  <a:pt x="608847" y="43552"/>
                  <a:pt x="606699" y="42227"/>
                </a:cubicBezTo>
                <a:cubicBezTo>
                  <a:pt x="603774" y="40444"/>
                  <a:pt x="600255" y="39553"/>
                  <a:pt x="596142" y="39553"/>
                </a:cubicBezTo>
                <a:cubicBezTo>
                  <a:pt x="592030" y="39553"/>
                  <a:pt x="589070" y="40239"/>
                  <a:pt x="587265" y="41610"/>
                </a:cubicBezTo>
                <a:cubicBezTo>
                  <a:pt x="585460" y="42981"/>
                  <a:pt x="584558" y="44557"/>
                  <a:pt x="584558" y="46340"/>
                </a:cubicBezTo>
                <a:cubicBezTo>
                  <a:pt x="584558" y="48168"/>
                  <a:pt x="585472" y="49676"/>
                  <a:pt x="587300" y="50864"/>
                </a:cubicBezTo>
                <a:cubicBezTo>
                  <a:pt x="588442" y="51595"/>
                  <a:pt x="592121" y="52875"/>
                  <a:pt x="598336" y="54703"/>
                </a:cubicBezTo>
                <a:cubicBezTo>
                  <a:pt x="607933" y="57491"/>
                  <a:pt x="614354" y="60233"/>
                  <a:pt x="617599" y="62929"/>
                </a:cubicBezTo>
                <a:cubicBezTo>
                  <a:pt x="622169" y="66722"/>
                  <a:pt x="624454" y="71292"/>
                  <a:pt x="624454" y="76639"/>
                </a:cubicBezTo>
                <a:cubicBezTo>
                  <a:pt x="624454" y="83540"/>
                  <a:pt x="621552" y="89526"/>
                  <a:pt x="615748" y="94599"/>
                </a:cubicBezTo>
                <a:cubicBezTo>
                  <a:pt x="609944" y="99672"/>
                  <a:pt x="601764" y="102208"/>
                  <a:pt x="591207" y="102208"/>
                </a:cubicBezTo>
                <a:cubicBezTo>
                  <a:pt x="580696" y="102208"/>
                  <a:pt x="572573" y="100277"/>
                  <a:pt x="566837" y="96415"/>
                </a:cubicBezTo>
                <a:cubicBezTo>
                  <a:pt x="561102" y="92554"/>
                  <a:pt x="557206" y="87127"/>
                  <a:pt x="555150" y="80135"/>
                </a:cubicBezTo>
                <a:close/>
                <a:moveTo>
                  <a:pt x="673409" y="100494"/>
                </a:moveTo>
                <a:lnTo>
                  <a:pt x="694386" y="0"/>
                </a:lnTo>
                <a:lnTo>
                  <a:pt x="714128" y="0"/>
                </a:lnTo>
                <a:lnTo>
                  <a:pt x="707067" y="33589"/>
                </a:lnTo>
                <a:cubicBezTo>
                  <a:pt x="710678" y="30847"/>
                  <a:pt x="714048" y="28894"/>
                  <a:pt x="717178" y="27728"/>
                </a:cubicBezTo>
                <a:cubicBezTo>
                  <a:pt x="720309" y="26563"/>
                  <a:pt x="723725" y="25980"/>
                  <a:pt x="727427" y="25980"/>
                </a:cubicBezTo>
                <a:cubicBezTo>
                  <a:pt x="735104" y="25980"/>
                  <a:pt x="741251" y="28551"/>
                  <a:pt x="745867" y="33692"/>
                </a:cubicBezTo>
                <a:cubicBezTo>
                  <a:pt x="750482" y="38834"/>
                  <a:pt x="752790" y="46317"/>
                  <a:pt x="752790" y="56142"/>
                </a:cubicBezTo>
                <a:cubicBezTo>
                  <a:pt x="752790" y="62769"/>
                  <a:pt x="751705" y="69201"/>
                  <a:pt x="749534" y="75439"/>
                </a:cubicBezTo>
                <a:cubicBezTo>
                  <a:pt x="747363" y="81677"/>
                  <a:pt x="744461" y="86750"/>
                  <a:pt x="740828" y="90657"/>
                </a:cubicBezTo>
                <a:cubicBezTo>
                  <a:pt x="737195" y="94565"/>
                  <a:pt x="733379" y="97467"/>
                  <a:pt x="729380" y="99363"/>
                </a:cubicBezTo>
                <a:cubicBezTo>
                  <a:pt x="725382" y="101260"/>
                  <a:pt x="721189" y="102208"/>
                  <a:pt x="716801" y="102208"/>
                </a:cubicBezTo>
                <a:cubicBezTo>
                  <a:pt x="706382" y="102208"/>
                  <a:pt x="698727" y="97638"/>
                  <a:pt x="693837" y="88498"/>
                </a:cubicBezTo>
                <a:lnTo>
                  <a:pt x="691301" y="100494"/>
                </a:lnTo>
                <a:lnTo>
                  <a:pt x="673409" y="100494"/>
                </a:lnTo>
                <a:moveTo>
                  <a:pt x="699938" y="70812"/>
                </a:moveTo>
                <a:cubicBezTo>
                  <a:pt x="699938" y="75702"/>
                  <a:pt x="701321" y="79678"/>
                  <a:pt x="704085" y="82740"/>
                </a:cubicBezTo>
                <a:cubicBezTo>
                  <a:pt x="706850" y="85802"/>
                  <a:pt x="710106" y="87333"/>
                  <a:pt x="713854" y="87333"/>
                </a:cubicBezTo>
                <a:cubicBezTo>
                  <a:pt x="717144" y="87333"/>
                  <a:pt x="720286" y="86144"/>
                  <a:pt x="723279" y="83768"/>
                </a:cubicBezTo>
                <a:cubicBezTo>
                  <a:pt x="726273" y="81392"/>
                  <a:pt x="728763" y="77599"/>
                  <a:pt x="730751" y="72389"/>
                </a:cubicBezTo>
                <a:cubicBezTo>
                  <a:pt x="732739" y="67179"/>
                  <a:pt x="733733" y="61923"/>
                  <a:pt x="733733" y="56622"/>
                </a:cubicBezTo>
                <a:cubicBezTo>
                  <a:pt x="733733" y="51458"/>
                  <a:pt x="732396" y="47402"/>
                  <a:pt x="729723" y="44455"/>
                </a:cubicBezTo>
                <a:cubicBezTo>
                  <a:pt x="727050" y="41507"/>
                  <a:pt x="723816" y="40033"/>
                  <a:pt x="720023" y="40033"/>
                </a:cubicBezTo>
                <a:cubicBezTo>
                  <a:pt x="715088" y="40033"/>
                  <a:pt x="710838" y="42318"/>
                  <a:pt x="707273" y="46888"/>
                </a:cubicBezTo>
                <a:cubicBezTo>
                  <a:pt x="702383" y="53149"/>
                  <a:pt x="699938" y="61124"/>
                  <a:pt x="699938" y="70812"/>
                </a:cubicBezTo>
                <a:close/>
                <a:moveTo>
                  <a:pt x="830560" y="70195"/>
                </a:moveTo>
                <a:lnTo>
                  <a:pt x="781204" y="70195"/>
                </a:lnTo>
                <a:cubicBezTo>
                  <a:pt x="781158" y="70972"/>
                  <a:pt x="781135" y="71566"/>
                  <a:pt x="781135" y="71977"/>
                </a:cubicBezTo>
                <a:cubicBezTo>
                  <a:pt x="781135" y="76822"/>
                  <a:pt x="782518" y="80729"/>
                  <a:pt x="785283" y="83699"/>
                </a:cubicBezTo>
                <a:cubicBezTo>
                  <a:pt x="788047" y="86670"/>
                  <a:pt x="791418" y="88155"/>
                  <a:pt x="795394" y="88155"/>
                </a:cubicBezTo>
                <a:cubicBezTo>
                  <a:pt x="801929" y="88155"/>
                  <a:pt x="807024" y="84773"/>
                  <a:pt x="810680" y="78010"/>
                </a:cubicBezTo>
                <a:lnTo>
                  <a:pt x="828298" y="80957"/>
                </a:lnTo>
                <a:cubicBezTo>
                  <a:pt x="824870" y="88041"/>
                  <a:pt x="820289" y="93354"/>
                  <a:pt x="814553" y="96895"/>
                </a:cubicBezTo>
                <a:cubicBezTo>
                  <a:pt x="808818" y="100437"/>
                  <a:pt x="802386" y="102208"/>
                  <a:pt x="795257" y="102208"/>
                </a:cubicBezTo>
                <a:cubicBezTo>
                  <a:pt x="785477" y="102208"/>
                  <a:pt x="777525" y="99112"/>
                  <a:pt x="771401" y="92919"/>
                </a:cubicBezTo>
                <a:cubicBezTo>
                  <a:pt x="765277" y="86727"/>
                  <a:pt x="762216" y="78535"/>
                  <a:pt x="762216" y="68344"/>
                </a:cubicBezTo>
                <a:cubicBezTo>
                  <a:pt x="762216" y="58382"/>
                  <a:pt x="764980" y="49516"/>
                  <a:pt x="770510" y="41747"/>
                </a:cubicBezTo>
                <a:cubicBezTo>
                  <a:pt x="778051" y="31236"/>
                  <a:pt x="788813" y="25980"/>
                  <a:pt x="802797" y="25980"/>
                </a:cubicBezTo>
                <a:cubicBezTo>
                  <a:pt x="811709" y="25980"/>
                  <a:pt x="818792" y="28734"/>
                  <a:pt x="824048" y="34241"/>
                </a:cubicBezTo>
                <a:cubicBezTo>
                  <a:pt x="829303" y="39748"/>
                  <a:pt x="831931" y="47459"/>
                  <a:pt x="831931" y="57376"/>
                </a:cubicBezTo>
                <a:cubicBezTo>
                  <a:pt x="831931" y="62129"/>
                  <a:pt x="831474" y="66402"/>
                  <a:pt x="830560" y="70195"/>
                </a:cubicBezTo>
                <a:moveTo>
                  <a:pt x="813971" y="58199"/>
                </a:moveTo>
                <a:cubicBezTo>
                  <a:pt x="814016" y="57331"/>
                  <a:pt x="814039" y="56668"/>
                  <a:pt x="814039" y="56211"/>
                </a:cubicBezTo>
                <a:cubicBezTo>
                  <a:pt x="814039" y="50818"/>
                  <a:pt x="812828" y="46774"/>
                  <a:pt x="810406" y="44078"/>
                </a:cubicBezTo>
                <a:cubicBezTo>
                  <a:pt x="807984" y="41381"/>
                  <a:pt x="804739" y="40033"/>
                  <a:pt x="800672" y="40033"/>
                </a:cubicBezTo>
                <a:cubicBezTo>
                  <a:pt x="796605" y="40033"/>
                  <a:pt x="792960" y="41564"/>
                  <a:pt x="789738" y="44626"/>
                </a:cubicBezTo>
                <a:cubicBezTo>
                  <a:pt x="786517" y="47688"/>
                  <a:pt x="784334" y="52212"/>
                  <a:pt x="783192" y="58199"/>
                </a:cubicBezTo>
                <a:lnTo>
                  <a:pt x="813971" y="58199"/>
                </a:lnTo>
                <a:close/>
                <a:moveTo>
                  <a:pt x="908421" y="70195"/>
                </a:moveTo>
                <a:lnTo>
                  <a:pt x="859065" y="70195"/>
                </a:lnTo>
                <a:cubicBezTo>
                  <a:pt x="859019" y="70972"/>
                  <a:pt x="858996" y="71566"/>
                  <a:pt x="858996" y="71977"/>
                </a:cubicBezTo>
                <a:cubicBezTo>
                  <a:pt x="858996" y="76822"/>
                  <a:pt x="860379" y="80729"/>
                  <a:pt x="863144" y="83699"/>
                </a:cubicBezTo>
                <a:cubicBezTo>
                  <a:pt x="865908" y="86670"/>
                  <a:pt x="869279" y="88155"/>
                  <a:pt x="873255" y="88155"/>
                </a:cubicBezTo>
                <a:cubicBezTo>
                  <a:pt x="879790" y="88155"/>
                  <a:pt x="884885" y="84773"/>
                  <a:pt x="888541" y="78010"/>
                </a:cubicBezTo>
                <a:lnTo>
                  <a:pt x="906159" y="80957"/>
                </a:lnTo>
                <a:cubicBezTo>
                  <a:pt x="902731" y="88041"/>
                  <a:pt x="898150" y="93354"/>
                  <a:pt x="892414" y="96895"/>
                </a:cubicBezTo>
                <a:cubicBezTo>
                  <a:pt x="886679" y="100437"/>
                  <a:pt x="880247" y="102208"/>
                  <a:pt x="873118" y="102208"/>
                </a:cubicBezTo>
                <a:cubicBezTo>
                  <a:pt x="863338" y="102208"/>
                  <a:pt x="855386" y="99112"/>
                  <a:pt x="849262" y="92919"/>
                </a:cubicBezTo>
                <a:cubicBezTo>
                  <a:pt x="843138" y="86727"/>
                  <a:pt x="840076" y="78535"/>
                  <a:pt x="840076" y="68344"/>
                </a:cubicBezTo>
                <a:cubicBezTo>
                  <a:pt x="840076" y="58382"/>
                  <a:pt x="842841" y="49516"/>
                  <a:pt x="848371" y="41747"/>
                </a:cubicBezTo>
                <a:cubicBezTo>
                  <a:pt x="855911" y="31236"/>
                  <a:pt x="866674" y="25980"/>
                  <a:pt x="880658" y="25980"/>
                </a:cubicBezTo>
                <a:cubicBezTo>
                  <a:pt x="889570" y="25980"/>
                  <a:pt x="896653" y="28734"/>
                  <a:pt x="901908" y="34241"/>
                </a:cubicBezTo>
                <a:cubicBezTo>
                  <a:pt x="907164" y="39748"/>
                  <a:pt x="909792" y="47459"/>
                  <a:pt x="909792" y="57376"/>
                </a:cubicBezTo>
                <a:cubicBezTo>
                  <a:pt x="909792" y="62129"/>
                  <a:pt x="909335" y="66402"/>
                  <a:pt x="908421" y="70195"/>
                </a:cubicBezTo>
                <a:moveTo>
                  <a:pt x="891832" y="58199"/>
                </a:moveTo>
                <a:cubicBezTo>
                  <a:pt x="891877" y="57331"/>
                  <a:pt x="891900" y="56668"/>
                  <a:pt x="891900" y="56211"/>
                </a:cubicBezTo>
                <a:cubicBezTo>
                  <a:pt x="891900" y="50818"/>
                  <a:pt x="890689" y="46774"/>
                  <a:pt x="888267" y="44078"/>
                </a:cubicBezTo>
                <a:cubicBezTo>
                  <a:pt x="885845" y="41381"/>
                  <a:pt x="882600" y="40033"/>
                  <a:pt x="878533" y="40033"/>
                </a:cubicBezTo>
                <a:cubicBezTo>
                  <a:pt x="874466" y="40033"/>
                  <a:pt x="870821" y="41564"/>
                  <a:pt x="867599" y="44626"/>
                </a:cubicBezTo>
                <a:cubicBezTo>
                  <a:pt x="864377" y="47688"/>
                  <a:pt x="862195" y="52212"/>
                  <a:pt x="861053" y="58199"/>
                </a:cubicBezTo>
                <a:lnTo>
                  <a:pt x="891832" y="58199"/>
                </a:lnTo>
                <a:close/>
                <a:moveTo>
                  <a:pt x="930893" y="27694"/>
                </a:moveTo>
                <a:lnTo>
                  <a:pt x="949539" y="27694"/>
                </a:lnTo>
                <a:lnTo>
                  <a:pt x="947619" y="37154"/>
                </a:lnTo>
                <a:cubicBezTo>
                  <a:pt x="952281" y="33132"/>
                  <a:pt x="956634" y="30265"/>
                  <a:pt x="960678" y="28551"/>
                </a:cubicBezTo>
                <a:cubicBezTo>
                  <a:pt x="964723" y="26837"/>
                  <a:pt x="968984" y="25980"/>
                  <a:pt x="973463" y="25980"/>
                </a:cubicBezTo>
                <a:cubicBezTo>
                  <a:pt x="979449" y="25980"/>
                  <a:pt x="984168" y="27694"/>
                  <a:pt x="987618" y="31122"/>
                </a:cubicBezTo>
                <a:cubicBezTo>
                  <a:pt x="991069" y="34549"/>
                  <a:pt x="992794" y="39096"/>
                  <a:pt x="992794" y="44763"/>
                </a:cubicBezTo>
                <a:cubicBezTo>
                  <a:pt x="992794" y="47322"/>
                  <a:pt x="992040" y="52166"/>
                  <a:pt x="990532" y="59296"/>
                </a:cubicBezTo>
                <a:lnTo>
                  <a:pt x="981963" y="100494"/>
                </a:lnTo>
                <a:lnTo>
                  <a:pt x="962289" y="100494"/>
                </a:lnTo>
                <a:lnTo>
                  <a:pt x="970926" y="59159"/>
                </a:lnTo>
                <a:cubicBezTo>
                  <a:pt x="972206" y="52989"/>
                  <a:pt x="972846" y="49310"/>
                  <a:pt x="972846" y="48122"/>
                </a:cubicBezTo>
                <a:cubicBezTo>
                  <a:pt x="972846" y="45609"/>
                  <a:pt x="972103" y="43632"/>
                  <a:pt x="970618" y="42192"/>
                </a:cubicBezTo>
                <a:cubicBezTo>
                  <a:pt x="969133" y="40753"/>
                  <a:pt x="967065" y="40033"/>
                  <a:pt x="964414" y="40033"/>
                </a:cubicBezTo>
                <a:cubicBezTo>
                  <a:pt x="961535" y="40033"/>
                  <a:pt x="958336" y="41244"/>
                  <a:pt x="954817" y="43666"/>
                </a:cubicBezTo>
                <a:cubicBezTo>
                  <a:pt x="951298" y="46088"/>
                  <a:pt x="948533" y="49287"/>
                  <a:pt x="946523" y="53263"/>
                </a:cubicBezTo>
                <a:cubicBezTo>
                  <a:pt x="945060" y="56097"/>
                  <a:pt x="943415" y="61878"/>
                  <a:pt x="941587" y="70606"/>
                </a:cubicBezTo>
                <a:lnTo>
                  <a:pt x="935349" y="100494"/>
                </a:lnTo>
                <a:lnTo>
                  <a:pt x="915675" y="100494"/>
                </a:lnTo>
                <a:lnTo>
                  <a:pt x="930893" y="27694"/>
                </a:lnTo>
                <a:close/>
                <a:moveTo>
                  <a:pt x="1044470" y="42295"/>
                </a:moveTo>
                <a:lnTo>
                  <a:pt x="1047486" y="27694"/>
                </a:lnTo>
                <a:lnTo>
                  <a:pt x="1057083" y="27694"/>
                </a:lnTo>
                <a:lnTo>
                  <a:pt x="1059482" y="16041"/>
                </a:lnTo>
                <a:lnTo>
                  <a:pt x="1082035" y="2468"/>
                </a:lnTo>
                <a:lnTo>
                  <a:pt x="1076757" y="27694"/>
                </a:lnTo>
                <a:lnTo>
                  <a:pt x="1088753" y="27694"/>
                </a:lnTo>
                <a:lnTo>
                  <a:pt x="1085737" y="42295"/>
                </a:lnTo>
                <a:lnTo>
                  <a:pt x="1073672" y="42295"/>
                </a:lnTo>
                <a:lnTo>
                  <a:pt x="1067297" y="72800"/>
                </a:lnTo>
                <a:cubicBezTo>
                  <a:pt x="1066154" y="78330"/>
                  <a:pt x="1065583" y="81483"/>
                  <a:pt x="1065583" y="82260"/>
                </a:cubicBezTo>
                <a:cubicBezTo>
                  <a:pt x="1065583" y="83768"/>
                  <a:pt x="1066063" y="84945"/>
                  <a:pt x="1067023" y="85790"/>
                </a:cubicBezTo>
                <a:cubicBezTo>
                  <a:pt x="1067982" y="86636"/>
                  <a:pt x="1069719" y="87058"/>
                  <a:pt x="1072233" y="87058"/>
                </a:cubicBezTo>
                <a:cubicBezTo>
                  <a:pt x="1073101" y="87058"/>
                  <a:pt x="1075272" y="86898"/>
                  <a:pt x="1078745" y="86579"/>
                </a:cubicBezTo>
                <a:lnTo>
                  <a:pt x="1075660" y="101180"/>
                </a:lnTo>
                <a:cubicBezTo>
                  <a:pt x="1072278" y="101865"/>
                  <a:pt x="1068805" y="102208"/>
                  <a:pt x="1065240" y="102208"/>
                </a:cubicBezTo>
                <a:cubicBezTo>
                  <a:pt x="1058294" y="102208"/>
                  <a:pt x="1053244" y="100871"/>
                  <a:pt x="1050091" y="98198"/>
                </a:cubicBezTo>
                <a:cubicBezTo>
                  <a:pt x="1046938" y="95524"/>
                  <a:pt x="1045361" y="91811"/>
                  <a:pt x="1045361" y="87058"/>
                </a:cubicBezTo>
                <a:cubicBezTo>
                  <a:pt x="1045361" y="84819"/>
                  <a:pt x="1046206" y="79655"/>
                  <a:pt x="1047897" y="71566"/>
                </a:cubicBezTo>
                <a:lnTo>
                  <a:pt x="1053998" y="42295"/>
                </a:lnTo>
                <a:lnTo>
                  <a:pt x="1044470" y="42295"/>
                </a:lnTo>
                <a:close/>
                <a:moveTo>
                  <a:pt x="1099928" y="27694"/>
                </a:moveTo>
                <a:lnTo>
                  <a:pt x="1118299" y="27694"/>
                </a:lnTo>
                <a:lnTo>
                  <a:pt x="1115351" y="41815"/>
                </a:lnTo>
                <a:cubicBezTo>
                  <a:pt x="1122206" y="31259"/>
                  <a:pt x="1129633" y="25980"/>
                  <a:pt x="1137630" y="25980"/>
                </a:cubicBezTo>
                <a:cubicBezTo>
                  <a:pt x="1140463" y="25980"/>
                  <a:pt x="1143502" y="26689"/>
                  <a:pt x="1146747" y="28105"/>
                </a:cubicBezTo>
                <a:lnTo>
                  <a:pt x="1139207" y="44215"/>
                </a:lnTo>
                <a:cubicBezTo>
                  <a:pt x="1137424" y="43575"/>
                  <a:pt x="1135528" y="43255"/>
                  <a:pt x="1133517" y="43255"/>
                </a:cubicBezTo>
                <a:cubicBezTo>
                  <a:pt x="1130135" y="43255"/>
                  <a:pt x="1126696" y="44535"/>
                  <a:pt x="1123200" y="47094"/>
                </a:cubicBezTo>
                <a:cubicBezTo>
                  <a:pt x="1119704" y="49653"/>
                  <a:pt x="1116974" y="53069"/>
                  <a:pt x="1115009" y="57342"/>
                </a:cubicBezTo>
                <a:cubicBezTo>
                  <a:pt x="1113043" y="61615"/>
                  <a:pt x="1111101" y="68390"/>
                  <a:pt x="1109182" y="77667"/>
                </a:cubicBezTo>
                <a:lnTo>
                  <a:pt x="1104383" y="100494"/>
                </a:lnTo>
                <a:lnTo>
                  <a:pt x="1084709" y="100494"/>
                </a:lnTo>
                <a:lnTo>
                  <a:pt x="1099928" y="27694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yingtogetadishbowl.">
            <a:extLst xmlns:a="http://schemas.openxmlformats.org/drawingml/2006/main">
              <a:ext uri="{FF2B5EF4-FFF2-40B4-BE49-F238E27FC236}">
                <a16:creationId xmlns:a16="http://schemas.microsoft.com/office/drawing/2014/main" id="{3061D616-404A-4ABD-B508-FCF79A34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4581" y="6515932"/>
            <a:ext cx="1534520" cy="130039"/>
          </a:xfrm>
          <a:custGeom xmlns:a="http://schemas.openxmlformats.org/drawingml/2006/main">
            <a:pathLst>
              <a:path w="1534520" h="130039">
                <a:moveTo>
                  <a:pt x="10831" y="27694"/>
                </a:moveTo>
                <a:lnTo>
                  <a:pt x="30436" y="27694"/>
                </a:lnTo>
                <a:lnTo>
                  <a:pt x="35372" y="63957"/>
                </a:lnTo>
                <a:cubicBezTo>
                  <a:pt x="36606" y="73280"/>
                  <a:pt x="37291" y="79815"/>
                  <a:pt x="37428" y="83562"/>
                </a:cubicBezTo>
                <a:cubicBezTo>
                  <a:pt x="39987" y="76113"/>
                  <a:pt x="43506" y="68253"/>
                  <a:pt x="47985" y="59981"/>
                </a:cubicBezTo>
                <a:lnTo>
                  <a:pt x="65397" y="27694"/>
                </a:lnTo>
                <a:lnTo>
                  <a:pt x="86236" y="27694"/>
                </a:lnTo>
                <a:lnTo>
                  <a:pt x="41267" y="107623"/>
                </a:lnTo>
                <a:cubicBezTo>
                  <a:pt x="37565" y="114250"/>
                  <a:pt x="34652" y="118888"/>
                  <a:pt x="32527" y="121539"/>
                </a:cubicBezTo>
                <a:cubicBezTo>
                  <a:pt x="30402" y="124190"/>
                  <a:pt x="27843" y="126269"/>
                  <a:pt x="24849" y="127777"/>
                </a:cubicBezTo>
                <a:cubicBezTo>
                  <a:pt x="21856" y="129285"/>
                  <a:pt x="18257" y="130039"/>
                  <a:pt x="14053" y="130039"/>
                </a:cubicBezTo>
                <a:cubicBezTo>
                  <a:pt x="9894" y="130039"/>
                  <a:pt x="5210" y="129308"/>
                  <a:pt x="0" y="127846"/>
                </a:cubicBezTo>
                <a:lnTo>
                  <a:pt x="1714" y="113176"/>
                </a:lnTo>
                <a:cubicBezTo>
                  <a:pt x="4090" y="113861"/>
                  <a:pt x="6398" y="114204"/>
                  <a:pt x="8637" y="114204"/>
                </a:cubicBezTo>
                <a:cubicBezTo>
                  <a:pt x="14670" y="114204"/>
                  <a:pt x="19628" y="109634"/>
                  <a:pt x="23513" y="100494"/>
                </a:cubicBezTo>
                <a:lnTo>
                  <a:pt x="10831" y="27694"/>
                </a:lnTo>
                <a:close/>
                <a:moveTo>
                  <a:pt x="103566" y="0"/>
                </a:moveTo>
                <a:lnTo>
                  <a:pt x="123239" y="0"/>
                </a:lnTo>
                <a:lnTo>
                  <a:pt x="119538" y="17823"/>
                </a:lnTo>
                <a:lnTo>
                  <a:pt x="99864" y="17823"/>
                </a:lnTo>
                <a:lnTo>
                  <a:pt x="103566" y="0"/>
                </a:lnTo>
                <a:moveTo>
                  <a:pt x="97807" y="27694"/>
                </a:moveTo>
                <a:lnTo>
                  <a:pt x="117481" y="27694"/>
                </a:lnTo>
                <a:lnTo>
                  <a:pt x="102263" y="100494"/>
                </a:lnTo>
                <a:lnTo>
                  <a:pt x="82589" y="100494"/>
                </a:lnTo>
                <a:lnTo>
                  <a:pt x="97807" y="27694"/>
                </a:lnTo>
                <a:close/>
                <a:moveTo>
                  <a:pt x="136494" y="27694"/>
                </a:moveTo>
                <a:lnTo>
                  <a:pt x="155139" y="27694"/>
                </a:lnTo>
                <a:lnTo>
                  <a:pt x="153220" y="37154"/>
                </a:lnTo>
                <a:cubicBezTo>
                  <a:pt x="157881" y="33132"/>
                  <a:pt x="162234" y="30265"/>
                  <a:pt x="166279" y="28551"/>
                </a:cubicBezTo>
                <a:cubicBezTo>
                  <a:pt x="170323" y="26837"/>
                  <a:pt x="174585" y="25980"/>
                  <a:pt x="179063" y="25980"/>
                </a:cubicBezTo>
                <a:cubicBezTo>
                  <a:pt x="185050" y="25980"/>
                  <a:pt x="189769" y="27694"/>
                  <a:pt x="193219" y="31122"/>
                </a:cubicBezTo>
                <a:cubicBezTo>
                  <a:pt x="196669" y="34549"/>
                  <a:pt x="198394" y="39096"/>
                  <a:pt x="198394" y="44763"/>
                </a:cubicBezTo>
                <a:cubicBezTo>
                  <a:pt x="198394" y="47322"/>
                  <a:pt x="197640" y="52166"/>
                  <a:pt x="196132" y="59296"/>
                </a:cubicBezTo>
                <a:lnTo>
                  <a:pt x="187564" y="100494"/>
                </a:lnTo>
                <a:lnTo>
                  <a:pt x="167890" y="100494"/>
                </a:lnTo>
                <a:lnTo>
                  <a:pt x="176527" y="59159"/>
                </a:lnTo>
                <a:cubicBezTo>
                  <a:pt x="177807" y="52989"/>
                  <a:pt x="178446" y="49310"/>
                  <a:pt x="178446" y="48122"/>
                </a:cubicBezTo>
                <a:cubicBezTo>
                  <a:pt x="178446" y="45609"/>
                  <a:pt x="177704" y="43632"/>
                  <a:pt x="176219" y="42192"/>
                </a:cubicBezTo>
                <a:cubicBezTo>
                  <a:pt x="174733" y="40753"/>
                  <a:pt x="172665" y="40033"/>
                  <a:pt x="170015" y="40033"/>
                </a:cubicBezTo>
                <a:cubicBezTo>
                  <a:pt x="167136" y="40033"/>
                  <a:pt x="163937" y="41244"/>
                  <a:pt x="160418" y="43666"/>
                </a:cubicBezTo>
                <a:cubicBezTo>
                  <a:pt x="156899" y="46088"/>
                  <a:pt x="154134" y="49287"/>
                  <a:pt x="152123" y="53263"/>
                </a:cubicBezTo>
                <a:cubicBezTo>
                  <a:pt x="150661" y="56097"/>
                  <a:pt x="149016" y="61878"/>
                  <a:pt x="147188" y="70606"/>
                </a:cubicBezTo>
                <a:lnTo>
                  <a:pt x="140950" y="100494"/>
                </a:lnTo>
                <a:lnTo>
                  <a:pt x="121276" y="100494"/>
                </a:lnTo>
                <a:lnTo>
                  <a:pt x="136494" y="27694"/>
                </a:lnTo>
                <a:close/>
                <a:moveTo>
                  <a:pt x="205695" y="104333"/>
                </a:moveTo>
                <a:lnTo>
                  <a:pt x="226465" y="107349"/>
                </a:lnTo>
                <a:cubicBezTo>
                  <a:pt x="226465" y="109451"/>
                  <a:pt x="226808" y="111039"/>
                  <a:pt x="227494" y="112113"/>
                </a:cubicBezTo>
                <a:cubicBezTo>
                  <a:pt x="228179" y="113187"/>
                  <a:pt x="229287" y="114101"/>
                  <a:pt x="230818" y="114855"/>
                </a:cubicBezTo>
                <a:cubicBezTo>
                  <a:pt x="232349" y="115609"/>
                  <a:pt x="234440" y="115986"/>
                  <a:pt x="237091" y="115986"/>
                </a:cubicBezTo>
                <a:cubicBezTo>
                  <a:pt x="241249" y="115986"/>
                  <a:pt x="244585" y="115164"/>
                  <a:pt x="247099" y="113519"/>
                </a:cubicBezTo>
                <a:cubicBezTo>
                  <a:pt x="248973" y="112239"/>
                  <a:pt x="250503" y="110183"/>
                  <a:pt x="251692" y="107349"/>
                </a:cubicBezTo>
                <a:cubicBezTo>
                  <a:pt x="252423" y="105567"/>
                  <a:pt x="253360" y="101682"/>
                  <a:pt x="254502" y="95696"/>
                </a:cubicBezTo>
                <a:lnTo>
                  <a:pt x="255188" y="92268"/>
                </a:lnTo>
                <a:cubicBezTo>
                  <a:pt x="248378" y="97935"/>
                  <a:pt x="241341" y="100768"/>
                  <a:pt x="234074" y="100768"/>
                </a:cubicBezTo>
                <a:cubicBezTo>
                  <a:pt x="226945" y="100768"/>
                  <a:pt x="221096" y="98255"/>
                  <a:pt x="216526" y="93228"/>
                </a:cubicBezTo>
                <a:cubicBezTo>
                  <a:pt x="211956" y="88201"/>
                  <a:pt x="209671" y="80843"/>
                  <a:pt x="209671" y="71155"/>
                </a:cubicBezTo>
                <a:cubicBezTo>
                  <a:pt x="209671" y="62609"/>
                  <a:pt x="211224" y="54771"/>
                  <a:pt x="214332" y="47642"/>
                </a:cubicBezTo>
                <a:cubicBezTo>
                  <a:pt x="217440" y="40513"/>
                  <a:pt x="221804" y="35120"/>
                  <a:pt x="227425" y="31464"/>
                </a:cubicBezTo>
                <a:cubicBezTo>
                  <a:pt x="233046" y="27808"/>
                  <a:pt x="238781" y="25980"/>
                  <a:pt x="244631" y="25980"/>
                </a:cubicBezTo>
                <a:cubicBezTo>
                  <a:pt x="249475" y="25980"/>
                  <a:pt x="253908" y="27260"/>
                  <a:pt x="257930" y="29819"/>
                </a:cubicBezTo>
                <a:cubicBezTo>
                  <a:pt x="261951" y="32378"/>
                  <a:pt x="265082" y="35966"/>
                  <a:pt x="267321" y="40582"/>
                </a:cubicBezTo>
                <a:lnTo>
                  <a:pt x="270063" y="27694"/>
                </a:lnTo>
                <a:lnTo>
                  <a:pt x="288503" y="27694"/>
                </a:lnTo>
                <a:lnTo>
                  <a:pt x="275890" y="88361"/>
                </a:lnTo>
                <a:cubicBezTo>
                  <a:pt x="273833" y="98095"/>
                  <a:pt x="272097" y="105041"/>
                  <a:pt x="270680" y="109200"/>
                </a:cubicBezTo>
                <a:cubicBezTo>
                  <a:pt x="269263" y="113359"/>
                  <a:pt x="267641" y="116672"/>
                  <a:pt x="265813" y="119140"/>
                </a:cubicBezTo>
                <a:cubicBezTo>
                  <a:pt x="263985" y="121608"/>
                  <a:pt x="261677" y="123675"/>
                  <a:pt x="258889" y="125344"/>
                </a:cubicBezTo>
                <a:cubicBezTo>
                  <a:pt x="256102" y="127012"/>
                  <a:pt x="252811" y="128211"/>
                  <a:pt x="249018" y="128942"/>
                </a:cubicBezTo>
                <a:cubicBezTo>
                  <a:pt x="245225" y="129674"/>
                  <a:pt x="241112" y="130039"/>
                  <a:pt x="236679" y="130039"/>
                </a:cubicBezTo>
                <a:cubicBezTo>
                  <a:pt x="226397" y="130039"/>
                  <a:pt x="218628" y="128280"/>
                  <a:pt x="213372" y="124761"/>
                </a:cubicBezTo>
                <a:cubicBezTo>
                  <a:pt x="208117" y="121242"/>
                  <a:pt x="205489" y="115392"/>
                  <a:pt x="205489" y="107212"/>
                </a:cubicBezTo>
                <a:cubicBezTo>
                  <a:pt x="205489" y="106344"/>
                  <a:pt x="205558" y="105384"/>
                  <a:pt x="205695" y="104333"/>
                </a:cubicBezTo>
                <a:moveTo>
                  <a:pt x="228865" y="69167"/>
                </a:moveTo>
                <a:cubicBezTo>
                  <a:pt x="228865" y="74697"/>
                  <a:pt x="230110" y="78912"/>
                  <a:pt x="232601" y="81814"/>
                </a:cubicBezTo>
                <a:cubicBezTo>
                  <a:pt x="235091" y="84716"/>
                  <a:pt x="238210" y="86167"/>
                  <a:pt x="241958" y="86167"/>
                </a:cubicBezTo>
                <a:cubicBezTo>
                  <a:pt x="245385" y="86167"/>
                  <a:pt x="248710" y="84865"/>
                  <a:pt x="251932" y="82260"/>
                </a:cubicBezTo>
                <a:cubicBezTo>
                  <a:pt x="255153" y="79655"/>
                  <a:pt x="257621" y="75953"/>
                  <a:pt x="259335" y="71155"/>
                </a:cubicBezTo>
                <a:cubicBezTo>
                  <a:pt x="261049" y="66356"/>
                  <a:pt x="261906" y="61718"/>
                  <a:pt x="261906" y="57239"/>
                </a:cubicBezTo>
                <a:cubicBezTo>
                  <a:pt x="261906" y="52075"/>
                  <a:pt x="260512" y="47916"/>
                  <a:pt x="257724" y="44763"/>
                </a:cubicBezTo>
                <a:cubicBezTo>
                  <a:pt x="254936" y="41610"/>
                  <a:pt x="251715" y="40033"/>
                  <a:pt x="248059" y="40033"/>
                </a:cubicBezTo>
                <a:cubicBezTo>
                  <a:pt x="244540" y="40033"/>
                  <a:pt x="241306" y="41427"/>
                  <a:pt x="238359" y="44215"/>
                </a:cubicBezTo>
                <a:cubicBezTo>
                  <a:pt x="235411" y="47002"/>
                  <a:pt x="232978" y="51298"/>
                  <a:pt x="231058" y="57102"/>
                </a:cubicBezTo>
                <a:cubicBezTo>
                  <a:pt x="229596" y="61581"/>
                  <a:pt x="228865" y="65602"/>
                  <a:pt x="228865" y="69167"/>
                </a:cubicBezTo>
                <a:close/>
                <a:moveTo>
                  <a:pt x="335792" y="42295"/>
                </a:moveTo>
                <a:lnTo>
                  <a:pt x="338808" y="27694"/>
                </a:lnTo>
                <a:lnTo>
                  <a:pt x="348405" y="27694"/>
                </a:lnTo>
                <a:lnTo>
                  <a:pt x="350804" y="16041"/>
                </a:lnTo>
                <a:lnTo>
                  <a:pt x="373357" y="2468"/>
                </a:lnTo>
                <a:lnTo>
                  <a:pt x="368079" y="27694"/>
                </a:lnTo>
                <a:lnTo>
                  <a:pt x="380075" y="27694"/>
                </a:lnTo>
                <a:lnTo>
                  <a:pt x="377059" y="42295"/>
                </a:lnTo>
                <a:lnTo>
                  <a:pt x="364994" y="42295"/>
                </a:lnTo>
                <a:lnTo>
                  <a:pt x="358619" y="72800"/>
                </a:lnTo>
                <a:cubicBezTo>
                  <a:pt x="357476" y="78330"/>
                  <a:pt x="356905" y="81483"/>
                  <a:pt x="356905" y="82260"/>
                </a:cubicBezTo>
                <a:cubicBezTo>
                  <a:pt x="356905" y="83768"/>
                  <a:pt x="357385" y="84945"/>
                  <a:pt x="358345" y="85790"/>
                </a:cubicBezTo>
                <a:cubicBezTo>
                  <a:pt x="359304" y="86636"/>
                  <a:pt x="361041" y="87058"/>
                  <a:pt x="363554" y="87058"/>
                </a:cubicBezTo>
                <a:cubicBezTo>
                  <a:pt x="364423" y="87058"/>
                  <a:pt x="366593" y="86898"/>
                  <a:pt x="370067" y="86579"/>
                </a:cubicBezTo>
                <a:lnTo>
                  <a:pt x="366982" y="101180"/>
                </a:lnTo>
                <a:cubicBezTo>
                  <a:pt x="363600" y="101865"/>
                  <a:pt x="360127" y="102208"/>
                  <a:pt x="356562" y="102208"/>
                </a:cubicBezTo>
                <a:cubicBezTo>
                  <a:pt x="349616" y="102208"/>
                  <a:pt x="344566" y="100871"/>
                  <a:pt x="341413" y="98198"/>
                </a:cubicBezTo>
                <a:cubicBezTo>
                  <a:pt x="338260" y="95524"/>
                  <a:pt x="336683" y="91811"/>
                  <a:pt x="336683" y="87058"/>
                </a:cubicBezTo>
                <a:cubicBezTo>
                  <a:pt x="336683" y="84819"/>
                  <a:pt x="337528" y="79655"/>
                  <a:pt x="339219" y="71566"/>
                </a:cubicBezTo>
                <a:lnTo>
                  <a:pt x="345320" y="42295"/>
                </a:lnTo>
                <a:lnTo>
                  <a:pt x="335792" y="42295"/>
                </a:lnTo>
                <a:close/>
                <a:moveTo>
                  <a:pt x="380148" y="70264"/>
                </a:moveTo>
                <a:cubicBezTo>
                  <a:pt x="380148" y="56782"/>
                  <a:pt x="383953" y="46031"/>
                  <a:pt x="391562" y="38011"/>
                </a:cubicBezTo>
                <a:cubicBezTo>
                  <a:pt x="399171" y="29991"/>
                  <a:pt x="409168" y="25980"/>
                  <a:pt x="421552" y="25980"/>
                </a:cubicBezTo>
                <a:cubicBezTo>
                  <a:pt x="432292" y="25980"/>
                  <a:pt x="440678" y="28939"/>
                  <a:pt x="446710" y="34858"/>
                </a:cubicBezTo>
                <a:cubicBezTo>
                  <a:pt x="452743" y="40776"/>
                  <a:pt x="455759" y="48739"/>
                  <a:pt x="455759" y="58747"/>
                </a:cubicBezTo>
                <a:cubicBezTo>
                  <a:pt x="455759" y="70538"/>
                  <a:pt x="451988" y="80729"/>
                  <a:pt x="444448" y="89321"/>
                </a:cubicBezTo>
                <a:cubicBezTo>
                  <a:pt x="436908" y="97912"/>
                  <a:pt x="426808" y="102208"/>
                  <a:pt x="414149" y="102208"/>
                </a:cubicBezTo>
                <a:cubicBezTo>
                  <a:pt x="407294" y="102208"/>
                  <a:pt x="401216" y="100837"/>
                  <a:pt x="395915" y="98095"/>
                </a:cubicBezTo>
                <a:cubicBezTo>
                  <a:pt x="390613" y="95353"/>
                  <a:pt x="386660" y="91468"/>
                  <a:pt x="384056" y="86441"/>
                </a:cubicBezTo>
                <a:cubicBezTo>
                  <a:pt x="381451" y="81414"/>
                  <a:pt x="380148" y="76022"/>
                  <a:pt x="380148" y="70264"/>
                </a:cubicBezTo>
                <a:moveTo>
                  <a:pt x="436222" y="56211"/>
                </a:moveTo>
                <a:cubicBezTo>
                  <a:pt x="436222" y="51550"/>
                  <a:pt x="434862" y="47814"/>
                  <a:pt x="432143" y="45003"/>
                </a:cubicBezTo>
                <a:cubicBezTo>
                  <a:pt x="429424" y="42192"/>
                  <a:pt x="425917" y="40787"/>
                  <a:pt x="421621" y="40787"/>
                </a:cubicBezTo>
                <a:cubicBezTo>
                  <a:pt x="417371" y="40787"/>
                  <a:pt x="413601" y="42101"/>
                  <a:pt x="410310" y="44729"/>
                </a:cubicBezTo>
                <a:cubicBezTo>
                  <a:pt x="407020" y="47357"/>
                  <a:pt x="404461" y="51173"/>
                  <a:pt x="402633" y="56177"/>
                </a:cubicBezTo>
                <a:cubicBezTo>
                  <a:pt x="400805" y="61181"/>
                  <a:pt x="399891" y="65785"/>
                  <a:pt x="399891" y="69989"/>
                </a:cubicBezTo>
                <a:cubicBezTo>
                  <a:pt x="399891" y="75199"/>
                  <a:pt x="401307" y="79335"/>
                  <a:pt x="404141" y="82397"/>
                </a:cubicBezTo>
                <a:cubicBezTo>
                  <a:pt x="406974" y="85459"/>
                  <a:pt x="410539" y="86990"/>
                  <a:pt x="414834" y="86990"/>
                </a:cubicBezTo>
                <a:cubicBezTo>
                  <a:pt x="420227" y="86990"/>
                  <a:pt x="424751" y="84682"/>
                  <a:pt x="428407" y="80066"/>
                </a:cubicBezTo>
                <a:cubicBezTo>
                  <a:pt x="433617" y="73531"/>
                  <a:pt x="436222" y="65579"/>
                  <a:pt x="436222" y="56211"/>
                </a:cubicBezTo>
                <a:close/>
                <a:moveTo>
                  <a:pt x="500374" y="104333"/>
                </a:moveTo>
                <a:lnTo>
                  <a:pt x="521145" y="107349"/>
                </a:lnTo>
                <a:cubicBezTo>
                  <a:pt x="521145" y="109451"/>
                  <a:pt x="521488" y="111039"/>
                  <a:pt x="522173" y="112113"/>
                </a:cubicBezTo>
                <a:cubicBezTo>
                  <a:pt x="522859" y="113187"/>
                  <a:pt x="523967" y="114101"/>
                  <a:pt x="525498" y="114855"/>
                </a:cubicBezTo>
                <a:cubicBezTo>
                  <a:pt x="527029" y="115609"/>
                  <a:pt x="529120" y="115986"/>
                  <a:pt x="531770" y="115986"/>
                </a:cubicBezTo>
                <a:cubicBezTo>
                  <a:pt x="535929" y="115986"/>
                  <a:pt x="539265" y="115164"/>
                  <a:pt x="541779" y="113519"/>
                </a:cubicBezTo>
                <a:cubicBezTo>
                  <a:pt x="543652" y="112239"/>
                  <a:pt x="545183" y="110183"/>
                  <a:pt x="546371" y="107349"/>
                </a:cubicBezTo>
                <a:cubicBezTo>
                  <a:pt x="547103" y="105567"/>
                  <a:pt x="548039" y="101682"/>
                  <a:pt x="549182" y="95696"/>
                </a:cubicBezTo>
                <a:lnTo>
                  <a:pt x="549867" y="92268"/>
                </a:lnTo>
                <a:cubicBezTo>
                  <a:pt x="543058" y="97935"/>
                  <a:pt x="536020" y="100768"/>
                  <a:pt x="528754" y="100768"/>
                </a:cubicBezTo>
                <a:cubicBezTo>
                  <a:pt x="521625" y="100768"/>
                  <a:pt x="515775" y="98255"/>
                  <a:pt x="511205" y="93228"/>
                </a:cubicBezTo>
                <a:cubicBezTo>
                  <a:pt x="506635" y="88201"/>
                  <a:pt x="504350" y="80843"/>
                  <a:pt x="504350" y="71155"/>
                </a:cubicBezTo>
                <a:cubicBezTo>
                  <a:pt x="504350" y="62609"/>
                  <a:pt x="505904" y="54771"/>
                  <a:pt x="509012" y="47642"/>
                </a:cubicBezTo>
                <a:cubicBezTo>
                  <a:pt x="512119" y="40513"/>
                  <a:pt x="516484" y="35120"/>
                  <a:pt x="522105" y="31464"/>
                </a:cubicBezTo>
                <a:cubicBezTo>
                  <a:pt x="527726" y="27808"/>
                  <a:pt x="533461" y="25980"/>
                  <a:pt x="539311" y="25980"/>
                </a:cubicBezTo>
                <a:cubicBezTo>
                  <a:pt x="544155" y="25980"/>
                  <a:pt x="548588" y="27260"/>
                  <a:pt x="552609" y="29819"/>
                </a:cubicBezTo>
                <a:cubicBezTo>
                  <a:pt x="556631" y="32378"/>
                  <a:pt x="559761" y="35966"/>
                  <a:pt x="562001" y="40582"/>
                </a:cubicBezTo>
                <a:lnTo>
                  <a:pt x="564743" y="27694"/>
                </a:lnTo>
                <a:lnTo>
                  <a:pt x="583183" y="27694"/>
                </a:lnTo>
                <a:lnTo>
                  <a:pt x="570569" y="88361"/>
                </a:lnTo>
                <a:cubicBezTo>
                  <a:pt x="568513" y="98095"/>
                  <a:pt x="566776" y="105041"/>
                  <a:pt x="565360" y="109200"/>
                </a:cubicBezTo>
                <a:cubicBezTo>
                  <a:pt x="563943" y="113359"/>
                  <a:pt x="562321" y="116672"/>
                  <a:pt x="560493" y="119140"/>
                </a:cubicBezTo>
                <a:cubicBezTo>
                  <a:pt x="558665" y="121608"/>
                  <a:pt x="556357" y="123675"/>
                  <a:pt x="553569" y="125344"/>
                </a:cubicBezTo>
                <a:cubicBezTo>
                  <a:pt x="550781" y="127012"/>
                  <a:pt x="547491" y="128211"/>
                  <a:pt x="543698" y="128942"/>
                </a:cubicBezTo>
                <a:cubicBezTo>
                  <a:pt x="539905" y="129674"/>
                  <a:pt x="535792" y="130039"/>
                  <a:pt x="531359" y="130039"/>
                </a:cubicBezTo>
                <a:cubicBezTo>
                  <a:pt x="521076" y="130039"/>
                  <a:pt x="513307" y="128280"/>
                  <a:pt x="508052" y="124761"/>
                </a:cubicBezTo>
                <a:cubicBezTo>
                  <a:pt x="502796" y="121242"/>
                  <a:pt x="500169" y="115392"/>
                  <a:pt x="500169" y="107212"/>
                </a:cubicBezTo>
                <a:cubicBezTo>
                  <a:pt x="500169" y="106344"/>
                  <a:pt x="500237" y="105384"/>
                  <a:pt x="500374" y="104333"/>
                </a:cubicBezTo>
                <a:moveTo>
                  <a:pt x="523544" y="69167"/>
                </a:moveTo>
                <a:cubicBezTo>
                  <a:pt x="523544" y="74697"/>
                  <a:pt x="524790" y="78912"/>
                  <a:pt x="527280" y="81814"/>
                </a:cubicBezTo>
                <a:cubicBezTo>
                  <a:pt x="529771" y="84716"/>
                  <a:pt x="532890" y="86167"/>
                  <a:pt x="536637" y="86167"/>
                </a:cubicBezTo>
                <a:cubicBezTo>
                  <a:pt x="540065" y="86167"/>
                  <a:pt x="543389" y="84865"/>
                  <a:pt x="546611" y="82260"/>
                </a:cubicBezTo>
                <a:cubicBezTo>
                  <a:pt x="549833" y="79655"/>
                  <a:pt x="552301" y="75953"/>
                  <a:pt x="554015" y="71155"/>
                </a:cubicBezTo>
                <a:cubicBezTo>
                  <a:pt x="555728" y="66356"/>
                  <a:pt x="556585" y="61718"/>
                  <a:pt x="556585" y="57239"/>
                </a:cubicBezTo>
                <a:cubicBezTo>
                  <a:pt x="556585" y="52075"/>
                  <a:pt x="555191" y="47916"/>
                  <a:pt x="552404" y="44763"/>
                </a:cubicBezTo>
                <a:cubicBezTo>
                  <a:pt x="549616" y="41610"/>
                  <a:pt x="546394" y="40033"/>
                  <a:pt x="542738" y="40033"/>
                </a:cubicBezTo>
                <a:cubicBezTo>
                  <a:pt x="539219" y="40033"/>
                  <a:pt x="535986" y="41427"/>
                  <a:pt x="533038" y="44215"/>
                </a:cubicBezTo>
                <a:cubicBezTo>
                  <a:pt x="530091" y="47002"/>
                  <a:pt x="527657" y="51298"/>
                  <a:pt x="525738" y="57102"/>
                </a:cubicBezTo>
                <a:cubicBezTo>
                  <a:pt x="524275" y="61581"/>
                  <a:pt x="523544" y="65602"/>
                  <a:pt x="523544" y="69167"/>
                </a:cubicBezTo>
                <a:close/>
                <a:moveTo>
                  <a:pt x="658005" y="70195"/>
                </a:moveTo>
                <a:lnTo>
                  <a:pt x="608649" y="70195"/>
                </a:lnTo>
                <a:cubicBezTo>
                  <a:pt x="608603" y="70972"/>
                  <a:pt x="608580" y="71566"/>
                  <a:pt x="608580" y="71977"/>
                </a:cubicBezTo>
                <a:cubicBezTo>
                  <a:pt x="608580" y="76822"/>
                  <a:pt x="609962" y="80729"/>
                  <a:pt x="612727" y="83699"/>
                </a:cubicBezTo>
                <a:cubicBezTo>
                  <a:pt x="615492" y="86670"/>
                  <a:pt x="618862" y="88155"/>
                  <a:pt x="622838" y="88155"/>
                </a:cubicBezTo>
                <a:cubicBezTo>
                  <a:pt x="629373" y="88155"/>
                  <a:pt x="634469" y="84773"/>
                  <a:pt x="638125" y="78010"/>
                </a:cubicBezTo>
                <a:lnTo>
                  <a:pt x="655742" y="80957"/>
                </a:lnTo>
                <a:cubicBezTo>
                  <a:pt x="652315" y="88041"/>
                  <a:pt x="647733" y="93354"/>
                  <a:pt x="641998" y="96895"/>
                </a:cubicBezTo>
                <a:cubicBezTo>
                  <a:pt x="636263" y="100437"/>
                  <a:pt x="629830" y="102208"/>
                  <a:pt x="622701" y="102208"/>
                </a:cubicBezTo>
                <a:cubicBezTo>
                  <a:pt x="612922" y="102208"/>
                  <a:pt x="604970" y="99112"/>
                  <a:pt x="598846" y="92919"/>
                </a:cubicBezTo>
                <a:cubicBezTo>
                  <a:pt x="592722" y="86727"/>
                  <a:pt x="589660" y="78535"/>
                  <a:pt x="589660" y="68344"/>
                </a:cubicBezTo>
                <a:cubicBezTo>
                  <a:pt x="589660" y="58382"/>
                  <a:pt x="592425" y="49516"/>
                  <a:pt x="597955" y="41747"/>
                </a:cubicBezTo>
                <a:cubicBezTo>
                  <a:pt x="605495" y="31236"/>
                  <a:pt x="616258" y="25980"/>
                  <a:pt x="630242" y="25980"/>
                </a:cubicBezTo>
                <a:cubicBezTo>
                  <a:pt x="639153" y="25980"/>
                  <a:pt x="646237" y="28734"/>
                  <a:pt x="651492" y="34241"/>
                </a:cubicBezTo>
                <a:cubicBezTo>
                  <a:pt x="656748" y="39748"/>
                  <a:pt x="659376" y="47459"/>
                  <a:pt x="659376" y="57376"/>
                </a:cubicBezTo>
                <a:cubicBezTo>
                  <a:pt x="659376" y="62129"/>
                  <a:pt x="658919" y="66402"/>
                  <a:pt x="658005" y="70195"/>
                </a:cubicBezTo>
                <a:moveTo>
                  <a:pt x="641415" y="58199"/>
                </a:moveTo>
                <a:cubicBezTo>
                  <a:pt x="641461" y="57331"/>
                  <a:pt x="641484" y="56668"/>
                  <a:pt x="641484" y="56211"/>
                </a:cubicBezTo>
                <a:cubicBezTo>
                  <a:pt x="641484" y="50818"/>
                  <a:pt x="640273" y="46774"/>
                  <a:pt x="637851" y="44078"/>
                </a:cubicBezTo>
                <a:cubicBezTo>
                  <a:pt x="635429" y="41381"/>
                  <a:pt x="632184" y="40033"/>
                  <a:pt x="628117" y="40033"/>
                </a:cubicBezTo>
                <a:cubicBezTo>
                  <a:pt x="624049" y="40033"/>
                  <a:pt x="620405" y="41564"/>
                  <a:pt x="617183" y="44626"/>
                </a:cubicBezTo>
                <a:cubicBezTo>
                  <a:pt x="613961" y="47688"/>
                  <a:pt x="611779" y="52212"/>
                  <a:pt x="610637" y="58199"/>
                </a:cubicBezTo>
                <a:lnTo>
                  <a:pt x="641415" y="58199"/>
                </a:lnTo>
                <a:close/>
                <a:moveTo>
                  <a:pt x="669921" y="42295"/>
                </a:moveTo>
                <a:lnTo>
                  <a:pt x="672937" y="27694"/>
                </a:lnTo>
                <a:lnTo>
                  <a:pt x="682534" y="27694"/>
                </a:lnTo>
                <a:lnTo>
                  <a:pt x="684933" y="16041"/>
                </a:lnTo>
                <a:lnTo>
                  <a:pt x="707486" y="2468"/>
                </a:lnTo>
                <a:lnTo>
                  <a:pt x="702208" y="27694"/>
                </a:lnTo>
                <a:lnTo>
                  <a:pt x="714204" y="27694"/>
                </a:lnTo>
                <a:lnTo>
                  <a:pt x="711188" y="42295"/>
                </a:lnTo>
                <a:lnTo>
                  <a:pt x="699123" y="42295"/>
                </a:lnTo>
                <a:lnTo>
                  <a:pt x="692748" y="72800"/>
                </a:lnTo>
                <a:cubicBezTo>
                  <a:pt x="691605" y="78330"/>
                  <a:pt x="691034" y="81483"/>
                  <a:pt x="691034" y="82260"/>
                </a:cubicBezTo>
                <a:cubicBezTo>
                  <a:pt x="691034" y="83768"/>
                  <a:pt x="691514" y="84945"/>
                  <a:pt x="692474" y="85790"/>
                </a:cubicBezTo>
                <a:cubicBezTo>
                  <a:pt x="693433" y="86636"/>
                  <a:pt x="695170" y="87058"/>
                  <a:pt x="697683" y="87058"/>
                </a:cubicBezTo>
                <a:cubicBezTo>
                  <a:pt x="698552" y="87058"/>
                  <a:pt x="700722" y="86898"/>
                  <a:pt x="704196" y="86579"/>
                </a:cubicBezTo>
                <a:lnTo>
                  <a:pt x="701111" y="101180"/>
                </a:lnTo>
                <a:cubicBezTo>
                  <a:pt x="697729" y="101865"/>
                  <a:pt x="694256" y="102208"/>
                  <a:pt x="690691" y="102208"/>
                </a:cubicBezTo>
                <a:cubicBezTo>
                  <a:pt x="683745" y="102208"/>
                  <a:pt x="678695" y="100871"/>
                  <a:pt x="675542" y="98198"/>
                </a:cubicBezTo>
                <a:cubicBezTo>
                  <a:pt x="672388" y="95524"/>
                  <a:pt x="670812" y="91811"/>
                  <a:pt x="670812" y="87058"/>
                </a:cubicBezTo>
                <a:cubicBezTo>
                  <a:pt x="670812" y="84819"/>
                  <a:pt x="671657" y="79655"/>
                  <a:pt x="673348" y="71566"/>
                </a:cubicBezTo>
                <a:lnTo>
                  <a:pt x="679449" y="42295"/>
                </a:lnTo>
                <a:lnTo>
                  <a:pt x="669921" y="42295"/>
                </a:lnTo>
                <a:close/>
                <a:moveTo>
                  <a:pt x="777571" y="48328"/>
                </a:moveTo>
                <a:lnTo>
                  <a:pt x="758377" y="46682"/>
                </a:lnTo>
                <a:cubicBezTo>
                  <a:pt x="760571" y="40193"/>
                  <a:pt x="764398" y="35120"/>
                  <a:pt x="769859" y="31464"/>
                </a:cubicBezTo>
                <a:cubicBezTo>
                  <a:pt x="775320" y="27808"/>
                  <a:pt x="782553" y="25980"/>
                  <a:pt x="791555" y="25980"/>
                </a:cubicBezTo>
                <a:cubicBezTo>
                  <a:pt x="800924" y="25980"/>
                  <a:pt x="807847" y="27866"/>
                  <a:pt x="812326" y="31636"/>
                </a:cubicBezTo>
                <a:cubicBezTo>
                  <a:pt x="816805" y="35406"/>
                  <a:pt x="819044" y="40010"/>
                  <a:pt x="819044" y="45449"/>
                </a:cubicBezTo>
                <a:cubicBezTo>
                  <a:pt x="819044" y="47642"/>
                  <a:pt x="818850" y="49973"/>
                  <a:pt x="818461" y="52441"/>
                </a:cubicBezTo>
                <a:cubicBezTo>
                  <a:pt x="818073" y="54908"/>
                  <a:pt x="816713" y="61398"/>
                  <a:pt x="814383" y="71909"/>
                </a:cubicBezTo>
                <a:cubicBezTo>
                  <a:pt x="812463" y="80592"/>
                  <a:pt x="811503" y="86670"/>
                  <a:pt x="811503" y="90143"/>
                </a:cubicBezTo>
                <a:cubicBezTo>
                  <a:pt x="811503" y="93251"/>
                  <a:pt x="812052" y="96701"/>
                  <a:pt x="813149" y="100494"/>
                </a:cubicBezTo>
                <a:lnTo>
                  <a:pt x="794023" y="100494"/>
                </a:lnTo>
                <a:cubicBezTo>
                  <a:pt x="793246" y="97844"/>
                  <a:pt x="792766" y="95102"/>
                  <a:pt x="792584" y="92268"/>
                </a:cubicBezTo>
                <a:cubicBezTo>
                  <a:pt x="789705" y="95467"/>
                  <a:pt x="786391" y="97924"/>
                  <a:pt x="782644" y="99637"/>
                </a:cubicBezTo>
                <a:cubicBezTo>
                  <a:pt x="778897" y="101351"/>
                  <a:pt x="775126" y="102208"/>
                  <a:pt x="771333" y="102208"/>
                </a:cubicBezTo>
                <a:cubicBezTo>
                  <a:pt x="765301" y="102208"/>
                  <a:pt x="760319" y="100231"/>
                  <a:pt x="756389" y="96278"/>
                </a:cubicBezTo>
                <a:cubicBezTo>
                  <a:pt x="752459" y="92325"/>
                  <a:pt x="750494" y="87241"/>
                  <a:pt x="750494" y="81026"/>
                </a:cubicBezTo>
                <a:cubicBezTo>
                  <a:pt x="750494" y="74080"/>
                  <a:pt x="752653" y="68527"/>
                  <a:pt x="756972" y="64368"/>
                </a:cubicBezTo>
                <a:cubicBezTo>
                  <a:pt x="761291" y="60210"/>
                  <a:pt x="769002" y="57696"/>
                  <a:pt x="780108" y="56828"/>
                </a:cubicBezTo>
                <a:cubicBezTo>
                  <a:pt x="789476" y="56051"/>
                  <a:pt x="795737" y="55114"/>
                  <a:pt x="798890" y="54017"/>
                </a:cubicBezTo>
                <a:cubicBezTo>
                  <a:pt x="799713" y="51275"/>
                  <a:pt x="800124" y="49082"/>
                  <a:pt x="800124" y="47437"/>
                </a:cubicBezTo>
                <a:cubicBezTo>
                  <a:pt x="800124" y="45334"/>
                  <a:pt x="799279" y="43575"/>
                  <a:pt x="797588" y="42158"/>
                </a:cubicBezTo>
                <a:cubicBezTo>
                  <a:pt x="795897" y="40742"/>
                  <a:pt x="793383" y="40033"/>
                  <a:pt x="790047" y="40033"/>
                </a:cubicBezTo>
                <a:cubicBezTo>
                  <a:pt x="786528" y="40033"/>
                  <a:pt x="783752" y="40753"/>
                  <a:pt x="781718" y="42192"/>
                </a:cubicBezTo>
                <a:cubicBezTo>
                  <a:pt x="779685" y="43632"/>
                  <a:pt x="778302" y="45677"/>
                  <a:pt x="777571" y="48328"/>
                </a:cubicBezTo>
                <a:moveTo>
                  <a:pt x="796285" y="66562"/>
                </a:moveTo>
                <a:cubicBezTo>
                  <a:pt x="795097" y="66882"/>
                  <a:pt x="793521" y="67179"/>
                  <a:pt x="791555" y="67453"/>
                </a:cubicBezTo>
                <a:cubicBezTo>
                  <a:pt x="781684" y="68641"/>
                  <a:pt x="775241" y="70378"/>
                  <a:pt x="772224" y="72663"/>
                </a:cubicBezTo>
                <a:cubicBezTo>
                  <a:pt x="770076" y="74308"/>
                  <a:pt x="769002" y="76525"/>
                  <a:pt x="769002" y="79312"/>
                </a:cubicBezTo>
                <a:cubicBezTo>
                  <a:pt x="769002" y="81597"/>
                  <a:pt x="769825" y="83528"/>
                  <a:pt x="771470" y="85105"/>
                </a:cubicBezTo>
                <a:cubicBezTo>
                  <a:pt x="773115" y="86681"/>
                  <a:pt x="775286" y="87470"/>
                  <a:pt x="777983" y="87470"/>
                </a:cubicBezTo>
                <a:cubicBezTo>
                  <a:pt x="780953" y="87470"/>
                  <a:pt x="783752" y="86750"/>
                  <a:pt x="786380" y="85310"/>
                </a:cubicBezTo>
                <a:cubicBezTo>
                  <a:pt x="789008" y="83871"/>
                  <a:pt x="790973" y="82020"/>
                  <a:pt x="792275" y="79758"/>
                </a:cubicBezTo>
                <a:cubicBezTo>
                  <a:pt x="793578" y="77496"/>
                  <a:pt x="794732" y="73965"/>
                  <a:pt x="795737" y="69167"/>
                </a:cubicBezTo>
                <a:lnTo>
                  <a:pt x="796285" y="66562"/>
                </a:lnTo>
                <a:close/>
                <a:moveTo>
                  <a:pt x="933328" y="100494"/>
                </a:moveTo>
                <a:lnTo>
                  <a:pt x="914682" y="100494"/>
                </a:lnTo>
                <a:lnTo>
                  <a:pt x="916327" y="92611"/>
                </a:lnTo>
                <a:cubicBezTo>
                  <a:pt x="912763" y="96038"/>
                  <a:pt x="909255" y="98495"/>
                  <a:pt x="905805" y="99980"/>
                </a:cubicBezTo>
                <a:cubicBezTo>
                  <a:pt x="902355" y="101465"/>
                  <a:pt x="898459" y="102208"/>
                  <a:pt x="894117" y="102208"/>
                </a:cubicBezTo>
                <a:cubicBezTo>
                  <a:pt x="886577" y="102208"/>
                  <a:pt x="880464" y="99637"/>
                  <a:pt x="875780" y="94496"/>
                </a:cubicBezTo>
                <a:cubicBezTo>
                  <a:pt x="871096" y="89355"/>
                  <a:pt x="868754" y="81757"/>
                  <a:pt x="868754" y="71703"/>
                </a:cubicBezTo>
                <a:cubicBezTo>
                  <a:pt x="868754" y="60050"/>
                  <a:pt x="872044" y="49516"/>
                  <a:pt x="878625" y="40102"/>
                </a:cubicBezTo>
                <a:cubicBezTo>
                  <a:pt x="885206" y="30688"/>
                  <a:pt x="893911" y="25980"/>
                  <a:pt x="904742" y="25980"/>
                </a:cubicBezTo>
                <a:cubicBezTo>
                  <a:pt x="914522" y="25980"/>
                  <a:pt x="921857" y="29865"/>
                  <a:pt x="926747" y="37634"/>
                </a:cubicBezTo>
                <a:lnTo>
                  <a:pt x="934630" y="0"/>
                </a:lnTo>
                <a:lnTo>
                  <a:pt x="954304" y="0"/>
                </a:lnTo>
                <a:lnTo>
                  <a:pt x="933328" y="100494"/>
                </a:lnTo>
                <a:moveTo>
                  <a:pt x="887879" y="70881"/>
                </a:moveTo>
                <a:cubicBezTo>
                  <a:pt x="887879" y="76090"/>
                  <a:pt x="889193" y="80158"/>
                  <a:pt x="891821" y="83083"/>
                </a:cubicBezTo>
                <a:cubicBezTo>
                  <a:pt x="894448" y="86007"/>
                  <a:pt x="897682" y="87470"/>
                  <a:pt x="901520" y="87470"/>
                </a:cubicBezTo>
                <a:cubicBezTo>
                  <a:pt x="905085" y="87470"/>
                  <a:pt x="908410" y="86247"/>
                  <a:pt x="911494" y="83802"/>
                </a:cubicBezTo>
                <a:cubicBezTo>
                  <a:pt x="914579" y="81357"/>
                  <a:pt x="917047" y="77621"/>
                  <a:pt x="918898" y="72594"/>
                </a:cubicBezTo>
                <a:cubicBezTo>
                  <a:pt x="920749" y="67567"/>
                  <a:pt x="921674" y="62746"/>
                  <a:pt x="921674" y="58130"/>
                </a:cubicBezTo>
                <a:cubicBezTo>
                  <a:pt x="921674" y="52875"/>
                  <a:pt x="920257" y="48625"/>
                  <a:pt x="917424" y="45380"/>
                </a:cubicBezTo>
                <a:cubicBezTo>
                  <a:pt x="914591" y="42135"/>
                  <a:pt x="911323" y="40513"/>
                  <a:pt x="907621" y="40513"/>
                </a:cubicBezTo>
                <a:cubicBezTo>
                  <a:pt x="901863" y="40513"/>
                  <a:pt x="897133" y="43712"/>
                  <a:pt x="893432" y="50110"/>
                </a:cubicBezTo>
                <a:cubicBezTo>
                  <a:pt x="889730" y="56508"/>
                  <a:pt x="887879" y="63432"/>
                  <a:pt x="887879" y="70881"/>
                </a:cubicBezTo>
                <a:close/>
                <a:moveTo>
                  <a:pt x="972779" y="0"/>
                </a:moveTo>
                <a:lnTo>
                  <a:pt x="992453" y="0"/>
                </a:lnTo>
                <a:lnTo>
                  <a:pt x="988751" y="17823"/>
                </a:lnTo>
                <a:lnTo>
                  <a:pt x="969077" y="17823"/>
                </a:lnTo>
                <a:lnTo>
                  <a:pt x="972779" y="0"/>
                </a:lnTo>
                <a:moveTo>
                  <a:pt x="967021" y="27694"/>
                </a:moveTo>
                <a:lnTo>
                  <a:pt x="986695" y="27694"/>
                </a:lnTo>
                <a:lnTo>
                  <a:pt x="971476" y="100494"/>
                </a:lnTo>
                <a:lnTo>
                  <a:pt x="951803" y="100494"/>
                </a:lnTo>
                <a:lnTo>
                  <a:pt x="967021" y="27694"/>
                </a:lnTo>
                <a:close/>
                <a:moveTo>
                  <a:pt x="987677" y="80135"/>
                </a:moveTo>
                <a:lnTo>
                  <a:pt x="1006734" y="77119"/>
                </a:lnTo>
                <a:cubicBezTo>
                  <a:pt x="1008425" y="81140"/>
                  <a:pt x="1010527" y="83985"/>
                  <a:pt x="1013041" y="85653"/>
                </a:cubicBezTo>
                <a:cubicBezTo>
                  <a:pt x="1015554" y="87321"/>
                  <a:pt x="1018982" y="88155"/>
                  <a:pt x="1023323" y="88155"/>
                </a:cubicBezTo>
                <a:cubicBezTo>
                  <a:pt x="1027802" y="88155"/>
                  <a:pt x="1031389" y="87150"/>
                  <a:pt x="1034085" y="85139"/>
                </a:cubicBezTo>
                <a:cubicBezTo>
                  <a:pt x="1035959" y="83768"/>
                  <a:pt x="1036896" y="82100"/>
                  <a:pt x="1036896" y="80135"/>
                </a:cubicBezTo>
                <a:cubicBezTo>
                  <a:pt x="1036896" y="78810"/>
                  <a:pt x="1036416" y="77621"/>
                  <a:pt x="1035456" y="76570"/>
                </a:cubicBezTo>
                <a:cubicBezTo>
                  <a:pt x="1034451" y="75565"/>
                  <a:pt x="1031732" y="74331"/>
                  <a:pt x="1027299" y="72869"/>
                </a:cubicBezTo>
                <a:cubicBezTo>
                  <a:pt x="1015417" y="68938"/>
                  <a:pt x="1008059" y="65831"/>
                  <a:pt x="1005226" y="63546"/>
                </a:cubicBezTo>
                <a:cubicBezTo>
                  <a:pt x="1000793" y="59981"/>
                  <a:pt x="998576" y="55320"/>
                  <a:pt x="998576" y="49562"/>
                </a:cubicBezTo>
                <a:cubicBezTo>
                  <a:pt x="998576" y="43803"/>
                  <a:pt x="1000724" y="38845"/>
                  <a:pt x="1005020" y="34686"/>
                </a:cubicBezTo>
                <a:cubicBezTo>
                  <a:pt x="1011007" y="28882"/>
                  <a:pt x="1019896" y="25980"/>
                  <a:pt x="1031686" y="25980"/>
                </a:cubicBezTo>
                <a:cubicBezTo>
                  <a:pt x="1041055" y="25980"/>
                  <a:pt x="1048138" y="27694"/>
                  <a:pt x="1052937" y="31122"/>
                </a:cubicBezTo>
                <a:cubicBezTo>
                  <a:pt x="1057735" y="34549"/>
                  <a:pt x="1060774" y="39188"/>
                  <a:pt x="1062054" y="45037"/>
                </a:cubicBezTo>
                <a:lnTo>
                  <a:pt x="1043888" y="48191"/>
                </a:lnTo>
                <a:cubicBezTo>
                  <a:pt x="1042928" y="45540"/>
                  <a:pt x="1041374" y="43552"/>
                  <a:pt x="1039227" y="42227"/>
                </a:cubicBezTo>
                <a:cubicBezTo>
                  <a:pt x="1036302" y="40444"/>
                  <a:pt x="1032783" y="39553"/>
                  <a:pt x="1028670" y="39553"/>
                </a:cubicBezTo>
                <a:cubicBezTo>
                  <a:pt x="1024557" y="39553"/>
                  <a:pt x="1021598" y="40239"/>
                  <a:pt x="1019793" y="41610"/>
                </a:cubicBezTo>
                <a:cubicBezTo>
                  <a:pt x="1017988" y="42981"/>
                  <a:pt x="1017085" y="44557"/>
                  <a:pt x="1017085" y="46340"/>
                </a:cubicBezTo>
                <a:cubicBezTo>
                  <a:pt x="1017085" y="48168"/>
                  <a:pt x="1017999" y="49676"/>
                  <a:pt x="1019827" y="50864"/>
                </a:cubicBezTo>
                <a:cubicBezTo>
                  <a:pt x="1020969" y="51595"/>
                  <a:pt x="1024648" y="52875"/>
                  <a:pt x="1030864" y="54703"/>
                </a:cubicBezTo>
                <a:cubicBezTo>
                  <a:pt x="1040460" y="57491"/>
                  <a:pt x="1046881" y="60233"/>
                  <a:pt x="1050126" y="62929"/>
                </a:cubicBezTo>
                <a:cubicBezTo>
                  <a:pt x="1054696" y="66722"/>
                  <a:pt x="1056981" y="71292"/>
                  <a:pt x="1056981" y="76639"/>
                </a:cubicBezTo>
                <a:cubicBezTo>
                  <a:pt x="1056981" y="83540"/>
                  <a:pt x="1054079" y="89526"/>
                  <a:pt x="1048275" y="94599"/>
                </a:cubicBezTo>
                <a:cubicBezTo>
                  <a:pt x="1042471" y="99672"/>
                  <a:pt x="1034291" y="102208"/>
                  <a:pt x="1023734" y="102208"/>
                </a:cubicBezTo>
                <a:cubicBezTo>
                  <a:pt x="1013223" y="102208"/>
                  <a:pt x="1005100" y="100277"/>
                  <a:pt x="999365" y="96415"/>
                </a:cubicBezTo>
                <a:cubicBezTo>
                  <a:pt x="993629" y="92554"/>
                  <a:pt x="989734" y="87127"/>
                  <a:pt x="987677" y="80135"/>
                </a:cubicBezTo>
                <a:close/>
                <a:moveTo>
                  <a:pt x="1088021" y="100494"/>
                </a:moveTo>
                <a:lnTo>
                  <a:pt x="1068348" y="100494"/>
                </a:lnTo>
                <a:lnTo>
                  <a:pt x="1089392" y="0"/>
                </a:lnTo>
                <a:lnTo>
                  <a:pt x="1109066" y="0"/>
                </a:lnTo>
                <a:lnTo>
                  <a:pt x="1101526" y="35783"/>
                </a:lnTo>
                <a:cubicBezTo>
                  <a:pt x="1105959" y="32310"/>
                  <a:pt x="1110095" y="29808"/>
                  <a:pt x="1113933" y="28277"/>
                </a:cubicBezTo>
                <a:cubicBezTo>
                  <a:pt x="1117772" y="26746"/>
                  <a:pt x="1121885" y="25980"/>
                  <a:pt x="1126272" y="25980"/>
                </a:cubicBezTo>
                <a:cubicBezTo>
                  <a:pt x="1132168" y="25980"/>
                  <a:pt x="1136829" y="27671"/>
                  <a:pt x="1140256" y="31053"/>
                </a:cubicBezTo>
                <a:cubicBezTo>
                  <a:pt x="1143684" y="34435"/>
                  <a:pt x="1145398" y="38868"/>
                  <a:pt x="1145398" y="44352"/>
                </a:cubicBezTo>
                <a:cubicBezTo>
                  <a:pt x="1145398" y="47277"/>
                  <a:pt x="1144758" y="51801"/>
                  <a:pt x="1143478" y="57925"/>
                </a:cubicBezTo>
                <a:lnTo>
                  <a:pt x="1134567" y="100494"/>
                </a:lnTo>
                <a:lnTo>
                  <a:pt x="1114893" y="100494"/>
                </a:lnTo>
                <a:lnTo>
                  <a:pt x="1124010" y="57102"/>
                </a:lnTo>
                <a:cubicBezTo>
                  <a:pt x="1124970" y="52395"/>
                  <a:pt x="1125450" y="49379"/>
                  <a:pt x="1125450" y="48053"/>
                </a:cubicBezTo>
                <a:cubicBezTo>
                  <a:pt x="1125450" y="45631"/>
                  <a:pt x="1124696" y="43689"/>
                  <a:pt x="1123188" y="42227"/>
                </a:cubicBezTo>
                <a:cubicBezTo>
                  <a:pt x="1121679" y="40764"/>
                  <a:pt x="1119623" y="40033"/>
                  <a:pt x="1117018" y="40033"/>
                </a:cubicBezTo>
                <a:cubicBezTo>
                  <a:pt x="1113728" y="40033"/>
                  <a:pt x="1110574" y="41176"/>
                  <a:pt x="1107558" y="43461"/>
                </a:cubicBezTo>
                <a:cubicBezTo>
                  <a:pt x="1103628" y="46477"/>
                  <a:pt x="1100635" y="50179"/>
                  <a:pt x="1098578" y="54566"/>
                </a:cubicBezTo>
                <a:cubicBezTo>
                  <a:pt x="1097436" y="56988"/>
                  <a:pt x="1095928" y="62677"/>
                  <a:pt x="1094054" y="71635"/>
                </a:cubicBezTo>
                <a:lnTo>
                  <a:pt x="1088021" y="100494"/>
                </a:lnTo>
                <a:close/>
                <a:moveTo>
                  <a:pt x="1191658" y="100494"/>
                </a:moveTo>
                <a:lnTo>
                  <a:pt x="1212634" y="0"/>
                </a:lnTo>
                <a:lnTo>
                  <a:pt x="1232377" y="0"/>
                </a:lnTo>
                <a:lnTo>
                  <a:pt x="1225316" y="33589"/>
                </a:lnTo>
                <a:cubicBezTo>
                  <a:pt x="1228926" y="30847"/>
                  <a:pt x="1232297" y="28894"/>
                  <a:pt x="1235427" y="27728"/>
                </a:cubicBezTo>
                <a:cubicBezTo>
                  <a:pt x="1238558" y="26563"/>
                  <a:pt x="1241974" y="25980"/>
                  <a:pt x="1245675" y="25980"/>
                </a:cubicBezTo>
                <a:cubicBezTo>
                  <a:pt x="1253353" y="25980"/>
                  <a:pt x="1259500" y="28551"/>
                  <a:pt x="1264115" y="33692"/>
                </a:cubicBezTo>
                <a:cubicBezTo>
                  <a:pt x="1268731" y="38834"/>
                  <a:pt x="1271039" y="46317"/>
                  <a:pt x="1271039" y="56142"/>
                </a:cubicBezTo>
                <a:cubicBezTo>
                  <a:pt x="1271039" y="62769"/>
                  <a:pt x="1269953" y="69201"/>
                  <a:pt x="1267783" y="75439"/>
                </a:cubicBezTo>
                <a:cubicBezTo>
                  <a:pt x="1265612" y="81677"/>
                  <a:pt x="1262710" y="86750"/>
                  <a:pt x="1259077" y="90657"/>
                </a:cubicBezTo>
                <a:cubicBezTo>
                  <a:pt x="1255444" y="94565"/>
                  <a:pt x="1251628" y="97467"/>
                  <a:pt x="1247629" y="99363"/>
                </a:cubicBezTo>
                <a:cubicBezTo>
                  <a:pt x="1243630" y="101260"/>
                  <a:pt x="1239437" y="102208"/>
                  <a:pt x="1235050" y="102208"/>
                </a:cubicBezTo>
                <a:cubicBezTo>
                  <a:pt x="1224630" y="102208"/>
                  <a:pt x="1216976" y="97638"/>
                  <a:pt x="1212086" y="88498"/>
                </a:cubicBezTo>
                <a:lnTo>
                  <a:pt x="1209549" y="100494"/>
                </a:lnTo>
                <a:lnTo>
                  <a:pt x="1191658" y="100494"/>
                </a:lnTo>
                <a:moveTo>
                  <a:pt x="1218187" y="70812"/>
                </a:moveTo>
                <a:cubicBezTo>
                  <a:pt x="1218187" y="75702"/>
                  <a:pt x="1219569" y="79678"/>
                  <a:pt x="1222334" y="82740"/>
                </a:cubicBezTo>
                <a:cubicBezTo>
                  <a:pt x="1225099" y="85802"/>
                  <a:pt x="1228355" y="87333"/>
                  <a:pt x="1232102" y="87333"/>
                </a:cubicBezTo>
                <a:cubicBezTo>
                  <a:pt x="1235393" y="87333"/>
                  <a:pt x="1238535" y="86144"/>
                  <a:pt x="1241528" y="83768"/>
                </a:cubicBezTo>
                <a:cubicBezTo>
                  <a:pt x="1244521" y="81392"/>
                  <a:pt x="1247012" y="77599"/>
                  <a:pt x="1249000" y="72389"/>
                </a:cubicBezTo>
                <a:cubicBezTo>
                  <a:pt x="1250988" y="67179"/>
                  <a:pt x="1251982" y="61923"/>
                  <a:pt x="1251982" y="56622"/>
                </a:cubicBezTo>
                <a:cubicBezTo>
                  <a:pt x="1251982" y="51458"/>
                  <a:pt x="1250645" y="47402"/>
                  <a:pt x="1247972" y="44455"/>
                </a:cubicBezTo>
                <a:cubicBezTo>
                  <a:pt x="1245298" y="41507"/>
                  <a:pt x="1242065" y="40033"/>
                  <a:pt x="1238272" y="40033"/>
                </a:cubicBezTo>
                <a:cubicBezTo>
                  <a:pt x="1233336" y="40033"/>
                  <a:pt x="1229086" y="42318"/>
                  <a:pt x="1225522" y="46888"/>
                </a:cubicBezTo>
                <a:cubicBezTo>
                  <a:pt x="1220632" y="53149"/>
                  <a:pt x="1218187" y="61124"/>
                  <a:pt x="1218187" y="70812"/>
                </a:cubicBezTo>
                <a:close/>
                <a:moveTo>
                  <a:pt x="1280808" y="70264"/>
                </a:moveTo>
                <a:cubicBezTo>
                  <a:pt x="1280808" y="56782"/>
                  <a:pt x="1284612" y="46031"/>
                  <a:pt x="1292221" y="38011"/>
                </a:cubicBezTo>
                <a:cubicBezTo>
                  <a:pt x="1299830" y="29991"/>
                  <a:pt x="1309827" y="25980"/>
                  <a:pt x="1322212" y="25980"/>
                </a:cubicBezTo>
                <a:cubicBezTo>
                  <a:pt x="1332952" y="25980"/>
                  <a:pt x="1341337" y="28939"/>
                  <a:pt x="1347370" y="34858"/>
                </a:cubicBezTo>
                <a:cubicBezTo>
                  <a:pt x="1353402" y="40776"/>
                  <a:pt x="1356418" y="48739"/>
                  <a:pt x="1356418" y="58747"/>
                </a:cubicBezTo>
                <a:cubicBezTo>
                  <a:pt x="1356418" y="70538"/>
                  <a:pt x="1352648" y="80729"/>
                  <a:pt x="1345108" y="89321"/>
                </a:cubicBezTo>
                <a:cubicBezTo>
                  <a:pt x="1337567" y="97912"/>
                  <a:pt x="1327468" y="102208"/>
                  <a:pt x="1314809" y="102208"/>
                </a:cubicBezTo>
                <a:cubicBezTo>
                  <a:pt x="1307954" y="102208"/>
                  <a:pt x="1301876" y="100837"/>
                  <a:pt x="1296574" y="98095"/>
                </a:cubicBezTo>
                <a:cubicBezTo>
                  <a:pt x="1291273" y="95353"/>
                  <a:pt x="1287320" y="91468"/>
                  <a:pt x="1284715" y="86441"/>
                </a:cubicBezTo>
                <a:cubicBezTo>
                  <a:pt x="1282110" y="81414"/>
                  <a:pt x="1280808" y="76022"/>
                  <a:pt x="1280808" y="70264"/>
                </a:cubicBezTo>
                <a:moveTo>
                  <a:pt x="1336882" y="56211"/>
                </a:moveTo>
                <a:cubicBezTo>
                  <a:pt x="1336882" y="51550"/>
                  <a:pt x="1335522" y="47814"/>
                  <a:pt x="1332803" y="45003"/>
                </a:cubicBezTo>
                <a:cubicBezTo>
                  <a:pt x="1330084" y="42192"/>
                  <a:pt x="1326576" y="40787"/>
                  <a:pt x="1322281" y="40787"/>
                </a:cubicBezTo>
                <a:cubicBezTo>
                  <a:pt x="1318030" y="40787"/>
                  <a:pt x="1314260" y="42101"/>
                  <a:pt x="1310970" y="44729"/>
                </a:cubicBezTo>
                <a:cubicBezTo>
                  <a:pt x="1307679" y="47357"/>
                  <a:pt x="1305120" y="51173"/>
                  <a:pt x="1303292" y="56177"/>
                </a:cubicBezTo>
                <a:cubicBezTo>
                  <a:pt x="1301464" y="61181"/>
                  <a:pt x="1300550" y="65785"/>
                  <a:pt x="1300550" y="69989"/>
                </a:cubicBezTo>
                <a:cubicBezTo>
                  <a:pt x="1300550" y="75199"/>
                  <a:pt x="1301967" y="79335"/>
                  <a:pt x="1304800" y="82397"/>
                </a:cubicBezTo>
                <a:cubicBezTo>
                  <a:pt x="1307634" y="85459"/>
                  <a:pt x="1311198" y="86990"/>
                  <a:pt x="1315494" y="86990"/>
                </a:cubicBezTo>
                <a:cubicBezTo>
                  <a:pt x="1320887" y="86990"/>
                  <a:pt x="1325411" y="84682"/>
                  <a:pt x="1329067" y="80066"/>
                </a:cubicBezTo>
                <a:cubicBezTo>
                  <a:pt x="1334277" y="73531"/>
                  <a:pt x="1336882" y="65579"/>
                  <a:pt x="1336882" y="56211"/>
                </a:cubicBezTo>
                <a:close/>
                <a:moveTo>
                  <a:pt x="1439742" y="100494"/>
                </a:moveTo>
                <a:lnTo>
                  <a:pt x="1421233" y="100494"/>
                </a:lnTo>
                <a:lnTo>
                  <a:pt x="1417669" y="54154"/>
                </a:lnTo>
                <a:lnTo>
                  <a:pt x="1395458" y="100494"/>
                </a:lnTo>
                <a:lnTo>
                  <a:pt x="1377224" y="100494"/>
                </a:lnTo>
                <a:lnTo>
                  <a:pt x="1368107" y="27694"/>
                </a:lnTo>
                <a:lnTo>
                  <a:pt x="1385587" y="27694"/>
                </a:lnTo>
                <a:lnTo>
                  <a:pt x="1390660" y="76502"/>
                </a:lnTo>
                <a:lnTo>
                  <a:pt x="1413350" y="27694"/>
                </a:lnTo>
                <a:lnTo>
                  <a:pt x="1431241" y="27694"/>
                </a:lnTo>
                <a:lnTo>
                  <a:pt x="1433709" y="76502"/>
                </a:lnTo>
                <a:lnTo>
                  <a:pt x="1456262" y="27694"/>
                </a:lnTo>
                <a:lnTo>
                  <a:pt x="1476005" y="27694"/>
                </a:lnTo>
                <a:lnTo>
                  <a:pt x="1439742" y="100494"/>
                </a:lnTo>
                <a:close/>
                <a:moveTo>
                  <a:pt x="1471979" y="100494"/>
                </a:moveTo>
                <a:lnTo>
                  <a:pt x="1493024" y="0"/>
                </a:lnTo>
                <a:lnTo>
                  <a:pt x="1512629" y="0"/>
                </a:lnTo>
                <a:lnTo>
                  <a:pt x="1491653" y="100494"/>
                </a:lnTo>
                <a:lnTo>
                  <a:pt x="1471979" y="100494"/>
                </a:lnTo>
                <a:close/>
                <a:moveTo>
                  <a:pt x="1515052" y="81506"/>
                </a:moveTo>
                <a:lnTo>
                  <a:pt x="1534520" y="81506"/>
                </a:lnTo>
                <a:lnTo>
                  <a:pt x="1530544" y="100494"/>
                </a:lnTo>
                <a:lnTo>
                  <a:pt x="1511076" y="100494"/>
                </a:lnTo>
                <a:lnTo>
                  <a:pt x="1515052" y="81506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9836541ad498e"/>
          <a:stretch xmlns:a="http://schemas.openxmlformats.org/drawingml/2006/main"/>
        </p:blipFill>
        <p:spPr>
          <a:xfrm xmlns:a="http://schemas.openxmlformats.org/drawingml/2006/main">
            <a:off x="594451" y="324604"/>
            <a:ext cx="1460364" cy="995855"/>
          </a:xfrm>
          <a:prstGeom xmlns:a="http://schemas.openxmlformats.org/drawingml/2006/main" prst="rect">
            <a:avLst/>
          </a:prstGeom>
        </p:spPr>
      </p:pic>
      <p:pic>
        <p:nvPicPr>
          <p:cNvPr id="2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19d7598eb487c"/>
          <a:stretch xmlns:a="http://schemas.openxmlformats.org/drawingml/2006/main"/>
        </p:blipFill>
        <p:spPr>
          <a:xfrm xmlns:a="http://schemas.openxmlformats.org/drawingml/2006/main">
            <a:off x="2077705" y="324603"/>
            <a:ext cx="1460364" cy="995855"/>
          </a:xfrm>
          <a:prstGeom xmlns:a="http://schemas.openxmlformats.org/drawingml/2006/main" prst="rect">
            <a:avLst/>
          </a:prstGeom>
        </p:spPr>
      </p:pic>
      <p:pic>
        <p:nvPicPr>
          <p:cNvPr id="2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f401200e34e66"/>
          <a:stretch xmlns:a="http://schemas.openxmlformats.org/drawingml/2006/main"/>
        </p:blipFill>
        <p:spPr>
          <a:xfrm xmlns:a="http://schemas.openxmlformats.org/drawingml/2006/main">
            <a:off x="3950084" y="320025"/>
            <a:ext cx="1460364" cy="995855"/>
          </a:xfrm>
          <a:prstGeom xmlns:a="http://schemas.openxmlformats.org/drawingml/2006/main" prst="rect">
            <a:avLst/>
          </a:prstGeom>
        </p:spPr>
      </p:pic>
      <p:pic>
        <p:nvPicPr>
          <p:cNvPr id="2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0bbdcf6c74209"/>
          <a:stretch xmlns:a="http://schemas.openxmlformats.org/drawingml/2006/main"/>
        </p:blipFill>
        <p:spPr>
          <a:xfrm xmlns:a="http://schemas.openxmlformats.org/drawingml/2006/main">
            <a:off x="5440967" y="323993"/>
            <a:ext cx="1460364" cy="997076"/>
          </a:xfrm>
          <a:prstGeom xmlns:a="http://schemas.openxmlformats.org/drawingml/2006/main" prst="rect">
            <a:avLst/>
          </a:prstGeom>
        </p:spPr>
      </p:pic>
      <p:pic>
        <p:nvPicPr>
          <p:cNvPr id="2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b072c97124c7b"/>
          <a:stretch xmlns:a="http://schemas.openxmlformats.org/drawingml/2006/main"/>
        </p:blipFill>
        <p:spPr>
          <a:xfrm xmlns:a="http://schemas.openxmlformats.org/drawingml/2006/main">
            <a:off x="8044291" y="326610"/>
            <a:ext cx="1460364" cy="987263"/>
          </a:xfrm>
          <a:prstGeom xmlns:a="http://schemas.openxmlformats.org/drawingml/2006/main" prst="rect">
            <a:avLst/>
          </a:prstGeom>
        </p:spPr>
      </p:pic>
      <p:pic>
        <p:nvPicPr>
          <p:cNvPr id="2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a788060b04008"/>
          <a:stretch xmlns:a="http://schemas.openxmlformats.org/drawingml/2006/main"/>
        </p:blipFill>
        <p:spPr>
          <a:xfrm xmlns:a="http://schemas.openxmlformats.org/drawingml/2006/main">
            <a:off x="9535701" y="326587"/>
            <a:ext cx="1459313" cy="987310"/>
          </a:xfrm>
          <a:prstGeom xmlns:a="http://schemas.openxmlformats.org/drawingml/2006/main" prst="rect">
            <a:avLst/>
          </a:prstGeom>
        </p:spPr>
      </p:pic>
      <p:pic>
        <p:nvPicPr>
          <p:cNvPr id="2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4ce86f4144344"/>
          <a:stretch xmlns:a="http://schemas.openxmlformats.org/drawingml/2006/main"/>
        </p:blipFill>
        <p:spPr>
          <a:xfrm xmlns:a="http://schemas.openxmlformats.org/drawingml/2006/main">
            <a:off x="11026633" y="328113"/>
            <a:ext cx="1459210" cy="987310"/>
          </a:xfrm>
          <a:prstGeom xmlns:a="http://schemas.openxmlformats.org/drawingml/2006/main" prst="rect">
            <a:avLst/>
          </a:prstGeom>
        </p:spPr>
      </p:pic>
      <p:pic>
        <p:nvPicPr>
          <p:cNvPr id="2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a7dcd5b544779"/>
          <a:stretch xmlns:a="http://schemas.openxmlformats.org/drawingml/2006/main"/>
        </p:blipFill>
        <p:spPr>
          <a:xfrm xmlns:a="http://schemas.openxmlformats.org/drawingml/2006/main">
            <a:off x="6539840" y="3581505"/>
            <a:ext cx="1400521" cy="1104810"/>
          </a:xfrm>
          <a:prstGeom xmlns:a="http://schemas.openxmlformats.org/drawingml/2006/main" prst="rect">
            <a:avLst/>
          </a:prstGeom>
        </p:spPr>
      </p:pic>
      <p:pic>
        <p:nvPicPr>
          <p:cNvPr id="2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b4f666bf94ede"/>
          <a:stretch xmlns:a="http://schemas.openxmlformats.org/drawingml/2006/main"/>
        </p:blipFill>
        <p:spPr>
          <a:xfrm xmlns:a="http://schemas.openxmlformats.org/drawingml/2006/main">
            <a:off x="7965305" y="3586083"/>
            <a:ext cx="1459640" cy="1104810"/>
          </a:xfrm>
          <a:prstGeom xmlns:a="http://schemas.openxmlformats.org/drawingml/2006/main" prst="rect">
            <a:avLst/>
          </a:prstGeom>
        </p:spPr>
      </p:pic>
      <p:pic>
        <p:nvPicPr>
          <p:cNvPr id="2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c1029a06c4952"/>
          <a:stretch xmlns:a="http://schemas.openxmlformats.org/drawingml/2006/main"/>
        </p:blipFill>
        <p:spPr>
          <a:xfrm xmlns:a="http://schemas.openxmlformats.org/drawingml/2006/main">
            <a:off x="9614525" y="3563749"/>
            <a:ext cx="1458839" cy="1125061"/>
          </a:xfrm>
          <a:prstGeom xmlns:a="http://schemas.openxmlformats.org/drawingml/2006/main" prst="rect">
            <a:avLst/>
          </a:prstGeom>
        </p:spPr>
      </p:pic>
      <p:pic>
        <p:nvPicPr>
          <p:cNvPr id="2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f9d82bd214088"/>
          <a:stretch xmlns:a="http://schemas.openxmlformats.org/drawingml/2006/main"/>
        </p:blipFill>
        <p:spPr>
          <a:xfrm xmlns:a="http://schemas.openxmlformats.org/drawingml/2006/main">
            <a:off x="11097780" y="3563323"/>
            <a:ext cx="1435948" cy="1125913"/>
          </a:xfrm>
          <a:prstGeom xmlns:a="http://schemas.openxmlformats.org/drawingml/2006/main" prst="rect">
            <a:avLst/>
          </a:prstGeom>
        </p:spPr>
      </p:pic>
      <p:pic>
        <p:nvPicPr>
          <p:cNvPr id="2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7783f4d924e0a"/>
          <a:stretch xmlns:a="http://schemas.openxmlformats.org/drawingml/2006/main"/>
        </p:blipFill>
        <p:spPr>
          <a:xfrm xmlns:a="http://schemas.openxmlformats.org/drawingml/2006/main">
            <a:off x="3483916" y="3581505"/>
            <a:ext cx="1429804" cy="1112441"/>
          </a:xfrm>
          <a:prstGeom xmlns:a="http://schemas.openxmlformats.org/drawingml/2006/main" prst="rect">
            <a:avLst/>
          </a:prstGeom>
        </p:spPr>
      </p:pic>
      <p:pic>
        <p:nvPicPr>
          <p:cNvPr id="2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542af6551419c"/>
          <a:stretch xmlns:a="http://schemas.openxmlformats.org/drawingml/2006/main"/>
        </p:blipFill>
        <p:spPr>
          <a:xfrm xmlns:a="http://schemas.openxmlformats.org/drawingml/2006/main">
            <a:off x="4937393" y="3583330"/>
            <a:ext cx="1431370" cy="1110315"/>
          </a:xfrm>
          <a:prstGeom xmlns:a="http://schemas.openxmlformats.org/drawingml/2006/main" prst="rect">
            <a:avLst/>
          </a:prstGeom>
        </p:spPr>
      </p:pic>
      <p:sp>
        <p:nvSpPr>
          <p:cNvPr id="140" name="Text T">
            <a:extLst xmlns:a="http://schemas.openxmlformats.org/drawingml/2006/main">
              <a:ext uri="{FF2B5EF4-FFF2-40B4-BE49-F238E27FC236}">
                <a16:creationId xmlns:a16="http://schemas.microsoft.com/office/drawing/2014/main" id="{4AA36C17-6FC4-4B9D-B38B-E3F2A34E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66" y="3385438"/>
            <a:ext cx="99826" cy="125618"/>
          </a:xfrm>
          <a:custGeom xmlns:a="http://schemas.openxmlformats.org/drawingml/2006/main">
            <a:pathLst>
              <a:path w="99826" h="125618">
                <a:moveTo>
                  <a:pt x="37274" y="125618"/>
                </a:moveTo>
                <a:lnTo>
                  <a:pt x="37274" y="21250"/>
                </a:lnTo>
                <a:lnTo>
                  <a:pt x="0" y="21250"/>
                </a:lnTo>
                <a:lnTo>
                  <a:pt x="0" y="0"/>
                </a:lnTo>
                <a:lnTo>
                  <a:pt x="99826" y="0"/>
                </a:lnTo>
                <a:lnTo>
                  <a:pt x="99826" y="21250"/>
                </a:lnTo>
                <a:lnTo>
                  <a:pt x="62637" y="21250"/>
                </a:lnTo>
                <a:lnTo>
                  <a:pt x="62637" y="125618"/>
                </a:lnTo>
                <a:lnTo>
                  <a:pt x="37274" y="125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ype2.1:Goalgiventruebelief">
            <a:extLst xmlns:a="http://schemas.openxmlformats.org/drawingml/2006/main">
              <a:ext uri="{FF2B5EF4-FFF2-40B4-BE49-F238E27FC236}">
                <a16:creationId xmlns:a16="http://schemas.microsoft.com/office/drawing/2014/main" id="{D2E9F4F3-1727-4C1A-8949-8E0EBEAD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88" y="3383295"/>
            <a:ext cx="2483937" cy="164691"/>
          </a:xfrm>
          <a:custGeom xmlns:a="http://schemas.openxmlformats.org/drawingml/2006/main">
            <a:pathLst>
              <a:path w="2483937" h="164691">
                <a:moveTo>
                  <a:pt x="0" y="36760"/>
                </a:moveTo>
                <a:lnTo>
                  <a:pt x="25621" y="36760"/>
                </a:lnTo>
                <a:lnTo>
                  <a:pt x="47385" y="101368"/>
                </a:lnTo>
                <a:lnTo>
                  <a:pt x="68636" y="36760"/>
                </a:lnTo>
                <a:lnTo>
                  <a:pt x="93571" y="36760"/>
                </a:lnTo>
                <a:lnTo>
                  <a:pt x="61438" y="124332"/>
                </a:lnTo>
                <a:lnTo>
                  <a:pt x="55697" y="140185"/>
                </a:lnTo>
                <a:cubicBezTo>
                  <a:pt x="53583" y="145497"/>
                  <a:pt x="51570" y="149553"/>
                  <a:pt x="49656" y="152352"/>
                </a:cubicBezTo>
                <a:cubicBezTo>
                  <a:pt x="47742" y="155151"/>
                  <a:pt x="45543" y="157422"/>
                  <a:pt x="43058" y="159164"/>
                </a:cubicBezTo>
                <a:cubicBezTo>
                  <a:pt x="40573" y="160907"/>
                  <a:pt x="37517" y="162263"/>
                  <a:pt x="33889" y="163235"/>
                </a:cubicBezTo>
                <a:cubicBezTo>
                  <a:pt x="30262" y="164206"/>
                  <a:pt x="26163" y="164691"/>
                  <a:pt x="21593" y="164691"/>
                </a:cubicBezTo>
                <a:cubicBezTo>
                  <a:pt x="16966" y="164691"/>
                  <a:pt x="12425" y="164206"/>
                  <a:pt x="7969" y="163235"/>
                </a:cubicBezTo>
                <a:lnTo>
                  <a:pt x="5827" y="144383"/>
                </a:lnTo>
                <a:cubicBezTo>
                  <a:pt x="9597" y="145126"/>
                  <a:pt x="12996" y="145497"/>
                  <a:pt x="16024" y="145497"/>
                </a:cubicBezTo>
                <a:cubicBezTo>
                  <a:pt x="21622" y="145497"/>
                  <a:pt x="25763" y="143855"/>
                  <a:pt x="28448" y="140570"/>
                </a:cubicBezTo>
                <a:cubicBezTo>
                  <a:pt x="31133" y="137286"/>
                  <a:pt x="33190" y="133101"/>
                  <a:pt x="34618" y="128017"/>
                </a:cubicBezTo>
                <a:lnTo>
                  <a:pt x="0" y="36760"/>
                </a:lnTo>
                <a:close/>
                <a:moveTo>
                  <a:pt x="107738" y="36760"/>
                </a:moveTo>
                <a:lnTo>
                  <a:pt x="130188" y="36760"/>
                </a:lnTo>
                <a:lnTo>
                  <a:pt x="130188" y="50127"/>
                </a:lnTo>
                <a:cubicBezTo>
                  <a:pt x="133102" y="45557"/>
                  <a:pt x="137043" y="41844"/>
                  <a:pt x="142013" y="38988"/>
                </a:cubicBezTo>
                <a:cubicBezTo>
                  <a:pt x="146983" y="36132"/>
                  <a:pt x="152496" y="34703"/>
                  <a:pt x="158551" y="34703"/>
                </a:cubicBezTo>
                <a:cubicBezTo>
                  <a:pt x="169119" y="34703"/>
                  <a:pt x="178088" y="38845"/>
                  <a:pt x="185457" y="47128"/>
                </a:cubicBezTo>
                <a:cubicBezTo>
                  <a:pt x="192826" y="55411"/>
                  <a:pt x="196510" y="66950"/>
                  <a:pt x="196510" y="81746"/>
                </a:cubicBezTo>
                <a:cubicBezTo>
                  <a:pt x="196510" y="96941"/>
                  <a:pt x="192797" y="108752"/>
                  <a:pt x="185371" y="117178"/>
                </a:cubicBezTo>
                <a:cubicBezTo>
                  <a:pt x="177945" y="125603"/>
                  <a:pt x="168948" y="129816"/>
                  <a:pt x="158379" y="129816"/>
                </a:cubicBezTo>
                <a:cubicBezTo>
                  <a:pt x="153352" y="129816"/>
                  <a:pt x="148797" y="128817"/>
                  <a:pt x="144712" y="126817"/>
                </a:cubicBezTo>
                <a:cubicBezTo>
                  <a:pt x="140628" y="124818"/>
                  <a:pt x="136329" y="121391"/>
                  <a:pt x="131816" y="116535"/>
                </a:cubicBezTo>
                <a:lnTo>
                  <a:pt x="131816" y="162378"/>
                </a:lnTo>
                <a:lnTo>
                  <a:pt x="107738" y="162378"/>
                </a:lnTo>
                <a:lnTo>
                  <a:pt x="107738" y="36760"/>
                </a:lnTo>
                <a:moveTo>
                  <a:pt x="131559" y="80718"/>
                </a:moveTo>
                <a:cubicBezTo>
                  <a:pt x="131559" y="90943"/>
                  <a:pt x="133587" y="98498"/>
                  <a:pt x="137643" y="103382"/>
                </a:cubicBezTo>
                <a:cubicBezTo>
                  <a:pt x="141699" y="108266"/>
                  <a:pt x="146640" y="110708"/>
                  <a:pt x="152467" y="110708"/>
                </a:cubicBezTo>
                <a:cubicBezTo>
                  <a:pt x="158065" y="110708"/>
                  <a:pt x="162721" y="108466"/>
                  <a:pt x="166434" y="103982"/>
                </a:cubicBezTo>
                <a:cubicBezTo>
                  <a:pt x="170147" y="99497"/>
                  <a:pt x="172004" y="92143"/>
                  <a:pt x="172004" y="81917"/>
                </a:cubicBezTo>
                <a:cubicBezTo>
                  <a:pt x="172004" y="72377"/>
                  <a:pt x="170090" y="65294"/>
                  <a:pt x="166263" y="60667"/>
                </a:cubicBezTo>
                <a:cubicBezTo>
                  <a:pt x="162435" y="56040"/>
                  <a:pt x="157694" y="53726"/>
                  <a:pt x="152039" y="53726"/>
                </a:cubicBezTo>
                <a:cubicBezTo>
                  <a:pt x="146155" y="53726"/>
                  <a:pt x="141271" y="55997"/>
                  <a:pt x="137386" y="60538"/>
                </a:cubicBezTo>
                <a:cubicBezTo>
                  <a:pt x="133502" y="65080"/>
                  <a:pt x="131559" y="71806"/>
                  <a:pt x="131559" y="80718"/>
                </a:cubicBezTo>
                <a:close/>
                <a:moveTo>
                  <a:pt x="267800" y="98798"/>
                </a:moveTo>
                <a:lnTo>
                  <a:pt x="291793" y="102825"/>
                </a:lnTo>
                <a:cubicBezTo>
                  <a:pt x="288708" y="111622"/>
                  <a:pt x="283838" y="118320"/>
                  <a:pt x="277183" y="122919"/>
                </a:cubicBezTo>
                <a:cubicBezTo>
                  <a:pt x="270528" y="127517"/>
                  <a:pt x="262202" y="129816"/>
                  <a:pt x="252205" y="129816"/>
                </a:cubicBezTo>
                <a:cubicBezTo>
                  <a:pt x="236382" y="129816"/>
                  <a:pt x="224671" y="124647"/>
                  <a:pt x="217073" y="114307"/>
                </a:cubicBezTo>
                <a:cubicBezTo>
                  <a:pt x="211075" y="106024"/>
                  <a:pt x="208076" y="95570"/>
                  <a:pt x="208076" y="82945"/>
                </a:cubicBezTo>
                <a:cubicBezTo>
                  <a:pt x="208076" y="67864"/>
                  <a:pt x="212018" y="56054"/>
                  <a:pt x="219901" y="47514"/>
                </a:cubicBezTo>
                <a:cubicBezTo>
                  <a:pt x="227784" y="38973"/>
                  <a:pt x="237753" y="34703"/>
                  <a:pt x="249806" y="34703"/>
                </a:cubicBezTo>
                <a:cubicBezTo>
                  <a:pt x="263345" y="34703"/>
                  <a:pt x="274027" y="39173"/>
                  <a:pt x="281853" y="48113"/>
                </a:cubicBezTo>
                <a:cubicBezTo>
                  <a:pt x="289679" y="57054"/>
                  <a:pt x="293421" y="70749"/>
                  <a:pt x="293078" y="89201"/>
                </a:cubicBezTo>
                <a:lnTo>
                  <a:pt x="232754" y="89201"/>
                </a:lnTo>
                <a:cubicBezTo>
                  <a:pt x="232926" y="96341"/>
                  <a:pt x="234868" y="101897"/>
                  <a:pt x="238581" y="105867"/>
                </a:cubicBezTo>
                <a:cubicBezTo>
                  <a:pt x="242294" y="109837"/>
                  <a:pt x="246921" y="111822"/>
                  <a:pt x="252462" y="111822"/>
                </a:cubicBezTo>
                <a:cubicBezTo>
                  <a:pt x="256233" y="111822"/>
                  <a:pt x="259403" y="110794"/>
                  <a:pt x="261974" y="108737"/>
                </a:cubicBezTo>
                <a:cubicBezTo>
                  <a:pt x="264544" y="106681"/>
                  <a:pt x="266487" y="103368"/>
                  <a:pt x="267800" y="98798"/>
                </a:cubicBezTo>
                <a:moveTo>
                  <a:pt x="269171" y="74462"/>
                </a:moveTo>
                <a:cubicBezTo>
                  <a:pt x="269000" y="67493"/>
                  <a:pt x="267201" y="62195"/>
                  <a:pt x="263773" y="58567"/>
                </a:cubicBezTo>
                <a:cubicBezTo>
                  <a:pt x="260346" y="54940"/>
                  <a:pt x="256176" y="53126"/>
                  <a:pt x="251263" y="53126"/>
                </a:cubicBezTo>
                <a:cubicBezTo>
                  <a:pt x="246007" y="53126"/>
                  <a:pt x="241666" y="55040"/>
                  <a:pt x="238238" y="58867"/>
                </a:cubicBezTo>
                <a:cubicBezTo>
                  <a:pt x="234811" y="62695"/>
                  <a:pt x="233126" y="67893"/>
                  <a:pt x="233183" y="74462"/>
                </a:cubicBezTo>
                <a:lnTo>
                  <a:pt x="269171" y="74462"/>
                </a:lnTo>
                <a:close/>
                <a:moveTo>
                  <a:pt x="437250" y="105396"/>
                </a:moveTo>
                <a:lnTo>
                  <a:pt x="437250" y="127760"/>
                </a:lnTo>
                <a:lnTo>
                  <a:pt x="352848" y="127760"/>
                </a:lnTo>
                <a:cubicBezTo>
                  <a:pt x="353762" y="119305"/>
                  <a:pt x="356504" y="111294"/>
                  <a:pt x="361074" y="103725"/>
                </a:cubicBezTo>
                <a:cubicBezTo>
                  <a:pt x="365644" y="96156"/>
                  <a:pt x="374669" y="86116"/>
                  <a:pt x="388151" y="73605"/>
                </a:cubicBezTo>
                <a:cubicBezTo>
                  <a:pt x="399004" y="63494"/>
                  <a:pt x="405660" y="56639"/>
                  <a:pt x="408116" y="53041"/>
                </a:cubicBezTo>
                <a:cubicBezTo>
                  <a:pt x="411429" y="48071"/>
                  <a:pt x="413086" y="43158"/>
                  <a:pt x="413086" y="38302"/>
                </a:cubicBezTo>
                <a:cubicBezTo>
                  <a:pt x="413086" y="32933"/>
                  <a:pt x="411643" y="28805"/>
                  <a:pt x="408759" y="25920"/>
                </a:cubicBezTo>
                <a:cubicBezTo>
                  <a:pt x="405874" y="23036"/>
                  <a:pt x="401889" y="21593"/>
                  <a:pt x="396805" y="21593"/>
                </a:cubicBezTo>
                <a:cubicBezTo>
                  <a:pt x="391778" y="21593"/>
                  <a:pt x="387779" y="23107"/>
                  <a:pt x="384809" y="26135"/>
                </a:cubicBezTo>
                <a:cubicBezTo>
                  <a:pt x="381838" y="29162"/>
                  <a:pt x="380125" y="34189"/>
                  <a:pt x="379668" y="41216"/>
                </a:cubicBezTo>
                <a:lnTo>
                  <a:pt x="355675" y="38816"/>
                </a:lnTo>
                <a:cubicBezTo>
                  <a:pt x="357103" y="25563"/>
                  <a:pt x="361588" y="16052"/>
                  <a:pt x="369128" y="10282"/>
                </a:cubicBezTo>
                <a:cubicBezTo>
                  <a:pt x="376669" y="4513"/>
                  <a:pt x="386094" y="1628"/>
                  <a:pt x="397405" y="1628"/>
                </a:cubicBezTo>
                <a:cubicBezTo>
                  <a:pt x="409801" y="1628"/>
                  <a:pt x="419541" y="4970"/>
                  <a:pt x="426624" y="11653"/>
                </a:cubicBezTo>
                <a:cubicBezTo>
                  <a:pt x="433708" y="18337"/>
                  <a:pt x="437250" y="26649"/>
                  <a:pt x="437250" y="36589"/>
                </a:cubicBezTo>
                <a:cubicBezTo>
                  <a:pt x="437250" y="42244"/>
                  <a:pt x="436236" y="47628"/>
                  <a:pt x="434208" y="52741"/>
                </a:cubicBezTo>
                <a:cubicBezTo>
                  <a:pt x="432180" y="57853"/>
                  <a:pt x="428967" y="63209"/>
                  <a:pt x="424568" y="68807"/>
                </a:cubicBezTo>
                <a:cubicBezTo>
                  <a:pt x="421655" y="72520"/>
                  <a:pt x="416399" y="77861"/>
                  <a:pt x="408801" y="84831"/>
                </a:cubicBezTo>
                <a:cubicBezTo>
                  <a:pt x="401204" y="91800"/>
                  <a:pt x="396391" y="96427"/>
                  <a:pt x="394363" y="98712"/>
                </a:cubicBezTo>
                <a:cubicBezTo>
                  <a:pt x="392335" y="100997"/>
                  <a:pt x="390693" y="103225"/>
                  <a:pt x="389436" y="105396"/>
                </a:cubicBezTo>
                <a:lnTo>
                  <a:pt x="437250" y="105396"/>
                </a:lnTo>
                <a:close/>
                <a:moveTo>
                  <a:pt x="458101" y="127760"/>
                </a:moveTo>
                <a:lnTo>
                  <a:pt x="458101" y="103682"/>
                </a:lnTo>
                <a:lnTo>
                  <a:pt x="482179" y="103682"/>
                </a:lnTo>
                <a:lnTo>
                  <a:pt x="482179" y="127760"/>
                </a:lnTo>
                <a:lnTo>
                  <a:pt x="458101" y="127760"/>
                </a:lnTo>
                <a:close/>
                <a:moveTo>
                  <a:pt x="563512" y="127760"/>
                </a:moveTo>
                <a:lnTo>
                  <a:pt x="539434" y="127760"/>
                </a:lnTo>
                <a:lnTo>
                  <a:pt x="539434" y="37017"/>
                </a:lnTo>
                <a:cubicBezTo>
                  <a:pt x="530637" y="45243"/>
                  <a:pt x="520269" y="51327"/>
                  <a:pt x="508330" y="55268"/>
                </a:cubicBezTo>
                <a:lnTo>
                  <a:pt x="508330" y="33418"/>
                </a:lnTo>
                <a:cubicBezTo>
                  <a:pt x="514613" y="31362"/>
                  <a:pt x="521440" y="27463"/>
                  <a:pt x="528809" y="21722"/>
                </a:cubicBezTo>
                <a:cubicBezTo>
                  <a:pt x="536178" y="15981"/>
                  <a:pt x="541234" y="9283"/>
                  <a:pt x="543976" y="1628"/>
                </a:cubicBezTo>
                <a:lnTo>
                  <a:pt x="563512" y="1628"/>
                </a:lnTo>
                <a:lnTo>
                  <a:pt x="563512" y="127760"/>
                </a:lnTo>
                <a:close/>
                <a:moveTo>
                  <a:pt x="608699" y="60838"/>
                </a:moveTo>
                <a:lnTo>
                  <a:pt x="608699" y="36760"/>
                </a:lnTo>
                <a:lnTo>
                  <a:pt x="632777" y="36760"/>
                </a:lnTo>
                <a:lnTo>
                  <a:pt x="632777" y="60838"/>
                </a:lnTo>
                <a:lnTo>
                  <a:pt x="608699" y="60838"/>
                </a:lnTo>
                <a:moveTo>
                  <a:pt x="608699" y="127760"/>
                </a:moveTo>
                <a:lnTo>
                  <a:pt x="608699" y="103682"/>
                </a:lnTo>
                <a:lnTo>
                  <a:pt x="632777" y="103682"/>
                </a:lnTo>
                <a:lnTo>
                  <a:pt x="632777" y="127760"/>
                </a:lnTo>
                <a:lnTo>
                  <a:pt x="608699" y="127760"/>
                </a:lnTo>
                <a:close/>
                <a:moveTo>
                  <a:pt x="770221" y="81574"/>
                </a:moveTo>
                <a:lnTo>
                  <a:pt x="770221" y="60410"/>
                </a:lnTo>
                <a:lnTo>
                  <a:pt x="824889" y="60410"/>
                </a:lnTo>
                <a:lnTo>
                  <a:pt x="824889" y="110451"/>
                </a:lnTo>
                <a:cubicBezTo>
                  <a:pt x="819577" y="115592"/>
                  <a:pt x="811879" y="120119"/>
                  <a:pt x="801797" y="124033"/>
                </a:cubicBezTo>
                <a:cubicBezTo>
                  <a:pt x="791714" y="127946"/>
                  <a:pt x="781503" y="129902"/>
                  <a:pt x="771163" y="129902"/>
                </a:cubicBezTo>
                <a:cubicBezTo>
                  <a:pt x="758025" y="129902"/>
                  <a:pt x="746571" y="127146"/>
                  <a:pt x="736803" y="121633"/>
                </a:cubicBezTo>
                <a:cubicBezTo>
                  <a:pt x="727034" y="116121"/>
                  <a:pt x="719694" y="108237"/>
                  <a:pt x="714781" y="97984"/>
                </a:cubicBezTo>
                <a:cubicBezTo>
                  <a:pt x="709868" y="87730"/>
                  <a:pt x="707412" y="76576"/>
                  <a:pt x="707412" y="64523"/>
                </a:cubicBezTo>
                <a:cubicBezTo>
                  <a:pt x="707412" y="51441"/>
                  <a:pt x="710154" y="39816"/>
                  <a:pt x="715638" y="29648"/>
                </a:cubicBezTo>
                <a:cubicBezTo>
                  <a:pt x="721122" y="19480"/>
                  <a:pt x="729148" y="11682"/>
                  <a:pt x="739716" y="6255"/>
                </a:cubicBezTo>
                <a:cubicBezTo>
                  <a:pt x="747771" y="2085"/>
                  <a:pt x="757796" y="0"/>
                  <a:pt x="769792" y="0"/>
                </a:cubicBezTo>
                <a:cubicBezTo>
                  <a:pt x="785387" y="0"/>
                  <a:pt x="797569" y="3270"/>
                  <a:pt x="806338" y="9811"/>
                </a:cubicBezTo>
                <a:cubicBezTo>
                  <a:pt x="815107" y="16352"/>
                  <a:pt x="820748" y="25392"/>
                  <a:pt x="823261" y="36931"/>
                </a:cubicBezTo>
                <a:lnTo>
                  <a:pt x="798069" y="41644"/>
                </a:lnTo>
                <a:cubicBezTo>
                  <a:pt x="796298" y="35475"/>
                  <a:pt x="792971" y="30605"/>
                  <a:pt x="788087" y="27034"/>
                </a:cubicBezTo>
                <a:cubicBezTo>
                  <a:pt x="783202" y="23464"/>
                  <a:pt x="777104" y="21679"/>
                  <a:pt x="769792" y="21679"/>
                </a:cubicBezTo>
                <a:cubicBezTo>
                  <a:pt x="758710" y="21679"/>
                  <a:pt x="749899" y="25192"/>
                  <a:pt x="743358" y="32218"/>
                </a:cubicBezTo>
                <a:cubicBezTo>
                  <a:pt x="736817" y="39245"/>
                  <a:pt x="733547" y="49670"/>
                  <a:pt x="733547" y="63494"/>
                </a:cubicBezTo>
                <a:cubicBezTo>
                  <a:pt x="733547" y="78404"/>
                  <a:pt x="736860" y="89586"/>
                  <a:pt x="743486" y="97041"/>
                </a:cubicBezTo>
                <a:cubicBezTo>
                  <a:pt x="750113" y="104496"/>
                  <a:pt x="758796" y="108223"/>
                  <a:pt x="769535" y="108223"/>
                </a:cubicBezTo>
                <a:cubicBezTo>
                  <a:pt x="774848" y="108223"/>
                  <a:pt x="780175" y="107181"/>
                  <a:pt x="785516" y="105096"/>
                </a:cubicBezTo>
                <a:cubicBezTo>
                  <a:pt x="790857" y="103011"/>
                  <a:pt x="795441" y="100483"/>
                  <a:pt x="799269" y="97512"/>
                </a:cubicBezTo>
                <a:lnTo>
                  <a:pt x="799269" y="81574"/>
                </a:lnTo>
                <a:lnTo>
                  <a:pt x="770221" y="81574"/>
                </a:lnTo>
                <a:close/>
                <a:moveTo>
                  <a:pt x="842377" y="80975"/>
                </a:moveTo>
                <a:cubicBezTo>
                  <a:pt x="842377" y="72977"/>
                  <a:pt x="844348" y="65237"/>
                  <a:pt x="848290" y="57753"/>
                </a:cubicBezTo>
                <a:cubicBezTo>
                  <a:pt x="852231" y="50270"/>
                  <a:pt x="857815" y="44557"/>
                  <a:pt x="865042" y="40616"/>
                </a:cubicBezTo>
                <a:cubicBezTo>
                  <a:pt x="872268" y="36674"/>
                  <a:pt x="880337" y="34703"/>
                  <a:pt x="889248" y="34703"/>
                </a:cubicBezTo>
                <a:cubicBezTo>
                  <a:pt x="903016" y="34703"/>
                  <a:pt x="914298" y="39173"/>
                  <a:pt x="923095" y="48113"/>
                </a:cubicBezTo>
                <a:cubicBezTo>
                  <a:pt x="931892" y="57054"/>
                  <a:pt x="936291" y="68350"/>
                  <a:pt x="936291" y="82003"/>
                </a:cubicBezTo>
                <a:cubicBezTo>
                  <a:pt x="936291" y="95770"/>
                  <a:pt x="931849" y="107181"/>
                  <a:pt x="922966" y="116235"/>
                </a:cubicBezTo>
                <a:cubicBezTo>
                  <a:pt x="914084" y="125289"/>
                  <a:pt x="902901" y="129816"/>
                  <a:pt x="889420" y="129816"/>
                </a:cubicBezTo>
                <a:cubicBezTo>
                  <a:pt x="881080" y="129816"/>
                  <a:pt x="873125" y="127931"/>
                  <a:pt x="865556" y="124161"/>
                </a:cubicBezTo>
                <a:cubicBezTo>
                  <a:pt x="857987" y="120391"/>
                  <a:pt x="852231" y="114864"/>
                  <a:pt x="848290" y="107581"/>
                </a:cubicBezTo>
                <a:cubicBezTo>
                  <a:pt x="844348" y="100297"/>
                  <a:pt x="842377" y="91428"/>
                  <a:pt x="842377" y="80975"/>
                </a:cubicBezTo>
                <a:moveTo>
                  <a:pt x="867055" y="82260"/>
                </a:moveTo>
                <a:cubicBezTo>
                  <a:pt x="867055" y="91286"/>
                  <a:pt x="869198" y="98198"/>
                  <a:pt x="873482" y="102996"/>
                </a:cubicBezTo>
                <a:cubicBezTo>
                  <a:pt x="877766" y="107795"/>
                  <a:pt x="883050" y="110194"/>
                  <a:pt x="889334" y="110194"/>
                </a:cubicBezTo>
                <a:cubicBezTo>
                  <a:pt x="895618" y="110194"/>
                  <a:pt x="900888" y="107795"/>
                  <a:pt x="905143" y="102996"/>
                </a:cubicBezTo>
                <a:cubicBezTo>
                  <a:pt x="909399" y="98198"/>
                  <a:pt x="911527" y="91229"/>
                  <a:pt x="911527" y="82089"/>
                </a:cubicBezTo>
                <a:cubicBezTo>
                  <a:pt x="911527" y="73177"/>
                  <a:pt x="909399" y="66322"/>
                  <a:pt x="905143" y="61524"/>
                </a:cubicBezTo>
                <a:cubicBezTo>
                  <a:pt x="900888" y="56725"/>
                  <a:pt x="895618" y="54326"/>
                  <a:pt x="889334" y="54326"/>
                </a:cubicBezTo>
                <a:cubicBezTo>
                  <a:pt x="883050" y="54326"/>
                  <a:pt x="877766" y="56725"/>
                  <a:pt x="873482" y="61524"/>
                </a:cubicBezTo>
                <a:cubicBezTo>
                  <a:pt x="869198" y="66322"/>
                  <a:pt x="867055" y="73234"/>
                  <a:pt x="867055" y="82260"/>
                </a:cubicBezTo>
                <a:close/>
                <a:moveTo>
                  <a:pt x="972620" y="64523"/>
                </a:moveTo>
                <a:lnTo>
                  <a:pt x="950770" y="60581"/>
                </a:lnTo>
                <a:cubicBezTo>
                  <a:pt x="953226" y="51784"/>
                  <a:pt x="957454" y="45272"/>
                  <a:pt x="963452" y="41044"/>
                </a:cubicBezTo>
                <a:cubicBezTo>
                  <a:pt x="969450" y="36817"/>
                  <a:pt x="978361" y="34703"/>
                  <a:pt x="990186" y="34703"/>
                </a:cubicBezTo>
                <a:cubicBezTo>
                  <a:pt x="1000926" y="34703"/>
                  <a:pt x="1008923" y="35974"/>
                  <a:pt x="1014179" y="38516"/>
                </a:cubicBezTo>
                <a:cubicBezTo>
                  <a:pt x="1019434" y="41059"/>
                  <a:pt x="1023133" y="44286"/>
                  <a:pt x="1025275" y="48199"/>
                </a:cubicBezTo>
                <a:cubicBezTo>
                  <a:pt x="1027418" y="52112"/>
                  <a:pt x="1028489" y="59296"/>
                  <a:pt x="1028489" y="69750"/>
                </a:cubicBezTo>
                <a:lnTo>
                  <a:pt x="1028232" y="97855"/>
                </a:lnTo>
                <a:cubicBezTo>
                  <a:pt x="1028232" y="105853"/>
                  <a:pt x="1028617" y="111751"/>
                  <a:pt x="1029388" y="115549"/>
                </a:cubicBezTo>
                <a:cubicBezTo>
                  <a:pt x="1030160" y="119348"/>
                  <a:pt x="1031602" y="123418"/>
                  <a:pt x="1033716" y="127760"/>
                </a:cubicBezTo>
                <a:lnTo>
                  <a:pt x="1009894" y="127760"/>
                </a:lnTo>
                <a:cubicBezTo>
                  <a:pt x="1009266" y="126160"/>
                  <a:pt x="1008495" y="123790"/>
                  <a:pt x="1007581" y="120648"/>
                </a:cubicBezTo>
                <a:cubicBezTo>
                  <a:pt x="1007181" y="119220"/>
                  <a:pt x="1006895" y="118277"/>
                  <a:pt x="1006724" y="117820"/>
                </a:cubicBezTo>
                <a:cubicBezTo>
                  <a:pt x="1002611" y="121819"/>
                  <a:pt x="998212" y="124818"/>
                  <a:pt x="993528" y="126817"/>
                </a:cubicBezTo>
                <a:cubicBezTo>
                  <a:pt x="988844" y="128817"/>
                  <a:pt x="983845" y="129816"/>
                  <a:pt x="978533" y="129816"/>
                </a:cubicBezTo>
                <a:cubicBezTo>
                  <a:pt x="969164" y="129816"/>
                  <a:pt x="961781" y="127274"/>
                  <a:pt x="956383" y="122190"/>
                </a:cubicBezTo>
                <a:cubicBezTo>
                  <a:pt x="950984" y="117106"/>
                  <a:pt x="948285" y="110680"/>
                  <a:pt x="948285" y="102911"/>
                </a:cubicBezTo>
                <a:cubicBezTo>
                  <a:pt x="948285" y="97769"/>
                  <a:pt x="949513" y="93185"/>
                  <a:pt x="951970" y="89158"/>
                </a:cubicBezTo>
                <a:cubicBezTo>
                  <a:pt x="954426" y="85130"/>
                  <a:pt x="957868" y="82046"/>
                  <a:pt x="962295" y="79904"/>
                </a:cubicBezTo>
                <a:cubicBezTo>
                  <a:pt x="966722" y="77761"/>
                  <a:pt x="973106" y="75890"/>
                  <a:pt x="981446" y="74291"/>
                </a:cubicBezTo>
                <a:cubicBezTo>
                  <a:pt x="992700" y="72177"/>
                  <a:pt x="1000497" y="70207"/>
                  <a:pt x="1004839" y="68379"/>
                </a:cubicBezTo>
                <a:lnTo>
                  <a:pt x="1004839" y="65979"/>
                </a:lnTo>
                <a:cubicBezTo>
                  <a:pt x="1004839" y="61352"/>
                  <a:pt x="1003696" y="58053"/>
                  <a:pt x="1001411" y="56082"/>
                </a:cubicBezTo>
                <a:cubicBezTo>
                  <a:pt x="999126" y="54112"/>
                  <a:pt x="994813" y="53126"/>
                  <a:pt x="988473" y="53126"/>
                </a:cubicBezTo>
                <a:cubicBezTo>
                  <a:pt x="984188" y="53126"/>
                  <a:pt x="980846" y="53969"/>
                  <a:pt x="978447" y="55654"/>
                </a:cubicBezTo>
                <a:cubicBezTo>
                  <a:pt x="976048" y="57339"/>
                  <a:pt x="974106" y="60295"/>
                  <a:pt x="972620" y="64523"/>
                </a:cubicBezTo>
                <a:moveTo>
                  <a:pt x="1004839" y="84059"/>
                </a:moveTo>
                <a:cubicBezTo>
                  <a:pt x="1001754" y="85088"/>
                  <a:pt x="996870" y="86316"/>
                  <a:pt x="990186" y="87744"/>
                </a:cubicBezTo>
                <a:cubicBezTo>
                  <a:pt x="983503" y="89172"/>
                  <a:pt x="979133" y="90572"/>
                  <a:pt x="977076" y="91943"/>
                </a:cubicBezTo>
                <a:cubicBezTo>
                  <a:pt x="973934" y="94170"/>
                  <a:pt x="972363" y="96998"/>
                  <a:pt x="972363" y="100426"/>
                </a:cubicBezTo>
                <a:cubicBezTo>
                  <a:pt x="972363" y="103796"/>
                  <a:pt x="973620" y="106709"/>
                  <a:pt x="976134" y="109166"/>
                </a:cubicBezTo>
                <a:cubicBezTo>
                  <a:pt x="978647" y="111622"/>
                  <a:pt x="981846" y="112850"/>
                  <a:pt x="985731" y="112850"/>
                </a:cubicBezTo>
                <a:cubicBezTo>
                  <a:pt x="990072" y="112850"/>
                  <a:pt x="994214" y="111422"/>
                  <a:pt x="998155" y="108566"/>
                </a:cubicBezTo>
                <a:cubicBezTo>
                  <a:pt x="1001069" y="106395"/>
                  <a:pt x="1002982" y="103739"/>
                  <a:pt x="1003896" y="100597"/>
                </a:cubicBezTo>
                <a:cubicBezTo>
                  <a:pt x="1004525" y="98541"/>
                  <a:pt x="1004839" y="94627"/>
                  <a:pt x="1004839" y="88858"/>
                </a:cubicBezTo>
                <a:lnTo>
                  <a:pt x="1004839" y="84059"/>
                </a:lnTo>
                <a:close/>
                <a:moveTo>
                  <a:pt x="1051653" y="127760"/>
                </a:moveTo>
                <a:lnTo>
                  <a:pt x="1051653" y="2142"/>
                </a:lnTo>
                <a:lnTo>
                  <a:pt x="1075731" y="2142"/>
                </a:lnTo>
                <a:lnTo>
                  <a:pt x="1075731" y="127760"/>
                </a:lnTo>
                <a:lnTo>
                  <a:pt x="1051653" y="127760"/>
                </a:lnTo>
                <a:close/>
                <a:moveTo>
                  <a:pt x="1147312" y="133758"/>
                </a:moveTo>
                <a:lnTo>
                  <a:pt x="1174818" y="137100"/>
                </a:lnTo>
                <a:cubicBezTo>
                  <a:pt x="1175275" y="140299"/>
                  <a:pt x="1176332" y="142498"/>
                  <a:pt x="1177989" y="143698"/>
                </a:cubicBezTo>
                <a:cubicBezTo>
                  <a:pt x="1180274" y="145412"/>
                  <a:pt x="1183872" y="146268"/>
                  <a:pt x="1188785" y="146268"/>
                </a:cubicBezTo>
                <a:cubicBezTo>
                  <a:pt x="1195069" y="146268"/>
                  <a:pt x="1199782" y="145326"/>
                  <a:pt x="1202924" y="143441"/>
                </a:cubicBezTo>
                <a:cubicBezTo>
                  <a:pt x="1205037" y="142184"/>
                  <a:pt x="1206637" y="140156"/>
                  <a:pt x="1207722" y="137357"/>
                </a:cubicBezTo>
                <a:cubicBezTo>
                  <a:pt x="1208465" y="135358"/>
                  <a:pt x="1208836" y="131673"/>
                  <a:pt x="1208836" y="126303"/>
                </a:cubicBezTo>
                <a:lnTo>
                  <a:pt x="1208836" y="113022"/>
                </a:lnTo>
                <a:cubicBezTo>
                  <a:pt x="1201638" y="122847"/>
                  <a:pt x="1192555" y="127760"/>
                  <a:pt x="1181587" y="127760"/>
                </a:cubicBezTo>
                <a:cubicBezTo>
                  <a:pt x="1169363" y="127760"/>
                  <a:pt x="1159680" y="122590"/>
                  <a:pt x="1152539" y="112251"/>
                </a:cubicBezTo>
                <a:cubicBezTo>
                  <a:pt x="1146941" y="104082"/>
                  <a:pt x="1144142" y="93913"/>
                  <a:pt x="1144142" y="81746"/>
                </a:cubicBezTo>
                <a:cubicBezTo>
                  <a:pt x="1144142" y="66493"/>
                  <a:pt x="1147812" y="54840"/>
                  <a:pt x="1155153" y="46785"/>
                </a:cubicBezTo>
                <a:cubicBezTo>
                  <a:pt x="1162493" y="38731"/>
                  <a:pt x="1171619" y="34703"/>
                  <a:pt x="1182530" y="34703"/>
                </a:cubicBezTo>
                <a:cubicBezTo>
                  <a:pt x="1193784" y="34703"/>
                  <a:pt x="1203066" y="39645"/>
                  <a:pt x="1210378" y="49527"/>
                </a:cubicBezTo>
                <a:lnTo>
                  <a:pt x="1210378" y="36760"/>
                </a:lnTo>
                <a:lnTo>
                  <a:pt x="1232914" y="36760"/>
                </a:lnTo>
                <a:lnTo>
                  <a:pt x="1232914" y="118420"/>
                </a:lnTo>
                <a:cubicBezTo>
                  <a:pt x="1232914" y="129159"/>
                  <a:pt x="1232029" y="137186"/>
                  <a:pt x="1230258" y="142498"/>
                </a:cubicBezTo>
                <a:cubicBezTo>
                  <a:pt x="1228487" y="147811"/>
                  <a:pt x="1226002" y="151981"/>
                  <a:pt x="1222803" y="155009"/>
                </a:cubicBezTo>
                <a:cubicBezTo>
                  <a:pt x="1219604" y="158036"/>
                  <a:pt x="1215334" y="160407"/>
                  <a:pt x="1209993" y="162121"/>
                </a:cubicBezTo>
                <a:cubicBezTo>
                  <a:pt x="1204652" y="163834"/>
                  <a:pt x="1197897" y="164691"/>
                  <a:pt x="1189728" y="164691"/>
                </a:cubicBezTo>
                <a:cubicBezTo>
                  <a:pt x="1174304" y="164691"/>
                  <a:pt x="1163365" y="162049"/>
                  <a:pt x="1156909" y="156765"/>
                </a:cubicBezTo>
                <a:cubicBezTo>
                  <a:pt x="1150454" y="151481"/>
                  <a:pt x="1147227" y="144783"/>
                  <a:pt x="1147227" y="136671"/>
                </a:cubicBezTo>
                <a:cubicBezTo>
                  <a:pt x="1147227" y="135872"/>
                  <a:pt x="1147255" y="134901"/>
                  <a:pt x="1147312" y="133758"/>
                </a:cubicBezTo>
                <a:moveTo>
                  <a:pt x="1168820" y="80375"/>
                </a:moveTo>
                <a:cubicBezTo>
                  <a:pt x="1168820" y="90029"/>
                  <a:pt x="1170691" y="97098"/>
                  <a:pt x="1174433" y="101582"/>
                </a:cubicBezTo>
                <a:cubicBezTo>
                  <a:pt x="1178174" y="106067"/>
                  <a:pt x="1182787" y="108309"/>
                  <a:pt x="1188271" y="108309"/>
                </a:cubicBezTo>
                <a:cubicBezTo>
                  <a:pt x="1194155" y="108309"/>
                  <a:pt x="1199125" y="106010"/>
                  <a:pt x="1203181" y="101411"/>
                </a:cubicBezTo>
                <a:cubicBezTo>
                  <a:pt x="1207237" y="96813"/>
                  <a:pt x="1209264" y="90000"/>
                  <a:pt x="1209264" y="80975"/>
                </a:cubicBezTo>
                <a:cubicBezTo>
                  <a:pt x="1209264" y="71549"/>
                  <a:pt x="1207322" y="64551"/>
                  <a:pt x="1203438" y="59981"/>
                </a:cubicBezTo>
                <a:cubicBezTo>
                  <a:pt x="1199553" y="55411"/>
                  <a:pt x="1194640" y="53126"/>
                  <a:pt x="1188699" y="53126"/>
                </a:cubicBezTo>
                <a:cubicBezTo>
                  <a:pt x="1182930" y="53126"/>
                  <a:pt x="1178174" y="55368"/>
                  <a:pt x="1174433" y="59853"/>
                </a:cubicBezTo>
                <a:cubicBezTo>
                  <a:pt x="1170691" y="64337"/>
                  <a:pt x="1168820" y="71178"/>
                  <a:pt x="1168820" y="80375"/>
                </a:cubicBezTo>
                <a:close/>
                <a:moveTo>
                  <a:pt x="1256219" y="24421"/>
                </a:moveTo>
                <a:lnTo>
                  <a:pt x="1256219" y="2142"/>
                </a:lnTo>
                <a:lnTo>
                  <a:pt x="1280298" y="2142"/>
                </a:lnTo>
                <a:lnTo>
                  <a:pt x="1280298" y="24421"/>
                </a:lnTo>
                <a:lnTo>
                  <a:pt x="1256219" y="24421"/>
                </a:lnTo>
                <a:moveTo>
                  <a:pt x="1256219" y="127760"/>
                </a:moveTo>
                <a:lnTo>
                  <a:pt x="1256219" y="36760"/>
                </a:lnTo>
                <a:lnTo>
                  <a:pt x="1280298" y="36760"/>
                </a:lnTo>
                <a:lnTo>
                  <a:pt x="1280298" y="127760"/>
                </a:lnTo>
                <a:lnTo>
                  <a:pt x="1256219" y="127760"/>
                </a:lnTo>
                <a:close/>
                <a:moveTo>
                  <a:pt x="1330184" y="127760"/>
                </a:moveTo>
                <a:lnTo>
                  <a:pt x="1293510" y="36760"/>
                </a:lnTo>
                <a:lnTo>
                  <a:pt x="1318787" y="36760"/>
                </a:lnTo>
                <a:lnTo>
                  <a:pt x="1335925" y="83202"/>
                </a:lnTo>
                <a:lnTo>
                  <a:pt x="1340895" y="98712"/>
                </a:lnTo>
                <a:cubicBezTo>
                  <a:pt x="1342209" y="94770"/>
                  <a:pt x="1343037" y="92171"/>
                  <a:pt x="1343380" y="90914"/>
                </a:cubicBezTo>
                <a:cubicBezTo>
                  <a:pt x="1344179" y="88344"/>
                  <a:pt x="1345036" y="85773"/>
                  <a:pt x="1345950" y="83202"/>
                </a:cubicBezTo>
                <a:lnTo>
                  <a:pt x="1363259" y="36760"/>
                </a:lnTo>
                <a:lnTo>
                  <a:pt x="1388023" y="36760"/>
                </a:lnTo>
                <a:lnTo>
                  <a:pt x="1351863" y="127760"/>
                </a:lnTo>
                <a:lnTo>
                  <a:pt x="1330184" y="127760"/>
                </a:lnTo>
                <a:close/>
                <a:moveTo>
                  <a:pt x="1454888" y="98798"/>
                </a:moveTo>
                <a:lnTo>
                  <a:pt x="1478880" y="102825"/>
                </a:lnTo>
                <a:cubicBezTo>
                  <a:pt x="1475795" y="111622"/>
                  <a:pt x="1470926" y="118320"/>
                  <a:pt x="1464271" y="122919"/>
                </a:cubicBezTo>
                <a:cubicBezTo>
                  <a:pt x="1457615" y="127517"/>
                  <a:pt x="1449290" y="129816"/>
                  <a:pt x="1439293" y="129816"/>
                </a:cubicBezTo>
                <a:cubicBezTo>
                  <a:pt x="1423469" y="129816"/>
                  <a:pt x="1411758" y="124647"/>
                  <a:pt x="1404161" y="114307"/>
                </a:cubicBezTo>
                <a:cubicBezTo>
                  <a:pt x="1398163" y="106024"/>
                  <a:pt x="1395164" y="95570"/>
                  <a:pt x="1395164" y="82945"/>
                </a:cubicBezTo>
                <a:cubicBezTo>
                  <a:pt x="1395164" y="67864"/>
                  <a:pt x="1399105" y="56054"/>
                  <a:pt x="1406988" y="47514"/>
                </a:cubicBezTo>
                <a:cubicBezTo>
                  <a:pt x="1414872" y="38973"/>
                  <a:pt x="1424840" y="34703"/>
                  <a:pt x="1436893" y="34703"/>
                </a:cubicBezTo>
                <a:cubicBezTo>
                  <a:pt x="1450432" y="34703"/>
                  <a:pt x="1461114" y="39173"/>
                  <a:pt x="1468940" y="48113"/>
                </a:cubicBezTo>
                <a:cubicBezTo>
                  <a:pt x="1476767" y="57054"/>
                  <a:pt x="1480508" y="70749"/>
                  <a:pt x="1480166" y="89201"/>
                </a:cubicBezTo>
                <a:lnTo>
                  <a:pt x="1419842" y="89201"/>
                </a:lnTo>
                <a:cubicBezTo>
                  <a:pt x="1420013" y="96341"/>
                  <a:pt x="1421955" y="101897"/>
                  <a:pt x="1425668" y="105867"/>
                </a:cubicBezTo>
                <a:cubicBezTo>
                  <a:pt x="1429381" y="109837"/>
                  <a:pt x="1434009" y="111822"/>
                  <a:pt x="1439550" y="111822"/>
                </a:cubicBezTo>
                <a:cubicBezTo>
                  <a:pt x="1443320" y="111822"/>
                  <a:pt x="1446490" y="110794"/>
                  <a:pt x="1449061" y="108737"/>
                </a:cubicBezTo>
                <a:cubicBezTo>
                  <a:pt x="1451632" y="106681"/>
                  <a:pt x="1453574" y="103368"/>
                  <a:pt x="1454888" y="98798"/>
                </a:cubicBezTo>
                <a:moveTo>
                  <a:pt x="1456259" y="74462"/>
                </a:moveTo>
                <a:cubicBezTo>
                  <a:pt x="1456087" y="67493"/>
                  <a:pt x="1454288" y="62195"/>
                  <a:pt x="1450860" y="58567"/>
                </a:cubicBezTo>
                <a:cubicBezTo>
                  <a:pt x="1447433" y="54940"/>
                  <a:pt x="1443263" y="53126"/>
                  <a:pt x="1438350" y="53126"/>
                </a:cubicBezTo>
                <a:cubicBezTo>
                  <a:pt x="1433095" y="53126"/>
                  <a:pt x="1428753" y="55040"/>
                  <a:pt x="1425326" y="58867"/>
                </a:cubicBezTo>
                <a:cubicBezTo>
                  <a:pt x="1421898" y="62695"/>
                  <a:pt x="1420213" y="67893"/>
                  <a:pt x="1420270" y="74462"/>
                </a:cubicBezTo>
                <a:lnTo>
                  <a:pt x="1456259" y="74462"/>
                </a:lnTo>
                <a:close/>
                <a:moveTo>
                  <a:pt x="1581991" y="127760"/>
                </a:moveTo>
                <a:lnTo>
                  <a:pt x="1557913" y="127760"/>
                </a:lnTo>
                <a:lnTo>
                  <a:pt x="1557913" y="81317"/>
                </a:lnTo>
                <a:cubicBezTo>
                  <a:pt x="1557913" y="71492"/>
                  <a:pt x="1557399" y="65137"/>
                  <a:pt x="1556371" y="62252"/>
                </a:cubicBezTo>
                <a:cubicBezTo>
                  <a:pt x="1555343" y="59367"/>
                  <a:pt x="1553672" y="57125"/>
                  <a:pt x="1551358" y="55525"/>
                </a:cubicBezTo>
                <a:cubicBezTo>
                  <a:pt x="1549044" y="53926"/>
                  <a:pt x="1546260" y="53126"/>
                  <a:pt x="1543004" y="53126"/>
                </a:cubicBezTo>
                <a:cubicBezTo>
                  <a:pt x="1538833" y="53126"/>
                  <a:pt x="1535092" y="54269"/>
                  <a:pt x="1531778" y="56554"/>
                </a:cubicBezTo>
                <a:cubicBezTo>
                  <a:pt x="1528465" y="58839"/>
                  <a:pt x="1526195" y="61866"/>
                  <a:pt x="1524966" y="65637"/>
                </a:cubicBezTo>
                <a:cubicBezTo>
                  <a:pt x="1523738" y="69407"/>
                  <a:pt x="1523124" y="76376"/>
                  <a:pt x="1523124" y="86544"/>
                </a:cubicBezTo>
                <a:lnTo>
                  <a:pt x="1523124" y="127760"/>
                </a:lnTo>
                <a:lnTo>
                  <a:pt x="1499046" y="127760"/>
                </a:lnTo>
                <a:lnTo>
                  <a:pt x="1499046" y="36760"/>
                </a:lnTo>
                <a:lnTo>
                  <a:pt x="1521410" y="36760"/>
                </a:lnTo>
                <a:lnTo>
                  <a:pt x="1521410" y="50127"/>
                </a:lnTo>
                <a:cubicBezTo>
                  <a:pt x="1529351" y="39845"/>
                  <a:pt x="1539348" y="34703"/>
                  <a:pt x="1551401" y="34703"/>
                </a:cubicBezTo>
                <a:cubicBezTo>
                  <a:pt x="1556714" y="34703"/>
                  <a:pt x="1561569" y="35660"/>
                  <a:pt x="1565968" y="37574"/>
                </a:cubicBezTo>
                <a:cubicBezTo>
                  <a:pt x="1570366" y="39488"/>
                  <a:pt x="1573694" y="41930"/>
                  <a:pt x="1575950" y="44900"/>
                </a:cubicBezTo>
                <a:cubicBezTo>
                  <a:pt x="1578207" y="47871"/>
                  <a:pt x="1579778" y="51241"/>
                  <a:pt x="1580663" y="55011"/>
                </a:cubicBezTo>
                <a:cubicBezTo>
                  <a:pt x="1581549" y="58782"/>
                  <a:pt x="1581991" y="64180"/>
                  <a:pt x="1581991" y="71206"/>
                </a:cubicBezTo>
                <a:lnTo>
                  <a:pt x="1581991" y="127760"/>
                </a:lnTo>
                <a:close/>
                <a:moveTo>
                  <a:pt x="1696570" y="36760"/>
                </a:moveTo>
                <a:lnTo>
                  <a:pt x="1696570" y="55954"/>
                </a:lnTo>
                <a:lnTo>
                  <a:pt x="1680118" y="55954"/>
                </a:lnTo>
                <a:lnTo>
                  <a:pt x="1680118" y="92628"/>
                </a:lnTo>
                <a:cubicBezTo>
                  <a:pt x="1680118" y="100054"/>
                  <a:pt x="1680275" y="104382"/>
                  <a:pt x="1680589" y="105610"/>
                </a:cubicBezTo>
                <a:cubicBezTo>
                  <a:pt x="1680903" y="106838"/>
                  <a:pt x="1681617" y="107852"/>
                  <a:pt x="1682731" y="108652"/>
                </a:cubicBezTo>
                <a:cubicBezTo>
                  <a:pt x="1683845" y="109451"/>
                  <a:pt x="1685202" y="109851"/>
                  <a:pt x="1686802" y="109851"/>
                </a:cubicBezTo>
                <a:cubicBezTo>
                  <a:pt x="1689029" y="109851"/>
                  <a:pt x="1692257" y="109080"/>
                  <a:pt x="1696484" y="107538"/>
                </a:cubicBezTo>
                <a:lnTo>
                  <a:pt x="1698541" y="126218"/>
                </a:lnTo>
                <a:cubicBezTo>
                  <a:pt x="1692942" y="128617"/>
                  <a:pt x="1686602" y="129816"/>
                  <a:pt x="1679518" y="129816"/>
                </a:cubicBezTo>
                <a:cubicBezTo>
                  <a:pt x="1675177" y="129816"/>
                  <a:pt x="1671264" y="129088"/>
                  <a:pt x="1667779" y="127631"/>
                </a:cubicBezTo>
                <a:cubicBezTo>
                  <a:pt x="1664294" y="126175"/>
                  <a:pt x="1661738" y="124290"/>
                  <a:pt x="1660110" y="121976"/>
                </a:cubicBezTo>
                <a:cubicBezTo>
                  <a:pt x="1658482" y="119662"/>
                  <a:pt x="1657354" y="116535"/>
                  <a:pt x="1656725" y="112593"/>
                </a:cubicBezTo>
                <a:cubicBezTo>
                  <a:pt x="1656211" y="109794"/>
                  <a:pt x="1655954" y="104139"/>
                  <a:pt x="1655954" y="95627"/>
                </a:cubicBezTo>
                <a:lnTo>
                  <a:pt x="1655954" y="55954"/>
                </a:lnTo>
                <a:lnTo>
                  <a:pt x="1644900" y="55954"/>
                </a:lnTo>
                <a:lnTo>
                  <a:pt x="1644900" y="36760"/>
                </a:lnTo>
                <a:lnTo>
                  <a:pt x="1655954" y="36760"/>
                </a:lnTo>
                <a:lnTo>
                  <a:pt x="1655954" y="18680"/>
                </a:lnTo>
                <a:lnTo>
                  <a:pt x="1680118" y="4627"/>
                </a:lnTo>
                <a:lnTo>
                  <a:pt x="1680118" y="36760"/>
                </a:lnTo>
                <a:lnTo>
                  <a:pt x="1696570" y="36760"/>
                </a:lnTo>
                <a:close/>
                <a:moveTo>
                  <a:pt x="1736485" y="127760"/>
                </a:moveTo>
                <a:lnTo>
                  <a:pt x="1712407" y="127760"/>
                </a:lnTo>
                <a:lnTo>
                  <a:pt x="1712407" y="36760"/>
                </a:lnTo>
                <a:lnTo>
                  <a:pt x="1734772" y="36760"/>
                </a:lnTo>
                <a:lnTo>
                  <a:pt x="1734772" y="49699"/>
                </a:lnTo>
                <a:cubicBezTo>
                  <a:pt x="1738599" y="43586"/>
                  <a:pt x="1742041" y="39559"/>
                  <a:pt x="1745097" y="37617"/>
                </a:cubicBezTo>
                <a:cubicBezTo>
                  <a:pt x="1748153" y="35675"/>
                  <a:pt x="1751623" y="34703"/>
                  <a:pt x="1755508" y="34703"/>
                </a:cubicBezTo>
                <a:cubicBezTo>
                  <a:pt x="1760992" y="34703"/>
                  <a:pt x="1766276" y="36217"/>
                  <a:pt x="1771360" y="39245"/>
                </a:cubicBezTo>
                <a:lnTo>
                  <a:pt x="1763905" y="60238"/>
                </a:lnTo>
                <a:cubicBezTo>
                  <a:pt x="1759849" y="57611"/>
                  <a:pt x="1756079" y="56297"/>
                  <a:pt x="1752595" y="56297"/>
                </a:cubicBezTo>
                <a:cubicBezTo>
                  <a:pt x="1749224" y="56297"/>
                  <a:pt x="1746368" y="57225"/>
                  <a:pt x="1744026" y="59081"/>
                </a:cubicBezTo>
                <a:cubicBezTo>
                  <a:pt x="1741684" y="60938"/>
                  <a:pt x="1739841" y="64294"/>
                  <a:pt x="1738499" y="69150"/>
                </a:cubicBezTo>
                <a:cubicBezTo>
                  <a:pt x="1737157" y="74005"/>
                  <a:pt x="1736485" y="84174"/>
                  <a:pt x="1736485" y="99654"/>
                </a:cubicBezTo>
                <a:lnTo>
                  <a:pt x="1736485" y="127760"/>
                </a:lnTo>
                <a:close/>
                <a:moveTo>
                  <a:pt x="1841578" y="127760"/>
                </a:moveTo>
                <a:lnTo>
                  <a:pt x="1841578" y="114136"/>
                </a:lnTo>
                <a:cubicBezTo>
                  <a:pt x="1838265" y="118991"/>
                  <a:pt x="1833909" y="122819"/>
                  <a:pt x="1828511" y="125618"/>
                </a:cubicBezTo>
                <a:cubicBezTo>
                  <a:pt x="1823112" y="128417"/>
                  <a:pt x="1817414" y="129816"/>
                  <a:pt x="1811416" y="129816"/>
                </a:cubicBezTo>
                <a:cubicBezTo>
                  <a:pt x="1805304" y="129816"/>
                  <a:pt x="1799820" y="128474"/>
                  <a:pt x="1794964" y="125789"/>
                </a:cubicBezTo>
                <a:cubicBezTo>
                  <a:pt x="1790108" y="123104"/>
                  <a:pt x="1786595" y="119334"/>
                  <a:pt x="1784425" y="114478"/>
                </a:cubicBezTo>
                <a:cubicBezTo>
                  <a:pt x="1782254" y="109623"/>
                  <a:pt x="1781168" y="102911"/>
                  <a:pt x="1781168" y="94342"/>
                </a:cubicBezTo>
                <a:lnTo>
                  <a:pt x="1781168" y="36760"/>
                </a:lnTo>
                <a:lnTo>
                  <a:pt x="1805247" y="36760"/>
                </a:lnTo>
                <a:lnTo>
                  <a:pt x="1805247" y="78575"/>
                </a:lnTo>
                <a:cubicBezTo>
                  <a:pt x="1805247" y="91371"/>
                  <a:pt x="1805689" y="99212"/>
                  <a:pt x="1806575" y="102097"/>
                </a:cubicBezTo>
                <a:cubicBezTo>
                  <a:pt x="1807460" y="104981"/>
                  <a:pt x="1809074" y="107266"/>
                  <a:pt x="1811416" y="108952"/>
                </a:cubicBezTo>
                <a:cubicBezTo>
                  <a:pt x="1813758" y="110637"/>
                  <a:pt x="1816729" y="111479"/>
                  <a:pt x="1820328" y="111479"/>
                </a:cubicBezTo>
                <a:cubicBezTo>
                  <a:pt x="1824441" y="111479"/>
                  <a:pt x="1828125" y="110351"/>
                  <a:pt x="1831381" y="108095"/>
                </a:cubicBezTo>
                <a:cubicBezTo>
                  <a:pt x="1834637" y="105838"/>
                  <a:pt x="1836865" y="103039"/>
                  <a:pt x="1838065" y="99697"/>
                </a:cubicBezTo>
                <a:cubicBezTo>
                  <a:pt x="1839265" y="96355"/>
                  <a:pt x="1839864" y="88172"/>
                  <a:pt x="1839864" y="75148"/>
                </a:cubicBezTo>
                <a:lnTo>
                  <a:pt x="1839864" y="36760"/>
                </a:lnTo>
                <a:lnTo>
                  <a:pt x="1863942" y="36760"/>
                </a:lnTo>
                <a:lnTo>
                  <a:pt x="1863942" y="127760"/>
                </a:lnTo>
                <a:lnTo>
                  <a:pt x="1841578" y="127760"/>
                </a:lnTo>
                <a:close/>
                <a:moveTo>
                  <a:pt x="1941060" y="98798"/>
                </a:moveTo>
                <a:lnTo>
                  <a:pt x="1965052" y="102825"/>
                </a:lnTo>
                <a:cubicBezTo>
                  <a:pt x="1961967" y="111622"/>
                  <a:pt x="1957097" y="118320"/>
                  <a:pt x="1950442" y="122919"/>
                </a:cubicBezTo>
                <a:cubicBezTo>
                  <a:pt x="1943787" y="127517"/>
                  <a:pt x="1935461" y="129816"/>
                  <a:pt x="1925465" y="129816"/>
                </a:cubicBezTo>
                <a:cubicBezTo>
                  <a:pt x="1909641" y="129816"/>
                  <a:pt x="1897930" y="124647"/>
                  <a:pt x="1890333" y="114307"/>
                </a:cubicBezTo>
                <a:cubicBezTo>
                  <a:pt x="1884335" y="106024"/>
                  <a:pt x="1881336" y="95570"/>
                  <a:pt x="1881336" y="82945"/>
                </a:cubicBezTo>
                <a:cubicBezTo>
                  <a:pt x="1881336" y="67864"/>
                  <a:pt x="1885277" y="56054"/>
                  <a:pt x="1893160" y="47514"/>
                </a:cubicBezTo>
                <a:cubicBezTo>
                  <a:pt x="1901044" y="38973"/>
                  <a:pt x="1911012" y="34703"/>
                  <a:pt x="1923065" y="34703"/>
                </a:cubicBezTo>
                <a:cubicBezTo>
                  <a:pt x="1936604" y="34703"/>
                  <a:pt x="1947286" y="39173"/>
                  <a:pt x="1955112" y="48113"/>
                </a:cubicBezTo>
                <a:cubicBezTo>
                  <a:pt x="1962939" y="57054"/>
                  <a:pt x="1966680" y="70749"/>
                  <a:pt x="1966337" y="89201"/>
                </a:cubicBezTo>
                <a:lnTo>
                  <a:pt x="1906014" y="89201"/>
                </a:lnTo>
                <a:cubicBezTo>
                  <a:pt x="1906185" y="96341"/>
                  <a:pt x="1908127" y="101897"/>
                  <a:pt x="1911840" y="105867"/>
                </a:cubicBezTo>
                <a:cubicBezTo>
                  <a:pt x="1915553" y="109837"/>
                  <a:pt x="1920180" y="111822"/>
                  <a:pt x="1925722" y="111822"/>
                </a:cubicBezTo>
                <a:cubicBezTo>
                  <a:pt x="1929492" y="111822"/>
                  <a:pt x="1932662" y="110794"/>
                  <a:pt x="1935233" y="108737"/>
                </a:cubicBezTo>
                <a:cubicBezTo>
                  <a:pt x="1937804" y="106681"/>
                  <a:pt x="1939746" y="103368"/>
                  <a:pt x="1941060" y="98798"/>
                </a:cubicBezTo>
                <a:moveTo>
                  <a:pt x="1942431" y="74462"/>
                </a:moveTo>
                <a:cubicBezTo>
                  <a:pt x="1942259" y="67493"/>
                  <a:pt x="1940460" y="62195"/>
                  <a:pt x="1937032" y="58567"/>
                </a:cubicBezTo>
                <a:cubicBezTo>
                  <a:pt x="1933605" y="54940"/>
                  <a:pt x="1929435" y="53126"/>
                  <a:pt x="1924522" y="53126"/>
                </a:cubicBezTo>
                <a:cubicBezTo>
                  <a:pt x="1919266" y="53126"/>
                  <a:pt x="1914925" y="55040"/>
                  <a:pt x="1911498" y="58867"/>
                </a:cubicBezTo>
                <a:cubicBezTo>
                  <a:pt x="1908070" y="62695"/>
                  <a:pt x="1906385" y="67893"/>
                  <a:pt x="1906442" y="74462"/>
                </a:cubicBezTo>
                <a:lnTo>
                  <a:pt x="1942431" y="74462"/>
                </a:lnTo>
                <a:close/>
                <a:moveTo>
                  <a:pt x="2033304" y="127760"/>
                </a:moveTo>
                <a:lnTo>
                  <a:pt x="2033304" y="2142"/>
                </a:lnTo>
                <a:lnTo>
                  <a:pt x="2057383" y="2142"/>
                </a:lnTo>
                <a:lnTo>
                  <a:pt x="2057383" y="47385"/>
                </a:lnTo>
                <a:cubicBezTo>
                  <a:pt x="2064809" y="38931"/>
                  <a:pt x="2073606" y="34703"/>
                  <a:pt x="2083774" y="34703"/>
                </a:cubicBezTo>
                <a:cubicBezTo>
                  <a:pt x="2094857" y="34703"/>
                  <a:pt x="2104025" y="38716"/>
                  <a:pt x="2111280" y="46742"/>
                </a:cubicBezTo>
                <a:cubicBezTo>
                  <a:pt x="2118535" y="54769"/>
                  <a:pt x="2122162" y="66294"/>
                  <a:pt x="2122162" y="81317"/>
                </a:cubicBezTo>
                <a:cubicBezTo>
                  <a:pt x="2122162" y="96855"/>
                  <a:pt x="2118463" y="108823"/>
                  <a:pt x="2111066" y="117220"/>
                </a:cubicBezTo>
                <a:cubicBezTo>
                  <a:pt x="2103668" y="125618"/>
                  <a:pt x="2094685" y="129816"/>
                  <a:pt x="2084117" y="129816"/>
                </a:cubicBezTo>
                <a:cubicBezTo>
                  <a:pt x="2078919" y="129816"/>
                  <a:pt x="2073792" y="128517"/>
                  <a:pt x="2068736" y="125918"/>
                </a:cubicBezTo>
                <a:cubicBezTo>
                  <a:pt x="2063681" y="123318"/>
                  <a:pt x="2059325" y="119477"/>
                  <a:pt x="2055669" y="114393"/>
                </a:cubicBezTo>
                <a:lnTo>
                  <a:pt x="2055669" y="127760"/>
                </a:lnTo>
                <a:lnTo>
                  <a:pt x="2033304" y="127760"/>
                </a:lnTo>
                <a:moveTo>
                  <a:pt x="2057211" y="80289"/>
                </a:moveTo>
                <a:cubicBezTo>
                  <a:pt x="2057211" y="89715"/>
                  <a:pt x="2058696" y="96684"/>
                  <a:pt x="2061667" y="101197"/>
                </a:cubicBezTo>
                <a:cubicBezTo>
                  <a:pt x="2065837" y="107595"/>
                  <a:pt x="2071378" y="110794"/>
                  <a:pt x="2078290" y="110794"/>
                </a:cubicBezTo>
                <a:cubicBezTo>
                  <a:pt x="2083603" y="110794"/>
                  <a:pt x="2088130" y="108523"/>
                  <a:pt x="2091872" y="103982"/>
                </a:cubicBezTo>
                <a:cubicBezTo>
                  <a:pt x="2095613" y="99440"/>
                  <a:pt x="2097484" y="92285"/>
                  <a:pt x="2097484" y="82517"/>
                </a:cubicBezTo>
                <a:cubicBezTo>
                  <a:pt x="2097484" y="72120"/>
                  <a:pt x="2095599" y="64623"/>
                  <a:pt x="2091829" y="60024"/>
                </a:cubicBezTo>
                <a:cubicBezTo>
                  <a:pt x="2088059" y="55425"/>
                  <a:pt x="2083232" y="53126"/>
                  <a:pt x="2077348" y="53126"/>
                </a:cubicBezTo>
                <a:cubicBezTo>
                  <a:pt x="2071578" y="53126"/>
                  <a:pt x="2066780" y="55368"/>
                  <a:pt x="2062952" y="59853"/>
                </a:cubicBezTo>
                <a:cubicBezTo>
                  <a:pt x="2059125" y="64337"/>
                  <a:pt x="2057211" y="71149"/>
                  <a:pt x="2057211" y="80289"/>
                </a:cubicBezTo>
                <a:close/>
                <a:moveTo>
                  <a:pt x="2193709" y="98798"/>
                </a:moveTo>
                <a:lnTo>
                  <a:pt x="2217702" y="102825"/>
                </a:lnTo>
                <a:cubicBezTo>
                  <a:pt x="2214617" y="111622"/>
                  <a:pt x="2209747" y="118320"/>
                  <a:pt x="2203092" y="122919"/>
                </a:cubicBezTo>
                <a:cubicBezTo>
                  <a:pt x="2196437" y="127517"/>
                  <a:pt x="2188111" y="129816"/>
                  <a:pt x="2178114" y="129816"/>
                </a:cubicBezTo>
                <a:cubicBezTo>
                  <a:pt x="2162291" y="129816"/>
                  <a:pt x="2150580" y="124647"/>
                  <a:pt x="2142983" y="114307"/>
                </a:cubicBezTo>
                <a:cubicBezTo>
                  <a:pt x="2136984" y="106024"/>
                  <a:pt x="2133985" y="95570"/>
                  <a:pt x="2133985" y="82945"/>
                </a:cubicBezTo>
                <a:cubicBezTo>
                  <a:pt x="2133985" y="67864"/>
                  <a:pt x="2137927" y="56054"/>
                  <a:pt x="2145810" y="47514"/>
                </a:cubicBezTo>
                <a:cubicBezTo>
                  <a:pt x="2153693" y="38973"/>
                  <a:pt x="2163662" y="34703"/>
                  <a:pt x="2175715" y="34703"/>
                </a:cubicBezTo>
                <a:cubicBezTo>
                  <a:pt x="2189254" y="34703"/>
                  <a:pt x="2199936" y="39173"/>
                  <a:pt x="2207762" y="48113"/>
                </a:cubicBezTo>
                <a:cubicBezTo>
                  <a:pt x="2215588" y="57054"/>
                  <a:pt x="2219330" y="70749"/>
                  <a:pt x="2218987" y="89201"/>
                </a:cubicBezTo>
                <a:lnTo>
                  <a:pt x="2158663" y="89201"/>
                </a:lnTo>
                <a:cubicBezTo>
                  <a:pt x="2158835" y="96341"/>
                  <a:pt x="2160777" y="101897"/>
                  <a:pt x="2164490" y="105867"/>
                </a:cubicBezTo>
                <a:cubicBezTo>
                  <a:pt x="2168203" y="109837"/>
                  <a:pt x="2172830" y="111822"/>
                  <a:pt x="2178371" y="111822"/>
                </a:cubicBezTo>
                <a:cubicBezTo>
                  <a:pt x="2182142" y="111822"/>
                  <a:pt x="2185312" y="110794"/>
                  <a:pt x="2187883" y="108737"/>
                </a:cubicBezTo>
                <a:cubicBezTo>
                  <a:pt x="2190453" y="106681"/>
                  <a:pt x="2192396" y="103368"/>
                  <a:pt x="2193709" y="98798"/>
                </a:cubicBezTo>
                <a:moveTo>
                  <a:pt x="2195080" y="74462"/>
                </a:moveTo>
                <a:cubicBezTo>
                  <a:pt x="2194909" y="67493"/>
                  <a:pt x="2193110" y="62195"/>
                  <a:pt x="2189682" y="58567"/>
                </a:cubicBezTo>
                <a:cubicBezTo>
                  <a:pt x="2186255" y="54940"/>
                  <a:pt x="2182085" y="53126"/>
                  <a:pt x="2177172" y="53126"/>
                </a:cubicBezTo>
                <a:cubicBezTo>
                  <a:pt x="2171916" y="53126"/>
                  <a:pt x="2167575" y="55040"/>
                  <a:pt x="2164147" y="58867"/>
                </a:cubicBezTo>
                <a:cubicBezTo>
                  <a:pt x="2160720" y="62695"/>
                  <a:pt x="2159035" y="67893"/>
                  <a:pt x="2159092" y="74462"/>
                </a:cubicBezTo>
                <a:lnTo>
                  <a:pt x="2195080" y="74462"/>
                </a:lnTo>
                <a:close/>
                <a:moveTo>
                  <a:pt x="2238039" y="127760"/>
                </a:moveTo>
                <a:lnTo>
                  <a:pt x="2238039" y="2142"/>
                </a:lnTo>
                <a:lnTo>
                  <a:pt x="2262117" y="2142"/>
                </a:lnTo>
                <a:lnTo>
                  <a:pt x="2262117" y="127760"/>
                </a:lnTo>
                <a:lnTo>
                  <a:pt x="2238039" y="127760"/>
                </a:lnTo>
                <a:close/>
                <a:moveTo>
                  <a:pt x="2286982" y="24421"/>
                </a:moveTo>
                <a:lnTo>
                  <a:pt x="2286982" y="2142"/>
                </a:lnTo>
                <a:lnTo>
                  <a:pt x="2311060" y="2142"/>
                </a:lnTo>
                <a:lnTo>
                  <a:pt x="2311060" y="24421"/>
                </a:lnTo>
                <a:lnTo>
                  <a:pt x="2286982" y="24421"/>
                </a:lnTo>
                <a:moveTo>
                  <a:pt x="2286982" y="127760"/>
                </a:moveTo>
                <a:lnTo>
                  <a:pt x="2286982" y="36760"/>
                </a:lnTo>
                <a:lnTo>
                  <a:pt x="2311060" y="36760"/>
                </a:lnTo>
                <a:lnTo>
                  <a:pt x="2311060" y="127760"/>
                </a:lnTo>
                <a:lnTo>
                  <a:pt x="2286982" y="127760"/>
                </a:lnTo>
                <a:close/>
                <a:moveTo>
                  <a:pt x="2388624" y="98798"/>
                </a:moveTo>
                <a:lnTo>
                  <a:pt x="2412616" y="102825"/>
                </a:lnTo>
                <a:cubicBezTo>
                  <a:pt x="2409532" y="111622"/>
                  <a:pt x="2404662" y="118320"/>
                  <a:pt x="2398007" y="122919"/>
                </a:cubicBezTo>
                <a:cubicBezTo>
                  <a:pt x="2391352" y="127517"/>
                  <a:pt x="2383026" y="129816"/>
                  <a:pt x="2373029" y="129816"/>
                </a:cubicBezTo>
                <a:cubicBezTo>
                  <a:pt x="2357205" y="129816"/>
                  <a:pt x="2345495" y="124647"/>
                  <a:pt x="2337897" y="114307"/>
                </a:cubicBezTo>
                <a:cubicBezTo>
                  <a:pt x="2331899" y="106024"/>
                  <a:pt x="2328900" y="95570"/>
                  <a:pt x="2328900" y="82945"/>
                </a:cubicBezTo>
                <a:cubicBezTo>
                  <a:pt x="2328900" y="67864"/>
                  <a:pt x="2332841" y="56054"/>
                  <a:pt x="2340725" y="47514"/>
                </a:cubicBezTo>
                <a:cubicBezTo>
                  <a:pt x="2348608" y="38973"/>
                  <a:pt x="2358576" y="34703"/>
                  <a:pt x="2370630" y="34703"/>
                </a:cubicBezTo>
                <a:cubicBezTo>
                  <a:pt x="2384168" y="34703"/>
                  <a:pt x="2394850" y="39173"/>
                  <a:pt x="2402677" y="48113"/>
                </a:cubicBezTo>
                <a:cubicBezTo>
                  <a:pt x="2410503" y="57054"/>
                  <a:pt x="2414244" y="70749"/>
                  <a:pt x="2413902" y="89201"/>
                </a:cubicBezTo>
                <a:lnTo>
                  <a:pt x="2353578" y="89201"/>
                </a:lnTo>
                <a:cubicBezTo>
                  <a:pt x="2353749" y="96341"/>
                  <a:pt x="2355691" y="101897"/>
                  <a:pt x="2359404" y="105867"/>
                </a:cubicBezTo>
                <a:cubicBezTo>
                  <a:pt x="2363118" y="109837"/>
                  <a:pt x="2367745" y="111822"/>
                  <a:pt x="2373286" y="111822"/>
                </a:cubicBezTo>
                <a:cubicBezTo>
                  <a:pt x="2377056" y="111822"/>
                  <a:pt x="2380226" y="110794"/>
                  <a:pt x="2382797" y="108737"/>
                </a:cubicBezTo>
                <a:cubicBezTo>
                  <a:pt x="2385368" y="106681"/>
                  <a:pt x="2387310" y="103368"/>
                  <a:pt x="2388624" y="98798"/>
                </a:cubicBezTo>
                <a:moveTo>
                  <a:pt x="2389995" y="74462"/>
                </a:moveTo>
                <a:cubicBezTo>
                  <a:pt x="2389823" y="67493"/>
                  <a:pt x="2388024" y="62195"/>
                  <a:pt x="2384597" y="58567"/>
                </a:cubicBezTo>
                <a:cubicBezTo>
                  <a:pt x="2381169" y="54940"/>
                  <a:pt x="2376999" y="53126"/>
                  <a:pt x="2372086" y="53126"/>
                </a:cubicBezTo>
                <a:cubicBezTo>
                  <a:pt x="2366831" y="53126"/>
                  <a:pt x="2362489" y="55040"/>
                  <a:pt x="2359062" y="58867"/>
                </a:cubicBezTo>
                <a:cubicBezTo>
                  <a:pt x="2355634" y="62695"/>
                  <a:pt x="2353949" y="67893"/>
                  <a:pt x="2354006" y="74462"/>
                </a:cubicBezTo>
                <a:lnTo>
                  <a:pt x="2389995" y="74462"/>
                </a:lnTo>
                <a:close/>
                <a:moveTo>
                  <a:pt x="2422414" y="36760"/>
                </a:moveTo>
                <a:lnTo>
                  <a:pt x="2435781" y="36760"/>
                </a:lnTo>
                <a:lnTo>
                  <a:pt x="2435781" y="29905"/>
                </a:lnTo>
                <a:cubicBezTo>
                  <a:pt x="2435781" y="22250"/>
                  <a:pt x="2436595" y="16538"/>
                  <a:pt x="2438223" y="12767"/>
                </a:cubicBezTo>
                <a:cubicBezTo>
                  <a:pt x="2439851" y="8997"/>
                  <a:pt x="2442850" y="5927"/>
                  <a:pt x="2447220" y="3556"/>
                </a:cubicBezTo>
                <a:cubicBezTo>
                  <a:pt x="2451590" y="1185"/>
                  <a:pt x="2457117" y="0"/>
                  <a:pt x="2463801" y="0"/>
                </a:cubicBezTo>
                <a:cubicBezTo>
                  <a:pt x="2470656" y="0"/>
                  <a:pt x="2477368" y="1028"/>
                  <a:pt x="2483937" y="3085"/>
                </a:cubicBezTo>
                <a:lnTo>
                  <a:pt x="2480681" y="19879"/>
                </a:lnTo>
                <a:cubicBezTo>
                  <a:pt x="2476854" y="18965"/>
                  <a:pt x="2473169" y="18508"/>
                  <a:pt x="2469627" y="18508"/>
                </a:cubicBezTo>
                <a:cubicBezTo>
                  <a:pt x="2466143" y="18508"/>
                  <a:pt x="2463643" y="19323"/>
                  <a:pt x="2462130" y="20951"/>
                </a:cubicBezTo>
                <a:cubicBezTo>
                  <a:pt x="2460616" y="22579"/>
                  <a:pt x="2459859" y="25706"/>
                  <a:pt x="2459859" y="30333"/>
                </a:cubicBezTo>
                <a:lnTo>
                  <a:pt x="2459859" y="36760"/>
                </a:lnTo>
                <a:lnTo>
                  <a:pt x="2477853" y="36760"/>
                </a:lnTo>
                <a:lnTo>
                  <a:pt x="2477853" y="55697"/>
                </a:lnTo>
                <a:lnTo>
                  <a:pt x="2459859" y="55697"/>
                </a:lnTo>
                <a:lnTo>
                  <a:pt x="2459859" y="127760"/>
                </a:lnTo>
                <a:lnTo>
                  <a:pt x="2435781" y="127760"/>
                </a:lnTo>
                <a:lnTo>
                  <a:pt x="2435781" y="55697"/>
                </a:lnTo>
                <a:lnTo>
                  <a:pt x="2422414" y="55697"/>
                </a:lnTo>
                <a:lnTo>
                  <a:pt x="2422414" y="367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Scene:…Thelivingroomisfurnishedwitha">
            <a:extLst xmlns:a="http://schemas.openxmlformats.org/drawingml/2006/main">
              <a:ext uri="{FF2B5EF4-FFF2-40B4-BE49-F238E27FC236}">
                <a16:creationId xmlns:a16="http://schemas.microsoft.com/office/drawing/2014/main" id="{1BF52ADF-9126-4162-B986-95A5DFF2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86" y="4756289"/>
            <a:ext cx="2777137" cy="131753"/>
          </a:xfrm>
          <a:custGeom xmlns:a="http://schemas.openxmlformats.org/drawingml/2006/main">
            <a:pathLst>
              <a:path w="2777137" h="131753">
                <a:moveTo>
                  <a:pt x="0" y="69510"/>
                </a:moveTo>
                <a:lnTo>
                  <a:pt x="19742" y="67590"/>
                </a:lnTo>
                <a:cubicBezTo>
                  <a:pt x="20931" y="74217"/>
                  <a:pt x="23341" y="79084"/>
                  <a:pt x="26974" y="82191"/>
                </a:cubicBezTo>
                <a:cubicBezTo>
                  <a:pt x="30608" y="85299"/>
                  <a:pt x="35509" y="86853"/>
                  <a:pt x="41678" y="86853"/>
                </a:cubicBezTo>
                <a:cubicBezTo>
                  <a:pt x="48213" y="86853"/>
                  <a:pt x="53138" y="85470"/>
                  <a:pt x="56451" y="82705"/>
                </a:cubicBezTo>
                <a:cubicBezTo>
                  <a:pt x="59764" y="79941"/>
                  <a:pt x="61421" y="76707"/>
                  <a:pt x="61421" y="73006"/>
                </a:cubicBezTo>
                <a:cubicBezTo>
                  <a:pt x="61421" y="70629"/>
                  <a:pt x="60724" y="68607"/>
                  <a:pt x="59330" y="66939"/>
                </a:cubicBezTo>
                <a:cubicBezTo>
                  <a:pt x="57936" y="65271"/>
                  <a:pt x="55503" y="63820"/>
                  <a:pt x="52029" y="62586"/>
                </a:cubicBezTo>
                <a:cubicBezTo>
                  <a:pt x="49653" y="61763"/>
                  <a:pt x="44238" y="60301"/>
                  <a:pt x="35783" y="58199"/>
                </a:cubicBezTo>
                <a:cubicBezTo>
                  <a:pt x="24906" y="55503"/>
                  <a:pt x="17275" y="52189"/>
                  <a:pt x="12887" y="48259"/>
                </a:cubicBezTo>
                <a:cubicBezTo>
                  <a:pt x="6718" y="42729"/>
                  <a:pt x="3633" y="35989"/>
                  <a:pt x="3633" y="28037"/>
                </a:cubicBezTo>
                <a:cubicBezTo>
                  <a:pt x="3633" y="22919"/>
                  <a:pt x="5084" y="18131"/>
                  <a:pt x="7986" y="13676"/>
                </a:cubicBezTo>
                <a:cubicBezTo>
                  <a:pt x="10888" y="9220"/>
                  <a:pt x="15070" y="5827"/>
                  <a:pt x="20531" y="3496"/>
                </a:cubicBezTo>
                <a:cubicBezTo>
                  <a:pt x="25992" y="1165"/>
                  <a:pt x="32584" y="0"/>
                  <a:pt x="40307" y="0"/>
                </a:cubicBezTo>
                <a:cubicBezTo>
                  <a:pt x="52921" y="0"/>
                  <a:pt x="62415" y="2765"/>
                  <a:pt x="68790" y="8295"/>
                </a:cubicBezTo>
                <a:cubicBezTo>
                  <a:pt x="75165" y="13824"/>
                  <a:pt x="78513" y="21205"/>
                  <a:pt x="78832" y="30436"/>
                </a:cubicBezTo>
                <a:lnTo>
                  <a:pt x="58542" y="31327"/>
                </a:lnTo>
                <a:cubicBezTo>
                  <a:pt x="57673" y="26163"/>
                  <a:pt x="55811" y="22450"/>
                  <a:pt x="52955" y="20188"/>
                </a:cubicBezTo>
                <a:cubicBezTo>
                  <a:pt x="50099" y="17926"/>
                  <a:pt x="45814" y="16795"/>
                  <a:pt x="40102" y="16795"/>
                </a:cubicBezTo>
                <a:cubicBezTo>
                  <a:pt x="34206" y="16795"/>
                  <a:pt x="29591" y="18006"/>
                  <a:pt x="26255" y="20428"/>
                </a:cubicBezTo>
                <a:cubicBezTo>
                  <a:pt x="24107" y="21982"/>
                  <a:pt x="23033" y="24061"/>
                  <a:pt x="23033" y="26666"/>
                </a:cubicBezTo>
                <a:cubicBezTo>
                  <a:pt x="23033" y="29042"/>
                  <a:pt x="24038" y="31076"/>
                  <a:pt x="26049" y="32767"/>
                </a:cubicBezTo>
                <a:cubicBezTo>
                  <a:pt x="28608" y="34915"/>
                  <a:pt x="34823" y="37154"/>
                  <a:pt x="44695" y="39485"/>
                </a:cubicBezTo>
                <a:cubicBezTo>
                  <a:pt x="54566" y="41815"/>
                  <a:pt x="61866" y="44226"/>
                  <a:pt x="66596" y="46717"/>
                </a:cubicBezTo>
                <a:cubicBezTo>
                  <a:pt x="71326" y="49207"/>
                  <a:pt x="75028" y="52612"/>
                  <a:pt x="77701" y="56931"/>
                </a:cubicBezTo>
                <a:cubicBezTo>
                  <a:pt x="80375" y="61249"/>
                  <a:pt x="81712" y="66585"/>
                  <a:pt x="81712" y="72937"/>
                </a:cubicBezTo>
                <a:cubicBezTo>
                  <a:pt x="81712" y="78695"/>
                  <a:pt x="80112" y="84088"/>
                  <a:pt x="76913" y="89115"/>
                </a:cubicBezTo>
                <a:cubicBezTo>
                  <a:pt x="73714" y="94142"/>
                  <a:pt x="69190" y="97878"/>
                  <a:pt x="63340" y="100323"/>
                </a:cubicBezTo>
                <a:cubicBezTo>
                  <a:pt x="57491" y="102768"/>
                  <a:pt x="50201" y="103990"/>
                  <a:pt x="41473" y="103990"/>
                </a:cubicBezTo>
                <a:cubicBezTo>
                  <a:pt x="28768" y="103990"/>
                  <a:pt x="19011" y="101054"/>
                  <a:pt x="12202" y="95182"/>
                </a:cubicBezTo>
                <a:cubicBezTo>
                  <a:pt x="5393" y="89309"/>
                  <a:pt x="1325" y="80752"/>
                  <a:pt x="0" y="69510"/>
                </a:cubicBezTo>
                <a:close/>
                <a:moveTo>
                  <a:pt x="162023" y="50933"/>
                </a:moveTo>
                <a:lnTo>
                  <a:pt x="143035" y="54360"/>
                </a:lnTo>
                <a:cubicBezTo>
                  <a:pt x="142395" y="50567"/>
                  <a:pt x="140944" y="47711"/>
                  <a:pt x="138682" y="45791"/>
                </a:cubicBezTo>
                <a:cubicBezTo>
                  <a:pt x="136420" y="43872"/>
                  <a:pt x="133484" y="42912"/>
                  <a:pt x="129873" y="42912"/>
                </a:cubicBezTo>
                <a:cubicBezTo>
                  <a:pt x="125075" y="42912"/>
                  <a:pt x="121248" y="44569"/>
                  <a:pt x="118391" y="47882"/>
                </a:cubicBezTo>
                <a:cubicBezTo>
                  <a:pt x="115535" y="51195"/>
                  <a:pt x="114107" y="56736"/>
                  <a:pt x="114107" y="64505"/>
                </a:cubicBezTo>
                <a:cubicBezTo>
                  <a:pt x="114107" y="73143"/>
                  <a:pt x="115558" y="79244"/>
                  <a:pt x="118460" y="82808"/>
                </a:cubicBezTo>
                <a:cubicBezTo>
                  <a:pt x="121362" y="86373"/>
                  <a:pt x="125258" y="88155"/>
                  <a:pt x="130148" y="88155"/>
                </a:cubicBezTo>
                <a:cubicBezTo>
                  <a:pt x="133804" y="88155"/>
                  <a:pt x="136797" y="87116"/>
                  <a:pt x="139128" y="85036"/>
                </a:cubicBezTo>
                <a:cubicBezTo>
                  <a:pt x="141458" y="82957"/>
                  <a:pt x="143104" y="79381"/>
                  <a:pt x="144063" y="74308"/>
                </a:cubicBezTo>
                <a:lnTo>
                  <a:pt x="162983" y="77530"/>
                </a:lnTo>
                <a:cubicBezTo>
                  <a:pt x="161018" y="86213"/>
                  <a:pt x="157248" y="92771"/>
                  <a:pt x="151672" y="97204"/>
                </a:cubicBezTo>
                <a:cubicBezTo>
                  <a:pt x="146097" y="101637"/>
                  <a:pt x="138625" y="103853"/>
                  <a:pt x="129257" y="103853"/>
                </a:cubicBezTo>
                <a:cubicBezTo>
                  <a:pt x="118608" y="103853"/>
                  <a:pt x="110120" y="100494"/>
                  <a:pt x="103790" y="93776"/>
                </a:cubicBezTo>
                <a:cubicBezTo>
                  <a:pt x="97461" y="87058"/>
                  <a:pt x="94296" y="77758"/>
                  <a:pt x="94296" y="65876"/>
                </a:cubicBezTo>
                <a:cubicBezTo>
                  <a:pt x="94296" y="53857"/>
                  <a:pt x="97472" y="44500"/>
                  <a:pt x="103825" y="37805"/>
                </a:cubicBezTo>
                <a:cubicBezTo>
                  <a:pt x="110177" y="31110"/>
                  <a:pt x="118768" y="27763"/>
                  <a:pt x="129599" y="27763"/>
                </a:cubicBezTo>
                <a:cubicBezTo>
                  <a:pt x="138465" y="27763"/>
                  <a:pt x="145514" y="29671"/>
                  <a:pt x="150747" y="33487"/>
                </a:cubicBezTo>
                <a:cubicBezTo>
                  <a:pt x="155980" y="37303"/>
                  <a:pt x="159738" y="43118"/>
                  <a:pt x="162023" y="50933"/>
                </a:cubicBezTo>
                <a:close/>
                <a:moveTo>
                  <a:pt x="218523" y="79038"/>
                </a:moveTo>
                <a:lnTo>
                  <a:pt x="237717" y="82260"/>
                </a:lnTo>
                <a:cubicBezTo>
                  <a:pt x="235249" y="89298"/>
                  <a:pt x="231353" y="94656"/>
                  <a:pt x="226029" y="98335"/>
                </a:cubicBezTo>
                <a:cubicBezTo>
                  <a:pt x="220705" y="102014"/>
                  <a:pt x="214044" y="103853"/>
                  <a:pt x="206047" y="103853"/>
                </a:cubicBezTo>
                <a:cubicBezTo>
                  <a:pt x="193388" y="103853"/>
                  <a:pt x="184019" y="99717"/>
                  <a:pt x="177941" y="91446"/>
                </a:cubicBezTo>
                <a:cubicBezTo>
                  <a:pt x="173143" y="84819"/>
                  <a:pt x="170743" y="76456"/>
                  <a:pt x="170743" y="66356"/>
                </a:cubicBezTo>
                <a:cubicBezTo>
                  <a:pt x="170743" y="54292"/>
                  <a:pt x="173897" y="44843"/>
                  <a:pt x="180203" y="38011"/>
                </a:cubicBezTo>
                <a:cubicBezTo>
                  <a:pt x="186510" y="31179"/>
                  <a:pt x="194485" y="27763"/>
                  <a:pt x="204127" y="27763"/>
                </a:cubicBezTo>
                <a:cubicBezTo>
                  <a:pt x="214958" y="27763"/>
                  <a:pt x="223504" y="31339"/>
                  <a:pt x="229765" y="38491"/>
                </a:cubicBezTo>
                <a:cubicBezTo>
                  <a:pt x="236026" y="45643"/>
                  <a:pt x="239019" y="56599"/>
                  <a:pt x="238745" y="71360"/>
                </a:cubicBezTo>
                <a:lnTo>
                  <a:pt x="190486" y="71360"/>
                </a:lnTo>
                <a:cubicBezTo>
                  <a:pt x="190623" y="77073"/>
                  <a:pt x="192177" y="81517"/>
                  <a:pt x="195147" y="84693"/>
                </a:cubicBezTo>
                <a:cubicBezTo>
                  <a:pt x="198118" y="87870"/>
                  <a:pt x="201819" y="89458"/>
                  <a:pt x="206252" y="89458"/>
                </a:cubicBezTo>
                <a:cubicBezTo>
                  <a:pt x="209268" y="89458"/>
                  <a:pt x="211805" y="88635"/>
                  <a:pt x="213861" y="86990"/>
                </a:cubicBezTo>
                <a:cubicBezTo>
                  <a:pt x="215918" y="85345"/>
                  <a:pt x="217472" y="82694"/>
                  <a:pt x="218523" y="79038"/>
                </a:cubicBezTo>
                <a:moveTo>
                  <a:pt x="219620" y="59570"/>
                </a:moveTo>
                <a:cubicBezTo>
                  <a:pt x="219482" y="53994"/>
                  <a:pt x="218043" y="49756"/>
                  <a:pt x="215301" y="46854"/>
                </a:cubicBezTo>
                <a:cubicBezTo>
                  <a:pt x="212559" y="43952"/>
                  <a:pt x="209223" y="42501"/>
                  <a:pt x="205293" y="42501"/>
                </a:cubicBezTo>
                <a:cubicBezTo>
                  <a:pt x="201088" y="42501"/>
                  <a:pt x="197615" y="44032"/>
                  <a:pt x="194873" y="47094"/>
                </a:cubicBezTo>
                <a:cubicBezTo>
                  <a:pt x="192131" y="50156"/>
                  <a:pt x="190783" y="54314"/>
                  <a:pt x="190829" y="59570"/>
                </a:cubicBezTo>
                <a:lnTo>
                  <a:pt x="219620" y="59570"/>
                </a:lnTo>
                <a:close/>
                <a:moveTo>
                  <a:pt x="320402" y="102208"/>
                </a:moveTo>
                <a:lnTo>
                  <a:pt x="301140" y="102208"/>
                </a:lnTo>
                <a:lnTo>
                  <a:pt x="301140" y="65054"/>
                </a:lnTo>
                <a:cubicBezTo>
                  <a:pt x="301140" y="57193"/>
                  <a:pt x="300728" y="52109"/>
                  <a:pt x="299906" y="49802"/>
                </a:cubicBezTo>
                <a:cubicBezTo>
                  <a:pt x="299083" y="47494"/>
                  <a:pt x="297746" y="45700"/>
                  <a:pt x="295895" y="44420"/>
                </a:cubicBezTo>
                <a:cubicBezTo>
                  <a:pt x="294045" y="43141"/>
                  <a:pt x="291817" y="42501"/>
                  <a:pt x="289212" y="42501"/>
                </a:cubicBezTo>
                <a:cubicBezTo>
                  <a:pt x="285876" y="42501"/>
                  <a:pt x="282882" y="43415"/>
                  <a:pt x="280232" y="45243"/>
                </a:cubicBezTo>
                <a:cubicBezTo>
                  <a:pt x="277581" y="47071"/>
                  <a:pt x="275765" y="49493"/>
                  <a:pt x="274782" y="52509"/>
                </a:cubicBezTo>
                <a:cubicBezTo>
                  <a:pt x="273800" y="55525"/>
                  <a:pt x="273308" y="61101"/>
                  <a:pt x="273308" y="69235"/>
                </a:cubicBezTo>
                <a:lnTo>
                  <a:pt x="273308" y="102208"/>
                </a:lnTo>
                <a:lnTo>
                  <a:pt x="254046" y="102208"/>
                </a:lnTo>
                <a:lnTo>
                  <a:pt x="254046" y="29408"/>
                </a:lnTo>
                <a:lnTo>
                  <a:pt x="271937" y="29408"/>
                </a:lnTo>
                <a:lnTo>
                  <a:pt x="271937" y="40102"/>
                </a:lnTo>
                <a:cubicBezTo>
                  <a:pt x="278290" y="31876"/>
                  <a:pt x="286287" y="27763"/>
                  <a:pt x="295930" y="27763"/>
                </a:cubicBezTo>
                <a:cubicBezTo>
                  <a:pt x="300180" y="27763"/>
                  <a:pt x="304064" y="28528"/>
                  <a:pt x="307583" y="30059"/>
                </a:cubicBezTo>
                <a:cubicBezTo>
                  <a:pt x="311102" y="31590"/>
                  <a:pt x="313764" y="33544"/>
                  <a:pt x="315569" y="35920"/>
                </a:cubicBezTo>
                <a:cubicBezTo>
                  <a:pt x="317374" y="38297"/>
                  <a:pt x="318631" y="40993"/>
                  <a:pt x="319340" y="44009"/>
                </a:cubicBezTo>
                <a:cubicBezTo>
                  <a:pt x="320048" y="47025"/>
                  <a:pt x="320402" y="51344"/>
                  <a:pt x="320402" y="56965"/>
                </a:cubicBezTo>
                <a:lnTo>
                  <a:pt x="320402" y="102208"/>
                </a:lnTo>
                <a:close/>
                <a:moveTo>
                  <a:pt x="382021" y="79038"/>
                </a:moveTo>
                <a:lnTo>
                  <a:pt x="401215" y="82260"/>
                </a:lnTo>
                <a:cubicBezTo>
                  <a:pt x="398747" y="89298"/>
                  <a:pt x="394851" y="94656"/>
                  <a:pt x="389527" y="98335"/>
                </a:cubicBezTo>
                <a:cubicBezTo>
                  <a:pt x="384203" y="102014"/>
                  <a:pt x="377543" y="103853"/>
                  <a:pt x="369545" y="103853"/>
                </a:cubicBezTo>
                <a:cubicBezTo>
                  <a:pt x="356886" y="103853"/>
                  <a:pt x="347518" y="99717"/>
                  <a:pt x="341440" y="91446"/>
                </a:cubicBezTo>
                <a:cubicBezTo>
                  <a:pt x="336641" y="84819"/>
                  <a:pt x="334242" y="76456"/>
                  <a:pt x="334242" y="66356"/>
                </a:cubicBezTo>
                <a:cubicBezTo>
                  <a:pt x="334242" y="54292"/>
                  <a:pt x="337395" y="44843"/>
                  <a:pt x="343702" y="38011"/>
                </a:cubicBezTo>
                <a:cubicBezTo>
                  <a:pt x="350008" y="31179"/>
                  <a:pt x="357983" y="27763"/>
                  <a:pt x="367626" y="27763"/>
                </a:cubicBezTo>
                <a:cubicBezTo>
                  <a:pt x="378457" y="27763"/>
                  <a:pt x="387003" y="31339"/>
                  <a:pt x="393263" y="38491"/>
                </a:cubicBezTo>
                <a:cubicBezTo>
                  <a:pt x="399524" y="45643"/>
                  <a:pt x="402518" y="56599"/>
                  <a:pt x="402243" y="71360"/>
                </a:cubicBezTo>
                <a:lnTo>
                  <a:pt x="353984" y="71360"/>
                </a:lnTo>
                <a:cubicBezTo>
                  <a:pt x="354121" y="77073"/>
                  <a:pt x="355675" y="81517"/>
                  <a:pt x="358646" y="84693"/>
                </a:cubicBezTo>
                <a:cubicBezTo>
                  <a:pt x="361616" y="87870"/>
                  <a:pt x="365318" y="89458"/>
                  <a:pt x="369751" y="89458"/>
                </a:cubicBezTo>
                <a:cubicBezTo>
                  <a:pt x="372767" y="89458"/>
                  <a:pt x="375303" y="88635"/>
                  <a:pt x="377360" y="86990"/>
                </a:cubicBezTo>
                <a:cubicBezTo>
                  <a:pt x="379416" y="85345"/>
                  <a:pt x="380970" y="82694"/>
                  <a:pt x="382021" y="79038"/>
                </a:cubicBezTo>
                <a:moveTo>
                  <a:pt x="383118" y="59570"/>
                </a:moveTo>
                <a:cubicBezTo>
                  <a:pt x="382981" y="53994"/>
                  <a:pt x="381541" y="49756"/>
                  <a:pt x="378799" y="46854"/>
                </a:cubicBezTo>
                <a:cubicBezTo>
                  <a:pt x="376057" y="43952"/>
                  <a:pt x="372721" y="42501"/>
                  <a:pt x="368791" y="42501"/>
                </a:cubicBezTo>
                <a:cubicBezTo>
                  <a:pt x="364587" y="42501"/>
                  <a:pt x="361114" y="44032"/>
                  <a:pt x="358372" y="47094"/>
                </a:cubicBezTo>
                <a:cubicBezTo>
                  <a:pt x="355630" y="50156"/>
                  <a:pt x="354281" y="54314"/>
                  <a:pt x="354327" y="59570"/>
                </a:cubicBezTo>
                <a:lnTo>
                  <a:pt x="383118" y="59570"/>
                </a:lnTo>
                <a:close/>
                <a:moveTo>
                  <a:pt x="421383" y="48670"/>
                </a:moveTo>
                <a:lnTo>
                  <a:pt x="421383" y="29408"/>
                </a:lnTo>
                <a:lnTo>
                  <a:pt x="440646" y="29408"/>
                </a:lnTo>
                <a:lnTo>
                  <a:pt x="440646" y="48670"/>
                </a:lnTo>
                <a:lnTo>
                  <a:pt x="421383" y="48670"/>
                </a:lnTo>
                <a:moveTo>
                  <a:pt x="421383" y="102208"/>
                </a:moveTo>
                <a:lnTo>
                  <a:pt x="421383" y="82945"/>
                </a:lnTo>
                <a:lnTo>
                  <a:pt x="440646" y="82945"/>
                </a:lnTo>
                <a:lnTo>
                  <a:pt x="440646" y="102208"/>
                </a:lnTo>
                <a:lnTo>
                  <a:pt x="421383" y="102208"/>
                </a:lnTo>
                <a:close/>
                <a:moveTo>
                  <a:pt x="508764" y="102208"/>
                </a:moveTo>
                <a:lnTo>
                  <a:pt x="508764" y="88155"/>
                </a:lnTo>
                <a:lnTo>
                  <a:pt x="522817" y="88155"/>
                </a:lnTo>
                <a:lnTo>
                  <a:pt x="522817" y="102208"/>
                </a:lnTo>
                <a:lnTo>
                  <a:pt x="508764" y="102208"/>
                </a:lnTo>
                <a:moveTo>
                  <a:pt x="555584" y="102208"/>
                </a:moveTo>
                <a:lnTo>
                  <a:pt x="555584" y="88155"/>
                </a:lnTo>
                <a:lnTo>
                  <a:pt x="569637" y="88155"/>
                </a:lnTo>
                <a:lnTo>
                  <a:pt x="569637" y="102208"/>
                </a:lnTo>
                <a:lnTo>
                  <a:pt x="555584" y="102208"/>
                </a:lnTo>
                <a:moveTo>
                  <a:pt x="602335" y="102208"/>
                </a:moveTo>
                <a:lnTo>
                  <a:pt x="602335" y="88155"/>
                </a:lnTo>
                <a:lnTo>
                  <a:pt x="616456" y="88155"/>
                </a:lnTo>
                <a:lnTo>
                  <a:pt x="616456" y="102208"/>
                </a:lnTo>
                <a:lnTo>
                  <a:pt x="602335" y="102208"/>
                </a:lnTo>
                <a:close/>
                <a:moveTo>
                  <a:pt x="704612" y="102208"/>
                </a:moveTo>
                <a:lnTo>
                  <a:pt x="704612" y="13573"/>
                </a:lnTo>
                <a:lnTo>
                  <a:pt x="671503" y="13573"/>
                </a:lnTo>
                <a:lnTo>
                  <a:pt x="671503" y="1714"/>
                </a:lnTo>
                <a:lnTo>
                  <a:pt x="751158" y="1714"/>
                </a:lnTo>
                <a:lnTo>
                  <a:pt x="751158" y="13573"/>
                </a:lnTo>
                <a:lnTo>
                  <a:pt x="717911" y="13573"/>
                </a:lnTo>
                <a:lnTo>
                  <a:pt x="717911" y="102208"/>
                </a:lnTo>
                <a:lnTo>
                  <a:pt x="704612" y="102208"/>
                </a:lnTo>
                <a:close/>
                <a:moveTo>
                  <a:pt x="763146" y="102208"/>
                </a:moveTo>
                <a:lnTo>
                  <a:pt x="763146" y="1714"/>
                </a:lnTo>
                <a:lnTo>
                  <a:pt x="775485" y="1714"/>
                </a:lnTo>
                <a:lnTo>
                  <a:pt x="775485" y="37771"/>
                </a:lnTo>
                <a:cubicBezTo>
                  <a:pt x="781244" y="31099"/>
                  <a:pt x="788510" y="27763"/>
                  <a:pt x="797284" y="27763"/>
                </a:cubicBezTo>
                <a:cubicBezTo>
                  <a:pt x="802677" y="27763"/>
                  <a:pt x="807361" y="28825"/>
                  <a:pt x="811337" y="30950"/>
                </a:cubicBezTo>
                <a:cubicBezTo>
                  <a:pt x="815313" y="33075"/>
                  <a:pt x="818158" y="36012"/>
                  <a:pt x="819872" y="39759"/>
                </a:cubicBezTo>
                <a:cubicBezTo>
                  <a:pt x="821585" y="43506"/>
                  <a:pt x="822442" y="48945"/>
                  <a:pt x="822442" y="56074"/>
                </a:cubicBezTo>
                <a:lnTo>
                  <a:pt x="822442" y="102208"/>
                </a:lnTo>
                <a:lnTo>
                  <a:pt x="810103" y="102208"/>
                </a:lnTo>
                <a:lnTo>
                  <a:pt x="810103" y="56074"/>
                </a:lnTo>
                <a:cubicBezTo>
                  <a:pt x="810103" y="49904"/>
                  <a:pt x="808766" y="45414"/>
                  <a:pt x="806093" y="42604"/>
                </a:cubicBezTo>
                <a:cubicBezTo>
                  <a:pt x="803420" y="39793"/>
                  <a:pt x="799638" y="38388"/>
                  <a:pt x="794748" y="38388"/>
                </a:cubicBezTo>
                <a:cubicBezTo>
                  <a:pt x="791092" y="38388"/>
                  <a:pt x="787653" y="39336"/>
                  <a:pt x="784431" y="41233"/>
                </a:cubicBezTo>
                <a:cubicBezTo>
                  <a:pt x="781209" y="43129"/>
                  <a:pt x="778913" y="45700"/>
                  <a:pt x="777542" y="48945"/>
                </a:cubicBezTo>
                <a:cubicBezTo>
                  <a:pt x="776171" y="52189"/>
                  <a:pt x="775485" y="56668"/>
                  <a:pt x="775485" y="62380"/>
                </a:cubicBezTo>
                <a:lnTo>
                  <a:pt x="775485" y="102208"/>
                </a:lnTo>
                <a:lnTo>
                  <a:pt x="763146" y="102208"/>
                </a:lnTo>
                <a:close/>
                <a:moveTo>
                  <a:pt x="890801" y="78764"/>
                </a:moveTo>
                <a:lnTo>
                  <a:pt x="903551" y="80341"/>
                </a:lnTo>
                <a:cubicBezTo>
                  <a:pt x="901540" y="87790"/>
                  <a:pt x="897816" y="93571"/>
                  <a:pt x="892377" y="97684"/>
                </a:cubicBezTo>
                <a:cubicBezTo>
                  <a:pt x="886939" y="101797"/>
                  <a:pt x="879993" y="103853"/>
                  <a:pt x="871538" y="103853"/>
                </a:cubicBezTo>
                <a:cubicBezTo>
                  <a:pt x="860890" y="103853"/>
                  <a:pt x="852447" y="100574"/>
                  <a:pt x="846209" y="94016"/>
                </a:cubicBezTo>
                <a:cubicBezTo>
                  <a:pt x="839971" y="87458"/>
                  <a:pt x="836852" y="78261"/>
                  <a:pt x="836852" y="66425"/>
                </a:cubicBezTo>
                <a:cubicBezTo>
                  <a:pt x="836852" y="54177"/>
                  <a:pt x="840005" y="44672"/>
                  <a:pt x="846312" y="37908"/>
                </a:cubicBezTo>
                <a:cubicBezTo>
                  <a:pt x="852618" y="31145"/>
                  <a:pt x="860799" y="27763"/>
                  <a:pt x="870853" y="27763"/>
                </a:cubicBezTo>
                <a:cubicBezTo>
                  <a:pt x="880587" y="27763"/>
                  <a:pt x="888538" y="31076"/>
                  <a:pt x="894708" y="37702"/>
                </a:cubicBezTo>
                <a:cubicBezTo>
                  <a:pt x="900877" y="44329"/>
                  <a:pt x="903962" y="53652"/>
                  <a:pt x="903962" y="65671"/>
                </a:cubicBezTo>
                <a:cubicBezTo>
                  <a:pt x="903962" y="66402"/>
                  <a:pt x="903939" y="67499"/>
                  <a:pt x="903894" y="68961"/>
                </a:cubicBezTo>
                <a:lnTo>
                  <a:pt x="849602" y="68961"/>
                </a:lnTo>
                <a:cubicBezTo>
                  <a:pt x="850059" y="76959"/>
                  <a:pt x="852321" y="83083"/>
                  <a:pt x="856389" y="87333"/>
                </a:cubicBezTo>
                <a:cubicBezTo>
                  <a:pt x="860456" y="91583"/>
                  <a:pt x="865529" y="93708"/>
                  <a:pt x="871607" y="93708"/>
                </a:cubicBezTo>
                <a:cubicBezTo>
                  <a:pt x="876131" y="93708"/>
                  <a:pt x="879993" y="92520"/>
                  <a:pt x="883192" y="90143"/>
                </a:cubicBezTo>
                <a:cubicBezTo>
                  <a:pt x="886391" y="87767"/>
                  <a:pt x="888927" y="83974"/>
                  <a:pt x="890801" y="78764"/>
                </a:cubicBezTo>
                <a:moveTo>
                  <a:pt x="850288" y="58816"/>
                </a:moveTo>
                <a:lnTo>
                  <a:pt x="890938" y="58816"/>
                </a:lnTo>
                <a:cubicBezTo>
                  <a:pt x="890389" y="52692"/>
                  <a:pt x="888835" y="48099"/>
                  <a:pt x="886276" y="45037"/>
                </a:cubicBezTo>
                <a:cubicBezTo>
                  <a:pt x="882346" y="40285"/>
                  <a:pt x="877251" y="37908"/>
                  <a:pt x="870990" y="37908"/>
                </a:cubicBezTo>
                <a:cubicBezTo>
                  <a:pt x="865323" y="37908"/>
                  <a:pt x="860559" y="39805"/>
                  <a:pt x="856697" y="43598"/>
                </a:cubicBezTo>
                <a:cubicBezTo>
                  <a:pt x="852835" y="47391"/>
                  <a:pt x="850699" y="52464"/>
                  <a:pt x="850288" y="58816"/>
                </a:cubicBezTo>
                <a:close/>
                <a:moveTo>
                  <a:pt x="957018" y="102208"/>
                </a:moveTo>
                <a:lnTo>
                  <a:pt x="957018" y="1714"/>
                </a:lnTo>
                <a:lnTo>
                  <a:pt x="969357" y="1714"/>
                </a:lnTo>
                <a:lnTo>
                  <a:pt x="969357" y="102208"/>
                </a:lnTo>
                <a:lnTo>
                  <a:pt x="957018" y="102208"/>
                </a:lnTo>
                <a:close/>
                <a:moveTo>
                  <a:pt x="988850" y="15904"/>
                </a:moveTo>
                <a:lnTo>
                  <a:pt x="988850" y="1714"/>
                </a:lnTo>
                <a:lnTo>
                  <a:pt x="1001189" y="1714"/>
                </a:lnTo>
                <a:lnTo>
                  <a:pt x="1001189" y="15904"/>
                </a:lnTo>
                <a:lnTo>
                  <a:pt x="988850" y="15904"/>
                </a:lnTo>
                <a:moveTo>
                  <a:pt x="988850" y="102208"/>
                </a:moveTo>
                <a:lnTo>
                  <a:pt x="988850" y="29408"/>
                </a:lnTo>
                <a:lnTo>
                  <a:pt x="1001189" y="29408"/>
                </a:lnTo>
                <a:lnTo>
                  <a:pt x="1001189" y="102208"/>
                </a:lnTo>
                <a:lnTo>
                  <a:pt x="988850" y="102208"/>
                </a:lnTo>
                <a:close/>
                <a:moveTo>
                  <a:pt x="1040493" y="102208"/>
                </a:moveTo>
                <a:lnTo>
                  <a:pt x="1012799" y="29408"/>
                </a:lnTo>
                <a:lnTo>
                  <a:pt x="1025824" y="29408"/>
                </a:lnTo>
                <a:lnTo>
                  <a:pt x="1041453" y="73006"/>
                </a:lnTo>
                <a:cubicBezTo>
                  <a:pt x="1043144" y="77713"/>
                  <a:pt x="1044698" y="82603"/>
                  <a:pt x="1046115" y="87675"/>
                </a:cubicBezTo>
                <a:cubicBezTo>
                  <a:pt x="1047211" y="83837"/>
                  <a:pt x="1048742" y="79221"/>
                  <a:pt x="1050707" y="73828"/>
                </a:cubicBezTo>
                <a:lnTo>
                  <a:pt x="1066885" y="29408"/>
                </a:lnTo>
                <a:lnTo>
                  <a:pt x="1079567" y="29408"/>
                </a:lnTo>
                <a:lnTo>
                  <a:pt x="1052010" y="102208"/>
                </a:lnTo>
                <a:lnTo>
                  <a:pt x="1040493" y="102208"/>
                </a:lnTo>
                <a:close/>
                <a:moveTo>
                  <a:pt x="1090296" y="15904"/>
                </a:moveTo>
                <a:lnTo>
                  <a:pt x="1090296" y="1714"/>
                </a:lnTo>
                <a:lnTo>
                  <a:pt x="1102635" y="1714"/>
                </a:lnTo>
                <a:lnTo>
                  <a:pt x="1102635" y="15904"/>
                </a:lnTo>
                <a:lnTo>
                  <a:pt x="1090296" y="15904"/>
                </a:lnTo>
                <a:moveTo>
                  <a:pt x="1090296" y="102208"/>
                </a:moveTo>
                <a:lnTo>
                  <a:pt x="1090296" y="29408"/>
                </a:lnTo>
                <a:lnTo>
                  <a:pt x="1102635" y="29408"/>
                </a:lnTo>
                <a:lnTo>
                  <a:pt x="1102635" y="102208"/>
                </a:lnTo>
                <a:lnTo>
                  <a:pt x="1090296" y="102208"/>
                </a:lnTo>
                <a:close/>
                <a:moveTo>
                  <a:pt x="1121717" y="102208"/>
                </a:moveTo>
                <a:lnTo>
                  <a:pt x="1121717" y="29408"/>
                </a:lnTo>
                <a:lnTo>
                  <a:pt x="1132822" y="29408"/>
                </a:lnTo>
                <a:lnTo>
                  <a:pt x="1132822" y="39759"/>
                </a:lnTo>
                <a:cubicBezTo>
                  <a:pt x="1138169" y="31761"/>
                  <a:pt x="1145892" y="27763"/>
                  <a:pt x="1155992" y="27763"/>
                </a:cubicBezTo>
                <a:cubicBezTo>
                  <a:pt x="1160379" y="27763"/>
                  <a:pt x="1164412" y="28551"/>
                  <a:pt x="1168091" y="30128"/>
                </a:cubicBezTo>
                <a:cubicBezTo>
                  <a:pt x="1171770" y="31704"/>
                  <a:pt x="1174523" y="33772"/>
                  <a:pt x="1176351" y="36331"/>
                </a:cubicBezTo>
                <a:cubicBezTo>
                  <a:pt x="1178179" y="38891"/>
                  <a:pt x="1179459" y="41930"/>
                  <a:pt x="1180190" y="45449"/>
                </a:cubicBezTo>
                <a:cubicBezTo>
                  <a:pt x="1180647" y="47734"/>
                  <a:pt x="1180876" y="51732"/>
                  <a:pt x="1180876" y="57445"/>
                </a:cubicBezTo>
                <a:lnTo>
                  <a:pt x="1180876" y="102208"/>
                </a:lnTo>
                <a:lnTo>
                  <a:pt x="1168537" y="102208"/>
                </a:lnTo>
                <a:lnTo>
                  <a:pt x="1168537" y="57925"/>
                </a:lnTo>
                <a:cubicBezTo>
                  <a:pt x="1168537" y="52898"/>
                  <a:pt x="1168057" y="49139"/>
                  <a:pt x="1167097" y="46648"/>
                </a:cubicBezTo>
                <a:cubicBezTo>
                  <a:pt x="1166138" y="44158"/>
                  <a:pt x="1164435" y="42170"/>
                  <a:pt x="1161990" y="40684"/>
                </a:cubicBezTo>
                <a:cubicBezTo>
                  <a:pt x="1159545" y="39199"/>
                  <a:pt x="1156678" y="38457"/>
                  <a:pt x="1153387" y="38457"/>
                </a:cubicBezTo>
                <a:cubicBezTo>
                  <a:pt x="1148132" y="38457"/>
                  <a:pt x="1143596" y="40125"/>
                  <a:pt x="1139780" y="43461"/>
                </a:cubicBezTo>
                <a:cubicBezTo>
                  <a:pt x="1135964" y="46797"/>
                  <a:pt x="1134056" y="53126"/>
                  <a:pt x="1134056" y="62449"/>
                </a:cubicBezTo>
                <a:lnTo>
                  <a:pt x="1134056" y="102208"/>
                </a:lnTo>
                <a:lnTo>
                  <a:pt x="1121717" y="102208"/>
                </a:lnTo>
                <a:close/>
                <a:moveTo>
                  <a:pt x="1197273" y="108240"/>
                </a:moveTo>
                <a:lnTo>
                  <a:pt x="1209270" y="110023"/>
                </a:lnTo>
                <a:cubicBezTo>
                  <a:pt x="1209772" y="113724"/>
                  <a:pt x="1211166" y="116421"/>
                  <a:pt x="1213451" y="118112"/>
                </a:cubicBezTo>
                <a:cubicBezTo>
                  <a:pt x="1216513" y="120397"/>
                  <a:pt x="1220695" y="121539"/>
                  <a:pt x="1225996" y="121539"/>
                </a:cubicBezTo>
                <a:cubicBezTo>
                  <a:pt x="1231708" y="121539"/>
                  <a:pt x="1236118" y="120397"/>
                  <a:pt x="1239226" y="118112"/>
                </a:cubicBezTo>
                <a:cubicBezTo>
                  <a:pt x="1242334" y="115827"/>
                  <a:pt x="1244436" y="112628"/>
                  <a:pt x="1245533" y="108515"/>
                </a:cubicBezTo>
                <a:cubicBezTo>
                  <a:pt x="1246172" y="106001"/>
                  <a:pt x="1246469" y="100723"/>
                  <a:pt x="1246424" y="92680"/>
                </a:cubicBezTo>
                <a:cubicBezTo>
                  <a:pt x="1241031" y="99032"/>
                  <a:pt x="1234313" y="102208"/>
                  <a:pt x="1226270" y="102208"/>
                </a:cubicBezTo>
                <a:cubicBezTo>
                  <a:pt x="1216262" y="102208"/>
                  <a:pt x="1208516" y="98598"/>
                  <a:pt x="1203032" y="91377"/>
                </a:cubicBezTo>
                <a:cubicBezTo>
                  <a:pt x="1197548" y="84156"/>
                  <a:pt x="1194806" y="75496"/>
                  <a:pt x="1194806" y="65397"/>
                </a:cubicBezTo>
                <a:cubicBezTo>
                  <a:pt x="1194806" y="58450"/>
                  <a:pt x="1196062" y="52041"/>
                  <a:pt x="1198576" y="46168"/>
                </a:cubicBezTo>
                <a:cubicBezTo>
                  <a:pt x="1201089" y="40296"/>
                  <a:pt x="1204734" y="35760"/>
                  <a:pt x="1209510" y="32561"/>
                </a:cubicBezTo>
                <a:cubicBezTo>
                  <a:pt x="1214285" y="29362"/>
                  <a:pt x="1219895" y="27763"/>
                  <a:pt x="1226339" y="27763"/>
                </a:cubicBezTo>
                <a:cubicBezTo>
                  <a:pt x="1234930" y="27763"/>
                  <a:pt x="1242014" y="31236"/>
                  <a:pt x="1247589" y="38182"/>
                </a:cubicBezTo>
                <a:lnTo>
                  <a:pt x="1247589" y="29408"/>
                </a:lnTo>
                <a:lnTo>
                  <a:pt x="1258968" y="29408"/>
                </a:lnTo>
                <a:lnTo>
                  <a:pt x="1258968" y="92337"/>
                </a:lnTo>
                <a:cubicBezTo>
                  <a:pt x="1258968" y="103670"/>
                  <a:pt x="1257814" y="111702"/>
                  <a:pt x="1255507" y="116432"/>
                </a:cubicBezTo>
                <a:cubicBezTo>
                  <a:pt x="1253199" y="121162"/>
                  <a:pt x="1249543" y="124898"/>
                  <a:pt x="1244539" y="127640"/>
                </a:cubicBezTo>
                <a:cubicBezTo>
                  <a:pt x="1239534" y="130382"/>
                  <a:pt x="1233376" y="131753"/>
                  <a:pt x="1226064" y="131753"/>
                </a:cubicBezTo>
                <a:cubicBezTo>
                  <a:pt x="1217381" y="131753"/>
                  <a:pt x="1210366" y="129799"/>
                  <a:pt x="1205020" y="125892"/>
                </a:cubicBezTo>
                <a:cubicBezTo>
                  <a:pt x="1199673" y="121985"/>
                  <a:pt x="1197091" y="116101"/>
                  <a:pt x="1197273" y="108240"/>
                </a:cubicBezTo>
                <a:moveTo>
                  <a:pt x="1207487" y="64505"/>
                </a:moveTo>
                <a:cubicBezTo>
                  <a:pt x="1207487" y="74057"/>
                  <a:pt x="1209384" y="81026"/>
                  <a:pt x="1213177" y="85413"/>
                </a:cubicBezTo>
                <a:cubicBezTo>
                  <a:pt x="1216970" y="89800"/>
                  <a:pt x="1221723" y="91994"/>
                  <a:pt x="1227435" y="91994"/>
                </a:cubicBezTo>
                <a:cubicBezTo>
                  <a:pt x="1233102" y="91994"/>
                  <a:pt x="1237855" y="89812"/>
                  <a:pt x="1241694" y="85447"/>
                </a:cubicBezTo>
                <a:cubicBezTo>
                  <a:pt x="1245533" y="81083"/>
                  <a:pt x="1247452" y="74240"/>
                  <a:pt x="1247452" y="64917"/>
                </a:cubicBezTo>
                <a:cubicBezTo>
                  <a:pt x="1247452" y="56005"/>
                  <a:pt x="1245475" y="49287"/>
                  <a:pt x="1241522" y="44763"/>
                </a:cubicBezTo>
                <a:cubicBezTo>
                  <a:pt x="1237569" y="40239"/>
                  <a:pt x="1232805" y="37977"/>
                  <a:pt x="1227230" y="37977"/>
                </a:cubicBezTo>
                <a:cubicBezTo>
                  <a:pt x="1221746" y="37977"/>
                  <a:pt x="1217084" y="40205"/>
                  <a:pt x="1213246" y="44660"/>
                </a:cubicBezTo>
                <a:cubicBezTo>
                  <a:pt x="1209407" y="49116"/>
                  <a:pt x="1207487" y="55731"/>
                  <a:pt x="1207487" y="64505"/>
                </a:cubicBezTo>
                <a:close/>
                <a:moveTo>
                  <a:pt x="1315726" y="102208"/>
                </a:moveTo>
                <a:lnTo>
                  <a:pt x="1315726" y="29408"/>
                </a:lnTo>
                <a:lnTo>
                  <a:pt x="1326831" y="29408"/>
                </a:lnTo>
                <a:lnTo>
                  <a:pt x="1326831" y="40444"/>
                </a:lnTo>
                <a:cubicBezTo>
                  <a:pt x="1329664" y="35280"/>
                  <a:pt x="1332281" y="31876"/>
                  <a:pt x="1334680" y="30231"/>
                </a:cubicBezTo>
                <a:cubicBezTo>
                  <a:pt x="1337079" y="28585"/>
                  <a:pt x="1339718" y="27763"/>
                  <a:pt x="1342597" y="27763"/>
                </a:cubicBezTo>
                <a:cubicBezTo>
                  <a:pt x="1346756" y="27763"/>
                  <a:pt x="1350983" y="29088"/>
                  <a:pt x="1355279" y="31739"/>
                </a:cubicBezTo>
                <a:lnTo>
                  <a:pt x="1351029" y="43186"/>
                </a:lnTo>
                <a:cubicBezTo>
                  <a:pt x="1348013" y="41404"/>
                  <a:pt x="1344997" y="40513"/>
                  <a:pt x="1341980" y="40513"/>
                </a:cubicBezTo>
                <a:cubicBezTo>
                  <a:pt x="1339284" y="40513"/>
                  <a:pt x="1336862" y="41324"/>
                  <a:pt x="1334714" y="42947"/>
                </a:cubicBezTo>
                <a:cubicBezTo>
                  <a:pt x="1332566" y="44569"/>
                  <a:pt x="1331035" y="46820"/>
                  <a:pt x="1330121" y="49699"/>
                </a:cubicBezTo>
                <a:cubicBezTo>
                  <a:pt x="1328750" y="54086"/>
                  <a:pt x="1328065" y="58884"/>
                  <a:pt x="1328065" y="64094"/>
                </a:cubicBezTo>
                <a:lnTo>
                  <a:pt x="1328065" y="102208"/>
                </a:lnTo>
                <a:lnTo>
                  <a:pt x="1315726" y="102208"/>
                </a:lnTo>
                <a:close/>
                <a:moveTo>
                  <a:pt x="1357641" y="65808"/>
                </a:moveTo>
                <a:cubicBezTo>
                  <a:pt x="1357641" y="52326"/>
                  <a:pt x="1361388" y="42341"/>
                  <a:pt x="1368883" y="35852"/>
                </a:cubicBezTo>
                <a:cubicBezTo>
                  <a:pt x="1375144" y="30459"/>
                  <a:pt x="1382776" y="27763"/>
                  <a:pt x="1391779" y="27763"/>
                </a:cubicBezTo>
                <a:cubicBezTo>
                  <a:pt x="1401787" y="27763"/>
                  <a:pt x="1409967" y="31042"/>
                  <a:pt x="1416320" y="37600"/>
                </a:cubicBezTo>
                <a:cubicBezTo>
                  <a:pt x="1422672" y="44158"/>
                  <a:pt x="1425848" y="53218"/>
                  <a:pt x="1425848" y="64780"/>
                </a:cubicBezTo>
                <a:cubicBezTo>
                  <a:pt x="1425848" y="74148"/>
                  <a:pt x="1424443" y="81517"/>
                  <a:pt x="1421632" y="86887"/>
                </a:cubicBezTo>
                <a:cubicBezTo>
                  <a:pt x="1418822" y="92257"/>
                  <a:pt x="1414732" y="96427"/>
                  <a:pt x="1409362" y="99397"/>
                </a:cubicBezTo>
                <a:cubicBezTo>
                  <a:pt x="1403992" y="102368"/>
                  <a:pt x="1398131" y="103853"/>
                  <a:pt x="1391779" y="103853"/>
                </a:cubicBezTo>
                <a:cubicBezTo>
                  <a:pt x="1381588" y="103853"/>
                  <a:pt x="1373350" y="100586"/>
                  <a:pt x="1367067" y="94051"/>
                </a:cubicBezTo>
                <a:cubicBezTo>
                  <a:pt x="1360783" y="87515"/>
                  <a:pt x="1357641" y="78101"/>
                  <a:pt x="1357641" y="65808"/>
                </a:cubicBezTo>
                <a:moveTo>
                  <a:pt x="1370323" y="65808"/>
                </a:moveTo>
                <a:cubicBezTo>
                  <a:pt x="1370323" y="75131"/>
                  <a:pt x="1372356" y="82111"/>
                  <a:pt x="1376424" y="86750"/>
                </a:cubicBezTo>
                <a:cubicBezTo>
                  <a:pt x="1380491" y="91388"/>
                  <a:pt x="1385609" y="93708"/>
                  <a:pt x="1391779" y="93708"/>
                </a:cubicBezTo>
                <a:cubicBezTo>
                  <a:pt x="1397903" y="93708"/>
                  <a:pt x="1402998" y="91377"/>
                  <a:pt x="1407066" y="86716"/>
                </a:cubicBezTo>
                <a:cubicBezTo>
                  <a:pt x="1411133" y="82054"/>
                  <a:pt x="1413166" y="74948"/>
                  <a:pt x="1413166" y="65397"/>
                </a:cubicBezTo>
                <a:cubicBezTo>
                  <a:pt x="1413166" y="56394"/>
                  <a:pt x="1411121" y="49573"/>
                  <a:pt x="1407031" y="44934"/>
                </a:cubicBezTo>
                <a:cubicBezTo>
                  <a:pt x="1402941" y="40296"/>
                  <a:pt x="1397857" y="37977"/>
                  <a:pt x="1391779" y="37977"/>
                </a:cubicBezTo>
                <a:cubicBezTo>
                  <a:pt x="1385609" y="37977"/>
                  <a:pt x="1380491" y="40285"/>
                  <a:pt x="1376424" y="44900"/>
                </a:cubicBezTo>
                <a:cubicBezTo>
                  <a:pt x="1372356" y="49516"/>
                  <a:pt x="1370323" y="56485"/>
                  <a:pt x="1370323" y="65808"/>
                </a:cubicBezTo>
                <a:close/>
                <a:moveTo>
                  <a:pt x="1435459" y="65808"/>
                </a:moveTo>
                <a:cubicBezTo>
                  <a:pt x="1435459" y="52326"/>
                  <a:pt x="1439207" y="42341"/>
                  <a:pt x="1446702" y="35852"/>
                </a:cubicBezTo>
                <a:cubicBezTo>
                  <a:pt x="1452962" y="30459"/>
                  <a:pt x="1460594" y="27763"/>
                  <a:pt x="1469597" y="27763"/>
                </a:cubicBezTo>
                <a:cubicBezTo>
                  <a:pt x="1479606" y="27763"/>
                  <a:pt x="1487786" y="31042"/>
                  <a:pt x="1494138" y="37600"/>
                </a:cubicBezTo>
                <a:cubicBezTo>
                  <a:pt x="1500490" y="44158"/>
                  <a:pt x="1503667" y="53218"/>
                  <a:pt x="1503667" y="64780"/>
                </a:cubicBezTo>
                <a:cubicBezTo>
                  <a:pt x="1503667" y="74148"/>
                  <a:pt x="1502261" y="81517"/>
                  <a:pt x="1499451" y="86887"/>
                </a:cubicBezTo>
                <a:cubicBezTo>
                  <a:pt x="1496640" y="92257"/>
                  <a:pt x="1492550" y="96427"/>
                  <a:pt x="1487180" y="99397"/>
                </a:cubicBezTo>
                <a:cubicBezTo>
                  <a:pt x="1481811" y="102368"/>
                  <a:pt x="1475950" y="103853"/>
                  <a:pt x="1469597" y="103853"/>
                </a:cubicBezTo>
                <a:cubicBezTo>
                  <a:pt x="1459406" y="103853"/>
                  <a:pt x="1451169" y="100586"/>
                  <a:pt x="1444885" y="94051"/>
                </a:cubicBezTo>
                <a:cubicBezTo>
                  <a:pt x="1438601" y="87515"/>
                  <a:pt x="1435459" y="78101"/>
                  <a:pt x="1435459" y="65808"/>
                </a:cubicBezTo>
                <a:moveTo>
                  <a:pt x="1448141" y="65808"/>
                </a:moveTo>
                <a:cubicBezTo>
                  <a:pt x="1448141" y="75131"/>
                  <a:pt x="1450175" y="82111"/>
                  <a:pt x="1454242" y="86750"/>
                </a:cubicBezTo>
                <a:cubicBezTo>
                  <a:pt x="1458309" y="91388"/>
                  <a:pt x="1463428" y="93708"/>
                  <a:pt x="1469597" y="93708"/>
                </a:cubicBezTo>
                <a:cubicBezTo>
                  <a:pt x="1475721" y="93708"/>
                  <a:pt x="1480817" y="91377"/>
                  <a:pt x="1484884" y="86716"/>
                </a:cubicBezTo>
                <a:cubicBezTo>
                  <a:pt x="1488951" y="82054"/>
                  <a:pt x="1490985" y="74948"/>
                  <a:pt x="1490985" y="65397"/>
                </a:cubicBezTo>
                <a:cubicBezTo>
                  <a:pt x="1490985" y="56394"/>
                  <a:pt x="1488940" y="49573"/>
                  <a:pt x="1484850" y="44934"/>
                </a:cubicBezTo>
                <a:cubicBezTo>
                  <a:pt x="1480759" y="40296"/>
                  <a:pt x="1475675" y="37977"/>
                  <a:pt x="1469597" y="37977"/>
                </a:cubicBezTo>
                <a:cubicBezTo>
                  <a:pt x="1463428" y="37977"/>
                  <a:pt x="1458309" y="40285"/>
                  <a:pt x="1454242" y="44900"/>
                </a:cubicBezTo>
                <a:cubicBezTo>
                  <a:pt x="1450175" y="49516"/>
                  <a:pt x="1448141" y="56485"/>
                  <a:pt x="1448141" y="65808"/>
                </a:cubicBezTo>
                <a:close/>
                <a:moveTo>
                  <a:pt x="1517871" y="102208"/>
                </a:moveTo>
                <a:lnTo>
                  <a:pt x="1517871" y="29408"/>
                </a:lnTo>
                <a:lnTo>
                  <a:pt x="1528907" y="29408"/>
                </a:lnTo>
                <a:lnTo>
                  <a:pt x="1528907" y="39622"/>
                </a:lnTo>
                <a:cubicBezTo>
                  <a:pt x="1531192" y="36057"/>
                  <a:pt x="1534231" y="33190"/>
                  <a:pt x="1538024" y="31019"/>
                </a:cubicBezTo>
                <a:cubicBezTo>
                  <a:pt x="1541817" y="28848"/>
                  <a:pt x="1546136" y="27763"/>
                  <a:pt x="1550980" y="27763"/>
                </a:cubicBezTo>
                <a:cubicBezTo>
                  <a:pt x="1556373" y="27763"/>
                  <a:pt x="1560794" y="28882"/>
                  <a:pt x="1564245" y="31122"/>
                </a:cubicBezTo>
                <a:cubicBezTo>
                  <a:pt x="1567695" y="33361"/>
                  <a:pt x="1570128" y="36491"/>
                  <a:pt x="1571545" y="40513"/>
                </a:cubicBezTo>
                <a:cubicBezTo>
                  <a:pt x="1577303" y="32013"/>
                  <a:pt x="1584798" y="27763"/>
                  <a:pt x="1594030" y="27763"/>
                </a:cubicBezTo>
                <a:cubicBezTo>
                  <a:pt x="1601250" y="27763"/>
                  <a:pt x="1606803" y="29762"/>
                  <a:pt x="1610687" y="33761"/>
                </a:cubicBezTo>
                <a:cubicBezTo>
                  <a:pt x="1614572" y="37760"/>
                  <a:pt x="1616514" y="43918"/>
                  <a:pt x="1616514" y="52235"/>
                </a:cubicBezTo>
                <a:lnTo>
                  <a:pt x="1616514" y="102208"/>
                </a:lnTo>
                <a:lnTo>
                  <a:pt x="1604243" y="102208"/>
                </a:lnTo>
                <a:lnTo>
                  <a:pt x="1604243" y="56348"/>
                </a:lnTo>
                <a:cubicBezTo>
                  <a:pt x="1604243" y="51412"/>
                  <a:pt x="1603844" y="47859"/>
                  <a:pt x="1603044" y="45689"/>
                </a:cubicBezTo>
                <a:cubicBezTo>
                  <a:pt x="1602244" y="43518"/>
                  <a:pt x="1600793" y="41770"/>
                  <a:pt x="1598691" y="40444"/>
                </a:cubicBezTo>
                <a:cubicBezTo>
                  <a:pt x="1596589" y="39119"/>
                  <a:pt x="1594121" y="38457"/>
                  <a:pt x="1591288" y="38457"/>
                </a:cubicBezTo>
                <a:cubicBezTo>
                  <a:pt x="1586169" y="38457"/>
                  <a:pt x="1581919" y="40159"/>
                  <a:pt x="1578537" y="43563"/>
                </a:cubicBezTo>
                <a:cubicBezTo>
                  <a:pt x="1575155" y="46968"/>
                  <a:pt x="1573465" y="52418"/>
                  <a:pt x="1573465" y="59913"/>
                </a:cubicBezTo>
                <a:lnTo>
                  <a:pt x="1573465" y="102208"/>
                </a:lnTo>
                <a:lnTo>
                  <a:pt x="1561126" y="102208"/>
                </a:lnTo>
                <a:lnTo>
                  <a:pt x="1561126" y="54908"/>
                </a:lnTo>
                <a:cubicBezTo>
                  <a:pt x="1561126" y="49424"/>
                  <a:pt x="1560120" y="45312"/>
                  <a:pt x="1558109" y="42570"/>
                </a:cubicBezTo>
                <a:cubicBezTo>
                  <a:pt x="1556099" y="39828"/>
                  <a:pt x="1552808" y="38457"/>
                  <a:pt x="1548238" y="38457"/>
                </a:cubicBezTo>
                <a:cubicBezTo>
                  <a:pt x="1544765" y="38457"/>
                  <a:pt x="1541555" y="39371"/>
                  <a:pt x="1538607" y="41199"/>
                </a:cubicBezTo>
                <a:cubicBezTo>
                  <a:pt x="1535659" y="43027"/>
                  <a:pt x="1533523" y="45700"/>
                  <a:pt x="1532197" y="49219"/>
                </a:cubicBezTo>
                <a:cubicBezTo>
                  <a:pt x="1530872" y="52738"/>
                  <a:pt x="1530210" y="57810"/>
                  <a:pt x="1530210" y="64437"/>
                </a:cubicBezTo>
                <a:lnTo>
                  <a:pt x="1530210" y="102208"/>
                </a:lnTo>
                <a:lnTo>
                  <a:pt x="1517871" y="102208"/>
                </a:lnTo>
                <a:close/>
                <a:moveTo>
                  <a:pt x="1672734" y="15904"/>
                </a:moveTo>
                <a:lnTo>
                  <a:pt x="1672734" y="1714"/>
                </a:lnTo>
                <a:lnTo>
                  <a:pt x="1685073" y="1714"/>
                </a:lnTo>
                <a:lnTo>
                  <a:pt x="1685073" y="15904"/>
                </a:lnTo>
                <a:lnTo>
                  <a:pt x="1672734" y="15904"/>
                </a:lnTo>
                <a:moveTo>
                  <a:pt x="1672734" y="102208"/>
                </a:moveTo>
                <a:lnTo>
                  <a:pt x="1672734" y="29408"/>
                </a:lnTo>
                <a:lnTo>
                  <a:pt x="1685073" y="29408"/>
                </a:lnTo>
                <a:lnTo>
                  <a:pt x="1685073" y="102208"/>
                </a:lnTo>
                <a:lnTo>
                  <a:pt x="1672734" y="102208"/>
                </a:lnTo>
                <a:close/>
                <a:moveTo>
                  <a:pt x="1699219" y="80478"/>
                </a:moveTo>
                <a:lnTo>
                  <a:pt x="1711421" y="78558"/>
                </a:lnTo>
                <a:cubicBezTo>
                  <a:pt x="1712106" y="83448"/>
                  <a:pt x="1714014" y="87196"/>
                  <a:pt x="1717145" y="89800"/>
                </a:cubicBezTo>
                <a:cubicBezTo>
                  <a:pt x="1720275" y="92405"/>
                  <a:pt x="1724651" y="93708"/>
                  <a:pt x="1730272" y="93708"/>
                </a:cubicBezTo>
                <a:cubicBezTo>
                  <a:pt x="1735939" y="93708"/>
                  <a:pt x="1740143" y="92554"/>
                  <a:pt x="1742885" y="90246"/>
                </a:cubicBezTo>
                <a:cubicBezTo>
                  <a:pt x="1745627" y="87938"/>
                  <a:pt x="1746998" y="85230"/>
                  <a:pt x="1746998" y="82123"/>
                </a:cubicBezTo>
                <a:cubicBezTo>
                  <a:pt x="1746998" y="79335"/>
                  <a:pt x="1745787" y="77142"/>
                  <a:pt x="1743365" y="75542"/>
                </a:cubicBezTo>
                <a:cubicBezTo>
                  <a:pt x="1741674" y="74445"/>
                  <a:pt x="1737470" y="73051"/>
                  <a:pt x="1730752" y="71360"/>
                </a:cubicBezTo>
                <a:cubicBezTo>
                  <a:pt x="1721703" y="69075"/>
                  <a:pt x="1715431" y="67099"/>
                  <a:pt x="1711935" y="65431"/>
                </a:cubicBezTo>
                <a:cubicBezTo>
                  <a:pt x="1708439" y="63763"/>
                  <a:pt x="1705788" y="61455"/>
                  <a:pt x="1703983" y="58507"/>
                </a:cubicBezTo>
                <a:cubicBezTo>
                  <a:pt x="1702178" y="55560"/>
                  <a:pt x="1701275" y="52304"/>
                  <a:pt x="1701275" y="48739"/>
                </a:cubicBezTo>
                <a:cubicBezTo>
                  <a:pt x="1701275" y="45494"/>
                  <a:pt x="1702018" y="42490"/>
                  <a:pt x="1703503" y="39725"/>
                </a:cubicBezTo>
                <a:cubicBezTo>
                  <a:pt x="1704988" y="36960"/>
                  <a:pt x="1707011" y="34663"/>
                  <a:pt x="1709570" y="32835"/>
                </a:cubicBezTo>
                <a:cubicBezTo>
                  <a:pt x="1711489" y="31419"/>
                  <a:pt x="1714106" y="30219"/>
                  <a:pt x="1717419" y="29237"/>
                </a:cubicBezTo>
                <a:cubicBezTo>
                  <a:pt x="1720732" y="28254"/>
                  <a:pt x="1724285" y="27763"/>
                  <a:pt x="1728078" y="27763"/>
                </a:cubicBezTo>
                <a:cubicBezTo>
                  <a:pt x="1733791" y="27763"/>
                  <a:pt x="1738806" y="28585"/>
                  <a:pt x="1743125" y="30231"/>
                </a:cubicBezTo>
                <a:cubicBezTo>
                  <a:pt x="1747444" y="31876"/>
                  <a:pt x="1750631" y="34104"/>
                  <a:pt x="1752688" y="36914"/>
                </a:cubicBezTo>
                <a:cubicBezTo>
                  <a:pt x="1754744" y="39725"/>
                  <a:pt x="1756161" y="43484"/>
                  <a:pt x="1756938" y="48191"/>
                </a:cubicBezTo>
                <a:lnTo>
                  <a:pt x="1744873" y="49836"/>
                </a:lnTo>
                <a:cubicBezTo>
                  <a:pt x="1744325" y="46088"/>
                  <a:pt x="1742737" y="43164"/>
                  <a:pt x="1740109" y="41061"/>
                </a:cubicBezTo>
                <a:cubicBezTo>
                  <a:pt x="1737481" y="38959"/>
                  <a:pt x="1733768" y="37908"/>
                  <a:pt x="1728969" y="37908"/>
                </a:cubicBezTo>
                <a:cubicBezTo>
                  <a:pt x="1723303" y="37908"/>
                  <a:pt x="1719258" y="38845"/>
                  <a:pt x="1716836" y="40719"/>
                </a:cubicBezTo>
                <a:cubicBezTo>
                  <a:pt x="1714414" y="42592"/>
                  <a:pt x="1713203" y="44786"/>
                  <a:pt x="1713203" y="47299"/>
                </a:cubicBezTo>
                <a:cubicBezTo>
                  <a:pt x="1713203" y="48899"/>
                  <a:pt x="1713706" y="50338"/>
                  <a:pt x="1714711" y="51618"/>
                </a:cubicBezTo>
                <a:cubicBezTo>
                  <a:pt x="1715716" y="52943"/>
                  <a:pt x="1717293" y="54040"/>
                  <a:pt x="1719441" y="54908"/>
                </a:cubicBezTo>
                <a:cubicBezTo>
                  <a:pt x="1720675" y="55365"/>
                  <a:pt x="1724308" y="56417"/>
                  <a:pt x="1730340" y="58062"/>
                </a:cubicBezTo>
                <a:cubicBezTo>
                  <a:pt x="1739069" y="60392"/>
                  <a:pt x="1745159" y="62300"/>
                  <a:pt x="1748609" y="63786"/>
                </a:cubicBezTo>
                <a:cubicBezTo>
                  <a:pt x="1752059" y="65271"/>
                  <a:pt x="1754767" y="67430"/>
                  <a:pt x="1756732" y="70264"/>
                </a:cubicBezTo>
                <a:cubicBezTo>
                  <a:pt x="1758697" y="73097"/>
                  <a:pt x="1759680" y="76616"/>
                  <a:pt x="1759680" y="80820"/>
                </a:cubicBezTo>
                <a:cubicBezTo>
                  <a:pt x="1759680" y="84933"/>
                  <a:pt x="1758480" y="88806"/>
                  <a:pt x="1756081" y="92440"/>
                </a:cubicBezTo>
                <a:cubicBezTo>
                  <a:pt x="1753682" y="96073"/>
                  <a:pt x="1750220" y="98883"/>
                  <a:pt x="1745696" y="100871"/>
                </a:cubicBezTo>
                <a:cubicBezTo>
                  <a:pt x="1741171" y="102859"/>
                  <a:pt x="1736053" y="103853"/>
                  <a:pt x="1730340" y="103853"/>
                </a:cubicBezTo>
                <a:cubicBezTo>
                  <a:pt x="1720881" y="103853"/>
                  <a:pt x="1713671" y="101888"/>
                  <a:pt x="1708713" y="97958"/>
                </a:cubicBezTo>
                <a:cubicBezTo>
                  <a:pt x="1703755" y="94028"/>
                  <a:pt x="1700590" y="88201"/>
                  <a:pt x="1699219" y="80478"/>
                </a:cubicBezTo>
                <a:close/>
                <a:moveTo>
                  <a:pt x="1815568" y="102208"/>
                </a:moveTo>
                <a:lnTo>
                  <a:pt x="1815568" y="39005"/>
                </a:lnTo>
                <a:lnTo>
                  <a:pt x="1804668" y="39005"/>
                </a:lnTo>
                <a:lnTo>
                  <a:pt x="1804668" y="29408"/>
                </a:lnTo>
                <a:lnTo>
                  <a:pt x="1815568" y="29408"/>
                </a:lnTo>
                <a:lnTo>
                  <a:pt x="1815568" y="21662"/>
                </a:lnTo>
                <a:cubicBezTo>
                  <a:pt x="1815568" y="16772"/>
                  <a:pt x="1816002" y="13139"/>
                  <a:pt x="1816870" y="10762"/>
                </a:cubicBezTo>
                <a:cubicBezTo>
                  <a:pt x="1818058" y="7563"/>
                  <a:pt x="1820149" y="4970"/>
                  <a:pt x="1823142" y="2982"/>
                </a:cubicBezTo>
                <a:cubicBezTo>
                  <a:pt x="1826136" y="994"/>
                  <a:pt x="1830329" y="0"/>
                  <a:pt x="1835721" y="0"/>
                </a:cubicBezTo>
                <a:cubicBezTo>
                  <a:pt x="1839194" y="0"/>
                  <a:pt x="1843033" y="411"/>
                  <a:pt x="1847238" y="1234"/>
                </a:cubicBezTo>
                <a:lnTo>
                  <a:pt x="1845387" y="11996"/>
                </a:lnTo>
                <a:cubicBezTo>
                  <a:pt x="1842828" y="11539"/>
                  <a:pt x="1840406" y="11311"/>
                  <a:pt x="1838121" y="11311"/>
                </a:cubicBezTo>
                <a:cubicBezTo>
                  <a:pt x="1834373" y="11311"/>
                  <a:pt x="1831723" y="12110"/>
                  <a:pt x="1830169" y="13710"/>
                </a:cubicBezTo>
                <a:cubicBezTo>
                  <a:pt x="1828615" y="15309"/>
                  <a:pt x="1827838" y="18303"/>
                  <a:pt x="1827838" y="22690"/>
                </a:cubicBezTo>
                <a:lnTo>
                  <a:pt x="1827838" y="29408"/>
                </a:lnTo>
                <a:lnTo>
                  <a:pt x="1842028" y="29408"/>
                </a:lnTo>
                <a:lnTo>
                  <a:pt x="1842028" y="39005"/>
                </a:lnTo>
                <a:lnTo>
                  <a:pt x="1827838" y="39005"/>
                </a:lnTo>
                <a:lnTo>
                  <a:pt x="1827838" y="102208"/>
                </a:lnTo>
                <a:lnTo>
                  <a:pt x="1815568" y="102208"/>
                </a:lnTo>
                <a:close/>
                <a:moveTo>
                  <a:pt x="1898840" y="102208"/>
                </a:moveTo>
                <a:lnTo>
                  <a:pt x="1898840" y="91514"/>
                </a:lnTo>
                <a:cubicBezTo>
                  <a:pt x="1893173" y="99740"/>
                  <a:pt x="1885473" y="103853"/>
                  <a:pt x="1875738" y="103853"/>
                </a:cubicBezTo>
                <a:cubicBezTo>
                  <a:pt x="1871443" y="103853"/>
                  <a:pt x="1867433" y="103031"/>
                  <a:pt x="1863708" y="101385"/>
                </a:cubicBezTo>
                <a:cubicBezTo>
                  <a:pt x="1859983" y="99740"/>
                  <a:pt x="1857219" y="97672"/>
                  <a:pt x="1855413" y="95182"/>
                </a:cubicBezTo>
                <a:cubicBezTo>
                  <a:pt x="1853608" y="92691"/>
                  <a:pt x="1852340" y="89640"/>
                  <a:pt x="1851609" y="86030"/>
                </a:cubicBezTo>
                <a:cubicBezTo>
                  <a:pt x="1851106" y="83608"/>
                  <a:pt x="1850855" y="79769"/>
                  <a:pt x="1850855" y="74514"/>
                </a:cubicBezTo>
                <a:lnTo>
                  <a:pt x="1850855" y="29408"/>
                </a:lnTo>
                <a:lnTo>
                  <a:pt x="1863194" y="29408"/>
                </a:lnTo>
                <a:lnTo>
                  <a:pt x="1863194" y="69784"/>
                </a:lnTo>
                <a:cubicBezTo>
                  <a:pt x="1863194" y="76228"/>
                  <a:pt x="1863445" y="80569"/>
                  <a:pt x="1863948" y="82808"/>
                </a:cubicBezTo>
                <a:cubicBezTo>
                  <a:pt x="1864725" y="86053"/>
                  <a:pt x="1866370" y="88601"/>
                  <a:pt x="1868883" y="90452"/>
                </a:cubicBezTo>
                <a:cubicBezTo>
                  <a:pt x="1871397" y="92302"/>
                  <a:pt x="1874505" y="93228"/>
                  <a:pt x="1878206" y="93228"/>
                </a:cubicBezTo>
                <a:cubicBezTo>
                  <a:pt x="1881908" y="93228"/>
                  <a:pt x="1885381" y="92280"/>
                  <a:pt x="1888626" y="90383"/>
                </a:cubicBezTo>
                <a:cubicBezTo>
                  <a:pt x="1891871" y="88487"/>
                  <a:pt x="1894167" y="85904"/>
                  <a:pt x="1895515" y="82637"/>
                </a:cubicBezTo>
                <a:cubicBezTo>
                  <a:pt x="1896863" y="79369"/>
                  <a:pt x="1897537" y="74628"/>
                  <a:pt x="1897537" y="68413"/>
                </a:cubicBezTo>
                <a:lnTo>
                  <a:pt x="1897537" y="29408"/>
                </a:lnTo>
                <a:lnTo>
                  <a:pt x="1909876" y="29408"/>
                </a:lnTo>
                <a:lnTo>
                  <a:pt x="1909876" y="102208"/>
                </a:lnTo>
                <a:lnTo>
                  <a:pt x="1898840" y="102208"/>
                </a:lnTo>
                <a:close/>
                <a:moveTo>
                  <a:pt x="1928810" y="102208"/>
                </a:moveTo>
                <a:lnTo>
                  <a:pt x="1928810" y="29408"/>
                </a:lnTo>
                <a:lnTo>
                  <a:pt x="1939915" y="29408"/>
                </a:lnTo>
                <a:lnTo>
                  <a:pt x="1939915" y="40444"/>
                </a:lnTo>
                <a:cubicBezTo>
                  <a:pt x="1942749" y="35280"/>
                  <a:pt x="1945365" y="31876"/>
                  <a:pt x="1947764" y="30231"/>
                </a:cubicBezTo>
                <a:cubicBezTo>
                  <a:pt x="1950164" y="28585"/>
                  <a:pt x="1952803" y="27763"/>
                  <a:pt x="1955682" y="27763"/>
                </a:cubicBezTo>
                <a:cubicBezTo>
                  <a:pt x="1959841" y="27763"/>
                  <a:pt x="1964068" y="29088"/>
                  <a:pt x="1968364" y="31739"/>
                </a:cubicBezTo>
                <a:lnTo>
                  <a:pt x="1964113" y="43186"/>
                </a:lnTo>
                <a:cubicBezTo>
                  <a:pt x="1961097" y="41404"/>
                  <a:pt x="1958081" y="40513"/>
                  <a:pt x="1955065" y="40513"/>
                </a:cubicBezTo>
                <a:cubicBezTo>
                  <a:pt x="1952369" y="40513"/>
                  <a:pt x="1949946" y="41324"/>
                  <a:pt x="1947799" y="42947"/>
                </a:cubicBezTo>
                <a:cubicBezTo>
                  <a:pt x="1945651" y="44569"/>
                  <a:pt x="1944120" y="46820"/>
                  <a:pt x="1943206" y="49699"/>
                </a:cubicBezTo>
                <a:cubicBezTo>
                  <a:pt x="1941835" y="54086"/>
                  <a:pt x="1941149" y="58884"/>
                  <a:pt x="1941149" y="64094"/>
                </a:cubicBezTo>
                <a:lnTo>
                  <a:pt x="1941149" y="102208"/>
                </a:lnTo>
                <a:lnTo>
                  <a:pt x="1928810" y="102208"/>
                </a:lnTo>
                <a:close/>
                <a:moveTo>
                  <a:pt x="1975318" y="102208"/>
                </a:moveTo>
                <a:lnTo>
                  <a:pt x="1975318" y="29408"/>
                </a:lnTo>
                <a:lnTo>
                  <a:pt x="1986423" y="29408"/>
                </a:lnTo>
                <a:lnTo>
                  <a:pt x="1986423" y="39759"/>
                </a:lnTo>
                <a:cubicBezTo>
                  <a:pt x="1991770" y="31761"/>
                  <a:pt x="1999493" y="27763"/>
                  <a:pt x="2009593" y="27763"/>
                </a:cubicBezTo>
                <a:cubicBezTo>
                  <a:pt x="2013980" y="27763"/>
                  <a:pt x="2018013" y="28551"/>
                  <a:pt x="2021692" y="30128"/>
                </a:cubicBezTo>
                <a:cubicBezTo>
                  <a:pt x="2025371" y="31704"/>
                  <a:pt x="2028125" y="33772"/>
                  <a:pt x="2029953" y="36331"/>
                </a:cubicBezTo>
                <a:cubicBezTo>
                  <a:pt x="2031781" y="38891"/>
                  <a:pt x="2033060" y="41930"/>
                  <a:pt x="2033791" y="45449"/>
                </a:cubicBezTo>
                <a:cubicBezTo>
                  <a:pt x="2034248" y="47734"/>
                  <a:pt x="2034477" y="51732"/>
                  <a:pt x="2034477" y="57445"/>
                </a:cubicBezTo>
                <a:lnTo>
                  <a:pt x="2034477" y="102208"/>
                </a:lnTo>
                <a:lnTo>
                  <a:pt x="2022138" y="102208"/>
                </a:lnTo>
                <a:lnTo>
                  <a:pt x="2022138" y="57925"/>
                </a:lnTo>
                <a:cubicBezTo>
                  <a:pt x="2022138" y="52898"/>
                  <a:pt x="2021658" y="49139"/>
                  <a:pt x="2020698" y="46648"/>
                </a:cubicBezTo>
                <a:cubicBezTo>
                  <a:pt x="2019739" y="44158"/>
                  <a:pt x="2018036" y="42170"/>
                  <a:pt x="2015591" y="40684"/>
                </a:cubicBezTo>
                <a:cubicBezTo>
                  <a:pt x="2013146" y="39199"/>
                  <a:pt x="2010279" y="38457"/>
                  <a:pt x="2006988" y="38457"/>
                </a:cubicBezTo>
                <a:cubicBezTo>
                  <a:pt x="2001733" y="38457"/>
                  <a:pt x="1997197" y="40125"/>
                  <a:pt x="1993381" y="43461"/>
                </a:cubicBezTo>
                <a:cubicBezTo>
                  <a:pt x="1989565" y="46797"/>
                  <a:pt x="1987657" y="53126"/>
                  <a:pt x="1987657" y="62449"/>
                </a:cubicBezTo>
                <a:lnTo>
                  <a:pt x="1987657" y="102208"/>
                </a:lnTo>
                <a:lnTo>
                  <a:pt x="1975318" y="102208"/>
                </a:lnTo>
                <a:close/>
                <a:moveTo>
                  <a:pt x="2053205" y="15904"/>
                </a:moveTo>
                <a:lnTo>
                  <a:pt x="2053205" y="1714"/>
                </a:lnTo>
                <a:lnTo>
                  <a:pt x="2065544" y="1714"/>
                </a:lnTo>
                <a:lnTo>
                  <a:pt x="2065544" y="15904"/>
                </a:lnTo>
                <a:lnTo>
                  <a:pt x="2053205" y="15904"/>
                </a:lnTo>
                <a:moveTo>
                  <a:pt x="2053205" y="102208"/>
                </a:moveTo>
                <a:lnTo>
                  <a:pt x="2053205" y="29408"/>
                </a:lnTo>
                <a:lnTo>
                  <a:pt x="2065544" y="29408"/>
                </a:lnTo>
                <a:lnTo>
                  <a:pt x="2065544" y="102208"/>
                </a:lnTo>
                <a:lnTo>
                  <a:pt x="2053205" y="102208"/>
                </a:lnTo>
                <a:close/>
                <a:moveTo>
                  <a:pt x="2079691" y="80478"/>
                </a:moveTo>
                <a:lnTo>
                  <a:pt x="2091893" y="78558"/>
                </a:lnTo>
                <a:cubicBezTo>
                  <a:pt x="2092578" y="83448"/>
                  <a:pt x="2094486" y="87196"/>
                  <a:pt x="2097616" y="89800"/>
                </a:cubicBezTo>
                <a:cubicBezTo>
                  <a:pt x="2100747" y="92405"/>
                  <a:pt x="2105123" y="93708"/>
                  <a:pt x="2110744" y="93708"/>
                </a:cubicBezTo>
                <a:cubicBezTo>
                  <a:pt x="2116411" y="93708"/>
                  <a:pt x="2120615" y="92554"/>
                  <a:pt x="2123357" y="90246"/>
                </a:cubicBezTo>
                <a:cubicBezTo>
                  <a:pt x="2126099" y="87938"/>
                  <a:pt x="2127470" y="85230"/>
                  <a:pt x="2127470" y="82123"/>
                </a:cubicBezTo>
                <a:cubicBezTo>
                  <a:pt x="2127470" y="79335"/>
                  <a:pt x="2126259" y="77142"/>
                  <a:pt x="2123837" y="75542"/>
                </a:cubicBezTo>
                <a:cubicBezTo>
                  <a:pt x="2122146" y="74445"/>
                  <a:pt x="2117941" y="73051"/>
                  <a:pt x="2111224" y="71360"/>
                </a:cubicBezTo>
                <a:cubicBezTo>
                  <a:pt x="2102175" y="69075"/>
                  <a:pt x="2095903" y="67099"/>
                  <a:pt x="2092407" y="65431"/>
                </a:cubicBezTo>
                <a:cubicBezTo>
                  <a:pt x="2088911" y="63763"/>
                  <a:pt x="2086260" y="61455"/>
                  <a:pt x="2084455" y="58507"/>
                </a:cubicBezTo>
                <a:cubicBezTo>
                  <a:pt x="2082650" y="55560"/>
                  <a:pt x="2081747" y="52304"/>
                  <a:pt x="2081747" y="48739"/>
                </a:cubicBezTo>
                <a:cubicBezTo>
                  <a:pt x="2081747" y="45494"/>
                  <a:pt x="2082490" y="42490"/>
                  <a:pt x="2083975" y="39725"/>
                </a:cubicBezTo>
                <a:cubicBezTo>
                  <a:pt x="2085460" y="36960"/>
                  <a:pt x="2087482" y="34663"/>
                  <a:pt x="2090042" y="32835"/>
                </a:cubicBezTo>
                <a:cubicBezTo>
                  <a:pt x="2091961" y="31419"/>
                  <a:pt x="2094577" y="30219"/>
                  <a:pt x="2097891" y="29237"/>
                </a:cubicBezTo>
                <a:cubicBezTo>
                  <a:pt x="2101204" y="28254"/>
                  <a:pt x="2104757" y="27763"/>
                  <a:pt x="2108550" y="27763"/>
                </a:cubicBezTo>
                <a:cubicBezTo>
                  <a:pt x="2114263" y="27763"/>
                  <a:pt x="2119278" y="28585"/>
                  <a:pt x="2123597" y="30231"/>
                </a:cubicBezTo>
                <a:cubicBezTo>
                  <a:pt x="2127916" y="31876"/>
                  <a:pt x="2131103" y="34104"/>
                  <a:pt x="2133160" y="36914"/>
                </a:cubicBezTo>
                <a:cubicBezTo>
                  <a:pt x="2135216" y="39725"/>
                  <a:pt x="2136633" y="43484"/>
                  <a:pt x="2137410" y="48191"/>
                </a:cubicBezTo>
                <a:lnTo>
                  <a:pt x="2125345" y="49836"/>
                </a:lnTo>
                <a:cubicBezTo>
                  <a:pt x="2124796" y="46088"/>
                  <a:pt x="2123208" y="43164"/>
                  <a:pt x="2120581" y="41061"/>
                </a:cubicBezTo>
                <a:cubicBezTo>
                  <a:pt x="2117953" y="38959"/>
                  <a:pt x="2114240" y="37908"/>
                  <a:pt x="2109441" y="37908"/>
                </a:cubicBezTo>
                <a:cubicBezTo>
                  <a:pt x="2103775" y="37908"/>
                  <a:pt x="2099730" y="38845"/>
                  <a:pt x="2097308" y="40719"/>
                </a:cubicBezTo>
                <a:cubicBezTo>
                  <a:pt x="2094886" y="42592"/>
                  <a:pt x="2093675" y="44786"/>
                  <a:pt x="2093675" y="47299"/>
                </a:cubicBezTo>
                <a:cubicBezTo>
                  <a:pt x="2093675" y="48899"/>
                  <a:pt x="2094178" y="50338"/>
                  <a:pt x="2095183" y="51618"/>
                </a:cubicBezTo>
                <a:cubicBezTo>
                  <a:pt x="2096188" y="52943"/>
                  <a:pt x="2097765" y="54040"/>
                  <a:pt x="2099913" y="54908"/>
                </a:cubicBezTo>
                <a:cubicBezTo>
                  <a:pt x="2101147" y="55365"/>
                  <a:pt x="2104780" y="56417"/>
                  <a:pt x="2110812" y="58062"/>
                </a:cubicBezTo>
                <a:cubicBezTo>
                  <a:pt x="2119541" y="60392"/>
                  <a:pt x="2125631" y="62300"/>
                  <a:pt x="2129081" y="63786"/>
                </a:cubicBezTo>
                <a:cubicBezTo>
                  <a:pt x="2132531" y="65271"/>
                  <a:pt x="2135239" y="67430"/>
                  <a:pt x="2137204" y="70264"/>
                </a:cubicBezTo>
                <a:cubicBezTo>
                  <a:pt x="2139169" y="73097"/>
                  <a:pt x="2140152" y="76616"/>
                  <a:pt x="2140152" y="80820"/>
                </a:cubicBezTo>
                <a:cubicBezTo>
                  <a:pt x="2140152" y="84933"/>
                  <a:pt x="2138952" y="88806"/>
                  <a:pt x="2136553" y="92440"/>
                </a:cubicBezTo>
                <a:cubicBezTo>
                  <a:pt x="2134154" y="96073"/>
                  <a:pt x="2130692" y="98883"/>
                  <a:pt x="2126167" y="100871"/>
                </a:cubicBezTo>
                <a:cubicBezTo>
                  <a:pt x="2121643" y="102859"/>
                  <a:pt x="2116525" y="103853"/>
                  <a:pt x="2110812" y="103853"/>
                </a:cubicBezTo>
                <a:cubicBezTo>
                  <a:pt x="2101352" y="103853"/>
                  <a:pt x="2094143" y="101888"/>
                  <a:pt x="2089185" y="97958"/>
                </a:cubicBezTo>
                <a:cubicBezTo>
                  <a:pt x="2084226" y="94028"/>
                  <a:pt x="2081062" y="88201"/>
                  <a:pt x="2079691" y="80478"/>
                </a:cubicBezTo>
                <a:close/>
                <a:moveTo>
                  <a:pt x="2154582" y="102208"/>
                </a:moveTo>
                <a:lnTo>
                  <a:pt x="2154582" y="1714"/>
                </a:lnTo>
                <a:lnTo>
                  <a:pt x="2166921" y="1714"/>
                </a:lnTo>
                <a:lnTo>
                  <a:pt x="2166921" y="37771"/>
                </a:lnTo>
                <a:cubicBezTo>
                  <a:pt x="2172680" y="31099"/>
                  <a:pt x="2179946" y="27763"/>
                  <a:pt x="2188720" y="27763"/>
                </a:cubicBezTo>
                <a:cubicBezTo>
                  <a:pt x="2194113" y="27763"/>
                  <a:pt x="2198797" y="28825"/>
                  <a:pt x="2202773" y="30950"/>
                </a:cubicBezTo>
                <a:cubicBezTo>
                  <a:pt x="2206749" y="33075"/>
                  <a:pt x="2209594" y="36012"/>
                  <a:pt x="2211307" y="39759"/>
                </a:cubicBezTo>
                <a:cubicBezTo>
                  <a:pt x="2213021" y="43506"/>
                  <a:pt x="2213878" y="48945"/>
                  <a:pt x="2213878" y="56074"/>
                </a:cubicBezTo>
                <a:lnTo>
                  <a:pt x="2213878" y="102208"/>
                </a:lnTo>
                <a:lnTo>
                  <a:pt x="2201539" y="102208"/>
                </a:lnTo>
                <a:lnTo>
                  <a:pt x="2201539" y="56074"/>
                </a:lnTo>
                <a:cubicBezTo>
                  <a:pt x="2201539" y="49904"/>
                  <a:pt x="2200202" y="45414"/>
                  <a:pt x="2197529" y="42604"/>
                </a:cubicBezTo>
                <a:cubicBezTo>
                  <a:pt x="2194855" y="39793"/>
                  <a:pt x="2191074" y="38388"/>
                  <a:pt x="2186184" y="38388"/>
                </a:cubicBezTo>
                <a:cubicBezTo>
                  <a:pt x="2182528" y="38388"/>
                  <a:pt x="2179089" y="39336"/>
                  <a:pt x="2175867" y="41233"/>
                </a:cubicBezTo>
                <a:cubicBezTo>
                  <a:pt x="2172645" y="43129"/>
                  <a:pt x="2170349" y="45700"/>
                  <a:pt x="2168978" y="48945"/>
                </a:cubicBezTo>
                <a:cubicBezTo>
                  <a:pt x="2167607" y="52189"/>
                  <a:pt x="2166921" y="56668"/>
                  <a:pt x="2166921" y="62380"/>
                </a:cubicBezTo>
                <a:lnTo>
                  <a:pt x="2166921" y="102208"/>
                </a:lnTo>
                <a:lnTo>
                  <a:pt x="2154582" y="102208"/>
                </a:lnTo>
                <a:close/>
                <a:moveTo>
                  <a:pt x="2282237" y="78764"/>
                </a:moveTo>
                <a:lnTo>
                  <a:pt x="2294987" y="80341"/>
                </a:lnTo>
                <a:cubicBezTo>
                  <a:pt x="2292976" y="87790"/>
                  <a:pt x="2289252" y="93571"/>
                  <a:pt x="2283813" y="97684"/>
                </a:cubicBezTo>
                <a:cubicBezTo>
                  <a:pt x="2278375" y="101797"/>
                  <a:pt x="2271429" y="103853"/>
                  <a:pt x="2262974" y="103853"/>
                </a:cubicBezTo>
                <a:cubicBezTo>
                  <a:pt x="2252326" y="103853"/>
                  <a:pt x="2243883" y="100574"/>
                  <a:pt x="2237645" y="94016"/>
                </a:cubicBezTo>
                <a:cubicBezTo>
                  <a:pt x="2231407" y="87458"/>
                  <a:pt x="2228288" y="78261"/>
                  <a:pt x="2228288" y="66425"/>
                </a:cubicBezTo>
                <a:cubicBezTo>
                  <a:pt x="2228288" y="54177"/>
                  <a:pt x="2231441" y="44672"/>
                  <a:pt x="2237748" y="37908"/>
                </a:cubicBezTo>
                <a:cubicBezTo>
                  <a:pt x="2244054" y="31145"/>
                  <a:pt x="2252235" y="27763"/>
                  <a:pt x="2262289" y="27763"/>
                </a:cubicBezTo>
                <a:cubicBezTo>
                  <a:pt x="2272023" y="27763"/>
                  <a:pt x="2279975" y="31076"/>
                  <a:pt x="2286144" y="37702"/>
                </a:cubicBezTo>
                <a:cubicBezTo>
                  <a:pt x="2292314" y="44329"/>
                  <a:pt x="2295398" y="53652"/>
                  <a:pt x="2295398" y="65671"/>
                </a:cubicBezTo>
                <a:cubicBezTo>
                  <a:pt x="2295398" y="66402"/>
                  <a:pt x="2295376" y="67499"/>
                  <a:pt x="2295330" y="68961"/>
                </a:cubicBezTo>
                <a:lnTo>
                  <a:pt x="2241038" y="68961"/>
                </a:lnTo>
                <a:cubicBezTo>
                  <a:pt x="2241495" y="76959"/>
                  <a:pt x="2243757" y="83083"/>
                  <a:pt x="2247825" y="87333"/>
                </a:cubicBezTo>
                <a:cubicBezTo>
                  <a:pt x="2251892" y="91583"/>
                  <a:pt x="2256965" y="93708"/>
                  <a:pt x="2263043" y="93708"/>
                </a:cubicBezTo>
                <a:cubicBezTo>
                  <a:pt x="2267567" y="93708"/>
                  <a:pt x="2271429" y="92520"/>
                  <a:pt x="2274628" y="90143"/>
                </a:cubicBezTo>
                <a:cubicBezTo>
                  <a:pt x="2277827" y="87767"/>
                  <a:pt x="2280363" y="83974"/>
                  <a:pt x="2282237" y="78764"/>
                </a:cubicBezTo>
                <a:moveTo>
                  <a:pt x="2241724" y="58816"/>
                </a:moveTo>
                <a:lnTo>
                  <a:pt x="2282374" y="58816"/>
                </a:lnTo>
                <a:cubicBezTo>
                  <a:pt x="2281825" y="52692"/>
                  <a:pt x="2280272" y="48099"/>
                  <a:pt x="2277712" y="45037"/>
                </a:cubicBezTo>
                <a:cubicBezTo>
                  <a:pt x="2273782" y="40285"/>
                  <a:pt x="2268687" y="37908"/>
                  <a:pt x="2262426" y="37908"/>
                </a:cubicBezTo>
                <a:cubicBezTo>
                  <a:pt x="2256759" y="37908"/>
                  <a:pt x="2251995" y="39805"/>
                  <a:pt x="2248133" y="43598"/>
                </a:cubicBezTo>
                <a:cubicBezTo>
                  <a:pt x="2244272" y="47391"/>
                  <a:pt x="2242135" y="52464"/>
                  <a:pt x="2241724" y="58816"/>
                </a:cubicBezTo>
                <a:close/>
                <a:moveTo>
                  <a:pt x="2357450" y="102208"/>
                </a:moveTo>
                <a:lnTo>
                  <a:pt x="2357450" y="93022"/>
                </a:lnTo>
                <a:cubicBezTo>
                  <a:pt x="2352834" y="100243"/>
                  <a:pt x="2346048" y="103853"/>
                  <a:pt x="2337091" y="103853"/>
                </a:cubicBezTo>
                <a:cubicBezTo>
                  <a:pt x="2331287" y="103853"/>
                  <a:pt x="2325951" y="102254"/>
                  <a:pt x="2321084" y="99055"/>
                </a:cubicBezTo>
                <a:cubicBezTo>
                  <a:pt x="2316217" y="95856"/>
                  <a:pt x="2312447" y="91388"/>
                  <a:pt x="2309774" y="85653"/>
                </a:cubicBezTo>
                <a:cubicBezTo>
                  <a:pt x="2307100" y="79918"/>
                  <a:pt x="2305763" y="73326"/>
                  <a:pt x="2305763" y="65876"/>
                </a:cubicBezTo>
                <a:cubicBezTo>
                  <a:pt x="2305763" y="58610"/>
                  <a:pt x="2306974" y="52018"/>
                  <a:pt x="2309397" y="46100"/>
                </a:cubicBezTo>
                <a:cubicBezTo>
                  <a:pt x="2311819" y="40182"/>
                  <a:pt x="2315452" y="35646"/>
                  <a:pt x="2320296" y="32493"/>
                </a:cubicBezTo>
                <a:cubicBezTo>
                  <a:pt x="2325140" y="29339"/>
                  <a:pt x="2330556" y="27763"/>
                  <a:pt x="2336542" y="27763"/>
                </a:cubicBezTo>
                <a:cubicBezTo>
                  <a:pt x="2340930" y="27763"/>
                  <a:pt x="2344837" y="28688"/>
                  <a:pt x="2348264" y="30539"/>
                </a:cubicBezTo>
                <a:cubicBezTo>
                  <a:pt x="2351692" y="32390"/>
                  <a:pt x="2354480" y="34801"/>
                  <a:pt x="2356627" y="37771"/>
                </a:cubicBezTo>
                <a:lnTo>
                  <a:pt x="2356627" y="1714"/>
                </a:lnTo>
                <a:lnTo>
                  <a:pt x="2368898" y="1714"/>
                </a:lnTo>
                <a:lnTo>
                  <a:pt x="2368898" y="102208"/>
                </a:lnTo>
                <a:lnTo>
                  <a:pt x="2357450" y="102208"/>
                </a:lnTo>
                <a:moveTo>
                  <a:pt x="2318445" y="65876"/>
                </a:moveTo>
                <a:cubicBezTo>
                  <a:pt x="2318445" y="75199"/>
                  <a:pt x="2320410" y="82169"/>
                  <a:pt x="2324340" y="86784"/>
                </a:cubicBezTo>
                <a:cubicBezTo>
                  <a:pt x="2328271" y="91400"/>
                  <a:pt x="2332909" y="93708"/>
                  <a:pt x="2338256" y="93708"/>
                </a:cubicBezTo>
                <a:cubicBezTo>
                  <a:pt x="2343649" y="93708"/>
                  <a:pt x="2348230" y="91503"/>
                  <a:pt x="2352000" y="87093"/>
                </a:cubicBezTo>
                <a:cubicBezTo>
                  <a:pt x="2355771" y="82683"/>
                  <a:pt x="2357656" y="75953"/>
                  <a:pt x="2357656" y="66905"/>
                </a:cubicBezTo>
                <a:cubicBezTo>
                  <a:pt x="2357656" y="56942"/>
                  <a:pt x="2355736" y="49630"/>
                  <a:pt x="2351898" y="44969"/>
                </a:cubicBezTo>
                <a:cubicBezTo>
                  <a:pt x="2348059" y="40307"/>
                  <a:pt x="2343329" y="37977"/>
                  <a:pt x="2337708" y="37977"/>
                </a:cubicBezTo>
                <a:cubicBezTo>
                  <a:pt x="2332224" y="37977"/>
                  <a:pt x="2327642" y="40216"/>
                  <a:pt x="2323963" y="44695"/>
                </a:cubicBezTo>
                <a:cubicBezTo>
                  <a:pt x="2320285" y="49173"/>
                  <a:pt x="2318445" y="56234"/>
                  <a:pt x="2318445" y="65876"/>
                </a:cubicBezTo>
                <a:close/>
                <a:moveTo>
                  <a:pt x="2439982" y="102208"/>
                </a:moveTo>
                <a:lnTo>
                  <a:pt x="2417703" y="29408"/>
                </a:lnTo>
                <a:lnTo>
                  <a:pt x="2430454" y="29408"/>
                </a:lnTo>
                <a:lnTo>
                  <a:pt x="2442039" y="71429"/>
                </a:lnTo>
                <a:lnTo>
                  <a:pt x="2446357" y="87058"/>
                </a:lnTo>
                <a:cubicBezTo>
                  <a:pt x="2446540" y="86282"/>
                  <a:pt x="2447797" y="81277"/>
                  <a:pt x="2450128" y="72046"/>
                </a:cubicBezTo>
                <a:lnTo>
                  <a:pt x="2461713" y="29408"/>
                </a:lnTo>
                <a:lnTo>
                  <a:pt x="2474394" y="29408"/>
                </a:lnTo>
                <a:lnTo>
                  <a:pt x="2485294" y="71635"/>
                </a:lnTo>
                <a:lnTo>
                  <a:pt x="2488927" y="85550"/>
                </a:lnTo>
                <a:lnTo>
                  <a:pt x="2493108" y="71498"/>
                </a:lnTo>
                <a:lnTo>
                  <a:pt x="2505584" y="29408"/>
                </a:lnTo>
                <a:lnTo>
                  <a:pt x="2517581" y="29408"/>
                </a:lnTo>
                <a:lnTo>
                  <a:pt x="2494822" y="102208"/>
                </a:lnTo>
                <a:lnTo>
                  <a:pt x="2482003" y="102208"/>
                </a:lnTo>
                <a:lnTo>
                  <a:pt x="2470418" y="58610"/>
                </a:lnTo>
                <a:lnTo>
                  <a:pt x="2467608" y="46203"/>
                </a:lnTo>
                <a:lnTo>
                  <a:pt x="2452870" y="102208"/>
                </a:lnTo>
                <a:lnTo>
                  <a:pt x="2439982" y="102208"/>
                </a:lnTo>
                <a:close/>
                <a:moveTo>
                  <a:pt x="2528019" y="15904"/>
                </a:moveTo>
                <a:lnTo>
                  <a:pt x="2528019" y="1714"/>
                </a:lnTo>
                <a:lnTo>
                  <a:pt x="2540358" y="1714"/>
                </a:lnTo>
                <a:lnTo>
                  <a:pt x="2540358" y="15904"/>
                </a:lnTo>
                <a:lnTo>
                  <a:pt x="2528019" y="15904"/>
                </a:lnTo>
                <a:moveTo>
                  <a:pt x="2528019" y="102208"/>
                </a:moveTo>
                <a:lnTo>
                  <a:pt x="2528019" y="29408"/>
                </a:lnTo>
                <a:lnTo>
                  <a:pt x="2540358" y="29408"/>
                </a:lnTo>
                <a:lnTo>
                  <a:pt x="2540358" y="102208"/>
                </a:lnTo>
                <a:lnTo>
                  <a:pt x="2528019" y="102208"/>
                </a:lnTo>
                <a:close/>
                <a:moveTo>
                  <a:pt x="2586380" y="91171"/>
                </a:moveTo>
                <a:lnTo>
                  <a:pt x="2588163" y="102071"/>
                </a:lnTo>
                <a:cubicBezTo>
                  <a:pt x="2584689" y="102802"/>
                  <a:pt x="2581582" y="103168"/>
                  <a:pt x="2578840" y="103168"/>
                </a:cubicBezTo>
                <a:cubicBezTo>
                  <a:pt x="2574361" y="103168"/>
                  <a:pt x="2570888" y="102459"/>
                  <a:pt x="2568420" y="101043"/>
                </a:cubicBezTo>
                <a:cubicBezTo>
                  <a:pt x="2565952" y="99626"/>
                  <a:pt x="2564216" y="97764"/>
                  <a:pt x="2563210" y="95456"/>
                </a:cubicBezTo>
                <a:cubicBezTo>
                  <a:pt x="2562205" y="93148"/>
                  <a:pt x="2561702" y="88292"/>
                  <a:pt x="2561702" y="80889"/>
                </a:cubicBezTo>
                <a:lnTo>
                  <a:pt x="2561702" y="39005"/>
                </a:lnTo>
                <a:lnTo>
                  <a:pt x="2552654" y="39005"/>
                </a:lnTo>
                <a:lnTo>
                  <a:pt x="2552654" y="29408"/>
                </a:lnTo>
                <a:lnTo>
                  <a:pt x="2561702" y="29408"/>
                </a:lnTo>
                <a:lnTo>
                  <a:pt x="2561702" y="11379"/>
                </a:lnTo>
                <a:lnTo>
                  <a:pt x="2573973" y="3976"/>
                </a:lnTo>
                <a:lnTo>
                  <a:pt x="2573973" y="29408"/>
                </a:lnTo>
                <a:lnTo>
                  <a:pt x="2586380" y="29408"/>
                </a:lnTo>
                <a:lnTo>
                  <a:pt x="2586380" y="39005"/>
                </a:lnTo>
                <a:lnTo>
                  <a:pt x="2573973" y="39005"/>
                </a:lnTo>
                <a:lnTo>
                  <a:pt x="2573973" y="81574"/>
                </a:lnTo>
                <a:cubicBezTo>
                  <a:pt x="2573973" y="85093"/>
                  <a:pt x="2574190" y="87355"/>
                  <a:pt x="2574624" y="88361"/>
                </a:cubicBezTo>
                <a:cubicBezTo>
                  <a:pt x="2575058" y="89366"/>
                  <a:pt x="2575766" y="90166"/>
                  <a:pt x="2576749" y="90760"/>
                </a:cubicBezTo>
                <a:cubicBezTo>
                  <a:pt x="2577732" y="91354"/>
                  <a:pt x="2579137" y="91651"/>
                  <a:pt x="2580965" y="91651"/>
                </a:cubicBezTo>
                <a:cubicBezTo>
                  <a:pt x="2582336" y="91651"/>
                  <a:pt x="2584141" y="91491"/>
                  <a:pt x="2586380" y="91171"/>
                </a:cubicBezTo>
                <a:close/>
                <a:moveTo>
                  <a:pt x="2597949" y="102208"/>
                </a:moveTo>
                <a:lnTo>
                  <a:pt x="2597949" y="1714"/>
                </a:lnTo>
                <a:lnTo>
                  <a:pt x="2610288" y="1714"/>
                </a:lnTo>
                <a:lnTo>
                  <a:pt x="2610288" y="37771"/>
                </a:lnTo>
                <a:cubicBezTo>
                  <a:pt x="2616046" y="31099"/>
                  <a:pt x="2623313" y="27763"/>
                  <a:pt x="2632087" y="27763"/>
                </a:cubicBezTo>
                <a:cubicBezTo>
                  <a:pt x="2637480" y="27763"/>
                  <a:pt x="2642164" y="28825"/>
                  <a:pt x="2646140" y="30950"/>
                </a:cubicBezTo>
                <a:cubicBezTo>
                  <a:pt x="2650116" y="33075"/>
                  <a:pt x="2652961" y="36012"/>
                  <a:pt x="2654674" y="39759"/>
                </a:cubicBezTo>
                <a:cubicBezTo>
                  <a:pt x="2656388" y="43506"/>
                  <a:pt x="2657245" y="48945"/>
                  <a:pt x="2657245" y="56074"/>
                </a:cubicBezTo>
                <a:lnTo>
                  <a:pt x="2657245" y="102208"/>
                </a:lnTo>
                <a:lnTo>
                  <a:pt x="2644906" y="102208"/>
                </a:lnTo>
                <a:lnTo>
                  <a:pt x="2644906" y="56074"/>
                </a:lnTo>
                <a:cubicBezTo>
                  <a:pt x="2644906" y="49904"/>
                  <a:pt x="2643569" y="45414"/>
                  <a:pt x="2640896" y="42604"/>
                </a:cubicBezTo>
                <a:cubicBezTo>
                  <a:pt x="2638222" y="39793"/>
                  <a:pt x="2634441" y="38388"/>
                  <a:pt x="2629551" y="38388"/>
                </a:cubicBezTo>
                <a:cubicBezTo>
                  <a:pt x="2625895" y="38388"/>
                  <a:pt x="2622456" y="39336"/>
                  <a:pt x="2619234" y="41233"/>
                </a:cubicBezTo>
                <a:cubicBezTo>
                  <a:pt x="2616012" y="43129"/>
                  <a:pt x="2613716" y="45700"/>
                  <a:pt x="2612345" y="48945"/>
                </a:cubicBezTo>
                <a:cubicBezTo>
                  <a:pt x="2610974" y="52189"/>
                  <a:pt x="2610288" y="56668"/>
                  <a:pt x="2610288" y="62380"/>
                </a:cubicBezTo>
                <a:lnTo>
                  <a:pt x="2610288" y="102208"/>
                </a:lnTo>
                <a:lnTo>
                  <a:pt x="2597949" y="102208"/>
                </a:lnTo>
                <a:close/>
                <a:moveTo>
                  <a:pt x="2761781" y="93228"/>
                </a:moveTo>
                <a:cubicBezTo>
                  <a:pt x="2757211" y="97112"/>
                  <a:pt x="2752813" y="99854"/>
                  <a:pt x="2748586" y="101454"/>
                </a:cubicBezTo>
                <a:cubicBezTo>
                  <a:pt x="2744358" y="103053"/>
                  <a:pt x="2739823" y="103853"/>
                  <a:pt x="2734978" y="103853"/>
                </a:cubicBezTo>
                <a:cubicBezTo>
                  <a:pt x="2726981" y="103853"/>
                  <a:pt x="2720834" y="101899"/>
                  <a:pt x="2716538" y="97992"/>
                </a:cubicBezTo>
                <a:cubicBezTo>
                  <a:pt x="2712243" y="94085"/>
                  <a:pt x="2710095" y="89092"/>
                  <a:pt x="2710095" y="83014"/>
                </a:cubicBezTo>
                <a:cubicBezTo>
                  <a:pt x="2710095" y="79449"/>
                  <a:pt x="2710906" y="76193"/>
                  <a:pt x="2712528" y="73246"/>
                </a:cubicBezTo>
                <a:cubicBezTo>
                  <a:pt x="2714151" y="70298"/>
                  <a:pt x="2716276" y="67933"/>
                  <a:pt x="2718903" y="66151"/>
                </a:cubicBezTo>
                <a:cubicBezTo>
                  <a:pt x="2721531" y="64368"/>
                  <a:pt x="2724490" y="63020"/>
                  <a:pt x="2727781" y="62106"/>
                </a:cubicBezTo>
                <a:cubicBezTo>
                  <a:pt x="2730203" y="61466"/>
                  <a:pt x="2733859" y="60849"/>
                  <a:pt x="2738749" y="60255"/>
                </a:cubicBezTo>
                <a:cubicBezTo>
                  <a:pt x="2748711" y="59067"/>
                  <a:pt x="2756046" y="57650"/>
                  <a:pt x="2760753" y="56005"/>
                </a:cubicBezTo>
                <a:cubicBezTo>
                  <a:pt x="2760799" y="54314"/>
                  <a:pt x="2760822" y="53240"/>
                  <a:pt x="2760822" y="52783"/>
                </a:cubicBezTo>
                <a:cubicBezTo>
                  <a:pt x="2760822" y="47756"/>
                  <a:pt x="2759656" y="44215"/>
                  <a:pt x="2757326" y="42158"/>
                </a:cubicBezTo>
                <a:cubicBezTo>
                  <a:pt x="2754172" y="39371"/>
                  <a:pt x="2749488" y="37977"/>
                  <a:pt x="2743273" y="37977"/>
                </a:cubicBezTo>
                <a:cubicBezTo>
                  <a:pt x="2737469" y="37977"/>
                  <a:pt x="2733185" y="38993"/>
                  <a:pt x="2730420" y="41027"/>
                </a:cubicBezTo>
                <a:cubicBezTo>
                  <a:pt x="2727655" y="43061"/>
                  <a:pt x="2725610" y="46660"/>
                  <a:pt x="2724285" y="51824"/>
                </a:cubicBezTo>
                <a:lnTo>
                  <a:pt x="2712220" y="50179"/>
                </a:lnTo>
                <a:cubicBezTo>
                  <a:pt x="2713317" y="45014"/>
                  <a:pt x="2715122" y="40844"/>
                  <a:pt x="2717635" y="37668"/>
                </a:cubicBezTo>
                <a:cubicBezTo>
                  <a:pt x="2720149" y="34492"/>
                  <a:pt x="2723782" y="32047"/>
                  <a:pt x="2728535" y="30333"/>
                </a:cubicBezTo>
                <a:cubicBezTo>
                  <a:pt x="2733288" y="28620"/>
                  <a:pt x="2738794" y="27763"/>
                  <a:pt x="2745055" y="27763"/>
                </a:cubicBezTo>
                <a:cubicBezTo>
                  <a:pt x="2751270" y="27763"/>
                  <a:pt x="2756320" y="28494"/>
                  <a:pt x="2760205" y="29956"/>
                </a:cubicBezTo>
                <a:cubicBezTo>
                  <a:pt x="2764089" y="31419"/>
                  <a:pt x="2766946" y="33258"/>
                  <a:pt x="2768774" y="35475"/>
                </a:cubicBezTo>
                <a:cubicBezTo>
                  <a:pt x="2770602" y="37691"/>
                  <a:pt x="2771881" y="40490"/>
                  <a:pt x="2772612" y="43872"/>
                </a:cubicBezTo>
                <a:cubicBezTo>
                  <a:pt x="2773024" y="45974"/>
                  <a:pt x="2773229" y="49767"/>
                  <a:pt x="2773229" y="55251"/>
                </a:cubicBezTo>
                <a:lnTo>
                  <a:pt x="2773229" y="71703"/>
                </a:lnTo>
                <a:cubicBezTo>
                  <a:pt x="2773229" y="83174"/>
                  <a:pt x="2773492" y="90429"/>
                  <a:pt x="2774018" y="93468"/>
                </a:cubicBezTo>
                <a:cubicBezTo>
                  <a:pt x="2774543" y="96507"/>
                  <a:pt x="2775583" y="99420"/>
                  <a:pt x="2777137" y="102208"/>
                </a:cubicBezTo>
                <a:lnTo>
                  <a:pt x="2764249" y="102208"/>
                </a:lnTo>
                <a:cubicBezTo>
                  <a:pt x="2762970" y="99649"/>
                  <a:pt x="2762147" y="96655"/>
                  <a:pt x="2761781" y="93228"/>
                </a:cubicBezTo>
                <a:moveTo>
                  <a:pt x="2760753" y="65671"/>
                </a:moveTo>
                <a:cubicBezTo>
                  <a:pt x="2756275" y="67499"/>
                  <a:pt x="2749557" y="69053"/>
                  <a:pt x="2740600" y="70332"/>
                </a:cubicBezTo>
                <a:cubicBezTo>
                  <a:pt x="2735527" y="71063"/>
                  <a:pt x="2731939" y="71886"/>
                  <a:pt x="2729837" y="72800"/>
                </a:cubicBezTo>
                <a:cubicBezTo>
                  <a:pt x="2727735" y="73714"/>
                  <a:pt x="2726113" y="75051"/>
                  <a:pt x="2724970" y="76810"/>
                </a:cubicBezTo>
                <a:cubicBezTo>
                  <a:pt x="2723828" y="78570"/>
                  <a:pt x="2723256" y="80523"/>
                  <a:pt x="2723256" y="82671"/>
                </a:cubicBezTo>
                <a:cubicBezTo>
                  <a:pt x="2723256" y="85962"/>
                  <a:pt x="2724502" y="88704"/>
                  <a:pt x="2726992" y="90897"/>
                </a:cubicBezTo>
                <a:cubicBezTo>
                  <a:pt x="2729483" y="93091"/>
                  <a:pt x="2733128" y="94188"/>
                  <a:pt x="2737926" y="94188"/>
                </a:cubicBezTo>
                <a:cubicBezTo>
                  <a:pt x="2742679" y="94188"/>
                  <a:pt x="2746906" y="93148"/>
                  <a:pt x="2750608" y="91069"/>
                </a:cubicBezTo>
                <a:cubicBezTo>
                  <a:pt x="2754310" y="88989"/>
                  <a:pt x="2757029" y="86144"/>
                  <a:pt x="2758765" y="82534"/>
                </a:cubicBezTo>
                <a:cubicBezTo>
                  <a:pt x="2760091" y="79746"/>
                  <a:pt x="2760753" y="75633"/>
                  <a:pt x="2760753" y="70195"/>
                </a:cubicBezTo>
                <a:lnTo>
                  <a:pt x="2760753" y="656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cabinet,…Thecabinetisfilledwithtwo">
            <a:extLst xmlns:a="http://schemas.openxmlformats.org/drawingml/2006/main">
              <a:ext uri="{FF2B5EF4-FFF2-40B4-BE49-F238E27FC236}">
                <a16:creationId xmlns:a16="http://schemas.microsoft.com/office/drawing/2014/main" id="{DF33A0D2-F9B9-414E-92C7-87BECBAB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97" y="4924146"/>
            <a:ext cx="2435207" cy="122087"/>
          </a:xfrm>
          <a:custGeom xmlns:a="http://schemas.openxmlformats.org/drawingml/2006/main">
            <a:pathLst>
              <a:path w="2435207" h="122087">
                <a:moveTo>
                  <a:pt x="51275" y="75542"/>
                </a:moveTo>
                <a:lnTo>
                  <a:pt x="63409" y="77119"/>
                </a:lnTo>
                <a:cubicBezTo>
                  <a:pt x="62083" y="85482"/>
                  <a:pt x="58690" y="92028"/>
                  <a:pt x="53229" y="96758"/>
                </a:cubicBezTo>
                <a:cubicBezTo>
                  <a:pt x="47768" y="101488"/>
                  <a:pt x="41061" y="103853"/>
                  <a:pt x="33110" y="103853"/>
                </a:cubicBezTo>
                <a:cubicBezTo>
                  <a:pt x="23147" y="103853"/>
                  <a:pt x="15138" y="100597"/>
                  <a:pt x="9083" y="94085"/>
                </a:cubicBezTo>
                <a:cubicBezTo>
                  <a:pt x="3028" y="87573"/>
                  <a:pt x="0" y="78238"/>
                  <a:pt x="0" y="66082"/>
                </a:cubicBezTo>
                <a:cubicBezTo>
                  <a:pt x="0" y="58222"/>
                  <a:pt x="1302" y="51344"/>
                  <a:pt x="3907" y="45449"/>
                </a:cubicBezTo>
                <a:cubicBezTo>
                  <a:pt x="6512" y="39553"/>
                  <a:pt x="10477" y="35132"/>
                  <a:pt x="15801" y="32184"/>
                </a:cubicBezTo>
                <a:cubicBezTo>
                  <a:pt x="21125" y="29237"/>
                  <a:pt x="26917" y="27763"/>
                  <a:pt x="33178" y="27763"/>
                </a:cubicBezTo>
                <a:cubicBezTo>
                  <a:pt x="41084" y="27763"/>
                  <a:pt x="47551" y="29762"/>
                  <a:pt x="52578" y="33761"/>
                </a:cubicBezTo>
                <a:cubicBezTo>
                  <a:pt x="57605" y="37760"/>
                  <a:pt x="60827" y="43438"/>
                  <a:pt x="62243" y="50795"/>
                </a:cubicBezTo>
                <a:lnTo>
                  <a:pt x="50247" y="52646"/>
                </a:lnTo>
                <a:cubicBezTo>
                  <a:pt x="49105" y="47756"/>
                  <a:pt x="47082" y="44078"/>
                  <a:pt x="44180" y="41610"/>
                </a:cubicBezTo>
                <a:cubicBezTo>
                  <a:pt x="41278" y="39142"/>
                  <a:pt x="37771" y="37908"/>
                  <a:pt x="33658" y="37908"/>
                </a:cubicBezTo>
                <a:cubicBezTo>
                  <a:pt x="27443" y="37908"/>
                  <a:pt x="22393" y="40136"/>
                  <a:pt x="18508" y="44592"/>
                </a:cubicBezTo>
                <a:cubicBezTo>
                  <a:pt x="14624" y="49047"/>
                  <a:pt x="12682" y="56097"/>
                  <a:pt x="12682" y="65739"/>
                </a:cubicBezTo>
                <a:cubicBezTo>
                  <a:pt x="12682" y="75519"/>
                  <a:pt x="14555" y="82626"/>
                  <a:pt x="18303" y="87058"/>
                </a:cubicBezTo>
                <a:cubicBezTo>
                  <a:pt x="22050" y="91491"/>
                  <a:pt x="26940" y="93708"/>
                  <a:pt x="32973" y="93708"/>
                </a:cubicBezTo>
                <a:cubicBezTo>
                  <a:pt x="37817" y="93708"/>
                  <a:pt x="41861" y="92223"/>
                  <a:pt x="45106" y="89252"/>
                </a:cubicBezTo>
                <a:cubicBezTo>
                  <a:pt x="48351" y="86282"/>
                  <a:pt x="50407" y="81712"/>
                  <a:pt x="51275" y="75542"/>
                </a:cubicBezTo>
                <a:close/>
                <a:moveTo>
                  <a:pt x="121218" y="93228"/>
                </a:moveTo>
                <a:cubicBezTo>
                  <a:pt x="116648" y="97112"/>
                  <a:pt x="112249" y="99854"/>
                  <a:pt x="108022" y="101454"/>
                </a:cubicBezTo>
                <a:cubicBezTo>
                  <a:pt x="103795" y="103053"/>
                  <a:pt x="99259" y="103853"/>
                  <a:pt x="94415" y="103853"/>
                </a:cubicBezTo>
                <a:cubicBezTo>
                  <a:pt x="86417" y="103853"/>
                  <a:pt x="80271" y="101899"/>
                  <a:pt x="75975" y="97992"/>
                </a:cubicBezTo>
                <a:cubicBezTo>
                  <a:pt x="71679" y="94085"/>
                  <a:pt x="69531" y="89092"/>
                  <a:pt x="69531" y="83014"/>
                </a:cubicBezTo>
                <a:cubicBezTo>
                  <a:pt x="69531" y="79449"/>
                  <a:pt x="70342" y="76193"/>
                  <a:pt x="71965" y="73246"/>
                </a:cubicBezTo>
                <a:cubicBezTo>
                  <a:pt x="73587" y="70298"/>
                  <a:pt x="75712" y="67933"/>
                  <a:pt x="78340" y="66151"/>
                </a:cubicBezTo>
                <a:cubicBezTo>
                  <a:pt x="80968" y="64368"/>
                  <a:pt x="83927" y="63020"/>
                  <a:pt x="87217" y="62106"/>
                </a:cubicBezTo>
                <a:cubicBezTo>
                  <a:pt x="89639" y="61466"/>
                  <a:pt x="93295" y="60849"/>
                  <a:pt x="98185" y="60255"/>
                </a:cubicBezTo>
                <a:cubicBezTo>
                  <a:pt x="108148" y="59067"/>
                  <a:pt x="115482" y="57650"/>
                  <a:pt x="120190" y="56005"/>
                </a:cubicBezTo>
                <a:cubicBezTo>
                  <a:pt x="120235" y="54314"/>
                  <a:pt x="120258" y="53240"/>
                  <a:pt x="120258" y="52783"/>
                </a:cubicBezTo>
                <a:cubicBezTo>
                  <a:pt x="120258" y="47756"/>
                  <a:pt x="119093" y="44215"/>
                  <a:pt x="116762" y="42158"/>
                </a:cubicBezTo>
                <a:cubicBezTo>
                  <a:pt x="113609" y="39371"/>
                  <a:pt x="108925" y="37977"/>
                  <a:pt x="102709" y="37977"/>
                </a:cubicBezTo>
                <a:cubicBezTo>
                  <a:pt x="96905" y="37977"/>
                  <a:pt x="92621" y="38993"/>
                  <a:pt x="89856" y="41027"/>
                </a:cubicBezTo>
                <a:cubicBezTo>
                  <a:pt x="87091" y="43061"/>
                  <a:pt x="85046" y="46660"/>
                  <a:pt x="83721" y="51824"/>
                </a:cubicBezTo>
                <a:lnTo>
                  <a:pt x="71656" y="50179"/>
                </a:lnTo>
                <a:cubicBezTo>
                  <a:pt x="72753" y="45014"/>
                  <a:pt x="74558" y="40844"/>
                  <a:pt x="77072" y="37668"/>
                </a:cubicBezTo>
                <a:cubicBezTo>
                  <a:pt x="79585" y="34492"/>
                  <a:pt x="83218" y="32047"/>
                  <a:pt x="87971" y="30333"/>
                </a:cubicBezTo>
                <a:cubicBezTo>
                  <a:pt x="92724" y="28620"/>
                  <a:pt x="98231" y="27763"/>
                  <a:pt x="104492" y="27763"/>
                </a:cubicBezTo>
                <a:cubicBezTo>
                  <a:pt x="110707" y="27763"/>
                  <a:pt x="115757" y="28494"/>
                  <a:pt x="119641" y="29956"/>
                </a:cubicBezTo>
                <a:cubicBezTo>
                  <a:pt x="123526" y="31419"/>
                  <a:pt x="126382" y="33258"/>
                  <a:pt x="128210" y="35475"/>
                </a:cubicBezTo>
                <a:cubicBezTo>
                  <a:pt x="130038" y="37691"/>
                  <a:pt x="131317" y="40490"/>
                  <a:pt x="132049" y="43872"/>
                </a:cubicBezTo>
                <a:cubicBezTo>
                  <a:pt x="132460" y="45974"/>
                  <a:pt x="132666" y="49767"/>
                  <a:pt x="132666" y="55251"/>
                </a:cubicBezTo>
                <a:lnTo>
                  <a:pt x="132666" y="71703"/>
                </a:lnTo>
                <a:cubicBezTo>
                  <a:pt x="132666" y="83174"/>
                  <a:pt x="132928" y="90429"/>
                  <a:pt x="133454" y="93468"/>
                </a:cubicBezTo>
                <a:cubicBezTo>
                  <a:pt x="133980" y="96507"/>
                  <a:pt x="135019" y="99420"/>
                  <a:pt x="136573" y="102208"/>
                </a:cubicBezTo>
                <a:lnTo>
                  <a:pt x="123686" y="102208"/>
                </a:lnTo>
                <a:cubicBezTo>
                  <a:pt x="122406" y="99649"/>
                  <a:pt x="121583" y="96655"/>
                  <a:pt x="121218" y="93228"/>
                </a:cubicBezTo>
                <a:moveTo>
                  <a:pt x="120190" y="65671"/>
                </a:moveTo>
                <a:cubicBezTo>
                  <a:pt x="115711" y="67499"/>
                  <a:pt x="108993" y="69053"/>
                  <a:pt x="100036" y="70332"/>
                </a:cubicBezTo>
                <a:cubicBezTo>
                  <a:pt x="94963" y="71063"/>
                  <a:pt x="91376" y="71886"/>
                  <a:pt x="89274" y="72800"/>
                </a:cubicBezTo>
                <a:cubicBezTo>
                  <a:pt x="87171" y="73714"/>
                  <a:pt x="85549" y="75051"/>
                  <a:pt x="84406" y="76810"/>
                </a:cubicBezTo>
                <a:cubicBezTo>
                  <a:pt x="83264" y="78570"/>
                  <a:pt x="82693" y="80523"/>
                  <a:pt x="82693" y="82671"/>
                </a:cubicBezTo>
                <a:cubicBezTo>
                  <a:pt x="82693" y="85962"/>
                  <a:pt x="83938" y="88704"/>
                  <a:pt x="86429" y="90897"/>
                </a:cubicBezTo>
                <a:cubicBezTo>
                  <a:pt x="88919" y="93091"/>
                  <a:pt x="92564" y="94188"/>
                  <a:pt x="97362" y="94188"/>
                </a:cubicBezTo>
                <a:cubicBezTo>
                  <a:pt x="102115" y="94188"/>
                  <a:pt x="106342" y="93148"/>
                  <a:pt x="110044" y="91069"/>
                </a:cubicBezTo>
                <a:cubicBezTo>
                  <a:pt x="113746" y="88989"/>
                  <a:pt x="116465" y="86144"/>
                  <a:pt x="118202" y="82534"/>
                </a:cubicBezTo>
                <a:cubicBezTo>
                  <a:pt x="119527" y="79746"/>
                  <a:pt x="120190" y="75633"/>
                  <a:pt x="120190" y="70195"/>
                </a:cubicBezTo>
                <a:lnTo>
                  <a:pt x="120190" y="65671"/>
                </a:lnTo>
                <a:close/>
                <a:moveTo>
                  <a:pt x="162896" y="102208"/>
                </a:moveTo>
                <a:lnTo>
                  <a:pt x="151448" y="102208"/>
                </a:lnTo>
                <a:lnTo>
                  <a:pt x="151448" y="1714"/>
                </a:lnTo>
                <a:lnTo>
                  <a:pt x="163787" y="1714"/>
                </a:lnTo>
                <a:lnTo>
                  <a:pt x="163787" y="37565"/>
                </a:lnTo>
                <a:cubicBezTo>
                  <a:pt x="168997" y="31030"/>
                  <a:pt x="175647" y="27763"/>
                  <a:pt x="183735" y="27763"/>
                </a:cubicBezTo>
                <a:cubicBezTo>
                  <a:pt x="188214" y="27763"/>
                  <a:pt x="192453" y="28665"/>
                  <a:pt x="196451" y="30470"/>
                </a:cubicBezTo>
                <a:cubicBezTo>
                  <a:pt x="200450" y="32276"/>
                  <a:pt x="203741" y="34812"/>
                  <a:pt x="206323" y="38079"/>
                </a:cubicBezTo>
                <a:cubicBezTo>
                  <a:pt x="208905" y="41347"/>
                  <a:pt x="210927" y="45289"/>
                  <a:pt x="212389" y="49904"/>
                </a:cubicBezTo>
                <a:cubicBezTo>
                  <a:pt x="213852" y="54520"/>
                  <a:pt x="214583" y="59456"/>
                  <a:pt x="214583" y="64711"/>
                </a:cubicBezTo>
                <a:cubicBezTo>
                  <a:pt x="214583" y="77187"/>
                  <a:pt x="211498" y="86830"/>
                  <a:pt x="205329" y="93639"/>
                </a:cubicBezTo>
                <a:cubicBezTo>
                  <a:pt x="199159" y="100448"/>
                  <a:pt x="191756" y="103853"/>
                  <a:pt x="183118" y="103853"/>
                </a:cubicBezTo>
                <a:cubicBezTo>
                  <a:pt x="174527" y="103853"/>
                  <a:pt x="167786" y="100266"/>
                  <a:pt x="162896" y="93091"/>
                </a:cubicBezTo>
                <a:lnTo>
                  <a:pt x="162896" y="102208"/>
                </a:lnTo>
                <a:moveTo>
                  <a:pt x="162759" y="65260"/>
                </a:moveTo>
                <a:cubicBezTo>
                  <a:pt x="162759" y="73988"/>
                  <a:pt x="163947" y="80295"/>
                  <a:pt x="166324" y="84179"/>
                </a:cubicBezTo>
                <a:cubicBezTo>
                  <a:pt x="170208" y="90532"/>
                  <a:pt x="175464" y="93708"/>
                  <a:pt x="182090" y="93708"/>
                </a:cubicBezTo>
                <a:cubicBezTo>
                  <a:pt x="187483" y="93708"/>
                  <a:pt x="192144" y="91366"/>
                  <a:pt x="196074" y="86681"/>
                </a:cubicBezTo>
                <a:cubicBezTo>
                  <a:pt x="200005" y="81997"/>
                  <a:pt x="201970" y="75016"/>
                  <a:pt x="201970" y="65739"/>
                </a:cubicBezTo>
                <a:cubicBezTo>
                  <a:pt x="201970" y="56234"/>
                  <a:pt x="200085" y="49219"/>
                  <a:pt x="196314" y="44695"/>
                </a:cubicBezTo>
                <a:cubicBezTo>
                  <a:pt x="192544" y="40170"/>
                  <a:pt x="187986" y="37908"/>
                  <a:pt x="182639" y="37908"/>
                </a:cubicBezTo>
                <a:cubicBezTo>
                  <a:pt x="177246" y="37908"/>
                  <a:pt x="172585" y="40250"/>
                  <a:pt x="168654" y="44934"/>
                </a:cubicBezTo>
                <a:cubicBezTo>
                  <a:pt x="164724" y="49619"/>
                  <a:pt x="162759" y="56394"/>
                  <a:pt x="162759" y="65260"/>
                </a:cubicBezTo>
                <a:close/>
                <a:moveTo>
                  <a:pt x="229390" y="15904"/>
                </a:moveTo>
                <a:lnTo>
                  <a:pt x="229390" y="1714"/>
                </a:lnTo>
                <a:lnTo>
                  <a:pt x="241729" y="1714"/>
                </a:lnTo>
                <a:lnTo>
                  <a:pt x="241729" y="15904"/>
                </a:lnTo>
                <a:lnTo>
                  <a:pt x="229390" y="15904"/>
                </a:lnTo>
                <a:moveTo>
                  <a:pt x="229390" y="102208"/>
                </a:moveTo>
                <a:lnTo>
                  <a:pt x="229390" y="29408"/>
                </a:lnTo>
                <a:lnTo>
                  <a:pt x="241729" y="29408"/>
                </a:lnTo>
                <a:lnTo>
                  <a:pt x="241729" y="102208"/>
                </a:lnTo>
                <a:lnTo>
                  <a:pt x="229390" y="102208"/>
                </a:lnTo>
                <a:close/>
                <a:moveTo>
                  <a:pt x="260797" y="102208"/>
                </a:moveTo>
                <a:lnTo>
                  <a:pt x="260797" y="29408"/>
                </a:lnTo>
                <a:lnTo>
                  <a:pt x="271902" y="29408"/>
                </a:lnTo>
                <a:lnTo>
                  <a:pt x="271902" y="39759"/>
                </a:lnTo>
                <a:cubicBezTo>
                  <a:pt x="277249" y="31761"/>
                  <a:pt x="284972" y="27763"/>
                  <a:pt x="295072" y="27763"/>
                </a:cubicBezTo>
                <a:cubicBezTo>
                  <a:pt x="299459" y="27763"/>
                  <a:pt x="303492" y="28551"/>
                  <a:pt x="307171" y="30128"/>
                </a:cubicBezTo>
                <a:cubicBezTo>
                  <a:pt x="310850" y="31704"/>
                  <a:pt x="313603" y="33772"/>
                  <a:pt x="315431" y="36331"/>
                </a:cubicBezTo>
                <a:cubicBezTo>
                  <a:pt x="317259" y="38891"/>
                  <a:pt x="318539" y="41930"/>
                  <a:pt x="319270" y="45449"/>
                </a:cubicBezTo>
                <a:cubicBezTo>
                  <a:pt x="319727" y="47734"/>
                  <a:pt x="319955" y="51732"/>
                  <a:pt x="319955" y="57445"/>
                </a:cubicBezTo>
                <a:lnTo>
                  <a:pt x="319955" y="102208"/>
                </a:lnTo>
                <a:lnTo>
                  <a:pt x="307616" y="102208"/>
                </a:lnTo>
                <a:lnTo>
                  <a:pt x="307616" y="57925"/>
                </a:lnTo>
                <a:cubicBezTo>
                  <a:pt x="307616" y="52898"/>
                  <a:pt x="307136" y="49139"/>
                  <a:pt x="306177" y="46648"/>
                </a:cubicBezTo>
                <a:cubicBezTo>
                  <a:pt x="305217" y="44158"/>
                  <a:pt x="303515" y="42170"/>
                  <a:pt x="301070" y="40684"/>
                </a:cubicBezTo>
                <a:cubicBezTo>
                  <a:pt x="298625" y="39199"/>
                  <a:pt x="295757" y="38457"/>
                  <a:pt x="292467" y="38457"/>
                </a:cubicBezTo>
                <a:cubicBezTo>
                  <a:pt x="287211" y="38457"/>
                  <a:pt x="282676" y="40125"/>
                  <a:pt x="278860" y="43461"/>
                </a:cubicBezTo>
                <a:cubicBezTo>
                  <a:pt x="275044" y="46797"/>
                  <a:pt x="273136" y="53126"/>
                  <a:pt x="273136" y="62449"/>
                </a:cubicBezTo>
                <a:lnTo>
                  <a:pt x="273136" y="102208"/>
                </a:lnTo>
                <a:lnTo>
                  <a:pt x="260797" y="102208"/>
                </a:lnTo>
                <a:close/>
                <a:moveTo>
                  <a:pt x="388437" y="78764"/>
                </a:moveTo>
                <a:lnTo>
                  <a:pt x="401187" y="80341"/>
                </a:lnTo>
                <a:cubicBezTo>
                  <a:pt x="399176" y="87790"/>
                  <a:pt x="395452" y="93571"/>
                  <a:pt x="390013" y="97684"/>
                </a:cubicBezTo>
                <a:cubicBezTo>
                  <a:pt x="384575" y="101797"/>
                  <a:pt x="377629" y="103853"/>
                  <a:pt x="369174" y="103853"/>
                </a:cubicBezTo>
                <a:cubicBezTo>
                  <a:pt x="358526" y="103853"/>
                  <a:pt x="350083" y="100574"/>
                  <a:pt x="343845" y="94016"/>
                </a:cubicBezTo>
                <a:cubicBezTo>
                  <a:pt x="337607" y="87458"/>
                  <a:pt x="334488" y="78261"/>
                  <a:pt x="334488" y="66425"/>
                </a:cubicBezTo>
                <a:cubicBezTo>
                  <a:pt x="334488" y="54177"/>
                  <a:pt x="337641" y="44672"/>
                  <a:pt x="343948" y="37908"/>
                </a:cubicBezTo>
                <a:cubicBezTo>
                  <a:pt x="350255" y="31145"/>
                  <a:pt x="358435" y="27763"/>
                  <a:pt x="368489" y="27763"/>
                </a:cubicBezTo>
                <a:cubicBezTo>
                  <a:pt x="378223" y="27763"/>
                  <a:pt x="386175" y="31076"/>
                  <a:pt x="392344" y="37702"/>
                </a:cubicBezTo>
                <a:cubicBezTo>
                  <a:pt x="398514" y="44329"/>
                  <a:pt x="401598" y="53652"/>
                  <a:pt x="401598" y="65671"/>
                </a:cubicBezTo>
                <a:cubicBezTo>
                  <a:pt x="401598" y="66402"/>
                  <a:pt x="401576" y="67499"/>
                  <a:pt x="401530" y="68961"/>
                </a:cubicBezTo>
                <a:lnTo>
                  <a:pt x="347238" y="68961"/>
                </a:lnTo>
                <a:cubicBezTo>
                  <a:pt x="347695" y="76959"/>
                  <a:pt x="349957" y="83083"/>
                  <a:pt x="354025" y="87333"/>
                </a:cubicBezTo>
                <a:cubicBezTo>
                  <a:pt x="358092" y="91583"/>
                  <a:pt x="363165" y="93708"/>
                  <a:pt x="369243" y="93708"/>
                </a:cubicBezTo>
                <a:cubicBezTo>
                  <a:pt x="373767" y="93708"/>
                  <a:pt x="377629" y="92520"/>
                  <a:pt x="380828" y="90143"/>
                </a:cubicBezTo>
                <a:cubicBezTo>
                  <a:pt x="384027" y="87767"/>
                  <a:pt x="386563" y="83974"/>
                  <a:pt x="388437" y="78764"/>
                </a:cubicBezTo>
                <a:moveTo>
                  <a:pt x="347924" y="58816"/>
                </a:moveTo>
                <a:lnTo>
                  <a:pt x="388574" y="58816"/>
                </a:lnTo>
                <a:cubicBezTo>
                  <a:pt x="388026" y="52692"/>
                  <a:pt x="386472" y="48099"/>
                  <a:pt x="383913" y="45037"/>
                </a:cubicBezTo>
                <a:cubicBezTo>
                  <a:pt x="379982" y="40285"/>
                  <a:pt x="374887" y="37908"/>
                  <a:pt x="368626" y="37908"/>
                </a:cubicBezTo>
                <a:cubicBezTo>
                  <a:pt x="362959" y="37908"/>
                  <a:pt x="358195" y="39805"/>
                  <a:pt x="354333" y="43598"/>
                </a:cubicBezTo>
                <a:cubicBezTo>
                  <a:pt x="350472" y="47391"/>
                  <a:pt x="348335" y="52464"/>
                  <a:pt x="347924" y="58816"/>
                </a:cubicBezTo>
                <a:close/>
                <a:moveTo>
                  <a:pt x="443345" y="91171"/>
                </a:moveTo>
                <a:lnTo>
                  <a:pt x="445128" y="102071"/>
                </a:lnTo>
                <a:cubicBezTo>
                  <a:pt x="441655" y="102802"/>
                  <a:pt x="438547" y="103168"/>
                  <a:pt x="435805" y="103168"/>
                </a:cubicBezTo>
                <a:cubicBezTo>
                  <a:pt x="431326" y="103168"/>
                  <a:pt x="427853" y="102459"/>
                  <a:pt x="425385" y="101043"/>
                </a:cubicBezTo>
                <a:cubicBezTo>
                  <a:pt x="422918" y="99626"/>
                  <a:pt x="421181" y="97764"/>
                  <a:pt x="420176" y="95456"/>
                </a:cubicBezTo>
                <a:cubicBezTo>
                  <a:pt x="419170" y="93148"/>
                  <a:pt x="418667" y="88292"/>
                  <a:pt x="418667" y="80889"/>
                </a:cubicBezTo>
                <a:lnTo>
                  <a:pt x="418667" y="39005"/>
                </a:lnTo>
                <a:lnTo>
                  <a:pt x="409619" y="39005"/>
                </a:lnTo>
                <a:lnTo>
                  <a:pt x="409619" y="29408"/>
                </a:lnTo>
                <a:lnTo>
                  <a:pt x="418667" y="29408"/>
                </a:lnTo>
                <a:lnTo>
                  <a:pt x="418667" y="11379"/>
                </a:lnTo>
                <a:lnTo>
                  <a:pt x="430938" y="3976"/>
                </a:lnTo>
                <a:lnTo>
                  <a:pt x="430938" y="29408"/>
                </a:lnTo>
                <a:lnTo>
                  <a:pt x="443345" y="29408"/>
                </a:lnTo>
                <a:lnTo>
                  <a:pt x="443345" y="39005"/>
                </a:lnTo>
                <a:lnTo>
                  <a:pt x="430938" y="39005"/>
                </a:lnTo>
                <a:lnTo>
                  <a:pt x="430938" y="81574"/>
                </a:lnTo>
                <a:cubicBezTo>
                  <a:pt x="430938" y="85093"/>
                  <a:pt x="431155" y="87355"/>
                  <a:pt x="431589" y="88361"/>
                </a:cubicBezTo>
                <a:cubicBezTo>
                  <a:pt x="432023" y="89366"/>
                  <a:pt x="432732" y="90166"/>
                  <a:pt x="433714" y="90760"/>
                </a:cubicBezTo>
                <a:cubicBezTo>
                  <a:pt x="434697" y="91354"/>
                  <a:pt x="436102" y="91651"/>
                  <a:pt x="437930" y="91651"/>
                </a:cubicBezTo>
                <a:cubicBezTo>
                  <a:pt x="439301" y="91651"/>
                  <a:pt x="441106" y="91491"/>
                  <a:pt x="443345" y="91171"/>
                </a:cubicBezTo>
                <a:close/>
                <a:moveTo>
                  <a:pt x="458122" y="102208"/>
                </a:moveTo>
                <a:lnTo>
                  <a:pt x="458122" y="88155"/>
                </a:lnTo>
                <a:lnTo>
                  <a:pt x="472175" y="88155"/>
                </a:lnTo>
                <a:lnTo>
                  <a:pt x="472175" y="102208"/>
                </a:lnTo>
                <a:cubicBezTo>
                  <a:pt x="472175" y="107372"/>
                  <a:pt x="471261" y="111542"/>
                  <a:pt x="469433" y="114718"/>
                </a:cubicBezTo>
                <a:cubicBezTo>
                  <a:pt x="467605" y="117894"/>
                  <a:pt x="464703" y="120351"/>
                  <a:pt x="460727" y="122087"/>
                </a:cubicBezTo>
                <a:lnTo>
                  <a:pt x="457300" y="116809"/>
                </a:lnTo>
                <a:cubicBezTo>
                  <a:pt x="459905" y="115667"/>
                  <a:pt x="461824" y="113987"/>
                  <a:pt x="463058" y="111771"/>
                </a:cubicBezTo>
                <a:cubicBezTo>
                  <a:pt x="464292" y="109554"/>
                  <a:pt x="464977" y="106367"/>
                  <a:pt x="465114" y="102208"/>
                </a:cubicBezTo>
                <a:lnTo>
                  <a:pt x="458122" y="102208"/>
                </a:lnTo>
                <a:close/>
                <a:moveTo>
                  <a:pt x="539020" y="102208"/>
                </a:moveTo>
                <a:lnTo>
                  <a:pt x="539020" y="88155"/>
                </a:lnTo>
                <a:lnTo>
                  <a:pt x="553072" y="88155"/>
                </a:lnTo>
                <a:lnTo>
                  <a:pt x="553072" y="102208"/>
                </a:lnTo>
                <a:lnTo>
                  <a:pt x="539020" y="102208"/>
                </a:lnTo>
                <a:moveTo>
                  <a:pt x="585839" y="102208"/>
                </a:moveTo>
                <a:lnTo>
                  <a:pt x="585839" y="88155"/>
                </a:lnTo>
                <a:lnTo>
                  <a:pt x="599892" y="88155"/>
                </a:lnTo>
                <a:lnTo>
                  <a:pt x="599892" y="102208"/>
                </a:lnTo>
                <a:lnTo>
                  <a:pt x="585839" y="102208"/>
                </a:lnTo>
                <a:moveTo>
                  <a:pt x="632590" y="102208"/>
                </a:moveTo>
                <a:lnTo>
                  <a:pt x="632590" y="88155"/>
                </a:lnTo>
                <a:lnTo>
                  <a:pt x="646711" y="88155"/>
                </a:lnTo>
                <a:lnTo>
                  <a:pt x="646711" y="102208"/>
                </a:lnTo>
                <a:lnTo>
                  <a:pt x="632590" y="102208"/>
                </a:lnTo>
                <a:close/>
                <a:moveTo>
                  <a:pt x="734861" y="102208"/>
                </a:moveTo>
                <a:lnTo>
                  <a:pt x="734861" y="13573"/>
                </a:lnTo>
                <a:lnTo>
                  <a:pt x="701751" y="13573"/>
                </a:lnTo>
                <a:lnTo>
                  <a:pt x="701751" y="1714"/>
                </a:lnTo>
                <a:lnTo>
                  <a:pt x="781406" y="1714"/>
                </a:lnTo>
                <a:lnTo>
                  <a:pt x="781406" y="13573"/>
                </a:lnTo>
                <a:lnTo>
                  <a:pt x="748160" y="13573"/>
                </a:lnTo>
                <a:lnTo>
                  <a:pt x="748160" y="102208"/>
                </a:lnTo>
                <a:lnTo>
                  <a:pt x="734861" y="102208"/>
                </a:lnTo>
                <a:close/>
                <a:moveTo>
                  <a:pt x="793381" y="102208"/>
                </a:moveTo>
                <a:lnTo>
                  <a:pt x="793381" y="1714"/>
                </a:lnTo>
                <a:lnTo>
                  <a:pt x="805720" y="1714"/>
                </a:lnTo>
                <a:lnTo>
                  <a:pt x="805720" y="37771"/>
                </a:lnTo>
                <a:cubicBezTo>
                  <a:pt x="811478" y="31099"/>
                  <a:pt x="818745" y="27763"/>
                  <a:pt x="827519" y="27763"/>
                </a:cubicBezTo>
                <a:cubicBezTo>
                  <a:pt x="832912" y="27763"/>
                  <a:pt x="837596" y="28825"/>
                  <a:pt x="841572" y="30950"/>
                </a:cubicBezTo>
                <a:cubicBezTo>
                  <a:pt x="845548" y="33075"/>
                  <a:pt x="848393" y="36012"/>
                  <a:pt x="850106" y="39759"/>
                </a:cubicBezTo>
                <a:cubicBezTo>
                  <a:pt x="851820" y="43506"/>
                  <a:pt x="852677" y="48945"/>
                  <a:pt x="852677" y="56074"/>
                </a:cubicBezTo>
                <a:lnTo>
                  <a:pt x="852677" y="102208"/>
                </a:lnTo>
                <a:lnTo>
                  <a:pt x="840338" y="102208"/>
                </a:lnTo>
                <a:lnTo>
                  <a:pt x="840338" y="56074"/>
                </a:lnTo>
                <a:cubicBezTo>
                  <a:pt x="840338" y="49904"/>
                  <a:pt x="839001" y="45414"/>
                  <a:pt x="836328" y="42604"/>
                </a:cubicBezTo>
                <a:cubicBezTo>
                  <a:pt x="833654" y="39793"/>
                  <a:pt x="829873" y="38388"/>
                  <a:pt x="824983" y="38388"/>
                </a:cubicBezTo>
                <a:cubicBezTo>
                  <a:pt x="821327" y="38388"/>
                  <a:pt x="817888" y="39336"/>
                  <a:pt x="814666" y="41233"/>
                </a:cubicBezTo>
                <a:cubicBezTo>
                  <a:pt x="811444" y="43129"/>
                  <a:pt x="809148" y="45700"/>
                  <a:pt x="807777" y="48945"/>
                </a:cubicBezTo>
                <a:cubicBezTo>
                  <a:pt x="806406" y="52189"/>
                  <a:pt x="805720" y="56668"/>
                  <a:pt x="805720" y="62380"/>
                </a:cubicBezTo>
                <a:lnTo>
                  <a:pt x="805720" y="102208"/>
                </a:lnTo>
                <a:lnTo>
                  <a:pt x="793381" y="102208"/>
                </a:lnTo>
                <a:close/>
                <a:moveTo>
                  <a:pt x="921021" y="78764"/>
                </a:moveTo>
                <a:lnTo>
                  <a:pt x="933772" y="80341"/>
                </a:lnTo>
                <a:cubicBezTo>
                  <a:pt x="931761" y="87790"/>
                  <a:pt x="928036" y="93571"/>
                  <a:pt x="922598" y="97684"/>
                </a:cubicBezTo>
                <a:cubicBezTo>
                  <a:pt x="917160" y="101797"/>
                  <a:pt x="910213" y="103853"/>
                  <a:pt x="901759" y="103853"/>
                </a:cubicBezTo>
                <a:cubicBezTo>
                  <a:pt x="891111" y="103853"/>
                  <a:pt x="882668" y="100574"/>
                  <a:pt x="876430" y="94016"/>
                </a:cubicBezTo>
                <a:cubicBezTo>
                  <a:pt x="870192" y="87458"/>
                  <a:pt x="867072" y="78261"/>
                  <a:pt x="867072" y="66425"/>
                </a:cubicBezTo>
                <a:cubicBezTo>
                  <a:pt x="867072" y="54177"/>
                  <a:pt x="870226" y="44672"/>
                  <a:pt x="876532" y="37908"/>
                </a:cubicBezTo>
                <a:cubicBezTo>
                  <a:pt x="882839" y="31145"/>
                  <a:pt x="891019" y="27763"/>
                  <a:pt x="901073" y="27763"/>
                </a:cubicBezTo>
                <a:cubicBezTo>
                  <a:pt x="910807" y="27763"/>
                  <a:pt x="918759" y="31076"/>
                  <a:pt x="924929" y="37702"/>
                </a:cubicBezTo>
                <a:cubicBezTo>
                  <a:pt x="931098" y="44329"/>
                  <a:pt x="934183" y="53652"/>
                  <a:pt x="934183" y="65671"/>
                </a:cubicBezTo>
                <a:cubicBezTo>
                  <a:pt x="934183" y="66402"/>
                  <a:pt x="934160" y="67499"/>
                  <a:pt x="934114" y="68961"/>
                </a:cubicBezTo>
                <a:lnTo>
                  <a:pt x="879823" y="68961"/>
                </a:lnTo>
                <a:cubicBezTo>
                  <a:pt x="880280" y="76959"/>
                  <a:pt x="882542" y="83083"/>
                  <a:pt x="886609" y="87333"/>
                </a:cubicBezTo>
                <a:cubicBezTo>
                  <a:pt x="890677" y="91583"/>
                  <a:pt x="895749" y="93708"/>
                  <a:pt x="901827" y="93708"/>
                </a:cubicBezTo>
                <a:cubicBezTo>
                  <a:pt x="906352" y="93708"/>
                  <a:pt x="910213" y="92520"/>
                  <a:pt x="913412" y="90143"/>
                </a:cubicBezTo>
                <a:cubicBezTo>
                  <a:pt x="916611" y="87767"/>
                  <a:pt x="919148" y="83974"/>
                  <a:pt x="921021" y="78764"/>
                </a:cubicBezTo>
                <a:moveTo>
                  <a:pt x="880508" y="58816"/>
                </a:moveTo>
                <a:lnTo>
                  <a:pt x="921158" y="58816"/>
                </a:lnTo>
                <a:cubicBezTo>
                  <a:pt x="920610" y="52692"/>
                  <a:pt x="919056" y="48099"/>
                  <a:pt x="916497" y="45037"/>
                </a:cubicBezTo>
                <a:cubicBezTo>
                  <a:pt x="912567" y="40285"/>
                  <a:pt x="907471" y="37908"/>
                  <a:pt x="901210" y="37908"/>
                </a:cubicBezTo>
                <a:cubicBezTo>
                  <a:pt x="895544" y="37908"/>
                  <a:pt x="890779" y="39805"/>
                  <a:pt x="886918" y="43598"/>
                </a:cubicBezTo>
                <a:cubicBezTo>
                  <a:pt x="883056" y="47391"/>
                  <a:pt x="880920" y="52464"/>
                  <a:pt x="880508" y="58816"/>
                </a:cubicBezTo>
                <a:close/>
                <a:moveTo>
                  <a:pt x="1034990" y="75542"/>
                </a:moveTo>
                <a:lnTo>
                  <a:pt x="1047123" y="77119"/>
                </a:lnTo>
                <a:cubicBezTo>
                  <a:pt x="1045798" y="85482"/>
                  <a:pt x="1042405" y="92028"/>
                  <a:pt x="1036944" y="96758"/>
                </a:cubicBezTo>
                <a:cubicBezTo>
                  <a:pt x="1031482" y="101488"/>
                  <a:pt x="1024776" y="103853"/>
                  <a:pt x="1016824" y="103853"/>
                </a:cubicBezTo>
                <a:cubicBezTo>
                  <a:pt x="1006862" y="103853"/>
                  <a:pt x="998853" y="100597"/>
                  <a:pt x="992797" y="94085"/>
                </a:cubicBezTo>
                <a:cubicBezTo>
                  <a:pt x="986742" y="87573"/>
                  <a:pt x="983715" y="78238"/>
                  <a:pt x="983715" y="66082"/>
                </a:cubicBezTo>
                <a:cubicBezTo>
                  <a:pt x="983715" y="58222"/>
                  <a:pt x="985017" y="51344"/>
                  <a:pt x="987622" y="45449"/>
                </a:cubicBezTo>
                <a:cubicBezTo>
                  <a:pt x="990227" y="39553"/>
                  <a:pt x="994191" y="35132"/>
                  <a:pt x="999515" y="32184"/>
                </a:cubicBezTo>
                <a:cubicBezTo>
                  <a:pt x="1004839" y="29237"/>
                  <a:pt x="1010632" y="27763"/>
                  <a:pt x="1016893" y="27763"/>
                </a:cubicBezTo>
                <a:cubicBezTo>
                  <a:pt x="1024799" y="27763"/>
                  <a:pt x="1031265" y="29762"/>
                  <a:pt x="1036292" y="33761"/>
                </a:cubicBezTo>
                <a:cubicBezTo>
                  <a:pt x="1041319" y="37760"/>
                  <a:pt x="1044541" y="43438"/>
                  <a:pt x="1045958" y="50795"/>
                </a:cubicBezTo>
                <a:lnTo>
                  <a:pt x="1033962" y="52646"/>
                </a:lnTo>
                <a:cubicBezTo>
                  <a:pt x="1032819" y="47756"/>
                  <a:pt x="1030797" y="44078"/>
                  <a:pt x="1027895" y="41610"/>
                </a:cubicBezTo>
                <a:cubicBezTo>
                  <a:pt x="1024993" y="39142"/>
                  <a:pt x="1021486" y="37908"/>
                  <a:pt x="1017373" y="37908"/>
                </a:cubicBezTo>
                <a:cubicBezTo>
                  <a:pt x="1011157" y="37908"/>
                  <a:pt x="1006108" y="40136"/>
                  <a:pt x="1002223" y="44592"/>
                </a:cubicBezTo>
                <a:cubicBezTo>
                  <a:pt x="998339" y="49047"/>
                  <a:pt x="996396" y="56097"/>
                  <a:pt x="996396" y="65739"/>
                </a:cubicBezTo>
                <a:cubicBezTo>
                  <a:pt x="996396" y="75519"/>
                  <a:pt x="998270" y="82626"/>
                  <a:pt x="1002017" y="87058"/>
                </a:cubicBezTo>
                <a:cubicBezTo>
                  <a:pt x="1005765" y="91491"/>
                  <a:pt x="1010655" y="93708"/>
                  <a:pt x="1016687" y="93708"/>
                </a:cubicBezTo>
                <a:cubicBezTo>
                  <a:pt x="1021531" y="93708"/>
                  <a:pt x="1025576" y="92223"/>
                  <a:pt x="1028820" y="89252"/>
                </a:cubicBezTo>
                <a:cubicBezTo>
                  <a:pt x="1032065" y="86282"/>
                  <a:pt x="1034122" y="81712"/>
                  <a:pt x="1034990" y="75542"/>
                </a:cubicBezTo>
                <a:close/>
                <a:moveTo>
                  <a:pt x="1104932" y="93228"/>
                </a:moveTo>
                <a:cubicBezTo>
                  <a:pt x="1100362" y="97112"/>
                  <a:pt x="1095964" y="99854"/>
                  <a:pt x="1091736" y="101454"/>
                </a:cubicBezTo>
                <a:cubicBezTo>
                  <a:pt x="1087509" y="103053"/>
                  <a:pt x="1082973" y="103853"/>
                  <a:pt x="1078129" y="103853"/>
                </a:cubicBezTo>
                <a:cubicBezTo>
                  <a:pt x="1070132" y="103853"/>
                  <a:pt x="1063985" y="101899"/>
                  <a:pt x="1059689" y="97992"/>
                </a:cubicBezTo>
                <a:cubicBezTo>
                  <a:pt x="1055394" y="94085"/>
                  <a:pt x="1053246" y="89092"/>
                  <a:pt x="1053246" y="83014"/>
                </a:cubicBezTo>
                <a:cubicBezTo>
                  <a:pt x="1053246" y="79449"/>
                  <a:pt x="1054057" y="76193"/>
                  <a:pt x="1055679" y="73246"/>
                </a:cubicBezTo>
                <a:cubicBezTo>
                  <a:pt x="1057301" y="70298"/>
                  <a:pt x="1059427" y="67933"/>
                  <a:pt x="1062054" y="66151"/>
                </a:cubicBezTo>
                <a:cubicBezTo>
                  <a:pt x="1064682" y="64368"/>
                  <a:pt x="1067641" y="63020"/>
                  <a:pt x="1070932" y="62106"/>
                </a:cubicBezTo>
                <a:cubicBezTo>
                  <a:pt x="1073354" y="61466"/>
                  <a:pt x="1077010" y="60849"/>
                  <a:pt x="1081899" y="60255"/>
                </a:cubicBezTo>
                <a:cubicBezTo>
                  <a:pt x="1091862" y="59067"/>
                  <a:pt x="1099197" y="57650"/>
                  <a:pt x="1103904" y="56005"/>
                </a:cubicBezTo>
                <a:cubicBezTo>
                  <a:pt x="1103950" y="54314"/>
                  <a:pt x="1103973" y="53240"/>
                  <a:pt x="1103973" y="52783"/>
                </a:cubicBezTo>
                <a:cubicBezTo>
                  <a:pt x="1103973" y="47756"/>
                  <a:pt x="1102807" y="44215"/>
                  <a:pt x="1100477" y="42158"/>
                </a:cubicBezTo>
                <a:cubicBezTo>
                  <a:pt x="1097323" y="39371"/>
                  <a:pt x="1092639" y="37977"/>
                  <a:pt x="1086424" y="37977"/>
                </a:cubicBezTo>
                <a:cubicBezTo>
                  <a:pt x="1080620" y="37977"/>
                  <a:pt x="1076336" y="38993"/>
                  <a:pt x="1073571" y="41027"/>
                </a:cubicBezTo>
                <a:cubicBezTo>
                  <a:pt x="1070806" y="43061"/>
                  <a:pt x="1068761" y="46660"/>
                  <a:pt x="1067435" y="51824"/>
                </a:cubicBezTo>
                <a:lnTo>
                  <a:pt x="1055371" y="50179"/>
                </a:lnTo>
                <a:cubicBezTo>
                  <a:pt x="1056467" y="45014"/>
                  <a:pt x="1058273" y="40844"/>
                  <a:pt x="1060786" y="37668"/>
                </a:cubicBezTo>
                <a:cubicBezTo>
                  <a:pt x="1063300" y="34492"/>
                  <a:pt x="1066933" y="32047"/>
                  <a:pt x="1071686" y="30333"/>
                </a:cubicBezTo>
                <a:cubicBezTo>
                  <a:pt x="1076438" y="28620"/>
                  <a:pt x="1081945" y="27763"/>
                  <a:pt x="1088206" y="27763"/>
                </a:cubicBezTo>
                <a:cubicBezTo>
                  <a:pt x="1094421" y="27763"/>
                  <a:pt x="1099471" y="28494"/>
                  <a:pt x="1103356" y="29956"/>
                </a:cubicBezTo>
                <a:cubicBezTo>
                  <a:pt x="1107240" y="31419"/>
                  <a:pt x="1110096" y="33258"/>
                  <a:pt x="1111924" y="35475"/>
                </a:cubicBezTo>
                <a:cubicBezTo>
                  <a:pt x="1113752" y="37691"/>
                  <a:pt x="1115032" y="40490"/>
                  <a:pt x="1115763" y="43872"/>
                </a:cubicBezTo>
                <a:cubicBezTo>
                  <a:pt x="1116174" y="45974"/>
                  <a:pt x="1116380" y="49767"/>
                  <a:pt x="1116380" y="55251"/>
                </a:cubicBezTo>
                <a:lnTo>
                  <a:pt x="1116380" y="71703"/>
                </a:lnTo>
                <a:cubicBezTo>
                  <a:pt x="1116380" y="83174"/>
                  <a:pt x="1116643" y="90429"/>
                  <a:pt x="1117168" y="93468"/>
                </a:cubicBezTo>
                <a:cubicBezTo>
                  <a:pt x="1117694" y="96507"/>
                  <a:pt x="1118734" y="99420"/>
                  <a:pt x="1120287" y="102208"/>
                </a:cubicBezTo>
                <a:lnTo>
                  <a:pt x="1107400" y="102208"/>
                </a:lnTo>
                <a:cubicBezTo>
                  <a:pt x="1106120" y="99649"/>
                  <a:pt x="1105298" y="96655"/>
                  <a:pt x="1104932" y="93228"/>
                </a:cubicBezTo>
                <a:moveTo>
                  <a:pt x="1103904" y="65671"/>
                </a:moveTo>
                <a:cubicBezTo>
                  <a:pt x="1099425" y="67499"/>
                  <a:pt x="1092708" y="69053"/>
                  <a:pt x="1083750" y="70332"/>
                </a:cubicBezTo>
                <a:cubicBezTo>
                  <a:pt x="1078678" y="71063"/>
                  <a:pt x="1075090" y="71886"/>
                  <a:pt x="1072988" y="72800"/>
                </a:cubicBezTo>
                <a:cubicBezTo>
                  <a:pt x="1070886" y="73714"/>
                  <a:pt x="1069263" y="75051"/>
                  <a:pt x="1068121" y="76810"/>
                </a:cubicBezTo>
                <a:cubicBezTo>
                  <a:pt x="1066978" y="78570"/>
                  <a:pt x="1066407" y="80523"/>
                  <a:pt x="1066407" y="82671"/>
                </a:cubicBezTo>
                <a:cubicBezTo>
                  <a:pt x="1066407" y="85962"/>
                  <a:pt x="1067653" y="88704"/>
                  <a:pt x="1070143" y="90897"/>
                </a:cubicBezTo>
                <a:cubicBezTo>
                  <a:pt x="1072634" y="93091"/>
                  <a:pt x="1076278" y="94188"/>
                  <a:pt x="1081077" y="94188"/>
                </a:cubicBezTo>
                <a:cubicBezTo>
                  <a:pt x="1085830" y="94188"/>
                  <a:pt x="1090057" y="93148"/>
                  <a:pt x="1093759" y="91069"/>
                </a:cubicBezTo>
                <a:cubicBezTo>
                  <a:pt x="1097460" y="88989"/>
                  <a:pt x="1100179" y="86144"/>
                  <a:pt x="1101916" y="82534"/>
                </a:cubicBezTo>
                <a:cubicBezTo>
                  <a:pt x="1103241" y="79746"/>
                  <a:pt x="1103904" y="75633"/>
                  <a:pt x="1103904" y="70195"/>
                </a:cubicBezTo>
                <a:lnTo>
                  <a:pt x="1103904" y="65671"/>
                </a:lnTo>
                <a:close/>
                <a:moveTo>
                  <a:pt x="1146611" y="102208"/>
                </a:moveTo>
                <a:lnTo>
                  <a:pt x="1135163" y="102208"/>
                </a:lnTo>
                <a:lnTo>
                  <a:pt x="1135163" y="1714"/>
                </a:lnTo>
                <a:lnTo>
                  <a:pt x="1147502" y="1714"/>
                </a:lnTo>
                <a:lnTo>
                  <a:pt x="1147502" y="37565"/>
                </a:lnTo>
                <a:cubicBezTo>
                  <a:pt x="1152712" y="31030"/>
                  <a:pt x="1159361" y="27763"/>
                  <a:pt x="1167450" y="27763"/>
                </a:cubicBezTo>
                <a:cubicBezTo>
                  <a:pt x="1171929" y="27763"/>
                  <a:pt x="1176167" y="28665"/>
                  <a:pt x="1180166" y="30470"/>
                </a:cubicBezTo>
                <a:cubicBezTo>
                  <a:pt x="1184165" y="32276"/>
                  <a:pt x="1187455" y="34812"/>
                  <a:pt x="1190037" y="38079"/>
                </a:cubicBezTo>
                <a:cubicBezTo>
                  <a:pt x="1192619" y="41347"/>
                  <a:pt x="1194641" y="45289"/>
                  <a:pt x="1196104" y="49904"/>
                </a:cubicBezTo>
                <a:cubicBezTo>
                  <a:pt x="1197566" y="54520"/>
                  <a:pt x="1198297" y="59456"/>
                  <a:pt x="1198297" y="64711"/>
                </a:cubicBezTo>
                <a:cubicBezTo>
                  <a:pt x="1198297" y="77187"/>
                  <a:pt x="1195213" y="86830"/>
                  <a:pt x="1189043" y="93639"/>
                </a:cubicBezTo>
                <a:cubicBezTo>
                  <a:pt x="1182874" y="100448"/>
                  <a:pt x="1175470" y="103853"/>
                  <a:pt x="1166833" y="103853"/>
                </a:cubicBezTo>
                <a:cubicBezTo>
                  <a:pt x="1158241" y="103853"/>
                  <a:pt x="1151501" y="100266"/>
                  <a:pt x="1146611" y="93091"/>
                </a:cubicBezTo>
                <a:lnTo>
                  <a:pt x="1146611" y="102208"/>
                </a:lnTo>
                <a:moveTo>
                  <a:pt x="1146474" y="65260"/>
                </a:moveTo>
                <a:cubicBezTo>
                  <a:pt x="1146474" y="73988"/>
                  <a:pt x="1147662" y="80295"/>
                  <a:pt x="1150038" y="84179"/>
                </a:cubicBezTo>
                <a:cubicBezTo>
                  <a:pt x="1153923" y="90532"/>
                  <a:pt x="1159178" y="93708"/>
                  <a:pt x="1165805" y="93708"/>
                </a:cubicBezTo>
                <a:cubicBezTo>
                  <a:pt x="1171197" y="93708"/>
                  <a:pt x="1175859" y="91366"/>
                  <a:pt x="1179789" y="86681"/>
                </a:cubicBezTo>
                <a:cubicBezTo>
                  <a:pt x="1183719" y="81997"/>
                  <a:pt x="1185684" y="75016"/>
                  <a:pt x="1185684" y="65739"/>
                </a:cubicBezTo>
                <a:cubicBezTo>
                  <a:pt x="1185684" y="56234"/>
                  <a:pt x="1183799" y="49219"/>
                  <a:pt x="1180029" y="44695"/>
                </a:cubicBezTo>
                <a:cubicBezTo>
                  <a:pt x="1176259" y="40170"/>
                  <a:pt x="1171700" y="37908"/>
                  <a:pt x="1166353" y="37908"/>
                </a:cubicBezTo>
                <a:cubicBezTo>
                  <a:pt x="1160961" y="37908"/>
                  <a:pt x="1156299" y="40250"/>
                  <a:pt x="1152369" y="44934"/>
                </a:cubicBezTo>
                <a:cubicBezTo>
                  <a:pt x="1148439" y="49619"/>
                  <a:pt x="1146474" y="56394"/>
                  <a:pt x="1146474" y="65260"/>
                </a:cubicBezTo>
                <a:close/>
                <a:moveTo>
                  <a:pt x="1213104" y="15904"/>
                </a:moveTo>
                <a:lnTo>
                  <a:pt x="1213104" y="1714"/>
                </a:lnTo>
                <a:lnTo>
                  <a:pt x="1225443" y="1714"/>
                </a:lnTo>
                <a:lnTo>
                  <a:pt x="1225443" y="15904"/>
                </a:lnTo>
                <a:lnTo>
                  <a:pt x="1213104" y="15904"/>
                </a:lnTo>
                <a:moveTo>
                  <a:pt x="1213104" y="102208"/>
                </a:moveTo>
                <a:lnTo>
                  <a:pt x="1213104" y="29408"/>
                </a:lnTo>
                <a:lnTo>
                  <a:pt x="1225443" y="29408"/>
                </a:lnTo>
                <a:lnTo>
                  <a:pt x="1225443" y="102208"/>
                </a:lnTo>
                <a:lnTo>
                  <a:pt x="1213104" y="102208"/>
                </a:lnTo>
                <a:close/>
                <a:moveTo>
                  <a:pt x="1244511" y="102208"/>
                </a:moveTo>
                <a:lnTo>
                  <a:pt x="1244511" y="29408"/>
                </a:lnTo>
                <a:lnTo>
                  <a:pt x="1255616" y="29408"/>
                </a:lnTo>
                <a:lnTo>
                  <a:pt x="1255616" y="39759"/>
                </a:lnTo>
                <a:cubicBezTo>
                  <a:pt x="1260963" y="31761"/>
                  <a:pt x="1268686" y="27763"/>
                  <a:pt x="1278786" y="27763"/>
                </a:cubicBezTo>
                <a:cubicBezTo>
                  <a:pt x="1283173" y="27763"/>
                  <a:pt x="1287206" y="28551"/>
                  <a:pt x="1290885" y="30128"/>
                </a:cubicBezTo>
                <a:cubicBezTo>
                  <a:pt x="1294564" y="31704"/>
                  <a:pt x="1297317" y="33772"/>
                  <a:pt x="1299145" y="36331"/>
                </a:cubicBezTo>
                <a:cubicBezTo>
                  <a:pt x="1300973" y="38891"/>
                  <a:pt x="1302253" y="41930"/>
                  <a:pt x="1302984" y="45449"/>
                </a:cubicBezTo>
                <a:cubicBezTo>
                  <a:pt x="1303441" y="47734"/>
                  <a:pt x="1303670" y="51732"/>
                  <a:pt x="1303670" y="57445"/>
                </a:cubicBezTo>
                <a:lnTo>
                  <a:pt x="1303670" y="102208"/>
                </a:lnTo>
                <a:lnTo>
                  <a:pt x="1291331" y="102208"/>
                </a:lnTo>
                <a:lnTo>
                  <a:pt x="1291331" y="57925"/>
                </a:lnTo>
                <a:cubicBezTo>
                  <a:pt x="1291331" y="52898"/>
                  <a:pt x="1290851" y="49139"/>
                  <a:pt x="1289891" y="46648"/>
                </a:cubicBezTo>
                <a:cubicBezTo>
                  <a:pt x="1288931" y="44158"/>
                  <a:pt x="1287229" y="42170"/>
                  <a:pt x="1284784" y="40684"/>
                </a:cubicBezTo>
                <a:cubicBezTo>
                  <a:pt x="1282339" y="39199"/>
                  <a:pt x="1279472" y="38457"/>
                  <a:pt x="1276181" y="38457"/>
                </a:cubicBezTo>
                <a:cubicBezTo>
                  <a:pt x="1270926" y="38457"/>
                  <a:pt x="1266390" y="40125"/>
                  <a:pt x="1262574" y="43461"/>
                </a:cubicBezTo>
                <a:cubicBezTo>
                  <a:pt x="1258758" y="46797"/>
                  <a:pt x="1256850" y="53126"/>
                  <a:pt x="1256850" y="62449"/>
                </a:cubicBezTo>
                <a:lnTo>
                  <a:pt x="1256850" y="102208"/>
                </a:lnTo>
                <a:lnTo>
                  <a:pt x="1244511" y="102208"/>
                </a:lnTo>
                <a:close/>
                <a:moveTo>
                  <a:pt x="1372151" y="78764"/>
                </a:moveTo>
                <a:lnTo>
                  <a:pt x="1384902" y="80341"/>
                </a:lnTo>
                <a:cubicBezTo>
                  <a:pt x="1382891" y="87790"/>
                  <a:pt x="1379166" y="93571"/>
                  <a:pt x="1373728" y="97684"/>
                </a:cubicBezTo>
                <a:cubicBezTo>
                  <a:pt x="1368290" y="101797"/>
                  <a:pt x="1361343" y="103853"/>
                  <a:pt x="1352889" y="103853"/>
                </a:cubicBezTo>
                <a:cubicBezTo>
                  <a:pt x="1342241" y="103853"/>
                  <a:pt x="1333798" y="100574"/>
                  <a:pt x="1327559" y="94016"/>
                </a:cubicBezTo>
                <a:cubicBezTo>
                  <a:pt x="1321321" y="87458"/>
                  <a:pt x="1318202" y="78261"/>
                  <a:pt x="1318202" y="66425"/>
                </a:cubicBezTo>
                <a:cubicBezTo>
                  <a:pt x="1318202" y="54177"/>
                  <a:pt x="1321356" y="44672"/>
                  <a:pt x="1327662" y="37908"/>
                </a:cubicBezTo>
                <a:cubicBezTo>
                  <a:pt x="1333969" y="31145"/>
                  <a:pt x="1342149" y="27763"/>
                  <a:pt x="1352203" y="27763"/>
                </a:cubicBezTo>
                <a:cubicBezTo>
                  <a:pt x="1361937" y="27763"/>
                  <a:pt x="1369889" y="31076"/>
                  <a:pt x="1376059" y="37702"/>
                </a:cubicBezTo>
                <a:cubicBezTo>
                  <a:pt x="1382228" y="44329"/>
                  <a:pt x="1385313" y="53652"/>
                  <a:pt x="1385313" y="65671"/>
                </a:cubicBezTo>
                <a:cubicBezTo>
                  <a:pt x="1385313" y="66402"/>
                  <a:pt x="1385290" y="67499"/>
                  <a:pt x="1385244" y="68961"/>
                </a:cubicBezTo>
                <a:lnTo>
                  <a:pt x="1330953" y="68961"/>
                </a:lnTo>
                <a:cubicBezTo>
                  <a:pt x="1331410" y="76959"/>
                  <a:pt x="1333672" y="83083"/>
                  <a:pt x="1337739" y="87333"/>
                </a:cubicBezTo>
                <a:cubicBezTo>
                  <a:pt x="1341806" y="91583"/>
                  <a:pt x="1346879" y="93708"/>
                  <a:pt x="1352957" y="93708"/>
                </a:cubicBezTo>
                <a:cubicBezTo>
                  <a:pt x="1357482" y="93708"/>
                  <a:pt x="1361343" y="92520"/>
                  <a:pt x="1364542" y="90143"/>
                </a:cubicBezTo>
                <a:cubicBezTo>
                  <a:pt x="1367741" y="87767"/>
                  <a:pt x="1370278" y="83974"/>
                  <a:pt x="1372151" y="78764"/>
                </a:cubicBezTo>
                <a:moveTo>
                  <a:pt x="1331638" y="58816"/>
                </a:moveTo>
                <a:lnTo>
                  <a:pt x="1372288" y="58816"/>
                </a:lnTo>
                <a:cubicBezTo>
                  <a:pt x="1371740" y="52692"/>
                  <a:pt x="1370186" y="48099"/>
                  <a:pt x="1367627" y="45037"/>
                </a:cubicBezTo>
                <a:cubicBezTo>
                  <a:pt x="1363697" y="40285"/>
                  <a:pt x="1358601" y="37908"/>
                  <a:pt x="1352340" y="37908"/>
                </a:cubicBezTo>
                <a:cubicBezTo>
                  <a:pt x="1346673" y="37908"/>
                  <a:pt x="1341909" y="39805"/>
                  <a:pt x="1338048" y="43598"/>
                </a:cubicBezTo>
                <a:cubicBezTo>
                  <a:pt x="1334186" y="47391"/>
                  <a:pt x="1332050" y="52464"/>
                  <a:pt x="1331638" y="58816"/>
                </a:cubicBezTo>
                <a:close/>
                <a:moveTo>
                  <a:pt x="1427060" y="91171"/>
                </a:moveTo>
                <a:lnTo>
                  <a:pt x="1428842" y="102071"/>
                </a:lnTo>
                <a:cubicBezTo>
                  <a:pt x="1425369" y="102802"/>
                  <a:pt x="1422261" y="103168"/>
                  <a:pt x="1419519" y="103168"/>
                </a:cubicBezTo>
                <a:cubicBezTo>
                  <a:pt x="1415041" y="103168"/>
                  <a:pt x="1411568" y="102459"/>
                  <a:pt x="1409100" y="101043"/>
                </a:cubicBezTo>
                <a:cubicBezTo>
                  <a:pt x="1406632" y="99626"/>
                  <a:pt x="1404895" y="97764"/>
                  <a:pt x="1403890" y="95456"/>
                </a:cubicBezTo>
                <a:cubicBezTo>
                  <a:pt x="1402885" y="93148"/>
                  <a:pt x="1402382" y="88292"/>
                  <a:pt x="1402382" y="80889"/>
                </a:cubicBezTo>
                <a:lnTo>
                  <a:pt x="1402382" y="39005"/>
                </a:lnTo>
                <a:lnTo>
                  <a:pt x="1393333" y="39005"/>
                </a:lnTo>
                <a:lnTo>
                  <a:pt x="1393333" y="29408"/>
                </a:lnTo>
                <a:lnTo>
                  <a:pt x="1402382" y="29408"/>
                </a:lnTo>
                <a:lnTo>
                  <a:pt x="1402382" y="11379"/>
                </a:lnTo>
                <a:lnTo>
                  <a:pt x="1414652" y="3976"/>
                </a:lnTo>
                <a:lnTo>
                  <a:pt x="1414652" y="29408"/>
                </a:lnTo>
                <a:lnTo>
                  <a:pt x="1427060" y="29408"/>
                </a:lnTo>
                <a:lnTo>
                  <a:pt x="1427060" y="39005"/>
                </a:lnTo>
                <a:lnTo>
                  <a:pt x="1414652" y="39005"/>
                </a:lnTo>
                <a:lnTo>
                  <a:pt x="1414652" y="81574"/>
                </a:lnTo>
                <a:cubicBezTo>
                  <a:pt x="1414652" y="85093"/>
                  <a:pt x="1414869" y="87355"/>
                  <a:pt x="1415304" y="88361"/>
                </a:cubicBezTo>
                <a:cubicBezTo>
                  <a:pt x="1415738" y="89366"/>
                  <a:pt x="1416446" y="90166"/>
                  <a:pt x="1417429" y="90760"/>
                </a:cubicBezTo>
                <a:cubicBezTo>
                  <a:pt x="1418411" y="91354"/>
                  <a:pt x="1419816" y="91651"/>
                  <a:pt x="1421644" y="91651"/>
                </a:cubicBezTo>
                <a:cubicBezTo>
                  <a:pt x="1423015" y="91651"/>
                  <a:pt x="1424821" y="91491"/>
                  <a:pt x="1427060" y="91171"/>
                </a:cubicBezTo>
                <a:close/>
                <a:moveTo>
                  <a:pt x="1477178" y="15904"/>
                </a:moveTo>
                <a:lnTo>
                  <a:pt x="1477178" y="1714"/>
                </a:lnTo>
                <a:lnTo>
                  <a:pt x="1489517" y="1714"/>
                </a:lnTo>
                <a:lnTo>
                  <a:pt x="1489517" y="15904"/>
                </a:lnTo>
                <a:lnTo>
                  <a:pt x="1477178" y="15904"/>
                </a:lnTo>
                <a:moveTo>
                  <a:pt x="1477178" y="102208"/>
                </a:moveTo>
                <a:lnTo>
                  <a:pt x="1477178" y="29408"/>
                </a:lnTo>
                <a:lnTo>
                  <a:pt x="1489517" y="29408"/>
                </a:lnTo>
                <a:lnTo>
                  <a:pt x="1489517" y="102208"/>
                </a:lnTo>
                <a:lnTo>
                  <a:pt x="1477178" y="102208"/>
                </a:lnTo>
                <a:close/>
                <a:moveTo>
                  <a:pt x="1503650" y="80478"/>
                </a:moveTo>
                <a:lnTo>
                  <a:pt x="1515852" y="78558"/>
                </a:lnTo>
                <a:cubicBezTo>
                  <a:pt x="1516537" y="83448"/>
                  <a:pt x="1518445" y="87196"/>
                  <a:pt x="1521575" y="89800"/>
                </a:cubicBezTo>
                <a:cubicBezTo>
                  <a:pt x="1524706" y="92405"/>
                  <a:pt x="1529082" y="93708"/>
                  <a:pt x="1534703" y="93708"/>
                </a:cubicBezTo>
                <a:cubicBezTo>
                  <a:pt x="1540370" y="93708"/>
                  <a:pt x="1544574" y="92554"/>
                  <a:pt x="1547316" y="90246"/>
                </a:cubicBezTo>
                <a:cubicBezTo>
                  <a:pt x="1550058" y="87938"/>
                  <a:pt x="1551429" y="85230"/>
                  <a:pt x="1551429" y="82123"/>
                </a:cubicBezTo>
                <a:cubicBezTo>
                  <a:pt x="1551429" y="79335"/>
                  <a:pt x="1550218" y="77142"/>
                  <a:pt x="1547796" y="75542"/>
                </a:cubicBezTo>
                <a:cubicBezTo>
                  <a:pt x="1546105" y="74445"/>
                  <a:pt x="1541901" y="73051"/>
                  <a:pt x="1535183" y="71360"/>
                </a:cubicBezTo>
                <a:cubicBezTo>
                  <a:pt x="1526134" y="69075"/>
                  <a:pt x="1519862" y="67099"/>
                  <a:pt x="1516366" y="65431"/>
                </a:cubicBezTo>
                <a:cubicBezTo>
                  <a:pt x="1512870" y="63763"/>
                  <a:pt x="1510219" y="61455"/>
                  <a:pt x="1508414" y="58507"/>
                </a:cubicBezTo>
                <a:cubicBezTo>
                  <a:pt x="1506609" y="55560"/>
                  <a:pt x="1505706" y="52304"/>
                  <a:pt x="1505706" y="48739"/>
                </a:cubicBezTo>
                <a:cubicBezTo>
                  <a:pt x="1505706" y="45494"/>
                  <a:pt x="1506449" y="42490"/>
                  <a:pt x="1507934" y="39725"/>
                </a:cubicBezTo>
                <a:cubicBezTo>
                  <a:pt x="1509419" y="36960"/>
                  <a:pt x="1511442" y="34663"/>
                  <a:pt x="1514001" y="32835"/>
                </a:cubicBezTo>
                <a:cubicBezTo>
                  <a:pt x="1515920" y="31419"/>
                  <a:pt x="1518536" y="30219"/>
                  <a:pt x="1521850" y="29237"/>
                </a:cubicBezTo>
                <a:cubicBezTo>
                  <a:pt x="1525163" y="28254"/>
                  <a:pt x="1528716" y="27763"/>
                  <a:pt x="1532509" y="27763"/>
                </a:cubicBezTo>
                <a:cubicBezTo>
                  <a:pt x="1538222" y="27763"/>
                  <a:pt x="1543237" y="28585"/>
                  <a:pt x="1547556" y="30231"/>
                </a:cubicBezTo>
                <a:cubicBezTo>
                  <a:pt x="1551875" y="31876"/>
                  <a:pt x="1555062" y="34104"/>
                  <a:pt x="1557119" y="36914"/>
                </a:cubicBezTo>
                <a:cubicBezTo>
                  <a:pt x="1559175" y="39725"/>
                  <a:pt x="1560592" y="43484"/>
                  <a:pt x="1561369" y="48191"/>
                </a:cubicBezTo>
                <a:lnTo>
                  <a:pt x="1549304" y="49836"/>
                </a:lnTo>
                <a:cubicBezTo>
                  <a:pt x="1548756" y="46088"/>
                  <a:pt x="1547167" y="43164"/>
                  <a:pt x="1544540" y="41061"/>
                </a:cubicBezTo>
                <a:cubicBezTo>
                  <a:pt x="1541912" y="38959"/>
                  <a:pt x="1538199" y="37908"/>
                  <a:pt x="1533400" y="37908"/>
                </a:cubicBezTo>
                <a:cubicBezTo>
                  <a:pt x="1527734" y="37908"/>
                  <a:pt x="1523689" y="38845"/>
                  <a:pt x="1521267" y="40719"/>
                </a:cubicBezTo>
                <a:cubicBezTo>
                  <a:pt x="1518845" y="42592"/>
                  <a:pt x="1517634" y="44786"/>
                  <a:pt x="1517634" y="47299"/>
                </a:cubicBezTo>
                <a:cubicBezTo>
                  <a:pt x="1517634" y="48899"/>
                  <a:pt x="1518137" y="50338"/>
                  <a:pt x="1519142" y="51618"/>
                </a:cubicBezTo>
                <a:cubicBezTo>
                  <a:pt x="1520147" y="52943"/>
                  <a:pt x="1521724" y="54040"/>
                  <a:pt x="1523872" y="54908"/>
                </a:cubicBezTo>
                <a:cubicBezTo>
                  <a:pt x="1525106" y="55365"/>
                  <a:pt x="1528739" y="56417"/>
                  <a:pt x="1534771" y="58062"/>
                </a:cubicBezTo>
                <a:cubicBezTo>
                  <a:pt x="1543500" y="60392"/>
                  <a:pt x="1549590" y="62300"/>
                  <a:pt x="1553040" y="63786"/>
                </a:cubicBezTo>
                <a:cubicBezTo>
                  <a:pt x="1556490" y="65271"/>
                  <a:pt x="1559198" y="67430"/>
                  <a:pt x="1561163" y="70264"/>
                </a:cubicBezTo>
                <a:cubicBezTo>
                  <a:pt x="1563128" y="73097"/>
                  <a:pt x="1564111" y="76616"/>
                  <a:pt x="1564111" y="80820"/>
                </a:cubicBezTo>
                <a:cubicBezTo>
                  <a:pt x="1564111" y="84933"/>
                  <a:pt x="1562911" y="88806"/>
                  <a:pt x="1560512" y="92440"/>
                </a:cubicBezTo>
                <a:cubicBezTo>
                  <a:pt x="1558113" y="96073"/>
                  <a:pt x="1554651" y="98883"/>
                  <a:pt x="1550127" y="100871"/>
                </a:cubicBezTo>
                <a:cubicBezTo>
                  <a:pt x="1545602" y="102859"/>
                  <a:pt x="1540484" y="103853"/>
                  <a:pt x="1534771" y="103853"/>
                </a:cubicBezTo>
                <a:cubicBezTo>
                  <a:pt x="1525311" y="103853"/>
                  <a:pt x="1518102" y="101888"/>
                  <a:pt x="1513144" y="97958"/>
                </a:cubicBezTo>
                <a:cubicBezTo>
                  <a:pt x="1508185" y="94028"/>
                  <a:pt x="1505021" y="88201"/>
                  <a:pt x="1503650" y="80478"/>
                </a:cubicBezTo>
                <a:close/>
                <a:moveTo>
                  <a:pt x="1619970" y="102208"/>
                </a:moveTo>
                <a:lnTo>
                  <a:pt x="1619970" y="39005"/>
                </a:lnTo>
                <a:lnTo>
                  <a:pt x="1609071" y="39005"/>
                </a:lnTo>
                <a:lnTo>
                  <a:pt x="1609071" y="29408"/>
                </a:lnTo>
                <a:lnTo>
                  <a:pt x="1619970" y="29408"/>
                </a:lnTo>
                <a:lnTo>
                  <a:pt x="1619970" y="21662"/>
                </a:lnTo>
                <a:cubicBezTo>
                  <a:pt x="1619970" y="16772"/>
                  <a:pt x="1620404" y="13139"/>
                  <a:pt x="1621273" y="10762"/>
                </a:cubicBezTo>
                <a:cubicBezTo>
                  <a:pt x="1622461" y="7563"/>
                  <a:pt x="1624552" y="4970"/>
                  <a:pt x="1627545" y="2982"/>
                </a:cubicBezTo>
                <a:cubicBezTo>
                  <a:pt x="1630538" y="994"/>
                  <a:pt x="1634731" y="0"/>
                  <a:pt x="1640124" y="0"/>
                </a:cubicBezTo>
                <a:cubicBezTo>
                  <a:pt x="1643597" y="0"/>
                  <a:pt x="1647436" y="411"/>
                  <a:pt x="1651640" y="1234"/>
                </a:cubicBezTo>
                <a:lnTo>
                  <a:pt x="1649789" y="11996"/>
                </a:lnTo>
                <a:cubicBezTo>
                  <a:pt x="1647230" y="11539"/>
                  <a:pt x="1644808" y="11311"/>
                  <a:pt x="1642523" y="11311"/>
                </a:cubicBezTo>
                <a:cubicBezTo>
                  <a:pt x="1638776" y="11311"/>
                  <a:pt x="1636125" y="12110"/>
                  <a:pt x="1634571" y="13710"/>
                </a:cubicBezTo>
                <a:cubicBezTo>
                  <a:pt x="1633018" y="15309"/>
                  <a:pt x="1632241" y="18303"/>
                  <a:pt x="1632241" y="22690"/>
                </a:cubicBezTo>
                <a:lnTo>
                  <a:pt x="1632241" y="29408"/>
                </a:lnTo>
                <a:lnTo>
                  <a:pt x="1646430" y="29408"/>
                </a:lnTo>
                <a:lnTo>
                  <a:pt x="1646430" y="39005"/>
                </a:lnTo>
                <a:lnTo>
                  <a:pt x="1632241" y="39005"/>
                </a:lnTo>
                <a:lnTo>
                  <a:pt x="1632241" y="102208"/>
                </a:lnTo>
                <a:lnTo>
                  <a:pt x="1619970" y="102208"/>
                </a:lnTo>
                <a:close/>
                <a:moveTo>
                  <a:pt x="1655586" y="15904"/>
                </a:moveTo>
                <a:lnTo>
                  <a:pt x="1655586" y="1714"/>
                </a:lnTo>
                <a:lnTo>
                  <a:pt x="1667925" y="1714"/>
                </a:lnTo>
                <a:lnTo>
                  <a:pt x="1667925" y="15904"/>
                </a:lnTo>
                <a:lnTo>
                  <a:pt x="1655586" y="15904"/>
                </a:lnTo>
                <a:moveTo>
                  <a:pt x="1655586" y="102208"/>
                </a:moveTo>
                <a:lnTo>
                  <a:pt x="1655586" y="29408"/>
                </a:lnTo>
                <a:lnTo>
                  <a:pt x="1667925" y="29408"/>
                </a:lnTo>
                <a:lnTo>
                  <a:pt x="1667925" y="102208"/>
                </a:lnTo>
                <a:lnTo>
                  <a:pt x="1655586" y="102208"/>
                </a:lnTo>
                <a:close/>
                <a:moveTo>
                  <a:pt x="1686719" y="102208"/>
                </a:moveTo>
                <a:lnTo>
                  <a:pt x="1686719" y="1714"/>
                </a:lnTo>
                <a:lnTo>
                  <a:pt x="1699058" y="1714"/>
                </a:lnTo>
                <a:lnTo>
                  <a:pt x="1699058" y="102208"/>
                </a:lnTo>
                <a:lnTo>
                  <a:pt x="1686719" y="102208"/>
                </a:lnTo>
                <a:close/>
                <a:moveTo>
                  <a:pt x="1718195" y="102208"/>
                </a:moveTo>
                <a:lnTo>
                  <a:pt x="1718195" y="1714"/>
                </a:lnTo>
                <a:lnTo>
                  <a:pt x="1730534" y="1714"/>
                </a:lnTo>
                <a:lnTo>
                  <a:pt x="1730534" y="102208"/>
                </a:lnTo>
                <a:lnTo>
                  <a:pt x="1718195" y="102208"/>
                </a:lnTo>
                <a:close/>
                <a:moveTo>
                  <a:pt x="1799780" y="78764"/>
                </a:moveTo>
                <a:lnTo>
                  <a:pt x="1812531" y="80341"/>
                </a:lnTo>
                <a:cubicBezTo>
                  <a:pt x="1810520" y="87790"/>
                  <a:pt x="1806795" y="93571"/>
                  <a:pt x="1801357" y="97684"/>
                </a:cubicBezTo>
                <a:cubicBezTo>
                  <a:pt x="1795919" y="101797"/>
                  <a:pt x="1788972" y="103853"/>
                  <a:pt x="1780518" y="103853"/>
                </a:cubicBezTo>
                <a:cubicBezTo>
                  <a:pt x="1769870" y="103853"/>
                  <a:pt x="1761427" y="100574"/>
                  <a:pt x="1755189" y="94016"/>
                </a:cubicBezTo>
                <a:cubicBezTo>
                  <a:pt x="1748951" y="87458"/>
                  <a:pt x="1745832" y="78261"/>
                  <a:pt x="1745832" y="66425"/>
                </a:cubicBezTo>
                <a:cubicBezTo>
                  <a:pt x="1745832" y="54177"/>
                  <a:pt x="1748985" y="44672"/>
                  <a:pt x="1755291" y="37908"/>
                </a:cubicBezTo>
                <a:cubicBezTo>
                  <a:pt x="1761598" y="31145"/>
                  <a:pt x="1769778" y="27763"/>
                  <a:pt x="1779832" y="27763"/>
                </a:cubicBezTo>
                <a:cubicBezTo>
                  <a:pt x="1789566" y="27763"/>
                  <a:pt x="1797518" y="31076"/>
                  <a:pt x="1803688" y="37702"/>
                </a:cubicBezTo>
                <a:cubicBezTo>
                  <a:pt x="1809857" y="44329"/>
                  <a:pt x="1812942" y="53652"/>
                  <a:pt x="1812942" y="65671"/>
                </a:cubicBezTo>
                <a:cubicBezTo>
                  <a:pt x="1812942" y="66402"/>
                  <a:pt x="1812919" y="67499"/>
                  <a:pt x="1812873" y="68961"/>
                </a:cubicBezTo>
                <a:lnTo>
                  <a:pt x="1758582" y="68961"/>
                </a:lnTo>
                <a:cubicBezTo>
                  <a:pt x="1759039" y="76959"/>
                  <a:pt x="1761301" y="83083"/>
                  <a:pt x="1765368" y="87333"/>
                </a:cubicBezTo>
                <a:cubicBezTo>
                  <a:pt x="1769436" y="91583"/>
                  <a:pt x="1774508" y="93708"/>
                  <a:pt x="1780586" y="93708"/>
                </a:cubicBezTo>
                <a:cubicBezTo>
                  <a:pt x="1785111" y="93708"/>
                  <a:pt x="1788972" y="92520"/>
                  <a:pt x="1792171" y="90143"/>
                </a:cubicBezTo>
                <a:cubicBezTo>
                  <a:pt x="1795370" y="87767"/>
                  <a:pt x="1797907" y="83974"/>
                  <a:pt x="1799780" y="78764"/>
                </a:cubicBezTo>
                <a:moveTo>
                  <a:pt x="1759267" y="58816"/>
                </a:moveTo>
                <a:lnTo>
                  <a:pt x="1799917" y="58816"/>
                </a:lnTo>
                <a:cubicBezTo>
                  <a:pt x="1799369" y="52692"/>
                  <a:pt x="1797815" y="48099"/>
                  <a:pt x="1795256" y="45037"/>
                </a:cubicBezTo>
                <a:cubicBezTo>
                  <a:pt x="1791326" y="40285"/>
                  <a:pt x="1786230" y="37908"/>
                  <a:pt x="1779969" y="37908"/>
                </a:cubicBezTo>
                <a:cubicBezTo>
                  <a:pt x="1774303" y="37908"/>
                  <a:pt x="1769538" y="39805"/>
                  <a:pt x="1765677" y="43598"/>
                </a:cubicBezTo>
                <a:cubicBezTo>
                  <a:pt x="1761815" y="47391"/>
                  <a:pt x="1759679" y="52464"/>
                  <a:pt x="1759267" y="58816"/>
                </a:cubicBezTo>
                <a:close/>
                <a:moveTo>
                  <a:pt x="1874980" y="102208"/>
                </a:moveTo>
                <a:lnTo>
                  <a:pt x="1874980" y="93022"/>
                </a:lnTo>
                <a:cubicBezTo>
                  <a:pt x="1870364" y="100243"/>
                  <a:pt x="1863578" y="103853"/>
                  <a:pt x="1854620" y="103853"/>
                </a:cubicBezTo>
                <a:cubicBezTo>
                  <a:pt x="1848817" y="103853"/>
                  <a:pt x="1843481" y="102254"/>
                  <a:pt x="1838614" y="99055"/>
                </a:cubicBezTo>
                <a:cubicBezTo>
                  <a:pt x="1833747" y="95856"/>
                  <a:pt x="1829977" y="91388"/>
                  <a:pt x="1827303" y="85653"/>
                </a:cubicBezTo>
                <a:cubicBezTo>
                  <a:pt x="1824630" y="79918"/>
                  <a:pt x="1823293" y="73326"/>
                  <a:pt x="1823293" y="65876"/>
                </a:cubicBezTo>
                <a:cubicBezTo>
                  <a:pt x="1823293" y="58610"/>
                  <a:pt x="1824504" y="52018"/>
                  <a:pt x="1826926" y="46100"/>
                </a:cubicBezTo>
                <a:cubicBezTo>
                  <a:pt x="1829348" y="40182"/>
                  <a:pt x="1832982" y="35646"/>
                  <a:pt x="1837826" y="32493"/>
                </a:cubicBezTo>
                <a:cubicBezTo>
                  <a:pt x="1842670" y="29339"/>
                  <a:pt x="1848085" y="27763"/>
                  <a:pt x="1854072" y="27763"/>
                </a:cubicBezTo>
                <a:cubicBezTo>
                  <a:pt x="1858459" y="27763"/>
                  <a:pt x="1862367" y="28688"/>
                  <a:pt x="1865794" y="30539"/>
                </a:cubicBezTo>
                <a:cubicBezTo>
                  <a:pt x="1869222" y="32390"/>
                  <a:pt x="1872009" y="34801"/>
                  <a:pt x="1874157" y="37771"/>
                </a:cubicBezTo>
                <a:lnTo>
                  <a:pt x="1874157" y="1714"/>
                </a:lnTo>
                <a:lnTo>
                  <a:pt x="1886428" y="1714"/>
                </a:lnTo>
                <a:lnTo>
                  <a:pt x="1886428" y="102208"/>
                </a:lnTo>
                <a:lnTo>
                  <a:pt x="1874980" y="102208"/>
                </a:lnTo>
                <a:moveTo>
                  <a:pt x="1835975" y="65876"/>
                </a:moveTo>
                <a:cubicBezTo>
                  <a:pt x="1835975" y="75199"/>
                  <a:pt x="1837940" y="82169"/>
                  <a:pt x="1841870" y="86784"/>
                </a:cubicBezTo>
                <a:cubicBezTo>
                  <a:pt x="1845800" y="91400"/>
                  <a:pt x="1850439" y="93708"/>
                  <a:pt x="1855786" y="93708"/>
                </a:cubicBezTo>
                <a:cubicBezTo>
                  <a:pt x="1861178" y="93708"/>
                  <a:pt x="1865760" y="91503"/>
                  <a:pt x="1869530" y="87093"/>
                </a:cubicBezTo>
                <a:cubicBezTo>
                  <a:pt x="1873300" y="82683"/>
                  <a:pt x="1875185" y="75953"/>
                  <a:pt x="1875185" y="66905"/>
                </a:cubicBezTo>
                <a:cubicBezTo>
                  <a:pt x="1875185" y="56942"/>
                  <a:pt x="1873266" y="49630"/>
                  <a:pt x="1869427" y="44969"/>
                </a:cubicBezTo>
                <a:cubicBezTo>
                  <a:pt x="1865588" y="40307"/>
                  <a:pt x="1860858" y="37977"/>
                  <a:pt x="1855237" y="37977"/>
                </a:cubicBezTo>
                <a:cubicBezTo>
                  <a:pt x="1849753" y="37977"/>
                  <a:pt x="1845172" y="40216"/>
                  <a:pt x="1841493" y="44695"/>
                </a:cubicBezTo>
                <a:cubicBezTo>
                  <a:pt x="1837814" y="49173"/>
                  <a:pt x="1835975" y="56234"/>
                  <a:pt x="1835975" y="65876"/>
                </a:cubicBezTo>
                <a:close/>
                <a:moveTo>
                  <a:pt x="1957484" y="102208"/>
                </a:moveTo>
                <a:lnTo>
                  <a:pt x="1935206" y="29408"/>
                </a:lnTo>
                <a:lnTo>
                  <a:pt x="1947956" y="29408"/>
                </a:lnTo>
                <a:lnTo>
                  <a:pt x="1959541" y="71429"/>
                </a:lnTo>
                <a:lnTo>
                  <a:pt x="1963859" y="87058"/>
                </a:lnTo>
                <a:cubicBezTo>
                  <a:pt x="1964042" y="86282"/>
                  <a:pt x="1965299" y="81277"/>
                  <a:pt x="1967630" y="72046"/>
                </a:cubicBezTo>
                <a:lnTo>
                  <a:pt x="1979215" y="29408"/>
                </a:lnTo>
                <a:lnTo>
                  <a:pt x="1991896" y="29408"/>
                </a:lnTo>
                <a:lnTo>
                  <a:pt x="2002796" y="71635"/>
                </a:lnTo>
                <a:lnTo>
                  <a:pt x="2006429" y="85550"/>
                </a:lnTo>
                <a:lnTo>
                  <a:pt x="2010610" y="71498"/>
                </a:lnTo>
                <a:lnTo>
                  <a:pt x="2023087" y="29408"/>
                </a:lnTo>
                <a:lnTo>
                  <a:pt x="2035083" y="29408"/>
                </a:lnTo>
                <a:lnTo>
                  <a:pt x="2012324" y="102208"/>
                </a:lnTo>
                <a:lnTo>
                  <a:pt x="1999505" y="102208"/>
                </a:lnTo>
                <a:lnTo>
                  <a:pt x="1987920" y="58610"/>
                </a:lnTo>
                <a:lnTo>
                  <a:pt x="1985110" y="46203"/>
                </a:lnTo>
                <a:lnTo>
                  <a:pt x="1970372" y="102208"/>
                </a:lnTo>
                <a:lnTo>
                  <a:pt x="1957484" y="102208"/>
                </a:lnTo>
                <a:close/>
                <a:moveTo>
                  <a:pt x="2045507" y="15904"/>
                </a:moveTo>
                <a:lnTo>
                  <a:pt x="2045507" y="1714"/>
                </a:lnTo>
                <a:lnTo>
                  <a:pt x="2057846" y="1714"/>
                </a:lnTo>
                <a:lnTo>
                  <a:pt x="2057846" y="15904"/>
                </a:lnTo>
                <a:lnTo>
                  <a:pt x="2045507" y="15904"/>
                </a:lnTo>
                <a:moveTo>
                  <a:pt x="2045507" y="102208"/>
                </a:moveTo>
                <a:lnTo>
                  <a:pt x="2045507" y="29408"/>
                </a:lnTo>
                <a:lnTo>
                  <a:pt x="2057846" y="29408"/>
                </a:lnTo>
                <a:lnTo>
                  <a:pt x="2057846" y="102208"/>
                </a:lnTo>
                <a:lnTo>
                  <a:pt x="2045507" y="102208"/>
                </a:lnTo>
                <a:close/>
                <a:moveTo>
                  <a:pt x="2103854" y="91171"/>
                </a:moveTo>
                <a:lnTo>
                  <a:pt x="2105636" y="102071"/>
                </a:lnTo>
                <a:cubicBezTo>
                  <a:pt x="2102163" y="102802"/>
                  <a:pt x="2099055" y="103168"/>
                  <a:pt x="2096313" y="103168"/>
                </a:cubicBezTo>
                <a:cubicBezTo>
                  <a:pt x="2091835" y="103168"/>
                  <a:pt x="2088362" y="102459"/>
                  <a:pt x="2085894" y="101043"/>
                </a:cubicBezTo>
                <a:cubicBezTo>
                  <a:pt x="2083426" y="99626"/>
                  <a:pt x="2081689" y="97764"/>
                  <a:pt x="2080684" y="95456"/>
                </a:cubicBezTo>
                <a:cubicBezTo>
                  <a:pt x="2079679" y="93148"/>
                  <a:pt x="2079176" y="88292"/>
                  <a:pt x="2079176" y="80889"/>
                </a:cubicBezTo>
                <a:lnTo>
                  <a:pt x="2079176" y="39005"/>
                </a:lnTo>
                <a:lnTo>
                  <a:pt x="2070127" y="39005"/>
                </a:lnTo>
                <a:lnTo>
                  <a:pt x="2070127" y="29408"/>
                </a:lnTo>
                <a:lnTo>
                  <a:pt x="2079176" y="29408"/>
                </a:lnTo>
                <a:lnTo>
                  <a:pt x="2079176" y="11379"/>
                </a:lnTo>
                <a:lnTo>
                  <a:pt x="2091446" y="3976"/>
                </a:lnTo>
                <a:lnTo>
                  <a:pt x="2091446" y="29408"/>
                </a:lnTo>
                <a:lnTo>
                  <a:pt x="2103854" y="29408"/>
                </a:lnTo>
                <a:lnTo>
                  <a:pt x="2103854" y="39005"/>
                </a:lnTo>
                <a:lnTo>
                  <a:pt x="2091446" y="39005"/>
                </a:lnTo>
                <a:lnTo>
                  <a:pt x="2091446" y="81574"/>
                </a:lnTo>
                <a:cubicBezTo>
                  <a:pt x="2091446" y="85093"/>
                  <a:pt x="2091663" y="87355"/>
                  <a:pt x="2092098" y="88361"/>
                </a:cubicBezTo>
                <a:cubicBezTo>
                  <a:pt x="2092532" y="89366"/>
                  <a:pt x="2093240" y="90166"/>
                  <a:pt x="2094223" y="90760"/>
                </a:cubicBezTo>
                <a:cubicBezTo>
                  <a:pt x="2095205" y="91354"/>
                  <a:pt x="2096610" y="91651"/>
                  <a:pt x="2098438" y="91651"/>
                </a:cubicBezTo>
                <a:cubicBezTo>
                  <a:pt x="2099809" y="91651"/>
                  <a:pt x="2101615" y="91491"/>
                  <a:pt x="2103854" y="91171"/>
                </a:cubicBezTo>
                <a:close/>
                <a:moveTo>
                  <a:pt x="2115409" y="102208"/>
                </a:moveTo>
                <a:lnTo>
                  <a:pt x="2115409" y="1714"/>
                </a:lnTo>
                <a:lnTo>
                  <a:pt x="2127748" y="1714"/>
                </a:lnTo>
                <a:lnTo>
                  <a:pt x="2127748" y="37771"/>
                </a:lnTo>
                <a:cubicBezTo>
                  <a:pt x="2133506" y="31099"/>
                  <a:pt x="2140772" y="27763"/>
                  <a:pt x="2149547" y="27763"/>
                </a:cubicBezTo>
                <a:cubicBezTo>
                  <a:pt x="2154939" y="27763"/>
                  <a:pt x="2159624" y="28825"/>
                  <a:pt x="2163599" y="30950"/>
                </a:cubicBezTo>
                <a:cubicBezTo>
                  <a:pt x="2167575" y="33075"/>
                  <a:pt x="2170420" y="36012"/>
                  <a:pt x="2172134" y="39759"/>
                </a:cubicBezTo>
                <a:cubicBezTo>
                  <a:pt x="2173848" y="43506"/>
                  <a:pt x="2174705" y="48945"/>
                  <a:pt x="2174705" y="56074"/>
                </a:cubicBezTo>
                <a:lnTo>
                  <a:pt x="2174705" y="102208"/>
                </a:lnTo>
                <a:lnTo>
                  <a:pt x="2162366" y="102208"/>
                </a:lnTo>
                <a:lnTo>
                  <a:pt x="2162366" y="56074"/>
                </a:lnTo>
                <a:cubicBezTo>
                  <a:pt x="2162366" y="49904"/>
                  <a:pt x="2161029" y="45414"/>
                  <a:pt x="2158355" y="42604"/>
                </a:cubicBezTo>
                <a:cubicBezTo>
                  <a:pt x="2155682" y="39793"/>
                  <a:pt x="2151900" y="38388"/>
                  <a:pt x="2147010" y="38388"/>
                </a:cubicBezTo>
                <a:cubicBezTo>
                  <a:pt x="2143354" y="38388"/>
                  <a:pt x="2139915" y="39336"/>
                  <a:pt x="2136694" y="41233"/>
                </a:cubicBezTo>
                <a:cubicBezTo>
                  <a:pt x="2133472" y="43129"/>
                  <a:pt x="2131175" y="45700"/>
                  <a:pt x="2129804" y="48945"/>
                </a:cubicBezTo>
                <a:cubicBezTo>
                  <a:pt x="2128433" y="52189"/>
                  <a:pt x="2127748" y="56668"/>
                  <a:pt x="2127748" y="62380"/>
                </a:cubicBezTo>
                <a:lnTo>
                  <a:pt x="2127748" y="102208"/>
                </a:lnTo>
                <a:lnTo>
                  <a:pt x="2115409" y="102208"/>
                </a:lnTo>
                <a:close/>
                <a:moveTo>
                  <a:pt x="2258649" y="91171"/>
                </a:moveTo>
                <a:lnTo>
                  <a:pt x="2260431" y="102071"/>
                </a:lnTo>
                <a:cubicBezTo>
                  <a:pt x="2256958" y="102802"/>
                  <a:pt x="2253850" y="103168"/>
                  <a:pt x="2251108" y="103168"/>
                </a:cubicBezTo>
                <a:cubicBezTo>
                  <a:pt x="2246629" y="103168"/>
                  <a:pt x="2243156" y="102459"/>
                  <a:pt x="2240688" y="101043"/>
                </a:cubicBezTo>
                <a:cubicBezTo>
                  <a:pt x="2238221" y="99626"/>
                  <a:pt x="2236484" y="97764"/>
                  <a:pt x="2235479" y="95456"/>
                </a:cubicBezTo>
                <a:cubicBezTo>
                  <a:pt x="2234473" y="93148"/>
                  <a:pt x="2233971" y="88292"/>
                  <a:pt x="2233971" y="80889"/>
                </a:cubicBezTo>
                <a:lnTo>
                  <a:pt x="2233971" y="39005"/>
                </a:lnTo>
                <a:lnTo>
                  <a:pt x="2224922" y="39005"/>
                </a:lnTo>
                <a:lnTo>
                  <a:pt x="2224922" y="29408"/>
                </a:lnTo>
                <a:lnTo>
                  <a:pt x="2233971" y="29408"/>
                </a:lnTo>
                <a:lnTo>
                  <a:pt x="2233971" y="11379"/>
                </a:lnTo>
                <a:lnTo>
                  <a:pt x="2246241" y="3976"/>
                </a:lnTo>
                <a:lnTo>
                  <a:pt x="2246241" y="29408"/>
                </a:lnTo>
                <a:lnTo>
                  <a:pt x="2258649" y="29408"/>
                </a:lnTo>
                <a:lnTo>
                  <a:pt x="2258649" y="39005"/>
                </a:lnTo>
                <a:lnTo>
                  <a:pt x="2246241" y="39005"/>
                </a:lnTo>
                <a:lnTo>
                  <a:pt x="2246241" y="81574"/>
                </a:lnTo>
                <a:cubicBezTo>
                  <a:pt x="2246241" y="85093"/>
                  <a:pt x="2246458" y="87355"/>
                  <a:pt x="2246892" y="88361"/>
                </a:cubicBezTo>
                <a:cubicBezTo>
                  <a:pt x="2247326" y="89366"/>
                  <a:pt x="2248035" y="90166"/>
                  <a:pt x="2249017" y="90760"/>
                </a:cubicBezTo>
                <a:cubicBezTo>
                  <a:pt x="2250000" y="91354"/>
                  <a:pt x="2251405" y="91651"/>
                  <a:pt x="2253233" y="91651"/>
                </a:cubicBezTo>
                <a:cubicBezTo>
                  <a:pt x="2254604" y="91651"/>
                  <a:pt x="2256409" y="91491"/>
                  <a:pt x="2258649" y="91171"/>
                </a:cubicBezTo>
                <a:close/>
                <a:moveTo>
                  <a:pt x="2283639" y="102208"/>
                </a:moveTo>
                <a:lnTo>
                  <a:pt x="2261360" y="29408"/>
                </a:lnTo>
                <a:lnTo>
                  <a:pt x="2274111" y="29408"/>
                </a:lnTo>
                <a:lnTo>
                  <a:pt x="2285696" y="71429"/>
                </a:lnTo>
                <a:lnTo>
                  <a:pt x="2290014" y="87058"/>
                </a:lnTo>
                <a:cubicBezTo>
                  <a:pt x="2290197" y="86282"/>
                  <a:pt x="2291454" y="81277"/>
                  <a:pt x="2293784" y="72046"/>
                </a:cubicBezTo>
                <a:lnTo>
                  <a:pt x="2305369" y="29408"/>
                </a:lnTo>
                <a:lnTo>
                  <a:pt x="2318051" y="29408"/>
                </a:lnTo>
                <a:lnTo>
                  <a:pt x="2328951" y="71635"/>
                </a:lnTo>
                <a:lnTo>
                  <a:pt x="2332584" y="85550"/>
                </a:lnTo>
                <a:lnTo>
                  <a:pt x="2336765" y="71498"/>
                </a:lnTo>
                <a:lnTo>
                  <a:pt x="2349241" y="29408"/>
                </a:lnTo>
                <a:lnTo>
                  <a:pt x="2361238" y="29408"/>
                </a:lnTo>
                <a:lnTo>
                  <a:pt x="2338479" y="102208"/>
                </a:lnTo>
                <a:lnTo>
                  <a:pt x="2325660" y="102208"/>
                </a:lnTo>
                <a:lnTo>
                  <a:pt x="2314075" y="58610"/>
                </a:lnTo>
                <a:lnTo>
                  <a:pt x="2311265" y="46203"/>
                </a:lnTo>
                <a:lnTo>
                  <a:pt x="2296526" y="102208"/>
                </a:lnTo>
                <a:lnTo>
                  <a:pt x="2283639" y="102208"/>
                </a:lnTo>
                <a:close/>
                <a:moveTo>
                  <a:pt x="2367000" y="65808"/>
                </a:moveTo>
                <a:cubicBezTo>
                  <a:pt x="2367000" y="52326"/>
                  <a:pt x="2370748" y="42341"/>
                  <a:pt x="2378242" y="35852"/>
                </a:cubicBezTo>
                <a:cubicBezTo>
                  <a:pt x="2384503" y="30459"/>
                  <a:pt x="2392135" y="27763"/>
                  <a:pt x="2401138" y="27763"/>
                </a:cubicBezTo>
                <a:cubicBezTo>
                  <a:pt x="2411146" y="27763"/>
                  <a:pt x="2419327" y="31042"/>
                  <a:pt x="2425679" y="37600"/>
                </a:cubicBezTo>
                <a:cubicBezTo>
                  <a:pt x="2432031" y="44158"/>
                  <a:pt x="2435207" y="53218"/>
                  <a:pt x="2435207" y="64780"/>
                </a:cubicBezTo>
                <a:cubicBezTo>
                  <a:pt x="2435207" y="74148"/>
                  <a:pt x="2433802" y="81517"/>
                  <a:pt x="2430992" y="86887"/>
                </a:cubicBezTo>
                <a:cubicBezTo>
                  <a:pt x="2428181" y="92257"/>
                  <a:pt x="2424091" y="96427"/>
                  <a:pt x="2418721" y="99397"/>
                </a:cubicBezTo>
                <a:cubicBezTo>
                  <a:pt x="2413351" y="102368"/>
                  <a:pt x="2407490" y="103853"/>
                  <a:pt x="2401138" y="103853"/>
                </a:cubicBezTo>
                <a:cubicBezTo>
                  <a:pt x="2390947" y="103853"/>
                  <a:pt x="2382710" y="100586"/>
                  <a:pt x="2376426" y="94051"/>
                </a:cubicBezTo>
                <a:cubicBezTo>
                  <a:pt x="2370142" y="87515"/>
                  <a:pt x="2367000" y="78101"/>
                  <a:pt x="2367000" y="65808"/>
                </a:cubicBezTo>
                <a:moveTo>
                  <a:pt x="2379682" y="65808"/>
                </a:moveTo>
                <a:cubicBezTo>
                  <a:pt x="2379682" y="75131"/>
                  <a:pt x="2381716" y="82111"/>
                  <a:pt x="2385783" y="86750"/>
                </a:cubicBezTo>
                <a:cubicBezTo>
                  <a:pt x="2389850" y="91388"/>
                  <a:pt x="2394969" y="93708"/>
                  <a:pt x="2401138" y="93708"/>
                </a:cubicBezTo>
                <a:cubicBezTo>
                  <a:pt x="2407262" y="93708"/>
                  <a:pt x="2412357" y="91377"/>
                  <a:pt x="2416425" y="86716"/>
                </a:cubicBezTo>
                <a:cubicBezTo>
                  <a:pt x="2420492" y="82054"/>
                  <a:pt x="2422526" y="74948"/>
                  <a:pt x="2422526" y="65397"/>
                </a:cubicBezTo>
                <a:cubicBezTo>
                  <a:pt x="2422526" y="56394"/>
                  <a:pt x="2420481" y="49573"/>
                  <a:pt x="2416391" y="44934"/>
                </a:cubicBezTo>
                <a:cubicBezTo>
                  <a:pt x="2412300" y="40296"/>
                  <a:pt x="2407216" y="37977"/>
                  <a:pt x="2401138" y="37977"/>
                </a:cubicBezTo>
                <a:cubicBezTo>
                  <a:pt x="2394969" y="37977"/>
                  <a:pt x="2389850" y="40285"/>
                  <a:pt x="2385783" y="44900"/>
                </a:cubicBezTo>
                <a:cubicBezTo>
                  <a:pt x="2381716" y="49516"/>
                  <a:pt x="2379682" y="56485"/>
                  <a:pt x="2379682" y="658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apples,…,andabottleofwine.…Insidethe">
            <a:extLst xmlns:a="http://schemas.openxmlformats.org/drawingml/2006/main">
              <a:ext uri="{FF2B5EF4-FFF2-40B4-BE49-F238E27FC236}">
                <a16:creationId xmlns:a16="http://schemas.microsoft.com/office/drawing/2014/main" id="{64EEF0DF-C8A2-413F-9779-AF93070F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86" y="5092005"/>
            <a:ext cx="2768962" cy="130108"/>
          </a:xfrm>
          <a:custGeom xmlns:a="http://schemas.openxmlformats.org/drawingml/2006/main">
            <a:pathLst>
              <a:path w="2768962" h="130108">
                <a:moveTo>
                  <a:pt x="51687" y="93228"/>
                </a:moveTo>
                <a:cubicBezTo>
                  <a:pt x="47117" y="97112"/>
                  <a:pt x="42718" y="99854"/>
                  <a:pt x="38491" y="101454"/>
                </a:cubicBezTo>
                <a:cubicBezTo>
                  <a:pt x="34264" y="103053"/>
                  <a:pt x="29728" y="103853"/>
                  <a:pt x="24884" y="103853"/>
                </a:cubicBezTo>
                <a:cubicBezTo>
                  <a:pt x="16886" y="103853"/>
                  <a:pt x="10739" y="101899"/>
                  <a:pt x="6444" y="97992"/>
                </a:cubicBezTo>
                <a:cubicBezTo>
                  <a:pt x="2148" y="94085"/>
                  <a:pt x="0" y="89092"/>
                  <a:pt x="0" y="83014"/>
                </a:cubicBezTo>
                <a:cubicBezTo>
                  <a:pt x="0" y="79449"/>
                  <a:pt x="811" y="76193"/>
                  <a:pt x="2434" y="73246"/>
                </a:cubicBezTo>
                <a:cubicBezTo>
                  <a:pt x="4056" y="70298"/>
                  <a:pt x="6181" y="67933"/>
                  <a:pt x="8809" y="66151"/>
                </a:cubicBezTo>
                <a:cubicBezTo>
                  <a:pt x="11436" y="64368"/>
                  <a:pt x="14395" y="63020"/>
                  <a:pt x="17686" y="62106"/>
                </a:cubicBezTo>
                <a:cubicBezTo>
                  <a:pt x="20108" y="61466"/>
                  <a:pt x="23764" y="60849"/>
                  <a:pt x="28654" y="60255"/>
                </a:cubicBezTo>
                <a:cubicBezTo>
                  <a:pt x="38616" y="59067"/>
                  <a:pt x="45951" y="57650"/>
                  <a:pt x="50658" y="56005"/>
                </a:cubicBezTo>
                <a:cubicBezTo>
                  <a:pt x="50704" y="54314"/>
                  <a:pt x="50727" y="53240"/>
                  <a:pt x="50727" y="52783"/>
                </a:cubicBezTo>
                <a:cubicBezTo>
                  <a:pt x="50727" y="47756"/>
                  <a:pt x="49562" y="44215"/>
                  <a:pt x="47231" y="42158"/>
                </a:cubicBezTo>
                <a:cubicBezTo>
                  <a:pt x="44078" y="39371"/>
                  <a:pt x="39393" y="37977"/>
                  <a:pt x="33178" y="37977"/>
                </a:cubicBezTo>
                <a:cubicBezTo>
                  <a:pt x="27374" y="37977"/>
                  <a:pt x="23090" y="38993"/>
                  <a:pt x="20325" y="41027"/>
                </a:cubicBezTo>
                <a:cubicBezTo>
                  <a:pt x="17560" y="43061"/>
                  <a:pt x="15515" y="46660"/>
                  <a:pt x="14190" y="51824"/>
                </a:cubicBezTo>
                <a:lnTo>
                  <a:pt x="2125" y="50179"/>
                </a:lnTo>
                <a:cubicBezTo>
                  <a:pt x="3222" y="45014"/>
                  <a:pt x="5027" y="40844"/>
                  <a:pt x="7540" y="37668"/>
                </a:cubicBezTo>
                <a:cubicBezTo>
                  <a:pt x="10054" y="34492"/>
                  <a:pt x="13687" y="32047"/>
                  <a:pt x="18440" y="30333"/>
                </a:cubicBezTo>
                <a:cubicBezTo>
                  <a:pt x="23193" y="28620"/>
                  <a:pt x="28700" y="27763"/>
                  <a:pt x="34960" y="27763"/>
                </a:cubicBezTo>
                <a:cubicBezTo>
                  <a:pt x="41176" y="27763"/>
                  <a:pt x="46226" y="28494"/>
                  <a:pt x="50110" y="29956"/>
                </a:cubicBezTo>
                <a:cubicBezTo>
                  <a:pt x="53994" y="31419"/>
                  <a:pt x="56851" y="33258"/>
                  <a:pt x="58679" y="35475"/>
                </a:cubicBezTo>
                <a:cubicBezTo>
                  <a:pt x="60507" y="37691"/>
                  <a:pt x="61786" y="40490"/>
                  <a:pt x="62518" y="43872"/>
                </a:cubicBezTo>
                <a:cubicBezTo>
                  <a:pt x="62929" y="45974"/>
                  <a:pt x="63134" y="49767"/>
                  <a:pt x="63134" y="55251"/>
                </a:cubicBezTo>
                <a:lnTo>
                  <a:pt x="63134" y="71703"/>
                </a:lnTo>
                <a:cubicBezTo>
                  <a:pt x="63134" y="83174"/>
                  <a:pt x="63397" y="90429"/>
                  <a:pt x="63923" y="93468"/>
                </a:cubicBezTo>
                <a:cubicBezTo>
                  <a:pt x="64448" y="96507"/>
                  <a:pt x="65488" y="99420"/>
                  <a:pt x="67042" y="102208"/>
                </a:cubicBezTo>
                <a:lnTo>
                  <a:pt x="54154" y="102208"/>
                </a:lnTo>
                <a:cubicBezTo>
                  <a:pt x="52875" y="99649"/>
                  <a:pt x="52052" y="96655"/>
                  <a:pt x="51687" y="93228"/>
                </a:cubicBezTo>
                <a:moveTo>
                  <a:pt x="50658" y="65671"/>
                </a:moveTo>
                <a:cubicBezTo>
                  <a:pt x="46180" y="67499"/>
                  <a:pt x="39462" y="69053"/>
                  <a:pt x="30505" y="70332"/>
                </a:cubicBezTo>
                <a:cubicBezTo>
                  <a:pt x="25432" y="71063"/>
                  <a:pt x="21845" y="71886"/>
                  <a:pt x="19742" y="72800"/>
                </a:cubicBezTo>
                <a:cubicBezTo>
                  <a:pt x="17640" y="73714"/>
                  <a:pt x="16018" y="75051"/>
                  <a:pt x="14875" y="76810"/>
                </a:cubicBezTo>
                <a:cubicBezTo>
                  <a:pt x="13733" y="78570"/>
                  <a:pt x="13162" y="80523"/>
                  <a:pt x="13162" y="82671"/>
                </a:cubicBezTo>
                <a:cubicBezTo>
                  <a:pt x="13162" y="85962"/>
                  <a:pt x="14407" y="88704"/>
                  <a:pt x="16898" y="90897"/>
                </a:cubicBezTo>
                <a:cubicBezTo>
                  <a:pt x="19388" y="93091"/>
                  <a:pt x="23033" y="94188"/>
                  <a:pt x="27831" y="94188"/>
                </a:cubicBezTo>
                <a:cubicBezTo>
                  <a:pt x="32584" y="94188"/>
                  <a:pt x="36811" y="93148"/>
                  <a:pt x="40513" y="91069"/>
                </a:cubicBezTo>
                <a:cubicBezTo>
                  <a:pt x="44215" y="88989"/>
                  <a:pt x="46934" y="86144"/>
                  <a:pt x="48670" y="82534"/>
                </a:cubicBezTo>
                <a:cubicBezTo>
                  <a:pt x="49996" y="79746"/>
                  <a:pt x="50658" y="75633"/>
                  <a:pt x="50658" y="70195"/>
                </a:cubicBezTo>
                <a:lnTo>
                  <a:pt x="50658" y="65671"/>
                </a:lnTo>
                <a:close/>
                <a:moveTo>
                  <a:pt x="81986" y="130108"/>
                </a:moveTo>
                <a:lnTo>
                  <a:pt x="81986" y="29408"/>
                </a:lnTo>
                <a:lnTo>
                  <a:pt x="93228" y="29408"/>
                </a:lnTo>
                <a:lnTo>
                  <a:pt x="93228" y="38868"/>
                </a:lnTo>
                <a:cubicBezTo>
                  <a:pt x="95879" y="35166"/>
                  <a:pt x="98872" y="32390"/>
                  <a:pt x="102208" y="30539"/>
                </a:cubicBezTo>
                <a:cubicBezTo>
                  <a:pt x="105544" y="28688"/>
                  <a:pt x="109589" y="27763"/>
                  <a:pt x="114341" y="27763"/>
                </a:cubicBezTo>
                <a:cubicBezTo>
                  <a:pt x="120557" y="27763"/>
                  <a:pt x="126041" y="29362"/>
                  <a:pt x="130793" y="32561"/>
                </a:cubicBezTo>
                <a:cubicBezTo>
                  <a:pt x="135546" y="35760"/>
                  <a:pt x="139134" y="40273"/>
                  <a:pt x="141556" y="46100"/>
                </a:cubicBezTo>
                <a:cubicBezTo>
                  <a:pt x="143978" y="51927"/>
                  <a:pt x="145189" y="58313"/>
                  <a:pt x="145189" y="65260"/>
                </a:cubicBezTo>
                <a:cubicBezTo>
                  <a:pt x="145189" y="72709"/>
                  <a:pt x="143852" y="79415"/>
                  <a:pt x="141179" y="85379"/>
                </a:cubicBezTo>
                <a:cubicBezTo>
                  <a:pt x="138505" y="91343"/>
                  <a:pt x="134621" y="95913"/>
                  <a:pt x="129525" y="99089"/>
                </a:cubicBezTo>
                <a:cubicBezTo>
                  <a:pt x="124430" y="102265"/>
                  <a:pt x="119071" y="103853"/>
                  <a:pt x="113450" y="103853"/>
                </a:cubicBezTo>
                <a:cubicBezTo>
                  <a:pt x="109337" y="103853"/>
                  <a:pt x="105647" y="102985"/>
                  <a:pt x="102379" y="101248"/>
                </a:cubicBezTo>
                <a:cubicBezTo>
                  <a:pt x="99112" y="99512"/>
                  <a:pt x="96427" y="97318"/>
                  <a:pt x="94325" y="94667"/>
                </a:cubicBezTo>
                <a:lnTo>
                  <a:pt x="94325" y="130108"/>
                </a:lnTo>
                <a:lnTo>
                  <a:pt x="81986" y="130108"/>
                </a:lnTo>
                <a:moveTo>
                  <a:pt x="93159" y="66219"/>
                </a:moveTo>
                <a:cubicBezTo>
                  <a:pt x="93159" y="75588"/>
                  <a:pt x="95056" y="82511"/>
                  <a:pt x="98849" y="86990"/>
                </a:cubicBezTo>
                <a:cubicBezTo>
                  <a:pt x="102642" y="91468"/>
                  <a:pt x="107235" y="93708"/>
                  <a:pt x="112628" y="93708"/>
                </a:cubicBezTo>
                <a:cubicBezTo>
                  <a:pt x="118112" y="93708"/>
                  <a:pt x="122807" y="91388"/>
                  <a:pt x="126715" y="86750"/>
                </a:cubicBezTo>
                <a:cubicBezTo>
                  <a:pt x="130622" y="82111"/>
                  <a:pt x="132576" y="74925"/>
                  <a:pt x="132576" y="65191"/>
                </a:cubicBezTo>
                <a:cubicBezTo>
                  <a:pt x="132576" y="55914"/>
                  <a:pt x="130668" y="48967"/>
                  <a:pt x="126852" y="44352"/>
                </a:cubicBezTo>
                <a:cubicBezTo>
                  <a:pt x="123036" y="39736"/>
                  <a:pt x="118477" y="37428"/>
                  <a:pt x="113176" y="37428"/>
                </a:cubicBezTo>
                <a:cubicBezTo>
                  <a:pt x="107921" y="37428"/>
                  <a:pt x="103271" y="39885"/>
                  <a:pt x="99226" y="44797"/>
                </a:cubicBezTo>
                <a:cubicBezTo>
                  <a:pt x="95182" y="49710"/>
                  <a:pt x="93159" y="56851"/>
                  <a:pt x="93159" y="66219"/>
                </a:cubicBezTo>
                <a:close/>
                <a:moveTo>
                  <a:pt x="159790" y="130108"/>
                </a:moveTo>
                <a:lnTo>
                  <a:pt x="159790" y="29408"/>
                </a:lnTo>
                <a:lnTo>
                  <a:pt x="171032" y="29408"/>
                </a:lnTo>
                <a:lnTo>
                  <a:pt x="171032" y="38868"/>
                </a:lnTo>
                <a:cubicBezTo>
                  <a:pt x="173683" y="35166"/>
                  <a:pt x="176676" y="32390"/>
                  <a:pt x="180012" y="30539"/>
                </a:cubicBezTo>
                <a:cubicBezTo>
                  <a:pt x="183348" y="28688"/>
                  <a:pt x="187393" y="27763"/>
                  <a:pt x="192146" y="27763"/>
                </a:cubicBezTo>
                <a:cubicBezTo>
                  <a:pt x="198361" y="27763"/>
                  <a:pt x="203845" y="29362"/>
                  <a:pt x="208598" y="32561"/>
                </a:cubicBezTo>
                <a:cubicBezTo>
                  <a:pt x="213350" y="35760"/>
                  <a:pt x="216938" y="40273"/>
                  <a:pt x="219360" y="46100"/>
                </a:cubicBezTo>
                <a:cubicBezTo>
                  <a:pt x="221782" y="51927"/>
                  <a:pt x="222993" y="58313"/>
                  <a:pt x="222993" y="65260"/>
                </a:cubicBezTo>
                <a:cubicBezTo>
                  <a:pt x="222993" y="72709"/>
                  <a:pt x="221656" y="79415"/>
                  <a:pt x="218983" y="85379"/>
                </a:cubicBezTo>
                <a:cubicBezTo>
                  <a:pt x="216310" y="91343"/>
                  <a:pt x="212425" y="95913"/>
                  <a:pt x="207330" y="99089"/>
                </a:cubicBezTo>
                <a:cubicBezTo>
                  <a:pt x="202234" y="102265"/>
                  <a:pt x="196876" y="103853"/>
                  <a:pt x="191255" y="103853"/>
                </a:cubicBezTo>
                <a:cubicBezTo>
                  <a:pt x="187142" y="103853"/>
                  <a:pt x="183451" y="102985"/>
                  <a:pt x="180184" y="101248"/>
                </a:cubicBezTo>
                <a:cubicBezTo>
                  <a:pt x="176916" y="99512"/>
                  <a:pt x="174231" y="97318"/>
                  <a:pt x="172129" y="94667"/>
                </a:cubicBezTo>
                <a:lnTo>
                  <a:pt x="172129" y="130108"/>
                </a:lnTo>
                <a:lnTo>
                  <a:pt x="159790" y="130108"/>
                </a:lnTo>
                <a:moveTo>
                  <a:pt x="170964" y="66219"/>
                </a:moveTo>
                <a:cubicBezTo>
                  <a:pt x="170964" y="75588"/>
                  <a:pt x="172860" y="82511"/>
                  <a:pt x="176653" y="86990"/>
                </a:cubicBezTo>
                <a:cubicBezTo>
                  <a:pt x="180447" y="91468"/>
                  <a:pt x="185039" y="93708"/>
                  <a:pt x="190432" y="93708"/>
                </a:cubicBezTo>
                <a:cubicBezTo>
                  <a:pt x="195916" y="93708"/>
                  <a:pt x="200612" y="91388"/>
                  <a:pt x="204519" y="86750"/>
                </a:cubicBezTo>
                <a:cubicBezTo>
                  <a:pt x="208426" y="82111"/>
                  <a:pt x="210380" y="74925"/>
                  <a:pt x="210380" y="65191"/>
                </a:cubicBezTo>
                <a:cubicBezTo>
                  <a:pt x="210380" y="55914"/>
                  <a:pt x="208472" y="48967"/>
                  <a:pt x="204656" y="44352"/>
                </a:cubicBezTo>
                <a:cubicBezTo>
                  <a:pt x="200840" y="39736"/>
                  <a:pt x="196282" y="37428"/>
                  <a:pt x="190980" y="37428"/>
                </a:cubicBezTo>
                <a:cubicBezTo>
                  <a:pt x="185725" y="37428"/>
                  <a:pt x="181075" y="39885"/>
                  <a:pt x="177030" y="44797"/>
                </a:cubicBezTo>
                <a:cubicBezTo>
                  <a:pt x="172986" y="49710"/>
                  <a:pt x="170964" y="56851"/>
                  <a:pt x="170964" y="66219"/>
                </a:cubicBezTo>
                <a:close/>
                <a:moveTo>
                  <a:pt x="237320" y="102208"/>
                </a:moveTo>
                <a:lnTo>
                  <a:pt x="237320" y="1714"/>
                </a:lnTo>
                <a:lnTo>
                  <a:pt x="249659" y="1714"/>
                </a:lnTo>
                <a:lnTo>
                  <a:pt x="249659" y="102208"/>
                </a:lnTo>
                <a:lnTo>
                  <a:pt x="237320" y="102208"/>
                </a:lnTo>
                <a:close/>
                <a:moveTo>
                  <a:pt x="318906" y="78764"/>
                </a:moveTo>
                <a:lnTo>
                  <a:pt x="331656" y="80341"/>
                </a:lnTo>
                <a:cubicBezTo>
                  <a:pt x="329645" y="87790"/>
                  <a:pt x="325921" y="93571"/>
                  <a:pt x="320482" y="97684"/>
                </a:cubicBezTo>
                <a:cubicBezTo>
                  <a:pt x="315044" y="101797"/>
                  <a:pt x="308098" y="103853"/>
                  <a:pt x="299643" y="103853"/>
                </a:cubicBezTo>
                <a:cubicBezTo>
                  <a:pt x="288995" y="103853"/>
                  <a:pt x="280552" y="100574"/>
                  <a:pt x="274314" y="94016"/>
                </a:cubicBezTo>
                <a:cubicBezTo>
                  <a:pt x="268076" y="87458"/>
                  <a:pt x="264957" y="78261"/>
                  <a:pt x="264957" y="66425"/>
                </a:cubicBezTo>
                <a:cubicBezTo>
                  <a:pt x="264957" y="54177"/>
                  <a:pt x="268110" y="44672"/>
                  <a:pt x="274417" y="37908"/>
                </a:cubicBezTo>
                <a:cubicBezTo>
                  <a:pt x="280723" y="31145"/>
                  <a:pt x="288904" y="27763"/>
                  <a:pt x="298958" y="27763"/>
                </a:cubicBezTo>
                <a:cubicBezTo>
                  <a:pt x="308692" y="27763"/>
                  <a:pt x="316644" y="31076"/>
                  <a:pt x="322813" y="37702"/>
                </a:cubicBezTo>
                <a:cubicBezTo>
                  <a:pt x="328983" y="44329"/>
                  <a:pt x="332067" y="53652"/>
                  <a:pt x="332067" y="65671"/>
                </a:cubicBezTo>
                <a:cubicBezTo>
                  <a:pt x="332067" y="66402"/>
                  <a:pt x="332044" y="67499"/>
                  <a:pt x="331999" y="68961"/>
                </a:cubicBezTo>
                <a:lnTo>
                  <a:pt x="277707" y="68961"/>
                </a:lnTo>
                <a:cubicBezTo>
                  <a:pt x="278164" y="76959"/>
                  <a:pt x="280426" y="83083"/>
                  <a:pt x="284494" y="87333"/>
                </a:cubicBezTo>
                <a:cubicBezTo>
                  <a:pt x="288561" y="91583"/>
                  <a:pt x="293634" y="93708"/>
                  <a:pt x="299712" y="93708"/>
                </a:cubicBezTo>
                <a:cubicBezTo>
                  <a:pt x="304236" y="93708"/>
                  <a:pt x="308098" y="92520"/>
                  <a:pt x="311297" y="90143"/>
                </a:cubicBezTo>
                <a:cubicBezTo>
                  <a:pt x="314496" y="87767"/>
                  <a:pt x="317032" y="83974"/>
                  <a:pt x="318906" y="78764"/>
                </a:cubicBezTo>
                <a:moveTo>
                  <a:pt x="278393" y="58816"/>
                </a:moveTo>
                <a:lnTo>
                  <a:pt x="319043" y="58816"/>
                </a:lnTo>
                <a:cubicBezTo>
                  <a:pt x="318494" y="52692"/>
                  <a:pt x="316941" y="48099"/>
                  <a:pt x="314381" y="45037"/>
                </a:cubicBezTo>
                <a:cubicBezTo>
                  <a:pt x="310451" y="40285"/>
                  <a:pt x="305356" y="37908"/>
                  <a:pt x="299095" y="37908"/>
                </a:cubicBezTo>
                <a:cubicBezTo>
                  <a:pt x="293428" y="37908"/>
                  <a:pt x="288664" y="39805"/>
                  <a:pt x="284802" y="43598"/>
                </a:cubicBezTo>
                <a:cubicBezTo>
                  <a:pt x="280940" y="47391"/>
                  <a:pt x="278804" y="52464"/>
                  <a:pt x="278393" y="58816"/>
                </a:cubicBezTo>
                <a:close/>
                <a:moveTo>
                  <a:pt x="341939" y="80478"/>
                </a:moveTo>
                <a:lnTo>
                  <a:pt x="354140" y="78558"/>
                </a:lnTo>
                <a:cubicBezTo>
                  <a:pt x="354826" y="83448"/>
                  <a:pt x="356734" y="87196"/>
                  <a:pt x="359864" y="89800"/>
                </a:cubicBezTo>
                <a:cubicBezTo>
                  <a:pt x="362995" y="92405"/>
                  <a:pt x="367371" y="93708"/>
                  <a:pt x="372992" y="93708"/>
                </a:cubicBezTo>
                <a:cubicBezTo>
                  <a:pt x="378658" y="93708"/>
                  <a:pt x="382863" y="92554"/>
                  <a:pt x="385605" y="90246"/>
                </a:cubicBezTo>
                <a:cubicBezTo>
                  <a:pt x="388347" y="87938"/>
                  <a:pt x="389718" y="85230"/>
                  <a:pt x="389718" y="82123"/>
                </a:cubicBezTo>
                <a:cubicBezTo>
                  <a:pt x="389718" y="79335"/>
                  <a:pt x="388507" y="77142"/>
                  <a:pt x="386085" y="75542"/>
                </a:cubicBezTo>
                <a:cubicBezTo>
                  <a:pt x="384394" y="74445"/>
                  <a:pt x="380189" y="73051"/>
                  <a:pt x="373472" y="71360"/>
                </a:cubicBezTo>
                <a:cubicBezTo>
                  <a:pt x="364423" y="69075"/>
                  <a:pt x="358151" y="67099"/>
                  <a:pt x="354655" y="65431"/>
                </a:cubicBezTo>
                <a:cubicBezTo>
                  <a:pt x="351159" y="63763"/>
                  <a:pt x="348508" y="61455"/>
                  <a:pt x="346703" y="58507"/>
                </a:cubicBezTo>
                <a:cubicBezTo>
                  <a:pt x="344898" y="55560"/>
                  <a:pt x="343995" y="52304"/>
                  <a:pt x="343995" y="48739"/>
                </a:cubicBezTo>
                <a:cubicBezTo>
                  <a:pt x="343995" y="45494"/>
                  <a:pt x="344738" y="42490"/>
                  <a:pt x="346223" y="39725"/>
                </a:cubicBezTo>
                <a:cubicBezTo>
                  <a:pt x="347708" y="36960"/>
                  <a:pt x="349730" y="34663"/>
                  <a:pt x="352290" y="32835"/>
                </a:cubicBezTo>
                <a:cubicBezTo>
                  <a:pt x="354209" y="31419"/>
                  <a:pt x="356825" y="30219"/>
                  <a:pt x="360139" y="29237"/>
                </a:cubicBezTo>
                <a:cubicBezTo>
                  <a:pt x="363452" y="28254"/>
                  <a:pt x="367005" y="27763"/>
                  <a:pt x="370798" y="27763"/>
                </a:cubicBezTo>
                <a:cubicBezTo>
                  <a:pt x="376511" y="27763"/>
                  <a:pt x="381526" y="28585"/>
                  <a:pt x="385845" y="30231"/>
                </a:cubicBezTo>
                <a:cubicBezTo>
                  <a:pt x="390163" y="31876"/>
                  <a:pt x="393351" y="34104"/>
                  <a:pt x="395408" y="36914"/>
                </a:cubicBezTo>
                <a:cubicBezTo>
                  <a:pt x="397464" y="39725"/>
                  <a:pt x="398881" y="43484"/>
                  <a:pt x="399658" y="48191"/>
                </a:cubicBezTo>
                <a:lnTo>
                  <a:pt x="387593" y="49836"/>
                </a:lnTo>
                <a:cubicBezTo>
                  <a:pt x="387044" y="46088"/>
                  <a:pt x="385456" y="43164"/>
                  <a:pt x="382829" y="41061"/>
                </a:cubicBezTo>
                <a:cubicBezTo>
                  <a:pt x="380201" y="38959"/>
                  <a:pt x="376488" y="37908"/>
                  <a:pt x="371689" y="37908"/>
                </a:cubicBezTo>
                <a:cubicBezTo>
                  <a:pt x="366022" y="37908"/>
                  <a:pt x="361978" y="38845"/>
                  <a:pt x="359556" y="40719"/>
                </a:cubicBezTo>
                <a:cubicBezTo>
                  <a:pt x="357134" y="42592"/>
                  <a:pt x="355923" y="44786"/>
                  <a:pt x="355923" y="47299"/>
                </a:cubicBezTo>
                <a:cubicBezTo>
                  <a:pt x="355923" y="48899"/>
                  <a:pt x="356425" y="50338"/>
                  <a:pt x="357431" y="51618"/>
                </a:cubicBezTo>
                <a:cubicBezTo>
                  <a:pt x="358436" y="52943"/>
                  <a:pt x="360013" y="54040"/>
                  <a:pt x="362161" y="54908"/>
                </a:cubicBezTo>
                <a:cubicBezTo>
                  <a:pt x="363395" y="55365"/>
                  <a:pt x="367028" y="56417"/>
                  <a:pt x="373060" y="58062"/>
                </a:cubicBezTo>
                <a:cubicBezTo>
                  <a:pt x="381789" y="60392"/>
                  <a:pt x="387878" y="62300"/>
                  <a:pt x="391329" y="63786"/>
                </a:cubicBezTo>
                <a:cubicBezTo>
                  <a:pt x="394779" y="65271"/>
                  <a:pt x="397487" y="67430"/>
                  <a:pt x="399452" y="70264"/>
                </a:cubicBezTo>
                <a:cubicBezTo>
                  <a:pt x="401417" y="73097"/>
                  <a:pt x="402400" y="76616"/>
                  <a:pt x="402400" y="80820"/>
                </a:cubicBezTo>
                <a:cubicBezTo>
                  <a:pt x="402400" y="84933"/>
                  <a:pt x="401200" y="88806"/>
                  <a:pt x="398801" y="92440"/>
                </a:cubicBezTo>
                <a:cubicBezTo>
                  <a:pt x="396401" y="96073"/>
                  <a:pt x="392940" y="98883"/>
                  <a:pt x="388415" y="100871"/>
                </a:cubicBezTo>
                <a:cubicBezTo>
                  <a:pt x="383891" y="102859"/>
                  <a:pt x="378773" y="103853"/>
                  <a:pt x="373060" y="103853"/>
                </a:cubicBezTo>
                <a:cubicBezTo>
                  <a:pt x="363600" y="103853"/>
                  <a:pt x="356391" y="101888"/>
                  <a:pt x="351433" y="97958"/>
                </a:cubicBezTo>
                <a:cubicBezTo>
                  <a:pt x="346474" y="94028"/>
                  <a:pt x="343310" y="88201"/>
                  <a:pt x="341939" y="80478"/>
                </a:cubicBezTo>
                <a:close/>
                <a:moveTo>
                  <a:pt x="420038" y="102208"/>
                </a:moveTo>
                <a:lnTo>
                  <a:pt x="420038" y="88155"/>
                </a:lnTo>
                <a:lnTo>
                  <a:pt x="434091" y="88155"/>
                </a:lnTo>
                <a:lnTo>
                  <a:pt x="434091" y="102208"/>
                </a:lnTo>
                <a:cubicBezTo>
                  <a:pt x="434091" y="107372"/>
                  <a:pt x="433177" y="111542"/>
                  <a:pt x="431349" y="114718"/>
                </a:cubicBezTo>
                <a:cubicBezTo>
                  <a:pt x="429521" y="117894"/>
                  <a:pt x="426619" y="120351"/>
                  <a:pt x="422643" y="122087"/>
                </a:cubicBezTo>
                <a:lnTo>
                  <a:pt x="419216" y="116809"/>
                </a:lnTo>
                <a:cubicBezTo>
                  <a:pt x="421821" y="115667"/>
                  <a:pt x="423740" y="113987"/>
                  <a:pt x="424974" y="111771"/>
                </a:cubicBezTo>
                <a:cubicBezTo>
                  <a:pt x="426208" y="109554"/>
                  <a:pt x="426893" y="106367"/>
                  <a:pt x="427031" y="102208"/>
                </a:cubicBezTo>
                <a:lnTo>
                  <a:pt x="420038" y="102208"/>
                </a:lnTo>
                <a:close/>
                <a:moveTo>
                  <a:pt x="500936" y="102208"/>
                </a:moveTo>
                <a:lnTo>
                  <a:pt x="500936" y="88155"/>
                </a:lnTo>
                <a:lnTo>
                  <a:pt x="514989" y="88155"/>
                </a:lnTo>
                <a:lnTo>
                  <a:pt x="514989" y="102208"/>
                </a:lnTo>
                <a:lnTo>
                  <a:pt x="500936" y="102208"/>
                </a:lnTo>
                <a:moveTo>
                  <a:pt x="547755" y="102208"/>
                </a:moveTo>
                <a:lnTo>
                  <a:pt x="547755" y="88155"/>
                </a:lnTo>
                <a:lnTo>
                  <a:pt x="561808" y="88155"/>
                </a:lnTo>
                <a:lnTo>
                  <a:pt x="561808" y="102208"/>
                </a:lnTo>
                <a:lnTo>
                  <a:pt x="547755" y="102208"/>
                </a:lnTo>
                <a:moveTo>
                  <a:pt x="594506" y="102208"/>
                </a:moveTo>
                <a:lnTo>
                  <a:pt x="594506" y="88155"/>
                </a:lnTo>
                <a:lnTo>
                  <a:pt x="608628" y="88155"/>
                </a:lnTo>
                <a:lnTo>
                  <a:pt x="608628" y="102208"/>
                </a:lnTo>
                <a:lnTo>
                  <a:pt x="594506" y="102208"/>
                </a:lnTo>
                <a:close/>
                <a:moveTo>
                  <a:pt x="636885" y="102208"/>
                </a:moveTo>
                <a:lnTo>
                  <a:pt x="636885" y="88155"/>
                </a:lnTo>
                <a:lnTo>
                  <a:pt x="650938" y="88155"/>
                </a:lnTo>
                <a:lnTo>
                  <a:pt x="650938" y="102208"/>
                </a:lnTo>
                <a:cubicBezTo>
                  <a:pt x="650938" y="107372"/>
                  <a:pt x="650024" y="111542"/>
                  <a:pt x="648196" y="114718"/>
                </a:cubicBezTo>
                <a:cubicBezTo>
                  <a:pt x="646368" y="117894"/>
                  <a:pt x="643466" y="120351"/>
                  <a:pt x="639490" y="122087"/>
                </a:cubicBezTo>
                <a:lnTo>
                  <a:pt x="636063" y="116809"/>
                </a:lnTo>
                <a:cubicBezTo>
                  <a:pt x="638667" y="115667"/>
                  <a:pt x="640587" y="113987"/>
                  <a:pt x="641821" y="111771"/>
                </a:cubicBezTo>
                <a:cubicBezTo>
                  <a:pt x="643055" y="109554"/>
                  <a:pt x="643740" y="106367"/>
                  <a:pt x="643877" y="102208"/>
                </a:cubicBezTo>
                <a:lnTo>
                  <a:pt x="636885" y="102208"/>
                </a:lnTo>
                <a:close/>
                <a:moveTo>
                  <a:pt x="758158" y="93228"/>
                </a:moveTo>
                <a:cubicBezTo>
                  <a:pt x="753588" y="97112"/>
                  <a:pt x="749190" y="99854"/>
                  <a:pt x="744963" y="101454"/>
                </a:cubicBezTo>
                <a:cubicBezTo>
                  <a:pt x="740735" y="103053"/>
                  <a:pt x="736200" y="103853"/>
                  <a:pt x="731355" y="103853"/>
                </a:cubicBezTo>
                <a:cubicBezTo>
                  <a:pt x="723358" y="103853"/>
                  <a:pt x="717211" y="101899"/>
                  <a:pt x="712916" y="97992"/>
                </a:cubicBezTo>
                <a:cubicBezTo>
                  <a:pt x="708620" y="94085"/>
                  <a:pt x="706472" y="89092"/>
                  <a:pt x="706472" y="83014"/>
                </a:cubicBezTo>
                <a:cubicBezTo>
                  <a:pt x="706472" y="79449"/>
                  <a:pt x="707283" y="76193"/>
                  <a:pt x="708905" y="73246"/>
                </a:cubicBezTo>
                <a:cubicBezTo>
                  <a:pt x="710528" y="70298"/>
                  <a:pt x="712653" y="67933"/>
                  <a:pt x="715280" y="66151"/>
                </a:cubicBezTo>
                <a:cubicBezTo>
                  <a:pt x="717908" y="64368"/>
                  <a:pt x="720867" y="63020"/>
                  <a:pt x="724158" y="62106"/>
                </a:cubicBezTo>
                <a:cubicBezTo>
                  <a:pt x="726580" y="61466"/>
                  <a:pt x="730236" y="60849"/>
                  <a:pt x="735126" y="60255"/>
                </a:cubicBezTo>
                <a:cubicBezTo>
                  <a:pt x="745088" y="59067"/>
                  <a:pt x="752423" y="57650"/>
                  <a:pt x="757130" y="56005"/>
                </a:cubicBezTo>
                <a:cubicBezTo>
                  <a:pt x="757176" y="54314"/>
                  <a:pt x="757199" y="53240"/>
                  <a:pt x="757199" y="52783"/>
                </a:cubicBezTo>
                <a:cubicBezTo>
                  <a:pt x="757199" y="47756"/>
                  <a:pt x="756033" y="44215"/>
                  <a:pt x="753703" y="42158"/>
                </a:cubicBezTo>
                <a:cubicBezTo>
                  <a:pt x="750549" y="39371"/>
                  <a:pt x="745865" y="37977"/>
                  <a:pt x="739650" y="37977"/>
                </a:cubicBezTo>
                <a:cubicBezTo>
                  <a:pt x="733846" y="37977"/>
                  <a:pt x="729562" y="38993"/>
                  <a:pt x="726797" y="41027"/>
                </a:cubicBezTo>
                <a:cubicBezTo>
                  <a:pt x="724032" y="43061"/>
                  <a:pt x="721987" y="46660"/>
                  <a:pt x="720662" y="51824"/>
                </a:cubicBezTo>
                <a:lnTo>
                  <a:pt x="708597" y="50179"/>
                </a:lnTo>
                <a:cubicBezTo>
                  <a:pt x="709694" y="45014"/>
                  <a:pt x="711499" y="40844"/>
                  <a:pt x="714012" y="37668"/>
                </a:cubicBezTo>
                <a:cubicBezTo>
                  <a:pt x="716526" y="34492"/>
                  <a:pt x="720159" y="32047"/>
                  <a:pt x="724912" y="30333"/>
                </a:cubicBezTo>
                <a:cubicBezTo>
                  <a:pt x="729665" y="28620"/>
                  <a:pt x="735171" y="27763"/>
                  <a:pt x="741432" y="27763"/>
                </a:cubicBezTo>
                <a:cubicBezTo>
                  <a:pt x="747647" y="27763"/>
                  <a:pt x="752697" y="28494"/>
                  <a:pt x="756582" y="29956"/>
                </a:cubicBezTo>
                <a:cubicBezTo>
                  <a:pt x="760466" y="31419"/>
                  <a:pt x="763323" y="33258"/>
                  <a:pt x="765151" y="35475"/>
                </a:cubicBezTo>
                <a:cubicBezTo>
                  <a:pt x="766979" y="37691"/>
                  <a:pt x="768258" y="40490"/>
                  <a:pt x="768989" y="43872"/>
                </a:cubicBezTo>
                <a:cubicBezTo>
                  <a:pt x="769401" y="45974"/>
                  <a:pt x="769606" y="49767"/>
                  <a:pt x="769606" y="55251"/>
                </a:cubicBezTo>
                <a:lnTo>
                  <a:pt x="769606" y="71703"/>
                </a:lnTo>
                <a:cubicBezTo>
                  <a:pt x="769606" y="83174"/>
                  <a:pt x="769869" y="90429"/>
                  <a:pt x="770395" y="93468"/>
                </a:cubicBezTo>
                <a:cubicBezTo>
                  <a:pt x="770920" y="96507"/>
                  <a:pt x="771960" y="99420"/>
                  <a:pt x="773514" y="102208"/>
                </a:cubicBezTo>
                <a:lnTo>
                  <a:pt x="760626" y="102208"/>
                </a:lnTo>
                <a:cubicBezTo>
                  <a:pt x="759347" y="99649"/>
                  <a:pt x="758524" y="96655"/>
                  <a:pt x="758158" y="93228"/>
                </a:cubicBezTo>
                <a:moveTo>
                  <a:pt x="757130" y="65671"/>
                </a:moveTo>
                <a:cubicBezTo>
                  <a:pt x="752652" y="67499"/>
                  <a:pt x="745934" y="69053"/>
                  <a:pt x="736977" y="70332"/>
                </a:cubicBezTo>
                <a:cubicBezTo>
                  <a:pt x="731904" y="71063"/>
                  <a:pt x="728316" y="71886"/>
                  <a:pt x="726214" y="72800"/>
                </a:cubicBezTo>
                <a:cubicBezTo>
                  <a:pt x="724112" y="73714"/>
                  <a:pt x="722490" y="75051"/>
                  <a:pt x="721347" y="76810"/>
                </a:cubicBezTo>
                <a:cubicBezTo>
                  <a:pt x="720205" y="78570"/>
                  <a:pt x="719633" y="80523"/>
                  <a:pt x="719633" y="82671"/>
                </a:cubicBezTo>
                <a:cubicBezTo>
                  <a:pt x="719633" y="85962"/>
                  <a:pt x="720879" y="88704"/>
                  <a:pt x="723369" y="90897"/>
                </a:cubicBezTo>
                <a:cubicBezTo>
                  <a:pt x="725860" y="93091"/>
                  <a:pt x="729505" y="94188"/>
                  <a:pt x="734303" y="94188"/>
                </a:cubicBezTo>
                <a:cubicBezTo>
                  <a:pt x="739056" y="94188"/>
                  <a:pt x="743283" y="93148"/>
                  <a:pt x="746985" y="91069"/>
                </a:cubicBezTo>
                <a:cubicBezTo>
                  <a:pt x="750687" y="88989"/>
                  <a:pt x="753406" y="86144"/>
                  <a:pt x="755142" y="82534"/>
                </a:cubicBezTo>
                <a:cubicBezTo>
                  <a:pt x="756468" y="79746"/>
                  <a:pt x="757130" y="75633"/>
                  <a:pt x="757130" y="70195"/>
                </a:cubicBezTo>
                <a:lnTo>
                  <a:pt x="757130" y="65671"/>
                </a:lnTo>
                <a:close/>
                <a:moveTo>
                  <a:pt x="788458" y="102208"/>
                </a:moveTo>
                <a:lnTo>
                  <a:pt x="788458" y="29408"/>
                </a:lnTo>
                <a:lnTo>
                  <a:pt x="799563" y="29408"/>
                </a:lnTo>
                <a:lnTo>
                  <a:pt x="799563" y="39759"/>
                </a:lnTo>
                <a:cubicBezTo>
                  <a:pt x="804910" y="31761"/>
                  <a:pt x="812633" y="27763"/>
                  <a:pt x="822733" y="27763"/>
                </a:cubicBezTo>
                <a:cubicBezTo>
                  <a:pt x="827120" y="27763"/>
                  <a:pt x="831153" y="28551"/>
                  <a:pt x="834832" y="30128"/>
                </a:cubicBezTo>
                <a:cubicBezTo>
                  <a:pt x="838511" y="31704"/>
                  <a:pt x="841264" y="33772"/>
                  <a:pt x="843092" y="36331"/>
                </a:cubicBezTo>
                <a:cubicBezTo>
                  <a:pt x="844920" y="38891"/>
                  <a:pt x="846200" y="41930"/>
                  <a:pt x="846931" y="45449"/>
                </a:cubicBezTo>
                <a:cubicBezTo>
                  <a:pt x="847388" y="47734"/>
                  <a:pt x="847616" y="51732"/>
                  <a:pt x="847616" y="57445"/>
                </a:cubicBezTo>
                <a:lnTo>
                  <a:pt x="847616" y="102208"/>
                </a:lnTo>
                <a:lnTo>
                  <a:pt x="835277" y="102208"/>
                </a:lnTo>
                <a:lnTo>
                  <a:pt x="835277" y="57925"/>
                </a:lnTo>
                <a:cubicBezTo>
                  <a:pt x="835277" y="52898"/>
                  <a:pt x="834797" y="49139"/>
                  <a:pt x="833838" y="46648"/>
                </a:cubicBezTo>
                <a:cubicBezTo>
                  <a:pt x="832878" y="44158"/>
                  <a:pt x="831176" y="42170"/>
                  <a:pt x="828731" y="40684"/>
                </a:cubicBezTo>
                <a:cubicBezTo>
                  <a:pt x="826286" y="39199"/>
                  <a:pt x="823418" y="38457"/>
                  <a:pt x="820128" y="38457"/>
                </a:cubicBezTo>
                <a:cubicBezTo>
                  <a:pt x="814872" y="38457"/>
                  <a:pt x="810337" y="40125"/>
                  <a:pt x="806521" y="43461"/>
                </a:cubicBezTo>
                <a:cubicBezTo>
                  <a:pt x="802705" y="46797"/>
                  <a:pt x="800797" y="53126"/>
                  <a:pt x="800797" y="62449"/>
                </a:cubicBezTo>
                <a:lnTo>
                  <a:pt x="800797" y="102208"/>
                </a:lnTo>
                <a:lnTo>
                  <a:pt x="788458" y="102208"/>
                </a:lnTo>
                <a:close/>
                <a:moveTo>
                  <a:pt x="913493" y="102208"/>
                </a:moveTo>
                <a:lnTo>
                  <a:pt x="913493" y="93022"/>
                </a:lnTo>
                <a:cubicBezTo>
                  <a:pt x="908877" y="100243"/>
                  <a:pt x="902091" y="103853"/>
                  <a:pt x="893134" y="103853"/>
                </a:cubicBezTo>
                <a:cubicBezTo>
                  <a:pt x="887330" y="103853"/>
                  <a:pt x="881994" y="102254"/>
                  <a:pt x="877127" y="99055"/>
                </a:cubicBezTo>
                <a:cubicBezTo>
                  <a:pt x="872260" y="95856"/>
                  <a:pt x="868490" y="91388"/>
                  <a:pt x="865816" y="85653"/>
                </a:cubicBezTo>
                <a:cubicBezTo>
                  <a:pt x="863143" y="79918"/>
                  <a:pt x="861806" y="73326"/>
                  <a:pt x="861806" y="65876"/>
                </a:cubicBezTo>
                <a:cubicBezTo>
                  <a:pt x="861806" y="58610"/>
                  <a:pt x="863017" y="52018"/>
                  <a:pt x="865439" y="46100"/>
                </a:cubicBezTo>
                <a:cubicBezTo>
                  <a:pt x="867861" y="40182"/>
                  <a:pt x="871495" y="35646"/>
                  <a:pt x="876339" y="32493"/>
                </a:cubicBezTo>
                <a:cubicBezTo>
                  <a:pt x="881183" y="29339"/>
                  <a:pt x="886598" y="27763"/>
                  <a:pt x="892585" y="27763"/>
                </a:cubicBezTo>
                <a:cubicBezTo>
                  <a:pt x="896972" y="27763"/>
                  <a:pt x="900880" y="28688"/>
                  <a:pt x="904307" y="30539"/>
                </a:cubicBezTo>
                <a:cubicBezTo>
                  <a:pt x="907735" y="32390"/>
                  <a:pt x="910522" y="34801"/>
                  <a:pt x="912670" y="37771"/>
                </a:cubicBezTo>
                <a:lnTo>
                  <a:pt x="912670" y="1714"/>
                </a:lnTo>
                <a:lnTo>
                  <a:pt x="924941" y="1714"/>
                </a:lnTo>
                <a:lnTo>
                  <a:pt x="924941" y="102208"/>
                </a:lnTo>
                <a:lnTo>
                  <a:pt x="913493" y="102208"/>
                </a:lnTo>
                <a:moveTo>
                  <a:pt x="874488" y="65876"/>
                </a:moveTo>
                <a:cubicBezTo>
                  <a:pt x="874488" y="75199"/>
                  <a:pt x="876453" y="82169"/>
                  <a:pt x="880383" y="86784"/>
                </a:cubicBezTo>
                <a:cubicBezTo>
                  <a:pt x="884313" y="91400"/>
                  <a:pt x="888952" y="93708"/>
                  <a:pt x="894299" y="93708"/>
                </a:cubicBezTo>
                <a:cubicBezTo>
                  <a:pt x="899691" y="93708"/>
                  <a:pt x="904273" y="91503"/>
                  <a:pt x="908043" y="87093"/>
                </a:cubicBezTo>
                <a:cubicBezTo>
                  <a:pt x="911813" y="82683"/>
                  <a:pt x="913698" y="75953"/>
                  <a:pt x="913698" y="66905"/>
                </a:cubicBezTo>
                <a:cubicBezTo>
                  <a:pt x="913698" y="56942"/>
                  <a:pt x="911779" y="49630"/>
                  <a:pt x="907940" y="44969"/>
                </a:cubicBezTo>
                <a:cubicBezTo>
                  <a:pt x="904102" y="40307"/>
                  <a:pt x="899372" y="37977"/>
                  <a:pt x="893750" y="37977"/>
                </a:cubicBezTo>
                <a:cubicBezTo>
                  <a:pt x="888266" y="37977"/>
                  <a:pt x="883685" y="40216"/>
                  <a:pt x="880006" y="44695"/>
                </a:cubicBezTo>
                <a:cubicBezTo>
                  <a:pt x="876327" y="49173"/>
                  <a:pt x="874488" y="56234"/>
                  <a:pt x="874488" y="65876"/>
                </a:cubicBezTo>
                <a:close/>
                <a:moveTo>
                  <a:pt x="1030066" y="93228"/>
                </a:moveTo>
                <a:cubicBezTo>
                  <a:pt x="1025496" y="97112"/>
                  <a:pt x="1021098" y="99854"/>
                  <a:pt x="1016870" y="101454"/>
                </a:cubicBezTo>
                <a:cubicBezTo>
                  <a:pt x="1012643" y="103053"/>
                  <a:pt x="1008107" y="103853"/>
                  <a:pt x="1003263" y="103853"/>
                </a:cubicBezTo>
                <a:cubicBezTo>
                  <a:pt x="995266" y="103853"/>
                  <a:pt x="989119" y="101899"/>
                  <a:pt x="984823" y="97992"/>
                </a:cubicBezTo>
                <a:cubicBezTo>
                  <a:pt x="980528" y="94085"/>
                  <a:pt x="978380" y="89092"/>
                  <a:pt x="978380" y="83014"/>
                </a:cubicBezTo>
                <a:cubicBezTo>
                  <a:pt x="978380" y="79449"/>
                  <a:pt x="979191" y="76193"/>
                  <a:pt x="980813" y="73246"/>
                </a:cubicBezTo>
                <a:cubicBezTo>
                  <a:pt x="982436" y="70298"/>
                  <a:pt x="984561" y="67933"/>
                  <a:pt x="987188" y="66151"/>
                </a:cubicBezTo>
                <a:cubicBezTo>
                  <a:pt x="989816" y="64368"/>
                  <a:pt x="992775" y="63020"/>
                  <a:pt x="996066" y="62106"/>
                </a:cubicBezTo>
                <a:cubicBezTo>
                  <a:pt x="998488" y="61466"/>
                  <a:pt x="1002144" y="60849"/>
                  <a:pt x="1007034" y="60255"/>
                </a:cubicBezTo>
                <a:cubicBezTo>
                  <a:pt x="1016996" y="59067"/>
                  <a:pt x="1024331" y="57650"/>
                  <a:pt x="1029038" y="56005"/>
                </a:cubicBezTo>
                <a:cubicBezTo>
                  <a:pt x="1029084" y="54314"/>
                  <a:pt x="1029107" y="53240"/>
                  <a:pt x="1029107" y="52783"/>
                </a:cubicBezTo>
                <a:cubicBezTo>
                  <a:pt x="1029107" y="47756"/>
                  <a:pt x="1027941" y="44215"/>
                  <a:pt x="1025611" y="42158"/>
                </a:cubicBezTo>
                <a:cubicBezTo>
                  <a:pt x="1022457" y="39371"/>
                  <a:pt x="1017773" y="37977"/>
                  <a:pt x="1011558" y="37977"/>
                </a:cubicBezTo>
                <a:cubicBezTo>
                  <a:pt x="1005754" y="37977"/>
                  <a:pt x="1001470" y="38993"/>
                  <a:pt x="998705" y="41027"/>
                </a:cubicBezTo>
                <a:cubicBezTo>
                  <a:pt x="995940" y="43061"/>
                  <a:pt x="993895" y="46660"/>
                  <a:pt x="992570" y="51824"/>
                </a:cubicBezTo>
                <a:lnTo>
                  <a:pt x="980505" y="50179"/>
                </a:lnTo>
                <a:cubicBezTo>
                  <a:pt x="981602" y="45014"/>
                  <a:pt x="983407" y="40844"/>
                  <a:pt x="985920" y="37668"/>
                </a:cubicBezTo>
                <a:cubicBezTo>
                  <a:pt x="988434" y="34492"/>
                  <a:pt x="992067" y="32047"/>
                  <a:pt x="996820" y="30333"/>
                </a:cubicBezTo>
                <a:cubicBezTo>
                  <a:pt x="1001572" y="28620"/>
                  <a:pt x="1007079" y="27763"/>
                  <a:pt x="1013340" y="27763"/>
                </a:cubicBezTo>
                <a:cubicBezTo>
                  <a:pt x="1019555" y="27763"/>
                  <a:pt x="1024605" y="28494"/>
                  <a:pt x="1028490" y="29956"/>
                </a:cubicBezTo>
                <a:cubicBezTo>
                  <a:pt x="1032374" y="31419"/>
                  <a:pt x="1035230" y="33258"/>
                  <a:pt x="1037058" y="35475"/>
                </a:cubicBezTo>
                <a:cubicBezTo>
                  <a:pt x="1038886" y="37691"/>
                  <a:pt x="1040166" y="40490"/>
                  <a:pt x="1040897" y="43872"/>
                </a:cubicBezTo>
                <a:cubicBezTo>
                  <a:pt x="1041309" y="45974"/>
                  <a:pt x="1041514" y="49767"/>
                  <a:pt x="1041514" y="55251"/>
                </a:cubicBezTo>
                <a:lnTo>
                  <a:pt x="1041514" y="71703"/>
                </a:lnTo>
                <a:cubicBezTo>
                  <a:pt x="1041514" y="83174"/>
                  <a:pt x="1041777" y="90429"/>
                  <a:pt x="1042302" y="93468"/>
                </a:cubicBezTo>
                <a:cubicBezTo>
                  <a:pt x="1042828" y="96507"/>
                  <a:pt x="1043868" y="99420"/>
                  <a:pt x="1045422" y="102208"/>
                </a:cubicBezTo>
                <a:lnTo>
                  <a:pt x="1032534" y="102208"/>
                </a:lnTo>
                <a:cubicBezTo>
                  <a:pt x="1031255" y="99649"/>
                  <a:pt x="1030432" y="96655"/>
                  <a:pt x="1030066" y="93228"/>
                </a:cubicBezTo>
                <a:moveTo>
                  <a:pt x="1029038" y="65671"/>
                </a:moveTo>
                <a:cubicBezTo>
                  <a:pt x="1024559" y="67499"/>
                  <a:pt x="1017842" y="69053"/>
                  <a:pt x="1008884" y="70332"/>
                </a:cubicBezTo>
                <a:cubicBezTo>
                  <a:pt x="1003812" y="71063"/>
                  <a:pt x="1000224" y="71886"/>
                  <a:pt x="998122" y="72800"/>
                </a:cubicBezTo>
                <a:cubicBezTo>
                  <a:pt x="996020" y="73714"/>
                  <a:pt x="994398" y="75051"/>
                  <a:pt x="993255" y="76810"/>
                </a:cubicBezTo>
                <a:cubicBezTo>
                  <a:pt x="992113" y="78570"/>
                  <a:pt x="991541" y="80523"/>
                  <a:pt x="991541" y="82671"/>
                </a:cubicBezTo>
                <a:cubicBezTo>
                  <a:pt x="991541" y="85962"/>
                  <a:pt x="992787" y="88704"/>
                  <a:pt x="995277" y="90897"/>
                </a:cubicBezTo>
                <a:cubicBezTo>
                  <a:pt x="997768" y="93091"/>
                  <a:pt x="1001412" y="94188"/>
                  <a:pt x="1006211" y="94188"/>
                </a:cubicBezTo>
                <a:cubicBezTo>
                  <a:pt x="1010964" y="94188"/>
                  <a:pt x="1015191" y="93148"/>
                  <a:pt x="1018893" y="91069"/>
                </a:cubicBezTo>
                <a:cubicBezTo>
                  <a:pt x="1022594" y="88989"/>
                  <a:pt x="1025314" y="86144"/>
                  <a:pt x="1027050" y="82534"/>
                </a:cubicBezTo>
                <a:cubicBezTo>
                  <a:pt x="1028375" y="79746"/>
                  <a:pt x="1029038" y="75633"/>
                  <a:pt x="1029038" y="70195"/>
                </a:cubicBezTo>
                <a:lnTo>
                  <a:pt x="1029038" y="65671"/>
                </a:lnTo>
                <a:close/>
                <a:moveTo>
                  <a:pt x="1110240" y="102208"/>
                </a:moveTo>
                <a:lnTo>
                  <a:pt x="1098792" y="102208"/>
                </a:lnTo>
                <a:lnTo>
                  <a:pt x="1098792" y="1714"/>
                </a:lnTo>
                <a:lnTo>
                  <a:pt x="1111131" y="1714"/>
                </a:lnTo>
                <a:lnTo>
                  <a:pt x="1111131" y="37565"/>
                </a:lnTo>
                <a:cubicBezTo>
                  <a:pt x="1116341" y="31030"/>
                  <a:pt x="1122990" y="27763"/>
                  <a:pt x="1131079" y="27763"/>
                </a:cubicBezTo>
                <a:cubicBezTo>
                  <a:pt x="1135557" y="27763"/>
                  <a:pt x="1139796" y="28665"/>
                  <a:pt x="1143795" y="30470"/>
                </a:cubicBezTo>
                <a:cubicBezTo>
                  <a:pt x="1147794" y="32276"/>
                  <a:pt x="1151084" y="34812"/>
                  <a:pt x="1153666" y="38079"/>
                </a:cubicBezTo>
                <a:cubicBezTo>
                  <a:pt x="1156248" y="41347"/>
                  <a:pt x="1158270" y="45289"/>
                  <a:pt x="1159733" y="49904"/>
                </a:cubicBezTo>
                <a:cubicBezTo>
                  <a:pt x="1161195" y="54520"/>
                  <a:pt x="1161926" y="59456"/>
                  <a:pt x="1161926" y="64711"/>
                </a:cubicBezTo>
                <a:cubicBezTo>
                  <a:pt x="1161926" y="77187"/>
                  <a:pt x="1158842" y="86830"/>
                  <a:pt x="1152672" y="93639"/>
                </a:cubicBezTo>
                <a:cubicBezTo>
                  <a:pt x="1146503" y="100448"/>
                  <a:pt x="1139099" y="103853"/>
                  <a:pt x="1130462" y="103853"/>
                </a:cubicBezTo>
                <a:cubicBezTo>
                  <a:pt x="1121870" y="103853"/>
                  <a:pt x="1115130" y="100266"/>
                  <a:pt x="1110240" y="93091"/>
                </a:cubicBezTo>
                <a:lnTo>
                  <a:pt x="1110240" y="102208"/>
                </a:lnTo>
                <a:moveTo>
                  <a:pt x="1110103" y="65260"/>
                </a:moveTo>
                <a:cubicBezTo>
                  <a:pt x="1110103" y="73988"/>
                  <a:pt x="1111291" y="80295"/>
                  <a:pt x="1113667" y="84179"/>
                </a:cubicBezTo>
                <a:cubicBezTo>
                  <a:pt x="1117552" y="90532"/>
                  <a:pt x="1122807" y="93708"/>
                  <a:pt x="1129434" y="93708"/>
                </a:cubicBezTo>
                <a:cubicBezTo>
                  <a:pt x="1134826" y="93708"/>
                  <a:pt x="1139488" y="91366"/>
                  <a:pt x="1143418" y="86681"/>
                </a:cubicBezTo>
                <a:cubicBezTo>
                  <a:pt x="1147348" y="81997"/>
                  <a:pt x="1149313" y="75016"/>
                  <a:pt x="1149313" y="65739"/>
                </a:cubicBezTo>
                <a:cubicBezTo>
                  <a:pt x="1149313" y="56234"/>
                  <a:pt x="1147428" y="49219"/>
                  <a:pt x="1143658" y="44695"/>
                </a:cubicBezTo>
                <a:cubicBezTo>
                  <a:pt x="1139888" y="40170"/>
                  <a:pt x="1135329" y="37908"/>
                  <a:pt x="1129982" y="37908"/>
                </a:cubicBezTo>
                <a:cubicBezTo>
                  <a:pt x="1124589" y="37908"/>
                  <a:pt x="1119928" y="40250"/>
                  <a:pt x="1115998" y="44934"/>
                </a:cubicBezTo>
                <a:cubicBezTo>
                  <a:pt x="1112068" y="49619"/>
                  <a:pt x="1110103" y="56394"/>
                  <a:pt x="1110103" y="65260"/>
                </a:cubicBezTo>
                <a:close/>
                <a:moveTo>
                  <a:pt x="1172072" y="65808"/>
                </a:moveTo>
                <a:cubicBezTo>
                  <a:pt x="1172072" y="52326"/>
                  <a:pt x="1175819" y="42341"/>
                  <a:pt x="1183314" y="35852"/>
                </a:cubicBezTo>
                <a:cubicBezTo>
                  <a:pt x="1189575" y="30459"/>
                  <a:pt x="1197207" y="27763"/>
                  <a:pt x="1206210" y="27763"/>
                </a:cubicBezTo>
                <a:cubicBezTo>
                  <a:pt x="1216218" y="27763"/>
                  <a:pt x="1224398" y="31042"/>
                  <a:pt x="1230751" y="37600"/>
                </a:cubicBezTo>
                <a:cubicBezTo>
                  <a:pt x="1237103" y="44158"/>
                  <a:pt x="1240279" y="53218"/>
                  <a:pt x="1240279" y="64780"/>
                </a:cubicBezTo>
                <a:cubicBezTo>
                  <a:pt x="1240279" y="74148"/>
                  <a:pt x="1238874" y="81517"/>
                  <a:pt x="1236063" y="86887"/>
                </a:cubicBezTo>
                <a:cubicBezTo>
                  <a:pt x="1233253" y="92257"/>
                  <a:pt x="1229162" y="96427"/>
                  <a:pt x="1223793" y="99397"/>
                </a:cubicBezTo>
                <a:cubicBezTo>
                  <a:pt x="1218423" y="102368"/>
                  <a:pt x="1212562" y="103853"/>
                  <a:pt x="1206210" y="103853"/>
                </a:cubicBezTo>
                <a:cubicBezTo>
                  <a:pt x="1196019" y="103853"/>
                  <a:pt x="1187781" y="100586"/>
                  <a:pt x="1181497" y="94051"/>
                </a:cubicBezTo>
                <a:cubicBezTo>
                  <a:pt x="1175214" y="87515"/>
                  <a:pt x="1172072" y="78101"/>
                  <a:pt x="1172072" y="65808"/>
                </a:cubicBezTo>
                <a:moveTo>
                  <a:pt x="1184754" y="65808"/>
                </a:moveTo>
                <a:cubicBezTo>
                  <a:pt x="1184754" y="75131"/>
                  <a:pt x="1186787" y="82111"/>
                  <a:pt x="1190854" y="86750"/>
                </a:cubicBezTo>
                <a:cubicBezTo>
                  <a:pt x="1194922" y="91388"/>
                  <a:pt x="1200040" y="93708"/>
                  <a:pt x="1206210" y="93708"/>
                </a:cubicBezTo>
                <a:cubicBezTo>
                  <a:pt x="1212333" y="93708"/>
                  <a:pt x="1217429" y="91377"/>
                  <a:pt x="1221496" y="86716"/>
                </a:cubicBezTo>
                <a:cubicBezTo>
                  <a:pt x="1225564" y="82054"/>
                  <a:pt x="1227597" y="74948"/>
                  <a:pt x="1227597" y="65397"/>
                </a:cubicBezTo>
                <a:cubicBezTo>
                  <a:pt x="1227597" y="56394"/>
                  <a:pt x="1225552" y="49573"/>
                  <a:pt x="1221462" y="44934"/>
                </a:cubicBezTo>
                <a:cubicBezTo>
                  <a:pt x="1217372" y="40296"/>
                  <a:pt x="1212288" y="37977"/>
                  <a:pt x="1206210" y="37977"/>
                </a:cubicBezTo>
                <a:cubicBezTo>
                  <a:pt x="1200040" y="37977"/>
                  <a:pt x="1194922" y="40285"/>
                  <a:pt x="1190854" y="44900"/>
                </a:cubicBezTo>
                <a:cubicBezTo>
                  <a:pt x="1186787" y="49516"/>
                  <a:pt x="1184754" y="56485"/>
                  <a:pt x="1184754" y="65808"/>
                </a:cubicBezTo>
                <a:close/>
                <a:moveTo>
                  <a:pt x="1281409" y="91171"/>
                </a:moveTo>
                <a:lnTo>
                  <a:pt x="1283191" y="102071"/>
                </a:lnTo>
                <a:cubicBezTo>
                  <a:pt x="1279718" y="102802"/>
                  <a:pt x="1276611" y="103168"/>
                  <a:pt x="1273869" y="103168"/>
                </a:cubicBezTo>
                <a:cubicBezTo>
                  <a:pt x="1269390" y="103168"/>
                  <a:pt x="1265917" y="102459"/>
                  <a:pt x="1263449" y="101043"/>
                </a:cubicBezTo>
                <a:cubicBezTo>
                  <a:pt x="1260981" y="99626"/>
                  <a:pt x="1259245" y="97764"/>
                  <a:pt x="1258239" y="95456"/>
                </a:cubicBezTo>
                <a:cubicBezTo>
                  <a:pt x="1257234" y="93148"/>
                  <a:pt x="1256731" y="88292"/>
                  <a:pt x="1256731" y="80889"/>
                </a:cubicBezTo>
                <a:lnTo>
                  <a:pt x="1256731" y="39005"/>
                </a:lnTo>
                <a:lnTo>
                  <a:pt x="1247682" y="39005"/>
                </a:lnTo>
                <a:lnTo>
                  <a:pt x="1247682" y="29408"/>
                </a:lnTo>
                <a:lnTo>
                  <a:pt x="1256731" y="29408"/>
                </a:lnTo>
                <a:lnTo>
                  <a:pt x="1256731" y="11379"/>
                </a:lnTo>
                <a:lnTo>
                  <a:pt x="1269001" y="3976"/>
                </a:lnTo>
                <a:lnTo>
                  <a:pt x="1269001" y="29408"/>
                </a:lnTo>
                <a:lnTo>
                  <a:pt x="1281409" y="29408"/>
                </a:lnTo>
                <a:lnTo>
                  <a:pt x="1281409" y="39005"/>
                </a:lnTo>
                <a:lnTo>
                  <a:pt x="1269001" y="39005"/>
                </a:lnTo>
                <a:lnTo>
                  <a:pt x="1269001" y="81574"/>
                </a:lnTo>
                <a:cubicBezTo>
                  <a:pt x="1269001" y="85093"/>
                  <a:pt x="1269219" y="87355"/>
                  <a:pt x="1269653" y="88361"/>
                </a:cubicBezTo>
                <a:cubicBezTo>
                  <a:pt x="1270087" y="89366"/>
                  <a:pt x="1270795" y="90166"/>
                  <a:pt x="1271778" y="90760"/>
                </a:cubicBezTo>
                <a:cubicBezTo>
                  <a:pt x="1272760" y="91354"/>
                  <a:pt x="1274166" y="91651"/>
                  <a:pt x="1275994" y="91651"/>
                </a:cubicBezTo>
                <a:cubicBezTo>
                  <a:pt x="1277365" y="91651"/>
                  <a:pt x="1279170" y="91491"/>
                  <a:pt x="1281409" y="91171"/>
                </a:cubicBezTo>
                <a:close/>
                <a:moveTo>
                  <a:pt x="1319904" y="91171"/>
                </a:moveTo>
                <a:lnTo>
                  <a:pt x="1321686" y="102071"/>
                </a:lnTo>
                <a:cubicBezTo>
                  <a:pt x="1318213" y="102802"/>
                  <a:pt x="1315106" y="103168"/>
                  <a:pt x="1312364" y="103168"/>
                </a:cubicBezTo>
                <a:cubicBezTo>
                  <a:pt x="1307885" y="103168"/>
                  <a:pt x="1304412" y="102459"/>
                  <a:pt x="1301944" y="101043"/>
                </a:cubicBezTo>
                <a:cubicBezTo>
                  <a:pt x="1299476" y="99626"/>
                  <a:pt x="1297740" y="97764"/>
                  <a:pt x="1296734" y="95456"/>
                </a:cubicBezTo>
                <a:cubicBezTo>
                  <a:pt x="1295729" y="93148"/>
                  <a:pt x="1295226" y="88292"/>
                  <a:pt x="1295226" y="80889"/>
                </a:cubicBezTo>
                <a:lnTo>
                  <a:pt x="1295226" y="39005"/>
                </a:lnTo>
                <a:lnTo>
                  <a:pt x="1286178" y="39005"/>
                </a:lnTo>
                <a:lnTo>
                  <a:pt x="1286178" y="29408"/>
                </a:lnTo>
                <a:lnTo>
                  <a:pt x="1295226" y="29408"/>
                </a:lnTo>
                <a:lnTo>
                  <a:pt x="1295226" y="11379"/>
                </a:lnTo>
                <a:lnTo>
                  <a:pt x="1307497" y="3976"/>
                </a:lnTo>
                <a:lnTo>
                  <a:pt x="1307497" y="29408"/>
                </a:lnTo>
                <a:lnTo>
                  <a:pt x="1319904" y="29408"/>
                </a:lnTo>
                <a:lnTo>
                  <a:pt x="1319904" y="39005"/>
                </a:lnTo>
                <a:lnTo>
                  <a:pt x="1307497" y="39005"/>
                </a:lnTo>
                <a:lnTo>
                  <a:pt x="1307497" y="81574"/>
                </a:lnTo>
                <a:cubicBezTo>
                  <a:pt x="1307497" y="85093"/>
                  <a:pt x="1307714" y="87355"/>
                  <a:pt x="1308148" y="88361"/>
                </a:cubicBezTo>
                <a:cubicBezTo>
                  <a:pt x="1308582" y="89366"/>
                  <a:pt x="1309290" y="90166"/>
                  <a:pt x="1310273" y="90760"/>
                </a:cubicBezTo>
                <a:cubicBezTo>
                  <a:pt x="1311255" y="91354"/>
                  <a:pt x="1312661" y="91651"/>
                  <a:pt x="1314489" y="91651"/>
                </a:cubicBezTo>
                <a:cubicBezTo>
                  <a:pt x="1315860" y="91651"/>
                  <a:pt x="1317665" y="91491"/>
                  <a:pt x="1319904" y="91171"/>
                </a:cubicBezTo>
                <a:close/>
                <a:moveTo>
                  <a:pt x="1331185" y="102208"/>
                </a:moveTo>
                <a:lnTo>
                  <a:pt x="1331185" y="1714"/>
                </a:lnTo>
                <a:lnTo>
                  <a:pt x="1343524" y="1714"/>
                </a:lnTo>
                <a:lnTo>
                  <a:pt x="1343524" y="102208"/>
                </a:lnTo>
                <a:lnTo>
                  <a:pt x="1331185" y="102208"/>
                </a:lnTo>
                <a:close/>
                <a:moveTo>
                  <a:pt x="1412770" y="78764"/>
                </a:moveTo>
                <a:lnTo>
                  <a:pt x="1425521" y="80341"/>
                </a:lnTo>
                <a:cubicBezTo>
                  <a:pt x="1423510" y="87790"/>
                  <a:pt x="1419785" y="93571"/>
                  <a:pt x="1414347" y="97684"/>
                </a:cubicBezTo>
                <a:cubicBezTo>
                  <a:pt x="1408909" y="101797"/>
                  <a:pt x="1401962" y="103853"/>
                  <a:pt x="1393508" y="103853"/>
                </a:cubicBezTo>
                <a:cubicBezTo>
                  <a:pt x="1382860" y="103853"/>
                  <a:pt x="1374417" y="100574"/>
                  <a:pt x="1368179" y="94016"/>
                </a:cubicBezTo>
                <a:cubicBezTo>
                  <a:pt x="1361941" y="87458"/>
                  <a:pt x="1358822" y="78261"/>
                  <a:pt x="1358822" y="66425"/>
                </a:cubicBezTo>
                <a:cubicBezTo>
                  <a:pt x="1358822" y="54177"/>
                  <a:pt x="1361975" y="44672"/>
                  <a:pt x="1368281" y="37908"/>
                </a:cubicBezTo>
                <a:cubicBezTo>
                  <a:pt x="1374588" y="31145"/>
                  <a:pt x="1382768" y="27763"/>
                  <a:pt x="1392822" y="27763"/>
                </a:cubicBezTo>
                <a:cubicBezTo>
                  <a:pt x="1402556" y="27763"/>
                  <a:pt x="1410508" y="31076"/>
                  <a:pt x="1416678" y="37702"/>
                </a:cubicBezTo>
                <a:cubicBezTo>
                  <a:pt x="1422847" y="44329"/>
                  <a:pt x="1425932" y="53652"/>
                  <a:pt x="1425932" y="65671"/>
                </a:cubicBezTo>
                <a:cubicBezTo>
                  <a:pt x="1425932" y="66402"/>
                  <a:pt x="1425909" y="67499"/>
                  <a:pt x="1425863" y="68961"/>
                </a:cubicBezTo>
                <a:lnTo>
                  <a:pt x="1371572" y="68961"/>
                </a:lnTo>
                <a:cubicBezTo>
                  <a:pt x="1372029" y="76959"/>
                  <a:pt x="1374291" y="83083"/>
                  <a:pt x="1378358" y="87333"/>
                </a:cubicBezTo>
                <a:cubicBezTo>
                  <a:pt x="1382426" y="91583"/>
                  <a:pt x="1387498" y="93708"/>
                  <a:pt x="1393576" y="93708"/>
                </a:cubicBezTo>
                <a:cubicBezTo>
                  <a:pt x="1398101" y="93708"/>
                  <a:pt x="1401962" y="92520"/>
                  <a:pt x="1405161" y="90143"/>
                </a:cubicBezTo>
                <a:cubicBezTo>
                  <a:pt x="1408360" y="87767"/>
                  <a:pt x="1410897" y="83974"/>
                  <a:pt x="1412770" y="78764"/>
                </a:cubicBezTo>
                <a:moveTo>
                  <a:pt x="1372257" y="58816"/>
                </a:moveTo>
                <a:lnTo>
                  <a:pt x="1412907" y="58816"/>
                </a:lnTo>
                <a:cubicBezTo>
                  <a:pt x="1412359" y="52692"/>
                  <a:pt x="1410805" y="48099"/>
                  <a:pt x="1408246" y="45037"/>
                </a:cubicBezTo>
                <a:cubicBezTo>
                  <a:pt x="1404316" y="40285"/>
                  <a:pt x="1399220" y="37908"/>
                  <a:pt x="1392959" y="37908"/>
                </a:cubicBezTo>
                <a:cubicBezTo>
                  <a:pt x="1387293" y="37908"/>
                  <a:pt x="1382528" y="39805"/>
                  <a:pt x="1378667" y="43598"/>
                </a:cubicBezTo>
                <a:cubicBezTo>
                  <a:pt x="1374805" y="47391"/>
                  <a:pt x="1372669" y="52464"/>
                  <a:pt x="1372257" y="58816"/>
                </a:cubicBezTo>
                <a:close/>
                <a:moveTo>
                  <a:pt x="1474641" y="65808"/>
                </a:moveTo>
                <a:cubicBezTo>
                  <a:pt x="1474641" y="52326"/>
                  <a:pt x="1478388" y="42341"/>
                  <a:pt x="1485883" y="35852"/>
                </a:cubicBezTo>
                <a:cubicBezTo>
                  <a:pt x="1492144" y="30459"/>
                  <a:pt x="1499776" y="27763"/>
                  <a:pt x="1508779" y="27763"/>
                </a:cubicBezTo>
                <a:cubicBezTo>
                  <a:pt x="1518787" y="27763"/>
                  <a:pt x="1526967" y="31042"/>
                  <a:pt x="1533320" y="37600"/>
                </a:cubicBezTo>
                <a:cubicBezTo>
                  <a:pt x="1539672" y="44158"/>
                  <a:pt x="1542848" y="53218"/>
                  <a:pt x="1542848" y="64780"/>
                </a:cubicBezTo>
                <a:cubicBezTo>
                  <a:pt x="1542848" y="74148"/>
                  <a:pt x="1541443" y="81517"/>
                  <a:pt x="1538632" y="86887"/>
                </a:cubicBezTo>
                <a:cubicBezTo>
                  <a:pt x="1535822" y="92257"/>
                  <a:pt x="1531732" y="96427"/>
                  <a:pt x="1526362" y="99397"/>
                </a:cubicBezTo>
                <a:cubicBezTo>
                  <a:pt x="1520992" y="102368"/>
                  <a:pt x="1515131" y="103853"/>
                  <a:pt x="1508779" y="103853"/>
                </a:cubicBezTo>
                <a:cubicBezTo>
                  <a:pt x="1498588" y="103853"/>
                  <a:pt x="1490350" y="100586"/>
                  <a:pt x="1484066" y="94051"/>
                </a:cubicBezTo>
                <a:cubicBezTo>
                  <a:pt x="1477783" y="87515"/>
                  <a:pt x="1474641" y="78101"/>
                  <a:pt x="1474641" y="65808"/>
                </a:cubicBezTo>
                <a:moveTo>
                  <a:pt x="1487323" y="65808"/>
                </a:moveTo>
                <a:cubicBezTo>
                  <a:pt x="1487323" y="75131"/>
                  <a:pt x="1489356" y="82111"/>
                  <a:pt x="1493424" y="86750"/>
                </a:cubicBezTo>
                <a:cubicBezTo>
                  <a:pt x="1497491" y="91388"/>
                  <a:pt x="1502609" y="93708"/>
                  <a:pt x="1508779" y="93708"/>
                </a:cubicBezTo>
                <a:cubicBezTo>
                  <a:pt x="1514903" y="93708"/>
                  <a:pt x="1519998" y="91377"/>
                  <a:pt x="1524065" y="86716"/>
                </a:cubicBezTo>
                <a:cubicBezTo>
                  <a:pt x="1528133" y="82054"/>
                  <a:pt x="1530166" y="74948"/>
                  <a:pt x="1530166" y="65397"/>
                </a:cubicBezTo>
                <a:cubicBezTo>
                  <a:pt x="1530166" y="56394"/>
                  <a:pt x="1528121" y="49573"/>
                  <a:pt x="1524031" y="44934"/>
                </a:cubicBezTo>
                <a:cubicBezTo>
                  <a:pt x="1519941" y="40296"/>
                  <a:pt x="1514857" y="37977"/>
                  <a:pt x="1508779" y="37977"/>
                </a:cubicBezTo>
                <a:cubicBezTo>
                  <a:pt x="1502609" y="37977"/>
                  <a:pt x="1497491" y="40285"/>
                  <a:pt x="1493424" y="44900"/>
                </a:cubicBezTo>
                <a:cubicBezTo>
                  <a:pt x="1489356" y="49516"/>
                  <a:pt x="1487323" y="56485"/>
                  <a:pt x="1487323" y="65808"/>
                </a:cubicBezTo>
                <a:close/>
                <a:moveTo>
                  <a:pt x="1559986" y="102208"/>
                </a:moveTo>
                <a:lnTo>
                  <a:pt x="1559986" y="39005"/>
                </a:lnTo>
                <a:lnTo>
                  <a:pt x="1549086" y="39005"/>
                </a:lnTo>
                <a:lnTo>
                  <a:pt x="1549086" y="29408"/>
                </a:lnTo>
                <a:lnTo>
                  <a:pt x="1559986" y="29408"/>
                </a:lnTo>
                <a:lnTo>
                  <a:pt x="1559986" y="21662"/>
                </a:lnTo>
                <a:cubicBezTo>
                  <a:pt x="1559986" y="16772"/>
                  <a:pt x="1560420" y="13139"/>
                  <a:pt x="1561288" y="10762"/>
                </a:cubicBezTo>
                <a:cubicBezTo>
                  <a:pt x="1562476" y="7563"/>
                  <a:pt x="1564567" y="4970"/>
                  <a:pt x="1567560" y="2982"/>
                </a:cubicBezTo>
                <a:cubicBezTo>
                  <a:pt x="1570554" y="994"/>
                  <a:pt x="1574747" y="0"/>
                  <a:pt x="1580139" y="0"/>
                </a:cubicBezTo>
                <a:cubicBezTo>
                  <a:pt x="1583613" y="0"/>
                  <a:pt x="1587451" y="411"/>
                  <a:pt x="1591656" y="1234"/>
                </a:cubicBezTo>
                <a:lnTo>
                  <a:pt x="1589805" y="11996"/>
                </a:lnTo>
                <a:cubicBezTo>
                  <a:pt x="1587246" y="11539"/>
                  <a:pt x="1584824" y="11311"/>
                  <a:pt x="1582539" y="11311"/>
                </a:cubicBezTo>
                <a:cubicBezTo>
                  <a:pt x="1578791" y="11311"/>
                  <a:pt x="1576141" y="12110"/>
                  <a:pt x="1574587" y="13710"/>
                </a:cubicBezTo>
                <a:cubicBezTo>
                  <a:pt x="1573033" y="15309"/>
                  <a:pt x="1572256" y="18303"/>
                  <a:pt x="1572256" y="22690"/>
                </a:cubicBezTo>
                <a:lnTo>
                  <a:pt x="1572256" y="29408"/>
                </a:lnTo>
                <a:lnTo>
                  <a:pt x="1586446" y="29408"/>
                </a:lnTo>
                <a:lnTo>
                  <a:pt x="1586446" y="39005"/>
                </a:lnTo>
                <a:lnTo>
                  <a:pt x="1572256" y="39005"/>
                </a:lnTo>
                <a:lnTo>
                  <a:pt x="1572256" y="102208"/>
                </a:lnTo>
                <a:lnTo>
                  <a:pt x="1559986" y="102208"/>
                </a:lnTo>
                <a:close/>
                <a:moveTo>
                  <a:pt x="1647464" y="102208"/>
                </a:moveTo>
                <a:lnTo>
                  <a:pt x="1625185" y="29408"/>
                </a:lnTo>
                <a:lnTo>
                  <a:pt x="1637936" y="29408"/>
                </a:lnTo>
                <a:lnTo>
                  <a:pt x="1649520" y="71429"/>
                </a:lnTo>
                <a:lnTo>
                  <a:pt x="1653839" y="87058"/>
                </a:lnTo>
                <a:cubicBezTo>
                  <a:pt x="1654022" y="86282"/>
                  <a:pt x="1655279" y="81277"/>
                  <a:pt x="1657609" y="72046"/>
                </a:cubicBezTo>
                <a:lnTo>
                  <a:pt x="1669194" y="29408"/>
                </a:lnTo>
                <a:lnTo>
                  <a:pt x="1681876" y="29408"/>
                </a:lnTo>
                <a:lnTo>
                  <a:pt x="1692775" y="71635"/>
                </a:lnTo>
                <a:lnTo>
                  <a:pt x="1696409" y="85550"/>
                </a:lnTo>
                <a:lnTo>
                  <a:pt x="1700590" y="71498"/>
                </a:lnTo>
                <a:lnTo>
                  <a:pt x="1713066" y="29408"/>
                </a:lnTo>
                <a:lnTo>
                  <a:pt x="1725062" y="29408"/>
                </a:lnTo>
                <a:lnTo>
                  <a:pt x="1702304" y="102208"/>
                </a:lnTo>
                <a:lnTo>
                  <a:pt x="1689485" y="102208"/>
                </a:lnTo>
                <a:lnTo>
                  <a:pt x="1677900" y="58610"/>
                </a:lnTo>
                <a:lnTo>
                  <a:pt x="1675090" y="46203"/>
                </a:lnTo>
                <a:lnTo>
                  <a:pt x="1660351" y="102208"/>
                </a:lnTo>
                <a:lnTo>
                  <a:pt x="1647464" y="102208"/>
                </a:lnTo>
                <a:close/>
                <a:moveTo>
                  <a:pt x="1735486" y="15904"/>
                </a:moveTo>
                <a:lnTo>
                  <a:pt x="1735486" y="1714"/>
                </a:lnTo>
                <a:lnTo>
                  <a:pt x="1747825" y="1714"/>
                </a:lnTo>
                <a:lnTo>
                  <a:pt x="1747825" y="15904"/>
                </a:lnTo>
                <a:lnTo>
                  <a:pt x="1735486" y="15904"/>
                </a:lnTo>
                <a:moveTo>
                  <a:pt x="1735486" y="102208"/>
                </a:moveTo>
                <a:lnTo>
                  <a:pt x="1735486" y="29408"/>
                </a:lnTo>
                <a:lnTo>
                  <a:pt x="1747825" y="29408"/>
                </a:lnTo>
                <a:lnTo>
                  <a:pt x="1747825" y="102208"/>
                </a:lnTo>
                <a:lnTo>
                  <a:pt x="1735486" y="102208"/>
                </a:lnTo>
                <a:close/>
                <a:moveTo>
                  <a:pt x="1766893" y="102208"/>
                </a:moveTo>
                <a:lnTo>
                  <a:pt x="1766893" y="29408"/>
                </a:lnTo>
                <a:lnTo>
                  <a:pt x="1777998" y="29408"/>
                </a:lnTo>
                <a:lnTo>
                  <a:pt x="1777998" y="39759"/>
                </a:lnTo>
                <a:cubicBezTo>
                  <a:pt x="1783345" y="31761"/>
                  <a:pt x="1791069" y="27763"/>
                  <a:pt x="1801168" y="27763"/>
                </a:cubicBezTo>
                <a:cubicBezTo>
                  <a:pt x="1805556" y="27763"/>
                  <a:pt x="1809589" y="28551"/>
                  <a:pt x="1813267" y="30128"/>
                </a:cubicBezTo>
                <a:cubicBezTo>
                  <a:pt x="1816946" y="31704"/>
                  <a:pt x="1819700" y="33772"/>
                  <a:pt x="1821528" y="36331"/>
                </a:cubicBezTo>
                <a:cubicBezTo>
                  <a:pt x="1823356" y="38891"/>
                  <a:pt x="1824635" y="41930"/>
                  <a:pt x="1825366" y="45449"/>
                </a:cubicBezTo>
                <a:cubicBezTo>
                  <a:pt x="1825823" y="47734"/>
                  <a:pt x="1826052" y="51732"/>
                  <a:pt x="1826052" y="57445"/>
                </a:cubicBezTo>
                <a:lnTo>
                  <a:pt x="1826052" y="102208"/>
                </a:lnTo>
                <a:lnTo>
                  <a:pt x="1813713" y="102208"/>
                </a:lnTo>
                <a:lnTo>
                  <a:pt x="1813713" y="57925"/>
                </a:lnTo>
                <a:cubicBezTo>
                  <a:pt x="1813713" y="52898"/>
                  <a:pt x="1813233" y="49139"/>
                  <a:pt x="1812273" y="46648"/>
                </a:cubicBezTo>
                <a:cubicBezTo>
                  <a:pt x="1811314" y="44158"/>
                  <a:pt x="1809611" y="42170"/>
                  <a:pt x="1807166" y="40684"/>
                </a:cubicBezTo>
                <a:cubicBezTo>
                  <a:pt x="1804722" y="39199"/>
                  <a:pt x="1801854" y="38457"/>
                  <a:pt x="1798563" y="38457"/>
                </a:cubicBezTo>
                <a:cubicBezTo>
                  <a:pt x="1793308" y="38457"/>
                  <a:pt x="1788772" y="40125"/>
                  <a:pt x="1784956" y="43461"/>
                </a:cubicBezTo>
                <a:cubicBezTo>
                  <a:pt x="1781140" y="46797"/>
                  <a:pt x="1779232" y="53126"/>
                  <a:pt x="1779232" y="62449"/>
                </a:cubicBezTo>
                <a:lnTo>
                  <a:pt x="1779232" y="102208"/>
                </a:lnTo>
                <a:lnTo>
                  <a:pt x="1766893" y="102208"/>
                </a:lnTo>
                <a:close/>
                <a:moveTo>
                  <a:pt x="1894534" y="78764"/>
                </a:moveTo>
                <a:lnTo>
                  <a:pt x="1907284" y="80341"/>
                </a:lnTo>
                <a:cubicBezTo>
                  <a:pt x="1905273" y="87790"/>
                  <a:pt x="1901549" y="93571"/>
                  <a:pt x="1896110" y="97684"/>
                </a:cubicBezTo>
                <a:cubicBezTo>
                  <a:pt x="1890672" y="101797"/>
                  <a:pt x="1883726" y="103853"/>
                  <a:pt x="1875271" y="103853"/>
                </a:cubicBezTo>
                <a:cubicBezTo>
                  <a:pt x="1864623" y="103853"/>
                  <a:pt x="1856180" y="100574"/>
                  <a:pt x="1849942" y="94016"/>
                </a:cubicBezTo>
                <a:cubicBezTo>
                  <a:pt x="1843704" y="87458"/>
                  <a:pt x="1840585" y="78261"/>
                  <a:pt x="1840585" y="66425"/>
                </a:cubicBezTo>
                <a:cubicBezTo>
                  <a:pt x="1840585" y="54177"/>
                  <a:pt x="1843738" y="44672"/>
                  <a:pt x="1850045" y="37908"/>
                </a:cubicBezTo>
                <a:cubicBezTo>
                  <a:pt x="1856351" y="31145"/>
                  <a:pt x="1864532" y="27763"/>
                  <a:pt x="1874586" y="27763"/>
                </a:cubicBezTo>
                <a:cubicBezTo>
                  <a:pt x="1884320" y="27763"/>
                  <a:pt x="1892272" y="31076"/>
                  <a:pt x="1898441" y="37702"/>
                </a:cubicBezTo>
                <a:cubicBezTo>
                  <a:pt x="1904611" y="44329"/>
                  <a:pt x="1907695" y="53652"/>
                  <a:pt x="1907695" y="65671"/>
                </a:cubicBezTo>
                <a:cubicBezTo>
                  <a:pt x="1907695" y="66402"/>
                  <a:pt x="1907672" y="67499"/>
                  <a:pt x="1907627" y="68961"/>
                </a:cubicBezTo>
                <a:lnTo>
                  <a:pt x="1853335" y="68961"/>
                </a:lnTo>
                <a:cubicBezTo>
                  <a:pt x="1853792" y="76959"/>
                  <a:pt x="1856054" y="83083"/>
                  <a:pt x="1860122" y="87333"/>
                </a:cubicBezTo>
                <a:cubicBezTo>
                  <a:pt x="1864189" y="91583"/>
                  <a:pt x="1869262" y="93708"/>
                  <a:pt x="1875340" y="93708"/>
                </a:cubicBezTo>
                <a:cubicBezTo>
                  <a:pt x="1879864" y="93708"/>
                  <a:pt x="1883726" y="92520"/>
                  <a:pt x="1886925" y="90143"/>
                </a:cubicBezTo>
                <a:cubicBezTo>
                  <a:pt x="1890124" y="87767"/>
                  <a:pt x="1892660" y="83974"/>
                  <a:pt x="1894534" y="78764"/>
                </a:cubicBezTo>
                <a:moveTo>
                  <a:pt x="1854021" y="58816"/>
                </a:moveTo>
                <a:lnTo>
                  <a:pt x="1894671" y="58816"/>
                </a:lnTo>
                <a:cubicBezTo>
                  <a:pt x="1894122" y="52692"/>
                  <a:pt x="1892569" y="48099"/>
                  <a:pt x="1890009" y="45037"/>
                </a:cubicBezTo>
                <a:cubicBezTo>
                  <a:pt x="1886079" y="40285"/>
                  <a:pt x="1880984" y="37908"/>
                  <a:pt x="1874723" y="37908"/>
                </a:cubicBezTo>
                <a:cubicBezTo>
                  <a:pt x="1869056" y="37908"/>
                  <a:pt x="1864292" y="39805"/>
                  <a:pt x="1860430" y="43598"/>
                </a:cubicBezTo>
                <a:cubicBezTo>
                  <a:pt x="1856569" y="47391"/>
                  <a:pt x="1854432" y="52464"/>
                  <a:pt x="1854021" y="58816"/>
                </a:cubicBezTo>
                <a:close/>
                <a:moveTo>
                  <a:pt x="1925998" y="102208"/>
                </a:moveTo>
                <a:lnTo>
                  <a:pt x="1925998" y="88155"/>
                </a:lnTo>
                <a:lnTo>
                  <a:pt x="1940051" y="88155"/>
                </a:lnTo>
                <a:lnTo>
                  <a:pt x="1940051" y="102208"/>
                </a:lnTo>
                <a:lnTo>
                  <a:pt x="1925998" y="102208"/>
                </a:lnTo>
                <a:close/>
                <a:moveTo>
                  <a:pt x="2006622" y="102208"/>
                </a:moveTo>
                <a:lnTo>
                  <a:pt x="2006622" y="88155"/>
                </a:lnTo>
                <a:lnTo>
                  <a:pt x="2020674" y="88155"/>
                </a:lnTo>
                <a:lnTo>
                  <a:pt x="2020674" y="102208"/>
                </a:lnTo>
                <a:lnTo>
                  <a:pt x="2006622" y="102208"/>
                </a:lnTo>
                <a:moveTo>
                  <a:pt x="2053441" y="102208"/>
                </a:moveTo>
                <a:lnTo>
                  <a:pt x="2053441" y="88155"/>
                </a:lnTo>
                <a:lnTo>
                  <a:pt x="2067494" y="88155"/>
                </a:lnTo>
                <a:lnTo>
                  <a:pt x="2067494" y="102208"/>
                </a:lnTo>
                <a:lnTo>
                  <a:pt x="2053441" y="102208"/>
                </a:lnTo>
                <a:moveTo>
                  <a:pt x="2100192" y="102208"/>
                </a:moveTo>
                <a:lnTo>
                  <a:pt x="2100192" y="88155"/>
                </a:lnTo>
                <a:lnTo>
                  <a:pt x="2114314" y="88155"/>
                </a:lnTo>
                <a:lnTo>
                  <a:pt x="2114314" y="102208"/>
                </a:lnTo>
                <a:lnTo>
                  <a:pt x="2100192" y="102208"/>
                </a:lnTo>
                <a:close/>
                <a:moveTo>
                  <a:pt x="2181683" y="102208"/>
                </a:moveTo>
                <a:lnTo>
                  <a:pt x="2181683" y="1714"/>
                </a:lnTo>
                <a:lnTo>
                  <a:pt x="2194982" y="1714"/>
                </a:lnTo>
                <a:lnTo>
                  <a:pt x="2194982" y="102208"/>
                </a:lnTo>
                <a:lnTo>
                  <a:pt x="2181683" y="102208"/>
                </a:lnTo>
                <a:close/>
                <a:moveTo>
                  <a:pt x="2216339" y="102208"/>
                </a:moveTo>
                <a:lnTo>
                  <a:pt x="2216339" y="29408"/>
                </a:lnTo>
                <a:lnTo>
                  <a:pt x="2227444" y="29408"/>
                </a:lnTo>
                <a:lnTo>
                  <a:pt x="2227444" y="39759"/>
                </a:lnTo>
                <a:cubicBezTo>
                  <a:pt x="2232791" y="31761"/>
                  <a:pt x="2240515" y="27763"/>
                  <a:pt x="2250614" y="27763"/>
                </a:cubicBezTo>
                <a:cubicBezTo>
                  <a:pt x="2255001" y="27763"/>
                  <a:pt x="2259034" y="28551"/>
                  <a:pt x="2262713" y="30128"/>
                </a:cubicBezTo>
                <a:cubicBezTo>
                  <a:pt x="2266392" y="31704"/>
                  <a:pt x="2269146" y="33772"/>
                  <a:pt x="2270974" y="36331"/>
                </a:cubicBezTo>
                <a:cubicBezTo>
                  <a:pt x="2272802" y="38891"/>
                  <a:pt x="2274081" y="41930"/>
                  <a:pt x="2274812" y="45449"/>
                </a:cubicBezTo>
                <a:cubicBezTo>
                  <a:pt x="2275269" y="47734"/>
                  <a:pt x="2275498" y="51732"/>
                  <a:pt x="2275498" y="57445"/>
                </a:cubicBezTo>
                <a:lnTo>
                  <a:pt x="2275498" y="102208"/>
                </a:lnTo>
                <a:lnTo>
                  <a:pt x="2263159" y="102208"/>
                </a:lnTo>
                <a:lnTo>
                  <a:pt x="2263159" y="57925"/>
                </a:lnTo>
                <a:cubicBezTo>
                  <a:pt x="2263159" y="52898"/>
                  <a:pt x="2262679" y="49139"/>
                  <a:pt x="2261719" y="46648"/>
                </a:cubicBezTo>
                <a:cubicBezTo>
                  <a:pt x="2260760" y="44158"/>
                  <a:pt x="2259057" y="42170"/>
                  <a:pt x="2256612" y="40684"/>
                </a:cubicBezTo>
                <a:cubicBezTo>
                  <a:pt x="2254167" y="39199"/>
                  <a:pt x="2251300" y="38457"/>
                  <a:pt x="2248009" y="38457"/>
                </a:cubicBezTo>
                <a:cubicBezTo>
                  <a:pt x="2242754" y="38457"/>
                  <a:pt x="2238218" y="40125"/>
                  <a:pt x="2234402" y="43461"/>
                </a:cubicBezTo>
                <a:cubicBezTo>
                  <a:pt x="2230586" y="46797"/>
                  <a:pt x="2228678" y="53126"/>
                  <a:pt x="2228678" y="62449"/>
                </a:cubicBezTo>
                <a:lnTo>
                  <a:pt x="2228678" y="102208"/>
                </a:lnTo>
                <a:lnTo>
                  <a:pt x="2216339" y="102208"/>
                </a:lnTo>
                <a:close/>
                <a:moveTo>
                  <a:pt x="2289208" y="80478"/>
                </a:moveTo>
                <a:lnTo>
                  <a:pt x="2301410" y="78558"/>
                </a:lnTo>
                <a:cubicBezTo>
                  <a:pt x="2302096" y="83448"/>
                  <a:pt x="2304004" y="87196"/>
                  <a:pt x="2307134" y="89800"/>
                </a:cubicBezTo>
                <a:cubicBezTo>
                  <a:pt x="2310264" y="92405"/>
                  <a:pt x="2314640" y="93708"/>
                  <a:pt x="2320261" y="93708"/>
                </a:cubicBezTo>
                <a:cubicBezTo>
                  <a:pt x="2325928" y="93708"/>
                  <a:pt x="2330133" y="92554"/>
                  <a:pt x="2332875" y="90246"/>
                </a:cubicBezTo>
                <a:cubicBezTo>
                  <a:pt x="2335617" y="87938"/>
                  <a:pt x="2336988" y="85230"/>
                  <a:pt x="2336988" y="82123"/>
                </a:cubicBezTo>
                <a:cubicBezTo>
                  <a:pt x="2336988" y="79335"/>
                  <a:pt x="2335776" y="77142"/>
                  <a:pt x="2333354" y="75542"/>
                </a:cubicBezTo>
                <a:cubicBezTo>
                  <a:pt x="2331663" y="74445"/>
                  <a:pt x="2327459" y="73051"/>
                  <a:pt x="2320741" y="71360"/>
                </a:cubicBezTo>
                <a:cubicBezTo>
                  <a:pt x="2311693" y="69075"/>
                  <a:pt x="2305420" y="67099"/>
                  <a:pt x="2301924" y="65431"/>
                </a:cubicBezTo>
                <a:cubicBezTo>
                  <a:pt x="2298428" y="63763"/>
                  <a:pt x="2295778" y="61455"/>
                  <a:pt x="2293972" y="58507"/>
                </a:cubicBezTo>
                <a:cubicBezTo>
                  <a:pt x="2292167" y="55560"/>
                  <a:pt x="2291265" y="52304"/>
                  <a:pt x="2291265" y="48739"/>
                </a:cubicBezTo>
                <a:cubicBezTo>
                  <a:pt x="2291265" y="45494"/>
                  <a:pt x="2292007" y="42490"/>
                  <a:pt x="2293493" y="39725"/>
                </a:cubicBezTo>
                <a:cubicBezTo>
                  <a:pt x="2294978" y="36960"/>
                  <a:pt x="2297000" y="34663"/>
                  <a:pt x="2299559" y="32835"/>
                </a:cubicBezTo>
                <a:cubicBezTo>
                  <a:pt x="2301479" y="31419"/>
                  <a:pt x="2304095" y="30219"/>
                  <a:pt x="2307408" y="29237"/>
                </a:cubicBezTo>
                <a:cubicBezTo>
                  <a:pt x="2310721" y="28254"/>
                  <a:pt x="2314275" y="27763"/>
                  <a:pt x="2318068" y="27763"/>
                </a:cubicBezTo>
                <a:cubicBezTo>
                  <a:pt x="2323780" y="27763"/>
                  <a:pt x="2328796" y="28585"/>
                  <a:pt x="2333114" y="30231"/>
                </a:cubicBezTo>
                <a:cubicBezTo>
                  <a:pt x="2337433" y="31876"/>
                  <a:pt x="2340621" y="34104"/>
                  <a:pt x="2342677" y="36914"/>
                </a:cubicBezTo>
                <a:cubicBezTo>
                  <a:pt x="2344734" y="39725"/>
                  <a:pt x="2346150" y="43484"/>
                  <a:pt x="2346927" y="48191"/>
                </a:cubicBezTo>
                <a:lnTo>
                  <a:pt x="2334862" y="49836"/>
                </a:lnTo>
                <a:cubicBezTo>
                  <a:pt x="2334314" y="46088"/>
                  <a:pt x="2332726" y="43164"/>
                  <a:pt x="2330098" y="41061"/>
                </a:cubicBezTo>
                <a:cubicBezTo>
                  <a:pt x="2327471" y="38959"/>
                  <a:pt x="2323757" y="37908"/>
                  <a:pt x="2318959" y="37908"/>
                </a:cubicBezTo>
                <a:cubicBezTo>
                  <a:pt x="2313292" y="37908"/>
                  <a:pt x="2309248" y="38845"/>
                  <a:pt x="2306826" y="40719"/>
                </a:cubicBezTo>
                <a:cubicBezTo>
                  <a:pt x="2304403" y="42592"/>
                  <a:pt x="2303192" y="44786"/>
                  <a:pt x="2303192" y="47299"/>
                </a:cubicBezTo>
                <a:cubicBezTo>
                  <a:pt x="2303192" y="48899"/>
                  <a:pt x="2303695" y="50338"/>
                  <a:pt x="2304701" y="51618"/>
                </a:cubicBezTo>
                <a:cubicBezTo>
                  <a:pt x="2305706" y="52943"/>
                  <a:pt x="2307283" y="54040"/>
                  <a:pt x="2309430" y="54908"/>
                </a:cubicBezTo>
                <a:cubicBezTo>
                  <a:pt x="2310664" y="55365"/>
                  <a:pt x="2314297" y="56417"/>
                  <a:pt x="2320330" y="58062"/>
                </a:cubicBezTo>
                <a:cubicBezTo>
                  <a:pt x="2329059" y="60392"/>
                  <a:pt x="2335148" y="62300"/>
                  <a:pt x="2338598" y="63786"/>
                </a:cubicBezTo>
                <a:cubicBezTo>
                  <a:pt x="2342049" y="65271"/>
                  <a:pt x="2344757" y="67430"/>
                  <a:pt x="2346722" y="70264"/>
                </a:cubicBezTo>
                <a:cubicBezTo>
                  <a:pt x="2348687" y="73097"/>
                  <a:pt x="2349669" y="76616"/>
                  <a:pt x="2349669" y="80820"/>
                </a:cubicBezTo>
                <a:cubicBezTo>
                  <a:pt x="2349669" y="84933"/>
                  <a:pt x="2348470" y="88806"/>
                  <a:pt x="2346070" y="92440"/>
                </a:cubicBezTo>
                <a:cubicBezTo>
                  <a:pt x="2343671" y="96073"/>
                  <a:pt x="2340209" y="98883"/>
                  <a:pt x="2335685" y="100871"/>
                </a:cubicBezTo>
                <a:cubicBezTo>
                  <a:pt x="2331161" y="102859"/>
                  <a:pt x="2326042" y="103853"/>
                  <a:pt x="2320330" y="103853"/>
                </a:cubicBezTo>
                <a:cubicBezTo>
                  <a:pt x="2310870" y="103853"/>
                  <a:pt x="2303661" y="101888"/>
                  <a:pt x="2298702" y="97958"/>
                </a:cubicBezTo>
                <a:cubicBezTo>
                  <a:pt x="2293744" y="94028"/>
                  <a:pt x="2290579" y="88201"/>
                  <a:pt x="2289208" y="80478"/>
                </a:cubicBezTo>
                <a:close/>
                <a:moveTo>
                  <a:pt x="2364155" y="15904"/>
                </a:moveTo>
                <a:lnTo>
                  <a:pt x="2364155" y="1714"/>
                </a:lnTo>
                <a:lnTo>
                  <a:pt x="2376494" y="1714"/>
                </a:lnTo>
                <a:lnTo>
                  <a:pt x="2376494" y="15904"/>
                </a:lnTo>
                <a:lnTo>
                  <a:pt x="2364155" y="15904"/>
                </a:lnTo>
                <a:moveTo>
                  <a:pt x="2364155" y="102208"/>
                </a:moveTo>
                <a:lnTo>
                  <a:pt x="2364155" y="29408"/>
                </a:lnTo>
                <a:lnTo>
                  <a:pt x="2376494" y="29408"/>
                </a:lnTo>
                <a:lnTo>
                  <a:pt x="2376494" y="102208"/>
                </a:lnTo>
                <a:lnTo>
                  <a:pt x="2364155" y="102208"/>
                </a:lnTo>
                <a:close/>
                <a:moveTo>
                  <a:pt x="2442793" y="102208"/>
                </a:moveTo>
                <a:lnTo>
                  <a:pt x="2442793" y="93022"/>
                </a:lnTo>
                <a:cubicBezTo>
                  <a:pt x="2438177" y="100243"/>
                  <a:pt x="2431390" y="103853"/>
                  <a:pt x="2422433" y="103853"/>
                </a:cubicBezTo>
                <a:cubicBezTo>
                  <a:pt x="2416629" y="103853"/>
                  <a:pt x="2411294" y="102254"/>
                  <a:pt x="2406427" y="99055"/>
                </a:cubicBezTo>
                <a:cubicBezTo>
                  <a:pt x="2401560" y="95856"/>
                  <a:pt x="2397789" y="91388"/>
                  <a:pt x="2395116" y="85653"/>
                </a:cubicBezTo>
                <a:cubicBezTo>
                  <a:pt x="2392443" y="79918"/>
                  <a:pt x="2391106" y="73326"/>
                  <a:pt x="2391106" y="65876"/>
                </a:cubicBezTo>
                <a:cubicBezTo>
                  <a:pt x="2391106" y="58610"/>
                  <a:pt x="2392317" y="52018"/>
                  <a:pt x="2394739" y="46100"/>
                </a:cubicBezTo>
                <a:cubicBezTo>
                  <a:pt x="2397161" y="40182"/>
                  <a:pt x="2400794" y="35646"/>
                  <a:pt x="2405638" y="32493"/>
                </a:cubicBezTo>
                <a:cubicBezTo>
                  <a:pt x="2410483" y="29339"/>
                  <a:pt x="2415898" y="27763"/>
                  <a:pt x="2421885" y="27763"/>
                </a:cubicBezTo>
                <a:cubicBezTo>
                  <a:pt x="2426272" y="27763"/>
                  <a:pt x="2430179" y="28688"/>
                  <a:pt x="2433607" y="30539"/>
                </a:cubicBezTo>
                <a:cubicBezTo>
                  <a:pt x="2437034" y="32390"/>
                  <a:pt x="2439822" y="34801"/>
                  <a:pt x="2441970" y="37771"/>
                </a:cubicBezTo>
                <a:lnTo>
                  <a:pt x="2441970" y="1714"/>
                </a:lnTo>
                <a:lnTo>
                  <a:pt x="2454240" y="1714"/>
                </a:lnTo>
                <a:lnTo>
                  <a:pt x="2454240" y="102208"/>
                </a:lnTo>
                <a:lnTo>
                  <a:pt x="2442793" y="102208"/>
                </a:lnTo>
                <a:moveTo>
                  <a:pt x="2403788" y="65876"/>
                </a:moveTo>
                <a:cubicBezTo>
                  <a:pt x="2403788" y="75199"/>
                  <a:pt x="2405753" y="82169"/>
                  <a:pt x="2409683" y="86784"/>
                </a:cubicBezTo>
                <a:cubicBezTo>
                  <a:pt x="2413613" y="91400"/>
                  <a:pt x="2418252" y="93708"/>
                  <a:pt x="2423599" y="93708"/>
                </a:cubicBezTo>
                <a:cubicBezTo>
                  <a:pt x="2428991" y="93708"/>
                  <a:pt x="2433573" y="91503"/>
                  <a:pt x="2437343" y="87093"/>
                </a:cubicBezTo>
                <a:cubicBezTo>
                  <a:pt x="2441113" y="82683"/>
                  <a:pt x="2442998" y="75953"/>
                  <a:pt x="2442998" y="66905"/>
                </a:cubicBezTo>
                <a:cubicBezTo>
                  <a:pt x="2442998" y="56942"/>
                  <a:pt x="2441079" y="49630"/>
                  <a:pt x="2437240" y="44969"/>
                </a:cubicBezTo>
                <a:cubicBezTo>
                  <a:pt x="2433401" y="40307"/>
                  <a:pt x="2428671" y="37977"/>
                  <a:pt x="2423050" y="37977"/>
                </a:cubicBezTo>
                <a:cubicBezTo>
                  <a:pt x="2417566" y="37977"/>
                  <a:pt x="2412985" y="40216"/>
                  <a:pt x="2409306" y="44695"/>
                </a:cubicBezTo>
                <a:cubicBezTo>
                  <a:pt x="2405627" y="49173"/>
                  <a:pt x="2403788" y="56234"/>
                  <a:pt x="2403788" y="65876"/>
                </a:cubicBezTo>
                <a:close/>
                <a:moveTo>
                  <a:pt x="2523202" y="78764"/>
                </a:moveTo>
                <a:lnTo>
                  <a:pt x="2535952" y="80341"/>
                </a:lnTo>
                <a:cubicBezTo>
                  <a:pt x="2533941" y="87790"/>
                  <a:pt x="2530217" y="93571"/>
                  <a:pt x="2524778" y="97684"/>
                </a:cubicBezTo>
                <a:cubicBezTo>
                  <a:pt x="2519340" y="101797"/>
                  <a:pt x="2512394" y="103853"/>
                  <a:pt x="2503939" y="103853"/>
                </a:cubicBezTo>
                <a:cubicBezTo>
                  <a:pt x="2493291" y="103853"/>
                  <a:pt x="2484848" y="100574"/>
                  <a:pt x="2478610" y="94016"/>
                </a:cubicBezTo>
                <a:cubicBezTo>
                  <a:pt x="2472372" y="87458"/>
                  <a:pt x="2469253" y="78261"/>
                  <a:pt x="2469253" y="66425"/>
                </a:cubicBezTo>
                <a:cubicBezTo>
                  <a:pt x="2469253" y="54177"/>
                  <a:pt x="2472406" y="44672"/>
                  <a:pt x="2478713" y="37908"/>
                </a:cubicBezTo>
                <a:cubicBezTo>
                  <a:pt x="2485019" y="31145"/>
                  <a:pt x="2493200" y="27763"/>
                  <a:pt x="2503254" y="27763"/>
                </a:cubicBezTo>
                <a:cubicBezTo>
                  <a:pt x="2512988" y="27763"/>
                  <a:pt x="2520940" y="31076"/>
                  <a:pt x="2527109" y="37702"/>
                </a:cubicBezTo>
                <a:cubicBezTo>
                  <a:pt x="2533279" y="44329"/>
                  <a:pt x="2536363" y="53652"/>
                  <a:pt x="2536363" y="65671"/>
                </a:cubicBezTo>
                <a:cubicBezTo>
                  <a:pt x="2536363" y="66402"/>
                  <a:pt x="2536340" y="67499"/>
                  <a:pt x="2536295" y="68961"/>
                </a:cubicBezTo>
                <a:lnTo>
                  <a:pt x="2482003" y="68961"/>
                </a:lnTo>
                <a:cubicBezTo>
                  <a:pt x="2482460" y="76959"/>
                  <a:pt x="2484722" y="83083"/>
                  <a:pt x="2488790" y="87333"/>
                </a:cubicBezTo>
                <a:cubicBezTo>
                  <a:pt x="2492857" y="91583"/>
                  <a:pt x="2497930" y="93708"/>
                  <a:pt x="2504008" y="93708"/>
                </a:cubicBezTo>
                <a:cubicBezTo>
                  <a:pt x="2508532" y="93708"/>
                  <a:pt x="2512394" y="92520"/>
                  <a:pt x="2515593" y="90143"/>
                </a:cubicBezTo>
                <a:cubicBezTo>
                  <a:pt x="2518792" y="87767"/>
                  <a:pt x="2521328" y="83974"/>
                  <a:pt x="2523202" y="78764"/>
                </a:cubicBezTo>
                <a:moveTo>
                  <a:pt x="2482689" y="58816"/>
                </a:moveTo>
                <a:lnTo>
                  <a:pt x="2523339" y="58816"/>
                </a:lnTo>
                <a:cubicBezTo>
                  <a:pt x="2522790" y="52692"/>
                  <a:pt x="2521237" y="48099"/>
                  <a:pt x="2518677" y="45037"/>
                </a:cubicBezTo>
                <a:cubicBezTo>
                  <a:pt x="2514747" y="40285"/>
                  <a:pt x="2509652" y="37908"/>
                  <a:pt x="2503391" y="37908"/>
                </a:cubicBezTo>
                <a:cubicBezTo>
                  <a:pt x="2497724" y="37908"/>
                  <a:pt x="2492960" y="39805"/>
                  <a:pt x="2489098" y="43598"/>
                </a:cubicBezTo>
                <a:cubicBezTo>
                  <a:pt x="2485237" y="47391"/>
                  <a:pt x="2483100" y="52464"/>
                  <a:pt x="2482689" y="58816"/>
                </a:cubicBezTo>
                <a:close/>
                <a:moveTo>
                  <a:pt x="2616605" y="91171"/>
                </a:moveTo>
                <a:lnTo>
                  <a:pt x="2618388" y="102071"/>
                </a:lnTo>
                <a:cubicBezTo>
                  <a:pt x="2614915" y="102802"/>
                  <a:pt x="2611807" y="103168"/>
                  <a:pt x="2609065" y="103168"/>
                </a:cubicBezTo>
                <a:cubicBezTo>
                  <a:pt x="2604586" y="103168"/>
                  <a:pt x="2601113" y="102459"/>
                  <a:pt x="2598645" y="101043"/>
                </a:cubicBezTo>
                <a:cubicBezTo>
                  <a:pt x="2596178" y="99626"/>
                  <a:pt x="2594441" y="97764"/>
                  <a:pt x="2593436" y="95456"/>
                </a:cubicBezTo>
                <a:cubicBezTo>
                  <a:pt x="2592430" y="93148"/>
                  <a:pt x="2591927" y="88292"/>
                  <a:pt x="2591927" y="80889"/>
                </a:cubicBezTo>
                <a:lnTo>
                  <a:pt x="2591927" y="39005"/>
                </a:lnTo>
                <a:lnTo>
                  <a:pt x="2582879" y="39005"/>
                </a:lnTo>
                <a:lnTo>
                  <a:pt x="2582879" y="29408"/>
                </a:lnTo>
                <a:lnTo>
                  <a:pt x="2591927" y="29408"/>
                </a:lnTo>
                <a:lnTo>
                  <a:pt x="2591927" y="11379"/>
                </a:lnTo>
                <a:lnTo>
                  <a:pt x="2604198" y="3976"/>
                </a:lnTo>
                <a:lnTo>
                  <a:pt x="2604198" y="29408"/>
                </a:lnTo>
                <a:lnTo>
                  <a:pt x="2616605" y="29408"/>
                </a:lnTo>
                <a:lnTo>
                  <a:pt x="2616605" y="39005"/>
                </a:lnTo>
                <a:lnTo>
                  <a:pt x="2604198" y="39005"/>
                </a:lnTo>
                <a:lnTo>
                  <a:pt x="2604198" y="81574"/>
                </a:lnTo>
                <a:cubicBezTo>
                  <a:pt x="2604198" y="85093"/>
                  <a:pt x="2604415" y="87355"/>
                  <a:pt x="2604849" y="88361"/>
                </a:cubicBezTo>
                <a:cubicBezTo>
                  <a:pt x="2605283" y="89366"/>
                  <a:pt x="2605992" y="90166"/>
                  <a:pt x="2606974" y="90760"/>
                </a:cubicBezTo>
                <a:cubicBezTo>
                  <a:pt x="2607957" y="91354"/>
                  <a:pt x="2609362" y="91651"/>
                  <a:pt x="2611190" y="91651"/>
                </a:cubicBezTo>
                <a:cubicBezTo>
                  <a:pt x="2612561" y="91651"/>
                  <a:pt x="2614366" y="91491"/>
                  <a:pt x="2616605" y="91171"/>
                </a:cubicBezTo>
                <a:close/>
                <a:moveTo>
                  <a:pt x="2628160" y="102208"/>
                </a:moveTo>
                <a:lnTo>
                  <a:pt x="2628160" y="1714"/>
                </a:lnTo>
                <a:lnTo>
                  <a:pt x="2640499" y="1714"/>
                </a:lnTo>
                <a:lnTo>
                  <a:pt x="2640499" y="37771"/>
                </a:lnTo>
                <a:cubicBezTo>
                  <a:pt x="2646258" y="31099"/>
                  <a:pt x="2653524" y="27763"/>
                  <a:pt x="2662298" y="27763"/>
                </a:cubicBezTo>
                <a:cubicBezTo>
                  <a:pt x="2667691" y="27763"/>
                  <a:pt x="2672375" y="28825"/>
                  <a:pt x="2676351" y="30950"/>
                </a:cubicBezTo>
                <a:cubicBezTo>
                  <a:pt x="2680327" y="33075"/>
                  <a:pt x="2683172" y="36012"/>
                  <a:pt x="2684886" y="39759"/>
                </a:cubicBezTo>
                <a:cubicBezTo>
                  <a:pt x="2686599" y="43506"/>
                  <a:pt x="2687456" y="48945"/>
                  <a:pt x="2687456" y="56074"/>
                </a:cubicBezTo>
                <a:lnTo>
                  <a:pt x="2687456" y="102208"/>
                </a:lnTo>
                <a:lnTo>
                  <a:pt x="2675117" y="102208"/>
                </a:lnTo>
                <a:lnTo>
                  <a:pt x="2675117" y="56074"/>
                </a:lnTo>
                <a:cubicBezTo>
                  <a:pt x="2675117" y="49904"/>
                  <a:pt x="2673780" y="45414"/>
                  <a:pt x="2671107" y="42604"/>
                </a:cubicBezTo>
                <a:cubicBezTo>
                  <a:pt x="2668434" y="39793"/>
                  <a:pt x="2664652" y="38388"/>
                  <a:pt x="2659762" y="38388"/>
                </a:cubicBezTo>
                <a:cubicBezTo>
                  <a:pt x="2656106" y="38388"/>
                  <a:pt x="2652667" y="39336"/>
                  <a:pt x="2649445" y="41233"/>
                </a:cubicBezTo>
                <a:cubicBezTo>
                  <a:pt x="2646223" y="43129"/>
                  <a:pt x="2643927" y="45700"/>
                  <a:pt x="2642556" y="48945"/>
                </a:cubicBezTo>
                <a:cubicBezTo>
                  <a:pt x="2641185" y="52189"/>
                  <a:pt x="2640499" y="56668"/>
                  <a:pt x="2640499" y="62380"/>
                </a:cubicBezTo>
                <a:lnTo>
                  <a:pt x="2640499" y="102208"/>
                </a:lnTo>
                <a:lnTo>
                  <a:pt x="2628160" y="102208"/>
                </a:lnTo>
                <a:close/>
                <a:moveTo>
                  <a:pt x="2755801" y="78764"/>
                </a:moveTo>
                <a:lnTo>
                  <a:pt x="2768551" y="80341"/>
                </a:lnTo>
                <a:cubicBezTo>
                  <a:pt x="2766540" y="87790"/>
                  <a:pt x="2762815" y="93571"/>
                  <a:pt x="2757377" y="97684"/>
                </a:cubicBezTo>
                <a:cubicBezTo>
                  <a:pt x="2751939" y="101797"/>
                  <a:pt x="2744992" y="103853"/>
                  <a:pt x="2736538" y="103853"/>
                </a:cubicBezTo>
                <a:cubicBezTo>
                  <a:pt x="2725890" y="103853"/>
                  <a:pt x="2717447" y="100574"/>
                  <a:pt x="2711209" y="94016"/>
                </a:cubicBezTo>
                <a:cubicBezTo>
                  <a:pt x="2704971" y="87458"/>
                  <a:pt x="2701852" y="78261"/>
                  <a:pt x="2701852" y="66425"/>
                </a:cubicBezTo>
                <a:cubicBezTo>
                  <a:pt x="2701852" y="54177"/>
                  <a:pt x="2705005" y="44672"/>
                  <a:pt x="2711312" y="37908"/>
                </a:cubicBezTo>
                <a:cubicBezTo>
                  <a:pt x="2717618" y="31145"/>
                  <a:pt x="2725799" y="27763"/>
                  <a:pt x="2735853" y="27763"/>
                </a:cubicBezTo>
                <a:cubicBezTo>
                  <a:pt x="2745587" y="27763"/>
                  <a:pt x="2753538" y="31076"/>
                  <a:pt x="2759708" y="37702"/>
                </a:cubicBezTo>
                <a:cubicBezTo>
                  <a:pt x="2765877" y="44329"/>
                  <a:pt x="2768962" y="53652"/>
                  <a:pt x="2768962" y="65671"/>
                </a:cubicBezTo>
                <a:cubicBezTo>
                  <a:pt x="2768962" y="66402"/>
                  <a:pt x="2768939" y="67499"/>
                  <a:pt x="2768894" y="68961"/>
                </a:cubicBezTo>
                <a:lnTo>
                  <a:pt x="2714602" y="68961"/>
                </a:lnTo>
                <a:cubicBezTo>
                  <a:pt x="2715059" y="76959"/>
                  <a:pt x="2717321" y="83083"/>
                  <a:pt x="2721388" y="87333"/>
                </a:cubicBezTo>
                <a:cubicBezTo>
                  <a:pt x="2725456" y="91583"/>
                  <a:pt x="2730528" y="93708"/>
                  <a:pt x="2736607" y="93708"/>
                </a:cubicBezTo>
                <a:cubicBezTo>
                  <a:pt x="2741131" y="93708"/>
                  <a:pt x="2744992" y="92520"/>
                  <a:pt x="2748191" y="90143"/>
                </a:cubicBezTo>
                <a:cubicBezTo>
                  <a:pt x="2751390" y="87767"/>
                  <a:pt x="2753927" y="83974"/>
                  <a:pt x="2755801" y="78764"/>
                </a:cubicBezTo>
                <a:moveTo>
                  <a:pt x="2715288" y="58816"/>
                </a:moveTo>
                <a:lnTo>
                  <a:pt x="2755938" y="58816"/>
                </a:lnTo>
                <a:cubicBezTo>
                  <a:pt x="2755389" y="52692"/>
                  <a:pt x="2753835" y="48099"/>
                  <a:pt x="2751276" y="45037"/>
                </a:cubicBezTo>
                <a:cubicBezTo>
                  <a:pt x="2747346" y="40285"/>
                  <a:pt x="2742250" y="37908"/>
                  <a:pt x="2735990" y="37908"/>
                </a:cubicBezTo>
                <a:cubicBezTo>
                  <a:pt x="2730323" y="37908"/>
                  <a:pt x="2725559" y="39805"/>
                  <a:pt x="2721697" y="43598"/>
                </a:cubicBezTo>
                <a:cubicBezTo>
                  <a:pt x="2717835" y="47391"/>
                  <a:pt x="2715699" y="52464"/>
                  <a:pt x="2715288" y="588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fridge,therearetwoapples.">
            <a:extLst xmlns:a="http://schemas.openxmlformats.org/drawingml/2006/main">
              <a:ext uri="{FF2B5EF4-FFF2-40B4-BE49-F238E27FC236}">
                <a16:creationId xmlns:a16="http://schemas.microsoft.com/office/drawing/2014/main" id="{494F4187-E651-4E96-B2ED-86E25B5E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16" y="5259862"/>
            <a:ext cx="1717484" cy="131753"/>
          </a:xfrm>
          <a:custGeom xmlns:a="http://schemas.openxmlformats.org/drawingml/2006/main">
            <a:pathLst>
              <a:path w="1717484" h="131753">
                <a:moveTo>
                  <a:pt x="10899" y="102208"/>
                </a:moveTo>
                <a:lnTo>
                  <a:pt x="10899" y="39005"/>
                </a:lnTo>
                <a:lnTo>
                  <a:pt x="0" y="39005"/>
                </a:lnTo>
                <a:lnTo>
                  <a:pt x="0" y="29408"/>
                </a:lnTo>
                <a:lnTo>
                  <a:pt x="10899" y="29408"/>
                </a:lnTo>
                <a:lnTo>
                  <a:pt x="10899" y="21662"/>
                </a:lnTo>
                <a:cubicBezTo>
                  <a:pt x="10899" y="16772"/>
                  <a:pt x="11334" y="13139"/>
                  <a:pt x="12202" y="10762"/>
                </a:cubicBezTo>
                <a:cubicBezTo>
                  <a:pt x="13390" y="7563"/>
                  <a:pt x="15481" y="4970"/>
                  <a:pt x="18474" y="2982"/>
                </a:cubicBezTo>
                <a:cubicBezTo>
                  <a:pt x="21468" y="994"/>
                  <a:pt x="25661" y="0"/>
                  <a:pt x="31053" y="0"/>
                </a:cubicBezTo>
                <a:cubicBezTo>
                  <a:pt x="34526" y="0"/>
                  <a:pt x="38365" y="411"/>
                  <a:pt x="42570" y="1234"/>
                </a:cubicBezTo>
                <a:lnTo>
                  <a:pt x="40719" y="11996"/>
                </a:lnTo>
                <a:cubicBezTo>
                  <a:pt x="38159" y="11539"/>
                  <a:pt x="35737" y="11311"/>
                  <a:pt x="33452" y="11311"/>
                </a:cubicBezTo>
                <a:cubicBezTo>
                  <a:pt x="29705" y="11311"/>
                  <a:pt x="27054" y="12110"/>
                  <a:pt x="25501" y="13710"/>
                </a:cubicBezTo>
                <a:cubicBezTo>
                  <a:pt x="23947" y="15309"/>
                  <a:pt x="23170" y="18303"/>
                  <a:pt x="23170" y="22690"/>
                </a:cubicBezTo>
                <a:lnTo>
                  <a:pt x="23170" y="29408"/>
                </a:lnTo>
                <a:lnTo>
                  <a:pt x="37360" y="29408"/>
                </a:lnTo>
                <a:lnTo>
                  <a:pt x="37360" y="39005"/>
                </a:lnTo>
                <a:lnTo>
                  <a:pt x="23170" y="39005"/>
                </a:lnTo>
                <a:lnTo>
                  <a:pt x="23170" y="102208"/>
                </a:lnTo>
                <a:lnTo>
                  <a:pt x="10899" y="102208"/>
                </a:lnTo>
                <a:close/>
                <a:moveTo>
                  <a:pt x="46282" y="102208"/>
                </a:moveTo>
                <a:lnTo>
                  <a:pt x="46282" y="29408"/>
                </a:lnTo>
                <a:lnTo>
                  <a:pt x="57387" y="29408"/>
                </a:lnTo>
                <a:lnTo>
                  <a:pt x="57387" y="40444"/>
                </a:lnTo>
                <a:cubicBezTo>
                  <a:pt x="60220" y="35280"/>
                  <a:pt x="62836" y="31876"/>
                  <a:pt x="65236" y="30231"/>
                </a:cubicBezTo>
                <a:cubicBezTo>
                  <a:pt x="67635" y="28585"/>
                  <a:pt x="70274" y="27763"/>
                  <a:pt x="73153" y="27763"/>
                </a:cubicBezTo>
                <a:cubicBezTo>
                  <a:pt x="77312" y="27763"/>
                  <a:pt x="81539" y="29088"/>
                  <a:pt x="85835" y="31739"/>
                </a:cubicBezTo>
                <a:lnTo>
                  <a:pt x="81585" y="43186"/>
                </a:lnTo>
                <a:cubicBezTo>
                  <a:pt x="78569" y="41404"/>
                  <a:pt x="75552" y="40513"/>
                  <a:pt x="72536" y="40513"/>
                </a:cubicBezTo>
                <a:cubicBezTo>
                  <a:pt x="69840" y="40513"/>
                  <a:pt x="67418" y="41324"/>
                  <a:pt x="65270" y="42947"/>
                </a:cubicBezTo>
                <a:cubicBezTo>
                  <a:pt x="63122" y="44569"/>
                  <a:pt x="61591" y="46820"/>
                  <a:pt x="60677" y="49699"/>
                </a:cubicBezTo>
                <a:cubicBezTo>
                  <a:pt x="59306" y="54086"/>
                  <a:pt x="58621" y="58884"/>
                  <a:pt x="58621" y="64094"/>
                </a:cubicBezTo>
                <a:lnTo>
                  <a:pt x="58621" y="102208"/>
                </a:lnTo>
                <a:lnTo>
                  <a:pt x="46282" y="102208"/>
                </a:lnTo>
                <a:close/>
                <a:moveTo>
                  <a:pt x="92816" y="15904"/>
                </a:moveTo>
                <a:lnTo>
                  <a:pt x="92816" y="1714"/>
                </a:lnTo>
                <a:lnTo>
                  <a:pt x="105155" y="1714"/>
                </a:lnTo>
                <a:lnTo>
                  <a:pt x="105155" y="15904"/>
                </a:lnTo>
                <a:lnTo>
                  <a:pt x="92816" y="15904"/>
                </a:lnTo>
                <a:moveTo>
                  <a:pt x="92816" y="102208"/>
                </a:moveTo>
                <a:lnTo>
                  <a:pt x="92816" y="29408"/>
                </a:lnTo>
                <a:lnTo>
                  <a:pt x="105155" y="29408"/>
                </a:lnTo>
                <a:lnTo>
                  <a:pt x="105155" y="102208"/>
                </a:lnTo>
                <a:lnTo>
                  <a:pt x="92816" y="102208"/>
                </a:lnTo>
                <a:close/>
                <a:moveTo>
                  <a:pt x="171426" y="102208"/>
                </a:moveTo>
                <a:lnTo>
                  <a:pt x="171426" y="93022"/>
                </a:lnTo>
                <a:cubicBezTo>
                  <a:pt x="166810" y="100243"/>
                  <a:pt x="160024" y="103853"/>
                  <a:pt x="151066" y="103853"/>
                </a:cubicBezTo>
                <a:cubicBezTo>
                  <a:pt x="145263" y="103853"/>
                  <a:pt x="139927" y="102254"/>
                  <a:pt x="135060" y="99055"/>
                </a:cubicBezTo>
                <a:cubicBezTo>
                  <a:pt x="130193" y="95856"/>
                  <a:pt x="126423" y="91388"/>
                  <a:pt x="123749" y="85653"/>
                </a:cubicBezTo>
                <a:cubicBezTo>
                  <a:pt x="121076" y="79918"/>
                  <a:pt x="119739" y="73326"/>
                  <a:pt x="119739" y="65876"/>
                </a:cubicBezTo>
                <a:cubicBezTo>
                  <a:pt x="119739" y="58610"/>
                  <a:pt x="120950" y="52018"/>
                  <a:pt x="123372" y="46100"/>
                </a:cubicBezTo>
                <a:cubicBezTo>
                  <a:pt x="125794" y="40182"/>
                  <a:pt x="129428" y="35646"/>
                  <a:pt x="134272" y="32493"/>
                </a:cubicBezTo>
                <a:cubicBezTo>
                  <a:pt x="139116" y="29339"/>
                  <a:pt x="144531" y="27763"/>
                  <a:pt x="150518" y="27763"/>
                </a:cubicBezTo>
                <a:cubicBezTo>
                  <a:pt x="154905" y="27763"/>
                  <a:pt x="158813" y="28688"/>
                  <a:pt x="162240" y="30539"/>
                </a:cubicBezTo>
                <a:cubicBezTo>
                  <a:pt x="165668" y="32390"/>
                  <a:pt x="168455" y="34801"/>
                  <a:pt x="170603" y="37771"/>
                </a:cubicBezTo>
                <a:lnTo>
                  <a:pt x="170603" y="1714"/>
                </a:lnTo>
                <a:lnTo>
                  <a:pt x="182874" y="1714"/>
                </a:lnTo>
                <a:lnTo>
                  <a:pt x="182874" y="102208"/>
                </a:lnTo>
                <a:lnTo>
                  <a:pt x="171426" y="102208"/>
                </a:lnTo>
                <a:moveTo>
                  <a:pt x="132421" y="65876"/>
                </a:moveTo>
                <a:cubicBezTo>
                  <a:pt x="132421" y="75199"/>
                  <a:pt x="134386" y="82169"/>
                  <a:pt x="138316" y="86784"/>
                </a:cubicBezTo>
                <a:cubicBezTo>
                  <a:pt x="142246" y="91400"/>
                  <a:pt x="146885" y="93708"/>
                  <a:pt x="152232" y="93708"/>
                </a:cubicBezTo>
                <a:cubicBezTo>
                  <a:pt x="157624" y="93708"/>
                  <a:pt x="162206" y="91503"/>
                  <a:pt x="165976" y="87093"/>
                </a:cubicBezTo>
                <a:cubicBezTo>
                  <a:pt x="169746" y="82683"/>
                  <a:pt x="171631" y="75953"/>
                  <a:pt x="171631" y="66905"/>
                </a:cubicBezTo>
                <a:cubicBezTo>
                  <a:pt x="171631" y="56942"/>
                  <a:pt x="169712" y="49630"/>
                  <a:pt x="165873" y="44969"/>
                </a:cubicBezTo>
                <a:cubicBezTo>
                  <a:pt x="162034" y="40307"/>
                  <a:pt x="157305" y="37977"/>
                  <a:pt x="151683" y="37977"/>
                </a:cubicBezTo>
                <a:cubicBezTo>
                  <a:pt x="146199" y="37977"/>
                  <a:pt x="141618" y="40216"/>
                  <a:pt x="137939" y="44695"/>
                </a:cubicBezTo>
                <a:cubicBezTo>
                  <a:pt x="134260" y="49173"/>
                  <a:pt x="132421" y="56234"/>
                  <a:pt x="132421" y="65876"/>
                </a:cubicBezTo>
                <a:close/>
                <a:moveTo>
                  <a:pt x="199709" y="108240"/>
                </a:moveTo>
                <a:lnTo>
                  <a:pt x="211705" y="110023"/>
                </a:lnTo>
                <a:cubicBezTo>
                  <a:pt x="212208" y="113724"/>
                  <a:pt x="213602" y="116421"/>
                  <a:pt x="215887" y="118112"/>
                </a:cubicBezTo>
                <a:cubicBezTo>
                  <a:pt x="218949" y="120397"/>
                  <a:pt x="223130" y="121539"/>
                  <a:pt x="228431" y="121539"/>
                </a:cubicBezTo>
                <a:cubicBezTo>
                  <a:pt x="234144" y="121539"/>
                  <a:pt x="238554" y="120397"/>
                  <a:pt x="241662" y="118112"/>
                </a:cubicBezTo>
                <a:cubicBezTo>
                  <a:pt x="244769" y="115827"/>
                  <a:pt x="246871" y="112628"/>
                  <a:pt x="247968" y="108515"/>
                </a:cubicBezTo>
                <a:cubicBezTo>
                  <a:pt x="248608" y="106001"/>
                  <a:pt x="248905" y="100723"/>
                  <a:pt x="248859" y="92680"/>
                </a:cubicBezTo>
                <a:cubicBezTo>
                  <a:pt x="243467" y="99032"/>
                  <a:pt x="236749" y="102208"/>
                  <a:pt x="228706" y="102208"/>
                </a:cubicBezTo>
                <a:cubicBezTo>
                  <a:pt x="218697" y="102208"/>
                  <a:pt x="210951" y="98598"/>
                  <a:pt x="205467" y="91377"/>
                </a:cubicBezTo>
                <a:cubicBezTo>
                  <a:pt x="199983" y="84156"/>
                  <a:pt x="197241" y="75496"/>
                  <a:pt x="197241" y="65397"/>
                </a:cubicBezTo>
                <a:cubicBezTo>
                  <a:pt x="197241" y="58450"/>
                  <a:pt x="198498" y="52041"/>
                  <a:pt x="201011" y="46168"/>
                </a:cubicBezTo>
                <a:cubicBezTo>
                  <a:pt x="203525" y="40296"/>
                  <a:pt x="207169" y="35760"/>
                  <a:pt x="211945" y="32561"/>
                </a:cubicBezTo>
                <a:cubicBezTo>
                  <a:pt x="216721" y="29362"/>
                  <a:pt x="222330" y="27763"/>
                  <a:pt x="228774" y="27763"/>
                </a:cubicBezTo>
                <a:cubicBezTo>
                  <a:pt x="237366" y="27763"/>
                  <a:pt x="244449" y="31236"/>
                  <a:pt x="250025" y="38182"/>
                </a:cubicBezTo>
                <a:lnTo>
                  <a:pt x="250025" y="29408"/>
                </a:lnTo>
                <a:lnTo>
                  <a:pt x="261404" y="29408"/>
                </a:lnTo>
                <a:lnTo>
                  <a:pt x="261404" y="92337"/>
                </a:lnTo>
                <a:cubicBezTo>
                  <a:pt x="261404" y="103670"/>
                  <a:pt x="260250" y="111702"/>
                  <a:pt x="257942" y="116432"/>
                </a:cubicBezTo>
                <a:cubicBezTo>
                  <a:pt x="255634" y="121162"/>
                  <a:pt x="251978" y="124898"/>
                  <a:pt x="246974" y="127640"/>
                </a:cubicBezTo>
                <a:cubicBezTo>
                  <a:pt x="241970" y="130382"/>
                  <a:pt x="235812" y="131753"/>
                  <a:pt x="228500" y="131753"/>
                </a:cubicBezTo>
                <a:cubicBezTo>
                  <a:pt x="219817" y="131753"/>
                  <a:pt x="212802" y="129799"/>
                  <a:pt x="207455" y="125892"/>
                </a:cubicBezTo>
                <a:cubicBezTo>
                  <a:pt x="202108" y="121985"/>
                  <a:pt x="199526" y="116101"/>
                  <a:pt x="199709" y="108240"/>
                </a:cubicBezTo>
                <a:moveTo>
                  <a:pt x="209923" y="64505"/>
                </a:moveTo>
                <a:cubicBezTo>
                  <a:pt x="209923" y="74057"/>
                  <a:pt x="211819" y="81026"/>
                  <a:pt x="215613" y="85413"/>
                </a:cubicBezTo>
                <a:cubicBezTo>
                  <a:pt x="219406" y="89800"/>
                  <a:pt x="224158" y="91994"/>
                  <a:pt x="229871" y="91994"/>
                </a:cubicBezTo>
                <a:cubicBezTo>
                  <a:pt x="235538" y="91994"/>
                  <a:pt x="240291" y="89812"/>
                  <a:pt x="244129" y="85447"/>
                </a:cubicBezTo>
                <a:cubicBezTo>
                  <a:pt x="247968" y="81083"/>
                  <a:pt x="249888" y="74240"/>
                  <a:pt x="249888" y="64917"/>
                </a:cubicBezTo>
                <a:cubicBezTo>
                  <a:pt x="249888" y="56005"/>
                  <a:pt x="247911" y="49287"/>
                  <a:pt x="243958" y="44763"/>
                </a:cubicBezTo>
                <a:cubicBezTo>
                  <a:pt x="240005" y="40239"/>
                  <a:pt x="235241" y="37977"/>
                  <a:pt x="229665" y="37977"/>
                </a:cubicBezTo>
                <a:cubicBezTo>
                  <a:pt x="224181" y="37977"/>
                  <a:pt x="219520" y="40205"/>
                  <a:pt x="215681" y="44660"/>
                </a:cubicBezTo>
                <a:cubicBezTo>
                  <a:pt x="211842" y="49116"/>
                  <a:pt x="209923" y="55731"/>
                  <a:pt x="209923" y="64505"/>
                </a:cubicBezTo>
                <a:close/>
                <a:moveTo>
                  <a:pt x="329583" y="78764"/>
                </a:moveTo>
                <a:lnTo>
                  <a:pt x="342333" y="80341"/>
                </a:lnTo>
                <a:cubicBezTo>
                  <a:pt x="340323" y="87790"/>
                  <a:pt x="336598" y="93571"/>
                  <a:pt x="331160" y="97684"/>
                </a:cubicBezTo>
                <a:cubicBezTo>
                  <a:pt x="325722" y="101797"/>
                  <a:pt x="318775" y="103853"/>
                  <a:pt x="310321" y="103853"/>
                </a:cubicBezTo>
                <a:cubicBezTo>
                  <a:pt x="299673" y="103853"/>
                  <a:pt x="291229" y="100574"/>
                  <a:pt x="284991" y="94016"/>
                </a:cubicBezTo>
                <a:cubicBezTo>
                  <a:pt x="278753" y="87458"/>
                  <a:pt x="275634" y="78261"/>
                  <a:pt x="275634" y="66425"/>
                </a:cubicBezTo>
                <a:cubicBezTo>
                  <a:pt x="275634" y="54177"/>
                  <a:pt x="278788" y="44672"/>
                  <a:pt x="285094" y="37908"/>
                </a:cubicBezTo>
                <a:cubicBezTo>
                  <a:pt x="291401" y="31145"/>
                  <a:pt x="299581" y="27763"/>
                  <a:pt x="309635" y="27763"/>
                </a:cubicBezTo>
                <a:cubicBezTo>
                  <a:pt x="319369" y="27763"/>
                  <a:pt x="327321" y="31076"/>
                  <a:pt x="333491" y="37702"/>
                </a:cubicBezTo>
                <a:cubicBezTo>
                  <a:pt x="339660" y="44329"/>
                  <a:pt x="342745" y="53652"/>
                  <a:pt x="342745" y="65671"/>
                </a:cubicBezTo>
                <a:cubicBezTo>
                  <a:pt x="342745" y="66402"/>
                  <a:pt x="342722" y="67499"/>
                  <a:pt x="342676" y="68961"/>
                </a:cubicBezTo>
                <a:lnTo>
                  <a:pt x="288385" y="68961"/>
                </a:lnTo>
                <a:cubicBezTo>
                  <a:pt x="288842" y="76959"/>
                  <a:pt x="291104" y="83083"/>
                  <a:pt x="295171" y="87333"/>
                </a:cubicBezTo>
                <a:cubicBezTo>
                  <a:pt x="299238" y="91583"/>
                  <a:pt x="304311" y="93708"/>
                  <a:pt x="310389" y="93708"/>
                </a:cubicBezTo>
                <a:cubicBezTo>
                  <a:pt x="314913" y="93708"/>
                  <a:pt x="318775" y="92520"/>
                  <a:pt x="321974" y="90143"/>
                </a:cubicBezTo>
                <a:cubicBezTo>
                  <a:pt x="325173" y="87767"/>
                  <a:pt x="327709" y="83974"/>
                  <a:pt x="329583" y="78764"/>
                </a:cubicBezTo>
                <a:moveTo>
                  <a:pt x="289070" y="58816"/>
                </a:moveTo>
                <a:lnTo>
                  <a:pt x="329720" y="58816"/>
                </a:lnTo>
                <a:cubicBezTo>
                  <a:pt x="329172" y="52692"/>
                  <a:pt x="327618" y="48099"/>
                  <a:pt x="325059" y="45037"/>
                </a:cubicBezTo>
                <a:cubicBezTo>
                  <a:pt x="321129" y="40285"/>
                  <a:pt x="316033" y="37908"/>
                  <a:pt x="309772" y="37908"/>
                </a:cubicBezTo>
                <a:cubicBezTo>
                  <a:pt x="304105" y="37908"/>
                  <a:pt x="299341" y="39805"/>
                  <a:pt x="295480" y="43598"/>
                </a:cubicBezTo>
                <a:cubicBezTo>
                  <a:pt x="291618" y="47391"/>
                  <a:pt x="289481" y="52464"/>
                  <a:pt x="289070" y="58816"/>
                </a:cubicBezTo>
                <a:close/>
                <a:moveTo>
                  <a:pt x="360745" y="102208"/>
                </a:moveTo>
                <a:lnTo>
                  <a:pt x="360745" y="88155"/>
                </a:lnTo>
                <a:lnTo>
                  <a:pt x="374798" y="88155"/>
                </a:lnTo>
                <a:lnTo>
                  <a:pt x="374798" y="102208"/>
                </a:lnTo>
                <a:cubicBezTo>
                  <a:pt x="374798" y="107372"/>
                  <a:pt x="373884" y="111542"/>
                  <a:pt x="372056" y="114718"/>
                </a:cubicBezTo>
                <a:cubicBezTo>
                  <a:pt x="370228" y="117894"/>
                  <a:pt x="367326" y="120351"/>
                  <a:pt x="363350" y="122087"/>
                </a:cubicBezTo>
                <a:lnTo>
                  <a:pt x="359923" y="116809"/>
                </a:lnTo>
                <a:cubicBezTo>
                  <a:pt x="362528" y="115667"/>
                  <a:pt x="364447" y="113987"/>
                  <a:pt x="365681" y="111771"/>
                </a:cubicBezTo>
                <a:cubicBezTo>
                  <a:pt x="366915" y="109554"/>
                  <a:pt x="367600" y="106367"/>
                  <a:pt x="367738" y="102208"/>
                </a:cubicBezTo>
                <a:lnTo>
                  <a:pt x="360745" y="102208"/>
                </a:lnTo>
                <a:close/>
                <a:moveTo>
                  <a:pt x="461398" y="91171"/>
                </a:moveTo>
                <a:lnTo>
                  <a:pt x="463180" y="102071"/>
                </a:lnTo>
                <a:cubicBezTo>
                  <a:pt x="459707" y="102802"/>
                  <a:pt x="456599" y="103168"/>
                  <a:pt x="453857" y="103168"/>
                </a:cubicBezTo>
                <a:cubicBezTo>
                  <a:pt x="449378" y="103168"/>
                  <a:pt x="445905" y="102459"/>
                  <a:pt x="443437" y="101043"/>
                </a:cubicBezTo>
                <a:cubicBezTo>
                  <a:pt x="440970" y="99626"/>
                  <a:pt x="439233" y="97764"/>
                  <a:pt x="438228" y="95456"/>
                </a:cubicBezTo>
                <a:cubicBezTo>
                  <a:pt x="437222" y="93148"/>
                  <a:pt x="436720" y="88292"/>
                  <a:pt x="436720" y="80889"/>
                </a:cubicBezTo>
                <a:lnTo>
                  <a:pt x="436720" y="39005"/>
                </a:lnTo>
                <a:lnTo>
                  <a:pt x="427671" y="39005"/>
                </a:lnTo>
                <a:lnTo>
                  <a:pt x="427671" y="29408"/>
                </a:lnTo>
                <a:lnTo>
                  <a:pt x="436720" y="29408"/>
                </a:lnTo>
                <a:lnTo>
                  <a:pt x="436720" y="11379"/>
                </a:lnTo>
                <a:lnTo>
                  <a:pt x="448990" y="3976"/>
                </a:lnTo>
                <a:lnTo>
                  <a:pt x="448990" y="29408"/>
                </a:lnTo>
                <a:lnTo>
                  <a:pt x="461398" y="29408"/>
                </a:lnTo>
                <a:lnTo>
                  <a:pt x="461398" y="39005"/>
                </a:lnTo>
                <a:lnTo>
                  <a:pt x="448990" y="39005"/>
                </a:lnTo>
                <a:lnTo>
                  <a:pt x="448990" y="81574"/>
                </a:lnTo>
                <a:cubicBezTo>
                  <a:pt x="448990" y="85093"/>
                  <a:pt x="449207" y="87355"/>
                  <a:pt x="449641" y="88361"/>
                </a:cubicBezTo>
                <a:cubicBezTo>
                  <a:pt x="450075" y="89366"/>
                  <a:pt x="450784" y="90166"/>
                  <a:pt x="451766" y="90760"/>
                </a:cubicBezTo>
                <a:cubicBezTo>
                  <a:pt x="452749" y="91354"/>
                  <a:pt x="454154" y="91651"/>
                  <a:pt x="455982" y="91651"/>
                </a:cubicBezTo>
                <a:cubicBezTo>
                  <a:pt x="457353" y="91651"/>
                  <a:pt x="459158" y="91491"/>
                  <a:pt x="461398" y="91171"/>
                </a:cubicBezTo>
                <a:close/>
                <a:moveTo>
                  <a:pt x="472924" y="102208"/>
                </a:moveTo>
                <a:lnTo>
                  <a:pt x="472924" y="1714"/>
                </a:lnTo>
                <a:lnTo>
                  <a:pt x="485263" y="1714"/>
                </a:lnTo>
                <a:lnTo>
                  <a:pt x="485263" y="37771"/>
                </a:lnTo>
                <a:cubicBezTo>
                  <a:pt x="491022" y="31099"/>
                  <a:pt x="498288" y="27763"/>
                  <a:pt x="507062" y="27763"/>
                </a:cubicBezTo>
                <a:cubicBezTo>
                  <a:pt x="512455" y="27763"/>
                  <a:pt x="517139" y="28825"/>
                  <a:pt x="521115" y="30950"/>
                </a:cubicBezTo>
                <a:cubicBezTo>
                  <a:pt x="525091" y="33075"/>
                  <a:pt x="527936" y="36012"/>
                  <a:pt x="529649" y="39759"/>
                </a:cubicBezTo>
                <a:cubicBezTo>
                  <a:pt x="531363" y="43506"/>
                  <a:pt x="532220" y="48945"/>
                  <a:pt x="532220" y="56074"/>
                </a:cubicBezTo>
                <a:lnTo>
                  <a:pt x="532220" y="102208"/>
                </a:lnTo>
                <a:lnTo>
                  <a:pt x="519881" y="102208"/>
                </a:lnTo>
                <a:lnTo>
                  <a:pt x="519881" y="56074"/>
                </a:lnTo>
                <a:cubicBezTo>
                  <a:pt x="519881" y="49904"/>
                  <a:pt x="518544" y="45414"/>
                  <a:pt x="515871" y="42604"/>
                </a:cubicBezTo>
                <a:cubicBezTo>
                  <a:pt x="513197" y="39793"/>
                  <a:pt x="509416" y="38388"/>
                  <a:pt x="504526" y="38388"/>
                </a:cubicBezTo>
                <a:cubicBezTo>
                  <a:pt x="500870" y="38388"/>
                  <a:pt x="497431" y="39336"/>
                  <a:pt x="494209" y="41233"/>
                </a:cubicBezTo>
                <a:cubicBezTo>
                  <a:pt x="490987" y="43129"/>
                  <a:pt x="488691" y="45700"/>
                  <a:pt x="487320" y="48945"/>
                </a:cubicBezTo>
                <a:cubicBezTo>
                  <a:pt x="485949" y="52189"/>
                  <a:pt x="485263" y="56668"/>
                  <a:pt x="485263" y="62380"/>
                </a:cubicBezTo>
                <a:lnTo>
                  <a:pt x="485263" y="102208"/>
                </a:lnTo>
                <a:lnTo>
                  <a:pt x="472924" y="102208"/>
                </a:lnTo>
                <a:close/>
                <a:moveTo>
                  <a:pt x="600536" y="78764"/>
                </a:moveTo>
                <a:lnTo>
                  <a:pt x="613287" y="80341"/>
                </a:lnTo>
                <a:cubicBezTo>
                  <a:pt x="611276" y="87790"/>
                  <a:pt x="607551" y="93571"/>
                  <a:pt x="602113" y="97684"/>
                </a:cubicBezTo>
                <a:cubicBezTo>
                  <a:pt x="596675" y="101797"/>
                  <a:pt x="589728" y="103853"/>
                  <a:pt x="581274" y="103853"/>
                </a:cubicBezTo>
                <a:cubicBezTo>
                  <a:pt x="570626" y="103853"/>
                  <a:pt x="562183" y="100574"/>
                  <a:pt x="555945" y="94016"/>
                </a:cubicBezTo>
                <a:cubicBezTo>
                  <a:pt x="549707" y="87458"/>
                  <a:pt x="546588" y="78261"/>
                  <a:pt x="546588" y="66425"/>
                </a:cubicBezTo>
                <a:cubicBezTo>
                  <a:pt x="546588" y="54177"/>
                  <a:pt x="549741" y="44672"/>
                  <a:pt x="556047" y="37908"/>
                </a:cubicBezTo>
                <a:cubicBezTo>
                  <a:pt x="562354" y="31145"/>
                  <a:pt x="570534" y="27763"/>
                  <a:pt x="580588" y="27763"/>
                </a:cubicBezTo>
                <a:cubicBezTo>
                  <a:pt x="590322" y="27763"/>
                  <a:pt x="598274" y="31076"/>
                  <a:pt x="604444" y="37702"/>
                </a:cubicBezTo>
                <a:cubicBezTo>
                  <a:pt x="610613" y="44329"/>
                  <a:pt x="613698" y="53652"/>
                  <a:pt x="613698" y="65671"/>
                </a:cubicBezTo>
                <a:cubicBezTo>
                  <a:pt x="613698" y="66402"/>
                  <a:pt x="613675" y="67499"/>
                  <a:pt x="613629" y="68961"/>
                </a:cubicBezTo>
                <a:lnTo>
                  <a:pt x="559338" y="68961"/>
                </a:lnTo>
                <a:cubicBezTo>
                  <a:pt x="559795" y="76959"/>
                  <a:pt x="562057" y="83083"/>
                  <a:pt x="566124" y="87333"/>
                </a:cubicBezTo>
                <a:cubicBezTo>
                  <a:pt x="570192" y="91583"/>
                  <a:pt x="575264" y="93708"/>
                  <a:pt x="581342" y="93708"/>
                </a:cubicBezTo>
                <a:cubicBezTo>
                  <a:pt x="585867" y="93708"/>
                  <a:pt x="589728" y="92520"/>
                  <a:pt x="592927" y="90143"/>
                </a:cubicBezTo>
                <a:cubicBezTo>
                  <a:pt x="596126" y="87767"/>
                  <a:pt x="598663" y="83974"/>
                  <a:pt x="600536" y="78764"/>
                </a:cubicBezTo>
                <a:moveTo>
                  <a:pt x="560023" y="58816"/>
                </a:moveTo>
                <a:lnTo>
                  <a:pt x="600673" y="58816"/>
                </a:lnTo>
                <a:cubicBezTo>
                  <a:pt x="600125" y="52692"/>
                  <a:pt x="598571" y="48099"/>
                  <a:pt x="596012" y="45037"/>
                </a:cubicBezTo>
                <a:cubicBezTo>
                  <a:pt x="592082" y="40285"/>
                  <a:pt x="586986" y="37908"/>
                  <a:pt x="580725" y="37908"/>
                </a:cubicBezTo>
                <a:cubicBezTo>
                  <a:pt x="575059" y="37908"/>
                  <a:pt x="570294" y="39805"/>
                  <a:pt x="566433" y="43598"/>
                </a:cubicBezTo>
                <a:cubicBezTo>
                  <a:pt x="562571" y="47391"/>
                  <a:pt x="560435" y="52464"/>
                  <a:pt x="560023" y="58816"/>
                </a:cubicBezTo>
                <a:close/>
                <a:moveTo>
                  <a:pt x="628340" y="102208"/>
                </a:moveTo>
                <a:lnTo>
                  <a:pt x="628340" y="29408"/>
                </a:lnTo>
                <a:lnTo>
                  <a:pt x="639445" y="29408"/>
                </a:lnTo>
                <a:lnTo>
                  <a:pt x="639445" y="40444"/>
                </a:lnTo>
                <a:cubicBezTo>
                  <a:pt x="642278" y="35280"/>
                  <a:pt x="644894" y="31876"/>
                  <a:pt x="647294" y="30231"/>
                </a:cubicBezTo>
                <a:cubicBezTo>
                  <a:pt x="649693" y="28585"/>
                  <a:pt x="652332" y="27763"/>
                  <a:pt x="655211" y="27763"/>
                </a:cubicBezTo>
                <a:cubicBezTo>
                  <a:pt x="659370" y="27763"/>
                  <a:pt x="663597" y="29088"/>
                  <a:pt x="667893" y="31739"/>
                </a:cubicBezTo>
                <a:lnTo>
                  <a:pt x="663643" y="43186"/>
                </a:lnTo>
                <a:cubicBezTo>
                  <a:pt x="660627" y="41404"/>
                  <a:pt x="657610" y="40513"/>
                  <a:pt x="654594" y="40513"/>
                </a:cubicBezTo>
                <a:cubicBezTo>
                  <a:pt x="651898" y="40513"/>
                  <a:pt x="649476" y="41324"/>
                  <a:pt x="647328" y="42947"/>
                </a:cubicBezTo>
                <a:cubicBezTo>
                  <a:pt x="645180" y="44569"/>
                  <a:pt x="643649" y="46820"/>
                  <a:pt x="642735" y="49699"/>
                </a:cubicBezTo>
                <a:cubicBezTo>
                  <a:pt x="641364" y="54086"/>
                  <a:pt x="640679" y="58884"/>
                  <a:pt x="640679" y="64094"/>
                </a:cubicBezTo>
                <a:lnTo>
                  <a:pt x="640679" y="102208"/>
                </a:lnTo>
                <a:lnTo>
                  <a:pt x="628340" y="102208"/>
                </a:lnTo>
                <a:close/>
                <a:moveTo>
                  <a:pt x="724641" y="78764"/>
                </a:moveTo>
                <a:lnTo>
                  <a:pt x="737392" y="80341"/>
                </a:lnTo>
                <a:cubicBezTo>
                  <a:pt x="735381" y="87790"/>
                  <a:pt x="731656" y="93571"/>
                  <a:pt x="726218" y="97684"/>
                </a:cubicBezTo>
                <a:cubicBezTo>
                  <a:pt x="720780" y="101797"/>
                  <a:pt x="713833" y="103853"/>
                  <a:pt x="705379" y="103853"/>
                </a:cubicBezTo>
                <a:cubicBezTo>
                  <a:pt x="694731" y="103853"/>
                  <a:pt x="686288" y="100574"/>
                  <a:pt x="680050" y="94016"/>
                </a:cubicBezTo>
                <a:cubicBezTo>
                  <a:pt x="673812" y="87458"/>
                  <a:pt x="670693" y="78261"/>
                  <a:pt x="670693" y="66425"/>
                </a:cubicBezTo>
                <a:cubicBezTo>
                  <a:pt x="670693" y="54177"/>
                  <a:pt x="673846" y="44672"/>
                  <a:pt x="680152" y="37908"/>
                </a:cubicBezTo>
                <a:cubicBezTo>
                  <a:pt x="686459" y="31145"/>
                  <a:pt x="694639" y="27763"/>
                  <a:pt x="704693" y="27763"/>
                </a:cubicBezTo>
                <a:cubicBezTo>
                  <a:pt x="714427" y="27763"/>
                  <a:pt x="722379" y="31076"/>
                  <a:pt x="728549" y="37702"/>
                </a:cubicBezTo>
                <a:cubicBezTo>
                  <a:pt x="734718" y="44329"/>
                  <a:pt x="737803" y="53652"/>
                  <a:pt x="737803" y="65671"/>
                </a:cubicBezTo>
                <a:cubicBezTo>
                  <a:pt x="737803" y="66402"/>
                  <a:pt x="737780" y="67499"/>
                  <a:pt x="737734" y="68961"/>
                </a:cubicBezTo>
                <a:lnTo>
                  <a:pt x="683443" y="68961"/>
                </a:lnTo>
                <a:cubicBezTo>
                  <a:pt x="683900" y="76959"/>
                  <a:pt x="686162" y="83083"/>
                  <a:pt x="690229" y="87333"/>
                </a:cubicBezTo>
                <a:cubicBezTo>
                  <a:pt x="694297" y="91583"/>
                  <a:pt x="699369" y="93708"/>
                  <a:pt x="705447" y="93708"/>
                </a:cubicBezTo>
                <a:cubicBezTo>
                  <a:pt x="709972" y="93708"/>
                  <a:pt x="713833" y="92520"/>
                  <a:pt x="717032" y="90143"/>
                </a:cubicBezTo>
                <a:cubicBezTo>
                  <a:pt x="720231" y="87767"/>
                  <a:pt x="722768" y="83974"/>
                  <a:pt x="724641" y="78764"/>
                </a:cubicBezTo>
                <a:moveTo>
                  <a:pt x="684128" y="58816"/>
                </a:moveTo>
                <a:lnTo>
                  <a:pt x="724778" y="58816"/>
                </a:lnTo>
                <a:cubicBezTo>
                  <a:pt x="724230" y="52692"/>
                  <a:pt x="722676" y="48099"/>
                  <a:pt x="720117" y="45037"/>
                </a:cubicBezTo>
                <a:cubicBezTo>
                  <a:pt x="716187" y="40285"/>
                  <a:pt x="711091" y="37908"/>
                  <a:pt x="704830" y="37908"/>
                </a:cubicBezTo>
                <a:cubicBezTo>
                  <a:pt x="699164" y="37908"/>
                  <a:pt x="694399" y="39805"/>
                  <a:pt x="690538" y="43598"/>
                </a:cubicBezTo>
                <a:cubicBezTo>
                  <a:pt x="686676" y="47391"/>
                  <a:pt x="684540" y="52464"/>
                  <a:pt x="684128" y="58816"/>
                </a:cubicBezTo>
                <a:close/>
                <a:moveTo>
                  <a:pt x="838554" y="93228"/>
                </a:moveTo>
                <a:cubicBezTo>
                  <a:pt x="833984" y="97112"/>
                  <a:pt x="829585" y="99854"/>
                  <a:pt x="825358" y="101454"/>
                </a:cubicBezTo>
                <a:cubicBezTo>
                  <a:pt x="821131" y="103053"/>
                  <a:pt x="816595" y="103853"/>
                  <a:pt x="811751" y="103853"/>
                </a:cubicBezTo>
                <a:cubicBezTo>
                  <a:pt x="803753" y="103853"/>
                  <a:pt x="797607" y="101899"/>
                  <a:pt x="793311" y="97992"/>
                </a:cubicBezTo>
                <a:cubicBezTo>
                  <a:pt x="789015" y="94085"/>
                  <a:pt x="786867" y="89092"/>
                  <a:pt x="786867" y="83014"/>
                </a:cubicBezTo>
                <a:cubicBezTo>
                  <a:pt x="786867" y="79449"/>
                  <a:pt x="787678" y="76193"/>
                  <a:pt x="789301" y="73246"/>
                </a:cubicBezTo>
                <a:cubicBezTo>
                  <a:pt x="790923" y="70298"/>
                  <a:pt x="793048" y="67933"/>
                  <a:pt x="795676" y="66151"/>
                </a:cubicBezTo>
                <a:cubicBezTo>
                  <a:pt x="798303" y="64368"/>
                  <a:pt x="801263" y="63020"/>
                  <a:pt x="804553" y="62106"/>
                </a:cubicBezTo>
                <a:cubicBezTo>
                  <a:pt x="806975" y="61466"/>
                  <a:pt x="810631" y="60849"/>
                  <a:pt x="815521" y="60255"/>
                </a:cubicBezTo>
                <a:cubicBezTo>
                  <a:pt x="825484" y="59067"/>
                  <a:pt x="832818" y="57650"/>
                  <a:pt x="837525" y="56005"/>
                </a:cubicBezTo>
                <a:cubicBezTo>
                  <a:pt x="837571" y="54314"/>
                  <a:pt x="837594" y="53240"/>
                  <a:pt x="837594" y="52783"/>
                </a:cubicBezTo>
                <a:cubicBezTo>
                  <a:pt x="837594" y="47756"/>
                  <a:pt x="836429" y="44215"/>
                  <a:pt x="834098" y="42158"/>
                </a:cubicBezTo>
                <a:cubicBezTo>
                  <a:pt x="830945" y="39371"/>
                  <a:pt x="826260" y="37977"/>
                  <a:pt x="820045" y="37977"/>
                </a:cubicBezTo>
                <a:cubicBezTo>
                  <a:pt x="814241" y="37977"/>
                  <a:pt x="809957" y="38993"/>
                  <a:pt x="807192" y="41027"/>
                </a:cubicBezTo>
                <a:cubicBezTo>
                  <a:pt x="804427" y="43061"/>
                  <a:pt x="802382" y="46660"/>
                  <a:pt x="801057" y="51824"/>
                </a:cubicBezTo>
                <a:lnTo>
                  <a:pt x="788992" y="50179"/>
                </a:lnTo>
                <a:cubicBezTo>
                  <a:pt x="790089" y="45014"/>
                  <a:pt x="791894" y="40844"/>
                  <a:pt x="794408" y="37668"/>
                </a:cubicBezTo>
                <a:cubicBezTo>
                  <a:pt x="796921" y="34492"/>
                  <a:pt x="800554" y="32047"/>
                  <a:pt x="805307" y="30333"/>
                </a:cubicBezTo>
                <a:cubicBezTo>
                  <a:pt x="810060" y="28620"/>
                  <a:pt x="815567" y="27763"/>
                  <a:pt x="821828" y="27763"/>
                </a:cubicBezTo>
                <a:cubicBezTo>
                  <a:pt x="828043" y="27763"/>
                  <a:pt x="833093" y="28494"/>
                  <a:pt x="836977" y="29956"/>
                </a:cubicBezTo>
                <a:cubicBezTo>
                  <a:pt x="840862" y="31419"/>
                  <a:pt x="843718" y="33258"/>
                  <a:pt x="845546" y="35475"/>
                </a:cubicBezTo>
                <a:cubicBezTo>
                  <a:pt x="847374" y="37691"/>
                  <a:pt x="848653" y="40490"/>
                  <a:pt x="849385" y="43872"/>
                </a:cubicBezTo>
                <a:cubicBezTo>
                  <a:pt x="849796" y="45974"/>
                  <a:pt x="850002" y="49767"/>
                  <a:pt x="850002" y="55251"/>
                </a:cubicBezTo>
                <a:lnTo>
                  <a:pt x="850002" y="71703"/>
                </a:lnTo>
                <a:cubicBezTo>
                  <a:pt x="850002" y="83174"/>
                  <a:pt x="850264" y="90429"/>
                  <a:pt x="850790" y="93468"/>
                </a:cubicBezTo>
                <a:cubicBezTo>
                  <a:pt x="851315" y="96507"/>
                  <a:pt x="852355" y="99420"/>
                  <a:pt x="853909" y="102208"/>
                </a:cubicBezTo>
                <a:lnTo>
                  <a:pt x="841022" y="102208"/>
                </a:lnTo>
                <a:cubicBezTo>
                  <a:pt x="839742" y="99649"/>
                  <a:pt x="838919" y="96655"/>
                  <a:pt x="838554" y="93228"/>
                </a:cubicBezTo>
                <a:moveTo>
                  <a:pt x="837525" y="65671"/>
                </a:moveTo>
                <a:cubicBezTo>
                  <a:pt x="833047" y="67499"/>
                  <a:pt x="826329" y="69053"/>
                  <a:pt x="817372" y="70332"/>
                </a:cubicBezTo>
                <a:cubicBezTo>
                  <a:pt x="812299" y="71063"/>
                  <a:pt x="808712" y="71886"/>
                  <a:pt x="806609" y="72800"/>
                </a:cubicBezTo>
                <a:cubicBezTo>
                  <a:pt x="804507" y="73714"/>
                  <a:pt x="802885" y="75051"/>
                  <a:pt x="801742" y="76810"/>
                </a:cubicBezTo>
                <a:cubicBezTo>
                  <a:pt x="800600" y="78570"/>
                  <a:pt x="800029" y="80523"/>
                  <a:pt x="800029" y="82671"/>
                </a:cubicBezTo>
                <a:cubicBezTo>
                  <a:pt x="800029" y="85962"/>
                  <a:pt x="801274" y="88704"/>
                  <a:pt x="803765" y="90897"/>
                </a:cubicBezTo>
                <a:cubicBezTo>
                  <a:pt x="806255" y="93091"/>
                  <a:pt x="809900" y="94188"/>
                  <a:pt x="814698" y="94188"/>
                </a:cubicBezTo>
                <a:cubicBezTo>
                  <a:pt x="819451" y="94188"/>
                  <a:pt x="823678" y="93148"/>
                  <a:pt x="827380" y="91069"/>
                </a:cubicBezTo>
                <a:cubicBezTo>
                  <a:pt x="831082" y="88989"/>
                  <a:pt x="833801" y="86144"/>
                  <a:pt x="835538" y="82534"/>
                </a:cubicBezTo>
                <a:cubicBezTo>
                  <a:pt x="836863" y="79746"/>
                  <a:pt x="837525" y="75633"/>
                  <a:pt x="837525" y="70195"/>
                </a:cubicBezTo>
                <a:lnTo>
                  <a:pt x="837525" y="65671"/>
                </a:lnTo>
                <a:close/>
                <a:moveTo>
                  <a:pt x="868688" y="102208"/>
                </a:moveTo>
                <a:lnTo>
                  <a:pt x="868688" y="29408"/>
                </a:lnTo>
                <a:lnTo>
                  <a:pt x="879793" y="29408"/>
                </a:lnTo>
                <a:lnTo>
                  <a:pt x="879793" y="40444"/>
                </a:lnTo>
                <a:cubicBezTo>
                  <a:pt x="882626" y="35280"/>
                  <a:pt x="885243" y="31876"/>
                  <a:pt x="887642" y="30231"/>
                </a:cubicBezTo>
                <a:cubicBezTo>
                  <a:pt x="890041" y="28585"/>
                  <a:pt x="892680" y="27763"/>
                  <a:pt x="895559" y="27763"/>
                </a:cubicBezTo>
                <a:cubicBezTo>
                  <a:pt x="899718" y="27763"/>
                  <a:pt x="903945" y="29088"/>
                  <a:pt x="908241" y="31739"/>
                </a:cubicBezTo>
                <a:lnTo>
                  <a:pt x="903991" y="43186"/>
                </a:lnTo>
                <a:cubicBezTo>
                  <a:pt x="900975" y="41404"/>
                  <a:pt x="897959" y="40513"/>
                  <a:pt x="894942" y="40513"/>
                </a:cubicBezTo>
                <a:cubicBezTo>
                  <a:pt x="892246" y="40513"/>
                  <a:pt x="889824" y="41324"/>
                  <a:pt x="887676" y="42947"/>
                </a:cubicBezTo>
                <a:cubicBezTo>
                  <a:pt x="885528" y="44569"/>
                  <a:pt x="883997" y="46820"/>
                  <a:pt x="883083" y="49699"/>
                </a:cubicBezTo>
                <a:cubicBezTo>
                  <a:pt x="881712" y="54086"/>
                  <a:pt x="881027" y="58884"/>
                  <a:pt x="881027" y="64094"/>
                </a:cubicBezTo>
                <a:lnTo>
                  <a:pt x="881027" y="102208"/>
                </a:lnTo>
                <a:lnTo>
                  <a:pt x="868688" y="102208"/>
                </a:lnTo>
                <a:close/>
                <a:moveTo>
                  <a:pt x="964989" y="78764"/>
                </a:moveTo>
                <a:lnTo>
                  <a:pt x="977740" y="80341"/>
                </a:lnTo>
                <a:cubicBezTo>
                  <a:pt x="975729" y="87790"/>
                  <a:pt x="972004" y="93571"/>
                  <a:pt x="966566" y="97684"/>
                </a:cubicBezTo>
                <a:cubicBezTo>
                  <a:pt x="961128" y="101797"/>
                  <a:pt x="954181" y="103853"/>
                  <a:pt x="945727" y="103853"/>
                </a:cubicBezTo>
                <a:cubicBezTo>
                  <a:pt x="935079" y="103853"/>
                  <a:pt x="926636" y="100574"/>
                  <a:pt x="920398" y="94016"/>
                </a:cubicBezTo>
                <a:cubicBezTo>
                  <a:pt x="914160" y="87458"/>
                  <a:pt x="911041" y="78261"/>
                  <a:pt x="911041" y="66425"/>
                </a:cubicBezTo>
                <a:cubicBezTo>
                  <a:pt x="911041" y="54177"/>
                  <a:pt x="914194" y="44672"/>
                  <a:pt x="920500" y="37908"/>
                </a:cubicBezTo>
                <a:cubicBezTo>
                  <a:pt x="926807" y="31145"/>
                  <a:pt x="934987" y="27763"/>
                  <a:pt x="945041" y="27763"/>
                </a:cubicBezTo>
                <a:cubicBezTo>
                  <a:pt x="954775" y="27763"/>
                  <a:pt x="962727" y="31076"/>
                  <a:pt x="968897" y="37702"/>
                </a:cubicBezTo>
                <a:cubicBezTo>
                  <a:pt x="975066" y="44329"/>
                  <a:pt x="978151" y="53652"/>
                  <a:pt x="978151" y="65671"/>
                </a:cubicBezTo>
                <a:cubicBezTo>
                  <a:pt x="978151" y="66402"/>
                  <a:pt x="978128" y="67499"/>
                  <a:pt x="978082" y="68961"/>
                </a:cubicBezTo>
                <a:lnTo>
                  <a:pt x="923791" y="68961"/>
                </a:lnTo>
                <a:cubicBezTo>
                  <a:pt x="924248" y="76959"/>
                  <a:pt x="926510" y="83083"/>
                  <a:pt x="930577" y="87333"/>
                </a:cubicBezTo>
                <a:cubicBezTo>
                  <a:pt x="934645" y="91583"/>
                  <a:pt x="939717" y="93708"/>
                  <a:pt x="945795" y="93708"/>
                </a:cubicBezTo>
                <a:cubicBezTo>
                  <a:pt x="950320" y="93708"/>
                  <a:pt x="954181" y="92520"/>
                  <a:pt x="957380" y="90143"/>
                </a:cubicBezTo>
                <a:cubicBezTo>
                  <a:pt x="960579" y="87767"/>
                  <a:pt x="963116" y="83974"/>
                  <a:pt x="964989" y="78764"/>
                </a:cubicBezTo>
                <a:moveTo>
                  <a:pt x="924476" y="58816"/>
                </a:moveTo>
                <a:lnTo>
                  <a:pt x="965126" y="58816"/>
                </a:lnTo>
                <a:cubicBezTo>
                  <a:pt x="964578" y="52692"/>
                  <a:pt x="963024" y="48099"/>
                  <a:pt x="960465" y="45037"/>
                </a:cubicBezTo>
                <a:cubicBezTo>
                  <a:pt x="956535" y="40285"/>
                  <a:pt x="951439" y="37908"/>
                  <a:pt x="945178" y="37908"/>
                </a:cubicBezTo>
                <a:cubicBezTo>
                  <a:pt x="939512" y="37908"/>
                  <a:pt x="934747" y="39805"/>
                  <a:pt x="930886" y="43598"/>
                </a:cubicBezTo>
                <a:cubicBezTo>
                  <a:pt x="927024" y="47391"/>
                  <a:pt x="924888" y="52464"/>
                  <a:pt x="924476" y="58816"/>
                </a:cubicBezTo>
                <a:close/>
                <a:moveTo>
                  <a:pt x="1058337" y="91171"/>
                </a:moveTo>
                <a:lnTo>
                  <a:pt x="1060119" y="102071"/>
                </a:lnTo>
                <a:cubicBezTo>
                  <a:pt x="1056646" y="102802"/>
                  <a:pt x="1053538" y="103168"/>
                  <a:pt x="1050796" y="103168"/>
                </a:cubicBezTo>
                <a:cubicBezTo>
                  <a:pt x="1046318" y="103168"/>
                  <a:pt x="1042845" y="102459"/>
                  <a:pt x="1040377" y="101043"/>
                </a:cubicBezTo>
                <a:cubicBezTo>
                  <a:pt x="1037909" y="99626"/>
                  <a:pt x="1036172" y="97764"/>
                  <a:pt x="1035167" y="95456"/>
                </a:cubicBezTo>
                <a:cubicBezTo>
                  <a:pt x="1034162" y="93148"/>
                  <a:pt x="1033659" y="88292"/>
                  <a:pt x="1033659" y="80889"/>
                </a:cubicBezTo>
                <a:lnTo>
                  <a:pt x="1033659" y="39005"/>
                </a:lnTo>
                <a:lnTo>
                  <a:pt x="1024610" y="39005"/>
                </a:lnTo>
                <a:lnTo>
                  <a:pt x="1024610" y="29408"/>
                </a:lnTo>
                <a:lnTo>
                  <a:pt x="1033659" y="29408"/>
                </a:lnTo>
                <a:lnTo>
                  <a:pt x="1033659" y="11379"/>
                </a:lnTo>
                <a:lnTo>
                  <a:pt x="1045929" y="3976"/>
                </a:lnTo>
                <a:lnTo>
                  <a:pt x="1045929" y="29408"/>
                </a:lnTo>
                <a:lnTo>
                  <a:pt x="1058337" y="29408"/>
                </a:lnTo>
                <a:lnTo>
                  <a:pt x="1058337" y="39005"/>
                </a:lnTo>
                <a:lnTo>
                  <a:pt x="1045929" y="39005"/>
                </a:lnTo>
                <a:lnTo>
                  <a:pt x="1045929" y="81574"/>
                </a:lnTo>
                <a:cubicBezTo>
                  <a:pt x="1045929" y="85093"/>
                  <a:pt x="1046146" y="87355"/>
                  <a:pt x="1046581" y="88361"/>
                </a:cubicBezTo>
                <a:cubicBezTo>
                  <a:pt x="1047015" y="89366"/>
                  <a:pt x="1047723" y="90166"/>
                  <a:pt x="1048706" y="90760"/>
                </a:cubicBezTo>
                <a:cubicBezTo>
                  <a:pt x="1049688" y="91354"/>
                  <a:pt x="1051093" y="91651"/>
                  <a:pt x="1052921" y="91651"/>
                </a:cubicBezTo>
                <a:cubicBezTo>
                  <a:pt x="1054292" y="91651"/>
                  <a:pt x="1056098" y="91491"/>
                  <a:pt x="1058337" y="91171"/>
                </a:cubicBezTo>
                <a:close/>
                <a:moveTo>
                  <a:pt x="1083300" y="102208"/>
                </a:moveTo>
                <a:lnTo>
                  <a:pt x="1061021" y="29408"/>
                </a:lnTo>
                <a:lnTo>
                  <a:pt x="1073771" y="29408"/>
                </a:lnTo>
                <a:lnTo>
                  <a:pt x="1085356" y="71429"/>
                </a:lnTo>
                <a:lnTo>
                  <a:pt x="1089675" y="87058"/>
                </a:lnTo>
                <a:cubicBezTo>
                  <a:pt x="1089857" y="86282"/>
                  <a:pt x="1091114" y="81277"/>
                  <a:pt x="1093445" y="72046"/>
                </a:cubicBezTo>
                <a:lnTo>
                  <a:pt x="1105030" y="29408"/>
                </a:lnTo>
                <a:lnTo>
                  <a:pt x="1117712" y="29408"/>
                </a:lnTo>
                <a:lnTo>
                  <a:pt x="1128611" y="71635"/>
                </a:lnTo>
                <a:lnTo>
                  <a:pt x="1132244" y="85550"/>
                </a:lnTo>
                <a:lnTo>
                  <a:pt x="1136426" y="71498"/>
                </a:lnTo>
                <a:lnTo>
                  <a:pt x="1148902" y="29408"/>
                </a:lnTo>
                <a:lnTo>
                  <a:pt x="1160898" y="29408"/>
                </a:lnTo>
                <a:lnTo>
                  <a:pt x="1138139" y="102208"/>
                </a:lnTo>
                <a:lnTo>
                  <a:pt x="1125321" y="102208"/>
                </a:lnTo>
                <a:lnTo>
                  <a:pt x="1113736" y="58610"/>
                </a:lnTo>
                <a:lnTo>
                  <a:pt x="1110925" y="46203"/>
                </a:lnTo>
                <a:lnTo>
                  <a:pt x="1096187" y="102208"/>
                </a:lnTo>
                <a:lnTo>
                  <a:pt x="1083300" y="102208"/>
                </a:lnTo>
                <a:close/>
                <a:moveTo>
                  <a:pt x="1166633" y="65808"/>
                </a:moveTo>
                <a:cubicBezTo>
                  <a:pt x="1166633" y="52326"/>
                  <a:pt x="1170380" y="42341"/>
                  <a:pt x="1177875" y="35852"/>
                </a:cubicBezTo>
                <a:cubicBezTo>
                  <a:pt x="1184136" y="30459"/>
                  <a:pt x="1191768" y="27763"/>
                  <a:pt x="1200771" y="27763"/>
                </a:cubicBezTo>
                <a:cubicBezTo>
                  <a:pt x="1210779" y="27763"/>
                  <a:pt x="1218959" y="31042"/>
                  <a:pt x="1225311" y="37600"/>
                </a:cubicBezTo>
                <a:cubicBezTo>
                  <a:pt x="1231664" y="44158"/>
                  <a:pt x="1234840" y="53218"/>
                  <a:pt x="1234840" y="64780"/>
                </a:cubicBezTo>
                <a:cubicBezTo>
                  <a:pt x="1234840" y="74148"/>
                  <a:pt x="1233435" y="81517"/>
                  <a:pt x="1230624" y="86887"/>
                </a:cubicBezTo>
                <a:cubicBezTo>
                  <a:pt x="1227813" y="92257"/>
                  <a:pt x="1223723" y="96427"/>
                  <a:pt x="1218354" y="99397"/>
                </a:cubicBezTo>
                <a:cubicBezTo>
                  <a:pt x="1212984" y="102368"/>
                  <a:pt x="1207123" y="103853"/>
                  <a:pt x="1200771" y="103853"/>
                </a:cubicBezTo>
                <a:cubicBezTo>
                  <a:pt x="1190579" y="103853"/>
                  <a:pt x="1182342" y="100586"/>
                  <a:pt x="1176058" y="94051"/>
                </a:cubicBezTo>
                <a:cubicBezTo>
                  <a:pt x="1169775" y="87515"/>
                  <a:pt x="1166633" y="78101"/>
                  <a:pt x="1166633" y="65808"/>
                </a:cubicBezTo>
                <a:moveTo>
                  <a:pt x="1179314" y="65808"/>
                </a:moveTo>
                <a:cubicBezTo>
                  <a:pt x="1179314" y="75131"/>
                  <a:pt x="1181348" y="82111"/>
                  <a:pt x="1185415" y="86750"/>
                </a:cubicBezTo>
                <a:cubicBezTo>
                  <a:pt x="1189483" y="91388"/>
                  <a:pt x="1194601" y="93708"/>
                  <a:pt x="1200771" y="93708"/>
                </a:cubicBezTo>
                <a:cubicBezTo>
                  <a:pt x="1206894" y="93708"/>
                  <a:pt x="1211990" y="91377"/>
                  <a:pt x="1216057" y="86716"/>
                </a:cubicBezTo>
                <a:cubicBezTo>
                  <a:pt x="1220124" y="82054"/>
                  <a:pt x="1222158" y="74948"/>
                  <a:pt x="1222158" y="65397"/>
                </a:cubicBezTo>
                <a:cubicBezTo>
                  <a:pt x="1222158" y="56394"/>
                  <a:pt x="1220113" y="49573"/>
                  <a:pt x="1216023" y="44934"/>
                </a:cubicBezTo>
                <a:cubicBezTo>
                  <a:pt x="1211933" y="40296"/>
                  <a:pt x="1206849" y="37977"/>
                  <a:pt x="1200771" y="37977"/>
                </a:cubicBezTo>
                <a:cubicBezTo>
                  <a:pt x="1194601" y="37977"/>
                  <a:pt x="1189483" y="40285"/>
                  <a:pt x="1185415" y="44900"/>
                </a:cubicBezTo>
                <a:cubicBezTo>
                  <a:pt x="1181348" y="49516"/>
                  <a:pt x="1179314" y="56485"/>
                  <a:pt x="1179314" y="65808"/>
                </a:cubicBezTo>
                <a:close/>
                <a:moveTo>
                  <a:pt x="1334974" y="93228"/>
                </a:moveTo>
                <a:cubicBezTo>
                  <a:pt x="1330404" y="97112"/>
                  <a:pt x="1326005" y="99854"/>
                  <a:pt x="1321778" y="101454"/>
                </a:cubicBezTo>
                <a:cubicBezTo>
                  <a:pt x="1317551" y="103053"/>
                  <a:pt x="1313015" y="103853"/>
                  <a:pt x="1308171" y="103853"/>
                </a:cubicBezTo>
                <a:cubicBezTo>
                  <a:pt x="1300173" y="103853"/>
                  <a:pt x="1294027" y="101899"/>
                  <a:pt x="1289731" y="97992"/>
                </a:cubicBezTo>
                <a:cubicBezTo>
                  <a:pt x="1285435" y="94085"/>
                  <a:pt x="1283287" y="89092"/>
                  <a:pt x="1283287" y="83014"/>
                </a:cubicBezTo>
                <a:cubicBezTo>
                  <a:pt x="1283287" y="79449"/>
                  <a:pt x="1284098" y="76193"/>
                  <a:pt x="1285721" y="73246"/>
                </a:cubicBezTo>
                <a:cubicBezTo>
                  <a:pt x="1287343" y="70298"/>
                  <a:pt x="1289468" y="67933"/>
                  <a:pt x="1292096" y="66151"/>
                </a:cubicBezTo>
                <a:cubicBezTo>
                  <a:pt x="1294723" y="64368"/>
                  <a:pt x="1297683" y="63020"/>
                  <a:pt x="1300973" y="62106"/>
                </a:cubicBezTo>
                <a:cubicBezTo>
                  <a:pt x="1303395" y="61466"/>
                  <a:pt x="1307051" y="60849"/>
                  <a:pt x="1311941" y="60255"/>
                </a:cubicBezTo>
                <a:cubicBezTo>
                  <a:pt x="1321904" y="59067"/>
                  <a:pt x="1329238" y="57650"/>
                  <a:pt x="1333945" y="56005"/>
                </a:cubicBezTo>
                <a:cubicBezTo>
                  <a:pt x="1333991" y="54314"/>
                  <a:pt x="1334014" y="53240"/>
                  <a:pt x="1334014" y="52783"/>
                </a:cubicBezTo>
                <a:cubicBezTo>
                  <a:pt x="1334014" y="47756"/>
                  <a:pt x="1332849" y="44215"/>
                  <a:pt x="1330518" y="42158"/>
                </a:cubicBezTo>
                <a:cubicBezTo>
                  <a:pt x="1327365" y="39371"/>
                  <a:pt x="1322680" y="37977"/>
                  <a:pt x="1316465" y="37977"/>
                </a:cubicBezTo>
                <a:cubicBezTo>
                  <a:pt x="1310661" y="37977"/>
                  <a:pt x="1306377" y="38993"/>
                  <a:pt x="1303612" y="41027"/>
                </a:cubicBezTo>
                <a:cubicBezTo>
                  <a:pt x="1300847" y="43061"/>
                  <a:pt x="1298802" y="46660"/>
                  <a:pt x="1297477" y="51824"/>
                </a:cubicBezTo>
                <a:lnTo>
                  <a:pt x="1285412" y="50179"/>
                </a:lnTo>
                <a:cubicBezTo>
                  <a:pt x="1286509" y="45014"/>
                  <a:pt x="1288314" y="40844"/>
                  <a:pt x="1290828" y="37668"/>
                </a:cubicBezTo>
                <a:cubicBezTo>
                  <a:pt x="1293341" y="34492"/>
                  <a:pt x="1296974" y="32047"/>
                  <a:pt x="1301727" y="30333"/>
                </a:cubicBezTo>
                <a:cubicBezTo>
                  <a:pt x="1306480" y="28620"/>
                  <a:pt x="1311987" y="27763"/>
                  <a:pt x="1318248" y="27763"/>
                </a:cubicBezTo>
                <a:cubicBezTo>
                  <a:pt x="1324463" y="27763"/>
                  <a:pt x="1329513" y="28494"/>
                  <a:pt x="1333397" y="29956"/>
                </a:cubicBezTo>
                <a:cubicBezTo>
                  <a:pt x="1337282" y="31419"/>
                  <a:pt x="1340138" y="33258"/>
                  <a:pt x="1341966" y="35475"/>
                </a:cubicBezTo>
                <a:cubicBezTo>
                  <a:pt x="1343794" y="37691"/>
                  <a:pt x="1345073" y="40490"/>
                  <a:pt x="1345805" y="43872"/>
                </a:cubicBezTo>
                <a:cubicBezTo>
                  <a:pt x="1346216" y="45974"/>
                  <a:pt x="1346422" y="49767"/>
                  <a:pt x="1346422" y="55251"/>
                </a:cubicBezTo>
                <a:lnTo>
                  <a:pt x="1346422" y="71703"/>
                </a:lnTo>
                <a:cubicBezTo>
                  <a:pt x="1346422" y="83174"/>
                  <a:pt x="1346684" y="90429"/>
                  <a:pt x="1347210" y="93468"/>
                </a:cubicBezTo>
                <a:cubicBezTo>
                  <a:pt x="1347735" y="96507"/>
                  <a:pt x="1348775" y="99420"/>
                  <a:pt x="1350329" y="102208"/>
                </a:cubicBezTo>
                <a:lnTo>
                  <a:pt x="1337442" y="102208"/>
                </a:lnTo>
                <a:cubicBezTo>
                  <a:pt x="1336162" y="99649"/>
                  <a:pt x="1335339" y="96655"/>
                  <a:pt x="1334974" y="93228"/>
                </a:cubicBezTo>
                <a:moveTo>
                  <a:pt x="1333945" y="65671"/>
                </a:moveTo>
                <a:cubicBezTo>
                  <a:pt x="1329467" y="67499"/>
                  <a:pt x="1322749" y="69053"/>
                  <a:pt x="1313792" y="70332"/>
                </a:cubicBezTo>
                <a:cubicBezTo>
                  <a:pt x="1308719" y="71063"/>
                  <a:pt x="1305132" y="71886"/>
                  <a:pt x="1303029" y="72800"/>
                </a:cubicBezTo>
                <a:cubicBezTo>
                  <a:pt x="1300927" y="73714"/>
                  <a:pt x="1299305" y="75051"/>
                  <a:pt x="1298162" y="76810"/>
                </a:cubicBezTo>
                <a:cubicBezTo>
                  <a:pt x="1297020" y="78570"/>
                  <a:pt x="1296449" y="80523"/>
                  <a:pt x="1296449" y="82671"/>
                </a:cubicBezTo>
                <a:cubicBezTo>
                  <a:pt x="1296449" y="85962"/>
                  <a:pt x="1297694" y="88704"/>
                  <a:pt x="1300185" y="90897"/>
                </a:cubicBezTo>
                <a:cubicBezTo>
                  <a:pt x="1302675" y="93091"/>
                  <a:pt x="1306320" y="94188"/>
                  <a:pt x="1311118" y="94188"/>
                </a:cubicBezTo>
                <a:cubicBezTo>
                  <a:pt x="1315871" y="94188"/>
                  <a:pt x="1320098" y="93148"/>
                  <a:pt x="1323800" y="91069"/>
                </a:cubicBezTo>
                <a:cubicBezTo>
                  <a:pt x="1327502" y="88989"/>
                  <a:pt x="1330221" y="86144"/>
                  <a:pt x="1331958" y="82534"/>
                </a:cubicBezTo>
                <a:cubicBezTo>
                  <a:pt x="1333283" y="79746"/>
                  <a:pt x="1333945" y="75633"/>
                  <a:pt x="1333945" y="70195"/>
                </a:cubicBezTo>
                <a:lnTo>
                  <a:pt x="1333945" y="65671"/>
                </a:lnTo>
                <a:close/>
                <a:moveTo>
                  <a:pt x="1365245" y="130108"/>
                </a:moveTo>
                <a:lnTo>
                  <a:pt x="1365245" y="29408"/>
                </a:lnTo>
                <a:lnTo>
                  <a:pt x="1376487" y="29408"/>
                </a:lnTo>
                <a:lnTo>
                  <a:pt x="1376487" y="38868"/>
                </a:lnTo>
                <a:cubicBezTo>
                  <a:pt x="1379138" y="35166"/>
                  <a:pt x="1382131" y="32390"/>
                  <a:pt x="1385467" y="30539"/>
                </a:cubicBezTo>
                <a:cubicBezTo>
                  <a:pt x="1388803" y="28688"/>
                  <a:pt x="1392848" y="27763"/>
                  <a:pt x="1397600" y="27763"/>
                </a:cubicBezTo>
                <a:cubicBezTo>
                  <a:pt x="1403816" y="27763"/>
                  <a:pt x="1409300" y="29362"/>
                  <a:pt x="1414052" y="32561"/>
                </a:cubicBezTo>
                <a:cubicBezTo>
                  <a:pt x="1418805" y="35760"/>
                  <a:pt x="1422393" y="40273"/>
                  <a:pt x="1424815" y="46100"/>
                </a:cubicBezTo>
                <a:cubicBezTo>
                  <a:pt x="1427237" y="51927"/>
                  <a:pt x="1428448" y="58313"/>
                  <a:pt x="1428448" y="65260"/>
                </a:cubicBezTo>
                <a:cubicBezTo>
                  <a:pt x="1428448" y="72709"/>
                  <a:pt x="1427111" y="79415"/>
                  <a:pt x="1424438" y="85379"/>
                </a:cubicBezTo>
                <a:cubicBezTo>
                  <a:pt x="1421764" y="91343"/>
                  <a:pt x="1417880" y="95913"/>
                  <a:pt x="1412784" y="99089"/>
                </a:cubicBezTo>
                <a:cubicBezTo>
                  <a:pt x="1407689" y="102265"/>
                  <a:pt x="1402330" y="103853"/>
                  <a:pt x="1396709" y="103853"/>
                </a:cubicBezTo>
                <a:cubicBezTo>
                  <a:pt x="1392596" y="103853"/>
                  <a:pt x="1388906" y="102985"/>
                  <a:pt x="1385638" y="101248"/>
                </a:cubicBezTo>
                <a:cubicBezTo>
                  <a:pt x="1382371" y="99512"/>
                  <a:pt x="1379686" y="97318"/>
                  <a:pt x="1377584" y="94667"/>
                </a:cubicBezTo>
                <a:lnTo>
                  <a:pt x="1377584" y="130108"/>
                </a:lnTo>
                <a:lnTo>
                  <a:pt x="1365245" y="130108"/>
                </a:lnTo>
                <a:moveTo>
                  <a:pt x="1376418" y="66219"/>
                </a:moveTo>
                <a:cubicBezTo>
                  <a:pt x="1376418" y="75588"/>
                  <a:pt x="1378315" y="82511"/>
                  <a:pt x="1382108" y="86990"/>
                </a:cubicBezTo>
                <a:cubicBezTo>
                  <a:pt x="1385901" y="91468"/>
                  <a:pt x="1390494" y="93708"/>
                  <a:pt x="1395887" y="93708"/>
                </a:cubicBezTo>
                <a:cubicBezTo>
                  <a:pt x="1401371" y="93708"/>
                  <a:pt x="1406066" y="91388"/>
                  <a:pt x="1409974" y="86750"/>
                </a:cubicBezTo>
                <a:cubicBezTo>
                  <a:pt x="1413881" y="82111"/>
                  <a:pt x="1415835" y="74925"/>
                  <a:pt x="1415835" y="65191"/>
                </a:cubicBezTo>
                <a:cubicBezTo>
                  <a:pt x="1415835" y="55914"/>
                  <a:pt x="1413927" y="48967"/>
                  <a:pt x="1410111" y="44352"/>
                </a:cubicBezTo>
                <a:cubicBezTo>
                  <a:pt x="1406295" y="39736"/>
                  <a:pt x="1401736" y="37428"/>
                  <a:pt x="1396435" y="37428"/>
                </a:cubicBezTo>
                <a:cubicBezTo>
                  <a:pt x="1391179" y="37428"/>
                  <a:pt x="1386530" y="39885"/>
                  <a:pt x="1382485" y="44797"/>
                </a:cubicBezTo>
                <a:cubicBezTo>
                  <a:pt x="1378441" y="49710"/>
                  <a:pt x="1376418" y="56851"/>
                  <a:pt x="1376418" y="66219"/>
                </a:cubicBezTo>
                <a:close/>
                <a:moveTo>
                  <a:pt x="1443021" y="130108"/>
                </a:moveTo>
                <a:lnTo>
                  <a:pt x="1443021" y="29408"/>
                </a:lnTo>
                <a:lnTo>
                  <a:pt x="1454263" y="29408"/>
                </a:lnTo>
                <a:lnTo>
                  <a:pt x="1454263" y="38868"/>
                </a:lnTo>
                <a:cubicBezTo>
                  <a:pt x="1456914" y="35166"/>
                  <a:pt x="1459907" y="32390"/>
                  <a:pt x="1463243" y="30539"/>
                </a:cubicBezTo>
                <a:cubicBezTo>
                  <a:pt x="1466580" y="28688"/>
                  <a:pt x="1470624" y="27763"/>
                  <a:pt x="1475377" y="27763"/>
                </a:cubicBezTo>
                <a:cubicBezTo>
                  <a:pt x="1481592" y="27763"/>
                  <a:pt x="1487076" y="29362"/>
                  <a:pt x="1491829" y="32561"/>
                </a:cubicBezTo>
                <a:cubicBezTo>
                  <a:pt x="1496582" y="35760"/>
                  <a:pt x="1500169" y="40273"/>
                  <a:pt x="1502591" y="46100"/>
                </a:cubicBezTo>
                <a:cubicBezTo>
                  <a:pt x="1505013" y="51927"/>
                  <a:pt x="1506224" y="58313"/>
                  <a:pt x="1506224" y="65260"/>
                </a:cubicBezTo>
                <a:cubicBezTo>
                  <a:pt x="1506224" y="72709"/>
                  <a:pt x="1504887" y="79415"/>
                  <a:pt x="1502214" y="85379"/>
                </a:cubicBezTo>
                <a:cubicBezTo>
                  <a:pt x="1499541" y="91343"/>
                  <a:pt x="1495656" y="95913"/>
                  <a:pt x="1490561" y="99089"/>
                </a:cubicBezTo>
                <a:cubicBezTo>
                  <a:pt x="1485465" y="102265"/>
                  <a:pt x="1480107" y="103853"/>
                  <a:pt x="1474486" y="103853"/>
                </a:cubicBezTo>
                <a:cubicBezTo>
                  <a:pt x="1470373" y="103853"/>
                  <a:pt x="1466682" y="102985"/>
                  <a:pt x="1463415" y="101248"/>
                </a:cubicBezTo>
                <a:cubicBezTo>
                  <a:pt x="1460147" y="99512"/>
                  <a:pt x="1457462" y="97318"/>
                  <a:pt x="1455360" y="94667"/>
                </a:cubicBezTo>
                <a:lnTo>
                  <a:pt x="1455360" y="130108"/>
                </a:lnTo>
                <a:lnTo>
                  <a:pt x="1443021" y="130108"/>
                </a:lnTo>
                <a:moveTo>
                  <a:pt x="1454195" y="66219"/>
                </a:moveTo>
                <a:cubicBezTo>
                  <a:pt x="1454195" y="75588"/>
                  <a:pt x="1456091" y="82511"/>
                  <a:pt x="1459884" y="86990"/>
                </a:cubicBezTo>
                <a:cubicBezTo>
                  <a:pt x="1463678" y="91468"/>
                  <a:pt x="1468270" y="93708"/>
                  <a:pt x="1473663" y="93708"/>
                </a:cubicBezTo>
                <a:cubicBezTo>
                  <a:pt x="1479147" y="93708"/>
                  <a:pt x="1483843" y="91388"/>
                  <a:pt x="1487750" y="86750"/>
                </a:cubicBezTo>
                <a:cubicBezTo>
                  <a:pt x="1491657" y="82111"/>
                  <a:pt x="1493611" y="74925"/>
                  <a:pt x="1493611" y="65191"/>
                </a:cubicBezTo>
                <a:cubicBezTo>
                  <a:pt x="1493611" y="55914"/>
                  <a:pt x="1491703" y="48967"/>
                  <a:pt x="1487887" y="44352"/>
                </a:cubicBezTo>
                <a:cubicBezTo>
                  <a:pt x="1484071" y="39736"/>
                  <a:pt x="1479513" y="37428"/>
                  <a:pt x="1474211" y="37428"/>
                </a:cubicBezTo>
                <a:cubicBezTo>
                  <a:pt x="1468956" y="37428"/>
                  <a:pt x="1464306" y="39885"/>
                  <a:pt x="1460261" y="44797"/>
                </a:cubicBezTo>
                <a:cubicBezTo>
                  <a:pt x="1456217" y="49710"/>
                  <a:pt x="1454195" y="56851"/>
                  <a:pt x="1454195" y="66219"/>
                </a:cubicBezTo>
                <a:close/>
                <a:moveTo>
                  <a:pt x="1520523" y="102208"/>
                </a:moveTo>
                <a:lnTo>
                  <a:pt x="1520523" y="1714"/>
                </a:lnTo>
                <a:lnTo>
                  <a:pt x="1532862" y="1714"/>
                </a:lnTo>
                <a:lnTo>
                  <a:pt x="1532862" y="102208"/>
                </a:lnTo>
                <a:lnTo>
                  <a:pt x="1520523" y="102208"/>
                </a:lnTo>
                <a:close/>
                <a:moveTo>
                  <a:pt x="1602081" y="78764"/>
                </a:moveTo>
                <a:lnTo>
                  <a:pt x="1614831" y="80341"/>
                </a:lnTo>
                <a:cubicBezTo>
                  <a:pt x="1612820" y="87790"/>
                  <a:pt x="1609096" y="93571"/>
                  <a:pt x="1603657" y="97684"/>
                </a:cubicBezTo>
                <a:cubicBezTo>
                  <a:pt x="1598219" y="101797"/>
                  <a:pt x="1591273" y="103853"/>
                  <a:pt x="1582818" y="103853"/>
                </a:cubicBezTo>
                <a:cubicBezTo>
                  <a:pt x="1572170" y="103853"/>
                  <a:pt x="1563727" y="100574"/>
                  <a:pt x="1557489" y="94016"/>
                </a:cubicBezTo>
                <a:cubicBezTo>
                  <a:pt x="1551251" y="87458"/>
                  <a:pt x="1548132" y="78261"/>
                  <a:pt x="1548132" y="66425"/>
                </a:cubicBezTo>
                <a:cubicBezTo>
                  <a:pt x="1548132" y="54177"/>
                  <a:pt x="1551285" y="44672"/>
                  <a:pt x="1557592" y="37908"/>
                </a:cubicBezTo>
                <a:cubicBezTo>
                  <a:pt x="1563898" y="31145"/>
                  <a:pt x="1572079" y="27763"/>
                  <a:pt x="1582133" y="27763"/>
                </a:cubicBezTo>
                <a:cubicBezTo>
                  <a:pt x="1591867" y="27763"/>
                  <a:pt x="1599818" y="31076"/>
                  <a:pt x="1605988" y="37702"/>
                </a:cubicBezTo>
                <a:cubicBezTo>
                  <a:pt x="1612157" y="44329"/>
                  <a:pt x="1615242" y="53652"/>
                  <a:pt x="1615242" y="65671"/>
                </a:cubicBezTo>
                <a:cubicBezTo>
                  <a:pt x="1615242" y="66402"/>
                  <a:pt x="1615219" y="67499"/>
                  <a:pt x="1615174" y="68961"/>
                </a:cubicBezTo>
                <a:lnTo>
                  <a:pt x="1560882" y="68961"/>
                </a:lnTo>
                <a:cubicBezTo>
                  <a:pt x="1561339" y="76959"/>
                  <a:pt x="1563601" y="83083"/>
                  <a:pt x="1567669" y="87333"/>
                </a:cubicBezTo>
                <a:cubicBezTo>
                  <a:pt x="1571736" y="91583"/>
                  <a:pt x="1576809" y="93708"/>
                  <a:pt x="1582887" y="93708"/>
                </a:cubicBezTo>
                <a:cubicBezTo>
                  <a:pt x="1587411" y="93708"/>
                  <a:pt x="1591273" y="92520"/>
                  <a:pt x="1594472" y="90143"/>
                </a:cubicBezTo>
                <a:cubicBezTo>
                  <a:pt x="1597671" y="87767"/>
                  <a:pt x="1600207" y="83974"/>
                  <a:pt x="1602081" y="78764"/>
                </a:cubicBezTo>
                <a:moveTo>
                  <a:pt x="1561568" y="58816"/>
                </a:moveTo>
                <a:lnTo>
                  <a:pt x="1602218" y="58816"/>
                </a:lnTo>
                <a:cubicBezTo>
                  <a:pt x="1601669" y="52692"/>
                  <a:pt x="1600116" y="48099"/>
                  <a:pt x="1597556" y="45037"/>
                </a:cubicBezTo>
                <a:cubicBezTo>
                  <a:pt x="1593626" y="40285"/>
                  <a:pt x="1588531" y="37908"/>
                  <a:pt x="1582270" y="37908"/>
                </a:cubicBezTo>
                <a:cubicBezTo>
                  <a:pt x="1576603" y="37908"/>
                  <a:pt x="1571839" y="39805"/>
                  <a:pt x="1567977" y="43598"/>
                </a:cubicBezTo>
                <a:cubicBezTo>
                  <a:pt x="1564115" y="47391"/>
                  <a:pt x="1561979" y="52464"/>
                  <a:pt x="1561568" y="58816"/>
                </a:cubicBezTo>
                <a:close/>
                <a:moveTo>
                  <a:pt x="1625085" y="80478"/>
                </a:moveTo>
                <a:lnTo>
                  <a:pt x="1637287" y="78558"/>
                </a:lnTo>
                <a:cubicBezTo>
                  <a:pt x="1637973" y="83448"/>
                  <a:pt x="1639881" y="87196"/>
                  <a:pt x="1643011" y="89800"/>
                </a:cubicBezTo>
                <a:cubicBezTo>
                  <a:pt x="1646142" y="92405"/>
                  <a:pt x="1650517" y="93708"/>
                  <a:pt x="1656138" y="93708"/>
                </a:cubicBezTo>
                <a:cubicBezTo>
                  <a:pt x="1661805" y="93708"/>
                  <a:pt x="1666010" y="92554"/>
                  <a:pt x="1668752" y="90246"/>
                </a:cubicBezTo>
                <a:cubicBezTo>
                  <a:pt x="1671494" y="87938"/>
                  <a:pt x="1672865" y="85230"/>
                  <a:pt x="1672865" y="82123"/>
                </a:cubicBezTo>
                <a:cubicBezTo>
                  <a:pt x="1672865" y="79335"/>
                  <a:pt x="1671654" y="77142"/>
                  <a:pt x="1669231" y="75542"/>
                </a:cubicBezTo>
                <a:cubicBezTo>
                  <a:pt x="1667541" y="74445"/>
                  <a:pt x="1663336" y="73051"/>
                  <a:pt x="1656618" y="71360"/>
                </a:cubicBezTo>
                <a:cubicBezTo>
                  <a:pt x="1647570" y="69075"/>
                  <a:pt x="1641297" y="67099"/>
                  <a:pt x="1637801" y="65431"/>
                </a:cubicBezTo>
                <a:cubicBezTo>
                  <a:pt x="1634305" y="63763"/>
                  <a:pt x="1631655" y="61455"/>
                  <a:pt x="1629850" y="58507"/>
                </a:cubicBezTo>
                <a:cubicBezTo>
                  <a:pt x="1628044" y="55560"/>
                  <a:pt x="1627142" y="52304"/>
                  <a:pt x="1627142" y="48739"/>
                </a:cubicBezTo>
                <a:cubicBezTo>
                  <a:pt x="1627142" y="45494"/>
                  <a:pt x="1627884" y="42490"/>
                  <a:pt x="1629370" y="39725"/>
                </a:cubicBezTo>
                <a:cubicBezTo>
                  <a:pt x="1630855" y="36960"/>
                  <a:pt x="1632877" y="34663"/>
                  <a:pt x="1635436" y="32835"/>
                </a:cubicBezTo>
                <a:cubicBezTo>
                  <a:pt x="1637356" y="31419"/>
                  <a:pt x="1639972" y="30219"/>
                  <a:pt x="1643285" y="29237"/>
                </a:cubicBezTo>
                <a:cubicBezTo>
                  <a:pt x="1646599" y="28254"/>
                  <a:pt x="1650152" y="27763"/>
                  <a:pt x="1653945" y="27763"/>
                </a:cubicBezTo>
                <a:cubicBezTo>
                  <a:pt x="1659657" y="27763"/>
                  <a:pt x="1664673" y="28585"/>
                  <a:pt x="1668992" y="30231"/>
                </a:cubicBezTo>
                <a:cubicBezTo>
                  <a:pt x="1673310" y="31876"/>
                  <a:pt x="1676498" y="34104"/>
                  <a:pt x="1678554" y="36914"/>
                </a:cubicBezTo>
                <a:cubicBezTo>
                  <a:pt x="1680611" y="39725"/>
                  <a:pt x="1682027" y="43484"/>
                  <a:pt x="1682804" y="48191"/>
                </a:cubicBezTo>
                <a:lnTo>
                  <a:pt x="1670740" y="49836"/>
                </a:lnTo>
                <a:cubicBezTo>
                  <a:pt x="1670191" y="46088"/>
                  <a:pt x="1668603" y="43164"/>
                  <a:pt x="1665975" y="41061"/>
                </a:cubicBezTo>
                <a:cubicBezTo>
                  <a:pt x="1663348" y="38959"/>
                  <a:pt x="1659634" y="37908"/>
                  <a:pt x="1654836" y="37908"/>
                </a:cubicBezTo>
                <a:cubicBezTo>
                  <a:pt x="1649169" y="37908"/>
                  <a:pt x="1645125" y="38845"/>
                  <a:pt x="1642703" y="40719"/>
                </a:cubicBezTo>
                <a:cubicBezTo>
                  <a:pt x="1640281" y="42592"/>
                  <a:pt x="1639069" y="44786"/>
                  <a:pt x="1639069" y="47299"/>
                </a:cubicBezTo>
                <a:cubicBezTo>
                  <a:pt x="1639069" y="48899"/>
                  <a:pt x="1639572" y="50338"/>
                  <a:pt x="1640578" y="51618"/>
                </a:cubicBezTo>
                <a:cubicBezTo>
                  <a:pt x="1641583" y="52943"/>
                  <a:pt x="1643160" y="54040"/>
                  <a:pt x="1645308" y="54908"/>
                </a:cubicBezTo>
                <a:cubicBezTo>
                  <a:pt x="1646541" y="55365"/>
                  <a:pt x="1650175" y="56417"/>
                  <a:pt x="1656207" y="58062"/>
                </a:cubicBezTo>
                <a:cubicBezTo>
                  <a:pt x="1664936" y="60392"/>
                  <a:pt x="1671025" y="62300"/>
                  <a:pt x="1674476" y="63786"/>
                </a:cubicBezTo>
                <a:cubicBezTo>
                  <a:pt x="1677926" y="65271"/>
                  <a:pt x="1680634" y="67430"/>
                  <a:pt x="1682599" y="70264"/>
                </a:cubicBezTo>
                <a:cubicBezTo>
                  <a:pt x="1684564" y="73097"/>
                  <a:pt x="1685546" y="76616"/>
                  <a:pt x="1685546" y="80820"/>
                </a:cubicBezTo>
                <a:cubicBezTo>
                  <a:pt x="1685546" y="84933"/>
                  <a:pt x="1684347" y="88806"/>
                  <a:pt x="1681947" y="92440"/>
                </a:cubicBezTo>
                <a:cubicBezTo>
                  <a:pt x="1679548" y="96073"/>
                  <a:pt x="1676086" y="98883"/>
                  <a:pt x="1671562" y="100871"/>
                </a:cubicBezTo>
                <a:cubicBezTo>
                  <a:pt x="1667038" y="102859"/>
                  <a:pt x="1661919" y="103853"/>
                  <a:pt x="1656207" y="103853"/>
                </a:cubicBezTo>
                <a:cubicBezTo>
                  <a:pt x="1646747" y="103853"/>
                  <a:pt x="1639538" y="101888"/>
                  <a:pt x="1634579" y="97958"/>
                </a:cubicBezTo>
                <a:cubicBezTo>
                  <a:pt x="1629621" y="94028"/>
                  <a:pt x="1626456" y="88201"/>
                  <a:pt x="1625085" y="80478"/>
                </a:cubicBezTo>
                <a:close/>
                <a:moveTo>
                  <a:pt x="1703431" y="102208"/>
                </a:moveTo>
                <a:lnTo>
                  <a:pt x="1703431" y="88155"/>
                </a:lnTo>
                <a:lnTo>
                  <a:pt x="1717484" y="88155"/>
                </a:lnTo>
                <a:lnTo>
                  <a:pt x="1717484" y="102208"/>
                </a:lnTo>
                <a:lnTo>
                  <a:pt x="1703431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Actions:James…thenopensthefridge,">
            <a:extLst xmlns:a="http://schemas.openxmlformats.org/drawingml/2006/main">
              <a:ext uri="{FF2B5EF4-FFF2-40B4-BE49-F238E27FC236}">
                <a16:creationId xmlns:a16="http://schemas.microsoft.com/office/drawing/2014/main" id="{9351F3E0-3727-471E-9281-7A49316A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13" y="5427720"/>
            <a:ext cx="2527035" cy="131753"/>
          </a:xfrm>
          <a:custGeom xmlns:a="http://schemas.openxmlformats.org/drawingml/2006/main">
            <a:pathLst>
              <a:path w="2527035" h="131753">
                <a:moveTo>
                  <a:pt x="100837" y="102208"/>
                </a:moveTo>
                <a:lnTo>
                  <a:pt x="78764" y="102208"/>
                </a:lnTo>
                <a:lnTo>
                  <a:pt x="69989" y="79381"/>
                </a:lnTo>
                <a:lnTo>
                  <a:pt x="29819" y="79381"/>
                </a:lnTo>
                <a:lnTo>
                  <a:pt x="21525" y="102208"/>
                </a:lnTo>
                <a:lnTo>
                  <a:pt x="0" y="102208"/>
                </a:lnTo>
                <a:lnTo>
                  <a:pt x="39142" y="1714"/>
                </a:lnTo>
                <a:lnTo>
                  <a:pt x="60598" y="1714"/>
                </a:lnTo>
                <a:lnTo>
                  <a:pt x="100837" y="102208"/>
                </a:lnTo>
                <a:moveTo>
                  <a:pt x="63477" y="62449"/>
                </a:moveTo>
                <a:lnTo>
                  <a:pt x="49630" y="25158"/>
                </a:lnTo>
                <a:lnTo>
                  <a:pt x="36057" y="62449"/>
                </a:lnTo>
                <a:lnTo>
                  <a:pt x="63477" y="62449"/>
                </a:lnTo>
                <a:close/>
                <a:moveTo>
                  <a:pt x="174972" y="50933"/>
                </a:moveTo>
                <a:lnTo>
                  <a:pt x="155984" y="54360"/>
                </a:lnTo>
                <a:cubicBezTo>
                  <a:pt x="155344" y="50567"/>
                  <a:pt x="153893" y="47711"/>
                  <a:pt x="151631" y="45791"/>
                </a:cubicBezTo>
                <a:cubicBezTo>
                  <a:pt x="149369" y="43872"/>
                  <a:pt x="146432" y="42912"/>
                  <a:pt x="142822" y="42912"/>
                </a:cubicBezTo>
                <a:cubicBezTo>
                  <a:pt x="138024" y="42912"/>
                  <a:pt x="134196" y="44569"/>
                  <a:pt x="131340" y="47882"/>
                </a:cubicBezTo>
                <a:cubicBezTo>
                  <a:pt x="128484" y="51195"/>
                  <a:pt x="127056" y="56736"/>
                  <a:pt x="127056" y="64505"/>
                </a:cubicBezTo>
                <a:cubicBezTo>
                  <a:pt x="127056" y="73143"/>
                  <a:pt x="128507" y="79244"/>
                  <a:pt x="131408" y="82808"/>
                </a:cubicBezTo>
                <a:cubicBezTo>
                  <a:pt x="134310" y="86373"/>
                  <a:pt x="138206" y="88155"/>
                  <a:pt x="143096" y="88155"/>
                </a:cubicBezTo>
                <a:cubicBezTo>
                  <a:pt x="146752" y="88155"/>
                  <a:pt x="149746" y="87116"/>
                  <a:pt x="152076" y="85036"/>
                </a:cubicBezTo>
                <a:cubicBezTo>
                  <a:pt x="154407" y="82957"/>
                  <a:pt x="156052" y="79381"/>
                  <a:pt x="157012" y="74308"/>
                </a:cubicBezTo>
                <a:lnTo>
                  <a:pt x="175932" y="77530"/>
                </a:lnTo>
                <a:cubicBezTo>
                  <a:pt x="173967" y="86213"/>
                  <a:pt x="170196" y="92771"/>
                  <a:pt x="164621" y="97204"/>
                </a:cubicBezTo>
                <a:cubicBezTo>
                  <a:pt x="159046" y="101637"/>
                  <a:pt x="151574" y="103853"/>
                  <a:pt x="142205" y="103853"/>
                </a:cubicBezTo>
                <a:cubicBezTo>
                  <a:pt x="131557" y="103853"/>
                  <a:pt x="123068" y="100494"/>
                  <a:pt x="116739" y="93776"/>
                </a:cubicBezTo>
                <a:cubicBezTo>
                  <a:pt x="110409" y="87058"/>
                  <a:pt x="107245" y="77758"/>
                  <a:pt x="107245" y="65876"/>
                </a:cubicBezTo>
                <a:cubicBezTo>
                  <a:pt x="107245" y="53857"/>
                  <a:pt x="110421" y="44500"/>
                  <a:pt x="116773" y="37805"/>
                </a:cubicBezTo>
                <a:cubicBezTo>
                  <a:pt x="123125" y="31110"/>
                  <a:pt x="131717" y="27763"/>
                  <a:pt x="142548" y="27763"/>
                </a:cubicBezTo>
                <a:cubicBezTo>
                  <a:pt x="151414" y="27763"/>
                  <a:pt x="158463" y="29671"/>
                  <a:pt x="163696" y="33487"/>
                </a:cubicBezTo>
                <a:cubicBezTo>
                  <a:pt x="168928" y="37303"/>
                  <a:pt x="172687" y="43118"/>
                  <a:pt x="174972" y="50933"/>
                </a:cubicBezTo>
                <a:close/>
                <a:moveTo>
                  <a:pt x="222711" y="29408"/>
                </a:moveTo>
                <a:lnTo>
                  <a:pt x="222711" y="44763"/>
                </a:lnTo>
                <a:lnTo>
                  <a:pt x="209549" y="44763"/>
                </a:lnTo>
                <a:lnTo>
                  <a:pt x="209549" y="74102"/>
                </a:lnTo>
                <a:cubicBezTo>
                  <a:pt x="209549" y="80043"/>
                  <a:pt x="209675" y="83505"/>
                  <a:pt x="209926" y="84488"/>
                </a:cubicBezTo>
                <a:cubicBezTo>
                  <a:pt x="210178" y="85470"/>
                  <a:pt x="210749" y="86282"/>
                  <a:pt x="211640" y="86921"/>
                </a:cubicBezTo>
                <a:cubicBezTo>
                  <a:pt x="212531" y="87561"/>
                  <a:pt x="213617" y="87881"/>
                  <a:pt x="214896" y="87881"/>
                </a:cubicBezTo>
                <a:cubicBezTo>
                  <a:pt x="216679" y="87881"/>
                  <a:pt x="219261" y="87264"/>
                  <a:pt x="222642" y="86030"/>
                </a:cubicBezTo>
                <a:lnTo>
                  <a:pt x="224288" y="100974"/>
                </a:lnTo>
                <a:cubicBezTo>
                  <a:pt x="219809" y="102893"/>
                  <a:pt x="214736" y="103853"/>
                  <a:pt x="209070" y="103853"/>
                </a:cubicBezTo>
                <a:cubicBezTo>
                  <a:pt x="205596" y="103853"/>
                  <a:pt x="202466" y="103270"/>
                  <a:pt x="199678" y="102105"/>
                </a:cubicBezTo>
                <a:cubicBezTo>
                  <a:pt x="196890" y="100940"/>
                  <a:pt x="194845" y="99432"/>
                  <a:pt x="193543" y="97581"/>
                </a:cubicBezTo>
                <a:cubicBezTo>
                  <a:pt x="192241" y="95730"/>
                  <a:pt x="191338" y="93228"/>
                  <a:pt x="190835" y="90075"/>
                </a:cubicBezTo>
                <a:cubicBezTo>
                  <a:pt x="190424" y="87835"/>
                  <a:pt x="190218" y="83311"/>
                  <a:pt x="190218" y="76502"/>
                </a:cubicBezTo>
                <a:lnTo>
                  <a:pt x="190218" y="44763"/>
                </a:lnTo>
                <a:lnTo>
                  <a:pt x="181375" y="44763"/>
                </a:lnTo>
                <a:lnTo>
                  <a:pt x="181375" y="29408"/>
                </a:lnTo>
                <a:lnTo>
                  <a:pt x="190218" y="29408"/>
                </a:lnTo>
                <a:lnTo>
                  <a:pt x="190218" y="14944"/>
                </a:lnTo>
                <a:lnTo>
                  <a:pt x="209549" y="3702"/>
                </a:lnTo>
                <a:lnTo>
                  <a:pt x="209549" y="29408"/>
                </a:lnTo>
                <a:lnTo>
                  <a:pt x="222711" y="29408"/>
                </a:lnTo>
                <a:close/>
                <a:moveTo>
                  <a:pt x="235712" y="19537"/>
                </a:moveTo>
                <a:lnTo>
                  <a:pt x="235712" y="1714"/>
                </a:lnTo>
                <a:lnTo>
                  <a:pt x="254975" y="1714"/>
                </a:lnTo>
                <a:lnTo>
                  <a:pt x="254975" y="19537"/>
                </a:lnTo>
                <a:lnTo>
                  <a:pt x="235712" y="19537"/>
                </a:lnTo>
                <a:moveTo>
                  <a:pt x="235712" y="102208"/>
                </a:moveTo>
                <a:lnTo>
                  <a:pt x="235712" y="29408"/>
                </a:lnTo>
                <a:lnTo>
                  <a:pt x="254975" y="29408"/>
                </a:lnTo>
                <a:lnTo>
                  <a:pt x="254975" y="102208"/>
                </a:lnTo>
                <a:lnTo>
                  <a:pt x="235712" y="102208"/>
                </a:lnTo>
                <a:close/>
                <a:moveTo>
                  <a:pt x="269779" y="64780"/>
                </a:moveTo>
                <a:cubicBezTo>
                  <a:pt x="269779" y="58382"/>
                  <a:pt x="271356" y="52189"/>
                  <a:pt x="274509" y="46203"/>
                </a:cubicBezTo>
                <a:cubicBezTo>
                  <a:pt x="277663" y="40216"/>
                  <a:pt x="282130" y="35646"/>
                  <a:pt x="287911" y="32493"/>
                </a:cubicBezTo>
                <a:cubicBezTo>
                  <a:pt x="293692" y="29339"/>
                  <a:pt x="300147" y="27763"/>
                  <a:pt x="307276" y="27763"/>
                </a:cubicBezTo>
                <a:cubicBezTo>
                  <a:pt x="318290" y="27763"/>
                  <a:pt x="327316" y="31339"/>
                  <a:pt x="334353" y="38491"/>
                </a:cubicBezTo>
                <a:cubicBezTo>
                  <a:pt x="341391" y="45643"/>
                  <a:pt x="344910" y="54680"/>
                  <a:pt x="344910" y="65602"/>
                </a:cubicBezTo>
                <a:cubicBezTo>
                  <a:pt x="344910" y="76616"/>
                  <a:pt x="341357" y="85745"/>
                  <a:pt x="334251" y="92988"/>
                </a:cubicBezTo>
                <a:cubicBezTo>
                  <a:pt x="327144" y="100231"/>
                  <a:pt x="318198" y="103853"/>
                  <a:pt x="307413" y="103853"/>
                </a:cubicBezTo>
                <a:cubicBezTo>
                  <a:pt x="300741" y="103853"/>
                  <a:pt x="294377" y="102345"/>
                  <a:pt x="288322" y="99329"/>
                </a:cubicBezTo>
                <a:cubicBezTo>
                  <a:pt x="282267" y="96313"/>
                  <a:pt x="277663" y="91891"/>
                  <a:pt x="274509" y="86064"/>
                </a:cubicBezTo>
                <a:cubicBezTo>
                  <a:pt x="271356" y="80238"/>
                  <a:pt x="269779" y="73143"/>
                  <a:pt x="269779" y="64780"/>
                </a:cubicBezTo>
                <a:moveTo>
                  <a:pt x="289522" y="65808"/>
                </a:moveTo>
                <a:cubicBezTo>
                  <a:pt x="289522" y="73029"/>
                  <a:pt x="291236" y="78558"/>
                  <a:pt x="294663" y="82397"/>
                </a:cubicBezTo>
                <a:cubicBezTo>
                  <a:pt x="298091" y="86236"/>
                  <a:pt x="302318" y="88155"/>
                  <a:pt x="307345" y="88155"/>
                </a:cubicBezTo>
                <a:cubicBezTo>
                  <a:pt x="312372" y="88155"/>
                  <a:pt x="316588" y="86236"/>
                  <a:pt x="319992" y="82397"/>
                </a:cubicBezTo>
                <a:cubicBezTo>
                  <a:pt x="323397" y="78558"/>
                  <a:pt x="325099" y="72983"/>
                  <a:pt x="325099" y="65671"/>
                </a:cubicBezTo>
                <a:cubicBezTo>
                  <a:pt x="325099" y="58542"/>
                  <a:pt x="323397" y="53058"/>
                  <a:pt x="319992" y="49219"/>
                </a:cubicBezTo>
                <a:cubicBezTo>
                  <a:pt x="316588" y="45380"/>
                  <a:pt x="312372" y="43461"/>
                  <a:pt x="307345" y="43461"/>
                </a:cubicBezTo>
                <a:cubicBezTo>
                  <a:pt x="302318" y="43461"/>
                  <a:pt x="298091" y="45380"/>
                  <a:pt x="294663" y="49219"/>
                </a:cubicBezTo>
                <a:cubicBezTo>
                  <a:pt x="291236" y="53058"/>
                  <a:pt x="289522" y="58587"/>
                  <a:pt x="289522" y="65808"/>
                </a:cubicBezTo>
                <a:close/>
                <a:moveTo>
                  <a:pt x="426149" y="102208"/>
                </a:moveTo>
                <a:lnTo>
                  <a:pt x="406886" y="102208"/>
                </a:lnTo>
                <a:lnTo>
                  <a:pt x="406886" y="65054"/>
                </a:lnTo>
                <a:cubicBezTo>
                  <a:pt x="406886" y="57193"/>
                  <a:pt x="406475" y="52109"/>
                  <a:pt x="405652" y="49802"/>
                </a:cubicBezTo>
                <a:cubicBezTo>
                  <a:pt x="404830" y="47494"/>
                  <a:pt x="403493" y="45700"/>
                  <a:pt x="401642" y="44420"/>
                </a:cubicBezTo>
                <a:cubicBezTo>
                  <a:pt x="399791" y="43141"/>
                  <a:pt x="397563" y="42501"/>
                  <a:pt x="394958" y="42501"/>
                </a:cubicBezTo>
                <a:cubicBezTo>
                  <a:pt x="391622" y="42501"/>
                  <a:pt x="388629" y="43415"/>
                  <a:pt x="385978" y="45243"/>
                </a:cubicBezTo>
                <a:cubicBezTo>
                  <a:pt x="383328" y="47071"/>
                  <a:pt x="381511" y="49493"/>
                  <a:pt x="380529" y="52509"/>
                </a:cubicBezTo>
                <a:cubicBezTo>
                  <a:pt x="379546" y="55525"/>
                  <a:pt x="379055" y="61101"/>
                  <a:pt x="379055" y="69235"/>
                </a:cubicBezTo>
                <a:lnTo>
                  <a:pt x="379055" y="102208"/>
                </a:lnTo>
                <a:lnTo>
                  <a:pt x="359792" y="102208"/>
                </a:lnTo>
                <a:lnTo>
                  <a:pt x="359792" y="29408"/>
                </a:lnTo>
                <a:lnTo>
                  <a:pt x="377684" y="29408"/>
                </a:lnTo>
                <a:lnTo>
                  <a:pt x="377684" y="40102"/>
                </a:lnTo>
                <a:cubicBezTo>
                  <a:pt x="384036" y="31876"/>
                  <a:pt x="392034" y="27763"/>
                  <a:pt x="401676" y="27763"/>
                </a:cubicBezTo>
                <a:cubicBezTo>
                  <a:pt x="405926" y="27763"/>
                  <a:pt x="409811" y="28528"/>
                  <a:pt x="413330" y="30059"/>
                </a:cubicBezTo>
                <a:cubicBezTo>
                  <a:pt x="416849" y="31590"/>
                  <a:pt x="419511" y="33544"/>
                  <a:pt x="421316" y="35920"/>
                </a:cubicBezTo>
                <a:cubicBezTo>
                  <a:pt x="423121" y="38297"/>
                  <a:pt x="424378" y="40993"/>
                  <a:pt x="425086" y="44009"/>
                </a:cubicBezTo>
                <a:cubicBezTo>
                  <a:pt x="425794" y="47025"/>
                  <a:pt x="426149" y="51344"/>
                  <a:pt x="426149" y="56965"/>
                </a:cubicBezTo>
                <a:lnTo>
                  <a:pt x="426149" y="102208"/>
                </a:lnTo>
                <a:close/>
                <a:moveTo>
                  <a:pt x="438837" y="81437"/>
                </a:moveTo>
                <a:lnTo>
                  <a:pt x="458168" y="78490"/>
                </a:lnTo>
                <a:cubicBezTo>
                  <a:pt x="458991" y="82237"/>
                  <a:pt x="460659" y="85082"/>
                  <a:pt x="463172" y="87024"/>
                </a:cubicBezTo>
                <a:cubicBezTo>
                  <a:pt x="465686" y="88966"/>
                  <a:pt x="469205" y="89938"/>
                  <a:pt x="473729" y="89938"/>
                </a:cubicBezTo>
                <a:cubicBezTo>
                  <a:pt x="478710" y="89938"/>
                  <a:pt x="482458" y="89024"/>
                  <a:pt x="484971" y="87196"/>
                </a:cubicBezTo>
                <a:cubicBezTo>
                  <a:pt x="486662" y="85916"/>
                  <a:pt x="487508" y="84202"/>
                  <a:pt x="487508" y="82054"/>
                </a:cubicBezTo>
                <a:cubicBezTo>
                  <a:pt x="487508" y="80592"/>
                  <a:pt x="487051" y="79381"/>
                  <a:pt x="486137" y="78421"/>
                </a:cubicBezTo>
                <a:cubicBezTo>
                  <a:pt x="485177" y="77507"/>
                  <a:pt x="483029" y="76662"/>
                  <a:pt x="479693" y="75885"/>
                </a:cubicBezTo>
                <a:cubicBezTo>
                  <a:pt x="464155" y="72457"/>
                  <a:pt x="454307" y="69327"/>
                  <a:pt x="450148" y="66493"/>
                </a:cubicBezTo>
                <a:cubicBezTo>
                  <a:pt x="444390" y="62563"/>
                  <a:pt x="441511" y="57102"/>
                  <a:pt x="441511" y="50110"/>
                </a:cubicBezTo>
                <a:cubicBezTo>
                  <a:pt x="441511" y="43803"/>
                  <a:pt x="444001" y="38502"/>
                  <a:pt x="448983" y="34206"/>
                </a:cubicBezTo>
                <a:cubicBezTo>
                  <a:pt x="453964" y="29911"/>
                  <a:pt x="461687" y="27763"/>
                  <a:pt x="472152" y="27763"/>
                </a:cubicBezTo>
                <a:cubicBezTo>
                  <a:pt x="482115" y="27763"/>
                  <a:pt x="489518" y="29385"/>
                  <a:pt x="494363" y="32630"/>
                </a:cubicBezTo>
                <a:cubicBezTo>
                  <a:pt x="499207" y="35874"/>
                  <a:pt x="502543" y="40673"/>
                  <a:pt x="504371" y="47025"/>
                </a:cubicBezTo>
                <a:lnTo>
                  <a:pt x="486205" y="50384"/>
                </a:lnTo>
                <a:cubicBezTo>
                  <a:pt x="485428" y="47551"/>
                  <a:pt x="483954" y="45380"/>
                  <a:pt x="481784" y="43872"/>
                </a:cubicBezTo>
                <a:cubicBezTo>
                  <a:pt x="479613" y="42364"/>
                  <a:pt x="476517" y="41610"/>
                  <a:pt x="472495" y="41610"/>
                </a:cubicBezTo>
                <a:cubicBezTo>
                  <a:pt x="467422" y="41610"/>
                  <a:pt x="463789" y="42318"/>
                  <a:pt x="461596" y="43735"/>
                </a:cubicBezTo>
                <a:cubicBezTo>
                  <a:pt x="460133" y="44740"/>
                  <a:pt x="459402" y="46043"/>
                  <a:pt x="459402" y="47642"/>
                </a:cubicBezTo>
                <a:cubicBezTo>
                  <a:pt x="459402" y="49013"/>
                  <a:pt x="460042" y="50179"/>
                  <a:pt x="461321" y="51138"/>
                </a:cubicBezTo>
                <a:cubicBezTo>
                  <a:pt x="463058" y="52418"/>
                  <a:pt x="469056" y="54223"/>
                  <a:pt x="479316" y="56554"/>
                </a:cubicBezTo>
                <a:cubicBezTo>
                  <a:pt x="489575" y="58884"/>
                  <a:pt x="496739" y="61741"/>
                  <a:pt x="500806" y="65122"/>
                </a:cubicBezTo>
                <a:cubicBezTo>
                  <a:pt x="504828" y="68550"/>
                  <a:pt x="506839" y="73326"/>
                  <a:pt x="506839" y="79449"/>
                </a:cubicBezTo>
                <a:cubicBezTo>
                  <a:pt x="506839" y="86122"/>
                  <a:pt x="504051" y="91857"/>
                  <a:pt x="498476" y="96655"/>
                </a:cubicBezTo>
                <a:cubicBezTo>
                  <a:pt x="492900" y="101454"/>
                  <a:pt x="484651" y="103853"/>
                  <a:pt x="473729" y="103853"/>
                </a:cubicBezTo>
                <a:cubicBezTo>
                  <a:pt x="463812" y="103853"/>
                  <a:pt x="455963" y="101842"/>
                  <a:pt x="450182" y="97821"/>
                </a:cubicBezTo>
                <a:cubicBezTo>
                  <a:pt x="444401" y="93799"/>
                  <a:pt x="440619" y="88338"/>
                  <a:pt x="438837" y="81437"/>
                </a:cubicBezTo>
                <a:close/>
                <a:moveTo>
                  <a:pt x="527158" y="48670"/>
                </a:moveTo>
                <a:lnTo>
                  <a:pt x="527158" y="29408"/>
                </a:lnTo>
                <a:lnTo>
                  <a:pt x="546420" y="29408"/>
                </a:lnTo>
                <a:lnTo>
                  <a:pt x="546420" y="48670"/>
                </a:lnTo>
                <a:lnTo>
                  <a:pt x="527158" y="48670"/>
                </a:lnTo>
                <a:moveTo>
                  <a:pt x="527158" y="102208"/>
                </a:moveTo>
                <a:lnTo>
                  <a:pt x="527158" y="82945"/>
                </a:lnTo>
                <a:lnTo>
                  <a:pt x="546420" y="82945"/>
                </a:lnTo>
                <a:lnTo>
                  <a:pt x="546420" y="102208"/>
                </a:lnTo>
                <a:lnTo>
                  <a:pt x="527158" y="102208"/>
                </a:lnTo>
                <a:close/>
                <a:moveTo>
                  <a:pt x="602038" y="73691"/>
                </a:moveTo>
                <a:lnTo>
                  <a:pt x="614034" y="72046"/>
                </a:lnTo>
                <a:cubicBezTo>
                  <a:pt x="614354" y="79724"/>
                  <a:pt x="615794" y="84979"/>
                  <a:pt x="618353" y="87812"/>
                </a:cubicBezTo>
                <a:cubicBezTo>
                  <a:pt x="620912" y="90646"/>
                  <a:pt x="624454" y="92063"/>
                  <a:pt x="628978" y="92063"/>
                </a:cubicBezTo>
                <a:cubicBezTo>
                  <a:pt x="632314" y="92063"/>
                  <a:pt x="635193" y="91297"/>
                  <a:pt x="637615" y="89766"/>
                </a:cubicBezTo>
                <a:cubicBezTo>
                  <a:pt x="640037" y="88235"/>
                  <a:pt x="641706" y="86156"/>
                  <a:pt x="642620" y="83528"/>
                </a:cubicBezTo>
                <a:cubicBezTo>
                  <a:pt x="643534" y="80900"/>
                  <a:pt x="643991" y="76707"/>
                  <a:pt x="643991" y="70949"/>
                </a:cubicBezTo>
                <a:lnTo>
                  <a:pt x="643991" y="1714"/>
                </a:lnTo>
                <a:lnTo>
                  <a:pt x="657289" y="1714"/>
                </a:lnTo>
                <a:lnTo>
                  <a:pt x="657289" y="70195"/>
                </a:lnTo>
                <a:cubicBezTo>
                  <a:pt x="657289" y="78604"/>
                  <a:pt x="656272" y="85116"/>
                  <a:pt x="654239" y="89732"/>
                </a:cubicBezTo>
                <a:cubicBezTo>
                  <a:pt x="652205" y="94348"/>
                  <a:pt x="648983" y="97866"/>
                  <a:pt x="644573" y="100289"/>
                </a:cubicBezTo>
                <a:cubicBezTo>
                  <a:pt x="640163" y="102711"/>
                  <a:pt x="634988" y="103922"/>
                  <a:pt x="629047" y="103922"/>
                </a:cubicBezTo>
                <a:cubicBezTo>
                  <a:pt x="620227" y="103922"/>
                  <a:pt x="613474" y="101385"/>
                  <a:pt x="608790" y="96313"/>
                </a:cubicBezTo>
                <a:cubicBezTo>
                  <a:pt x="604106" y="91240"/>
                  <a:pt x="601855" y="83699"/>
                  <a:pt x="602038" y="73691"/>
                </a:cubicBezTo>
                <a:close/>
                <a:moveTo>
                  <a:pt x="724695" y="93228"/>
                </a:moveTo>
                <a:cubicBezTo>
                  <a:pt x="720125" y="97112"/>
                  <a:pt x="715727" y="99854"/>
                  <a:pt x="711499" y="101454"/>
                </a:cubicBezTo>
                <a:cubicBezTo>
                  <a:pt x="707272" y="103053"/>
                  <a:pt x="702736" y="103853"/>
                  <a:pt x="697892" y="103853"/>
                </a:cubicBezTo>
                <a:cubicBezTo>
                  <a:pt x="689895" y="103853"/>
                  <a:pt x="683748" y="101899"/>
                  <a:pt x="679452" y="97992"/>
                </a:cubicBezTo>
                <a:cubicBezTo>
                  <a:pt x="675156" y="94085"/>
                  <a:pt x="673009" y="89092"/>
                  <a:pt x="673009" y="83014"/>
                </a:cubicBezTo>
                <a:cubicBezTo>
                  <a:pt x="673009" y="79449"/>
                  <a:pt x="673820" y="76193"/>
                  <a:pt x="675442" y="73246"/>
                </a:cubicBezTo>
                <a:cubicBezTo>
                  <a:pt x="677064" y="70298"/>
                  <a:pt x="679189" y="67933"/>
                  <a:pt x="681817" y="66151"/>
                </a:cubicBezTo>
                <a:cubicBezTo>
                  <a:pt x="684445" y="64368"/>
                  <a:pt x="687404" y="63020"/>
                  <a:pt x="690694" y="62106"/>
                </a:cubicBezTo>
                <a:cubicBezTo>
                  <a:pt x="693117" y="61466"/>
                  <a:pt x="696773" y="60849"/>
                  <a:pt x="701662" y="60255"/>
                </a:cubicBezTo>
                <a:cubicBezTo>
                  <a:pt x="711625" y="59067"/>
                  <a:pt x="718960" y="57650"/>
                  <a:pt x="723667" y="56005"/>
                </a:cubicBezTo>
                <a:cubicBezTo>
                  <a:pt x="723713" y="54314"/>
                  <a:pt x="723735" y="53240"/>
                  <a:pt x="723735" y="52783"/>
                </a:cubicBezTo>
                <a:cubicBezTo>
                  <a:pt x="723735" y="47756"/>
                  <a:pt x="722570" y="44215"/>
                  <a:pt x="720239" y="42158"/>
                </a:cubicBezTo>
                <a:cubicBezTo>
                  <a:pt x="717086" y="39371"/>
                  <a:pt x="712402" y="37977"/>
                  <a:pt x="706187" y="37977"/>
                </a:cubicBezTo>
                <a:cubicBezTo>
                  <a:pt x="700383" y="37977"/>
                  <a:pt x="696098" y="38993"/>
                  <a:pt x="693334" y="41027"/>
                </a:cubicBezTo>
                <a:cubicBezTo>
                  <a:pt x="690569" y="43061"/>
                  <a:pt x="688524" y="46660"/>
                  <a:pt x="687198" y="51824"/>
                </a:cubicBezTo>
                <a:lnTo>
                  <a:pt x="675134" y="50179"/>
                </a:lnTo>
                <a:cubicBezTo>
                  <a:pt x="676230" y="45014"/>
                  <a:pt x="678036" y="40844"/>
                  <a:pt x="680549" y="37668"/>
                </a:cubicBezTo>
                <a:cubicBezTo>
                  <a:pt x="683063" y="34492"/>
                  <a:pt x="686696" y="32047"/>
                  <a:pt x="691448" y="30333"/>
                </a:cubicBezTo>
                <a:cubicBezTo>
                  <a:pt x="696201" y="28620"/>
                  <a:pt x="701708" y="27763"/>
                  <a:pt x="707969" y="27763"/>
                </a:cubicBezTo>
                <a:cubicBezTo>
                  <a:pt x="714184" y="27763"/>
                  <a:pt x="719234" y="28494"/>
                  <a:pt x="723119" y="29956"/>
                </a:cubicBezTo>
                <a:cubicBezTo>
                  <a:pt x="727003" y="31419"/>
                  <a:pt x="729859" y="33258"/>
                  <a:pt x="731687" y="35475"/>
                </a:cubicBezTo>
                <a:cubicBezTo>
                  <a:pt x="733515" y="37691"/>
                  <a:pt x="734795" y="40490"/>
                  <a:pt x="735526" y="43872"/>
                </a:cubicBezTo>
                <a:cubicBezTo>
                  <a:pt x="735937" y="45974"/>
                  <a:pt x="736143" y="49767"/>
                  <a:pt x="736143" y="55251"/>
                </a:cubicBezTo>
                <a:lnTo>
                  <a:pt x="736143" y="71703"/>
                </a:lnTo>
                <a:cubicBezTo>
                  <a:pt x="736143" y="83174"/>
                  <a:pt x="736406" y="90429"/>
                  <a:pt x="736931" y="93468"/>
                </a:cubicBezTo>
                <a:cubicBezTo>
                  <a:pt x="737457" y="96507"/>
                  <a:pt x="738497" y="99420"/>
                  <a:pt x="740050" y="102208"/>
                </a:cubicBezTo>
                <a:lnTo>
                  <a:pt x="727163" y="102208"/>
                </a:lnTo>
                <a:cubicBezTo>
                  <a:pt x="725883" y="99649"/>
                  <a:pt x="725061" y="96655"/>
                  <a:pt x="724695" y="93228"/>
                </a:cubicBezTo>
                <a:moveTo>
                  <a:pt x="723667" y="65671"/>
                </a:moveTo>
                <a:cubicBezTo>
                  <a:pt x="719188" y="67499"/>
                  <a:pt x="712470" y="69053"/>
                  <a:pt x="703513" y="70332"/>
                </a:cubicBezTo>
                <a:cubicBezTo>
                  <a:pt x="698441" y="71063"/>
                  <a:pt x="694853" y="71886"/>
                  <a:pt x="692751" y="72800"/>
                </a:cubicBezTo>
                <a:cubicBezTo>
                  <a:pt x="690649" y="73714"/>
                  <a:pt x="689026" y="75051"/>
                  <a:pt x="687884" y="76810"/>
                </a:cubicBezTo>
                <a:cubicBezTo>
                  <a:pt x="686741" y="78570"/>
                  <a:pt x="686170" y="80523"/>
                  <a:pt x="686170" y="82671"/>
                </a:cubicBezTo>
                <a:cubicBezTo>
                  <a:pt x="686170" y="85962"/>
                  <a:pt x="687415" y="88704"/>
                  <a:pt x="689906" y="90897"/>
                </a:cubicBezTo>
                <a:cubicBezTo>
                  <a:pt x="692397" y="93091"/>
                  <a:pt x="696041" y="94188"/>
                  <a:pt x="700840" y="94188"/>
                </a:cubicBezTo>
                <a:cubicBezTo>
                  <a:pt x="705593" y="94188"/>
                  <a:pt x="709820" y="93148"/>
                  <a:pt x="713522" y="91069"/>
                </a:cubicBezTo>
                <a:cubicBezTo>
                  <a:pt x="717223" y="88989"/>
                  <a:pt x="719942" y="86144"/>
                  <a:pt x="721679" y="82534"/>
                </a:cubicBezTo>
                <a:cubicBezTo>
                  <a:pt x="723004" y="79746"/>
                  <a:pt x="723667" y="75633"/>
                  <a:pt x="723667" y="70195"/>
                </a:cubicBezTo>
                <a:lnTo>
                  <a:pt x="723667" y="65671"/>
                </a:lnTo>
                <a:close/>
                <a:moveTo>
                  <a:pt x="754994" y="102208"/>
                </a:moveTo>
                <a:lnTo>
                  <a:pt x="754994" y="29408"/>
                </a:lnTo>
                <a:lnTo>
                  <a:pt x="766031" y="29408"/>
                </a:lnTo>
                <a:lnTo>
                  <a:pt x="766031" y="39622"/>
                </a:lnTo>
                <a:cubicBezTo>
                  <a:pt x="768316" y="36057"/>
                  <a:pt x="771355" y="33190"/>
                  <a:pt x="775148" y="31019"/>
                </a:cubicBezTo>
                <a:cubicBezTo>
                  <a:pt x="778941" y="28848"/>
                  <a:pt x="783260" y="27763"/>
                  <a:pt x="788104" y="27763"/>
                </a:cubicBezTo>
                <a:cubicBezTo>
                  <a:pt x="793497" y="27763"/>
                  <a:pt x="797918" y="28882"/>
                  <a:pt x="801368" y="31122"/>
                </a:cubicBezTo>
                <a:cubicBezTo>
                  <a:pt x="804819" y="33361"/>
                  <a:pt x="807252" y="36491"/>
                  <a:pt x="808669" y="40513"/>
                </a:cubicBezTo>
                <a:cubicBezTo>
                  <a:pt x="814427" y="32013"/>
                  <a:pt x="821922" y="27763"/>
                  <a:pt x="831153" y="27763"/>
                </a:cubicBezTo>
                <a:cubicBezTo>
                  <a:pt x="838374" y="27763"/>
                  <a:pt x="843927" y="29762"/>
                  <a:pt x="847811" y="33761"/>
                </a:cubicBezTo>
                <a:cubicBezTo>
                  <a:pt x="851695" y="37760"/>
                  <a:pt x="853638" y="43918"/>
                  <a:pt x="853638" y="52235"/>
                </a:cubicBezTo>
                <a:lnTo>
                  <a:pt x="853638" y="102208"/>
                </a:lnTo>
                <a:lnTo>
                  <a:pt x="841367" y="102208"/>
                </a:lnTo>
                <a:lnTo>
                  <a:pt x="841367" y="56348"/>
                </a:lnTo>
                <a:cubicBezTo>
                  <a:pt x="841367" y="51412"/>
                  <a:pt x="840967" y="47859"/>
                  <a:pt x="840168" y="45689"/>
                </a:cubicBezTo>
                <a:cubicBezTo>
                  <a:pt x="839368" y="43518"/>
                  <a:pt x="837917" y="41770"/>
                  <a:pt x="835815" y="40444"/>
                </a:cubicBezTo>
                <a:cubicBezTo>
                  <a:pt x="833713" y="39119"/>
                  <a:pt x="831245" y="38457"/>
                  <a:pt x="828411" y="38457"/>
                </a:cubicBezTo>
                <a:cubicBezTo>
                  <a:pt x="823293" y="38457"/>
                  <a:pt x="819043" y="40159"/>
                  <a:pt x="815661" y="43563"/>
                </a:cubicBezTo>
                <a:cubicBezTo>
                  <a:pt x="812279" y="46968"/>
                  <a:pt x="810588" y="52418"/>
                  <a:pt x="810588" y="59913"/>
                </a:cubicBezTo>
                <a:lnTo>
                  <a:pt x="810588" y="102208"/>
                </a:lnTo>
                <a:lnTo>
                  <a:pt x="798249" y="102208"/>
                </a:lnTo>
                <a:lnTo>
                  <a:pt x="798249" y="54908"/>
                </a:lnTo>
                <a:cubicBezTo>
                  <a:pt x="798249" y="49424"/>
                  <a:pt x="797244" y="45312"/>
                  <a:pt x="795233" y="42570"/>
                </a:cubicBezTo>
                <a:cubicBezTo>
                  <a:pt x="793222" y="39828"/>
                  <a:pt x="789932" y="38457"/>
                  <a:pt x="785362" y="38457"/>
                </a:cubicBezTo>
                <a:cubicBezTo>
                  <a:pt x="781889" y="38457"/>
                  <a:pt x="778678" y="39371"/>
                  <a:pt x="775731" y="41199"/>
                </a:cubicBezTo>
                <a:cubicBezTo>
                  <a:pt x="772783" y="43027"/>
                  <a:pt x="770647" y="45700"/>
                  <a:pt x="769321" y="49219"/>
                </a:cubicBezTo>
                <a:cubicBezTo>
                  <a:pt x="767996" y="52738"/>
                  <a:pt x="767333" y="57810"/>
                  <a:pt x="767333" y="64437"/>
                </a:cubicBezTo>
                <a:lnTo>
                  <a:pt x="767333" y="102208"/>
                </a:lnTo>
                <a:lnTo>
                  <a:pt x="754994" y="102208"/>
                </a:lnTo>
                <a:close/>
                <a:moveTo>
                  <a:pt x="921101" y="78764"/>
                </a:moveTo>
                <a:lnTo>
                  <a:pt x="933852" y="80341"/>
                </a:lnTo>
                <a:cubicBezTo>
                  <a:pt x="931841" y="87790"/>
                  <a:pt x="928116" y="93571"/>
                  <a:pt x="922678" y="97684"/>
                </a:cubicBezTo>
                <a:cubicBezTo>
                  <a:pt x="917240" y="101797"/>
                  <a:pt x="910293" y="103853"/>
                  <a:pt x="901839" y="103853"/>
                </a:cubicBezTo>
                <a:cubicBezTo>
                  <a:pt x="891191" y="103853"/>
                  <a:pt x="882748" y="100574"/>
                  <a:pt x="876510" y="94016"/>
                </a:cubicBezTo>
                <a:cubicBezTo>
                  <a:pt x="870272" y="87458"/>
                  <a:pt x="867153" y="78261"/>
                  <a:pt x="867153" y="66425"/>
                </a:cubicBezTo>
                <a:cubicBezTo>
                  <a:pt x="867153" y="54177"/>
                  <a:pt x="870306" y="44672"/>
                  <a:pt x="876613" y="37908"/>
                </a:cubicBezTo>
                <a:cubicBezTo>
                  <a:pt x="882919" y="31145"/>
                  <a:pt x="891099" y="27763"/>
                  <a:pt x="901153" y="27763"/>
                </a:cubicBezTo>
                <a:cubicBezTo>
                  <a:pt x="910888" y="27763"/>
                  <a:pt x="918839" y="31076"/>
                  <a:pt x="925009" y="37702"/>
                </a:cubicBezTo>
                <a:cubicBezTo>
                  <a:pt x="931178" y="44329"/>
                  <a:pt x="934263" y="53652"/>
                  <a:pt x="934263" y="65671"/>
                </a:cubicBezTo>
                <a:cubicBezTo>
                  <a:pt x="934263" y="66402"/>
                  <a:pt x="934240" y="67499"/>
                  <a:pt x="934194" y="68961"/>
                </a:cubicBezTo>
                <a:lnTo>
                  <a:pt x="879903" y="68961"/>
                </a:lnTo>
                <a:cubicBezTo>
                  <a:pt x="880360" y="76959"/>
                  <a:pt x="882622" y="83083"/>
                  <a:pt x="886689" y="87333"/>
                </a:cubicBezTo>
                <a:cubicBezTo>
                  <a:pt x="890757" y="91583"/>
                  <a:pt x="895829" y="93708"/>
                  <a:pt x="901907" y="93708"/>
                </a:cubicBezTo>
                <a:cubicBezTo>
                  <a:pt x="906432" y="93708"/>
                  <a:pt x="910293" y="92520"/>
                  <a:pt x="913492" y="90143"/>
                </a:cubicBezTo>
                <a:cubicBezTo>
                  <a:pt x="916691" y="87767"/>
                  <a:pt x="919228" y="83974"/>
                  <a:pt x="921101" y="78764"/>
                </a:cubicBezTo>
                <a:moveTo>
                  <a:pt x="880588" y="58816"/>
                </a:moveTo>
                <a:lnTo>
                  <a:pt x="921239" y="58816"/>
                </a:lnTo>
                <a:cubicBezTo>
                  <a:pt x="920690" y="52692"/>
                  <a:pt x="919136" y="48099"/>
                  <a:pt x="916577" y="45037"/>
                </a:cubicBezTo>
                <a:cubicBezTo>
                  <a:pt x="912647" y="40285"/>
                  <a:pt x="907551" y="37908"/>
                  <a:pt x="901291" y="37908"/>
                </a:cubicBezTo>
                <a:cubicBezTo>
                  <a:pt x="895624" y="37908"/>
                  <a:pt x="890860" y="39805"/>
                  <a:pt x="886998" y="43598"/>
                </a:cubicBezTo>
                <a:cubicBezTo>
                  <a:pt x="883136" y="47391"/>
                  <a:pt x="881000" y="52464"/>
                  <a:pt x="880588" y="58816"/>
                </a:cubicBezTo>
                <a:close/>
                <a:moveTo>
                  <a:pt x="944134" y="80478"/>
                </a:moveTo>
                <a:lnTo>
                  <a:pt x="956336" y="78558"/>
                </a:lnTo>
                <a:cubicBezTo>
                  <a:pt x="957022" y="83448"/>
                  <a:pt x="958930" y="87196"/>
                  <a:pt x="962060" y="89800"/>
                </a:cubicBezTo>
                <a:cubicBezTo>
                  <a:pt x="965191" y="92405"/>
                  <a:pt x="969566" y="93708"/>
                  <a:pt x="975187" y="93708"/>
                </a:cubicBezTo>
                <a:cubicBezTo>
                  <a:pt x="980854" y="93708"/>
                  <a:pt x="985059" y="92554"/>
                  <a:pt x="987801" y="90246"/>
                </a:cubicBezTo>
                <a:cubicBezTo>
                  <a:pt x="990543" y="87938"/>
                  <a:pt x="991914" y="85230"/>
                  <a:pt x="991914" y="82123"/>
                </a:cubicBezTo>
                <a:cubicBezTo>
                  <a:pt x="991914" y="79335"/>
                  <a:pt x="990703" y="77142"/>
                  <a:pt x="988280" y="75542"/>
                </a:cubicBezTo>
                <a:cubicBezTo>
                  <a:pt x="986590" y="74445"/>
                  <a:pt x="982385" y="73051"/>
                  <a:pt x="975667" y="71360"/>
                </a:cubicBezTo>
                <a:cubicBezTo>
                  <a:pt x="966619" y="69075"/>
                  <a:pt x="960346" y="67099"/>
                  <a:pt x="956850" y="65431"/>
                </a:cubicBezTo>
                <a:cubicBezTo>
                  <a:pt x="953354" y="63763"/>
                  <a:pt x="950704" y="61455"/>
                  <a:pt x="948899" y="58507"/>
                </a:cubicBezTo>
                <a:cubicBezTo>
                  <a:pt x="947093" y="55560"/>
                  <a:pt x="946191" y="52304"/>
                  <a:pt x="946191" y="48739"/>
                </a:cubicBezTo>
                <a:cubicBezTo>
                  <a:pt x="946191" y="45494"/>
                  <a:pt x="946933" y="42490"/>
                  <a:pt x="948419" y="39725"/>
                </a:cubicBezTo>
                <a:cubicBezTo>
                  <a:pt x="949904" y="36960"/>
                  <a:pt x="951926" y="34663"/>
                  <a:pt x="954485" y="32835"/>
                </a:cubicBezTo>
                <a:cubicBezTo>
                  <a:pt x="956405" y="31419"/>
                  <a:pt x="959021" y="30219"/>
                  <a:pt x="962334" y="29237"/>
                </a:cubicBezTo>
                <a:cubicBezTo>
                  <a:pt x="965648" y="28254"/>
                  <a:pt x="969201" y="27763"/>
                  <a:pt x="972994" y="27763"/>
                </a:cubicBezTo>
                <a:cubicBezTo>
                  <a:pt x="978706" y="27763"/>
                  <a:pt x="983722" y="28585"/>
                  <a:pt x="988041" y="30231"/>
                </a:cubicBezTo>
                <a:cubicBezTo>
                  <a:pt x="992359" y="31876"/>
                  <a:pt x="995547" y="34104"/>
                  <a:pt x="997603" y="36914"/>
                </a:cubicBezTo>
                <a:cubicBezTo>
                  <a:pt x="999660" y="39725"/>
                  <a:pt x="1001076" y="43484"/>
                  <a:pt x="1001853" y="48191"/>
                </a:cubicBezTo>
                <a:lnTo>
                  <a:pt x="989789" y="49836"/>
                </a:lnTo>
                <a:cubicBezTo>
                  <a:pt x="989240" y="46088"/>
                  <a:pt x="987652" y="43164"/>
                  <a:pt x="985024" y="41061"/>
                </a:cubicBezTo>
                <a:cubicBezTo>
                  <a:pt x="982397" y="38959"/>
                  <a:pt x="978684" y="37908"/>
                  <a:pt x="973885" y="37908"/>
                </a:cubicBezTo>
                <a:cubicBezTo>
                  <a:pt x="968218" y="37908"/>
                  <a:pt x="964174" y="38845"/>
                  <a:pt x="961752" y="40719"/>
                </a:cubicBezTo>
                <a:cubicBezTo>
                  <a:pt x="959330" y="42592"/>
                  <a:pt x="958119" y="44786"/>
                  <a:pt x="958119" y="47299"/>
                </a:cubicBezTo>
                <a:cubicBezTo>
                  <a:pt x="958119" y="48899"/>
                  <a:pt x="958621" y="50338"/>
                  <a:pt x="959627" y="51618"/>
                </a:cubicBezTo>
                <a:cubicBezTo>
                  <a:pt x="960632" y="52943"/>
                  <a:pt x="962209" y="54040"/>
                  <a:pt x="964357" y="54908"/>
                </a:cubicBezTo>
                <a:cubicBezTo>
                  <a:pt x="965590" y="55365"/>
                  <a:pt x="969224" y="56417"/>
                  <a:pt x="975256" y="58062"/>
                </a:cubicBezTo>
                <a:cubicBezTo>
                  <a:pt x="983985" y="60392"/>
                  <a:pt x="990074" y="62300"/>
                  <a:pt x="993525" y="63786"/>
                </a:cubicBezTo>
                <a:cubicBezTo>
                  <a:pt x="996975" y="65271"/>
                  <a:pt x="999683" y="67430"/>
                  <a:pt x="1001648" y="70264"/>
                </a:cubicBezTo>
                <a:cubicBezTo>
                  <a:pt x="1003613" y="73097"/>
                  <a:pt x="1004595" y="76616"/>
                  <a:pt x="1004595" y="80820"/>
                </a:cubicBezTo>
                <a:cubicBezTo>
                  <a:pt x="1004595" y="84933"/>
                  <a:pt x="1003396" y="88806"/>
                  <a:pt x="1000997" y="92440"/>
                </a:cubicBezTo>
                <a:cubicBezTo>
                  <a:pt x="998597" y="96073"/>
                  <a:pt x="995135" y="98883"/>
                  <a:pt x="990611" y="100871"/>
                </a:cubicBezTo>
                <a:cubicBezTo>
                  <a:pt x="986087" y="102859"/>
                  <a:pt x="980968" y="103853"/>
                  <a:pt x="975256" y="103853"/>
                </a:cubicBezTo>
                <a:cubicBezTo>
                  <a:pt x="965796" y="103853"/>
                  <a:pt x="958587" y="101888"/>
                  <a:pt x="953629" y="97958"/>
                </a:cubicBezTo>
                <a:cubicBezTo>
                  <a:pt x="948670" y="94028"/>
                  <a:pt x="945505" y="88201"/>
                  <a:pt x="944134" y="80478"/>
                </a:cubicBezTo>
                <a:close/>
                <a:moveTo>
                  <a:pt x="1026142" y="102208"/>
                </a:moveTo>
                <a:lnTo>
                  <a:pt x="1026142" y="88155"/>
                </a:lnTo>
                <a:lnTo>
                  <a:pt x="1040194" y="88155"/>
                </a:lnTo>
                <a:lnTo>
                  <a:pt x="1040194" y="102208"/>
                </a:lnTo>
                <a:lnTo>
                  <a:pt x="1026142" y="102208"/>
                </a:lnTo>
                <a:moveTo>
                  <a:pt x="1072961" y="102208"/>
                </a:moveTo>
                <a:lnTo>
                  <a:pt x="1072961" y="88155"/>
                </a:lnTo>
                <a:lnTo>
                  <a:pt x="1087014" y="88155"/>
                </a:lnTo>
                <a:lnTo>
                  <a:pt x="1087014" y="102208"/>
                </a:lnTo>
                <a:lnTo>
                  <a:pt x="1072961" y="102208"/>
                </a:lnTo>
                <a:moveTo>
                  <a:pt x="1119712" y="102208"/>
                </a:moveTo>
                <a:lnTo>
                  <a:pt x="1119712" y="88155"/>
                </a:lnTo>
                <a:lnTo>
                  <a:pt x="1133834" y="88155"/>
                </a:lnTo>
                <a:lnTo>
                  <a:pt x="1133834" y="102208"/>
                </a:lnTo>
                <a:lnTo>
                  <a:pt x="1119712" y="102208"/>
                </a:lnTo>
                <a:close/>
                <a:moveTo>
                  <a:pt x="1224304" y="91171"/>
                </a:moveTo>
                <a:lnTo>
                  <a:pt x="1226087" y="102071"/>
                </a:lnTo>
                <a:cubicBezTo>
                  <a:pt x="1222613" y="102802"/>
                  <a:pt x="1219506" y="103168"/>
                  <a:pt x="1216764" y="103168"/>
                </a:cubicBezTo>
                <a:cubicBezTo>
                  <a:pt x="1212285" y="103168"/>
                  <a:pt x="1208812" y="102459"/>
                  <a:pt x="1206344" y="101043"/>
                </a:cubicBezTo>
                <a:cubicBezTo>
                  <a:pt x="1203876" y="99626"/>
                  <a:pt x="1202140" y="97764"/>
                  <a:pt x="1201134" y="95456"/>
                </a:cubicBezTo>
                <a:cubicBezTo>
                  <a:pt x="1200129" y="93148"/>
                  <a:pt x="1199626" y="88292"/>
                  <a:pt x="1199626" y="80889"/>
                </a:cubicBezTo>
                <a:lnTo>
                  <a:pt x="1199626" y="39005"/>
                </a:lnTo>
                <a:lnTo>
                  <a:pt x="1190578" y="39005"/>
                </a:lnTo>
                <a:lnTo>
                  <a:pt x="1190578" y="29408"/>
                </a:lnTo>
                <a:lnTo>
                  <a:pt x="1199626" y="29408"/>
                </a:lnTo>
                <a:lnTo>
                  <a:pt x="1199626" y="11379"/>
                </a:lnTo>
                <a:lnTo>
                  <a:pt x="1211897" y="3976"/>
                </a:lnTo>
                <a:lnTo>
                  <a:pt x="1211897" y="29408"/>
                </a:lnTo>
                <a:lnTo>
                  <a:pt x="1224304" y="29408"/>
                </a:lnTo>
                <a:lnTo>
                  <a:pt x="1224304" y="39005"/>
                </a:lnTo>
                <a:lnTo>
                  <a:pt x="1211897" y="39005"/>
                </a:lnTo>
                <a:lnTo>
                  <a:pt x="1211897" y="81574"/>
                </a:lnTo>
                <a:cubicBezTo>
                  <a:pt x="1211897" y="85093"/>
                  <a:pt x="1212114" y="87355"/>
                  <a:pt x="1212548" y="88361"/>
                </a:cubicBezTo>
                <a:cubicBezTo>
                  <a:pt x="1212982" y="89366"/>
                  <a:pt x="1213690" y="90166"/>
                  <a:pt x="1214673" y="90760"/>
                </a:cubicBezTo>
                <a:cubicBezTo>
                  <a:pt x="1215656" y="91354"/>
                  <a:pt x="1217061" y="91651"/>
                  <a:pt x="1218889" y="91651"/>
                </a:cubicBezTo>
                <a:cubicBezTo>
                  <a:pt x="1220260" y="91651"/>
                  <a:pt x="1222065" y="91491"/>
                  <a:pt x="1224304" y="91171"/>
                </a:cubicBezTo>
                <a:close/>
                <a:moveTo>
                  <a:pt x="1235859" y="102208"/>
                </a:moveTo>
                <a:lnTo>
                  <a:pt x="1235859" y="1714"/>
                </a:lnTo>
                <a:lnTo>
                  <a:pt x="1248198" y="1714"/>
                </a:lnTo>
                <a:lnTo>
                  <a:pt x="1248198" y="37771"/>
                </a:lnTo>
                <a:cubicBezTo>
                  <a:pt x="1253956" y="31099"/>
                  <a:pt x="1261223" y="27763"/>
                  <a:pt x="1269997" y="27763"/>
                </a:cubicBezTo>
                <a:cubicBezTo>
                  <a:pt x="1275390" y="27763"/>
                  <a:pt x="1280074" y="28825"/>
                  <a:pt x="1284050" y="30950"/>
                </a:cubicBezTo>
                <a:cubicBezTo>
                  <a:pt x="1288026" y="33075"/>
                  <a:pt x="1290870" y="36012"/>
                  <a:pt x="1292584" y="39759"/>
                </a:cubicBezTo>
                <a:cubicBezTo>
                  <a:pt x="1294298" y="43506"/>
                  <a:pt x="1295155" y="48945"/>
                  <a:pt x="1295155" y="56074"/>
                </a:cubicBezTo>
                <a:lnTo>
                  <a:pt x="1295155" y="102208"/>
                </a:lnTo>
                <a:lnTo>
                  <a:pt x="1282816" y="102208"/>
                </a:lnTo>
                <a:lnTo>
                  <a:pt x="1282816" y="56074"/>
                </a:lnTo>
                <a:cubicBezTo>
                  <a:pt x="1282816" y="49904"/>
                  <a:pt x="1281479" y="45414"/>
                  <a:pt x="1278806" y="42604"/>
                </a:cubicBezTo>
                <a:cubicBezTo>
                  <a:pt x="1276132" y="39793"/>
                  <a:pt x="1272351" y="38388"/>
                  <a:pt x="1267461" y="38388"/>
                </a:cubicBezTo>
                <a:cubicBezTo>
                  <a:pt x="1263805" y="38388"/>
                  <a:pt x="1260366" y="39336"/>
                  <a:pt x="1257144" y="41233"/>
                </a:cubicBezTo>
                <a:cubicBezTo>
                  <a:pt x="1253922" y="43129"/>
                  <a:pt x="1251626" y="45700"/>
                  <a:pt x="1250255" y="48945"/>
                </a:cubicBezTo>
                <a:cubicBezTo>
                  <a:pt x="1248884" y="52189"/>
                  <a:pt x="1248198" y="56668"/>
                  <a:pt x="1248198" y="62380"/>
                </a:cubicBezTo>
                <a:lnTo>
                  <a:pt x="1248198" y="102208"/>
                </a:lnTo>
                <a:lnTo>
                  <a:pt x="1235859" y="102208"/>
                </a:lnTo>
                <a:close/>
                <a:moveTo>
                  <a:pt x="1363499" y="78764"/>
                </a:moveTo>
                <a:lnTo>
                  <a:pt x="1376249" y="80341"/>
                </a:lnTo>
                <a:cubicBezTo>
                  <a:pt x="1374239" y="87790"/>
                  <a:pt x="1370514" y="93571"/>
                  <a:pt x="1365076" y="97684"/>
                </a:cubicBezTo>
                <a:cubicBezTo>
                  <a:pt x="1359638" y="101797"/>
                  <a:pt x="1352691" y="103853"/>
                  <a:pt x="1344237" y="103853"/>
                </a:cubicBezTo>
                <a:cubicBezTo>
                  <a:pt x="1333589" y="103853"/>
                  <a:pt x="1325145" y="100574"/>
                  <a:pt x="1318907" y="94016"/>
                </a:cubicBezTo>
                <a:cubicBezTo>
                  <a:pt x="1312669" y="87458"/>
                  <a:pt x="1309550" y="78261"/>
                  <a:pt x="1309550" y="66425"/>
                </a:cubicBezTo>
                <a:cubicBezTo>
                  <a:pt x="1309550" y="54177"/>
                  <a:pt x="1312704" y="44672"/>
                  <a:pt x="1319010" y="37908"/>
                </a:cubicBezTo>
                <a:cubicBezTo>
                  <a:pt x="1325317" y="31145"/>
                  <a:pt x="1333497" y="27763"/>
                  <a:pt x="1343551" y="27763"/>
                </a:cubicBezTo>
                <a:cubicBezTo>
                  <a:pt x="1353285" y="27763"/>
                  <a:pt x="1361237" y="31076"/>
                  <a:pt x="1367407" y="37702"/>
                </a:cubicBezTo>
                <a:cubicBezTo>
                  <a:pt x="1373576" y="44329"/>
                  <a:pt x="1376661" y="53652"/>
                  <a:pt x="1376661" y="65671"/>
                </a:cubicBezTo>
                <a:cubicBezTo>
                  <a:pt x="1376661" y="66402"/>
                  <a:pt x="1376638" y="67499"/>
                  <a:pt x="1376592" y="68961"/>
                </a:cubicBezTo>
                <a:lnTo>
                  <a:pt x="1322301" y="68961"/>
                </a:lnTo>
                <a:cubicBezTo>
                  <a:pt x="1322758" y="76959"/>
                  <a:pt x="1325020" y="83083"/>
                  <a:pt x="1329087" y="87333"/>
                </a:cubicBezTo>
                <a:cubicBezTo>
                  <a:pt x="1333154" y="91583"/>
                  <a:pt x="1338227" y="93708"/>
                  <a:pt x="1344305" y="93708"/>
                </a:cubicBezTo>
                <a:cubicBezTo>
                  <a:pt x="1348829" y="93708"/>
                  <a:pt x="1352691" y="92520"/>
                  <a:pt x="1355890" y="90143"/>
                </a:cubicBezTo>
                <a:cubicBezTo>
                  <a:pt x="1359089" y="87767"/>
                  <a:pt x="1361625" y="83974"/>
                  <a:pt x="1363499" y="78764"/>
                </a:cubicBezTo>
                <a:moveTo>
                  <a:pt x="1322986" y="58816"/>
                </a:moveTo>
                <a:lnTo>
                  <a:pt x="1363636" y="58816"/>
                </a:lnTo>
                <a:cubicBezTo>
                  <a:pt x="1363088" y="52692"/>
                  <a:pt x="1361534" y="48099"/>
                  <a:pt x="1358975" y="45037"/>
                </a:cubicBezTo>
                <a:cubicBezTo>
                  <a:pt x="1355045" y="40285"/>
                  <a:pt x="1349949" y="37908"/>
                  <a:pt x="1343688" y="37908"/>
                </a:cubicBezTo>
                <a:cubicBezTo>
                  <a:pt x="1338021" y="37908"/>
                  <a:pt x="1333257" y="39805"/>
                  <a:pt x="1329396" y="43598"/>
                </a:cubicBezTo>
                <a:cubicBezTo>
                  <a:pt x="1325534" y="47391"/>
                  <a:pt x="1323397" y="52464"/>
                  <a:pt x="1322986" y="58816"/>
                </a:cubicBezTo>
                <a:close/>
                <a:moveTo>
                  <a:pt x="1391468" y="102208"/>
                </a:moveTo>
                <a:lnTo>
                  <a:pt x="1391468" y="29408"/>
                </a:lnTo>
                <a:lnTo>
                  <a:pt x="1402573" y="29408"/>
                </a:lnTo>
                <a:lnTo>
                  <a:pt x="1402573" y="39759"/>
                </a:lnTo>
                <a:cubicBezTo>
                  <a:pt x="1407920" y="31761"/>
                  <a:pt x="1415643" y="27763"/>
                  <a:pt x="1425743" y="27763"/>
                </a:cubicBezTo>
                <a:cubicBezTo>
                  <a:pt x="1430130" y="27763"/>
                  <a:pt x="1434163" y="28551"/>
                  <a:pt x="1437842" y="30128"/>
                </a:cubicBezTo>
                <a:cubicBezTo>
                  <a:pt x="1441521" y="31704"/>
                  <a:pt x="1444274" y="33772"/>
                  <a:pt x="1446102" y="36331"/>
                </a:cubicBezTo>
                <a:cubicBezTo>
                  <a:pt x="1447930" y="38891"/>
                  <a:pt x="1449210" y="41930"/>
                  <a:pt x="1449941" y="45449"/>
                </a:cubicBezTo>
                <a:cubicBezTo>
                  <a:pt x="1450398" y="47734"/>
                  <a:pt x="1450626" y="51732"/>
                  <a:pt x="1450626" y="57445"/>
                </a:cubicBezTo>
                <a:lnTo>
                  <a:pt x="1450626" y="102208"/>
                </a:lnTo>
                <a:lnTo>
                  <a:pt x="1438287" y="102208"/>
                </a:lnTo>
                <a:lnTo>
                  <a:pt x="1438287" y="57925"/>
                </a:lnTo>
                <a:cubicBezTo>
                  <a:pt x="1438287" y="52898"/>
                  <a:pt x="1437807" y="49139"/>
                  <a:pt x="1436848" y="46648"/>
                </a:cubicBezTo>
                <a:cubicBezTo>
                  <a:pt x="1435888" y="44158"/>
                  <a:pt x="1434186" y="42170"/>
                  <a:pt x="1431741" y="40684"/>
                </a:cubicBezTo>
                <a:cubicBezTo>
                  <a:pt x="1429296" y="39199"/>
                  <a:pt x="1426428" y="38457"/>
                  <a:pt x="1423138" y="38457"/>
                </a:cubicBezTo>
                <a:cubicBezTo>
                  <a:pt x="1417882" y="38457"/>
                  <a:pt x="1413347" y="40125"/>
                  <a:pt x="1409531" y="43461"/>
                </a:cubicBezTo>
                <a:cubicBezTo>
                  <a:pt x="1405715" y="46797"/>
                  <a:pt x="1403807" y="53126"/>
                  <a:pt x="1403807" y="62449"/>
                </a:cubicBezTo>
                <a:lnTo>
                  <a:pt x="1403807" y="102208"/>
                </a:lnTo>
                <a:lnTo>
                  <a:pt x="1391468" y="102208"/>
                </a:lnTo>
                <a:close/>
                <a:moveTo>
                  <a:pt x="1503174" y="65808"/>
                </a:moveTo>
                <a:cubicBezTo>
                  <a:pt x="1503174" y="52326"/>
                  <a:pt x="1506922" y="42341"/>
                  <a:pt x="1514416" y="35852"/>
                </a:cubicBezTo>
                <a:cubicBezTo>
                  <a:pt x="1520677" y="30459"/>
                  <a:pt x="1528309" y="27763"/>
                  <a:pt x="1537312" y="27763"/>
                </a:cubicBezTo>
                <a:cubicBezTo>
                  <a:pt x="1547320" y="27763"/>
                  <a:pt x="1555501" y="31042"/>
                  <a:pt x="1561853" y="37600"/>
                </a:cubicBezTo>
                <a:cubicBezTo>
                  <a:pt x="1568205" y="44158"/>
                  <a:pt x="1571381" y="53218"/>
                  <a:pt x="1571381" y="64780"/>
                </a:cubicBezTo>
                <a:cubicBezTo>
                  <a:pt x="1571381" y="74148"/>
                  <a:pt x="1569976" y="81517"/>
                  <a:pt x="1567166" y="86887"/>
                </a:cubicBezTo>
                <a:cubicBezTo>
                  <a:pt x="1564355" y="92257"/>
                  <a:pt x="1560265" y="96427"/>
                  <a:pt x="1554895" y="99397"/>
                </a:cubicBezTo>
                <a:cubicBezTo>
                  <a:pt x="1549525" y="102368"/>
                  <a:pt x="1543664" y="103853"/>
                  <a:pt x="1537312" y="103853"/>
                </a:cubicBezTo>
                <a:cubicBezTo>
                  <a:pt x="1527121" y="103853"/>
                  <a:pt x="1518884" y="100586"/>
                  <a:pt x="1512600" y="94051"/>
                </a:cubicBezTo>
                <a:cubicBezTo>
                  <a:pt x="1506316" y="87515"/>
                  <a:pt x="1503174" y="78101"/>
                  <a:pt x="1503174" y="65808"/>
                </a:cubicBezTo>
                <a:moveTo>
                  <a:pt x="1515856" y="65808"/>
                </a:moveTo>
                <a:cubicBezTo>
                  <a:pt x="1515856" y="75131"/>
                  <a:pt x="1517890" y="82111"/>
                  <a:pt x="1521957" y="86750"/>
                </a:cubicBezTo>
                <a:cubicBezTo>
                  <a:pt x="1526024" y="91388"/>
                  <a:pt x="1531143" y="93708"/>
                  <a:pt x="1537312" y="93708"/>
                </a:cubicBezTo>
                <a:cubicBezTo>
                  <a:pt x="1543436" y="93708"/>
                  <a:pt x="1548531" y="91377"/>
                  <a:pt x="1552599" y="86716"/>
                </a:cubicBezTo>
                <a:cubicBezTo>
                  <a:pt x="1556666" y="82054"/>
                  <a:pt x="1558700" y="74948"/>
                  <a:pt x="1558700" y="65397"/>
                </a:cubicBezTo>
                <a:cubicBezTo>
                  <a:pt x="1558700" y="56394"/>
                  <a:pt x="1556655" y="49573"/>
                  <a:pt x="1552564" y="44934"/>
                </a:cubicBezTo>
                <a:cubicBezTo>
                  <a:pt x="1548474" y="40296"/>
                  <a:pt x="1543390" y="37977"/>
                  <a:pt x="1537312" y="37977"/>
                </a:cubicBezTo>
                <a:cubicBezTo>
                  <a:pt x="1531143" y="37977"/>
                  <a:pt x="1526024" y="40285"/>
                  <a:pt x="1521957" y="44900"/>
                </a:cubicBezTo>
                <a:cubicBezTo>
                  <a:pt x="1517890" y="49516"/>
                  <a:pt x="1515856" y="56485"/>
                  <a:pt x="1515856" y="65808"/>
                </a:cubicBezTo>
                <a:close/>
                <a:moveTo>
                  <a:pt x="1585571" y="130108"/>
                </a:moveTo>
                <a:lnTo>
                  <a:pt x="1585571" y="29408"/>
                </a:lnTo>
                <a:lnTo>
                  <a:pt x="1596814" y="29408"/>
                </a:lnTo>
                <a:lnTo>
                  <a:pt x="1596814" y="38868"/>
                </a:lnTo>
                <a:cubicBezTo>
                  <a:pt x="1599464" y="35166"/>
                  <a:pt x="1602457" y="32390"/>
                  <a:pt x="1605794" y="30539"/>
                </a:cubicBezTo>
                <a:cubicBezTo>
                  <a:pt x="1609130" y="28688"/>
                  <a:pt x="1613174" y="27763"/>
                  <a:pt x="1617927" y="27763"/>
                </a:cubicBezTo>
                <a:cubicBezTo>
                  <a:pt x="1624142" y="27763"/>
                  <a:pt x="1629626" y="29362"/>
                  <a:pt x="1634379" y="32561"/>
                </a:cubicBezTo>
                <a:cubicBezTo>
                  <a:pt x="1639132" y="35760"/>
                  <a:pt x="1642719" y="40273"/>
                  <a:pt x="1645141" y="46100"/>
                </a:cubicBezTo>
                <a:cubicBezTo>
                  <a:pt x="1647563" y="51927"/>
                  <a:pt x="1648774" y="58313"/>
                  <a:pt x="1648774" y="65260"/>
                </a:cubicBezTo>
                <a:cubicBezTo>
                  <a:pt x="1648774" y="72709"/>
                  <a:pt x="1647438" y="79415"/>
                  <a:pt x="1644764" y="85379"/>
                </a:cubicBezTo>
                <a:cubicBezTo>
                  <a:pt x="1642091" y="91343"/>
                  <a:pt x="1638206" y="95913"/>
                  <a:pt x="1633111" y="99089"/>
                </a:cubicBezTo>
                <a:cubicBezTo>
                  <a:pt x="1628015" y="102265"/>
                  <a:pt x="1622657" y="103853"/>
                  <a:pt x="1617036" y="103853"/>
                </a:cubicBezTo>
                <a:cubicBezTo>
                  <a:pt x="1612923" y="103853"/>
                  <a:pt x="1609232" y="102985"/>
                  <a:pt x="1605965" y="101248"/>
                </a:cubicBezTo>
                <a:cubicBezTo>
                  <a:pt x="1602697" y="99512"/>
                  <a:pt x="1600013" y="97318"/>
                  <a:pt x="1597910" y="94667"/>
                </a:cubicBezTo>
                <a:lnTo>
                  <a:pt x="1597910" y="130108"/>
                </a:lnTo>
                <a:lnTo>
                  <a:pt x="1585571" y="130108"/>
                </a:lnTo>
                <a:moveTo>
                  <a:pt x="1596745" y="66219"/>
                </a:moveTo>
                <a:cubicBezTo>
                  <a:pt x="1596745" y="75588"/>
                  <a:pt x="1598642" y="82511"/>
                  <a:pt x="1602435" y="86990"/>
                </a:cubicBezTo>
                <a:cubicBezTo>
                  <a:pt x="1606228" y="91468"/>
                  <a:pt x="1610821" y="93708"/>
                  <a:pt x="1616213" y="93708"/>
                </a:cubicBezTo>
                <a:cubicBezTo>
                  <a:pt x="1621697" y="93708"/>
                  <a:pt x="1626393" y="91388"/>
                  <a:pt x="1630300" y="86750"/>
                </a:cubicBezTo>
                <a:cubicBezTo>
                  <a:pt x="1634208" y="82111"/>
                  <a:pt x="1636161" y="74925"/>
                  <a:pt x="1636161" y="65191"/>
                </a:cubicBezTo>
                <a:cubicBezTo>
                  <a:pt x="1636161" y="55914"/>
                  <a:pt x="1634253" y="48967"/>
                  <a:pt x="1630437" y="44352"/>
                </a:cubicBezTo>
                <a:cubicBezTo>
                  <a:pt x="1626621" y="39736"/>
                  <a:pt x="1622063" y="37428"/>
                  <a:pt x="1616762" y="37428"/>
                </a:cubicBezTo>
                <a:cubicBezTo>
                  <a:pt x="1611506" y="37428"/>
                  <a:pt x="1606856" y="39885"/>
                  <a:pt x="1602812" y="44797"/>
                </a:cubicBezTo>
                <a:cubicBezTo>
                  <a:pt x="1598767" y="49710"/>
                  <a:pt x="1596745" y="56851"/>
                  <a:pt x="1596745" y="66219"/>
                </a:cubicBezTo>
                <a:close/>
                <a:moveTo>
                  <a:pt x="1713211" y="78764"/>
                </a:moveTo>
                <a:lnTo>
                  <a:pt x="1725962" y="80341"/>
                </a:lnTo>
                <a:cubicBezTo>
                  <a:pt x="1723951" y="87790"/>
                  <a:pt x="1720226" y="93571"/>
                  <a:pt x="1714788" y="97684"/>
                </a:cubicBezTo>
                <a:cubicBezTo>
                  <a:pt x="1709350" y="101797"/>
                  <a:pt x="1702403" y="103853"/>
                  <a:pt x="1693949" y="103853"/>
                </a:cubicBezTo>
                <a:cubicBezTo>
                  <a:pt x="1683301" y="103853"/>
                  <a:pt x="1674858" y="100574"/>
                  <a:pt x="1668620" y="94016"/>
                </a:cubicBezTo>
                <a:cubicBezTo>
                  <a:pt x="1662382" y="87458"/>
                  <a:pt x="1659263" y="78261"/>
                  <a:pt x="1659263" y="66425"/>
                </a:cubicBezTo>
                <a:cubicBezTo>
                  <a:pt x="1659263" y="54177"/>
                  <a:pt x="1662416" y="44672"/>
                  <a:pt x="1668723" y="37908"/>
                </a:cubicBezTo>
                <a:cubicBezTo>
                  <a:pt x="1675029" y="31145"/>
                  <a:pt x="1683209" y="27763"/>
                  <a:pt x="1693263" y="27763"/>
                </a:cubicBezTo>
                <a:cubicBezTo>
                  <a:pt x="1702997" y="27763"/>
                  <a:pt x="1710949" y="31076"/>
                  <a:pt x="1717119" y="37702"/>
                </a:cubicBezTo>
                <a:cubicBezTo>
                  <a:pt x="1723288" y="44329"/>
                  <a:pt x="1726373" y="53652"/>
                  <a:pt x="1726373" y="65671"/>
                </a:cubicBezTo>
                <a:cubicBezTo>
                  <a:pt x="1726373" y="66402"/>
                  <a:pt x="1726350" y="67499"/>
                  <a:pt x="1726304" y="68961"/>
                </a:cubicBezTo>
                <a:lnTo>
                  <a:pt x="1672013" y="68961"/>
                </a:lnTo>
                <a:cubicBezTo>
                  <a:pt x="1672470" y="76959"/>
                  <a:pt x="1674732" y="83083"/>
                  <a:pt x="1678799" y="87333"/>
                </a:cubicBezTo>
                <a:cubicBezTo>
                  <a:pt x="1682867" y="91583"/>
                  <a:pt x="1687939" y="93708"/>
                  <a:pt x="1694017" y="93708"/>
                </a:cubicBezTo>
                <a:cubicBezTo>
                  <a:pt x="1698542" y="93708"/>
                  <a:pt x="1702403" y="92520"/>
                  <a:pt x="1705602" y="90143"/>
                </a:cubicBezTo>
                <a:cubicBezTo>
                  <a:pt x="1708801" y="87767"/>
                  <a:pt x="1711338" y="83974"/>
                  <a:pt x="1713211" y="78764"/>
                </a:cubicBezTo>
                <a:moveTo>
                  <a:pt x="1672698" y="58816"/>
                </a:moveTo>
                <a:lnTo>
                  <a:pt x="1713349" y="58816"/>
                </a:lnTo>
                <a:cubicBezTo>
                  <a:pt x="1712800" y="52692"/>
                  <a:pt x="1711246" y="48099"/>
                  <a:pt x="1708687" y="45037"/>
                </a:cubicBezTo>
                <a:cubicBezTo>
                  <a:pt x="1704757" y="40285"/>
                  <a:pt x="1699661" y="37908"/>
                  <a:pt x="1693401" y="37908"/>
                </a:cubicBezTo>
                <a:cubicBezTo>
                  <a:pt x="1687734" y="37908"/>
                  <a:pt x="1682969" y="39805"/>
                  <a:pt x="1679108" y="43598"/>
                </a:cubicBezTo>
                <a:cubicBezTo>
                  <a:pt x="1675246" y="47391"/>
                  <a:pt x="1673110" y="52464"/>
                  <a:pt x="1672698" y="58816"/>
                </a:cubicBezTo>
                <a:close/>
                <a:moveTo>
                  <a:pt x="1741180" y="102208"/>
                </a:moveTo>
                <a:lnTo>
                  <a:pt x="1741180" y="29408"/>
                </a:lnTo>
                <a:lnTo>
                  <a:pt x="1752285" y="29408"/>
                </a:lnTo>
                <a:lnTo>
                  <a:pt x="1752285" y="39759"/>
                </a:lnTo>
                <a:cubicBezTo>
                  <a:pt x="1757632" y="31761"/>
                  <a:pt x="1765355" y="27763"/>
                  <a:pt x="1775455" y="27763"/>
                </a:cubicBezTo>
                <a:cubicBezTo>
                  <a:pt x="1779842" y="27763"/>
                  <a:pt x="1783875" y="28551"/>
                  <a:pt x="1787554" y="30128"/>
                </a:cubicBezTo>
                <a:cubicBezTo>
                  <a:pt x="1791233" y="31704"/>
                  <a:pt x="1793986" y="33772"/>
                  <a:pt x="1795814" y="36331"/>
                </a:cubicBezTo>
                <a:cubicBezTo>
                  <a:pt x="1797642" y="38891"/>
                  <a:pt x="1798922" y="41930"/>
                  <a:pt x="1799653" y="45449"/>
                </a:cubicBezTo>
                <a:cubicBezTo>
                  <a:pt x="1800110" y="47734"/>
                  <a:pt x="1800339" y="51732"/>
                  <a:pt x="1800339" y="57445"/>
                </a:cubicBezTo>
                <a:lnTo>
                  <a:pt x="1800339" y="102208"/>
                </a:lnTo>
                <a:lnTo>
                  <a:pt x="1788000" y="102208"/>
                </a:lnTo>
                <a:lnTo>
                  <a:pt x="1788000" y="57925"/>
                </a:lnTo>
                <a:cubicBezTo>
                  <a:pt x="1788000" y="52898"/>
                  <a:pt x="1787520" y="49139"/>
                  <a:pt x="1786560" y="46648"/>
                </a:cubicBezTo>
                <a:cubicBezTo>
                  <a:pt x="1785600" y="44158"/>
                  <a:pt x="1783898" y="42170"/>
                  <a:pt x="1781453" y="40684"/>
                </a:cubicBezTo>
                <a:cubicBezTo>
                  <a:pt x="1779008" y="39199"/>
                  <a:pt x="1776140" y="38457"/>
                  <a:pt x="1772850" y="38457"/>
                </a:cubicBezTo>
                <a:cubicBezTo>
                  <a:pt x="1767595" y="38457"/>
                  <a:pt x="1763059" y="40125"/>
                  <a:pt x="1759243" y="43461"/>
                </a:cubicBezTo>
                <a:cubicBezTo>
                  <a:pt x="1755427" y="46797"/>
                  <a:pt x="1753519" y="53126"/>
                  <a:pt x="1753519" y="62449"/>
                </a:cubicBezTo>
                <a:lnTo>
                  <a:pt x="1753519" y="102208"/>
                </a:lnTo>
                <a:lnTo>
                  <a:pt x="1741180" y="102208"/>
                </a:lnTo>
                <a:close/>
                <a:moveTo>
                  <a:pt x="1814049" y="80478"/>
                </a:moveTo>
                <a:lnTo>
                  <a:pt x="1826250" y="78558"/>
                </a:lnTo>
                <a:cubicBezTo>
                  <a:pt x="1826936" y="83448"/>
                  <a:pt x="1828844" y="87196"/>
                  <a:pt x="1831974" y="89800"/>
                </a:cubicBezTo>
                <a:cubicBezTo>
                  <a:pt x="1835105" y="92405"/>
                  <a:pt x="1839481" y="93708"/>
                  <a:pt x="1845102" y="93708"/>
                </a:cubicBezTo>
                <a:cubicBezTo>
                  <a:pt x="1850768" y="93708"/>
                  <a:pt x="1854973" y="92554"/>
                  <a:pt x="1857715" y="90246"/>
                </a:cubicBezTo>
                <a:cubicBezTo>
                  <a:pt x="1860457" y="87938"/>
                  <a:pt x="1861828" y="85230"/>
                  <a:pt x="1861828" y="82123"/>
                </a:cubicBezTo>
                <a:cubicBezTo>
                  <a:pt x="1861828" y="79335"/>
                  <a:pt x="1860617" y="77142"/>
                  <a:pt x="1858195" y="75542"/>
                </a:cubicBezTo>
                <a:cubicBezTo>
                  <a:pt x="1856504" y="74445"/>
                  <a:pt x="1852299" y="73051"/>
                  <a:pt x="1845582" y="71360"/>
                </a:cubicBezTo>
                <a:cubicBezTo>
                  <a:pt x="1836533" y="69075"/>
                  <a:pt x="1830261" y="67099"/>
                  <a:pt x="1826765" y="65431"/>
                </a:cubicBezTo>
                <a:cubicBezTo>
                  <a:pt x="1823269" y="63763"/>
                  <a:pt x="1820618" y="61455"/>
                  <a:pt x="1818813" y="58507"/>
                </a:cubicBezTo>
                <a:cubicBezTo>
                  <a:pt x="1817008" y="55560"/>
                  <a:pt x="1816105" y="52304"/>
                  <a:pt x="1816105" y="48739"/>
                </a:cubicBezTo>
                <a:cubicBezTo>
                  <a:pt x="1816105" y="45494"/>
                  <a:pt x="1816848" y="42490"/>
                  <a:pt x="1818333" y="39725"/>
                </a:cubicBezTo>
                <a:cubicBezTo>
                  <a:pt x="1819818" y="36960"/>
                  <a:pt x="1821840" y="34663"/>
                  <a:pt x="1824400" y="32835"/>
                </a:cubicBezTo>
                <a:cubicBezTo>
                  <a:pt x="1826319" y="31419"/>
                  <a:pt x="1828935" y="30219"/>
                  <a:pt x="1832249" y="29237"/>
                </a:cubicBezTo>
                <a:cubicBezTo>
                  <a:pt x="1835562" y="28254"/>
                  <a:pt x="1839115" y="27763"/>
                  <a:pt x="1842908" y="27763"/>
                </a:cubicBezTo>
                <a:cubicBezTo>
                  <a:pt x="1848621" y="27763"/>
                  <a:pt x="1853636" y="28585"/>
                  <a:pt x="1857955" y="30231"/>
                </a:cubicBezTo>
                <a:cubicBezTo>
                  <a:pt x="1862273" y="31876"/>
                  <a:pt x="1865461" y="34104"/>
                  <a:pt x="1867518" y="36914"/>
                </a:cubicBezTo>
                <a:cubicBezTo>
                  <a:pt x="1869574" y="39725"/>
                  <a:pt x="1870991" y="43484"/>
                  <a:pt x="1871768" y="48191"/>
                </a:cubicBezTo>
                <a:lnTo>
                  <a:pt x="1859703" y="49836"/>
                </a:lnTo>
                <a:cubicBezTo>
                  <a:pt x="1859154" y="46088"/>
                  <a:pt x="1857566" y="43164"/>
                  <a:pt x="1854939" y="41061"/>
                </a:cubicBezTo>
                <a:cubicBezTo>
                  <a:pt x="1852311" y="38959"/>
                  <a:pt x="1848598" y="37908"/>
                  <a:pt x="1843799" y="37908"/>
                </a:cubicBezTo>
                <a:cubicBezTo>
                  <a:pt x="1838132" y="37908"/>
                  <a:pt x="1834088" y="38845"/>
                  <a:pt x="1831666" y="40719"/>
                </a:cubicBezTo>
                <a:cubicBezTo>
                  <a:pt x="1829244" y="42592"/>
                  <a:pt x="1828033" y="44786"/>
                  <a:pt x="1828033" y="47299"/>
                </a:cubicBezTo>
                <a:cubicBezTo>
                  <a:pt x="1828033" y="48899"/>
                  <a:pt x="1828535" y="50338"/>
                  <a:pt x="1829541" y="51618"/>
                </a:cubicBezTo>
                <a:cubicBezTo>
                  <a:pt x="1830546" y="52943"/>
                  <a:pt x="1832123" y="54040"/>
                  <a:pt x="1834271" y="54908"/>
                </a:cubicBezTo>
                <a:cubicBezTo>
                  <a:pt x="1835505" y="55365"/>
                  <a:pt x="1839138" y="56417"/>
                  <a:pt x="1845170" y="58062"/>
                </a:cubicBezTo>
                <a:cubicBezTo>
                  <a:pt x="1853899" y="60392"/>
                  <a:pt x="1859988" y="62300"/>
                  <a:pt x="1863439" y="63786"/>
                </a:cubicBezTo>
                <a:cubicBezTo>
                  <a:pt x="1866889" y="65271"/>
                  <a:pt x="1869597" y="67430"/>
                  <a:pt x="1871562" y="70264"/>
                </a:cubicBezTo>
                <a:cubicBezTo>
                  <a:pt x="1873527" y="73097"/>
                  <a:pt x="1874510" y="76616"/>
                  <a:pt x="1874510" y="80820"/>
                </a:cubicBezTo>
                <a:cubicBezTo>
                  <a:pt x="1874510" y="84933"/>
                  <a:pt x="1873310" y="88806"/>
                  <a:pt x="1870911" y="92440"/>
                </a:cubicBezTo>
                <a:cubicBezTo>
                  <a:pt x="1868511" y="96073"/>
                  <a:pt x="1865050" y="98883"/>
                  <a:pt x="1860525" y="100871"/>
                </a:cubicBezTo>
                <a:cubicBezTo>
                  <a:pt x="1856001" y="102859"/>
                  <a:pt x="1850883" y="103853"/>
                  <a:pt x="1845170" y="103853"/>
                </a:cubicBezTo>
                <a:cubicBezTo>
                  <a:pt x="1835710" y="103853"/>
                  <a:pt x="1828501" y="101888"/>
                  <a:pt x="1823543" y="97958"/>
                </a:cubicBezTo>
                <a:cubicBezTo>
                  <a:pt x="1818584" y="94028"/>
                  <a:pt x="1815420" y="88201"/>
                  <a:pt x="1814049" y="80478"/>
                </a:cubicBezTo>
                <a:close/>
                <a:moveTo>
                  <a:pt x="1954362" y="91171"/>
                </a:moveTo>
                <a:lnTo>
                  <a:pt x="1956144" y="102071"/>
                </a:lnTo>
                <a:cubicBezTo>
                  <a:pt x="1952671" y="102802"/>
                  <a:pt x="1949563" y="103168"/>
                  <a:pt x="1946821" y="103168"/>
                </a:cubicBezTo>
                <a:cubicBezTo>
                  <a:pt x="1942343" y="103168"/>
                  <a:pt x="1938869" y="102459"/>
                  <a:pt x="1936402" y="101043"/>
                </a:cubicBezTo>
                <a:cubicBezTo>
                  <a:pt x="1933934" y="99626"/>
                  <a:pt x="1932197" y="97764"/>
                  <a:pt x="1931192" y="95456"/>
                </a:cubicBezTo>
                <a:cubicBezTo>
                  <a:pt x="1930186" y="93148"/>
                  <a:pt x="1929684" y="88292"/>
                  <a:pt x="1929684" y="80889"/>
                </a:cubicBezTo>
                <a:lnTo>
                  <a:pt x="1929684" y="39005"/>
                </a:lnTo>
                <a:lnTo>
                  <a:pt x="1920635" y="39005"/>
                </a:lnTo>
                <a:lnTo>
                  <a:pt x="1920635" y="29408"/>
                </a:lnTo>
                <a:lnTo>
                  <a:pt x="1929684" y="29408"/>
                </a:lnTo>
                <a:lnTo>
                  <a:pt x="1929684" y="11379"/>
                </a:lnTo>
                <a:lnTo>
                  <a:pt x="1941954" y="3976"/>
                </a:lnTo>
                <a:lnTo>
                  <a:pt x="1941954" y="29408"/>
                </a:lnTo>
                <a:lnTo>
                  <a:pt x="1954362" y="29408"/>
                </a:lnTo>
                <a:lnTo>
                  <a:pt x="1954362" y="39005"/>
                </a:lnTo>
                <a:lnTo>
                  <a:pt x="1941954" y="39005"/>
                </a:lnTo>
                <a:lnTo>
                  <a:pt x="1941954" y="81574"/>
                </a:lnTo>
                <a:cubicBezTo>
                  <a:pt x="1941954" y="85093"/>
                  <a:pt x="1942171" y="87355"/>
                  <a:pt x="1942605" y="88361"/>
                </a:cubicBezTo>
                <a:cubicBezTo>
                  <a:pt x="1943039" y="89366"/>
                  <a:pt x="1943748" y="90166"/>
                  <a:pt x="1944730" y="90760"/>
                </a:cubicBezTo>
                <a:cubicBezTo>
                  <a:pt x="1945713" y="91354"/>
                  <a:pt x="1947118" y="91651"/>
                  <a:pt x="1948946" y="91651"/>
                </a:cubicBezTo>
                <a:cubicBezTo>
                  <a:pt x="1950317" y="91651"/>
                  <a:pt x="1952122" y="91491"/>
                  <a:pt x="1954362" y="91171"/>
                </a:cubicBezTo>
                <a:close/>
                <a:moveTo>
                  <a:pt x="1965916" y="102208"/>
                </a:moveTo>
                <a:lnTo>
                  <a:pt x="1965916" y="1714"/>
                </a:lnTo>
                <a:lnTo>
                  <a:pt x="1978255" y="1714"/>
                </a:lnTo>
                <a:lnTo>
                  <a:pt x="1978255" y="37771"/>
                </a:lnTo>
                <a:cubicBezTo>
                  <a:pt x="1984013" y="31099"/>
                  <a:pt x="1991280" y="27763"/>
                  <a:pt x="2000054" y="27763"/>
                </a:cubicBezTo>
                <a:cubicBezTo>
                  <a:pt x="2005447" y="27763"/>
                  <a:pt x="2010131" y="28825"/>
                  <a:pt x="2014107" y="30950"/>
                </a:cubicBezTo>
                <a:cubicBezTo>
                  <a:pt x="2018083" y="33075"/>
                  <a:pt x="2020928" y="36012"/>
                  <a:pt x="2022641" y="39759"/>
                </a:cubicBezTo>
                <a:cubicBezTo>
                  <a:pt x="2024355" y="43506"/>
                  <a:pt x="2025212" y="48945"/>
                  <a:pt x="2025212" y="56074"/>
                </a:cubicBezTo>
                <a:lnTo>
                  <a:pt x="2025212" y="102208"/>
                </a:lnTo>
                <a:lnTo>
                  <a:pt x="2012873" y="102208"/>
                </a:lnTo>
                <a:lnTo>
                  <a:pt x="2012873" y="56074"/>
                </a:lnTo>
                <a:cubicBezTo>
                  <a:pt x="2012873" y="49904"/>
                  <a:pt x="2011536" y="45414"/>
                  <a:pt x="2008863" y="42604"/>
                </a:cubicBezTo>
                <a:cubicBezTo>
                  <a:pt x="2006189" y="39793"/>
                  <a:pt x="2002408" y="38388"/>
                  <a:pt x="1997518" y="38388"/>
                </a:cubicBezTo>
                <a:cubicBezTo>
                  <a:pt x="1993862" y="38388"/>
                  <a:pt x="1990423" y="39336"/>
                  <a:pt x="1987201" y="41233"/>
                </a:cubicBezTo>
                <a:cubicBezTo>
                  <a:pt x="1983979" y="43129"/>
                  <a:pt x="1981683" y="45700"/>
                  <a:pt x="1980312" y="48945"/>
                </a:cubicBezTo>
                <a:cubicBezTo>
                  <a:pt x="1978941" y="52189"/>
                  <a:pt x="1978255" y="56668"/>
                  <a:pt x="1978255" y="62380"/>
                </a:cubicBezTo>
                <a:lnTo>
                  <a:pt x="1978255" y="102208"/>
                </a:lnTo>
                <a:lnTo>
                  <a:pt x="1965916" y="102208"/>
                </a:lnTo>
                <a:close/>
                <a:moveTo>
                  <a:pt x="2093556" y="78764"/>
                </a:moveTo>
                <a:lnTo>
                  <a:pt x="2106307" y="80341"/>
                </a:lnTo>
                <a:cubicBezTo>
                  <a:pt x="2104296" y="87790"/>
                  <a:pt x="2100571" y="93571"/>
                  <a:pt x="2095133" y="97684"/>
                </a:cubicBezTo>
                <a:cubicBezTo>
                  <a:pt x="2089695" y="101797"/>
                  <a:pt x="2082748" y="103853"/>
                  <a:pt x="2074294" y="103853"/>
                </a:cubicBezTo>
                <a:cubicBezTo>
                  <a:pt x="2063646" y="103853"/>
                  <a:pt x="2055203" y="100574"/>
                  <a:pt x="2048965" y="94016"/>
                </a:cubicBezTo>
                <a:cubicBezTo>
                  <a:pt x="2042727" y="87458"/>
                  <a:pt x="2039608" y="78261"/>
                  <a:pt x="2039608" y="66425"/>
                </a:cubicBezTo>
                <a:cubicBezTo>
                  <a:pt x="2039608" y="54177"/>
                  <a:pt x="2042761" y="44672"/>
                  <a:pt x="2049067" y="37908"/>
                </a:cubicBezTo>
                <a:cubicBezTo>
                  <a:pt x="2055374" y="31145"/>
                  <a:pt x="2063554" y="27763"/>
                  <a:pt x="2073608" y="27763"/>
                </a:cubicBezTo>
                <a:cubicBezTo>
                  <a:pt x="2083342" y="27763"/>
                  <a:pt x="2091294" y="31076"/>
                  <a:pt x="2097464" y="37702"/>
                </a:cubicBezTo>
                <a:cubicBezTo>
                  <a:pt x="2103633" y="44329"/>
                  <a:pt x="2106718" y="53652"/>
                  <a:pt x="2106718" y="65671"/>
                </a:cubicBezTo>
                <a:cubicBezTo>
                  <a:pt x="2106718" y="66402"/>
                  <a:pt x="2106695" y="67499"/>
                  <a:pt x="2106649" y="68961"/>
                </a:cubicBezTo>
                <a:lnTo>
                  <a:pt x="2052358" y="68961"/>
                </a:lnTo>
                <a:cubicBezTo>
                  <a:pt x="2052815" y="76959"/>
                  <a:pt x="2055077" y="83083"/>
                  <a:pt x="2059144" y="87333"/>
                </a:cubicBezTo>
                <a:cubicBezTo>
                  <a:pt x="2063212" y="91583"/>
                  <a:pt x="2068284" y="93708"/>
                  <a:pt x="2074362" y="93708"/>
                </a:cubicBezTo>
                <a:cubicBezTo>
                  <a:pt x="2078887" y="93708"/>
                  <a:pt x="2082748" y="92520"/>
                  <a:pt x="2085947" y="90143"/>
                </a:cubicBezTo>
                <a:cubicBezTo>
                  <a:pt x="2089146" y="87767"/>
                  <a:pt x="2091683" y="83974"/>
                  <a:pt x="2093556" y="78764"/>
                </a:cubicBezTo>
                <a:moveTo>
                  <a:pt x="2053043" y="58816"/>
                </a:moveTo>
                <a:lnTo>
                  <a:pt x="2093693" y="58816"/>
                </a:lnTo>
                <a:cubicBezTo>
                  <a:pt x="2093145" y="52692"/>
                  <a:pt x="2091591" y="48099"/>
                  <a:pt x="2089032" y="45037"/>
                </a:cubicBezTo>
                <a:cubicBezTo>
                  <a:pt x="2085102" y="40285"/>
                  <a:pt x="2080006" y="37908"/>
                  <a:pt x="2073745" y="37908"/>
                </a:cubicBezTo>
                <a:cubicBezTo>
                  <a:pt x="2068079" y="37908"/>
                  <a:pt x="2063314" y="39805"/>
                  <a:pt x="2059453" y="43598"/>
                </a:cubicBezTo>
                <a:cubicBezTo>
                  <a:pt x="2055591" y="47391"/>
                  <a:pt x="2053455" y="52464"/>
                  <a:pt x="2053043" y="58816"/>
                </a:cubicBezTo>
                <a:close/>
                <a:moveTo>
                  <a:pt x="2162968" y="102208"/>
                </a:moveTo>
                <a:lnTo>
                  <a:pt x="2162968" y="39005"/>
                </a:lnTo>
                <a:lnTo>
                  <a:pt x="2152068" y="39005"/>
                </a:lnTo>
                <a:lnTo>
                  <a:pt x="2152068" y="29408"/>
                </a:lnTo>
                <a:lnTo>
                  <a:pt x="2162968" y="29408"/>
                </a:lnTo>
                <a:lnTo>
                  <a:pt x="2162968" y="21662"/>
                </a:lnTo>
                <a:cubicBezTo>
                  <a:pt x="2162968" y="16772"/>
                  <a:pt x="2163402" y="13139"/>
                  <a:pt x="2164270" y="10762"/>
                </a:cubicBezTo>
                <a:cubicBezTo>
                  <a:pt x="2165458" y="7563"/>
                  <a:pt x="2167549" y="4970"/>
                  <a:pt x="2170542" y="2982"/>
                </a:cubicBezTo>
                <a:cubicBezTo>
                  <a:pt x="2173536" y="994"/>
                  <a:pt x="2177729" y="0"/>
                  <a:pt x="2183121" y="0"/>
                </a:cubicBezTo>
                <a:cubicBezTo>
                  <a:pt x="2186595" y="0"/>
                  <a:pt x="2190433" y="411"/>
                  <a:pt x="2194638" y="1234"/>
                </a:cubicBezTo>
                <a:lnTo>
                  <a:pt x="2192787" y="11996"/>
                </a:lnTo>
                <a:cubicBezTo>
                  <a:pt x="2190228" y="11539"/>
                  <a:pt x="2187806" y="11311"/>
                  <a:pt x="2185521" y="11311"/>
                </a:cubicBezTo>
                <a:cubicBezTo>
                  <a:pt x="2181773" y="11311"/>
                  <a:pt x="2179123" y="12110"/>
                  <a:pt x="2177569" y="13710"/>
                </a:cubicBezTo>
                <a:cubicBezTo>
                  <a:pt x="2176015" y="15309"/>
                  <a:pt x="2175238" y="18303"/>
                  <a:pt x="2175238" y="22690"/>
                </a:cubicBezTo>
                <a:lnTo>
                  <a:pt x="2175238" y="29408"/>
                </a:lnTo>
                <a:lnTo>
                  <a:pt x="2189428" y="29408"/>
                </a:lnTo>
                <a:lnTo>
                  <a:pt x="2189428" y="39005"/>
                </a:lnTo>
                <a:lnTo>
                  <a:pt x="2175238" y="39005"/>
                </a:lnTo>
                <a:lnTo>
                  <a:pt x="2175238" y="102208"/>
                </a:lnTo>
                <a:lnTo>
                  <a:pt x="2162968" y="102208"/>
                </a:lnTo>
                <a:close/>
                <a:moveTo>
                  <a:pt x="2198378" y="102208"/>
                </a:moveTo>
                <a:lnTo>
                  <a:pt x="2198378" y="29408"/>
                </a:lnTo>
                <a:lnTo>
                  <a:pt x="2209483" y="29408"/>
                </a:lnTo>
                <a:lnTo>
                  <a:pt x="2209483" y="40444"/>
                </a:lnTo>
                <a:cubicBezTo>
                  <a:pt x="2212316" y="35280"/>
                  <a:pt x="2214933" y="31876"/>
                  <a:pt x="2217332" y="30231"/>
                </a:cubicBezTo>
                <a:cubicBezTo>
                  <a:pt x="2219731" y="28585"/>
                  <a:pt x="2222370" y="27763"/>
                  <a:pt x="2225250" y="27763"/>
                </a:cubicBezTo>
                <a:cubicBezTo>
                  <a:pt x="2229408" y="27763"/>
                  <a:pt x="2233636" y="29088"/>
                  <a:pt x="2237931" y="31739"/>
                </a:cubicBezTo>
                <a:lnTo>
                  <a:pt x="2233681" y="43186"/>
                </a:lnTo>
                <a:cubicBezTo>
                  <a:pt x="2230665" y="41404"/>
                  <a:pt x="2227649" y="40513"/>
                  <a:pt x="2224633" y="40513"/>
                </a:cubicBezTo>
                <a:cubicBezTo>
                  <a:pt x="2221936" y="40513"/>
                  <a:pt x="2219514" y="41324"/>
                  <a:pt x="2217366" y="42947"/>
                </a:cubicBezTo>
                <a:cubicBezTo>
                  <a:pt x="2215218" y="44569"/>
                  <a:pt x="2213687" y="46820"/>
                  <a:pt x="2212773" y="49699"/>
                </a:cubicBezTo>
                <a:cubicBezTo>
                  <a:pt x="2211402" y="54086"/>
                  <a:pt x="2210717" y="58884"/>
                  <a:pt x="2210717" y="64094"/>
                </a:cubicBezTo>
                <a:lnTo>
                  <a:pt x="2210717" y="102208"/>
                </a:lnTo>
                <a:lnTo>
                  <a:pt x="2198378" y="102208"/>
                </a:lnTo>
                <a:close/>
                <a:moveTo>
                  <a:pt x="2244940" y="15904"/>
                </a:moveTo>
                <a:lnTo>
                  <a:pt x="2244940" y="1714"/>
                </a:lnTo>
                <a:lnTo>
                  <a:pt x="2257279" y="1714"/>
                </a:lnTo>
                <a:lnTo>
                  <a:pt x="2257279" y="15904"/>
                </a:lnTo>
                <a:lnTo>
                  <a:pt x="2244940" y="15904"/>
                </a:lnTo>
                <a:moveTo>
                  <a:pt x="2244940" y="102208"/>
                </a:moveTo>
                <a:lnTo>
                  <a:pt x="2244940" y="29408"/>
                </a:lnTo>
                <a:lnTo>
                  <a:pt x="2257279" y="29408"/>
                </a:lnTo>
                <a:lnTo>
                  <a:pt x="2257279" y="102208"/>
                </a:lnTo>
                <a:lnTo>
                  <a:pt x="2244940" y="102208"/>
                </a:lnTo>
                <a:close/>
                <a:moveTo>
                  <a:pt x="2323578" y="102208"/>
                </a:moveTo>
                <a:lnTo>
                  <a:pt x="2323578" y="93022"/>
                </a:lnTo>
                <a:cubicBezTo>
                  <a:pt x="2318962" y="100243"/>
                  <a:pt x="2312176" y="103853"/>
                  <a:pt x="2303219" y="103853"/>
                </a:cubicBezTo>
                <a:cubicBezTo>
                  <a:pt x="2297415" y="103853"/>
                  <a:pt x="2292079" y="102254"/>
                  <a:pt x="2287212" y="99055"/>
                </a:cubicBezTo>
                <a:cubicBezTo>
                  <a:pt x="2282345" y="95856"/>
                  <a:pt x="2278575" y="91388"/>
                  <a:pt x="2275902" y="85653"/>
                </a:cubicBezTo>
                <a:cubicBezTo>
                  <a:pt x="2273228" y="79918"/>
                  <a:pt x="2271891" y="73326"/>
                  <a:pt x="2271891" y="65876"/>
                </a:cubicBezTo>
                <a:cubicBezTo>
                  <a:pt x="2271891" y="58610"/>
                  <a:pt x="2273102" y="52018"/>
                  <a:pt x="2275525" y="46100"/>
                </a:cubicBezTo>
                <a:cubicBezTo>
                  <a:pt x="2277947" y="40182"/>
                  <a:pt x="2281580" y="35646"/>
                  <a:pt x="2286424" y="32493"/>
                </a:cubicBezTo>
                <a:cubicBezTo>
                  <a:pt x="2291268" y="29339"/>
                  <a:pt x="2296684" y="27763"/>
                  <a:pt x="2302670" y="27763"/>
                </a:cubicBezTo>
                <a:cubicBezTo>
                  <a:pt x="2307057" y="27763"/>
                  <a:pt x="2310965" y="28688"/>
                  <a:pt x="2314392" y="30539"/>
                </a:cubicBezTo>
                <a:cubicBezTo>
                  <a:pt x="2317820" y="32390"/>
                  <a:pt x="2320608" y="34801"/>
                  <a:pt x="2322755" y="37771"/>
                </a:cubicBezTo>
                <a:lnTo>
                  <a:pt x="2322755" y="1714"/>
                </a:lnTo>
                <a:lnTo>
                  <a:pt x="2335026" y="1714"/>
                </a:lnTo>
                <a:lnTo>
                  <a:pt x="2335026" y="102208"/>
                </a:lnTo>
                <a:lnTo>
                  <a:pt x="2323578" y="102208"/>
                </a:lnTo>
                <a:moveTo>
                  <a:pt x="2284573" y="65876"/>
                </a:moveTo>
                <a:cubicBezTo>
                  <a:pt x="2284573" y="75199"/>
                  <a:pt x="2286538" y="82169"/>
                  <a:pt x="2290468" y="86784"/>
                </a:cubicBezTo>
                <a:cubicBezTo>
                  <a:pt x="2294399" y="91400"/>
                  <a:pt x="2299037" y="93708"/>
                  <a:pt x="2304384" y="93708"/>
                </a:cubicBezTo>
                <a:cubicBezTo>
                  <a:pt x="2309777" y="93708"/>
                  <a:pt x="2314358" y="91503"/>
                  <a:pt x="2318128" y="87093"/>
                </a:cubicBezTo>
                <a:cubicBezTo>
                  <a:pt x="2321899" y="82683"/>
                  <a:pt x="2323784" y="75953"/>
                  <a:pt x="2323784" y="66905"/>
                </a:cubicBezTo>
                <a:cubicBezTo>
                  <a:pt x="2323784" y="56942"/>
                  <a:pt x="2321864" y="49630"/>
                  <a:pt x="2318025" y="44969"/>
                </a:cubicBezTo>
                <a:cubicBezTo>
                  <a:pt x="2314187" y="40307"/>
                  <a:pt x="2309457" y="37977"/>
                  <a:pt x="2303836" y="37977"/>
                </a:cubicBezTo>
                <a:cubicBezTo>
                  <a:pt x="2298352" y="37977"/>
                  <a:pt x="2293770" y="40216"/>
                  <a:pt x="2290091" y="44695"/>
                </a:cubicBezTo>
                <a:cubicBezTo>
                  <a:pt x="2286413" y="49173"/>
                  <a:pt x="2284573" y="56234"/>
                  <a:pt x="2284573" y="65876"/>
                </a:cubicBezTo>
                <a:close/>
                <a:moveTo>
                  <a:pt x="2351890" y="108240"/>
                </a:moveTo>
                <a:lnTo>
                  <a:pt x="2363886" y="110023"/>
                </a:lnTo>
                <a:cubicBezTo>
                  <a:pt x="2364388" y="113724"/>
                  <a:pt x="2365782" y="116421"/>
                  <a:pt x="2368067" y="118112"/>
                </a:cubicBezTo>
                <a:cubicBezTo>
                  <a:pt x="2371129" y="120397"/>
                  <a:pt x="2375311" y="121539"/>
                  <a:pt x="2380612" y="121539"/>
                </a:cubicBezTo>
                <a:cubicBezTo>
                  <a:pt x="2386324" y="121539"/>
                  <a:pt x="2390734" y="120397"/>
                  <a:pt x="2393842" y="118112"/>
                </a:cubicBezTo>
                <a:cubicBezTo>
                  <a:pt x="2396950" y="115827"/>
                  <a:pt x="2399052" y="112628"/>
                  <a:pt x="2400149" y="108515"/>
                </a:cubicBezTo>
                <a:cubicBezTo>
                  <a:pt x="2400788" y="106001"/>
                  <a:pt x="2401086" y="100723"/>
                  <a:pt x="2401040" y="92680"/>
                </a:cubicBezTo>
                <a:cubicBezTo>
                  <a:pt x="2395647" y="99032"/>
                  <a:pt x="2388929" y="102208"/>
                  <a:pt x="2380886" y="102208"/>
                </a:cubicBezTo>
                <a:cubicBezTo>
                  <a:pt x="2370878" y="102208"/>
                  <a:pt x="2363132" y="98598"/>
                  <a:pt x="2357648" y="91377"/>
                </a:cubicBezTo>
                <a:cubicBezTo>
                  <a:pt x="2352164" y="84156"/>
                  <a:pt x="2349422" y="75496"/>
                  <a:pt x="2349422" y="65397"/>
                </a:cubicBezTo>
                <a:cubicBezTo>
                  <a:pt x="2349422" y="58450"/>
                  <a:pt x="2350678" y="52041"/>
                  <a:pt x="2353192" y="46168"/>
                </a:cubicBezTo>
                <a:cubicBezTo>
                  <a:pt x="2355705" y="40296"/>
                  <a:pt x="2359350" y="35760"/>
                  <a:pt x="2364126" y="32561"/>
                </a:cubicBezTo>
                <a:cubicBezTo>
                  <a:pt x="2368901" y="29362"/>
                  <a:pt x="2374511" y="27763"/>
                  <a:pt x="2380955" y="27763"/>
                </a:cubicBezTo>
                <a:cubicBezTo>
                  <a:pt x="2389546" y="27763"/>
                  <a:pt x="2396630" y="31236"/>
                  <a:pt x="2402205" y="38182"/>
                </a:cubicBezTo>
                <a:lnTo>
                  <a:pt x="2402205" y="29408"/>
                </a:lnTo>
                <a:lnTo>
                  <a:pt x="2413584" y="29408"/>
                </a:lnTo>
                <a:lnTo>
                  <a:pt x="2413584" y="92337"/>
                </a:lnTo>
                <a:cubicBezTo>
                  <a:pt x="2413584" y="103670"/>
                  <a:pt x="2412431" y="111702"/>
                  <a:pt x="2410123" y="116432"/>
                </a:cubicBezTo>
                <a:cubicBezTo>
                  <a:pt x="2407815" y="121162"/>
                  <a:pt x="2404159" y="124898"/>
                  <a:pt x="2399155" y="127640"/>
                </a:cubicBezTo>
                <a:cubicBezTo>
                  <a:pt x="2394151" y="130382"/>
                  <a:pt x="2387993" y="131753"/>
                  <a:pt x="2380681" y="131753"/>
                </a:cubicBezTo>
                <a:cubicBezTo>
                  <a:pt x="2371998" y="131753"/>
                  <a:pt x="2364983" y="129799"/>
                  <a:pt x="2359636" y="125892"/>
                </a:cubicBezTo>
                <a:cubicBezTo>
                  <a:pt x="2354289" y="121985"/>
                  <a:pt x="2351707" y="116101"/>
                  <a:pt x="2351890" y="108240"/>
                </a:cubicBezTo>
                <a:moveTo>
                  <a:pt x="2362103" y="64505"/>
                </a:moveTo>
                <a:cubicBezTo>
                  <a:pt x="2362103" y="74057"/>
                  <a:pt x="2364000" y="81026"/>
                  <a:pt x="2367793" y="85413"/>
                </a:cubicBezTo>
                <a:cubicBezTo>
                  <a:pt x="2371586" y="89800"/>
                  <a:pt x="2376339" y="91994"/>
                  <a:pt x="2382052" y="91994"/>
                </a:cubicBezTo>
                <a:cubicBezTo>
                  <a:pt x="2387718" y="91994"/>
                  <a:pt x="2392471" y="89812"/>
                  <a:pt x="2396310" y="85447"/>
                </a:cubicBezTo>
                <a:cubicBezTo>
                  <a:pt x="2400149" y="81083"/>
                  <a:pt x="2402068" y="74240"/>
                  <a:pt x="2402068" y="64917"/>
                </a:cubicBezTo>
                <a:cubicBezTo>
                  <a:pt x="2402068" y="56005"/>
                  <a:pt x="2400092" y="49287"/>
                  <a:pt x="2396139" y="44763"/>
                </a:cubicBezTo>
                <a:cubicBezTo>
                  <a:pt x="2392185" y="40239"/>
                  <a:pt x="2387421" y="37977"/>
                  <a:pt x="2381846" y="37977"/>
                </a:cubicBezTo>
                <a:cubicBezTo>
                  <a:pt x="2376362" y="37977"/>
                  <a:pt x="2371700" y="40205"/>
                  <a:pt x="2367862" y="44660"/>
                </a:cubicBezTo>
                <a:cubicBezTo>
                  <a:pt x="2364023" y="49116"/>
                  <a:pt x="2362103" y="55731"/>
                  <a:pt x="2362103" y="64505"/>
                </a:cubicBezTo>
                <a:close/>
                <a:moveTo>
                  <a:pt x="2481792" y="78764"/>
                </a:moveTo>
                <a:lnTo>
                  <a:pt x="2494542" y="80341"/>
                </a:lnTo>
                <a:cubicBezTo>
                  <a:pt x="2492531" y="87790"/>
                  <a:pt x="2488807" y="93571"/>
                  <a:pt x="2483369" y="97684"/>
                </a:cubicBezTo>
                <a:cubicBezTo>
                  <a:pt x="2477930" y="101797"/>
                  <a:pt x="2470984" y="103853"/>
                  <a:pt x="2462529" y="103853"/>
                </a:cubicBezTo>
                <a:cubicBezTo>
                  <a:pt x="2451881" y="103853"/>
                  <a:pt x="2443438" y="100574"/>
                  <a:pt x="2437200" y="94016"/>
                </a:cubicBezTo>
                <a:cubicBezTo>
                  <a:pt x="2430962" y="87458"/>
                  <a:pt x="2427843" y="78261"/>
                  <a:pt x="2427843" y="66425"/>
                </a:cubicBezTo>
                <a:cubicBezTo>
                  <a:pt x="2427843" y="54177"/>
                  <a:pt x="2430997" y="44672"/>
                  <a:pt x="2437303" y="37908"/>
                </a:cubicBezTo>
                <a:cubicBezTo>
                  <a:pt x="2443610" y="31145"/>
                  <a:pt x="2451790" y="27763"/>
                  <a:pt x="2461844" y="27763"/>
                </a:cubicBezTo>
                <a:cubicBezTo>
                  <a:pt x="2471578" y="27763"/>
                  <a:pt x="2479530" y="31076"/>
                  <a:pt x="2485699" y="37702"/>
                </a:cubicBezTo>
                <a:cubicBezTo>
                  <a:pt x="2491869" y="44329"/>
                  <a:pt x="2494954" y="53652"/>
                  <a:pt x="2494954" y="65671"/>
                </a:cubicBezTo>
                <a:cubicBezTo>
                  <a:pt x="2494954" y="66402"/>
                  <a:pt x="2494931" y="67499"/>
                  <a:pt x="2494885" y="68961"/>
                </a:cubicBezTo>
                <a:lnTo>
                  <a:pt x="2440594" y="68961"/>
                </a:lnTo>
                <a:cubicBezTo>
                  <a:pt x="2441051" y="76959"/>
                  <a:pt x="2443313" y="83083"/>
                  <a:pt x="2447380" y="87333"/>
                </a:cubicBezTo>
                <a:cubicBezTo>
                  <a:pt x="2451447" y="91583"/>
                  <a:pt x="2456520" y="93708"/>
                  <a:pt x="2462598" y="93708"/>
                </a:cubicBezTo>
                <a:cubicBezTo>
                  <a:pt x="2467122" y="93708"/>
                  <a:pt x="2470984" y="92520"/>
                  <a:pt x="2474183" y="90143"/>
                </a:cubicBezTo>
                <a:cubicBezTo>
                  <a:pt x="2477382" y="87767"/>
                  <a:pt x="2479918" y="83974"/>
                  <a:pt x="2481792" y="78764"/>
                </a:cubicBezTo>
                <a:moveTo>
                  <a:pt x="2441279" y="58816"/>
                </a:moveTo>
                <a:lnTo>
                  <a:pt x="2481929" y="58816"/>
                </a:lnTo>
                <a:cubicBezTo>
                  <a:pt x="2481381" y="52692"/>
                  <a:pt x="2479827" y="48099"/>
                  <a:pt x="2477268" y="45037"/>
                </a:cubicBezTo>
                <a:cubicBezTo>
                  <a:pt x="2473338" y="40285"/>
                  <a:pt x="2468242" y="37908"/>
                  <a:pt x="2461981" y="37908"/>
                </a:cubicBezTo>
                <a:cubicBezTo>
                  <a:pt x="2456314" y="37908"/>
                  <a:pt x="2451550" y="39805"/>
                  <a:pt x="2447688" y="43598"/>
                </a:cubicBezTo>
                <a:cubicBezTo>
                  <a:pt x="2443827" y="47391"/>
                  <a:pt x="2441690" y="52464"/>
                  <a:pt x="2441279" y="58816"/>
                </a:cubicBezTo>
                <a:close/>
                <a:moveTo>
                  <a:pt x="2512982" y="102208"/>
                </a:moveTo>
                <a:lnTo>
                  <a:pt x="2512982" y="88155"/>
                </a:lnTo>
                <a:lnTo>
                  <a:pt x="2527035" y="88155"/>
                </a:lnTo>
                <a:lnTo>
                  <a:pt x="2527035" y="102208"/>
                </a:lnTo>
                <a:cubicBezTo>
                  <a:pt x="2527035" y="107372"/>
                  <a:pt x="2526121" y="111542"/>
                  <a:pt x="2524293" y="114718"/>
                </a:cubicBezTo>
                <a:cubicBezTo>
                  <a:pt x="2522465" y="117894"/>
                  <a:pt x="2519563" y="120351"/>
                  <a:pt x="2515587" y="122087"/>
                </a:cubicBezTo>
                <a:lnTo>
                  <a:pt x="2512160" y="116809"/>
                </a:lnTo>
                <a:cubicBezTo>
                  <a:pt x="2514764" y="115667"/>
                  <a:pt x="2516684" y="113987"/>
                  <a:pt x="2517918" y="111771"/>
                </a:cubicBezTo>
                <a:cubicBezTo>
                  <a:pt x="2519152" y="109554"/>
                  <a:pt x="2519837" y="106367"/>
                  <a:pt x="2519974" y="102208"/>
                </a:cubicBezTo>
                <a:lnTo>
                  <a:pt x="2512982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closesit…Finally,hewalkstowardstheliving">
            <a:extLst xmlns:a="http://schemas.openxmlformats.org/drawingml/2006/main">
              <a:ext uri="{FF2B5EF4-FFF2-40B4-BE49-F238E27FC236}">
                <a16:creationId xmlns:a16="http://schemas.microsoft.com/office/drawing/2014/main" id="{72F20540-DE83-4357-BE4C-BD8822D6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97" y="5597292"/>
            <a:ext cx="2805194" cy="130039"/>
          </a:xfrm>
          <a:custGeom xmlns:a="http://schemas.openxmlformats.org/drawingml/2006/main">
            <a:pathLst>
              <a:path w="2805194" h="130039">
                <a:moveTo>
                  <a:pt x="51275" y="73828"/>
                </a:moveTo>
                <a:lnTo>
                  <a:pt x="63409" y="75405"/>
                </a:lnTo>
                <a:cubicBezTo>
                  <a:pt x="62083" y="83768"/>
                  <a:pt x="58690" y="90315"/>
                  <a:pt x="53229" y="95044"/>
                </a:cubicBezTo>
                <a:cubicBezTo>
                  <a:pt x="47768" y="99774"/>
                  <a:pt x="41061" y="102139"/>
                  <a:pt x="33110" y="102139"/>
                </a:cubicBezTo>
                <a:cubicBezTo>
                  <a:pt x="23147" y="102139"/>
                  <a:pt x="15138" y="98883"/>
                  <a:pt x="9083" y="92371"/>
                </a:cubicBezTo>
                <a:cubicBezTo>
                  <a:pt x="3028" y="85859"/>
                  <a:pt x="0" y="76525"/>
                  <a:pt x="0" y="64368"/>
                </a:cubicBezTo>
                <a:cubicBezTo>
                  <a:pt x="0" y="56508"/>
                  <a:pt x="1302" y="49630"/>
                  <a:pt x="3907" y="43735"/>
                </a:cubicBezTo>
                <a:cubicBezTo>
                  <a:pt x="6512" y="37840"/>
                  <a:pt x="10477" y="33418"/>
                  <a:pt x="15801" y="30470"/>
                </a:cubicBezTo>
                <a:cubicBezTo>
                  <a:pt x="21125" y="27523"/>
                  <a:pt x="26917" y="26049"/>
                  <a:pt x="33178" y="26049"/>
                </a:cubicBezTo>
                <a:cubicBezTo>
                  <a:pt x="41084" y="26049"/>
                  <a:pt x="47551" y="28048"/>
                  <a:pt x="52578" y="32047"/>
                </a:cubicBezTo>
                <a:cubicBezTo>
                  <a:pt x="57605" y="36046"/>
                  <a:pt x="60827" y="41724"/>
                  <a:pt x="62243" y="49082"/>
                </a:cubicBezTo>
                <a:lnTo>
                  <a:pt x="50247" y="50933"/>
                </a:lnTo>
                <a:cubicBezTo>
                  <a:pt x="49105" y="46043"/>
                  <a:pt x="47082" y="42364"/>
                  <a:pt x="44180" y="39896"/>
                </a:cubicBezTo>
                <a:cubicBezTo>
                  <a:pt x="41278" y="37428"/>
                  <a:pt x="37771" y="36194"/>
                  <a:pt x="33658" y="36194"/>
                </a:cubicBezTo>
                <a:cubicBezTo>
                  <a:pt x="27443" y="36194"/>
                  <a:pt x="22393" y="38422"/>
                  <a:pt x="18508" y="42878"/>
                </a:cubicBezTo>
                <a:cubicBezTo>
                  <a:pt x="14624" y="47334"/>
                  <a:pt x="12682" y="54383"/>
                  <a:pt x="12682" y="64026"/>
                </a:cubicBezTo>
                <a:cubicBezTo>
                  <a:pt x="12682" y="73805"/>
                  <a:pt x="14555" y="80912"/>
                  <a:pt x="18303" y="85345"/>
                </a:cubicBezTo>
                <a:cubicBezTo>
                  <a:pt x="22050" y="89778"/>
                  <a:pt x="26940" y="91994"/>
                  <a:pt x="32973" y="91994"/>
                </a:cubicBezTo>
                <a:cubicBezTo>
                  <a:pt x="37817" y="91994"/>
                  <a:pt x="41861" y="90509"/>
                  <a:pt x="45106" y="87538"/>
                </a:cubicBezTo>
                <a:cubicBezTo>
                  <a:pt x="48351" y="84568"/>
                  <a:pt x="50407" y="79998"/>
                  <a:pt x="51275" y="73828"/>
                </a:cubicBezTo>
                <a:close/>
                <a:moveTo>
                  <a:pt x="73439" y="100494"/>
                </a:moveTo>
                <a:lnTo>
                  <a:pt x="73439" y="0"/>
                </a:lnTo>
                <a:lnTo>
                  <a:pt x="85777" y="0"/>
                </a:lnTo>
                <a:lnTo>
                  <a:pt x="85777" y="100494"/>
                </a:lnTo>
                <a:lnTo>
                  <a:pt x="73439" y="100494"/>
                </a:lnTo>
                <a:close/>
                <a:moveTo>
                  <a:pt x="100595" y="64094"/>
                </a:moveTo>
                <a:cubicBezTo>
                  <a:pt x="100595" y="50613"/>
                  <a:pt x="104343" y="40627"/>
                  <a:pt x="111837" y="34138"/>
                </a:cubicBezTo>
                <a:cubicBezTo>
                  <a:pt x="118098" y="28745"/>
                  <a:pt x="125730" y="26049"/>
                  <a:pt x="134733" y="26049"/>
                </a:cubicBezTo>
                <a:cubicBezTo>
                  <a:pt x="144741" y="26049"/>
                  <a:pt x="152922" y="29328"/>
                  <a:pt x="159274" y="35886"/>
                </a:cubicBezTo>
                <a:cubicBezTo>
                  <a:pt x="165626" y="42444"/>
                  <a:pt x="168802" y="51504"/>
                  <a:pt x="168802" y="63066"/>
                </a:cubicBezTo>
                <a:cubicBezTo>
                  <a:pt x="168802" y="72434"/>
                  <a:pt x="167397" y="79804"/>
                  <a:pt x="164587" y="85173"/>
                </a:cubicBezTo>
                <a:cubicBezTo>
                  <a:pt x="161776" y="90543"/>
                  <a:pt x="157686" y="94713"/>
                  <a:pt x="152316" y="97684"/>
                </a:cubicBezTo>
                <a:cubicBezTo>
                  <a:pt x="146946" y="100654"/>
                  <a:pt x="141085" y="102139"/>
                  <a:pt x="134733" y="102139"/>
                </a:cubicBezTo>
                <a:cubicBezTo>
                  <a:pt x="124542" y="102139"/>
                  <a:pt x="116305" y="98872"/>
                  <a:pt x="110021" y="92337"/>
                </a:cubicBezTo>
                <a:cubicBezTo>
                  <a:pt x="103737" y="85802"/>
                  <a:pt x="100595" y="76387"/>
                  <a:pt x="100595" y="64094"/>
                </a:cubicBezTo>
                <a:moveTo>
                  <a:pt x="113277" y="64094"/>
                </a:moveTo>
                <a:cubicBezTo>
                  <a:pt x="113277" y="73417"/>
                  <a:pt x="115311" y="80398"/>
                  <a:pt x="119378" y="85036"/>
                </a:cubicBezTo>
                <a:cubicBezTo>
                  <a:pt x="123445" y="89675"/>
                  <a:pt x="128564" y="91994"/>
                  <a:pt x="134733" y="91994"/>
                </a:cubicBezTo>
                <a:cubicBezTo>
                  <a:pt x="140857" y="91994"/>
                  <a:pt x="145953" y="89663"/>
                  <a:pt x="150020" y="85002"/>
                </a:cubicBezTo>
                <a:cubicBezTo>
                  <a:pt x="154087" y="80341"/>
                  <a:pt x="156121" y="73234"/>
                  <a:pt x="156121" y="63683"/>
                </a:cubicBezTo>
                <a:cubicBezTo>
                  <a:pt x="156121" y="54680"/>
                  <a:pt x="154076" y="47859"/>
                  <a:pt x="149986" y="43221"/>
                </a:cubicBezTo>
                <a:cubicBezTo>
                  <a:pt x="145895" y="38582"/>
                  <a:pt x="140811" y="36263"/>
                  <a:pt x="134733" y="36263"/>
                </a:cubicBezTo>
                <a:cubicBezTo>
                  <a:pt x="128564" y="36263"/>
                  <a:pt x="123445" y="38571"/>
                  <a:pt x="119378" y="43186"/>
                </a:cubicBezTo>
                <a:cubicBezTo>
                  <a:pt x="115311" y="47802"/>
                  <a:pt x="113277" y="54771"/>
                  <a:pt x="113277" y="64094"/>
                </a:cubicBezTo>
                <a:close/>
                <a:moveTo>
                  <a:pt x="178057" y="78764"/>
                </a:moveTo>
                <a:lnTo>
                  <a:pt x="190259" y="76844"/>
                </a:lnTo>
                <a:cubicBezTo>
                  <a:pt x="190944" y="81734"/>
                  <a:pt x="192852" y="85482"/>
                  <a:pt x="195983" y="88087"/>
                </a:cubicBezTo>
                <a:cubicBezTo>
                  <a:pt x="199113" y="90692"/>
                  <a:pt x="203489" y="91994"/>
                  <a:pt x="209110" y="91994"/>
                </a:cubicBezTo>
                <a:cubicBezTo>
                  <a:pt x="214777" y="91994"/>
                  <a:pt x="218981" y="90840"/>
                  <a:pt x="221723" y="88532"/>
                </a:cubicBezTo>
                <a:cubicBezTo>
                  <a:pt x="224465" y="86224"/>
                  <a:pt x="225836" y="83517"/>
                  <a:pt x="225836" y="80409"/>
                </a:cubicBezTo>
                <a:cubicBezTo>
                  <a:pt x="225836" y="77621"/>
                  <a:pt x="224625" y="75428"/>
                  <a:pt x="222203" y="73828"/>
                </a:cubicBezTo>
                <a:cubicBezTo>
                  <a:pt x="220512" y="72731"/>
                  <a:pt x="216308" y="71338"/>
                  <a:pt x="209590" y="69647"/>
                </a:cubicBezTo>
                <a:cubicBezTo>
                  <a:pt x="200541" y="67362"/>
                  <a:pt x="194269" y="65385"/>
                  <a:pt x="190773" y="63717"/>
                </a:cubicBezTo>
                <a:cubicBezTo>
                  <a:pt x="187277" y="62049"/>
                  <a:pt x="184626" y="59741"/>
                  <a:pt x="182821" y="56794"/>
                </a:cubicBezTo>
                <a:cubicBezTo>
                  <a:pt x="181016" y="53846"/>
                  <a:pt x="180113" y="50590"/>
                  <a:pt x="180113" y="47025"/>
                </a:cubicBezTo>
                <a:cubicBezTo>
                  <a:pt x="180113" y="43781"/>
                  <a:pt x="180856" y="40776"/>
                  <a:pt x="182341" y="38011"/>
                </a:cubicBezTo>
                <a:cubicBezTo>
                  <a:pt x="183826" y="35246"/>
                  <a:pt x="185849" y="32950"/>
                  <a:pt x="188408" y="31122"/>
                </a:cubicBezTo>
                <a:cubicBezTo>
                  <a:pt x="190327" y="29705"/>
                  <a:pt x="192944" y="28505"/>
                  <a:pt x="196257" y="27523"/>
                </a:cubicBezTo>
                <a:cubicBezTo>
                  <a:pt x="199570" y="26540"/>
                  <a:pt x="203123" y="26049"/>
                  <a:pt x="206916" y="26049"/>
                </a:cubicBezTo>
                <a:cubicBezTo>
                  <a:pt x="212629" y="26049"/>
                  <a:pt x="217644" y="26872"/>
                  <a:pt x="221963" y="28517"/>
                </a:cubicBezTo>
                <a:cubicBezTo>
                  <a:pt x="226282" y="30162"/>
                  <a:pt x="229469" y="32390"/>
                  <a:pt x="231526" y="35200"/>
                </a:cubicBezTo>
                <a:cubicBezTo>
                  <a:pt x="233582" y="38011"/>
                  <a:pt x="234999" y="41770"/>
                  <a:pt x="235776" y="46477"/>
                </a:cubicBezTo>
                <a:lnTo>
                  <a:pt x="223711" y="48122"/>
                </a:lnTo>
                <a:cubicBezTo>
                  <a:pt x="223163" y="44375"/>
                  <a:pt x="221575" y="41450"/>
                  <a:pt x="218947" y="39348"/>
                </a:cubicBezTo>
                <a:cubicBezTo>
                  <a:pt x="216319" y="37245"/>
                  <a:pt x="212606" y="36194"/>
                  <a:pt x="207808" y="36194"/>
                </a:cubicBezTo>
                <a:cubicBezTo>
                  <a:pt x="202141" y="36194"/>
                  <a:pt x="198096" y="37131"/>
                  <a:pt x="195674" y="39005"/>
                </a:cubicBezTo>
                <a:cubicBezTo>
                  <a:pt x="193252" y="40879"/>
                  <a:pt x="192041" y="43072"/>
                  <a:pt x="192041" y="45586"/>
                </a:cubicBezTo>
                <a:cubicBezTo>
                  <a:pt x="192041" y="47185"/>
                  <a:pt x="192544" y="48625"/>
                  <a:pt x="193549" y="49904"/>
                </a:cubicBezTo>
                <a:cubicBezTo>
                  <a:pt x="194555" y="51230"/>
                  <a:pt x="196131" y="52326"/>
                  <a:pt x="198279" y="53195"/>
                </a:cubicBezTo>
                <a:cubicBezTo>
                  <a:pt x="199513" y="53652"/>
                  <a:pt x="203146" y="54703"/>
                  <a:pt x="209179" y="56348"/>
                </a:cubicBezTo>
                <a:cubicBezTo>
                  <a:pt x="217907" y="58679"/>
                  <a:pt x="223997" y="60587"/>
                  <a:pt x="227447" y="62072"/>
                </a:cubicBezTo>
                <a:cubicBezTo>
                  <a:pt x="230897" y="63557"/>
                  <a:pt x="233605" y="65717"/>
                  <a:pt x="235570" y="68550"/>
                </a:cubicBezTo>
                <a:cubicBezTo>
                  <a:pt x="237535" y="71383"/>
                  <a:pt x="238518" y="74902"/>
                  <a:pt x="238518" y="79107"/>
                </a:cubicBezTo>
                <a:cubicBezTo>
                  <a:pt x="238518" y="83220"/>
                  <a:pt x="237318" y="87093"/>
                  <a:pt x="234919" y="90726"/>
                </a:cubicBezTo>
                <a:cubicBezTo>
                  <a:pt x="232520" y="94359"/>
                  <a:pt x="229058" y="97170"/>
                  <a:pt x="224534" y="99157"/>
                </a:cubicBezTo>
                <a:cubicBezTo>
                  <a:pt x="220009" y="101145"/>
                  <a:pt x="214891" y="102139"/>
                  <a:pt x="209179" y="102139"/>
                </a:cubicBezTo>
                <a:cubicBezTo>
                  <a:pt x="199719" y="102139"/>
                  <a:pt x="192509" y="100174"/>
                  <a:pt x="187551" y="96244"/>
                </a:cubicBezTo>
                <a:cubicBezTo>
                  <a:pt x="182593" y="92314"/>
                  <a:pt x="179428" y="86487"/>
                  <a:pt x="178057" y="78764"/>
                </a:cubicBezTo>
                <a:close/>
                <a:moveTo>
                  <a:pt x="302771" y="77050"/>
                </a:moveTo>
                <a:lnTo>
                  <a:pt x="315521" y="78627"/>
                </a:lnTo>
                <a:cubicBezTo>
                  <a:pt x="313510" y="86076"/>
                  <a:pt x="309786" y="91857"/>
                  <a:pt x="304347" y="95970"/>
                </a:cubicBezTo>
                <a:cubicBezTo>
                  <a:pt x="298909" y="100083"/>
                  <a:pt x="291963" y="102139"/>
                  <a:pt x="283508" y="102139"/>
                </a:cubicBezTo>
                <a:cubicBezTo>
                  <a:pt x="272860" y="102139"/>
                  <a:pt x="264417" y="98860"/>
                  <a:pt x="258179" y="92302"/>
                </a:cubicBezTo>
                <a:cubicBezTo>
                  <a:pt x="251941" y="85745"/>
                  <a:pt x="248822" y="76547"/>
                  <a:pt x="248822" y="64711"/>
                </a:cubicBezTo>
                <a:cubicBezTo>
                  <a:pt x="248822" y="52464"/>
                  <a:pt x="251975" y="42958"/>
                  <a:pt x="258282" y="36194"/>
                </a:cubicBezTo>
                <a:cubicBezTo>
                  <a:pt x="264588" y="29431"/>
                  <a:pt x="272769" y="26049"/>
                  <a:pt x="282823" y="26049"/>
                </a:cubicBezTo>
                <a:cubicBezTo>
                  <a:pt x="292557" y="26049"/>
                  <a:pt x="300509" y="29362"/>
                  <a:pt x="306678" y="35989"/>
                </a:cubicBezTo>
                <a:cubicBezTo>
                  <a:pt x="312848" y="42615"/>
                  <a:pt x="315932" y="51938"/>
                  <a:pt x="315932" y="63957"/>
                </a:cubicBezTo>
                <a:cubicBezTo>
                  <a:pt x="315932" y="64688"/>
                  <a:pt x="315909" y="65785"/>
                  <a:pt x="315864" y="67247"/>
                </a:cubicBezTo>
                <a:lnTo>
                  <a:pt x="261572" y="67247"/>
                </a:lnTo>
                <a:cubicBezTo>
                  <a:pt x="262029" y="75245"/>
                  <a:pt x="264291" y="81369"/>
                  <a:pt x="268359" y="85619"/>
                </a:cubicBezTo>
                <a:cubicBezTo>
                  <a:pt x="272426" y="89869"/>
                  <a:pt x="277499" y="91994"/>
                  <a:pt x="283577" y="91994"/>
                </a:cubicBezTo>
                <a:cubicBezTo>
                  <a:pt x="288101" y="91994"/>
                  <a:pt x="291963" y="90806"/>
                  <a:pt x="295162" y="88429"/>
                </a:cubicBezTo>
                <a:cubicBezTo>
                  <a:pt x="298361" y="86053"/>
                  <a:pt x="300897" y="82260"/>
                  <a:pt x="302771" y="77050"/>
                </a:cubicBezTo>
                <a:moveTo>
                  <a:pt x="262258" y="57102"/>
                </a:moveTo>
                <a:lnTo>
                  <a:pt x="302908" y="57102"/>
                </a:lnTo>
                <a:cubicBezTo>
                  <a:pt x="302359" y="50978"/>
                  <a:pt x="300806" y="46385"/>
                  <a:pt x="298246" y="43324"/>
                </a:cubicBezTo>
                <a:cubicBezTo>
                  <a:pt x="294316" y="38571"/>
                  <a:pt x="289221" y="36194"/>
                  <a:pt x="282960" y="36194"/>
                </a:cubicBezTo>
                <a:cubicBezTo>
                  <a:pt x="277293" y="36194"/>
                  <a:pt x="272529" y="38091"/>
                  <a:pt x="268667" y="41884"/>
                </a:cubicBezTo>
                <a:cubicBezTo>
                  <a:pt x="264805" y="45677"/>
                  <a:pt x="262669" y="50750"/>
                  <a:pt x="262258" y="57102"/>
                </a:cubicBezTo>
                <a:close/>
                <a:moveTo>
                  <a:pt x="325804" y="78764"/>
                </a:moveTo>
                <a:lnTo>
                  <a:pt x="338005" y="76844"/>
                </a:lnTo>
                <a:cubicBezTo>
                  <a:pt x="338691" y="81734"/>
                  <a:pt x="340599" y="85482"/>
                  <a:pt x="343729" y="88087"/>
                </a:cubicBezTo>
                <a:cubicBezTo>
                  <a:pt x="346860" y="90692"/>
                  <a:pt x="351236" y="91994"/>
                  <a:pt x="356857" y="91994"/>
                </a:cubicBezTo>
                <a:cubicBezTo>
                  <a:pt x="362523" y="91994"/>
                  <a:pt x="366728" y="90840"/>
                  <a:pt x="369470" y="88532"/>
                </a:cubicBezTo>
                <a:cubicBezTo>
                  <a:pt x="372212" y="86224"/>
                  <a:pt x="373583" y="83517"/>
                  <a:pt x="373583" y="80409"/>
                </a:cubicBezTo>
                <a:cubicBezTo>
                  <a:pt x="373583" y="77621"/>
                  <a:pt x="372372" y="75428"/>
                  <a:pt x="369950" y="73828"/>
                </a:cubicBezTo>
                <a:cubicBezTo>
                  <a:pt x="368259" y="72731"/>
                  <a:pt x="364054" y="71338"/>
                  <a:pt x="357336" y="69647"/>
                </a:cubicBezTo>
                <a:cubicBezTo>
                  <a:pt x="348288" y="67362"/>
                  <a:pt x="342016" y="65385"/>
                  <a:pt x="338520" y="63717"/>
                </a:cubicBezTo>
                <a:cubicBezTo>
                  <a:pt x="335023" y="62049"/>
                  <a:pt x="332373" y="59741"/>
                  <a:pt x="330568" y="56794"/>
                </a:cubicBezTo>
                <a:cubicBezTo>
                  <a:pt x="328763" y="53846"/>
                  <a:pt x="327860" y="50590"/>
                  <a:pt x="327860" y="47025"/>
                </a:cubicBezTo>
                <a:cubicBezTo>
                  <a:pt x="327860" y="43781"/>
                  <a:pt x="328603" y="40776"/>
                  <a:pt x="330088" y="38011"/>
                </a:cubicBezTo>
                <a:cubicBezTo>
                  <a:pt x="331573" y="35246"/>
                  <a:pt x="333595" y="32950"/>
                  <a:pt x="336155" y="31122"/>
                </a:cubicBezTo>
                <a:cubicBezTo>
                  <a:pt x="338074" y="29705"/>
                  <a:pt x="340690" y="28505"/>
                  <a:pt x="344004" y="27523"/>
                </a:cubicBezTo>
                <a:cubicBezTo>
                  <a:pt x="347317" y="26540"/>
                  <a:pt x="350870" y="26049"/>
                  <a:pt x="354663" y="26049"/>
                </a:cubicBezTo>
                <a:cubicBezTo>
                  <a:pt x="360376" y="26049"/>
                  <a:pt x="365391" y="26872"/>
                  <a:pt x="369710" y="28517"/>
                </a:cubicBezTo>
                <a:cubicBezTo>
                  <a:pt x="374028" y="30162"/>
                  <a:pt x="377216" y="32390"/>
                  <a:pt x="379272" y="35200"/>
                </a:cubicBezTo>
                <a:cubicBezTo>
                  <a:pt x="381329" y="38011"/>
                  <a:pt x="382746" y="41770"/>
                  <a:pt x="383523" y="46477"/>
                </a:cubicBezTo>
                <a:lnTo>
                  <a:pt x="371458" y="48122"/>
                </a:lnTo>
                <a:cubicBezTo>
                  <a:pt x="370909" y="44375"/>
                  <a:pt x="369321" y="41450"/>
                  <a:pt x="366694" y="39348"/>
                </a:cubicBezTo>
                <a:cubicBezTo>
                  <a:pt x="364066" y="37245"/>
                  <a:pt x="360353" y="36194"/>
                  <a:pt x="355554" y="36194"/>
                </a:cubicBezTo>
                <a:cubicBezTo>
                  <a:pt x="349887" y="36194"/>
                  <a:pt x="345843" y="37131"/>
                  <a:pt x="343421" y="39005"/>
                </a:cubicBezTo>
                <a:cubicBezTo>
                  <a:pt x="340999" y="40879"/>
                  <a:pt x="339788" y="43072"/>
                  <a:pt x="339788" y="45586"/>
                </a:cubicBezTo>
                <a:cubicBezTo>
                  <a:pt x="339788" y="47185"/>
                  <a:pt x="340290" y="48625"/>
                  <a:pt x="341296" y="49904"/>
                </a:cubicBezTo>
                <a:cubicBezTo>
                  <a:pt x="342301" y="51230"/>
                  <a:pt x="343878" y="52326"/>
                  <a:pt x="346026" y="53195"/>
                </a:cubicBezTo>
                <a:cubicBezTo>
                  <a:pt x="347260" y="53652"/>
                  <a:pt x="350893" y="54703"/>
                  <a:pt x="356925" y="56348"/>
                </a:cubicBezTo>
                <a:cubicBezTo>
                  <a:pt x="365654" y="58679"/>
                  <a:pt x="371743" y="60587"/>
                  <a:pt x="375194" y="62072"/>
                </a:cubicBezTo>
                <a:cubicBezTo>
                  <a:pt x="378644" y="63557"/>
                  <a:pt x="381352" y="65717"/>
                  <a:pt x="383317" y="68550"/>
                </a:cubicBezTo>
                <a:cubicBezTo>
                  <a:pt x="385282" y="71383"/>
                  <a:pt x="386265" y="74902"/>
                  <a:pt x="386265" y="79107"/>
                </a:cubicBezTo>
                <a:cubicBezTo>
                  <a:pt x="386265" y="83220"/>
                  <a:pt x="385065" y="87093"/>
                  <a:pt x="382666" y="90726"/>
                </a:cubicBezTo>
                <a:cubicBezTo>
                  <a:pt x="380266" y="94359"/>
                  <a:pt x="376805" y="97170"/>
                  <a:pt x="372280" y="99157"/>
                </a:cubicBezTo>
                <a:cubicBezTo>
                  <a:pt x="367756" y="101145"/>
                  <a:pt x="362638" y="102139"/>
                  <a:pt x="356925" y="102139"/>
                </a:cubicBezTo>
                <a:cubicBezTo>
                  <a:pt x="347465" y="102139"/>
                  <a:pt x="340256" y="100174"/>
                  <a:pt x="335298" y="96244"/>
                </a:cubicBezTo>
                <a:cubicBezTo>
                  <a:pt x="330339" y="92314"/>
                  <a:pt x="327175" y="86487"/>
                  <a:pt x="325804" y="78764"/>
                </a:cubicBezTo>
                <a:close/>
                <a:moveTo>
                  <a:pt x="439245" y="14190"/>
                </a:moveTo>
                <a:lnTo>
                  <a:pt x="439245" y="0"/>
                </a:lnTo>
                <a:lnTo>
                  <a:pt x="451584" y="0"/>
                </a:lnTo>
                <a:lnTo>
                  <a:pt x="451584" y="14190"/>
                </a:lnTo>
                <a:lnTo>
                  <a:pt x="439245" y="14190"/>
                </a:lnTo>
                <a:moveTo>
                  <a:pt x="439245" y="100494"/>
                </a:moveTo>
                <a:lnTo>
                  <a:pt x="439245" y="27694"/>
                </a:lnTo>
                <a:lnTo>
                  <a:pt x="451584" y="27694"/>
                </a:lnTo>
                <a:lnTo>
                  <a:pt x="451584" y="100494"/>
                </a:lnTo>
                <a:lnTo>
                  <a:pt x="439245" y="100494"/>
                </a:lnTo>
                <a:close/>
                <a:moveTo>
                  <a:pt x="497592" y="89458"/>
                </a:moveTo>
                <a:lnTo>
                  <a:pt x="499375" y="100357"/>
                </a:lnTo>
                <a:cubicBezTo>
                  <a:pt x="495901" y="101088"/>
                  <a:pt x="492794" y="101454"/>
                  <a:pt x="490052" y="101454"/>
                </a:cubicBezTo>
                <a:cubicBezTo>
                  <a:pt x="485573" y="101454"/>
                  <a:pt x="482100" y="100746"/>
                  <a:pt x="479632" y="99329"/>
                </a:cubicBezTo>
                <a:cubicBezTo>
                  <a:pt x="477164" y="97912"/>
                  <a:pt x="475428" y="96050"/>
                  <a:pt x="474422" y="93742"/>
                </a:cubicBezTo>
                <a:cubicBezTo>
                  <a:pt x="473417" y="91434"/>
                  <a:pt x="472914" y="86579"/>
                  <a:pt x="472914" y="79175"/>
                </a:cubicBezTo>
                <a:lnTo>
                  <a:pt x="472914" y="37291"/>
                </a:lnTo>
                <a:lnTo>
                  <a:pt x="463866" y="37291"/>
                </a:lnTo>
                <a:lnTo>
                  <a:pt x="463866" y="27694"/>
                </a:lnTo>
                <a:lnTo>
                  <a:pt x="472914" y="27694"/>
                </a:lnTo>
                <a:lnTo>
                  <a:pt x="472914" y="9666"/>
                </a:lnTo>
                <a:lnTo>
                  <a:pt x="485185" y="2262"/>
                </a:lnTo>
                <a:lnTo>
                  <a:pt x="485185" y="27694"/>
                </a:lnTo>
                <a:lnTo>
                  <a:pt x="497592" y="27694"/>
                </a:lnTo>
                <a:lnTo>
                  <a:pt x="497592" y="37291"/>
                </a:lnTo>
                <a:lnTo>
                  <a:pt x="485185" y="37291"/>
                </a:lnTo>
                <a:lnTo>
                  <a:pt x="485185" y="79861"/>
                </a:lnTo>
                <a:cubicBezTo>
                  <a:pt x="485185" y="83380"/>
                  <a:pt x="485402" y="85642"/>
                  <a:pt x="485836" y="86647"/>
                </a:cubicBezTo>
                <a:cubicBezTo>
                  <a:pt x="486270" y="87653"/>
                  <a:pt x="486978" y="88452"/>
                  <a:pt x="487961" y="89046"/>
                </a:cubicBezTo>
                <a:cubicBezTo>
                  <a:pt x="488943" y="89640"/>
                  <a:pt x="490349" y="89938"/>
                  <a:pt x="492177" y="89938"/>
                </a:cubicBezTo>
                <a:cubicBezTo>
                  <a:pt x="493548" y="89938"/>
                  <a:pt x="495353" y="89778"/>
                  <a:pt x="497592" y="89458"/>
                </a:cubicBezTo>
                <a:close/>
                <a:moveTo>
                  <a:pt x="516276" y="100494"/>
                </a:moveTo>
                <a:lnTo>
                  <a:pt x="516276" y="86441"/>
                </a:lnTo>
                <a:lnTo>
                  <a:pt x="530329" y="86441"/>
                </a:lnTo>
                <a:lnTo>
                  <a:pt x="530329" y="100494"/>
                </a:lnTo>
                <a:lnTo>
                  <a:pt x="516276" y="100494"/>
                </a:lnTo>
                <a:moveTo>
                  <a:pt x="563096" y="100494"/>
                </a:moveTo>
                <a:lnTo>
                  <a:pt x="563096" y="86441"/>
                </a:lnTo>
                <a:lnTo>
                  <a:pt x="577149" y="86441"/>
                </a:lnTo>
                <a:lnTo>
                  <a:pt x="577149" y="100494"/>
                </a:lnTo>
                <a:lnTo>
                  <a:pt x="563096" y="100494"/>
                </a:lnTo>
                <a:moveTo>
                  <a:pt x="609847" y="100494"/>
                </a:moveTo>
                <a:lnTo>
                  <a:pt x="609847" y="86441"/>
                </a:lnTo>
                <a:lnTo>
                  <a:pt x="623968" y="86441"/>
                </a:lnTo>
                <a:lnTo>
                  <a:pt x="623968" y="100494"/>
                </a:lnTo>
                <a:lnTo>
                  <a:pt x="609847" y="100494"/>
                </a:lnTo>
                <a:close/>
                <a:moveTo>
                  <a:pt x="689761" y="100494"/>
                </a:moveTo>
                <a:lnTo>
                  <a:pt x="689761" y="0"/>
                </a:lnTo>
                <a:lnTo>
                  <a:pt x="757557" y="0"/>
                </a:lnTo>
                <a:lnTo>
                  <a:pt x="757557" y="11859"/>
                </a:lnTo>
                <a:lnTo>
                  <a:pt x="703060" y="11859"/>
                </a:lnTo>
                <a:lnTo>
                  <a:pt x="703060" y="42981"/>
                </a:lnTo>
                <a:lnTo>
                  <a:pt x="750222" y="42981"/>
                </a:lnTo>
                <a:lnTo>
                  <a:pt x="750222" y="54840"/>
                </a:lnTo>
                <a:lnTo>
                  <a:pt x="703060" y="54840"/>
                </a:lnTo>
                <a:lnTo>
                  <a:pt x="703060" y="100494"/>
                </a:lnTo>
                <a:lnTo>
                  <a:pt x="689761" y="100494"/>
                </a:lnTo>
                <a:close/>
                <a:moveTo>
                  <a:pt x="773234" y="14190"/>
                </a:moveTo>
                <a:lnTo>
                  <a:pt x="773234" y="0"/>
                </a:lnTo>
                <a:lnTo>
                  <a:pt x="785573" y="0"/>
                </a:lnTo>
                <a:lnTo>
                  <a:pt x="785573" y="14190"/>
                </a:lnTo>
                <a:lnTo>
                  <a:pt x="773234" y="14190"/>
                </a:lnTo>
                <a:moveTo>
                  <a:pt x="773234" y="100494"/>
                </a:moveTo>
                <a:lnTo>
                  <a:pt x="773234" y="27694"/>
                </a:lnTo>
                <a:lnTo>
                  <a:pt x="785573" y="27694"/>
                </a:lnTo>
                <a:lnTo>
                  <a:pt x="785573" y="100494"/>
                </a:lnTo>
                <a:lnTo>
                  <a:pt x="773234" y="100494"/>
                </a:lnTo>
                <a:close/>
                <a:moveTo>
                  <a:pt x="804641" y="100494"/>
                </a:moveTo>
                <a:lnTo>
                  <a:pt x="804641" y="27694"/>
                </a:lnTo>
                <a:lnTo>
                  <a:pt x="815746" y="27694"/>
                </a:lnTo>
                <a:lnTo>
                  <a:pt x="815746" y="38045"/>
                </a:lnTo>
                <a:cubicBezTo>
                  <a:pt x="821093" y="30048"/>
                  <a:pt x="828816" y="26049"/>
                  <a:pt x="838916" y="26049"/>
                </a:cubicBezTo>
                <a:cubicBezTo>
                  <a:pt x="843303" y="26049"/>
                  <a:pt x="847336" y="26837"/>
                  <a:pt x="851015" y="28414"/>
                </a:cubicBezTo>
                <a:cubicBezTo>
                  <a:pt x="854693" y="29991"/>
                  <a:pt x="857447" y="32059"/>
                  <a:pt x="859275" y="34618"/>
                </a:cubicBezTo>
                <a:cubicBezTo>
                  <a:pt x="861103" y="37177"/>
                  <a:pt x="862382" y="40216"/>
                  <a:pt x="863114" y="43735"/>
                </a:cubicBezTo>
                <a:cubicBezTo>
                  <a:pt x="863571" y="46020"/>
                  <a:pt x="863799" y="50019"/>
                  <a:pt x="863799" y="55731"/>
                </a:cubicBezTo>
                <a:lnTo>
                  <a:pt x="863799" y="100494"/>
                </a:lnTo>
                <a:lnTo>
                  <a:pt x="851460" y="100494"/>
                </a:lnTo>
                <a:lnTo>
                  <a:pt x="851460" y="56211"/>
                </a:lnTo>
                <a:cubicBezTo>
                  <a:pt x="851460" y="51184"/>
                  <a:pt x="850980" y="47425"/>
                  <a:pt x="850021" y="44934"/>
                </a:cubicBezTo>
                <a:cubicBezTo>
                  <a:pt x="849061" y="42444"/>
                  <a:pt x="847359" y="40456"/>
                  <a:pt x="844914" y="38971"/>
                </a:cubicBezTo>
                <a:cubicBezTo>
                  <a:pt x="842469" y="37485"/>
                  <a:pt x="839601" y="36743"/>
                  <a:pt x="836311" y="36743"/>
                </a:cubicBezTo>
                <a:cubicBezTo>
                  <a:pt x="831055" y="36743"/>
                  <a:pt x="826519" y="38411"/>
                  <a:pt x="822703" y="41747"/>
                </a:cubicBezTo>
                <a:cubicBezTo>
                  <a:pt x="818888" y="45083"/>
                  <a:pt x="816980" y="51412"/>
                  <a:pt x="816980" y="60735"/>
                </a:cubicBezTo>
                <a:lnTo>
                  <a:pt x="816980" y="100494"/>
                </a:lnTo>
                <a:lnTo>
                  <a:pt x="804641" y="100494"/>
                </a:lnTo>
                <a:close/>
                <a:moveTo>
                  <a:pt x="929950" y="91514"/>
                </a:moveTo>
                <a:cubicBezTo>
                  <a:pt x="925380" y="95399"/>
                  <a:pt x="920981" y="98141"/>
                  <a:pt x="916754" y="99740"/>
                </a:cubicBezTo>
                <a:cubicBezTo>
                  <a:pt x="912527" y="101340"/>
                  <a:pt x="907991" y="102139"/>
                  <a:pt x="903147" y="102139"/>
                </a:cubicBezTo>
                <a:cubicBezTo>
                  <a:pt x="895149" y="102139"/>
                  <a:pt x="889003" y="100186"/>
                  <a:pt x="884707" y="96278"/>
                </a:cubicBezTo>
                <a:cubicBezTo>
                  <a:pt x="880411" y="92371"/>
                  <a:pt x="878263" y="87378"/>
                  <a:pt x="878263" y="81300"/>
                </a:cubicBezTo>
                <a:cubicBezTo>
                  <a:pt x="878263" y="77736"/>
                  <a:pt x="879074" y="74479"/>
                  <a:pt x="880697" y="71532"/>
                </a:cubicBezTo>
                <a:cubicBezTo>
                  <a:pt x="882319" y="68584"/>
                  <a:pt x="884444" y="66219"/>
                  <a:pt x="887072" y="64437"/>
                </a:cubicBezTo>
                <a:cubicBezTo>
                  <a:pt x="889700" y="62655"/>
                  <a:pt x="892659" y="61306"/>
                  <a:pt x="895949" y="60392"/>
                </a:cubicBezTo>
                <a:cubicBezTo>
                  <a:pt x="898371" y="59753"/>
                  <a:pt x="902027" y="59136"/>
                  <a:pt x="906917" y="58542"/>
                </a:cubicBezTo>
                <a:cubicBezTo>
                  <a:pt x="916880" y="57353"/>
                  <a:pt x="924215" y="55937"/>
                  <a:pt x="928922" y="54292"/>
                </a:cubicBezTo>
                <a:cubicBezTo>
                  <a:pt x="928967" y="52601"/>
                  <a:pt x="928990" y="51527"/>
                  <a:pt x="928990" y="51070"/>
                </a:cubicBezTo>
                <a:cubicBezTo>
                  <a:pt x="928990" y="46043"/>
                  <a:pt x="927825" y="42501"/>
                  <a:pt x="925494" y="40444"/>
                </a:cubicBezTo>
                <a:cubicBezTo>
                  <a:pt x="922341" y="37657"/>
                  <a:pt x="917657" y="36263"/>
                  <a:pt x="911441" y="36263"/>
                </a:cubicBezTo>
                <a:cubicBezTo>
                  <a:pt x="905638" y="36263"/>
                  <a:pt x="901353" y="37280"/>
                  <a:pt x="898588" y="39313"/>
                </a:cubicBezTo>
                <a:cubicBezTo>
                  <a:pt x="895823" y="41347"/>
                  <a:pt x="893778" y="44946"/>
                  <a:pt x="892453" y="50110"/>
                </a:cubicBezTo>
                <a:lnTo>
                  <a:pt x="880388" y="48465"/>
                </a:lnTo>
                <a:cubicBezTo>
                  <a:pt x="881485" y="43301"/>
                  <a:pt x="883290" y="39131"/>
                  <a:pt x="885804" y="35954"/>
                </a:cubicBezTo>
                <a:cubicBezTo>
                  <a:pt x="888317" y="32778"/>
                  <a:pt x="891950" y="30333"/>
                  <a:pt x="896703" y="28620"/>
                </a:cubicBezTo>
                <a:cubicBezTo>
                  <a:pt x="901456" y="26906"/>
                  <a:pt x="906963" y="26049"/>
                  <a:pt x="913224" y="26049"/>
                </a:cubicBezTo>
                <a:cubicBezTo>
                  <a:pt x="919439" y="26049"/>
                  <a:pt x="924489" y="26780"/>
                  <a:pt x="928373" y="28243"/>
                </a:cubicBezTo>
                <a:cubicBezTo>
                  <a:pt x="932258" y="29705"/>
                  <a:pt x="935114" y="31544"/>
                  <a:pt x="936942" y="33761"/>
                </a:cubicBezTo>
                <a:cubicBezTo>
                  <a:pt x="938770" y="35977"/>
                  <a:pt x="940050" y="38776"/>
                  <a:pt x="940781" y="42158"/>
                </a:cubicBezTo>
                <a:cubicBezTo>
                  <a:pt x="941192" y="44260"/>
                  <a:pt x="941398" y="48053"/>
                  <a:pt x="941398" y="53537"/>
                </a:cubicBezTo>
                <a:lnTo>
                  <a:pt x="941398" y="69989"/>
                </a:lnTo>
                <a:cubicBezTo>
                  <a:pt x="941398" y="81460"/>
                  <a:pt x="941661" y="88715"/>
                  <a:pt x="942186" y="91754"/>
                </a:cubicBezTo>
                <a:cubicBezTo>
                  <a:pt x="942712" y="94793"/>
                  <a:pt x="943751" y="97706"/>
                  <a:pt x="945305" y="100494"/>
                </a:cubicBezTo>
                <a:lnTo>
                  <a:pt x="932418" y="100494"/>
                </a:lnTo>
                <a:cubicBezTo>
                  <a:pt x="931138" y="97935"/>
                  <a:pt x="930316" y="94942"/>
                  <a:pt x="929950" y="91514"/>
                </a:cubicBezTo>
                <a:moveTo>
                  <a:pt x="928922" y="63957"/>
                </a:moveTo>
                <a:cubicBezTo>
                  <a:pt x="924443" y="65785"/>
                  <a:pt x="917725" y="67339"/>
                  <a:pt x="908768" y="68618"/>
                </a:cubicBezTo>
                <a:cubicBezTo>
                  <a:pt x="903695" y="69350"/>
                  <a:pt x="900108" y="70172"/>
                  <a:pt x="898006" y="71086"/>
                </a:cubicBezTo>
                <a:cubicBezTo>
                  <a:pt x="895903" y="72000"/>
                  <a:pt x="894281" y="73337"/>
                  <a:pt x="893139" y="75096"/>
                </a:cubicBezTo>
                <a:cubicBezTo>
                  <a:pt x="891996" y="76856"/>
                  <a:pt x="891425" y="78810"/>
                  <a:pt x="891425" y="80957"/>
                </a:cubicBezTo>
                <a:cubicBezTo>
                  <a:pt x="891425" y="84248"/>
                  <a:pt x="892670" y="86990"/>
                  <a:pt x="895161" y="89183"/>
                </a:cubicBezTo>
                <a:cubicBezTo>
                  <a:pt x="897651" y="91377"/>
                  <a:pt x="901296" y="92474"/>
                  <a:pt x="906095" y="92474"/>
                </a:cubicBezTo>
                <a:cubicBezTo>
                  <a:pt x="910847" y="92474"/>
                  <a:pt x="915075" y="91434"/>
                  <a:pt x="918776" y="89355"/>
                </a:cubicBezTo>
                <a:cubicBezTo>
                  <a:pt x="922478" y="87275"/>
                  <a:pt x="925197" y="84431"/>
                  <a:pt x="926934" y="80820"/>
                </a:cubicBezTo>
                <a:cubicBezTo>
                  <a:pt x="928259" y="78033"/>
                  <a:pt x="928922" y="73920"/>
                  <a:pt x="928922" y="68481"/>
                </a:cubicBezTo>
                <a:lnTo>
                  <a:pt x="928922" y="63957"/>
                </a:lnTo>
                <a:close/>
                <a:moveTo>
                  <a:pt x="959975" y="100494"/>
                </a:moveTo>
                <a:lnTo>
                  <a:pt x="959975" y="0"/>
                </a:lnTo>
                <a:lnTo>
                  <a:pt x="972314" y="0"/>
                </a:lnTo>
                <a:lnTo>
                  <a:pt x="972314" y="100494"/>
                </a:lnTo>
                <a:lnTo>
                  <a:pt x="959975" y="100494"/>
                </a:lnTo>
                <a:close/>
                <a:moveTo>
                  <a:pt x="991450" y="100494"/>
                </a:moveTo>
                <a:lnTo>
                  <a:pt x="991450" y="0"/>
                </a:lnTo>
                <a:lnTo>
                  <a:pt x="1003789" y="0"/>
                </a:lnTo>
                <a:lnTo>
                  <a:pt x="1003789" y="100494"/>
                </a:lnTo>
                <a:lnTo>
                  <a:pt x="991450" y="100494"/>
                </a:lnTo>
                <a:close/>
                <a:moveTo>
                  <a:pt x="1022652" y="128531"/>
                </a:moveTo>
                <a:lnTo>
                  <a:pt x="1021281" y="116946"/>
                </a:lnTo>
                <a:cubicBezTo>
                  <a:pt x="1023977" y="117677"/>
                  <a:pt x="1026330" y="118043"/>
                  <a:pt x="1028341" y="118043"/>
                </a:cubicBezTo>
                <a:cubicBezTo>
                  <a:pt x="1031083" y="118043"/>
                  <a:pt x="1033277" y="117586"/>
                  <a:pt x="1034922" y="116672"/>
                </a:cubicBezTo>
                <a:cubicBezTo>
                  <a:pt x="1036567" y="115758"/>
                  <a:pt x="1037915" y="114478"/>
                  <a:pt x="1038967" y="112833"/>
                </a:cubicBezTo>
                <a:cubicBezTo>
                  <a:pt x="1039743" y="111599"/>
                  <a:pt x="1041000" y="108537"/>
                  <a:pt x="1042737" y="103647"/>
                </a:cubicBezTo>
                <a:cubicBezTo>
                  <a:pt x="1042965" y="102962"/>
                  <a:pt x="1043331" y="101957"/>
                  <a:pt x="1043834" y="100631"/>
                </a:cubicBezTo>
                <a:lnTo>
                  <a:pt x="1016208" y="27694"/>
                </a:lnTo>
                <a:lnTo>
                  <a:pt x="1029507" y="27694"/>
                </a:lnTo>
                <a:lnTo>
                  <a:pt x="1044656" y="69852"/>
                </a:lnTo>
                <a:cubicBezTo>
                  <a:pt x="1046621" y="75199"/>
                  <a:pt x="1048381" y="80820"/>
                  <a:pt x="1049935" y="86716"/>
                </a:cubicBezTo>
                <a:cubicBezTo>
                  <a:pt x="1051351" y="81049"/>
                  <a:pt x="1053042" y="75519"/>
                  <a:pt x="1055007" y="70127"/>
                </a:cubicBezTo>
                <a:lnTo>
                  <a:pt x="1070568" y="27694"/>
                </a:lnTo>
                <a:lnTo>
                  <a:pt x="1082907" y="27694"/>
                </a:lnTo>
                <a:lnTo>
                  <a:pt x="1055213" y="101728"/>
                </a:lnTo>
                <a:cubicBezTo>
                  <a:pt x="1052242" y="109726"/>
                  <a:pt x="1049935" y="115232"/>
                  <a:pt x="1048289" y="118249"/>
                </a:cubicBezTo>
                <a:cubicBezTo>
                  <a:pt x="1046096" y="122316"/>
                  <a:pt x="1043582" y="125298"/>
                  <a:pt x="1040749" y="127194"/>
                </a:cubicBezTo>
                <a:cubicBezTo>
                  <a:pt x="1037915" y="129091"/>
                  <a:pt x="1034534" y="130039"/>
                  <a:pt x="1030603" y="130039"/>
                </a:cubicBezTo>
                <a:cubicBezTo>
                  <a:pt x="1028227" y="130039"/>
                  <a:pt x="1025576" y="129537"/>
                  <a:pt x="1022652" y="128531"/>
                </a:cubicBezTo>
                <a:close/>
                <a:moveTo>
                  <a:pt x="1085976" y="100494"/>
                </a:moveTo>
                <a:lnTo>
                  <a:pt x="1085976" y="86441"/>
                </a:lnTo>
                <a:lnTo>
                  <a:pt x="1100028" y="86441"/>
                </a:lnTo>
                <a:lnTo>
                  <a:pt x="1100028" y="100494"/>
                </a:lnTo>
                <a:cubicBezTo>
                  <a:pt x="1100028" y="105658"/>
                  <a:pt x="1099114" y="109828"/>
                  <a:pt x="1097286" y="113005"/>
                </a:cubicBezTo>
                <a:cubicBezTo>
                  <a:pt x="1095458" y="116181"/>
                  <a:pt x="1092556" y="118637"/>
                  <a:pt x="1088580" y="120374"/>
                </a:cubicBezTo>
                <a:lnTo>
                  <a:pt x="1085153" y="115095"/>
                </a:lnTo>
                <a:cubicBezTo>
                  <a:pt x="1087758" y="113953"/>
                  <a:pt x="1089677" y="112273"/>
                  <a:pt x="1090911" y="110057"/>
                </a:cubicBezTo>
                <a:cubicBezTo>
                  <a:pt x="1092145" y="107840"/>
                  <a:pt x="1092831" y="104653"/>
                  <a:pt x="1092968" y="100494"/>
                </a:cubicBezTo>
                <a:lnTo>
                  <a:pt x="1085976" y="100494"/>
                </a:lnTo>
                <a:close/>
                <a:moveTo>
                  <a:pt x="1159744" y="100494"/>
                </a:moveTo>
                <a:lnTo>
                  <a:pt x="1159744" y="0"/>
                </a:lnTo>
                <a:lnTo>
                  <a:pt x="1172083" y="0"/>
                </a:lnTo>
                <a:lnTo>
                  <a:pt x="1172083" y="36057"/>
                </a:lnTo>
                <a:cubicBezTo>
                  <a:pt x="1177841" y="29385"/>
                  <a:pt x="1185107" y="26049"/>
                  <a:pt x="1193882" y="26049"/>
                </a:cubicBezTo>
                <a:cubicBezTo>
                  <a:pt x="1199274" y="26049"/>
                  <a:pt x="1203958" y="27111"/>
                  <a:pt x="1207934" y="29237"/>
                </a:cubicBezTo>
                <a:cubicBezTo>
                  <a:pt x="1211910" y="31362"/>
                  <a:pt x="1214755" y="34298"/>
                  <a:pt x="1216469" y="38045"/>
                </a:cubicBezTo>
                <a:cubicBezTo>
                  <a:pt x="1218182" y="41793"/>
                  <a:pt x="1219039" y="47231"/>
                  <a:pt x="1219039" y="54360"/>
                </a:cubicBezTo>
                <a:lnTo>
                  <a:pt x="1219039" y="100494"/>
                </a:lnTo>
                <a:lnTo>
                  <a:pt x="1206700" y="100494"/>
                </a:lnTo>
                <a:lnTo>
                  <a:pt x="1206700" y="54360"/>
                </a:lnTo>
                <a:cubicBezTo>
                  <a:pt x="1206700" y="48191"/>
                  <a:pt x="1205364" y="43701"/>
                  <a:pt x="1202690" y="40890"/>
                </a:cubicBezTo>
                <a:cubicBezTo>
                  <a:pt x="1200017" y="38079"/>
                  <a:pt x="1196235" y="36674"/>
                  <a:pt x="1191345" y="36674"/>
                </a:cubicBezTo>
                <a:cubicBezTo>
                  <a:pt x="1187689" y="36674"/>
                  <a:pt x="1184250" y="37622"/>
                  <a:pt x="1181028" y="39519"/>
                </a:cubicBezTo>
                <a:cubicBezTo>
                  <a:pt x="1177807" y="41416"/>
                  <a:pt x="1175510" y="43986"/>
                  <a:pt x="1174139" y="47231"/>
                </a:cubicBezTo>
                <a:cubicBezTo>
                  <a:pt x="1172768" y="50476"/>
                  <a:pt x="1172083" y="54954"/>
                  <a:pt x="1172083" y="60667"/>
                </a:cubicBezTo>
                <a:lnTo>
                  <a:pt x="1172083" y="100494"/>
                </a:lnTo>
                <a:lnTo>
                  <a:pt x="1159744" y="100494"/>
                </a:lnTo>
                <a:close/>
                <a:moveTo>
                  <a:pt x="1287384" y="77050"/>
                </a:moveTo>
                <a:lnTo>
                  <a:pt x="1300134" y="78627"/>
                </a:lnTo>
                <a:cubicBezTo>
                  <a:pt x="1298123" y="86076"/>
                  <a:pt x="1294399" y="91857"/>
                  <a:pt x="1288960" y="95970"/>
                </a:cubicBezTo>
                <a:cubicBezTo>
                  <a:pt x="1283522" y="100083"/>
                  <a:pt x="1276576" y="102139"/>
                  <a:pt x="1268121" y="102139"/>
                </a:cubicBezTo>
                <a:cubicBezTo>
                  <a:pt x="1257473" y="102139"/>
                  <a:pt x="1249030" y="98860"/>
                  <a:pt x="1242792" y="92302"/>
                </a:cubicBezTo>
                <a:cubicBezTo>
                  <a:pt x="1236554" y="85745"/>
                  <a:pt x="1233435" y="76547"/>
                  <a:pt x="1233435" y="64711"/>
                </a:cubicBezTo>
                <a:cubicBezTo>
                  <a:pt x="1233435" y="52464"/>
                  <a:pt x="1236588" y="42958"/>
                  <a:pt x="1242895" y="36194"/>
                </a:cubicBezTo>
                <a:cubicBezTo>
                  <a:pt x="1249201" y="29431"/>
                  <a:pt x="1257382" y="26049"/>
                  <a:pt x="1267436" y="26049"/>
                </a:cubicBezTo>
                <a:cubicBezTo>
                  <a:pt x="1277170" y="26049"/>
                  <a:pt x="1285122" y="29362"/>
                  <a:pt x="1291291" y="35989"/>
                </a:cubicBezTo>
                <a:cubicBezTo>
                  <a:pt x="1297461" y="42615"/>
                  <a:pt x="1300545" y="51938"/>
                  <a:pt x="1300545" y="63957"/>
                </a:cubicBezTo>
                <a:cubicBezTo>
                  <a:pt x="1300545" y="64688"/>
                  <a:pt x="1300522" y="65785"/>
                  <a:pt x="1300477" y="67247"/>
                </a:cubicBezTo>
                <a:lnTo>
                  <a:pt x="1246185" y="67247"/>
                </a:lnTo>
                <a:cubicBezTo>
                  <a:pt x="1246642" y="75245"/>
                  <a:pt x="1248904" y="81369"/>
                  <a:pt x="1252972" y="85619"/>
                </a:cubicBezTo>
                <a:cubicBezTo>
                  <a:pt x="1257039" y="89869"/>
                  <a:pt x="1262112" y="91994"/>
                  <a:pt x="1268190" y="91994"/>
                </a:cubicBezTo>
                <a:cubicBezTo>
                  <a:pt x="1272714" y="91994"/>
                  <a:pt x="1276576" y="90806"/>
                  <a:pt x="1279775" y="88429"/>
                </a:cubicBezTo>
                <a:cubicBezTo>
                  <a:pt x="1282974" y="86053"/>
                  <a:pt x="1285510" y="82260"/>
                  <a:pt x="1287384" y="77050"/>
                </a:cubicBezTo>
                <a:moveTo>
                  <a:pt x="1246871" y="57102"/>
                </a:moveTo>
                <a:lnTo>
                  <a:pt x="1287521" y="57102"/>
                </a:lnTo>
                <a:cubicBezTo>
                  <a:pt x="1286972" y="50978"/>
                  <a:pt x="1285419" y="46385"/>
                  <a:pt x="1282859" y="43324"/>
                </a:cubicBezTo>
                <a:cubicBezTo>
                  <a:pt x="1278929" y="38571"/>
                  <a:pt x="1273834" y="36194"/>
                  <a:pt x="1267573" y="36194"/>
                </a:cubicBezTo>
                <a:cubicBezTo>
                  <a:pt x="1261906" y="36194"/>
                  <a:pt x="1257142" y="38091"/>
                  <a:pt x="1253280" y="41884"/>
                </a:cubicBezTo>
                <a:cubicBezTo>
                  <a:pt x="1249418" y="45677"/>
                  <a:pt x="1247282" y="50750"/>
                  <a:pt x="1246871" y="57102"/>
                </a:cubicBezTo>
                <a:close/>
                <a:moveTo>
                  <a:pt x="1367283" y="100494"/>
                </a:moveTo>
                <a:lnTo>
                  <a:pt x="1345004" y="27694"/>
                </a:lnTo>
                <a:lnTo>
                  <a:pt x="1357754" y="27694"/>
                </a:lnTo>
                <a:lnTo>
                  <a:pt x="1369339" y="69715"/>
                </a:lnTo>
                <a:lnTo>
                  <a:pt x="1373658" y="85345"/>
                </a:lnTo>
                <a:cubicBezTo>
                  <a:pt x="1373841" y="84568"/>
                  <a:pt x="1375098" y="79564"/>
                  <a:pt x="1377428" y="70332"/>
                </a:cubicBezTo>
                <a:lnTo>
                  <a:pt x="1389013" y="27694"/>
                </a:lnTo>
                <a:lnTo>
                  <a:pt x="1401695" y="27694"/>
                </a:lnTo>
                <a:lnTo>
                  <a:pt x="1412594" y="69921"/>
                </a:lnTo>
                <a:lnTo>
                  <a:pt x="1416228" y="83837"/>
                </a:lnTo>
                <a:lnTo>
                  <a:pt x="1420409" y="69784"/>
                </a:lnTo>
                <a:lnTo>
                  <a:pt x="1432885" y="27694"/>
                </a:lnTo>
                <a:lnTo>
                  <a:pt x="1444881" y="27694"/>
                </a:lnTo>
                <a:lnTo>
                  <a:pt x="1422123" y="100494"/>
                </a:lnTo>
                <a:lnTo>
                  <a:pt x="1409304" y="100494"/>
                </a:lnTo>
                <a:lnTo>
                  <a:pt x="1397719" y="56896"/>
                </a:lnTo>
                <a:lnTo>
                  <a:pt x="1394908" y="44489"/>
                </a:lnTo>
                <a:lnTo>
                  <a:pt x="1380170" y="100494"/>
                </a:lnTo>
                <a:lnTo>
                  <a:pt x="1367283" y="100494"/>
                </a:lnTo>
                <a:close/>
                <a:moveTo>
                  <a:pt x="1502742" y="91514"/>
                </a:moveTo>
                <a:cubicBezTo>
                  <a:pt x="1498172" y="95399"/>
                  <a:pt x="1493773" y="98141"/>
                  <a:pt x="1489546" y="99740"/>
                </a:cubicBezTo>
                <a:cubicBezTo>
                  <a:pt x="1485319" y="101340"/>
                  <a:pt x="1480783" y="102139"/>
                  <a:pt x="1475939" y="102139"/>
                </a:cubicBezTo>
                <a:cubicBezTo>
                  <a:pt x="1467941" y="102139"/>
                  <a:pt x="1461795" y="100186"/>
                  <a:pt x="1457499" y="96278"/>
                </a:cubicBezTo>
                <a:cubicBezTo>
                  <a:pt x="1453203" y="92371"/>
                  <a:pt x="1451055" y="87378"/>
                  <a:pt x="1451055" y="81300"/>
                </a:cubicBezTo>
                <a:cubicBezTo>
                  <a:pt x="1451055" y="77736"/>
                  <a:pt x="1451867" y="74479"/>
                  <a:pt x="1453489" y="71532"/>
                </a:cubicBezTo>
                <a:cubicBezTo>
                  <a:pt x="1455111" y="68584"/>
                  <a:pt x="1457236" y="66219"/>
                  <a:pt x="1459864" y="64437"/>
                </a:cubicBezTo>
                <a:cubicBezTo>
                  <a:pt x="1462492" y="62655"/>
                  <a:pt x="1465451" y="61306"/>
                  <a:pt x="1468741" y="60392"/>
                </a:cubicBezTo>
                <a:cubicBezTo>
                  <a:pt x="1471163" y="59753"/>
                  <a:pt x="1474819" y="59136"/>
                  <a:pt x="1479709" y="58542"/>
                </a:cubicBezTo>
                <a:cubicBezTo>
                  <a:pt x="1489672" y="57353"/>
                  <a:pt x="1497007" y="55937"/>
                  <a:pt x="1501714" y="54292"/>
                </a:cubicBezTo>
                <a:cubicBezTo>
                  <a:pt x="1501759" y="52601"/>
                  <a:pt x="1501782" y="51527"/>
                  <a:pt x="1501782" y="51070"/>
                </a:cubicBezTo>
                <a:cubicBezTo>
                  <a:pt x="1501782" y="46043"/>
                  <a:pt x="1500617" y="42501"/>
                  <a:pt x="1498286" y="40444"/>
                </a:cubicBezTo>
                <a:cubicBezTo>
                  <a:pt x="1495133" y="37657"/>
                  <a:pt x="1490449" y="36263"/>
                  <a:pt x="1484234" y="36263"/>
                </a:cubicBezTo>
                <a:cubicBezTo>
                  <a:pt x="1478430" y="36263"/>
                  <a:pt x="1474145" y="37280"/>
                  <a:pt x="1471380" y="39313"/>
                </a:cubicBezTo>
                <a:cubicBezTo>
                  <a:pt x="1468616" y="41347"/>
                  <a:pt x="1466570" y="44946"/>
                  <a:pt x="1465245" y="50110"/>
                </a:cubicBezTo>
                <a:lnTo>
                  <a:pt x="1453180" y="48465"/>
                </a:lnTo>
                <a:cubicBezTo>
                  <a:pt x="1454277" y="43301"/>
                  <a:pt x="1456082" y="39131"/>
                  <a:pt x="1458596" y="35954"/>
                </a:cubicBezTo>
                <a:cubicBezTo>
                  <a:pt x="1461109" y="32778"/>
                  <a:pt x="1464742" y="30333"/>
                  <a:pt x="1469495" y="28620"/>
                </a:cubicBezTo>
                <a:cubicBezTo>
                  <a:pt x="1474248" y="26906"/>
                  <a:pt x="1479755" y="26049"/>
                  <a:pt x="1486016" y="26049"/>
                </a:cubicBezTo>
                <a:cubicBezTo>
                  <a:pt x="1492231" y="26049"/>
                  <a:pt x="1497281" y="26780"/>
                  <a:pt x="1501165" y="28243"/>
                </a:cubicBezTo>
                <a:cubicBezTo>
                  <a:pt x="1505050" y="29705"/>
                  <a:pt x="1507906" y="31544"/>
                  <a:pt x="1509734" y="33761"/>
                </a:cubicBezTo>
                <a:cubicBezTo>
                  <a:pt x="1511562" y="35977"/>
                  <a:pt x="1512842" y="38776"/>
                  <a:pt x="1513573" y="42158"/>
                </a:cubicBezTo>
                <a:cubicBezTo>
                  <a:pt x="1513984" y="44260"/>
                  <a:pt x="1514190" y="48053"/>
                  <a:pt x="1514190" y="53537"/>
                </a:cubicBezTo>
                <a:lnTo>
                  <a:pt x="1514190" y="69989"/>
                </a:lnTo>
                <a:cubicBezTo>
                  <a:pt x="1514190" y="81460"/>
                  <a:pt x="1514453" y="88715"/>
                  <a:pt x="1514978" y="91754"/>
                </a:cubicBezTo>
                <a:cubicBezTo>
                  <a:pt x="1515504" y="94793"/>
                  <a:pt x="1516543" y="97706"/>
                  <a:pt x="1518097" y="100494"/>
                </a:cubicBezTo>
                <a:lnTo>
                  <a:pt x="1505210" y="100494"/>
                </a:lnTo>
                <a:cubicBezTo>
                  <a:pt x="1503930" y="97935"/>
                  <a:pt x="1503108" y="94942"/>
                  <a:pt x="1502742" y="91514"/>
                </a:cubicBezTo>
                <a:moveTo>
                  <a:pt x="1501714" y="63957"/>
                </a:moveTo>
                <a:cubicBezTo>
                  <a:pt x="1497235" y="65785"/>
                  <a:pt x="1490517" y="67339"/>
                  <a:pt x="1481560" y="68618"/>
                </a:cubicBezTo>
                <a:cubicBezTo>
                  <a:pt x="1476487" y="69350"/>
                  <a:pt x="1472900" y="70172"/>
                  <a:pt x="1470798" y="71086"/>
                </a:cubicBezTo>
                <a:cubicBezTo>
                  <a:pt x="1468696" y="72000"/>
                  <a:pt x="1467073" y="73337"/>
                  <a:pt x="1465931" y="75096"/>
                </a:cubicBezTo>
                <a:cubicBezTo>
                  <a:pt x="1464788" y="76856"/>
                  <a:pt x="1464217" y="78810"/>
                  <a:pt x="1464217" y="80957"/>
                </a:cubicBezTo>
                <a:cubicBezTo>
                  <a:pt x="1464217" y="84248"/>
                  <a:pt x="1465462" y="86990"/>
                  <a:pt x="1467953" y="89183"/>
                </a:cubicBezTo>
                <a:cubicBezTo>
                  <a:pt x="1470444" y="91377"/>
                  <a:pt x="1474088" y="92474"/>
                  <a:pt x="1478887" y="92474"/>
                </a:cubicBezTo>
                <a:cubicBezTo>
                  <a:pt x="1483639" y="92474"/>
                  <a:pt x="1487867" y="91434"/>
                  <a:pt x="1491568" y="89355"/>
                </a:cubicBezTo>
                <a:cubicBezTo>
                  <a:pt x="1495270" y="87275"/>
                  <a:pt x="1497989" y="84431"/>
                  <a:pt x="1499726" y="80820"/>
                </a:cubicBezTo>
                <a:cubicBezTo>
                  <a:pt x="1501051" y="78033"/>
                  <a:pt x="1501714" y="73920"/>
                  <a:pt x="1501714" y="68481"/>
                </a:cubicBezTo>
                <a:lnTo>
                  <a:pt x="1501714" y="63957"/>
                </a:lnTo>
                <a:close/>
                <a:moveTo>
                  <a:pt x="1532767" y="100494"/>
                </a:moveTo>
                <a:lnTo>
                  <a:pt x="1532767" y="0"/>
                </a:lnTo>
                <a:lnTo>
                  <a:pt x="1545106" y="0"/>
                </a:lnTo>
                <a:lnTo>
                  <a:pt x="1545106" y="100494"/>
                </a:lnTo>
                <a:lnTo>
                  <a:pt x="1532767" y="100494"/>
                </a:lnTo>
                <a:close/>
                <a:moveTo>
                  <a:pt x="1564585" y="100494"/>
                </a:moveTo>
                <a:lnTo>
                  <a:pt x="1564585" y="0"/>
                </a:lnTo>
                <a:lnTo>
                  <a:pt x="1576924" y="0"/>
                </a:lnTo>
                <a:lnTo>
                  <a:pt x="1576924" y="57308"/>
                </a:lnTo>
                <a:lnTo>
                  <a:pt x="1606127" y="27694"/>
                </a:lnTo>
                <a:lnTo>
                  <a:pt x="1622099" y="27694"/>
                </a:lnTo>
                <a:lnTo>
                  <a:pt x="1594267" y="54703"/>
                </a:lnTo>
                <a:lnTo>
                  <a:pt x="1624909" y="100494"/>
                </a:lnTo>
                <a:lnTo>
                  <a:pt x="1609691" y="100494"/>
                </a:lnTo>
                <a:lnTo>
                  <a:pt x="1585630" y="63272"/>
                </a:lnTo>
                <a:lnTo>
                  <a:pt x="1576924" y="71635"/>
                </a:lnTo>
                <a:lnTo>
                  <a:pt x="1576924" y="100494"/>
                </a:lnTo>
                <a:lnTo>
                  <a:pt x="1564585" y="100494"/>
                </a:lnTo>
                <a:close/>
                <a:moveTo>
                  <a:pt x="1629524" y="78764"/>
                </a:moveTo>
                <a:lnTo>
                  <a:pt x="1641726" y="76844"/>
                </a:lnTo>
                <a:cubicBezTo>
                  <a:pt x="1642411" y="81734"/>
                  <a:pt x="1644319" y="85482"/>
                  <a:pt x="1647449" y="88087"/>
                </a:cubicBezTo>
                <a:cubicBezTo>
                  <a:pt x="1650580" y="90692"/>
                  <a:pt x="1654956" y="91994"/>
                  <a:pt x="1660577" y="91994"/>
                </a:cubicBezTo>
                <a:cubicBezTo>
                  <a:pt x="1666244" y="91994"/>
                  <a:pt x="1670448" y="90840"/>
                  <a:pt x="1673190" y="88532"/>
                </a:cubicBezTo>
                <a:cubicBezTo>
                  <a:pt x="1675932" y="86224"/>
                  <a:pt x="1677303" y="83517"/>
                  <a:pt x="1677303" y="80409"/>
                </a:cubicBezTo>
                <a:cubicBezTo>
                  <a:pt x="1677303" y="77621"/>
                  <a:pt x="1676092" y="75428"/>
                  <a:pt x="1673670" y="73828"/>
                </a:cubicBezTo>
                <a:cubicBezTo>
                  <a:pt x="1671979" y="72731"/>
                  <a:pt x="1667775" y="71338"/>
                  <a:pt x="1661057" y="69647"/>
                </a:cubicBezTo>
                <a:cubicBezTo>
                  <a:pt x="1652008" y="67362"/>
                  <a:pt x="1645736" y="65385"/>
                  <a:pt x="1642240" y="63717"/>
                </a:cubicBezTo>
                <a:cubicBezTo>
                  <a:pt x="1638744" y="62049"/>
                  <a:pt x="1636093" y="59741"/>
                  <a:pt x="1634288" y="56794"/>
                </a:cubicBezTo>
                <a:cubicBezTo>
                  <a:pt x="1632483" y="53846"/>
                  <a:pt x="1631580" y="50590"/>
                  <a:pt x="1631580" y="47025"/>
                </a:cubicBezTo>
                <a:cubicBezTo>
                  <a:pt x="1631580" y="43781"/>
                  <a:pt x="1632323" y="40776"/>
                  <a:pt x="1633808" y="38011"/>
                </a:cubicBezTo>
                <a:cubicBezTo>
                  <a:pt x="1635293" y="35246"/>
                  <a:pt x="1637316" y="32950"/>
                  <a:pt x="1639875" y="31122"/>
                </a:cubicBezTo>
                <a:cubicBezTo>
                  <a:pt x="1641794" y="29705"/>
                  <a:pt x="1644410" y="28505"/>
                  <a:pt x="1647724" y="27523"/>
                </a:cubicBezTo>
                <a:cubicBezTo>
                  <a:pt x="1651037" y="26540"/>
                  <a:pt x="1654590" y="26049"/>
                  <a:pt x="1658383" y="26049"/>
                </a:cubicBezTo>
                <a:cubicBezTo>
                  <a:pt x="1664096" y="26049"/>
                  <a:pt x="1669111" y="26872"/>
                  <a:pt x="1673430" y="28517"/>
                </a:cubicBezTo>
                <a:cubicBezTo>
                  <a:pt x="1677749" y="30162"/>
                  <a:pt x="1680936" y="32390"/>
                  <a:pt x="1682993" y="35200"/>
                </a:cubicBezTo>
                <a:cubicBezTo>
                  <a:pt x="1685049" y="38011"/>
                  <a:pt x="1686466" y="41770"/>
                  <a:pt x="1687243" y="46477"/>
                </a:cubicBezTo>
                <a:lnTo>
                  <a:pt x="1675178" y="48122"/>
                </a:lnTo>
                <a:cubicBezTo>
                  <a:pt x="1674630" y="44375"/>
                  <a:pt x="1673041" y="41450"/>
                  <a:pt x="1670414" y="39348"/>
                </a:cubicBezTo>
                <a:cubicBezTo>
                  <a:pt x="1667786" y="37245"/>
                  <a:pt x="1664073" y="36194"/>
                  <a:pt x="1659274" y="36194"/>
                </a:cubicBezTo>
                <a:cubicBezTo>
                  <a:pt x="1653608" y="36194"/>
                  <a:pt x="1649563" y="37131"/>
                  <a:pt x="1647141" y="39005"/>
                </a:cubicBezTo>
                <a:cubicBezTo>
                  <a:pt x="1644719" y="40879"/>
                  <a:pt x="1643508" y="43072"/>
                  <a:pt x="1643508" y="45586"/>
                </a:cubicBezTo>
                <a:cubicBezTo>
                  <a:pt x="1643508" y="47185"/>
                  <a:pt x="1644011" y="48625"/>
                  <a:pt x="1645016" y="49904"/>
                </a:cubicBezTo>
                <a:cubicBezTo>
                  <a:pt x="1646021" y="51230"/>
                  <a:pt x="1647598" y="52326"/>
                  <a:pt x="1649746" y="53195"/>
                </a:cubicBezTo>
                <a:cubicBezTo>
                  <a:pt x="1650980" y="53652"/>
                  <a:pt x="1654613" y="54703"/>
                  <a:pt x="1660645" y="56348"/>
                </a:cubicBezTo>
                <a:cubicBezTo>
                  <a:pt x="1669374" y="58679"/>
                  <a:pt x="1675464" y="60587"/>
                  <a:pt x="1678914" y="62072"/>
                </a:cubicBezTo>
                <a:cubicBezTo>
                  <a:pt x="1682364" y="63557"/>
                  <a:pt x="1685072" y="65717"/>
                  <a:pt x="1687037" y="68550"/>
                </a:cubicBezTo>
                <a:cubicBezTo>
                  <a:pt x="1689002" y="71383"/>
                  <a:pt x="1689985" y="74902"/>
                  <a:pt x="1689985" y="79107"/>
                </a:cubicBezTo>
                <a:cubicBezTo>
                  <a:pt x="1689985" y="83220"/>
                  <a:pt x="1688785" y="87093"/>
                  <a:pt x="1686386" y="90726"/>
                </a:cubicBezTo>
                <a:cubicBezTo>
                  <a:pt x="1683987" y="94359"/>
                  <a:pt x="1680525" y="97170"/>
                  <a:pt x="1676001" y="99157"/>
                </a:cubicBezTo>
                <a:cubicBezTo>
                  <a:pt x="1671476" y="101145"/>
                  <a:pt x="1666358" y="102139"/>
                  <a:pt x="1660645" y="102139"/>
                </a:cubicBezTo>
                <a:cubicBezTo>
                  <a:pt x="1651185" y="102139"/>
                  <a:pt x="1643976" y="100174"/>
                  <a:pt x="1639018" y="96244"/>
                </a:cubicBezTo>
                <a:cubicBezTo>
                  <a:pt x="1634059" y="92314"/>
                  <a:pt x="1630895" y="86487"/>
                  <a:pt x="1629524" y="78764"/>
                </a:cubicBezTo>
                <a:close/>
                <a:moveTo>
                  <a:pt x="1769837" y="89458"/>
                </a:moveTo>
                <a:lnTo>
                  <a:pt x="1771619" y="100357"/>
                </a:lnTo>
                <a:cubicBezTo>
                  <a:pt x="1768146" y="101088"/>
                  <a:pt x="1765038" y="101454"/>
                  <a:pt x="1762296" y="101454"/>
                </a:cubicBezTo>
                <a:cubicBezTo>
                  <a:pt x="1757818" y="101454"/>
                  <a:pt x="1754344" y="100746"/>
                  <a:pt x="1751877" y="99329"/>
                </a:cubicBezTo>
                <a:cubicBezTo>
                  <a:pt x="1749409" y="97912"/>
                  <a:pt x="1747672" y="96050"/>
                  <a:pt x="1746667" y="93742"/>
                </a:cubicBezTo>
                <a:cubicBezTo>
                  <a:pt x="1745661" y="91434"/>
                  <a:pt x="1745159" y="86579"/>
                  <a:pt x="1745159" y="79175"/>
                </a:cubicBezTo>
                <a:lnTo>
                  <a:pt x="1745159" y="37291"/>
                </a:lnTo>
                <a:lnTo>
                  <a:pt x="1736110" y="37291"/>
                </a:lnTo>
                <a:lnTo>
                  <a:pt x="1736110" y="27694"/>
                </a:lnTo>
                <a:lnTo>
                  <a:pt x="1745159" y="27694"/>
                </a:lnTo>
                <a:lnTo>
                  <a:pt x="1745159" y="9666"/>
                </a:lnTo>
                <a:lnTo>
                  <a:pt x="1757429" y="2262"/>
                </a:lnTo>
                <a:lnTo>
                  <a:pt x="1757429" y="27694"/>
                </a:lnTo>
                <a:lnTo>
                  <a:pt x="1769837" y="27694"/>
                </a:lnTo>
                <a:lnTo>
                  <a:pt x="1769837" y="37291"/>
                </a:lnTo>
                <a:lnTo>
                  <a:pt x="1757429" y="37291"/>
                </a:lnTo>
                <a:lnTo>
                  <a:pt x="1757429" y="79861"/>
                </a:lnTo>
                <a:cubicBezTo>
                  <a:pt x="1757429" y="83380"/>
                  <a:pt x="1757646" y="85642"/>
                  <a:pt x="1758080" y="86647"/>
                </a:cubicBezTo>
                <a:cubicBezTo>
                  <a:pt x="1758515" y="87653"/>
                  <a:pt x="1759223" y="88452"/>
                  <a:pt x="1760205" y="89046"/>
                </a:cubicBezTo>
                <a:cubicBezTo>
                  <a:pt x="1761188" y="89640"/>
                  <a:pt x="1762593" y="89938"/>
                  <a:pt x="1764421" y="89938"/>
                </a:cubicBezTo>
                <a:cubicBezTo>
                  <a:pt x="1765792" y="89938"/>
                  <a:pt x="1767597" y="89778"/>
                  <a:pt x="1769837" y="89458"/>
                </a:cubicBezTo>
                <a:close/>
                <a:moveTo>
                  <a:pt x="1776799" y="64094"/>
                </a:moveTo>
                <a:cubicBezTo>
                  <a:pt x="1776799" y="50613"/>
                  <a:pt x="1780546" y="40627"/>
                  <a:pt x="1788041" y="34138"/>
                </a:cubicBezTo>
                <a:cubicBezTo>
                  <a:pt x="1794302" y="28745"/>
                  <a:pt x="1801934" y="26049"/>
                  <a:pt x="1810937" y="26049"/>
                </a:cubicBezTo>
                <a:cubicBezTo>
                  <a:pt x="1820945" y="26049"/>
                  <a:pt x="1829125" y="29328"/>
                  <a:pt x="1835478" y="35886"/>
                </a:cubicBezTo>
                <a:cubicBezTo>
                  <a:pt x="1841830" y="42444"/>
                  <a:pt x="1845006" y="51504"/>
                  <a:pt x="1845006" y="63066"/>
                </a:cubicBezTo>
                <a:cubicBezTo>
                  <a:pt x="1845006" y="72434"/>
                  <a:pt x="1843601" y="79804"/>
                  <a:pt x="1840790" y="85173"/>
                </a:cubicBezTo>
                <a:cubicBezTo>
                  <a:pt x="1837980" y="90543"/>
                  <a:pt x="1833889" y="94713"/>
                  <a:pt x="1828520" y="97684"/>
                </a:cubicBezTo>
                <a:cubicBezTo>
                  <a:pt x="1823150" y="100654"/>
                  <a:pt x="1817289" y="102139"/>
                  <a:pt x="1810937" y="102139"/>
                </a:cubicBezTo>
                <a:cubicBezTo>
                  <a:pt x="1800746" y="102139"/>
                  <a:pt x="1792508" y="98872"/>
                  <a:pt x="1786224" y="92337"/>
                </a:cubicBezTo>
                <a:cubicBezTo>
                  <a:pt x="1779941" y="85802"/>
                  <a:pt x="1776799" y="76387"/>
                  <a:pt x="1776799" y="64094"/>
                </a:cubicBezTo>
                <a:moveTo>
                  <a:pt x="1789481" y="64094"/>
                </a:moveTo>
                <a:cubicBezTo>
                  <a:pt x="1789481" y="73417"/>
                  <a:pt x="1791514" y="80398"/>
                  <a:pt x="1795581" y="85036"/>
                </a:cubicBezTo>
                <a:cubicBezTo>
                  <a:pt x="1799649" y="89675"/>
                  <a:pt x="1804767" y="91994"/>
                  <a:pt x="1810937" y="91994"/>
                </a:cubicBezTo>
                <a:cubicBezTo>
                  <a:pt x="1817060" y="91994"/>
                  <a:pt x="1822156" y="89663"/>
                  <a:pt x="1826223" y="85002"/>
                </a:cubicBezTo>
                <a:cubicBezTo>
                  <a:pt x="1830291" y="80341"/>
                  <a:pt x="1832324" y="73234"/>
                  <a:pt x="1832324" y="63683"/>
                </a:cubicBezTo>
                <a:cubicBezTo>
                  <a:pt x="1832324" y="54680"/>
                  <a:pt x="1830279" y="47859"/>
                  <a:pt x="1826189" y="43221"/>
                </a:cubicBezTo>
                <a:cubicBezTo>
                  <a:pt x="1822099" y="38582"/>
                  <a:pt x="1817015" y="36263"/>
                  <a:pt x="1810937" y="36263"/>
                </a:cubicBezTo>
                <a:cubicBezTo>
                  <a:pt x="1804767" y="36263"/>
                  <a:pt x="1799649" y="38571"/>
                  <a:pt x="1795581" y="43186"/>
                </a:cubicBezTo>
                <a:cubicBezTo>
                  <a:pt x="1791514" y="47802"/>
                  <a:pt x="1789481" y="54771"/>
                  <a:pt x="1789481" y="64094"/>
                </a:cubicBezTo>
                <a:close/>
                <a:moveTo>
                  <a:pt x="1872632" y="100494"/>
                </a:moveTo>
                <a:lnTo>
                  <a:pt x="1850353" y="27694"/>
                </a:lnTo>
                <a:lnTo>
                  <a:pt x="1863104" y="27694"/>
                </a:lnTo>
                <a:lnTo>
                  <a:pt x="1874688" y="69715"/>
                </a:lnTo>
                <a:lnTo>
                  <a:pt x="1879007" y="85345"/>
                </a:lnTo>
                <a:cubicBezTo>
                  <a:pt x="1879190" y="84568"/>
                  <a:pt x="1880447" y="79564"/>
                  <a:pt x="1882777" y="70332"/>
                </a:cubicBezTo>
                <a:lnTo>
                  <a:pt x="1894362" y="27694"/>
                </a:lnTo>
                <a:lnTo>
                  <a:pt x="1907044" y="27694"/>
                </a:lnTo>
                <a:lnTo>
                  <a:pt x="1917943" y="69921"/>
                </a:lnTo>
                <a:lnTo>
                  <a:pt x="1921577" y="83837"/>
                </a:lnTo>
                <a:lnTo>
                  <a:pt x="1925758" y="69784"/>
                </a:lnTo>
                <a:lnTo>
                  <a:pt x="1938234" y="27694"/>
                </a:lnTo>
                <a:lnTo>
                  <a:pt x="1950230" y="27694"/>
                </a:lnTo>
                <a:lnTo>
                  <a:pt x="1927472" y="100494"/>
                </a:lnTo>
                <a:lnTo>
                  <a:pt x="1914653" y="100494"/>
                </a:lnTo>
                <a:lnTo>
                  <a:pt x="1903068" y="56896"/>
                </a:lnTo>
                <a:lnTo>
                  <a:pt x="1900258" y="44489"/>
                </a:lnTo>
                <a:lnTo>
                  <a:pt x="1885519" y="100494"/>
                </a:lnTo>
                <a:lnTo>
                  <a:pt x="1872632" y="100494"/>
                </a:lnTo>
                <a:close/>
                <a:moveTo>
                  <a:pt x="2008091" y="91514"/>
                </a:moveTo>
                <a:cubicBezTo>
                  <a:pt x="2003521" y="95399"/>
                  <a:pt x="1999122" y="98141"/>
                  <a:pt x="1994895" y="99740"/>
                </a:cubicBezTo>
                <a:cubicBezTo>
                  <a:pt x="1990668" y="101340"/>
                  <a:pt x="1986132" y="102139"/>
                  <a:pt x="1981288" y="102139"/>
                </a:cubicBezTo>
                <a:cubicBezTo>
                  <a:pt x="1973290" y="102139"/>
                  <a:pt x="1967144" y="100186"/>
                  <a:pt x="1962848" y="96278"/>
                </a:cubicBezTo>
                <a:cubicBezTo>
                  <a:pt x="1958552" y="92371"/>
                  <a:pt x="1956404" y="87378"/>
                  <a:pt x="1956404" y="81300"/>
                </a:cubicBezTo>
                <a:cubicBezTo>
                  <a:pt x="1956404" y="77736"/>
                  <a:pt x="1957215" y="74479"/>
                  <a:pt x="1958838" y="71532"/>
                </a:cubicBezTo>
                <a:cubicBezTo>
                  <a:pt x="1960460" y="68584"/>
                  <a:pt x="1962585" y="66219"/>
                  <a:pt x="1965213" y="64437"/>
                </a:cubicBezTo>
                <a:cubicBezTo>
                  <a:pt x="1967841" y="62655"/>
                  <a:pt x="1970800" y="61306"/>
                  <a:pt x="1974090" y="60392"/>
                </a:cubicBezTo>
                <a:cubicBezTo>
                  <a:pt x="1976512" y="59753"/>
                  <a:pt x="1980168" y="59136"/>
                  <a:pt x="1985058" y="58542"/>
                </a:cubicBezTo>
                <a:cubicBezTo>
                  <a:pt x="1995021" y="57353"/>
                  <a:pt x="2002356" y="55937"/>
                  <a:pt x="2007063" y="54292"/>
                </a:cubicBezTo>
                <a:cubicBezTo>
                  <a:pt x="2007108" y="52601"/>
                  <a:pt x="2007131" y="51527"/>
                  <a:pt x="2007131" y="51070"/>
                </a:cubicBezTo>
                <a:cubicBezTo>
                  <a:pt x="2007131" y="46043"/>
                  <a:pt x="2005966" y="42501"/>
                  <a:pt x="2003635" y="40444"/>
                </a:cubicBezTo>
                <a:cubicBezTo>
                  <a:pt x="2000482" y="37657"/>
                  <a:pt x="1995798" y="36263"/>
                  <a:pt x="1989582" y="36263"/>
                </a:cubicBezTo>
                <a:cubicBezTo>
                  <a:pt x="1983778" y="36263"/>
                  <a:pt x="1979494" y="37280"/>
                  <a:pt x="1976729" y="39313"/>
                </a:cubicBezTo>
                <a:cubicBezTo>
                  <a:pt x="1973964" y="41347"/>
                  <a:pt x="1971919" y="44946"/>
                  <a:pt x="1970594" y="50110"/>
                </a:cubicBezTo>
                <a:lnTo>
                  <a:pt x="1958529" y="48465"/>
                </a:lnTo>
                <a:cubicBezTo>
                  <a:pt x="1959626" y="43301"/>
                  <a:pt x="1961431" y="39131"/>
                  <a:pt x="1963945" y="35954"/>
                </a:cubicBezTo>
                <a:cubicBezTo>
                  <a:pt x="1966458" y="32778"/>
                  <a:pt x="1970091" y="30333"/>
                  <a:pt x="1974844" y="28620"/>
                </a:cubicBezTo>
                <a:cubicBezTo>
                  <a:pt x="1979597" y="26906"/>
                  <a:pt x="1985104" y="26049"/>
                  <a:pt x="1991365" y="26049"/>
                </a:cubicBezTo>
                <a:cubicBezTo>
                  <a:pt x="1997580" y="26049"/>
                  <a:pt x="2002630" y="26780"/>
                  <a:pt x="2006514" y="28243"/>
                </a:cubicBezTo>
                <a:cubicBezTo>
                  <a:pt x="2010399" y="29705"/>
                  <a:pt x="2013255" y="31544"/>
                  <a:pt x="2015083" y="33761"/>
                </a:cubicBezTo>
                <a:cubicBezTo>
                  <a:pt x="2016911" y="35977"/>
                  <a:pt x="2018191" y="38776"/>
                  <a:pt x="2018922" y="42158"/>
                </a:cubicBezTo>
                <a:cubicBezTo>
                  <a:pt x="2019333" y="44260"/>
                  <a:pt x="2019539" y="48053"/>
                  <a:pt x="2019539" y="53537"/>
                </a:cubicBezTo>
                <a:lnTo>
                  <a:pt x="2019539" y="69989"/>
                </a:lnTo>
                <a:cubicBezTo>
                  <a:pt x="2019539" y="81460"/>
                  <a:pt x="2019801" y="88715"/>
                  <a:pt x="2020327" y="91754"/>
                </a:cubicBezTo>
                <a:cubicBezTo>
                  <a:pt x="2020853" y="94793"/>
                  <a:pt x="2021892" y="97706"/>
                  <a:pt x="2023446" y="100494"/>
                </a:cubicBezTo>
                <a:lnTo>
                  <a:pt x="2010559" y="100494"/>
                </a:lnTo>
                <a:cubicBezTo>
                  <a:pt x="2009279" y="97935"/>
                  <a:pt x="2008456" y="94942"/>
                  <a:pt x="2008091" y="91514"/>
                </a:cubicBezTo>
                <a:moveTo>
                  <a:pt x="2007063" y="63957"/>
                </a:moveTo>
                <a:cubicBezTo>
                  <a:pt x="2002584" y="65785"/>
                  <a:pt x="1995866" y="67339"/>
                  <a:pt x="1986909" y="68618"/>
                </a:cubicBezTo>
                <a:cubicBezTo>
                  <a:pt x="1981836" y="69350"/>
                  <a:pt x="1978249" y="70172"/>
                  <a:pt x="1976147" y="71086"/>
                </a:cubicBezTo>
                <a:cubicBezTo>
                  <a:pt x="1974044" y="72000"/>
                  <a:pt x="1972422" y="73337"/>
                  <a:pt x="1971280" y="75096"/>
                </a:cubicBezTo>
                <a:cubicBezTo>
                  <a:pt x="1970137" y="76856"/>
                  <a:pt x="1969566" y="78810"/>
                  <a:pt x="1969566" y="80957"/>
                </a:cubicBezTo>
                <a:cubicBezTo>
                  <a:pt x="1969566" y="84248"/>
                  <a:pt x="1970811" y="86990"/>
                  <a:pt x="1973302" y="89183"/>
                </a:cubicBezTo>
                <a:cubicBezTo>
                  <a:pt x="1975792" y="91377"/>
                  <a:pt x="1979437" y="92474"/>
                  <a:pt x="1984235" y="92474"/>
                </a:cubicBezTo>
                <a:cubicBezTo>
                  <a:pt x="1988988" y="92474"/>
                  <a:pt x="1993216" y="91434"/>
                  <a:pt x="1996917" y="89355"/>
                </a:cubicBezTo>
                <a:cubicBezTo>
                  <a:pt x="2000619" y="87275"/>
                  <a:pt x="2003338" y="84431"/>
                  <a:pt x="2005075" y="80820"/>
                </a:cubicBezTo>
                <a:cubicBezTo>
                  <a:pt x="2006400" y="78033"/>
                  <a:pt x="2007063" y="73920"/>
                  <a:pt x="2007063" y="68481"/>
                </a:cubicBezTo>
                <a:lnTo>
                  <a:pt x="2007063" y="63957"/>
                </a:lnTo>
                <a:close/>
                <a:moveTo>
                  <a:pt x="2038253" y="100494"/>
                </a:moveTo>
                <a:lnTo>
                  <a:pt x="2038253" y="27694"/>
                </a:lnTo>
                <a:lnTo>
                  <a:pt x="2049358" y="27694"/>
                </a:lnTo>
                <a:lnTo>
                  <a:pt x="2049358" y="38731"/>
                </a:lnTo>
                <a:cubicBezTo>
                  <a:pt x="2052192" y="33567"/>
                  <a:pt x="2054808" y="30162"/>
                  <a:pt x="2057207" y="28517"/>
                </a:cubicBezTo>
                <a:cubicBezTo>
                  <a:pt x="2059607" y="26872"/>
                  <a:pt x="2062246" y="26049"/>
                  <a:pt x="2065125" y="26049"/>
                </a:cubicBezTo>
                <a:cubicBezTo>
                  <a:pt x="2069283" y="26049"/>
                  <a:pt x="2073511" y="27374"/>
                  <a:pt x="2077807" y="30025"/>
                </a:cubicBezTo>
                <a:lnTo>
                  <a:pt x="2073556" y="41473"/>
                </a:lnTo>
                <a:cubicBezTo>
                  <a:pt x="2070540" y="39690"/>
                  <a:pt x="2067524" y="38799"/>
                  <a:pt x="2064508" y="38799"/>
                </a:cubicBezTo>
                <a:cubicBezTo>
                  <a:pt x="2061812" y="38799"/>
                  <a:pt x="2059389" y="39610"/>
                  <a:pt x="2057242" y="41233"/>
                </a:cubicBezTo>
                <a:cubicBezTo>
                  <a:pt x="2055094" y="42855"/>
                  <a:pt x="2053563" y="45106"/>
                  <a:pt x="2052649" y="47985"/>
                </a:cubicBezTo>
                <a:cubicBezTo>
                  <a:pt x="2051278" y="52372"/>
                  <a:pt x="2050592" y="57171"/>
                  <a:pt x="2050592" y="62380"/>
                </a:cubicBezTo>
                <a:lnTo>
                  <a:pt x="2050592" y="100494"/>
                </a:lnTo>
                <a:lnTo>
                  <a:pt x="2038253" y="100494"/>
                </a:lnTo>
                <a:close/>
                <a:moveTo>
                  <a:pt x="2131978" y="100494"/>
                </a:moveTo>
                <a:lnTo>
                  <a:pt x="2131978" y="91308"/>
                </a:lnTo>
                <a:cubicBezTo>
                  <a:pt x="2127362" y="98529"/>
                  <a:pt x="2120576" y="102139"/>
                  <a:pt x="2111619" y="102139"/>
                </a:cubicBezTo>
                <a:cubicBezTo>
                  <a:pt x="2105815" y="102139"/>
                  <a:pt x="2100479" y="100540"/>
                  <a:pt x="2095612" y="97341"/>
                </a:cubicBezTo>
                <a:cubicBezTo>
                  <a:pt x="2090745" y="94142"/>
                  <a:pt x="2086975" y="89675"/>
                  <a:pt x="2084301" y="83939"/>
                </a:cubicBezTo>
                <a:cubicBezTo>
                  <a:pt x="2081628" y="78204"/>
                  <a:pt x="2080291" y="71612"/>
                  <a:pt x="2080291" y="64163"/>
                </a:cubicBezTo>
                <a:cubicBezTo>
                  <a:pt x="2080291" y="56896"/>
                  <a:pt x="2081502" y="50304"/>
                  <a:pt x="2083924" y="44386"/>
                </a:cubicBezTo>
                <a:cubicBezTo>
                  <a:pt x="2086346" y="38468"/>
                  <a:pt x="2089980" y="33932"/>
                  <a:pt x="2094824" y="30779"/>
                </a:cubicBezTo>
                <a:cubicBezTo>
                  <a:pt x="2099668" y="27626"/>
                  <a:pt x="2105083" y="26049"/>
                  <a:pt x="2111070" y="26049"/>
                </a:cubicBezTo>
                <a:cubicBezTo>
                  <a:pt x="2115457" y="26049"/>
                  <a:pt x="2119365" y="26974"/>
                  <a:pt x="2122792" y="28825"/>
                </a:cubicBezTo>
                <a:cubicBezTo>
                  <a:pt x="2126220" y="30676"/>
                  <a:pt x="2129007" y="33087"/>
                  <a:pt x="2131155" y="36057"/>
                </a:cubicBezTo>
                <a:lnTo>
                  <a:pt x="2131155" y="0"/>
                </a:lnTo>
                <a:lnTo>
                  <a:pt x="2143426" y="0"/>
                </a:lnTo>
                <a:lnTo>
                  <a:pt x="2143426" y="100494"/>
                </a:lnTo>
                <a:lnTo>
                  <a:pt x="2131978" y="100494"/>
                </a:lnTo>
                <a:moveTo>
                  <a:pt x="2092973" y="64163"/>
                </a:moveTo>
                <a:cubicBezTo>
                  <a:pt x="2092973" y="73486"/>
                  <a:pt x="2094938" y="80455"/>
                  <a:pt x="2098868" y="85070"/>
                </a:cubicBezTo>
                <a:cubicBezTo>
                  <a:pt x="2102798" y="89686"/>
                  <a:pt x="2107437" y="91994"/>
                  <a:pt x="2112784" y="91994"/>
                </a:cubicBezTo>
                <a:cubicBezTo>
                  <a:pt x="2118177" y="91994"/>
                  <a:pt x="2122758" y="89789"/>
                  <a:pt x="2126528" y="85379"/>
                </a:cubicBezTo>
                <a:cubicBezTo>
                  <a:pt x="2130298" y="80969"/>
                  <a:pt x="2132184" y="74240"/>
                  <a:pt x="2132184" y="65191"/>
                </a:cubicBezTo>
                <a:cubicBezTo>
                  <a:pt x="2132184" y="55228"/>
                  <a:pt x="2130264" y="47916"/>
                  <a:pt x="2126425" y="43255"/>
                </a:cubicBezTo>
                <a:cubicBezTo>
                  <a:pt x="2122587" y="38594"/>
                  <a:pt x="2117857" y="36263"/>
                  <a:pt x="2112236" y="36263"/>
                </a:cubicBezTo>
                <a:cubicBezTo>
                  <a:pt x="2106752" y="36263"/>
                  <a:pt x="2102170" y="38502"/>
                  <a:pt x="2098491" y="42981"/>
                </a:cubicBezTo>
                <a:cubicBezTo>
                  <a:pt x="2094812" y="47459"/>
                  <a:pt x="2092973" y="54520"/>
                  <a:pt x="2092973" y="64163"/>
                </a:cubicBezTo>
                <a:close/>
                <a:moveTo>
                  <a:pt x="2157616" y="78764"/>
                </a:moveTo>
                <a:lnTo>
                  <a:pt x="2169818" y="76844"/>
                </a:lnTo>
                <a:cubicBezTo>
                  <a:pt x="2170503" y="81734"/>
                  <a:pt x="2172411" y="85482"/>
                  <a:pt x="2175542" y="88087"/>
                </a:cubicBezTo>
                <a:cubicBezTo>
                  <a:pt x="2178672" y="90692"/>
                  <a:pt x="2183048" y="91994"/>
                  <a:pt x="2188669" y="91994"/>
                </a:cubicBezTo>
                <a:cubicBezTo>
                  <a:pt x="2194336" y="91994"/>
                  <a:pt x="2198540" y="90840"/>
                  <a:pt x="2201282" y="88532"/>
                </a:cubicBezTo>
                <a:cubicBezTo>
                  <a:pt x="2204024" y="86224"/>
                  <a:pt x="2205395" y="83517"/>
                  <a:pt x="2205395" y="80409"/>
                </a:cubicBezTo>
                <a:cubicBezTo>
                  <a:pt x="2205395" y="77621"/>
                  <a:pt x="2204184" y="75428"/>
                  <a:pt x="2201762" y="73828"/>
                </a:cubicBezTo>
                <a:cubicBezTo>
                  <a:pt x="2200071" y="72731"/>
                  <a:pt x="2195867" y="71338"/>
                  <a:pt x="2189149" y="69647"/>
                </a:cubicBezTo>
                <a:cubicBezTo>
                  <a:pt x="2180100" y="67362"/>
                  <a:pt x="2173828" y="65385"/>
                  <a:pt x="2170332" y="63717"/>
                </a:cubicBezTo>
                <a:cubicBezTo>
                  <a:pt x="2166836" y="62049"/>
                  <a:pt x="2164185" y="59741"/>
                  <a:pt x="2162380" y="56794"/>
                </a:cubicBezTo>
                <a:cubicBezTo>
                  <a:pt x="2160575" y="53846"/>
                  <a:pt x="2159672" y="50590"/>
                  <a:pt x="2159672" y="47025"/>
                </a:cubicBezTo>
                <a:cubicBezTo>
                  <a:pt x="2159672" y="43781"/>
                  <a:pt x="2160415" y="40776"/>
                  <a:pt x="2161900" y="38011"/>
                </a:cubicBezTo>
                <a:cubicBezTo>
                  <a:pt x="2163385" y="35246"/>
                  <a:pt x="2165408" y="32950"/>
                  <a:pt x="2167967" y="31122"/>
                </a:cubicBezTo>
                <a:cubicBezTo>
                  <a:pt x="2169886" y="29705"/>
                  <a:pt x="2172502" y="28505"/>
                  <a:pt x="2175816" y="27523"/>
                </a:cubicBezTo>
                <a:cubicBezTo>
                  <a:pt x="2179129" y="26540"/>
                  <a:pt x="2182682" y="26049"/>
                  <a:pt x="2186475" y="26049"/>
                </a:cubicBezTo>
                <a:cubicBezTo>
                  <a:pt x="2192188" y="26049"/>
                  <a:pt x="2197203" y="26872"/>
                  <a:pt x="2201522" y="28517"/>
                </a:cubicBezTo>
                <a:cubicBezTo>
                  <a:pt x="2205841" y="30162"/>
                  <a:pt x="2209028" y="32390"/>
                  <a:pt x="2211085" y="35200"/>
                </a:cubicBezTo>
                <a:cubicBezTo>
                  <a:pt x="2213141" y="38011"/>
                  <a:pt x="2214558" y="41770"/>
                  <a:pt x="2215335" y="46477"/>
                </a:cubicBezTo>
                <a:lnTo>
                  <a:pt x="2203270" y="48122"/>
                </a:lnTo>
                <a:cubicBezTo>
                  <a:pt x="2202722" y="44375"/>
                  <a:pt x="2201133" y="41450"/>
                  <a:pt x="2198506" y="39348"/>
                </a:cubicBezTo>
                <a:cubicBezTo>
                  <a:pt x="2195878" y="37245"/>
                  <a:pt x="2192165" y="36194"/>
                  <a:pt x="2187366" y="36194"/>
                </a:cubicBezTo>
                <a:cubicBezTo>
                  <a:pt x="2181700" y="36194"/>
                  <a:pt x="2177655" y="37131"/>
                  <a:pt x="2175233" y="39005"/>
                </a:cubicBezTo>
                <a:cubicBezTo>
                  <a:pt x="2172811" y="40879"/>
                  <a:pt x="2171600" y="43072"/>
                  <a:pt x="2171600" y="45586"/>
                </a:cubicBezTo>
                <a:cubicBezTo>
                  <a:pt x="2171600" y="47185"/>
                  <a:pt x="2172103" y="48625"/>
                  <a:pt x="2173108" y="49904"/>
                </a:cubicBezTo>
                <a:cubicBezTo>
                  <a:pt x="2174113" y="51230"/>
                  <a:pt x="2175690" y="52326"/>
                  <a:pt x="2177838" y="53195"/>
                </a:cubicBezTo>
                <a:cubicBezTo>
                  <a:pt x="2179072" y="53652"/>
                  <a:pt x="2182705" y="54703"/>
                  <a:pt x="2188737" y="56348"/>
                </a:cubicBezTo>
                <a:cubicBezTo>
                  <a:pt x="2197466" y="58679"/>
                  <a:pt x="2203556" y="60587"/>
                  <a:pt x="2207006" y="62072"/>
                </a:cubicBezTo>
                <a:cubicBezTo>
                  <a:pt x="2210456" y="63557"/>
                  <a:pt x="2213164" y="65717"/>
                  <a:pt x="2215129" y="68550"/>
                </a:cubicBezTo>
                <a:cubicBezTo>
                  <a:pt x="2217094" y="71383"/>
                  <a:pt x="2218077" y="74902"/>
                  <a:pt x="2218077" y="79107"/>
                </a:cubicBezTo>
                <a:cubicBezTo>
                  <a:pt x="2218077" y="83220"/>
                  <a:pt x="2216877" y="87093"/>
                  <a:pt x="2214478" y="90726"/>
                </a:cubicBezTo>
                <a:cubicBezTo>
                  <a:pt x="2212079" y="94359"/>
                  <a:pt x="2208617" y="97170"/>
                  <a:pt x="2204093" y="99157"/>
                </a:cubicBezTo>
                <a:cubicBezTo>
                  <a:pt x="2199568" y="101145"/>
                  <a:pt x="2194450" y="102139"/>
                  <a:pt x="2188737" y="102139"/>
                </a:cubicBezTo>
                <a:cubicBezTo>
                  <a:pt x="2179277" y="102139"/>
                  <a:pt x="2172068" y="100174"/>
                  <a:pt x="2167110" y="96244"/>
                </a:cubicBezTo>
                <a:cubicBezTo>
                  <a:pt x="2162151" y="92314"/>
                  <a:pt x="2158987" y="86487"/>
                  <a:pt x="2157616" y="78764"/>
                </a:cubicBezTo>
                <a:close/>
                <a:moveTo>
                  <a:pt x="2297929" y="89458"/>
                </a:moveTo>
                <a:lnTo>
                  <a:pt x="2299711" y="100357"/>
                </a:lnTo>
                <a:cubicBezTo>
                  <a:pt x="2296238" y="101088"/>
                  <a:pt x="2293130" y="101454"/>
                  <a:pt x="2290388" y="101454"/>
                </a:cubicBezTo>
                <a:cubicBezTo>
                  <a:pt x="2285910" y="101454"/>
                  <a:pt x="2282437" y="100746"/>
                  <a:pt x="2279969" y="99329"/>
                </a:cubicBezTo>
                <a:cubicBezTo>
                  <a:pt x="2277501" y="97912"/>
                  <a:pt x="2275764" y="96050"/>
                  <a:pt x="2274759" y="93742"/>
                </a:cubicBezTo>
                <a:cubicBezTo>
                  <a:pt x="2273754" y="91434"/>
                  <a:pt x="2273251" y="86579"/>
                  <a:pt x="2273251" y="79175"/>
                </a:cubicBezTo>
                <a:lnTo>
                  <a:pt x="2273251" y="37291"/>
                </a:lnTo>
                <a:lnTo>
                  <a:pt x="2264202" y="37291"/>
                </a:lnTo>
                <a:lnTo>
                  <a:pt x="2264202" y="27694"/>
                </a:lnTo>
                <a:lnTo>
                  <a:pt x="2273251" y="27694"/>
                </a:lnTo>
                <a:lnTo>
                  <a:pt x="2273251" y="9666"/>
                </a:lnTo>
                <a:lnTo>
                  <a:pt x="2285521" y="2262"/>
                </a:lnTo>
                <a:lnTo>
                  <a:pt x="2285521" y="27694"/>
                </a:lnTo>
                <a:lnTo>
                  <a:pt x="2297929" y="27694"/>
                </a:lnTo>
                <a:lnTo>
                  <a:pt x="2297929" y="37291"/>
                </a:lnTo>
                <a:lnTo>
                  <a:pt x="2285521" y="37291"/>
                </a:lnTo>
                <a:lnTo>
                  <a:pt x="2285521" y="79861"/>
                </a:lnTo>
                <a:cubicBezTo>
                  <a:pt x="2285521" y="83380"/>
                  <a:pt x="2285739" y="85642"/>
                  <a:pt x="2286173" y="86647"/>
                </a:cubicBezTo>
                <a:cubicBezTo>
                  <a:pt x="2286607" y="87653"/>
                  <a:pt x="2287315" y="88452"/>
                  <a:pt x="2288298" y="89046"/>
                </a:cubicBezTo>
                <a:cubicBezTo>
                  <a:pt x="2289280" y="89640"/>
                  <a:pt x="2290686" y="89938"/>
                  <a:pt x="2292514" y="89938"/>
                </a:cubicBezTo>
                <a:cubicBezTo>
                  <a:pt x="2293885" y="89938"/>
                  <a:pt x="2295690" y="89778"/>
                  <a:pt x="2297929" y="89458"/>
                </a:cubicBezTo>
                <a:close/>
                <a:moveTo>
                  <a:pt x="2309484" y="100494"/>
                </a:moveTo>
                <a:lnTo>
                  <a:pt x="2309484" y="0"/>
                </a:lnTo>
                <a:lnTo>
                  <a:pt x="2321823" y="0"/>
                </a:lnTo>
                <a:lnTo>
                  <a:pt x="2321823" y="36057"/>
                </a:lnTo>
                <a:cubicBezTo>
                  <a:pt x="2327581" y="29385"/>
                  <a:pt x="2334847" y="26049"/>
                  <a:pt x="2343622" y="26049"/>
                </a:cubicBezTo>
                <a:cubicBezTo>
                  <a:pt x="2349014" y="26049"/>
                  <a:pt x="2353699" y="27111"/>
                  <a:pt x="2357675" y="29237"/>
                </a:cubicBezTo>
                <a:cubicBezTo>
                  <a:pt x="2361650" y="31362"/>
                  <a:pt x="2364495" y="34298"/>
                  <a:pt x="2366209" y="38045"/>
                </a:cubicBezTo>
                <a:cubicBezTo>
                  <a:pt x="2367923" y="41793"/>
                  <a:pt x="2368780" y="47231"/>
                  <a:pt x="2368780" y="54360"/>
                </a:cubicBezTo>
                <a:lnTo>
                  <a:pt x="2368780" y="100494"/>
                </a:lnTo>
                <a:lnTo>
                  <a:pt x="2356441" y="100494"/>
                </a:lnTo>
                <a:lnTo>
                  <a:pt x="2356441" y="54360"/>
                </a:lnTo>
                <a:cubicBezTo>
                  <a:pt x="2356441" y="48191"/>
                  <a:pt x="2355104" y="43701"/>
                  <a:pt x="2352430" y="40890"/>
                </a:cubicBezTo>
                <a:cubicBezTo>
                  <a:pt x="2349757" y="38079"/>
                  <a:pt x="2345975" y="36674"/>
                  <a:pt x="2341085" y="36674"/>
                </a:cubicBezTo>
                <a:cubicBezTo>
                  <a:pt x="2337429" y="36674"/>
                  <a:pt x="2333991" y="37622"/>
                  <a:pt x="2330769" y="39519"/>
                </a:cubicBezTo>
                <a:cubicBezTo>
                  <a:pt x="2327547" y="41416"/>
                  <a:pt x="2325250" y="43986"/>
                  <a:pt x="2323879" y="47231"/>
                </a:cubicBezTo>
                <a:cubicBezTo>
                  <a:pt x="2322508" y="50476"/>
                  <a:pt x="2321823" y="54954"/>
                  <a:pt x="2321823" y="60667"/>
                </a:cubicBezTo>
                <a:lnTo>
                  <a:pt x="2321823" y="100494"/>
                </a:lnTo>
                <a:lnTo>
                  <a:pt x="2309484" y="100494"/>
                </a:lnTo>
                <a:close/>
                <a:moveTo>
                  <a:pt x="2437124" y="77050"/>
                </a:moveTo>
                <a:lnTo>
                  <a:pt x="2449874" y="78627"/>
                </a:lnTo>
                <a:cubicBezTo>
                  <a:pt x="2447863" y="86076"/>
                  <a:pt x="2444139" y="91857"/>
                  <a:pt x="2438701" y="95970"/>
                </a:cubicBezTo>
                <a:cubicBezTo>
                  <a:pt x="2433262" y="100083"/>
                  <a:pt x="2426316" y="102139"/>
                  <a:pt x="2417861" y="102139"/>
                </a:cubicBezTo>
                <a:cubicBezTo>
                  <a:pt x="2407213" y="102139"/>
                  <a:pt x="2398770" y="98860"/>
                  <a:pt x="2392532" y="92302"/>
                </a:cubicBezTo>
                <a:cubicBezTo>
                  <a:pt x="2386294" y="85745"/>
                  <a:pt x="2383175" y="76547"/>
                  <a:pt x="2383175" y="64711"/>
                </a:cubicBezTo>
                <a:cubicBezTo>
                  <a:pt x="2383175" y="52464"/>
                  <a:pt x="2386329" y="42958"/>
                  <a:pt x="2392635" y="36194"/>
                </a:cubicBezTo>
                <a:cubicBezTo>
                  <a:pt x="2398942" y="29431"/>
                  <a:pt x="2407122" y="26049"/>
                  <a:pt x="2417176" y="26049"/>
                </a:cubicBezTo>
                <a:cubicBezTo>
                  <a:pt x="2426910" y="26049"/>
                  <a:pt x="2434862" y="29362"/>
                  <a:pt x="2441031" y="35989"/>
                </a:cubicBezTo>
                <a:cubicBezTo>
                  <a:pt x="2447201" y="42615"/>
                  <a:pt x="2450286" y="51938"/>
                  <a:pt x="2450286" y="63957"/>
                </a:cubicBezTo>
                <a:cubicBezTo>
                  <a:pt x="2450286" y="64688"/>
                  <a:pt x="2450263" y="65785"/>
                  <a:pt x="2450217" y="67247"/>
                </a:cubicBezTo>
                <a:lnTo>
                  <a:pt x="2395925" y="67247"/>
                </a:lnTo>
                <a:cubicBezTo>
                  <a:pt x="2396382" y="75245"/>
                  <a:pt x="2398645" y="81369"/>
                  <a:pt x="2402712" y="85619"/>
                </a:cubicBezTo>
                <a:cubicBezTo>
                  <a:pt x="2406779" y="89869"/>
                  <a:pt x="2411852" y="91994"/>
                  <a:pt x="2417930" y="91994"/>
                </a:cubicBezTo>
                <a:cubicBezTo>
                  <a:pt x="2422454" y="91994"/>
                  <a:pt x="2426316" y="90806"/>
                  <a:pt x="2429515" y="88429"/>
                </a:cubicBezTo>
                <a:cubicBezTo>
                  <a:pt x="2432714" y="86053"/>
                  <a:pt x="2435250" y="82260"/>
                  <a:pt x="2437124" y="77050"/>
                </a:cubicBezTo>
                <a:moveTo>
                  <a:pt x="2396611" y="57102"/>
                </a:moveTo>
                <a:lnTo>
                  <a:pt x="2437261" y="57102"/>
                </a:lnTo>
                <a:cubicBezTo>
                  <a:pt x="2436713" y="50978"/>
                  <a:pt x="2435159" y="46385"/>
                  <a:pt x="2432600" y="43324"/>
                </a:cubicBezTo>
                <a:cubicBezTo>
                  <a:pt x="2428670" y="38571"/>
                  <a:pt x="2423574" y="36194"/>
                  <a:pt x="2417313" y="36194"/>
                </a:cubicBezTo>
                <a:cubicBezTo>
                  <a:pt x="2411646" y="36194"/>
                  <a:pt x="2406882" y="38091"/>
                  <a:pt x="2403020" y="41884"/>
                </a:cubicBezTo>
                <a:cubicBezTo>
                  <a:pt x="2399159" y="45677"/>
                  <a:pt x="2397022" y="50750"/>
                  <a:pt x="2396611" y="57102"/>
                </a:cubicBezTo>
                <a:close/>
                <a:moveTo>
                  <a:pt x="2503313" y="100494"/>
                </a:moveTo>
                <a:lnTo>
                  <a:pt x="2503313" y="0"/>
                </a:lnTo>
                <a:lnTo>
                  <a:pt x="2515652" y="0"/>
                </a:lnTo>
                <a:lnTo>
                  <a:pt x="2515652" y="100494"/>
                </a:lnTo>
                <a:lnTo>
                  <a:pt x="2503313" y="100494"/>
                </a:lnTo>
                <a:close/>
                <a:moveTo>
                  <a:pt x="2535132" y="14190"/>
                </a:moveTo>
                <a:lnTo>
                  <a:pt x="2535132" y="0"/>
                </a:lnTo>
                <a:lnTo>
                  <a:pt x="2547471" y="0"/>
                </a:lnTo>
                <a:lnTo>
                  <a:pt x="2547471" y="14190"/>
                </a:lnTo>
                <a:lnTo>
                  <a:pt x="2535132" y="14190"/>
                </a:lnTo>
                <a:moveTo>
                  <a:pt x="2535132" y="100494"/>
                </a:moveTo>
                <a:lnTo>
                  <a:pt x="2535132" y="27694"/>
                </a:lnTo>
                <a:lnTo>
                  <a:pt x="2547471" y="27694"/>
                </a:lnTo>
                <a:lnTo>
                  <a:pt x="2547471" y="100494"/>
                </a:lnTo>
                <a:lnTo>
                  <a:pt x="2535132" y="100494"/>
                </a:lnTo>
                <a:close/>
                <a:moveTo>
                  <a:pt x="2586761" y="100494"/>
                </a:moveTo>
                <a:lnTo>
                  <a:pt x="2559067" y="27694"/>
                </a:lnTo>
                <a:lnTo>
                  <a:pt x="2572091" y="27694"/>
                </a:lnTo>
                <a:lnTo>
                  <a:pt x="2587721" y="71292"/>
                </a:lnTo>
                <a:cubicBezTo>
                  <a:pt x="2589411" y="75999"/>
                  <a:pt x="2590965" y="80889"/>
                  <a:pt x="2592382" y="85962"/>
                </a:cubicBezTo>
                <a:cubicBezTo>
                  <a:pt x="2593479" y="82123"/>
                  <a:pt x="2595010" y="77507"/>
                  <a:pt x="2596975" y="72115"/>
                </a:cubicBezTo>
                <a:lnTo>
                  <a:pt x="2613153" y="27694"/>
                </a:lnTo>
                <a:lnTo>
                  <a:pt x="2625834" y="27694"/>
                </a:lnTo>
                <a:lnTo>
                  <a:pt x="2598277" y="100494"/>
                </a:lnTo>
                <a:lnTo>
                  <a:pt x="2586761" y="100494"/>
                </a:lnTo>
                <a:close/>
                <a:moveTo>
                  <a:pt x="2636550" y="14190"/>
                </a:moveTo>
                <a:lnTo>
                  <a:pt x="2636550" y="0"/>
                </a:lnTo>
                <a:lnTo>
                  <a:pt x="2648889" y="0"/>
                </a:lnTo>
                <a:lnTo>
                  <a:pt x="2648889" y="14190"/>
                </a:lnTo>
                <a:lnTo>
                  <a:pt x="2636550" y="14190"/>
                </a:lnTo>
                <a:moveTo>
                  <a:pt x="2636550" y="100494"/>
                </a:moveTo>
                <a:lnTo>
                  <a:pt x="2636550" y="27694"/>
                </a:lnTo>
                <a:lnTo>
                  <a:pt x="2648889" y="27694"/>
                </a:lnTo>
                <a:lnTo>
                  <a:pt x="2648889" y="100494"/>
                </a:lnTo>
                <a:lnTo>
                  <a:pt x="2636550" y="100494"/>
                </a:lnTo>
                <a:close/>
                <a:moveTo>
                  <a:pt x="2667957" y="100494"/>
                </a:moveTo>
                <a:lnTo>
                  <a:pt x="2667957" y="27694"/>
                </a:lnTo>
                <a:lnTo>
                  <a:pt x="2679062" y="27694"/>
                </a:lnTo>
                <a:lnTo>
                  <a:pt x="2679062" y="38045"/>
                </a:lnTo>
                <a:cubicBezTo>
                  <a:pt x="2684409" y="30048"/>
                  <a:pt x="2692132" y="26049"/>
                  <a:pt x="2702232" y="26049"/>
                </a:cubicBezTo>
                <a:cubicBezTo>
                  <a:pt x="2706619" y="26049"/>
                  <a:pt x="2710652" y="26837"/>
                  <a:pt x="2714331" y="28414"/>
                </a:cubicBezTo>
                <a:cubicBezTo>
                  <a:pt x="2718010" y="29991"/>
                  <a:pt x="2720763" y="32059"/>
                  <a:pt x="2722591" y="34618"/>
                </a:cubicBezTo>
                <a:cubicBezTo>
                  <a:pt x="2724419" y="37177"/>
                  <a:pt x="2725699" y="40216"/>
                  <a:pt x="2726430" y="43735"/>
                </a:cubicBezTo>
                <a:cubicBezTo>
                  <a:pt x="2726887" y="46020"/>
                  <a:pt x="2727115" y="50019"/>
                  <a:pt x="2727115" y="55731"/>
                </a:cubicBezTo>
                <a:lnTo>
                  <a:pt x="2727115" y="100494"/>
                </a:lnTo>
                <a:lnTo>
                  <a:pt x="2714776" y="100494"/>
                </a:lnTo>
                <a:lnTo>
                  <a:pt x="2714776" y="56211"/>
                </a:lnTo>
                <a:cubicBezTo>
                  <a:pt x="2714776" y="51184"/>
                  <a:pt x="2714296" y="47425"/>
                  <a:pt x="2713337" y="44934"/>
                </a:cubicBezTo>
                <a:cubicBezTo>
                  <a:pt x="2712377" y="42444"/>
                  <a:pt x="2710675" y="40456"/>
                  <a:pt x="2708230" y="38971"/>
                </a:cubicBezTo>
                <a:cubicBezTo>
                  <a:pt x="2705785" y="37485"/>
                  <a:pt x="2702917" y="36743"/>
                  <a:pt x="2699627" y="36743"/>
                </a:cubicBezTo>
                <a:cubicBezTo>
                  <a:pt x="2694371" y="36743"/>
                  <a:pt x="2689836" y="38411"/>
                  <a:pt x="2686020" y="41747"/>
                </a:cubicBezTo>
                <a:cubicBezTo>
                  <a:pt x="2682204" y="45083"/>
                  <a:pt x="2680296" y="51412"/>
                  <a:pt x="2680296" y="60735"/>
                </a:cubicBezTo>
                <a:lnTo>
                  <a:pt x="2680296" y="100494"/>
                </a:lnTo>
                <a:lnTo>
                  <a:pt x="2667957" y="100494"/>
                </a:lnTo>
                <a:close/>
                <a:moveTo>
                  <a:pt x="2743499" y="106527"/>
                </a:moveTo>
                <a:lnTo>
                  <a:pt x="2755495" y="108309"/>
                </a:lnTo>
                <a:cubicBezTo>
                  <a:pt x="2755998" y="112011"/>
                  <a:pt x="2757392" y="114707"/>
                  <a:pt x="2759677" y="116398"/>
                </a:cubicBezTo>
                <a:cubicBezTo>
                  <a:pt x="2762739" y="118683"/>
                  <a:pt x="2766920" y="119825"/>
                  <a:pt x="2772221" y="119825"/>
                </a:cubicBezTo>
                <a:cubicBezTo>
                  <a:pt x="2777934" y="119825"/>
                  <a:pt x="2782344" y="118683"/>
                  <a:pt x="2785451" y="116398"/>
                </a:cubicBezTo>
                <a:cubicBezTo>
                  <a:pt x="2788559" y="114113"/>
                  <a:pt x="2790661" y="110914"/>
                  <a:pt x="2791758" y="106801"/>
                </a:cubicBezTo>
                <a:cubicBezTo>
                  <a:pt x="2792398" y="104287"/>
                  <a:pt x="2792695" y="99009"/>
                  <a:pt x="2792649" y="90966"/>
                </a:cubicBezTo>
                <a:cubicBezTo>
                  <a:pt x="2787257" y="97318"/>
                  <a:pt x="2780539" y="100494"/>
                  <a:pt x="2772496" y="100494"/>
                </a:cubicBezTo>
                <a:cubicBezTo>
                  <a:pt x="2762487" y="100494"/>
                  <a:pt x="2754741" y="96884"/>
                  <a:pt x="2749257" y="89663"/>
                </a:cubicBezTo>
                <a:cubicBezTo>
                  <a:pt x="2743773" y="82443"/>
                  <a:pt x="2741031" y="73783"/>
                  <a:pt x="2741031" y="63683"/>
                </a:cubicBezTo>
                <a:cubicBezTo>
                  <a:pt x="2741031" y="56736"/>
                  <a:pt x="2742288" y="50327"/>
                  <a:pt x="2744801" y="44455"/>
                </a:cubicBezTo>
                <a:cubicBezTo>
                  <a:pt x="2747315" y="38582"/>
                  <a:pt x="2750959" y="34046"/>
                  <a:pt x="2755735" y="30847"/>
                </a:cubicBezTo>
                <a:cubicBezTo>
                  <a:pt x="2760511" y="27648"/>
                  <a:pt x="2766120" y="26049"/>
                  <a:pt x="2772564" y="26049"/>
                </a:cubicBezTo>
                <a:cubicBezTo>
                  <a:pt x="2781156" y="26049"/>
                  <a:pt x="2788239" y="29522"/>
                  <a:pt x="2793815" y="36469"/>
                </a:cubicBezTo>
                <a:lnTo>
                  <a:pt x="2793815" y="27694"/>
                </a:lnTo>
                <a:lnTo>
                  <a:pt x="2805194" y="27694"/>
                </a:lnTo>
                <a:lnTo>
                  <a:pt x="2805194" y="90623"/>
                </a:lnTo>
                <a:cubicBezTo>
                  <a:pt x="2805194" y="101957"/>
                  <a:pt x="2804040" y="109988"/>
                  <a:pt x="2801732" y="114718"/>
                </a:cubicBezTo>
                <a:cubicBezTo>
                  <a:pt x="2799424" y="119448"/>
                  <a:pt x="2795768" y="123184"/>
                  <a:pt x="2790764" y="125926"/>
                </a:cubicBezTo>
                <a:cubicBezTo>
                  <a:pt x="2785760" y="128668"/>
                  <a:pt x="2779602" y="130039"/>
                  <a:pt x="2772290" y="130039"/>
                </a:cubicBezTo>
                <a:cubicBezTo>
                  <a:pt x="2763607" y="130039"/>
                  <a:pt x="2756592" y="128086"/>
                  <a:pt x="2751245" y="124178"/>
                </a:cubicBezTo>
                <a:cubicBezTo>
                  <a:pt x="2745898" y="120271"/>
                  <a:pt x="2743316" y="114387"/>
                  <a:pt x="2743499" y="106527"/>
                </a:cubicBezTo>
                <a:moveTo>
                  <a:pt x="2753713" y="62792"/>
                </a:moveTo>
                <a:cubicBezTo>
                  <a:pt x="2753713" y="72343"/>
                  <a:pt x="2755609" y="79312"/>
                  <a:pt x="2759402" y="83699"/>
                </a:cubicBezTo>
                <a:cubicBezTo>
                  <a:pt x="2763196" y="88087"/>
                  <a:pt x="2767948" y="90280"/>
                  <a:pt x="2773661" y="90280"/>
                </a:cubicBezTo>
                <a:cubicBezTo>
                  <a:pt x="2779328" y="90280"/>
                  <a:pt x="2784080" y="88098"/>
                  <a:pt x="2787919" y="83734"/>
                </a:cubicBezTo>
                <a:cubicBezTo>
                  <a:pt x="2791758" y="79369"/>
                  <a:pt x="2793677" y="72526"/>
                  <a:pt x="2793677" y="63203"/>
                </a:cubicBezTo>
                <a:cubicBezTo>
                  <a:pt x="2793677" y="54292"/>
                  <a:pt x="2791701" y="47574"/>
                  <a:pt x="2787748" y="43049"/>
                </a:cubicBezTo>
                <a:cubicBezTo>
                  <a:pt x="2783795" y="38525"/>
                  <a:pt x="2779031" y="36263"/>
                  <a:pt x="2773455" y="36263"/>
                </a:cubicBezTo>
                <a:cubicBezTo>
                  <a:pt x="2767971" y="36263"/>
                  <a:pt x="2763310" y="38491"/>
                  <a:pt x="2759471" y="42947"/>
                </a:cubicBezTo>
                <a:cubicBezTo>
                  <a:pt x="2755632" y="47402"/>
                  <a:pt x="2753713" y="54017"/>
                  <a:pt x="2753713" y="627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roomandapproachesthecabinet.">
            <a:extLst xmlns:a="http://schemas.openxmlformats.org/drawingml/2006/main">
              <a:ext uri="{FF2B5EF4-FFF2-40B4-BE49-F238E27FC236}">
                <a16:creationId xmlns:a16="http://schemas.microsoft.com/office/drawing/2014/main" id="{9BC5339F-18C3-4154-AD1D-DA8730A1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31" y="5765149"/>
            <a:ext cx="2098550" cy="128394"/>
          </a:xfrm>
          <a:custGeom xmlns:a="http://schemas.openxmlformats.org/drawingml/2006/main">
            <a:pathLst>
              <a:path w="2098550" h="128394">
                <a:moveTo>
                  <a:pt x="0" y="100494"/>
                </a:moveTo>
                <a:lnTo>
                  <a:pt x="0" y="27694"/>
                </a:lnTo>
                <a:lnTo>
                  <a:pt x="11105" y="27694"/>
                </a:lnTo>
                <a:lnTo>
                  <a:pt x="11105" y="38731"/>
                </a:lnTo>
                <a:cubicBezTo>
                  <a:pt x="13938" y="33567"/>
                  <a:pt x="16555" y="30162"/>
                  <a:pt x="18954" y="28517"/>
                </a:cubicBezTo>
                <a:cubicBezTo>
                  <a:pt x="21353" y="26872"/>
                  <a:pt x="23992" y="26049"/>
                  <a:pt x="26872" y="26049"/>
                </a:cubicBezTo>
                <a:cubicBezTo>
                  <a:pt x="31030" y="26049"/>
                  <a:pt x="35258" y="27374"/>
                  <a:pt x="39553" y="30025"/>
                </a:cubicBezTo>
                <a:lnTo>
                  <a:pt x="35303" y="41473"/>
                </a:lnTo>
                <a:cubicBezTo>
                  <a:pt x="32287" y="39690"/>
                  <a:pt x="29271" y="38799"/>
                  <a:pt x="26255" y="38799"/>
                </a:cubicBezTo>
                <a:cubicBezTo>
                  <a:pt x="23558" y="38799"/>
                  <a:pt x="21136" y="39610"/>
                  <a:pt x="18988" y="41233"/>
                </a:cubicBezTo>
                <a:cubicBezTo>
                  <a:pt x="16840" y="42855"/>
                  <a:pt x="15309" y="45106"/>
                  <a:pt x="14395" y="47985"/>
                </a:cubicBezTo>
                <a:cubicBezTo>
                  <a:pt x="13024" y="52372"/>
                  <a:pt x="12339" y="57171"/>
                  <a:pt x="12339" y="62380"/>
                </a:cubicBezTo>
                <a:lnTo>
                  <a:pt x="12339" y="100494"/>
                </a:lnTo>
                <a:lnTo>
                  <a:pt x="0" y="100494"/>
                </a:lnTo>
                <a:close/>
                <a:moveTo>
                  <a:pt x="41873" y="64094"/>
                </a:moveTo>
                <a:cubicBezTo>
                  <a:pt x="41873" y="50613"/>
                  <a:pt x="45620" y="40627"/>
                  <a:pt x="53115" y="34138"/>
                </a:cubicBezTo>
                <a:cubicBezTo>
                  <a:pt x="59376" y="28745"/>
                  <a:pt x="67008" y="26049"/>
                  <a:pt x="76011" y="26049"/>
                </a:cubicBezTo>
                <a:cubicBezTo>
                  <a:pt x="86019" y="26049"/>
                  <a:pt x="94200" y="29328"/>
                  <a:pt x="100552" y="35886"/>
                </a:cubicBezTo>
                <a:cubicBezTo>
                  <a:pt x="106904" y="42444"/>
                  <a:pt x="110080" y="51504"/>
                  <a:pt x="110080" y="63066"/>
                </a:cubicBezTo>
                <a:cubicBezTo>
                  <a:pt x="110080" y="72434"/>
                  <a:pt x="108675" y="79804"/>
                  <a:pt x="105864" y="85173"/>
                </a:cubicBezTo>
                <a:cubicBezTo>
                  <a:pt x="103054" y="90543"/>
                  <a:pt x="98964" y="94713"/>
                  <a:pt x="93594" y="97684"/>
                </a:cubicBezTo>
                <a:cubicBezTo>
                  <a:pt x="88224" y="100654"/>
                  <a:pt x="82363" y="102139"/>
                  <a:pt x="76011" y="102139"/>
                </a:cubicBezTo>
                <a:cubicBezTo>
                  <a:pt x="65820" y="102139"/>
                  <a:pt x="57582" y="98872"/>
                  <a:pt x="51299" y="92337"/>
                </a:cubicBezTo>
                <a:cubicBezTo>
                  <a:pt x="45015" y="85802"/>
                  <a:pt x="41873" y="76387"/>
                  <a:pt x="41873" y="64094"/>
                </a:cubicBezTo>
                <a:moveTo>
                  <a:pt x="54555" y="64094"/>
                </a:moveTo>
                <a:cubicBezTo>
                  <a:pt x="54555" y="73417"/>
                  <a:pt x="56588" y="80398"/>
                  <a:pt x="60656" y="85036"/>
                </a:cubicBezTo>
                <a:cubicBezTo>
                  <a:pt x="64723" y="89675"/>
                  <a:pt x="69841" y="91994"/>
                  <a:pt x="76011" y="91994"/>
                </a:cubicBezTo>
                <a:cubicBezTo>
                  <a:pt x="82135" y="91994"/>
                  <a:pt x="87230" y="89663"/>
                  <a:pt x="91298" y="85002"/>
                </a:cubicBezTo>
                <a:cubicBezTo>
                  <a:pt x="95365" y="80341"/>
                  <a:pt x="97399" y="73234"/>
                  <a:pt x="97399" y="63683"/>
                </a:cubicBezTo>
                <a:cubicBezTo>
                  <a:pt x="97399" y="54680"/>
                  <a:pt x="95353" y="47859"/>
                  <a:pt x="91263" y="43221"/>
                </a:cubicBezTo>
                <a:cubicBezTo>
                  <a:pt x="87173" y="38582"/>
                  <a:pt x="82089" y="36263"/>
                  <a:pt x="76011" y="36263"/>
                </a:cubicBezTo>
                <a:cubicBezTo>
                  <a:pt x="69841" y="36263"/>
                  <a:pt x="64723" y="38571"/>
                  <a:pt x="60656" y="43186"/>
                </a:cubicBezTo>
                <a:cubicBezTo>
                  <a:pt x="56588" y="47802"/>
                  <a:pt x="54555" y="54771"/>
                  <a:pt x="54555" y="64094"/>
                </a:cubicBezTo>
                <a:close/>
                <a:moveTo>
                  <a:pt x="119649" y="64094"/>
                </a:moveTo>
                <a:cubicBezTo>
                  <a:pt x="119649" y="50613"/>
                  <a:pt x="123397" y="40627"/>
                  <a:pt x="130891" y="34138"/>
                </a:cubicBezTo>
                <a:cubicBezTo>
                  <a:pt x="137152" y="28745"/>
                  <a:pt x="144784" y="26049"/>
                  <a:pt x="153787" y="26049"/>
                </a:cubicBezTo>
                <a:cubicBezTo>
                  <a:pt x="163795" y="26049"/>
                  <a:pt x="171976" y="29328"/>
                  <a:pt x="178328" y="35886"/>
                </a:cubicBezTo>
                <a:cubicBezTo>
                  <a:pt x="184680" y="42444"/>
                  <a:pt x="187856" y="51504"/>
                  <a:pt x="187856" y="63066"/>
                </a:cubicBezTo>
                <a:cubicBezTo>
                  <a:pt x="187856" y="72434"/>
                  <a:pt x="186451" y="79804"/>
                  <a:pt x="183641" y="85173"/>
                </a:cubicBezTo>
                <a:cubicBezTo>
                  <a:pt x="180830" y="90543"/>
                  <a:pt x="176740" y="94713"/>
                  <a:pt x="171370" y="97684"/>
                </a:cubicBezTo>
                <a:cubicBezTo>
                  <a:pt x="166000" y="100654"/>
                  <a:pt x="160139" y="102139"/>
                  <a:pt x="153787" y="102139"/>
                </a:cubicBezTo>
                <a:cubicBezTo>
                  <a:pt x="143596" y="102139"/>
                  <a:pt x="135359" y="98872"/>
                  <a:pt x="129075" y="92337"/>
                </a:cubicBezTo>
                <a:cubicBezTo>
                  <a:pt x="122791" y="85802"/>
                  <a:pt x="119649" y="76387"/>
                  <a:pt x="119649" y="64094"/>
                </a:cubicBezTo>
                <a:moveTo>
                  <a:pt x="132331" y="64094"/>
                </a:moveTo>
                <a:cubicBezTo>
                  <a:pt x="132331" y="73417"/>
                  <a:pt x="134365" y="80398"/>
                  <a:pt x="138432" y="85036"/>
                </a:cubicBezTo>
                <a:cubicBezTo>
                  <a:pt x="142499" y="89675"/>
                  <a:pt x="147618" y="91994"/>
                  <a:pt x="153787" y="91994"/>
                </a:cubicBezTo>
                <a:cubicBezTo>
                  <a:pt x="159911" y="91994"/>
                  <a:pt x="165006" y="89663"/>
                  <a:pt x="169074" y="85002"/>
                </a:cubicBezTo>
                <a:cubicBezTo>
                  <a:pt x="173141" y="80341"/>
                  <a:pt x="175175" y="73234"/>
                  <a:pt x="175175" y="63683"/>
                </a:cubicBezTo>
                <a:cubicBezTo>
                  <a:pt x="175175" y="54680"/>
                  <a:pt x="173130" y="47859"/>
                  <a:pt x="169039" y="43221"/>
                </a:cubicBezTo>
                <a:cubicBezTo>
                  <a:pt x="164949" y="38582"/>
                  <a:pt x="159865" y="36263"/>
                  <a:pt x="153787" y="36263"/>
                </a:cubicBezTo>
                <a:cubicBezTo>
                  <a:pt x="147618" y="36263"/>
                  <a:pt x="142499" y="38571"/>
                  <a:pt x="138432" y="43186"/>
                </a:cubicBezTo>
                <a:cubicBezTo>
                  <a:pt x="134365" y="47802"/>
                  <a:pt x="132331" y="54771"/>
                  <a:pt x="132331" y="64094"/>
                </a:cubicBezTo>
                <a:close/>
                <a:moveTo>
                  <a:pt x="202018" y="100494"/>
                </a:moveTo>
                <a:lnTo>
                  <a:pt x="202018" y="27694"/>
                </a:lnTo>
                <a:lnTo>
                  <a:pt x="213055" y="27694"/>
                </a:lnTo>
                <a:lnTo>
                  <a:pt x="213055" y="37908"/>
                </a:lnTo>
                <a:cubicBezTo>
                  <a:pt x="215340" y="34344"/>
                  <a:pt x="218379" y="31476"/>
                  <a:pt x="222172" y="29305"/>
                </a:cubicBezTo>
                <a:cubicBezTo>
                  <a:pt x="225965" y="27134"/>
                  <a:pt x="230284" y="26049"/>
                  <a:pt x="235128" y="26049"/>
                </a:cubicBezTo>
                <a:cubicBezTo>
                  <a:pt x="240521" y="26049"/>
                  <a:pt x="244942" y="27169"/>
                  <a:pt x="248392" y="29408"/>
                </a:cubicBezTo>
                <a:cubicBezTo>
                  <a:pt x="251843" y="31647"/>
                  <a:pt x="254276" y="34778"/>
                  <a:pt x="255693" y="38799"/>
                </a:cubicBezTo>
                <a:cubicBezTo>
                  <a:pt x="261451" y="30299"/>
                  <a:pt x="268946" y="26049"/>
                  <a:pt x="278177" y="26049"/>
                </a:cubicBezTo>
                <a:cubicBezTo>
                  <a:pt x="285398" y="26049"/>
                  <a:pt x="290950" y="28048"/>
                  <a:pt x="294835" y="32047"/>
                </a:cubicBezTo>
                <a:cubicBezTo>
                  <a:pt x="298719" y="36046"/>
                  <a:pt x="300662" y="42204"/>
                  <a:pt x="300662" y="50521"/>
                </a:cubicBezTo>
                <a:lnTo>
                  <a:pt x="300662" y="100494"/>
                </a:lnTo>
                <a:lnTo>
                  <a:pt x="288391" y="100494"/>
                </a:lnTo>
                <a:lnTo>
                  <a:pt x="288391" y="54634"/>
                </a:lnTo>
                <a:cubicBezTo>
                  <a:pt x="288391" y="49699"/>
                  <a:pt x="287991" y="46146"/>
                  <a:pt x="287192" y="43975"/>
                </a:cubicBezTo>
                <a:cubicBezTo>
                  <a:pt x="286392" y="41804"/>
                  <a:pt x="284941" y="40056"/>
                  <a:pt x="282839" y="38731"/>
                </a:cubicBezTo>
                <a:cubicBezTo>
                  <a:pt x="280736" y="37405"/>
                  <a:pt x="278269" y="36743"/>
                  <a:pt x="275435" y="36743"/>
                </a:cubicBezTo>
                <a:cubicBezTo>
                  <a:pt x="270317" y="36743"/>
                  <a:pt x="266067" y="38445"/>
                  <a:pt x="262685" y="41850"/>
                </a:cubicBezTo>
                <a:cubicBezTo>
                  <a:pt x="259303" y="45254"/>
                  <a:pt x="257612" y="50704"/>
                  <a:pt x="257612" y="58199"/>
                </a:cubicBezTo>
                <a:lnTo>
                  <a:pt x="257612" y="100494"/>
                </a:lnTo>
                <a:lnTo>
                  <a:pt x="245273" y="100494"/>
                </a:lnTo>
                <a:lnTo>
                  <a:pt x="245273" y="53195"/>
                </a:lnTo>
                <a:cubicBezTo>
                  <a:pt x="245273" y="47711"/>
                  <a:pt x="244268" y="43598"/>
                  <a:pt x="242257" y="40856"/>
                </a:cubicBezTo>
                <a:cubicBezTo>
                  <a:pt x="240246" y="38114"/>
                  <a:pt x="236956" y="36743"/>
                  <a:pt x="232386" y="36743"/>
                </a:cubicBezTo>
                <a:cubicBezTo>
                  <a:pt x="228913" y="36743"/>
                  <a:pt x="225702" y="37657"/>
                  <a:pt x="222755" y="39485"/>
                </a:cubicBezTo>
                <a:cubicBezTo>
                  <a:pt x="219807" y="41313"/>
                  <a:pt x="217671" y="43986"/>
                  <a:pt x="216345" y="47505"/>
                </a:cubicBezTo>
                <a:cubicBezTo>
                  <a:pt x="215020" y="51024"/>
                  <a:pt x="214357" y="56097"/>
                  <a:pt x="214357" y="62723"/>
                </a:cubicBezTo>
                <a:lnTo>
                  <a:pt x="214357" y="100494"/>
                </a:lnTo>
                <a:lnTo>
                  <a:pt x="202018" y="100494"/>
                </a:lnTo>
                <a:close/>
                <a:moveTo>
                  <a:pt x="404234" y="91514"/>
                </a:moveTo>
                <a:cubicBezTo>
                  <a:pt x="399664" y="95399"/>
                  <a:pt x="395265" y="98141"/>
                  <a:pt x="391038" y="99740"/>
                </a:cubicBezTo>
                <a:cubicBezTo>
                  <a:pt x="386810" y="101340"/>
                  <a:pt x="382275" y="102139"/>
                  <a:pt x="377430" y="102139"/>
                </a:cubicBezTo>
                <a:cubicBezTo>
                  <a:pt x="369433" y="102139"/>
                  <a:pt x="363286" y="100186"/>
                  <a:pt x="358991" y="96278"/>
                </a:cubicBezTo>
                <a:cubicBezTo>
                  <a:pt x="354695" y="92371"/>
                  <a:pt x="352547" y="87378"/>
                  <a:pt x="352547" y="81300"/>
                </a:cubicBezTo>
                <a:cubicBezTo>
                  <a:pt x="352547" y="77736"/>
                  <a:pt x="353358" y="74479"/>
                  <a:pt x="354980" y="71532"/>
                </a:cubicBezTo>
                <a:cubicBezTo>
                  <a:pt x="356603" y="68584"/>
                  <a:pt x="358728" y="66219"/>
                  <a:pt x="361356" y="64437"/>
                </a:cubicBezTo>
                <a:cubicBezTo>
                  <a:pt x="363983" y="62655"/>
                  <a:pt x="366942" y="61306"/>
                  <a:pt x="370233" y="60392"/>
                </a:cubicBezTo>
                <a:cubicBezTo>
                  <a:pt x="372655" y="59753"/>
                  <a:pt x="376311" y="59136"/>
                  <a:pt x="381201" y="58542"/>
                </a:cubicBezTo>
                <a:cubicBezTo>
                  <a:pt x="391163" y="57353"/>
                  <a:pt x="398498" y="55937"/>
                  <a:pt x="403205" y="54292"/>
                </a:cubicBezTo>
                <a:cubicBezTo>
                  <a:pt x="403251" y="52601"/>
                  <a:pt x="403274" y="51527"/>
                  <a:pt x="403274" y="51070"/>
                </a:cubicBezTo>
                <a:cubicBezTo>
                  <a:pt x="403274" y="46043"/>
                  <a:pt x="402108" y="42501"/>
                  <a:pt x="399778" y="40444"/>
                </a:cubicBezTo>
                <a:cubicBezTo>
                  <a:pt x="396624" y="37657"/>
                  <a:pt x="391940" y="36263"/>
                  <a:pt x="385725" y="36263"/>
                </a:cubicBezTo>
                <a:cubicBezTo>
                  <a:pt x="379921" y="36263"/>
                  <a:pt x="375637" y="37280"/>
                  <a:pt x="372872" y="39313"/>
                </a:cubicBezTo>
                <a:cubicBezTo>
                  <a:pt x="370107" y="41347"/>
                  <a:pt x="368062" y="44946"/>
                  <a:pt x="366737" y="50110"/>
                </a:cubicBezTo>
                <a:lnTo>
                  <a:pt x="354672" y="48465"/>
                </a:lnTo>
                <a:cubicBezTo>
                  <a:pt x="355769" y="43301"/>
                  <a:pt x="357574" y="39131"/>
                  <a:pt x="360087" y="35954"/>
                </a:cubicBezTo>
                <a:cubicBezTo>
                  <a:pt x="362601" y="32778"/>
                  <a:pt x="366234" y="30333"/>
                  <a:pt x="370987" y="28620"/>
                </a:cubicBezTo>
                <a:cubicBezTo>
                  <a:pt x="375740" y="26906"/>
                  <a:pt x="381246" y="26049"/>
                  <a:pt x="387507" y="26049"/>
                </a:cubicBezTo>
                <a:cubicBezTo>
                  <a:pt x="393723" y="26049"/>
                  <a:pt x="398772" y="26780"/>
                  <a:pt x="402657" y="28243"/>
                </a:cubicBezTo>
                <a:cubicBezTo>
                  <a:pt x="406541" y="29705"/>
                  <a:pt x="409398" y="31544"/>
                  <a:pt x="411226" y="33761"/>
                </a:cubicBezTo>
                <a:cubicBezTo>
                  <a:pt x="413054" y="35977"/>
                  <a:pt x="414333" y="38776"/>
                  <a:pt x="415064" y="42158"/>
                </a:cubicBezTo>
                <a:cubicBezTo>
                  <a:pt x="415476" y="44260"/>
                  <a:pt x="415681" y="48053"/>
                  <a:pt x="415681" y="53537"/>
                </a:cubicBezTo>
                <a:lnTo>
                  <a:pt x="415681" y="69989"/>
                </a:lnTo>
                <a:cubicBezTo>
                  <a:pt x="415681" y="81460"/>
                  <a:pt x="415944" y="88715"/>
                  <a:pt x="416470" y="91754"/>
                </a:cubicBezTo>
                <a:cubicBezTo>
                  <a:pt x="416995" y="94793"/>
                  <a:pt x="418035" y="97706"/>
                  <a:pt x="419589" y="100494"/>
                </a:cubicBezTo>
                <a:lnTo>
                  <a:pt x="406701" y="100494"/>
                </a:lnTo>
                <a:cubicBezTo>
                  <a:pt x="405422" y="97935"/>
                  <a:pt x="404599" y="94942"/>
                  <a:pt x="404234" y="91514"/>
                </a:cubicBezTo>
                <a:moveTo>
                  <a:pt x="403205" y="63957"/>
                </a:moveTo>
                <a:cubicBezTo>
                  <a:pt x="398727" y="65785"/>
                  <a:pt x="392009" y="67339"/>
                  <a:pt x="383052" y="68618"/>
                </a:cubicBezTo>
                <a:cubicBezTo>
                  <a:pt x="377979" y="69350"/>
                  <a:pt x="374391" y="70172"/>
                  <a:pt x="372289" y="71086"/>
                </a:cubicBezTo>
                <a:cubicBezTo>
                  <a:pt x="370187" y="72000"/>
                  <a:pt x="368565" y="73337"/>
                  <a:pt x="367422" y="75096"/>
                </a:cubicBezTo>
                <a:cubicBezTo>
                  <a:pt x="366280" y="76856"/>
                  <a:pt x="365708" y="78810"/>
                  <a:pt x="365708" y="80957"/>
                </a:cubicBezTo>
                <a:cubicBezTo>
                  <a:pt x="365708" y="84248"/>
                  <a:pt x="366954" y="86990"/>
                  <a:pt x="369444" y="89183"/>
                </a:cubicBezTo>
                <a:cubicBezTo>
                  <a:pt x="371935" y="91377"/>
                  <a:pt x="375580" y="92474"/>
                  <a:pt x="380378" y="92474"/>
                </a:cubicBezTo>
                <a:cubicBezTo>
                  <a:pt x="385131" y="92474"/>
                  <a:pt x="389358" y="91434"/>
                  <a:pt x="393060" y="89355"/>
                </a:cubicBezTo>
                <a:cubicBezTo>
                  <a:pt x="396762" y="87275"/>
                  <a:pt x="399481" y="84431"/>
                  <a:pt x="401217" y="80820"/>
                </a:cubicBezTo>
                <a:cubicBezTo>
                  <a:pt x="402543" y="78033"/>
                  <a:pt x="403205" y="73920"/>
                  <a:pt x="403205" y="68481"/>
                </a:cubicBezTo>
                <a:lnTo>
                  <a:pt x="403205" y="63957"/>
                </a:lnTo>
                <a:close/>
                <a:moveTo>
                  <a:pt x="434505" y="100494"/>
                </a:moveTo>
                <a:lnTo>
                  <a:pt x="434505" y="27694"/>
                </a:lnTo>
                <a:lnTo>
                  <a:pt x="445610" y="27694"/>
                </a:lnTo>
                <a:lnTo>
                  <a:pt x="445610" y="38045"/>
                </a:lnTo>
                <a:cubicBezTo>
                  <a:pt x="450957" y="30048"/>
                  <a:pt x="458680" y="26049"/>
                  <a:pt x="468780" y="26049"/>
                </a:cubicBezTo>
                <a:cubicBezTo>
                  <a:pt x="473167" y="26049"/>
                  <a:pt x="477200" y="26837"/>
                  <a:pt x="480879" y="28414"/>
                </a:cubicBezTo>
                <a:cubicBezTo>
                  <a:pt x="484557" y="29991"/>
                  <a:pt x="487311" y="32059"/>
                  <a:pt x="489139" y="34618"/>
                </a:cubicBezTo>
                <a:cubicBezTo>
                  <a:pt x="490967" y="37177"/>
                  <a:pt x="492246" y="40216"/>
                  <a:pt x="492978" y="43735"/>
                </a:cubicBezTo>
                <a:cubicBezTo>
                  <a:pt x="493435" y="46020"/>
                  <a:pt x="493663" y="50019"/>
                  <a:pt x="493663" y="55731"/>
                </a:cubicBezTo>
                <a:lnTo>
                  <a:pt x="493663" y="100494"/>
                </a:lnTo>
                <a:lnTo>
                  <a:pt x="481324" y="100494"/>
                </a:lnTo>
                <a:lnTo>
                  <a:pt x="481324" y="56211"/>
                </a:lnTo>
                <a:cubicBezTo>
                  <a:pt x="481324" y="51184"/>
                  <a:pt x="480844" y="47425"/>
                  <a:pt x="479885" y="44934"/>
                </a:cubicBezTo>
                <a:cubicBezTo>
                  <a:pt x="478925" y="42444"/>
                  <a:pt x="477223" y="40456"/>
                  <a:pt x="474778" y="38971"/>
                </a:cubicBezTo>
                <a:cubicBezTo>
                  <a:pt x="472333" y="37485"/>
                  <a:pt x="469465" y="36743"/>
                  <a:pt x="466175" y="36743"/>
                </a:cubicBezTo>
                <a:cubicBezTo>
                  <a:pt x="460919" y="36743"/>
                  <a:pt x="456383" y="38411"/>
                  <a:pt x="452567" y="41747"/>
                </a:cubicBezTo>
                <a:cubicBezTo>
                  <a:pt x="448752" y="45083"/>
                  <a:pt x="446844" y="51412"/>
                  <a:pt x="446844" y="60735"/>
                </a:cubicBezTo>
                <a:lnTo>
                  <a:pt x="446844" y="100494"/>
                </a:lnTo>
                <a:lnTo>
                  <a:pt x="434505" y="100494"/>
                </a:lnTo>
                <a:close/>
                <a:moveTo>
                  <a:pt x="559512" y="100494"/>
                </a:moveTo>
                <a:lnTo>
                  <a:pt x="559512" y="91308"/>
                </a:lnTo>
                <a:cubicBezTo>
                  <a:pt x="554896" y="98529"/>
                  <a:pt x="548110" y="102139"/>
                  <a:pt x="539152" y="102139"/>
                </a:cubicBezTo>
                <a:cubicBezTo>
                  <a:pt x="533349" y="102139"/>
                  <a:pt x="528013" y="100540"/>
                  <a:pt x="523146" y="97341"/>
                </a:cubicBezTo>
                <a:cubicBezTo>
                  <a:pt x="518279" y="94142"/>
                  <a:pt x="514509" y="89675"/>
                  <a:pt x="511835" y="83939"/>
                </a:cubicBezTo>
                <a:cubicBezTo>
                  <a:pt x="509162" y="78204"/>
                  <a:pt x="507825" y="71612"/>
                  <a:pt x="507825" y="64163"/>
                </a:cubicBezTo>
                <a:cubicBezTo>
                  <a:pt x="507825" y="56896"/>
                  <a:pt x="509036" y="50304"/>
                  <a:pt x="511458" y="44386"/>
                </a:cubicBezTo>
                <a:cubicBezTo>
                  <a:pt x="513880" y="38468"/>
                  <a:pt x="517513" y="33932"/>
                  <a:pt x="522358" y="30779"/>
                </a:cubicBezTo>
                <a:cubicBezTo>
                  <a:pt x="527202" y="27626"/>
                  <a:pt x="532617" y="26049"/>
                  <a:pt x="538604" y="26049"/>
                </a:cubicBezTo>
                <a:cubicBezTo>
                  <a:pt x="542991" y="26049"/>
                  <a:pt x="546899" y="26974"/>
                  <a:pt x="550326" y="28825"/>
                </a:cubicBezTo>
                <a:cubicBezTo>
                  <a:pt x="553754" y="30676"/>
                  <a:pt x="556541" y="33087"/>
                  <a:pt x="558689" y="36057"/>
                </a:cubicBezTo>
                <a:lnTo>
                  <a:pt x="558689" y="0"/>
                </a:lnTo>
                <a:lnTo>
                  <a:pt x="570960" y="0"/>
                </a:lnTo>
                <a:lnTo>
                  <a:pt x="570960" y="100494"/>
                </a:lnTo>
                <a:lnTo>
                  <a:pt x="559512" y="100494"/>
                </a:lnTo>
                <a:moveTo>
                  <a:pt x="520507" y="64163"/>
                </a:moveTo>
                <a:cubicBezTo>
                  <a:pt x="520507" y="73486"/>
                  <a:pt x="522472" y="80455"/>
                  <a:pt x="526402" y="85070"/>
                </a:cubicBezTo>
                <a:cubicBezTo>
                  <a:pt x="530332" y="89686"/>
                  <a:pt x="534971" y="91994"/>
                  <a:pt x="540318" y="91994"/>
                </a:cubicBezTo>
                <a:cubicBezTo>
                  <a:pt x="545710" y="91994"/>
                  <a:pt x="550292" y="89789"/>
                  <a:pt x="554062" y="85379"/>
                </a:cubicBezTo>
                <a:cubicBezTo>
                  <a:pt x="557832" y="80969"/>
                  <a:pt x="559717" y="74240"/>
                  <a:pt x="559717" y="65191"/>
                </a:cubicBezTo>
                <a:cubicBezTo>
                  <a:pt x="559717" y="55228"/>
                  <a:pt x="557798" y="47916"/>
                  <a:pt x="553959" y="43255"/>
                </a:cubicBezTo>
                <a:cubicBezTo>
                  <a:pt x="550120" y="38594"/>
                  <a:pt x="545390" y="36263"/>
                  <a:pt x="539769" y="36263"/>
                </a:cubicBezTo>
                <a:cubicBezTo>
                  <a:pt x="534285" y="36263"/>
                  <a:pt x="529704" y="38502"/>
                  <a:pt x="526025" y="42981"/>
                </a:cubicBezTo>
                <a:cubicBezTo>
                  <a:pt x="522346" y="47459"/>
                  <a:pt x="520507" y="54520"/>
                  <a:pt x="520507" y="64163"/>
                </a:cubicBezTo>
                <a:close/>
                <a:moveTo>
                  <a:pt x="676029" y="91514"/>
                </a:moveTo>
                <a:cubicBezTo>
                  <a:pt x="671459" y="95399"/>
                  <a:pt x="667060" y="98141"/>
                  <a:pt x="662833" y="99740"/>
                </a:cubicBezTo>
                <a:cubicBezTo>
                  <a:pt x="658606" y="101340"/>
                  <a:pt x="654070" y="102139"/>
                  <a:pt x="649226" y="102139"/>
                </a:cubicBezTo>
                <a:cubicBezTo>
                  <a:pt x="641229" y="102139"/>
                  <a:pt x="635082" y="100186"/>
                  <a:pt x="630786" y="96278"/>
                </a:cubicBezTo>
                <a:cubicBezTo>
                  <a:pt x="626490" y="92371"/>
                  <a:pt x="624342" y="87378"/>
                  <a:pt x="624342" y="81300"/>
                </a:cubicBezTo>
                <a:cubicBezTo>
                  <a:pt x="624342" y="77736"/>
                  <a:pt x="625154" y="74479"/>
                  <a:pt x="626776" y="71532"/>
                </a:cubicBezTo>
                <a:cubicBezTo>
                  <a:pt x="628398" y="68584"/>
                  <a:pt x="630523" y="66219"/>
                  <a:pt x="633151" y="64437"/>
                </a:cubicBezTo>
                <a:cubicBezTo>
                  <a:pt x="635779" y="62655"/>
                  <a:pt x="638738" y="61306"/>
                  <a:pt x="642028" y="60392"/>
                </a:cubicBezTo>
                <a:cubicBezTo>
                  <a:pt x="644450" y="59753"/>
                  <a:pt x="648106" y="59136"/>
                  <a:pt x="652996" y="58542"/>
                </a:cubicBezTo>
                <a:cubicBezTo>
                  <a:pt x="662959" y="57353"/>
                  <a:pt x="670294" y="55937"/>
                  <a:pt x="675001" y="54292"/>
                </a:cubicBezTo>
                <a:cubicBezTo>
                  <a:pt x="675047" y="52601"/>
                  <a:pt x="675069" y="51527"/>
                  <a:pt x="675069" y="51070"/>
                </a:cubicBezTo>
                <a:cubicBezTo>
                  <a:pt x="675069" y="46043"/>
                  <a:pt x="673904" y="42501"/>
                  <a:pt x="671573" y="40444"/>
                </a:cubicBezTo>
                <a:cubicBezTo>
                  <a:pt x="668420" y="37657"/>
                  <a:pt x="663736" y="36263"/>
                  <a:pt x="657521" y="36263"/>
                </a:cubicBezTo>
                <a:cubicBezTo>
                  <a:pt x="651717" y="36263"/>
                  <a:pt x="647432" y="37280"/>
                  <a:pt x="644667" y="39313"/>
                </a:cubicBezTo>
                <a:cubicBezTo>
                  <a:pt x="641903" y="41347"/>
                  <a:pt x="639858" y="44946"/>
                  <a:pt x="638532" y="50110"/>
                </a:cubicBezTo>
                <a:lnTo>
                  <a:pt x="626467" y="48465"/>
                </a:lnTo>
                <a:cubicBezTo>
                  <a:pt x="627564" y="43301"/>
                  <a:pt x="629369" y="39131"/>
                  <a:pt x="631883" y="35954"/>
                </a:cubicBezTo>
                <a:cubicBezTo>
                  <a:pt x="634396" y="32778"/>
                  <a:pt x="638030" y="30333"/>
                  <a:pt x="642782" y="28620"/>
                </a:cubicBezTo>
                <a:cubicBezTo>
                  <a:pt x="647535" y="26906"/>
                  <a:pt x="653042" y="26049"/>
                  <a:pt x="659303" y="26049"/>
                </a:cubicBezTo>
                <a:cubicBezTo>
                  <a:pt x="665518" y="26049"/>
                  <a:pt x="670568" y="26780"/>
                  <a:pt x="674452" y="28243"/>
                </a:cubicBezTo>
                <a:cubicBezTo>
                  <a:pt x="678337" y="29705"/>
                  <a:pt x="681193" y="31544"/>
                  <a:pt x="683021" y="33761"/>
                </a:cubicBezTo>
                <a:cubicBezTo>
                  <a:pt x="684849" y="35977"/>
                  <a:pt x="686129" y="38776"/>
                  <a:pt x="686860" y="42158"/>
                </a:cubicBezTo>
                <a:cubicBezTo>
                  <a:pt x="687271" y="44260"/>
                  <a:pt x="687477" y="48053"/>
                  <a:pt x="687477" y="53537"/>
                </a:cubicBezTo>
                <a:lnTo>
                  <a:pt x="687477" y="69989"/>
                </a:lnTo>
                <a:cubicBezTo>
                  <a:pt x="687477" y="81460"/>
                  <a:pt x="687740" y="88715"/>
                  <a:pt x="688265" y="91754"/>
                </a:cubicBezTo>
                <a:cubicBezTo>
                  <a:pt x="688791" y="94793"/>
                  <a:pt x="689830" y="97706"/>
                  <a:pt x="691384" y="100494"/>
                </a:cubicBezTo>
                <a:lnTo>
                  <a:pt x="678497" y="100494"/>
                </a:lnTo>
                <a:cubicBezTo>
                  <a:pt x="677217" y="97935"/>
                  <a:pt x="676395" y="94942"/>
                  <a:pt x="676029" y="91514"/>
                </a:cubicBezTo>
                <a:moveTo>
                  <a:pt x="675001" y="63957"/>
                </a:moveTo>
                <a:cubicBezTo>
                  <a:pt x="670522" y="65785"/>
                  <a:pt x="663804" y="67339"/>
                  <a:pt x="654847" y="68618"/>
                </a:cubicBezTo>
                <a:cubicBezTo>
                  <a:pt x="649774" y="69350"/>
                  <a:pt x="646187" y="70172"/>
                  <a:pt x="644085" y="71086"/>
                </a:cubicBezTo>
                <a:cubicBezTo>
                  <a:pt x="641983" y="72000"/>
                  <a:pt x="640360" y="73337"/>
                  <a:pt x="639218" y="75096"/>
                </a:cubicBezTo>
                <a:cubicBezTo>
                  <a:pt x="638075" y="76856"/>
                  <a:pt x="637504" y="78810"/>
                  <a:pt x="637504" y="80957"/>
                </a:cubicBezTo>
                <a:cubicBezTo>
                  <a:pt x="637504" y="84248"/>
                  <a:pt x="638749" y="86990"/>
                  <a:pt x="641240" y="89183"/>
                </a:cubicBezTo>
                <a:cubicBezTo>
                  <a:pt x="643731" y="91377"/>
                  <a:pt x="647375" y="92474"/>
                  <a:pt x="652174" y="92474"/>
                </a:cubicBezTo>
                <a:cubicBezTo>
                  <a:pt x="656926" y="92474"/>
                  <a:pt x="661154" y="91434"/>
                  <a:pt x="664855" y="89355"/>
                </a:cubicBezTo>
                <a:cubicBezTo>
                  <a:pt x="668557" y="87275"/>
                  <a:pt x="671276" y="84431"/>
                  <a:pt x="673013" y="80820"/>
                </a:cubicBezTo>
                <a:cubicBezTo>
                  <a:pt x="674338" y="78033"/>
                  <a:pt x="675001" y="73920"/>
                  <a:pt x="675001" y="68481"/>
                </a:cubicBezTo>
                <a:lnTo>
                  <a:pt x="675001" y="63957"/>
                </a:lnTo>
                <a:close/>
                <a:moveTo>
                  <a:pt x="706300" y="128394"/>
                </a:moveTo>
                <a:lnTo>
                  <a:pt x="706300" y="27694"/>
                </a:lnTo>
                <a:lnTo>
                  <a:pt x="717542" y="27694"/>
                </a:lnTo>
                <a:lnTo>
                  <a:pt x="717542" y="37154"/>
                </a:lnTo>
                <a:cubicBezTo>
                  <a:pt x="720193" y="33452"/>
                  <a:pt x="723186" y="30676"/>
                  <a:pt x="726522" y="28825"/>
                </a:cubicBezTo>
                <a:cubicBezTo>
                  <a:pt x="729859" y="26974"/>
                  <a:pt x="733903" y="26049"/>
                  <a:pt x="738656" y="26049"/>
                </a:cubicBezTo>
                <a:cubicBezTo>
                  <a:pt x="744871" y="26049"/>
                  <a:pt x="750355" y="27648"/>
                  <a:pt x="755108" y="30847"/>
                </a:cubicBezTo>
                <a:cubicBezTo>
                  <a:pt x="759861" y="34046"/>
                  <a:pt x="763448" y="38559"/>
                  <a:pt x="765870" y="44386"/>
                </a:cubicBezTo>
                <a:cubicBezTo>
                  <a:pt x="768292" y="50213"/>
                  <a:pt x="769503" y="56599"/>
                  <a:pt x="769503" y="63546"/>
                </a:cubicBezTo>
                <a:cubicBezTo>
                  <a:pt x="769503" y="70995"/>
                  <a:pt x="768166" y="77701"/>
                  <a:pt x="765493" y="83665"/>
                </a:cubicBezTo>
                <a:cubicBezTo>
                  <a:pt x="762820" y="89629"/>
                  <a:pt x="758935" y="94199"/>
                  <a:pt x="753840" y="97375"/>
                </a:cubicBezTo>
                <a:cubicBezTo>
                  <a:pt x="748744" y="100551"/>
                  <a:pt x="743386" y="102139"/>
                  <a:pt x="737765" y="102139"/>
                </a:cubicBezTo>
                <a:cubicBezTo>
                  <a:pt x="733652" y="102139"/>
                  <a:pt x="729961" y="101271"/>
                  <a:pt x="726694" y="99534"/>
                </a:cubicBezTo>
                <a:cubicBezTo>
                  <a:pt x="723426" y="97798"/>
                  <a:pt x="720741" y="95604"/>
                  <a:pt x="718639" y="92954"/>
                </a:cubicBezTo>
                <a:lnTo>
                  <a:pt x="718639" y="128394"/>
                </a:lnTo>
                <a:lnTo>
                  <a:pt x="706300" y="128394"/>
                </a:lnTo>
                <a:moveTo>
                  <a:pt x="717474" y="64505"/>
                </a:moveTo>
                <a:cubicBezTo>
                  <a:pt x="717474" y="73874"/>
                  <a:pt x="719370" y="80798"/>
                  <a:pt x="723163" y="85276"/>
                </a:cubicBezTo>
                <a:cubicBezTo>
                  <a:pt x="726957" y="89755"/>
                  <a:pt x="731549" y="91994"/>
                  <a:pt x="736942" y="91994"/>
                </a:cubicBezTo>
                <a:cubicBezTo>
                  <a:pt x="742426" y="91994"/>
                  <a:pt x="747122" y="89675"/>
                  <a:pt x="751029" y="85036"/>
                </a:cubicBezTo>
                <a:cubicBezTo>
                  <a:pt x="754936" y="80398"/>
                  <a:pt x="756890" y="73211"/>
                  <a:pt x="756890" y="63477"/>
                </a:cubicBezTo>
                <a:cubicBezTo>
                  <a:pt x="756890" y="54200"/>
                  <a:pt x="754982" y="47254"/>
                  <a:pt x="751166" y="42638"/>
                </a:cubicBezTo>
                <a:cubicBezTo>
                  <a:pt x="747350" y="38022"/>
                  <a:pt x="742792" y="35715"/>
                  <a:pt x="737490" y="35715"/>
                </a:cubicBezTo>
                <a:cubicBezTo>
                  <a:pt x="732235" y="35715"/>
                  <a:pt x="727585" y="38171"/>
                  <a:pt x="723540" y="43084"/>
                </a:cubicBezTo>
                <a:cubicBezTo>
                  <a:pt x="719496" y="47996"/>
                  <a:pt x="717474" y="55137"/>
                  <a:pt x="717474" y="64505"/>
                </a:cubicBezTo>
                <a:close/>
                <a:moveTo>
                  <a:pt x="784076" y="128394"/>
                </a:moveTo>
                <a:lnTo>
                  <a:pt x="784076" y="27694"/>
                </a:lnTo>
                <a:lnTo>
                  <a:pt x="795318" y="27694"/>
                </a:lnTo>
                <a:lnTo>
                  <a:pt x="795318" y="37154"/>
                </a:lnTo>
                <a:cubicBezTo>
                  <a:pt x="797969" y="33452"/>
                  <a:pt x="800962" y="30676"/>
                  <a:pt x="804299" y="28825"/>
                </a:cubicBezTo>
                <a:cubicBezTo>
                  <a:pt x="807635" y="26974"/>
                  <a:pt x="811679" y="26049"/>
                  <a:pt x="816432" y="26049"/>
                </a:cubicBezTo>
                <a:cubicBezTo>
                  <a:pt x="822647" y="26049"/>
                  <a:pt x="828131" y="27648"/>
                  <a:pt x="832884" y="30847"/>
                </a:cubicBezTo>
                <a:cubicBezTo>
                  <a:pt x="837637" y="34046"/>
                  <a:pt x="841224" y="38559"/>
                  <a:pt x="843646" y="44386"/>
                </a:cubicBezTo>
                <a:cubicBezTo>
                  <a:pt x="846068" y="50213"/>
                  <a:pt x="847279" y="56599"/>
                  <a:pt x="847279" y="63546"/>
                </a:cubicBezTo>
                <a:cubicBezTo>
                  <a:pt x="847279" y="70995"/>
                  <a:pt x="845943" y="77701"/>
                  <a:pt x="843269" y="83665"/>
                </a:cubicBezTo>
                <a:cubicBezTo>
                  <a:pt x="840596" y="89629"/>
                  <a:pt x="836711" y="94199"/>
                  <a:pt x="831616" y="97375"/>
                </a:cubicBezTo>
                <a:cubicBezTo>
                  <a:pt x="826520" y="100551"/>
                  <a:pt x="821162" y="102139"/>
                  <a:pt x="815541" y="102139"/>
                </a:cubicBezTo>
                <a:cubicBezTo>
                  <a:pt x="811428" y="102139"/>
                  <a:pt x="807737" y="101271"/>
                  <a:pt x="804470" y="99534"/>
                </a:cubicBezTo>
                <a:cubicBezTo>
                  <a:pt x="801202" y="97798"/>
                  <a:pt x="798517" y="95604"/>
                  <a:pt x="796415" y="92954"/>
                </a:cubicBezTo>
                <a:lnTo>
                  <a:pt x="796415" y="128394"/>
                </a:lnTo>
                <a:lnTo>
                  <a:pt x="784076" y="128394"/>
                </a:lnTo>
                <a:moveTo>
                  <a:pt x="795250" y="64505"/>
                </a:moveTo>
                <a:cubicBezTo>
                  <a:pt x="795250" y="73874"/>
                  <a:pt x="797146" y="80798"/>
                  <a:pt x="800940" y="85276"/>
                </a:cubicBezTo>
                <a:cubicBezTo>
                  <a:pt x="804733" y="89755"/>
                  <a:pt x="809326" y="91994"/>
                  <a:pt x="814718" y="91994"/>
                </a:cubicBezTo>
                <a:cubicBezTo>
                  <a:pt x="820202" y="91994"/>
                  <a:pt x="824898" y="89675"/>
                  <a:pt x="828805" y="85036"/>
                </a:cubicBezTo>
                <a:cubicBezTo>
                  <a:pt x="832712" y="80398"/>
                  <a:pt x="834666" y="73211"/>
                  <a:pt x="834666" y="63477"/>
                </a:cubicBezTo>
                <a:cubicBezTo>
                  <a:pt x="834666" y="54200"/>
                  <a:pt x="832758" y="47254"/>
                  <a:pt x="828942" y="42638"/>
                </a:cubicBezTo>
                <a:cubicBezTo>
                  <a:pt x="825126" y="38022"/>
                  <a:pt x="820568" y="35715"/>
                  <a:pt x="815267" y="35715"/>
                </a:cubicBezTo>
                <a:cubicBezTo>
                  <a:pt x="810011" y="35715"/>
                  <a:pt x="805361" y="38171"/>
                  <a:pt x="801317" y="43084"/>
                </a:cubicBezTo>
                <a:cubicBezTo>
                  <a:pt x="797272" y="47996"/>
                  <a:pt x="795250" y="55137"/>
                  <a:pt x="795250" y="64505"/>
                </a:cubicBezTo>
                <a:close/>
                <a:moveTo>
                  <a:pt x="861715" y="100494"/>
                </a:moveTo>
                <a:lnTo>
                  <a:pt x="861715" y="27694"/>
                </a:lnTo>
                <a:lnTo>
                  <a:pt x="872820" y="27694"/>
                </a:lnTo>
                <a:lnTo>
                  <a:pt x="872820" y="38731"/>
                </a:lnTo>
                <a:cubicBezTo>
                  <a:pt x="875654" y="33567"/>
                  <a:pt x="878270" y="30162"/>
                  <a:pt x="880669" y="28517"/>
                </a:cubicBezTo>
                <a:cubicBezTo>
                  <a:pt x="883069" y="26872"/>
                  <a:pt x="885708" y="26049"/>
                  <a:pt x="888587" y="26049"/>
                </a:cubicBezTo>
                <a:cubicBezTo>
                  <a:pt x="892746" y="26049"/>
                  <a:pt x="896973" y="27374"/>
                  <a:pt x="901269" y="30025"/>
                </a:cubicBezTo>
                <a:lnTo>
                  <a:pt x="897019" y="41473"/>
                </a:lnTo>
                <a:cubicBezTo>
                  <a:pt x="894002" y="39690"/>
                  <a:pt x="890986" y="38799"/>
                  <a:pt x="887970" y="38799"/>
                </a:cubicBezTo>
                <a:cubicBezTo>
                  <a:pt x="885274" y="38799"/>
                  <a:pt x="882852" y="39610"/>
                  <a:pt x="880704" y="41233"/>
                </a:cubicBezTo>
                <a:cubicBezTo>
                  <a:pt x="878556" y="42855"/>
                  <a:pt x="877025" y="45106"/>
                  <a:pt x="876111" y="47985"/>
                </a:cubicBezTo>
                <a:cubicBezTo>
                  <a:pt x="874740" y="52372"/>
                  <a:pt x="874054" y="57171"/>
                  <a:pt x="874054" y="62380"/>
                </a:cubicBezTo>
                <a:lnTo>
                  <a:pt x="874054" y="100494"/>
                </a:lnTo>
                <a:lnTo>
                  <a:pt x="861715" y="100494"/>
                </a:lnTo>
                <a:close/>
                <a:moveTo>
                  <a:pt x="903588" y="64094"/>
                </a:moveTo>
                <a:cubicBezTo>
                  <a:pt x="903588" y="50613"/>
                  <a:pt x="907336" y="40627"/>
                  <a:pt x="914831" y="34138"/>
                </a:cubicBezTo>
                <a:cubicBezTo>
                  <a:pt x="921091" y="28745"/>
                  <a:pt x="928723" y="26049"/>
                  <a:pt x="937726" y="26049"/>
                </a:cubicBezTo>
                <a:cubicBezTo>
                  <a:pt x="947735" y="26049"/>
                  <a:pt x="955915" y="29328"/>
                  <a:pt x="962267" y="35886"/>
                </a:cubicBezTo>
                <a:cubicBezTo>
                  <a:pt x="968619" y="42444"/>
                  <a:pt x="971796" y="51504"/>
                  <a:pt x="971796" y="63066"/>
                </a:cubicBezTo>
                <a:cubicBezTo>
                  <a:pt x="971796" y="72434"/>
                  <a:pt x="970390" y="79804"/>
                  <a:pt x="967580" y="85173"/>
                </a:cubicBezTo>
                <a:cubicBezTo>
                  <a:pt x="964769" y="90543"/>
                  <a:pt x="960679" y="94713"/>
                  <a:pt x="955309" y="97684"/>
                </a:cubicBezTo>
                <a:cubicBezTo>
                  <a:pt x="949940" y="100654"/>
                  <a:pt x="944079" y="102139"/>
                  <a:pt x="937726" y="102139"/>
                </a:cubicBezTo>
                <a:cubicBezTo>
                  <a:pt x="927535" y="102139"/>
                  <a:pt x="919298" y="98872"/>
                  <a:pt x="913014" y="92337"/>
                </a:cubicBezTo>
                <a:cubicBezTo>
                  <a:pt x="906730" y="85802"/>
                  <a:pt x="903588" y="76387"/>
                  <a:pt x="903588" y="64094"/>
                </a:cubicBezTo>
                <a:moveTo>
                  <a:pt x="916270" y="64094"/>
                </a:moveTo>
                <a:cubicBezTo>
                  <a:pt x="916270" y="73417"/>
                  <a:pt x="918304" y="80398"/>
                  <a:pt x="922371" y="85036"/>
                </a:cubicBezTo>
                <a:cubicBezTo>
                  <a:pt x="926438" y="89675"/>
                  <a:pt x="931557" y="91994"/>
                  <a:pt x="937726" y="91994"/>
                </a:cubicBezTo>
                <a:cubicBezTo>
                  <a:pt x="943850" y="91994"/>
                  <a:pt x="948946" y="89663"/>
                  <a:pt x="953013" y="85002"/>
                </a:cubicBezTo>
                <a:cubicBezTo>
                  <a:pt x="957080" y="80341"/>
                  <a:pt x="959114" y="73234"/>
                  <a:pt x="959114" y="63683"/>
                </a:cubicBezTo>
                <a:cubicBezTo>
                  <a:pt x="959114" y="54680"/>
                  <a:pt x="957069" y="47859"/>
                  <a:pt x="952979" y="43221"/>
                </a:cubicBezTo>
                <a:cubicBezTo>
                  <a:pt x="948888" y="38582"/>
                  <a:pt x="943804" y="36263"/>
                  <a:pt x="937726" y="36263"/>
                </a:cubicBezTo>
                <a:cubicBezTo>
                  <a:pt x="931557" y="36263"/>
                  <a:pt x="926438" y="38571"/>
                  <a:pt x="922371" y="43186"/>
                </a:cubicBezTo>
                <a:cubicBezTo>
                  <a:pt x="918304" y="47802"/>
                  <a:pt x="916270" y="54771"/>
                  <a:pt x="916270" y="64094"/>
                </a:cubicBezTo>
                <a:close/>
                <a:moveTo>
                  <a:pt x="1033463" y="91514"/>
                </a:moveTo>
                <a:cubicBezTo>
                  <a:pt x="1028893" y="95399"/>
                  <a:pt x="1024494" y="98141"/>
                  <a:pt x="1020267" y="99740"/>
                </a:cubicBezTo>
                <a:cubicBezTo>
                  <a:pt x="1016039" y="101340"/>
                  <a:pt x="1011504" y="102139"/>
                  <a:pt x="1006660" y="102139"/>
                </a:cubicBezTo>
                <a:cubicBezTo>
                  <a:pt x="998662" y="102139"/>
                  <a:pt x="992515" y="100186"/>
                  <a:pt x="988220" y="96278"/>
                </a:cubicBezTo>
                <a:cubicBezTo>
                  <a:pt x="983924" y="92371"/>
                  <a:pt x="981776" y="87378"/>
                  <a:pt x="981776" y="81300"/>
                </a:cubicBezTo>
                <a:cubicBezTo>
                  <a:pt x="981776" y="77736"/>
                  <a:pt x="982587" y="74479"/>
                  <a:pt x="984209" y="71532"/>
                </a:cubicBezTo>
                <a:cubicBezTo>
                  <a:pt x="985832" y="68584"/>
                  <a:pt x="987957" y="66219"/>
                  <a:pt x="990585" y="64437"/>
                </a:cubicBezTo>
                <a:cubicBezTo>
                  <a:pt x="993212" y="62655"/>
                  <a:pt x="996171" y="61306"/>
                  <a:pt x="999462" y="60392"/>
                </a:cubicBezTo>
                <a:cubicBezTo>
                  <a:pt x="1001884" y="59753"/>
                  <a:pt x="1005540" y="59136"/>
                  <a:pt x="1010430" y="58542"/>
                </a:cubicBezTo>
                <a:cubicBezTo>
                  <a:pt x="1020392" y="57353"/>
                  <a:pt x="1027727" y="55937"/>
                  <a:pt x="1032434" y="54292"/>
                </a:cubicBezTo>
                <a:cubicBezTo>
                  <a:pt x="1032480" y="52601"/>
                  <a:pt x="1032503" y="51527"/>
                  <a:pt x="1032503" y="51070"/>
                </a:cubicBezTo>
                <a:cubicBezTo>
                  <a:pt x="1032503" y="46043"/>
                  <a:pt x="1031338" y="42501"/>
                  <a:pt x="1029007" y="40444"/>
                </a:cubicBezTo>
                <a:cubicBezTo>
                  <a:pt x="1025854" y="37657"/>
                  <a:pt x="1021169" y="36263"/>
                  <a:pt x="1014954" y="36263"/>
                </a:cubicBezTo>
                <a:cubicBezTo>
                  <a:pt x="1009150" y="36263"/>
                  <a:pt x="1004866" y="37280"/>
                  <a:pt x="1002101" y="39313"/>
                </a:cubicBezTo>
                <a:cubicBezTo>
                  <a:pt x="999336" y="41347"/>
                  <a:pt x="997291" y="44946"/>
                  <a:pt x="995966" y="50110"/>
                </a:cubicBezTo>
                <a:lnTo>
                  <a:pt x="983901" y="48465"/>
                </a:lnTo>
                <a:cubicBezTo>
                  <a:pt x="984998" y="43301"/>
                  <a:pt x="986803" y="39131"/>
                  <a:pt x="989316" y="35954"/>
                </a:cubicBezTo>
                <a:cubicBezTo>
                  <a:pt x="991830" y="32778"/>
                  <a:pt x="995463" y="30333"/>
                  <a:pt x="1000216" y="28620"/>
                </a:cubicBezTo>
                <a:cubicBezTo>
                  <a:pt x="1004969" y="26906"/>
                  <a:pt x="1010475" y="26049"/>
                  <a:pt x="1016736" y="26049"/>
                </a:cubicBezTo>
                <a:cubicBezTo>
                  <a:pt x="1022952" y="26049"/>
                  <a:pt x="1028001" y="26780"/>
                  <a:pt x="1031886" y="28243"/>
                </a:cubicBezTo>
                <a:cubicBezTo>
                  <a:pt x="1035770" y="29705"/>
                  <a:pt x="1038627" y="31544"/>
                  <a:pt x="1040455" y="33761"/>
                </a:cubicBezTo>
                <a:cubicBezTo>
                  <a:pt x="1042283" y="35977"/>
                  <a:pt x="1043562" y="38776"/>
                  <a:pt x="1044293" y="42158"/>
                </a:cubicBezTo>
                <a:cubicBezTo>
                  <a:pt x="1044705" y="44260"/>
                  <a:pt x="1044910" y="48053"/>
                  <a:pt x="1044910" y="53537"/>
                </a:cubicBezTo>
                <a:lnTo>
                  <a:pt x="1044910" y="69989"/>
                </a:lnTo>
                <a:cubicBezTo>
                  <a:pt x="1044910" y="81460"/>
                  <a:pt x="1045173" y="88715"/>
                  <a:pt x="1045699" y="91754"/>
                </a:cubicBezTo>
                <a:cubicBezTo>
                  <a:pt x="1046224" y="94793"/>
                  <a:pt x="1047264" y="97706"/>
                  <a:pt x="1048818" y="100494"/>
                </a:cubicBezTo>
                <a:lnTo>
                  <a:pt x="1035930" y="100494"/>
                </a:lnTo>
                <a:cubicBezTo>
                  <a:pt x="1034651" y="97935"/>
                  <a:pt x="1033828" y="94942"/>
                  <a:pt x="1033463" y="91514"/>
                </a:cubicBezTo>
                <a:moveTo>
                  <a:pt x="1032434" y="63957"/>
                </a:moveTo>
                <a:cubicBezTo>
                  <a:pt x="1027956" y="65785"/>
                  <a:pt x="1021238" y="67339"/>
                  <a:pt x="1012281" y="68618"/>
                </a:cubicBezTo>
                <a:cubicBezTo>
                  <a:pt x="1007208" y="69350"/>
                  <a:pt x="1003620" y="70172"/>
                  <a:pt x="1001518" y="71086"/>
                </a:cubicBezTo>
                <a:cubicBezTo>
                  <a:pt x="999416" y="72000"/>
                  <a:pt x="997794" y="73337"/>
                  <a:pt x="996651" y="75096"/>
                </a:cubicBezTo>
                <a:cubicBezTo>
                  <a:pt x="995509" y="76856"/>
                  <a:pt x="994937" y="78810"/>
                  <a:pt x="994937" y="80957"/>
                </a:cubicBezTo>
                <a:cubicBezTo>
                  <a:pt x="994937" y="84248"/>
                  <a:pt x="996183" y="86990"/>
                  <a:pt x="998673" y="89183"/>
                </a:cubicBezTo>
                <a:cubicBezTo>
                  <a:pt x="1001164" y="91377"/>
                  <a:pt x="1004809" y="92474"/>
                  <a:pt x="1009607" y="92474"/>
                </a:cubicBezTo>
                <a:cubicBezTo>
                  <a:pt x="1014360" y="92474"/>
                  <a:pt x="1018587" y="91434"/>
                  <a:pt x="1022289" y="89355"/>
                </a:cubicBezTo>
                <a:cubicBezTo>
                  <a:pt x="1025991" y="87275"/>
                  <a:pt x="1028710" y="84431"/>
                  <a:pt x="1030446" y="80820"/>
                </a:cubicBezTo>
                <a:cubicBezTo>
                  <a:pt x="1031772" y="78033"/>
                  <a:pt x="1032434" y="73920"/>
                  <a:pt x="1032434" y="68481"/>
                </a:cubicBezTo>
                <a:lnTo>
                  <a:pt x="1032434" y="63957"/>
                </a:lnTo>
                <a:close/>
                <a:moveTo>
                  <a:pt x="1111239" y="73828"/>
                </a:moveTo>
                <a:lnTo>
                  <a:pt x="1123372" y="75405"/>
                </a:lnTo>
                <a:cubicBezTo>
                  <a:pt x="1122047" y="83768"/>
                  <a:pt x="1118653" y="90315"/>
                  <a:pt x="1113192" y="95044"/>
                </a:cubicBezTo>
                <a:cubicBezTo>
                  <a:pt x="1107731" y="99774"/>
                  <a:pt x="1101025" y="102139"/>
                  <a:pt x="1093073" y="102139"/>
                </a:cubicBezTo>
                <a:cubicBezTo>
                  <a:pt x="1083110" y="102139"/>
                  <a:pt x="1075101" y="98883"/>
                  <a:pt x="1069046" y="92371"/>
                </a:cubicBezTo>
                <a:cubicBezTo>
                  <a:pt x="1062991" y="85859"/>
                  <a:pt x="1059963" y="76525"/>
                  <a:pt x="1059963" y="64368"/>
                </a:cubicBezTo>
                <a:cubicBezTo>
                  <a:pt x="1059963" y="56508"/>
                  <a:pt x="1061266" y="49630"/>
                  <a:pt x="1063871" y="43735"/>
                </a:cubicBezTo>
                <a:cubicBezTo>
                  <a:pt x="1066476" y="37840"/>
                  <a:pt x="1070440" y="33418"/>
                  <a:pt x="1075764" y="30470"/>
                </a:cubicBezTo>
                <a:cubicBezTo>
                  <a:pt x="1081088" y="27523"/>
                  <a:pt x="1086881" y="26049"/>
                  <a:pt x="1093141" y="26049"/>
                </a:cubicBezTo>
                <a:cubicBezTo>
                  <a:pt x="1101048" y="26049"/>
                  <a:pt x="1107514" y="28048"/>
                  <a:pt x="1112541" y="32047"/>
                </a:cubicBezTo>
                <a:cubicBezTo>
                  <a:pt x="1117568" y="36046"/>
                  <a:pt x="1120790" y="41724"/>
                  <a:pt x="1122207" y="49082"/>
                </a:cubicBezTo>
                <a:lnTo>
                  <a:pt x="1110210" y="50933"/>
                </a:lnTo>
                <a:cubicBezTo>
                  <a:pt x="1109068" y="46043"/>
                  <a:pt x="1107046" y="42364"/>
                  <a:pt x="1104144" y="39896"/>
                </a:cubicBezTo>
                <a:cubicBezTo>
                  <a:pt x="1101242" y="37428"/>
                  <a:pt x="1097734" y="36194"/>
                  <a:pt x="1093621" y="36194"/>
                </a:cubicBezTo>
                <a:cubicBezTo>
                  <a:pt x="1087406" y="36194"/>
                  <a:pt x="1082356" y="38422"/>
                  <a:pt x="1078472" y="42878"/>
                </a:cubicBezTo>
                <a:cubicBezTo>
                  <a:pt x="1074587" y="47334"/>
                  <a:pt x="1072645" y="54383"/>
                  <a:pt x="1072645" y="64026"/>
                </a:cubicBezTo>
                <a:cubicBezTo>
                  <a:pt x="1072645" y="73805"/>
                  <a:pt x="1074519" y="80912"/>
                  <a:pt x="1078266" y="85345"/>
                </a:cubicBezTo>
                <a:cubicBezTo>
                  <a:pt x="1082014" y="89778"/>
                  <a:pt x="1086903" y="91994"/>
                  <a:pt x="1092936" y="91994"/>
                </a:cubicBezTo>
                <a:cubicBezTo>
                  <a:pt x="1097780" y="91994"/>
                  <a:pt x="1101824" y="90509"/>
                  <a:pt x="1105069" y="87538"/>
                </a:cubicBezTo>
                <a:cubicBezTo>
                  <a:pt x="1108314" y="84568"/>
                  <a:pt x="1110370" y="79998"/>
                  <a:pt x="1111239" y="73828"/>
                </a:cubicBezTo>
                <a:close/>
                <a:moveTo>
                  <a:pt x="1133648" y="100494"/>
                </a:moveTo>
                <a:lnTo>
                  <a:pt x="1133648" y="0"/>
                </a:lnTo>
                <a:lnTo>
                  <a:pt x="1145987" y="0"/>
                </a:lnTo>
                <a:lnTo>
                  <a:pt x="1145987" y="36057"/>
                </a:lnTo>
                <a:cubicBezTo>
                  <a:pt x="1151745" y="29385"/>
                  <a:pt x="1159011" y="26049"/>
                  <a:pt x="1167786" y="26049"/>
                </a:cubicBezTo>
                <a:cubicBezTo>
                  <a:pt x="1173178" y="26049"/>
                  <a:pt x="1177863" y="27111"/>
                  <a:pt x="1181838" y="29237"/>
                </a:cubicBezTo>
                <a:cubicBezTo>
                  <a:pt x="1185814" y="31362"/>
                  <a:pt x="1188659" y="34298"/>
                  <a:pt x="1190373" y="38045"/>
                </a:cubicBezTo>
                <a:cubicBezTo>
                  <a:pt x="1192087" y="41793"/>
                  <a:pt x="1192944" y="47231"/>
                  <a:pt x="1192944" y="54360"/>
                </a:cubicBezTo>
                <a:lnTo>
                  <a:pt x="1192944" y="100494"/>
                </a:lnTo>
                <a:lnTo>
                  <a:pt x="1180605" y="100494"/>
                </a:lnTo>
                <a:lnTo>
                  <a:pt x="1180605" y="54360"/>
                </a:lnTo>
                <a:cubicBezTo>
                  <a:pt x="1180605" y="48191"/>
                  <a:pt x="1179268" y="43701"/>
                  <a:pt x="1176594" y="40890"/>
                </a:cubicBezTo>
                <a:cubicBezTo>
                  <a:pt x="1173921" y="38079"/>
                  <a:pt x="1170139" y="36674"/>
                  <a:pt x="1165249" y="36674"/>
                </a:cubicBezTo>
                <a:cubicBezTo>
                  <a:pt x="1161593" y="36674"/>
                  <a:pt x="1158154" y="37622"/>
                  <a:pt x="1154933" y="39519"/>
                </a:cubicBezTo>
                <a:cubicBezTo>
                  <a:pt x="1151711" y="41416"/>
                  <a:pt x="1149414" y="43986"/>
                  <a:pt x="1148043" y="47231"/>
                </a:cubicBezTo>
                <a:cubicBezTo>
                  <a:pt x="1146672" y="50476"/>
                  <a:pt x="1145987" y="54954"/>
                  <a:pt x="1145987" y="60667"/>
                </a:cubicBezTo>
                <a:lnTo>
                  <a:pt x="1145987" y="100494"/>
                </a:lnTo>
                <a:lnTo>
                  <a:pt x="1133648" y="100494"/>
                </a:lnTo>
                <a:close/>
                <a:moveTo>
                  <a:pt x="1261260" y="77050"/>
                </a:moveTo>
                <a:lnTo>
                  <a:pt x="1274010" y="78627"/>
                </a:lnTo>
                <a:cubicBezTo>
                  <a:pt x="1271999" y="86076"/>
                  <a:pt x="1268275" y="91857"/>
                  <a:pt x="1262836" y="95970"/>
                </a:cubicBezTo>
                <a:cubicBezTo>
                  <a:pt x="1257398" y="100083"/>
                  <a:pt x="1250452" y="102139"/>
                  <a:pt x="1241997" y="102139"/>
                </a:cubicBezTo>
                <a:cubicBezTo>
                  <a:pt x="1231349" y="102139"/>
                  <a:pt x="1222906" y="98860"/>
                  <a:pt x="1216668" y="92302"/>
                </a:cubicBezTo>
                <a:cubicBezTo>
                  <a:pt x="1210430" y="85745"/>
                  <a:pt x="1207311" y="76547"/>
                  <a:pt x="1207311" y="64711"/>
                </a:cubicBezTo>
                <a:cubicBezTo>
                  <a:pt x="1207311" y="52464"/>
                  <a:pt x="1210464" y="42958"/>
                  <a:pt x="1216771" y="36194"/>
                </a:cubicBezTo>
                <a:cubicBezTo>
                  <a:pt x="1223077" y="29431"/>
                  <a:pt x="1231258" y="26049"/>
                  <a:pt x="1241312" y="26049"/>
                </a:cubicBezTo>
                <a:cubicBezTo>
                  <a:pt x="1251046" y="26049"/>
                  <a:pt x="1258998" y="29362"/>
                  <a:pt x="1265167" y="35989"/>
                </a:cubicBezTo>
                <a:cubicBezTo>
                  <a:pt x="1271337" y="42615"/>
                  <a:pt x="1274421" y="51938"/>
                  <a:pt x="1274421" y="63957"/>
                </a:cubicBezTo>
                <a:cubicBezTo>
                  <a:pt x="1274421" y="64688"/>
                  <a:pt x="1274399" y="65785"/>
                  <a:pt x="1274353" y="67247"/>
                </a:cubicBezTo>
                <a:lnTo>
                  <a:pt x="1220061" y="67247"/>
                </a:lnTo>
                <a:cubicBezTo>
                  <a:pt x="1220518" y="75245"/>
                  <a:pt x="1222780" y="81369"/>
                  <a:pt x="1226848" y="85619"/>
                </a:cubicBezTo>
                <a:cubicBezTo>
                  <a:pt x="1230915" y="89869"/>
                  <a:pt x="1235988" y="91994"/>
                  <a:pt x="1242066" y="91994"/>
                </a:cubicBezTo>
                <a:cubicBezTo>
                  <a:pt x="1246590" y="91994"/>
                  <a:pt x="1250452" y="90806"/>
                  <a:pt x="1253651" y="88429"/>
                </a:cubicBezTo>
                <a:cubicBezTo>
                  <a:pt x="1256850" y="86053"/>
                  <a:pt x="1259386" y="82260"/>
                  <a:pt x="1261260" y="77050"/>
                </a:cubicBezTo>
                <a:moveTo>
                  <a:pt x="1220747" y="57102"/>
                </a:moveTo>
                <a:lnTo>
                  <a:pt x="1261397" y="57102"/>
                </a:lnTo>
                <a:cubicBezTo>
                  <a:pt x="1260849" y="50978"/>
                  <a:pt x="1259295" y="46385"/>
                  <a:pt x="1256736" y="43324"/>
                </a:cubicBezTo>
                <a:cubicBezTo>
                  <a:pt x="1252805" y="38571"/>
                  <a:pt x="1247710" y="36194"/>
                  <a:pt x="1241449" y="36194"/>
                </a:cubicBezTo>
                <a:cubicBezTo>
                  <a:pt x="1235782" y="36194"/>
                  <a:pt x="1231018" y="38091"/>
                  <a:pt x="1227156" y="41884"/>
                </a:cubicBezTo>
                <a:cubicBezTo>
                  <a:pt x="1223295" y="45677"/>
                  <a:pt x="1221158" y="50750"/>
                  <a:pt x="1220747" y="57102"/>
                </a:cubicBezTo>
                <a:close/>
                <a:moveTo>
                  <a:pt x="1284265" y="78764"/>
                </a:moveTo>
                <a:lnTo>
                  <a:pt x="1296466" y="76844"/>
                </a:lnTo>
                <a:cubicBezTo>
                  <a:pt x="1297152" y="81734"/>
                  <a:pt x="1299060" y="85482"/>
                  <a:pt x="1302190" y="88087"/>
                </a:cubicBezTo>
                <a:cubicBezTo>
                  <a:pt x="1305321" y="90692"/>
                  <a:pt x="1309697" y="91994"/>
                  <a:pt x="1315318" y="91994"/>
                </a:cubicBezTo>
                <a:cubicBezTo>
                  <a:pt x="1320984" y="91994"/>
                  <a:pt x="1325189" y="90840"/>
                  <a:pt x="1327931" y="88532"/>
                </a:cubicBezTo>
                <a:cubicBezTo>
                  <a:pt x="1330673" y="86224"/>
                  <a:pt x="1332044" y="83517"/>
                  <a:pt x="1332044" y="80409"/>
                </a:cubicBezTo>
                <a:cubicBezTo>
                  <a:pt x="1332044" y="77621"/>
                  <a:pt x="1330833" y="75428"/>
                  <a:pt x="1328411" y="73828"/>
                </a:cubicBezTo>
                <a:cubicBezTo>
                  <a:pt x="1326720" y="72731"/>
                  <a:pt x="1322515" y="71338"/>
                  <a:pt x="1315798" y="69647"/>
                </a:cubicBezTo>
                <a:cubicBezTo>
                  <a:pt x="1306749" y="67362"/>
                  <a:pt x="1300477" y="65385"/>
                  <a:pt x="1296981" y="63717"/>
                </a:cubicBezTo>
                <a:cubicBezTo>
                  <a:pt x="1293485" y="62049"/>
                  <a:pt x="1290834" y="59741"/>
                  <a:pt x="1289029" y="56794"/>
                </a:cubicBezTo>
                <a:cubicBezTo>
                  <a:pt x="1287224" y="53846"/>
                  <a:pt x="1286321" y="50590"/>
                  <a:pt x="1286321" y="47025"/>
                </a:cubicBezTo>
                <a:cubicBezTo>
                  <a:pt x="1286321" y="43781"/>
                  <a:pt x="1287064" y="40776"/>
                  <a:pt x="1288549" y="38011"/>
                </a:cubicBezTo>
                <a:cubicBezTo>
                  <a:pt x="1290034" y="35246"/>
                  <a:pt x="1292056" y="32950"/>
                  <a:pt x="1294616" y="31122"/>
                </a:cubicBezTo>
                <a:cubicBezTo>
                  <a:pt x="1296535" y="29705"/>
                  <a:pt x="1299151" y="28505"/>
                  <a:pt x="1302465" y="27523"/>
                </a:cubicBezTo>
                <a:cubicBezTo>
                  <a:pt x="1305778" y="26540"/>
                  <a:pt x="1309331" y="26049"/>
                  <a:pt x="1313124" y="26049"/>
                </a:cubicBezTo>
                <a:cubicBezTo>
                  <a:pt x="1318837" y="26049"/>
                  <a:pt x="1323852" y="26872"/>
                  <a:pt x="1328171" y="28517"/>
                </a:cubicBezTo>
                <a:cubicBezTo>
                  <a:pt x="1332489" y="30162"/>
                  <a:pt x="1335677" y="32390"/>
                  <a:pt x="1337734" y="35200"/>
                </a:cubicBezTo>
                <a:cubicBezTo>
                  <a:pt x="1339790" y="38011"/>
                  <a:pt x="1341207" y="41770"/>
                  <a:pt x="1341984" y="46477"/>
                </a:cubicBezTo>
                <a:lnTo>
                  <a:pt x="1329919" y="48122"/>
                </a:lnTo>
                <a:cubicBezTo>
                  <a:pt x="1329370" y="44375"/>
                  <a:pt x="1327782" y="41450"/>
                  <a:pt x="1325155" y="39348"/>
                </a:cubicBezTo>
                <a:cubicBezTo>
                  <a:pt x="1322527" y="37245"/>
                  <a:pt x="1318814" y="36194"/>
                  <a:pt x="1314015" y="36194"/>
                </a:cubicBezTo>
                <a:cubicBezTo>
                  <a:pt x="1308348" y="36194"/>
                  <a:pt x="1304304" y="37131"/>
                  <a:pt x="1301882" y="39005"/>
                </a:cubicBezTo>
                <a:cubicBezTo>
                  <a:pt x="1299460" y="40879"/>
                  <a:pt x="1298249" y="43072"/>
                  <a:pt x="1298249" y="45586"/>
                </a:cubicBezTo>
                <a:cubicBezTo>
                  <a:pt x="1298249" y="47185"/>
                  <a:pt x="1298751" y="48625"/>
                  <a:pt x="1299757" y="49904"/>
                </a:cubicBezTo>
                <a:cubicBezTo>
                  <a:pt x="1300762" y="51230"/>
                  <a:pt x="1302339" y="52326"/>
                  <a:pt x="1304487" y="53195"/>
                </a:cubicBezTo>
                <a:cubicBezTo>
                  <a:pt x="1305721" y="53652"/>
                  <a:pt x="1309354" y="54703"/>
                  <a:pt x="1315386" y="56348"/>
                </a:cubicBezTo>
                <a:cubicBezTo>
                  <a:pt x="1324115" y="58679"/>
                  <a:pt x="1330204" y="60587"/>
                  <a:pt x="1333655" y="62072"/>
                </a:cubicBezTo>
                <a:cubicBezTo>
                  <a:pt x="1337105" y="63557"/>
                  <a:pt x="1339813" y="65717"/>
                  <a:pt x="1341778" y="68550"/>
                </a:cubicBezTo>
                <a:cubicBezTo>
                  <a:pt x="1343743" y="71383"/>
                  <a:pt x="1344726" y="74902"/>
                  <a:pt x="1344726" y="79107"/>
                </a:cubicBezTo>
                <a:cubicBezTo>
                  <a:pt x="1344726" y="83220"/>
                  <a:pt x="1343526" y="87093"/>
                  <a:pt x="1341127" y="90726"/>
                </a:cubicBezTo>
                <a:cubicBezTo>
                  <a:pt x="1338727" y="94359"/>
                  <a:pt x="1335266" y="97170"/>
                  <a:pt x="1330741" y="99157"/>
                </a:cubicBezTo>
                <a:cubicBezTo>
                  <a:pt x="1326217" y="101145"/>
                  <a:pt x="1321099" y="102139"/>
                  <a:pt x="1315386" y="102139"/>
                </a:cubicBezTo>
                <a:cubicBezTo>
                  <a:pt x="1305926" y="102139"/>
                  <a:pt x="1298717" y="100174"/>
                  <a:pt x="1293759" y="96244"/>
                </a:cubicBezTo>
                <a:cubicBezTo>
                  <a:pt x="1288800" y="92314"/>
                  <a:pt x="1285636" y="86487"/>
                  <a:pt x="1284265" y="78764"/>
                </a:cubicBezTo>
                <a:close/>
                <a:moveTo>
                  <a:pt x="1424522" y="89458"/>
                </a:moveTo>
                <a:lnTo>
                  <a:pt x="1426304" y="100357"/>
                </a:lnTo>
                <a:cubicBezTo>
                  <a:pt x="1422831" y="101088"/>
                  <a:pt x="1419723" y="101454"/>
                  <a:pt x="1416981" y="101454"/>
                </a:cubicBezTo>
                <a:cubicBezTo>
                  <a:pt x="1412502" y="101454"/>
                  <a:pt x="1409029" y="100746"/>
                  <a:pt x="1406561" y="99329"/>
                </a:cubicBezTo>
                <a:cubicBezTo>
                  <a:pt x="1404094" y="97912"/>
                  <a:pt x="1402357" y="96050"/>
                  <a:pt x="1401352" y="93742"/>
                </a:cubicBezTo>
                <a:cubicBezTo>
                  <a:pt x="1400346" y="91434"/>
                  <a:pt x="1399844" y="86579"/>
                  <a:pt x="1399844" y="79175"/>
                </a:cubicBezTo>
                <a:lnTo>
                  <a:pt x="1399844" y="37291"/>
                </a:lnTo>
                <a:lnTo>
                  <a:pt x="1390795" y="37291"/>
                </a:lnTo>
                <a:lnTo>
                  <a:pt x="1390795" y="27694"/>
                </a:lnTo>
                <a:lnTo>
                  <a:pt x="1399844" y="27694"/>
                </a:lnTo>
                <a:lnTo>
                  <a:pt x="1399844" y="9666"/>
                </a:lnTo>
                <a:lnTo>
                  <a:pt x="1412114" y="2262"/>
                </a:lnTo>
                <a:lnTo>
                  <a:pt x="1412114" y="27694"/>
                </a:lnTo>
                <a:lnTo>
                  <a:pt x="1424522" y="27694"/>
                </a:lnTo>
                <a:lnTo>
                  <a:pt x="1424522" y="37291"/>
                </a:lnTo>
                <a:lnTo>
                  <a:pt x="1412114" y="37291"/>
                </a:lnTo>
                <a:lnTo>
                  <a:pt x="1412114" y="79861"/>
                </a:lnTo>
                <a:cubicBezTo>
                  <a:pt x="1412114" y="83380"/>
                  <a:pt x="1412331" y="85642"/>
                  <a:pt x="1412765" y="86647"/>
                </a:cubicBezTo>
                <a:cubicBezTo>
                  <a:pt x="1413199" y="87653"/>
                  <a:pt x="1413908" y="88452"/>
                  <a:pt x="1414890" y="89046"/>
                </a:cubicBezTo>
                <a:cubicBezTo>
                  <a:pt x="1415873" y="89640"/>
                  <a:pt x="1417278" y="89938"/>
                  <a:pt x="1419106" y="89938"/>
                </a:cubicBezTo>
                <a:cubicBezTo>
                  <a:pt x="1420477" y="89938"/>
                  <a:pt x="1422282" y="89778"/>
                  <a:pt x="1424522" y="89458"/>
                </a:cubicBezTo>
                <a:close/>
                <a:moveTo>
                  <a:pt x="1436048" y="100494"/>
                </a:moveTo>
                <a:lnTo>
                  <a:pt x="1436048" y="0"/>
                </a:lnTo>
                <a:lnTo>
                  <a:pt x="1448387" y="0"/>
                </a:lnTo>
                <a:lnTo>
                  <a:pt x="1448387" y="36057"/>
                </a:lnTo>
                <a:cubicBezTo>
                  <a:pt x="1454146" y="29385"/>
                  <a:pt x="1461412" y="26049"/>
                  <a:pt x="1470186" y="26049"/>
                </a:cubicBezTo>
                <a:cubicBezTo>
                  <a:pt x="1475579" y="26049"/>
                  <a:pt x="1480263" y="27111"/>
                  <a:pt x="1484239" y="29237"/>
                </a:cubicBezTo>
                <a:cubicBezTo>
                  <a:pt x="1488215" y="31362"/>
                  <a:pt x="1491060" y="34298"/>
                  <a:pt x="1492773" y="38045"/>
                </a:cubicBezTo>
                <a:cubicBezTo>
                  <a:pt x="1494487" y="41793"/>
                  <a:pt x="1495344" y="47231"/>
                  <a:pt x="1495344" y="54360"/>
                </a:cubicBezTo>
                <a:lnTo>
                  <a:pt x="1495344" y="100494"/>
                </a:lnTo>
                <a:lnTo>
                  <a:pt x="1483005" y="100494"/>
                </a:lnTo>
                <a:lnTo>
                  <a:pt x="1483005" y="54360"/>
                </a:lnTo>
                <a:cubicBezTo>
                  <a:pt x="1483005" y="48191"/>
                  <a:pt x="1481668" y="43701"/>
                  <a:pt x="1478995" y="40890"/>
                </a:cubicBezTo>
                <a:cubicBezTo>
                  <a:pt x="1476321" y="38079"/>
                  <a:pt x="1472540" y="36674"/>
                  <a:pt x="1467650" y="36674"/>
                </a:cubicBezTo>
                <a:cubicBezTo>
                  <a:pt x="1463994" y="36674"/>
                  <a:pt x="1460555" y="37622"/>
                  <a:pt x="1457333" y="39519"/>
                </a:cubicBezTo>
                <a:cubicBezTo>
                  <a:pt x="1454111" y="41416"/>
                  <a:pt x="1451815" y="43986"/>
                  <a:pt x="1450444" y="47231"/>
                </a:cubicBezTo>
                <a:cubicBezTo>
                  <a:pt x="1449073" y="50476"/>
                  <a:pt x="1448387" y="54954"/>
                  <a:pt x="1448387" y="60667"/>
                </a:cubicBezTo>
                <a:lnTo>
                  <a:pt x="1448387" y="100494"/>
                </a:lnTo>
                <a:lnTo>
                  <a:pt x="1436048" y="100494"/>
                </a:lnTo>
                <a:close/>
                <a:moveTo>
                  <a:pt x="1563660" y="77050"/>
                </a:moveTo>
                <a:lnTo>
                  <a:pt x="1576410" y="78627"/>
                </a:lnTo>
                <a:cubicBezTo>
                  <a:pt x="1574400" y="86076"/>
                  <a:pt x="1570675" y="91857"/>
                  <a:pt x="1565237" y="95970"/>
                </a:cubicBezTo>
                <a:cubicBezTo>
                  <a:pt x="1559799" y="100083"/>
                  <a:pt x="1552852" y="102139"/>
                  <a:pt x="1544398" y="102139"/>
                </a:cubicBezTo>
                <a:cubicBezTo>
                  <a:pt x="1533750" y="102139"/>
                  <a:pt x="1525306" y="98860"/>
                  <a:pt x="1519068" y="92302"/>
                </a:cubicBezTo>
                <a:cubicBezTo>
                  <a:pt x="1512830" y="85745"/>
                  <a:pt x="1509711" y="76547"/>
                  <a:pt x="1509711" y="64711"/>
                </a:cubicBezTo>
                <a:cubicBezTo>
                  <a:pt x="1509711" y="52464"/>
                  <a:pt x="1512865" y="42958"/>
                  <a:pt x="1519171" y="36194"/>
                </a:cubicBezTo>
                <a:cubicBezTo>
                  <a:pt x="1525478" y="29431"/>
                  <a:pt x="1533658" y="26049"/>
                  <a:pt x="1543712" y="26049"/>
                </a:cubicBezTo>
                <a:cubicBezTo>
                  <a:pt x="1553446" y="26049"/>
                  <a:pt x="1561398" y="29362"/>
                  <a:pt x="1567568" y="35989"/>
                </a:cubicBezTo>
                <a:cubicBezTo>
                  <a:pt x="1573737" y="42615"/>
                  <a:pt x="1576822" y="51938"/>
                  <a:pt x="1576822" y="63957"/>
                </a:cubicBezTo>
                <a:cubicBezTo>
                  <a:pt x="1576822" y="64688"/>
                  <a:pt x="1576799" y="65785"/>
                  <a:pt x="1576753" y="67247"/>
                </a:cubicBezTo>
                <a:lnTo>
                  <a:pt x="1522462" y="67247"/>
                </a:lnTo>
                <a:cubicBezTo>
                  <a:pt x="1522919" y="75245"/>
                  <a:pt x="1525181" y="81369"/>
                  <a:pt x="1529248" y="85619"/>
                </a:cubicBezTo>
                <a:cubicBezTo>
                  <a:pt x="1533315" y="89869"/>
                  <a:pt x="1538388" y="91994"/>
                  <a:pt x="1544466" y="91994"/>
                </a:cubicBezTo>
                <a:cubicBezTo>
                  <a:pt x="1548990" y="91994"/>
                  <a:pt x="1552852" y="90806"/>
                  <a:pt x="1556051" y="88429"/>
                </a:cubicBezTo>
                <a:cubicBezTo>
                  <a:pt x="1559250" y="86053"/>
                  <a:pt x="1561786" y="82260"/>
                  <a:pt x="1563660" y="77050"/>
                </a:cubicBezTo>
                <a:moveTo>
                  <a:pt x="1523147" y="57102"/>
                </a:moveTo>
                <a:lnTo>
                  <a:pt x="1563797" y="57102"/>
                </a:lnTo>
                <a:cubicBezTo>
                  <a:pt x="1563249" y="50978"/>
                  <a:pt x="1561695" y="46385"/>
                  <a:pt x="1559136" y="43324"/>
                </a:cubicBezTo>
                <a:cubicBezTo>
                  <a:pt x="1555206" y="38571"/>
                  <a:pt x="1550110" y="36194"/>
                  <a:pt x="1543849" y="36194"/>
                </a:cubicBezTo>
                <a:cubicBezTo>
                  <a:pt x="1538182" y="36194"/>
                  <a:pt x="1533418" y="38091"/>
                  <a:pt x="1529557" y="41884"/>
                </a:cubicBezTo>
                <a:cubicBezTo>
                  <a:pt x="1525695" y="45677"/>
                  <a:pt x="1523558" y="50750"/>
                  <a:pt x="1523147" y="57102"/>
                </a:cubicBezTo>
                <a:close/>
                <a:moveTo>
                  <a:pt x="1677573" y="73828"/>
                </a:moveTo>
                <a:lnTo>
                  <a:pt x="1689706" y="75405"/>
                </a:lnTo>
                <a:cubicBezTo>
                  <a:pt x="1688381" y="83768"/>
                  <a:pt x="1684988" y="90315"/>
                  <a:pt x="1679526" y="95044"/>
                </a:cubicBezTo>
                <a:cubicBezTo>
                  <a:pt x="1674065" y="99774"/>
                  <a:pt x="1667359" y="102139"/>
                  <a:pt x="1659407" y="102139"/>
                </a:cubicBezTo>
                <a:cubicBezTo>
                  <a:pt x="1649444" y="102139"/>
                  <a:pt x="1641436" y="98883"/>
                  <a:pt x="1635380" y="92371"/>
                </a:cubicBezTo>
                <a:cubicBezTo>
                  <a:pt x="1629325" y="85859"/>
                  <a:pt x="1626297" y="76525"/>
                  <a:pt x="1626297" y="64368"/>
                </a:cubicBezTo>
                <a:cubicBezTo>
                  <a:pt x="1626297" y="56508"/>
                  <a:pt x="1627600" y="49630"/>
                  <a:pt x="1630205" y="43735"/>
                </a:cubicBezTo>
                <a:cubicBezTo>
                  <a:pt x="1632810" y="37840"/>
                  <a:pt x="1636774" y="33418"/>
                  <a:pt x="1642098" y="30470"/>
                </a:cubicBezTo>
                <a:cubicBezTo>
                  <a:pt x="1647422" y="27523"/>
                  <a:pt x="1653215" y="26049"/>
                  <a:pt x="1659476" y="26049"/>
                </a:cubicBezTo>
                <a:cubicBezTo>
                  <a:pt x="1667382" y="26049"/>
                  <a:pt x="1673848" y="28048"/>
                  <a:pt x="1678875" y="32047"/>
                </a:cubicBezTo>
                <a:cubicBezTo>
                  <a:pt x="1683902" y="36046"/>
                  <a:pt x="1687124" y="41724"/>
                  <a:pt x="1688541" y="49082"/>
                </a:cubicBezTo>
                <a:lnTo>
                  <a:pt x="1676545" y="50933"/>
                </a:lnTo>
                <a:cubicBezTo>
                  <a:pt x="1675402" y="46043"/>
                  <a:pt x="1673380" y="42364"/>
                  <a:pt x="1670478" y="39896"/>
                </a:cubicBezTo>
                <a:cubicBezTo>
                  <a:pt x="1667576" y="37428"/>
                  <a:pt x="1664068" y="36194"/>
                  <a:pt x="1659955" y="36194"/>
                </a:cubicBezTo>
                <a:cubicBezTo>
                  <a:pt x="1653740" y="36194"/>
                  <a:pt x="1648690" y="38422"/>
                  <a:pt x="1644806" y="42878"/>
                </a:cubicBezTo>
                <a:cubicBezTo>
                  <a:pt x="1640921" y="47334"/>
                  <a:pt x="1638979" y="54383"/>
                  <a:pt x="1638979" y="64026"/>
                </a:cubicBezTo>
                <a:cubicBezTo>
                  <a:pt x="1638979" y="73805"/>
                  <a:pt x="1640853" y="80912"/>
                  <a:pt x="1644600" y="85345"/>
                </a:cubicBezTo>
                <a:cubicBezTo>
                  <a:pt x="1648348" y="89778"/>
                  <a:pt x="1653238" y="91994"/>
                  <a:pt x="1659270" y="91994"/>
                </a:cubicBezTo>
                <a:cubicBezTo>
                  <a:pt x="1664114" y="91994"/>
                  <a:pt x="1668159" y="90509"/>
                  <a:pt x="1671403" y="87538"/>
                </a:cubicBezTo>
                <a:cubicBezTo>
                  <a:pt x="1674648" y="84568"/>
                  <a:pt x="1676705" y="79998"/>
                  <a:pt x="1677573" y="73828"/>
                </a:cubicBezTo>
                <a:close/>
                <a:moveTo>
                  <a:pt x="1747487" y="91514"/>
                </a:moveTo>
                <a:cubicBezTo>
                  <a:pt x="1742917" y="95399"/>
                  <a:pt x="1738519" y="98141"/>
                  <a:pt x="1734291" y="99740"/>
                </a:cubicBezTo>
                <a:cubicBezTo>
                  <a:pt x="1730064" y="101340"/>
                  <a:pt x="1725528" y="102139"/>
                  <a:pt x="1720684" y="102139"/>
                </a:cubicBezTo>
                <a:cubicBezTo>
                  <a:pt x="1712687" y="102139"/>
                  <a:pt x="1706540" y="100186"/>
                  <a:pt x="1702244" y="96278"/>
                </a:cubicBezTo>
                <a:cubicBezTo>
                  <a:pt x="1697949" y="92371"/>
                  <a:pt x="1695801" y="87378"/>
                  <a:pt x="1695801" y="81300"/>
                </a:cubicBezTo>
                <a:cubicBezTo>
                  <a:pt x="1695801" y="77736"/>
                  <a:pt x="1696612" y="74479"/>
                  <a:pt x="1698234" y="71532"/>
                </a:cubicBezTo>
                <a:cubicBezTo>
                  <a:pt x="1699857" y="68584"/>
                  <a:pt x="1701982" y="66219"/>
                  <a:pt x="1704609" y="64437"/>
                </a:cubicBezTo>
                <a:cubicBezTo>
                  <a:pt x="1707237" y="62655"/>
                  <a:pt x="1710196" y="61306"/>
                  <a:pt x="1713487" y="60392"/>
                </a:cubicBezTo>
                <a:cubicBezTo>
                  <a:pt x="1715909" y="59753"/>
                  <a:pt x="1719565" y="59136"/>
                  <a:pt x="1724455" y="58542"/>
                </a:cubicBezTo>
                <a:cubicBezTo>
                  <a:pt x="1734417" y="57353"/>
                  <a:pt x="1741752" y="55937"/>
                  <a:pt x="1746459" y="54292"/>
                </a:cubicBezTo>
                <a:cubicBezTo>
                  <a:pt x="1746505" y="52601"/>
                  <a:pt x="1746528" y="51527"/>
                  <a:pt x="1746528" y="51070"/>
                </a:cubicBezTo>
                <a:cubicBezTo>
                  <a:pt x="1746528" y="46043"/>
                  <a:pt x="1745362" y="42501"/>
                  <a:pt x="1743032" y="40444"/>
                </a:cubicBezTo>
                <a:cubicBezTo>
                  <a:pt x="1739878" y="37657"/>
                  <a:pt x="1735194" y="36263"/>
                  <a:pt x="1728979" y="36263"/>
                </a:cubicBezTo>
                <a:cubicBezTo>
                  <a:pt x="1723175" y="36263"/>
                  <a:pt x="1718891" y="37280"/>
                  <a:pt x="1716126" y="39313"/>
                </a:cubicBezTo>
                <a:cubicBezTo>
                  <a:pt x="1713361" y="41347"/>
                  <a:pt x="1711316" y="44946"/>
                  <a:pt x="1709990" y="50110"/>
                </a:cubicBezTo>
                <a:lnTo>
                  <a:pt x="1697926" y="48465"/>
                </a:lnTo>
                <a:cubicBezTo>
                  <a:pt x="1699022" y="43301"/>
                  <a:pt x="1700828" y="39131"/>
                  <a:pt x="1703341" y="35954"/>
                </a:cubicBezTo>
                <a:cubicBezTo>
                  <a:pt x="1705855" y="32778"/>
                  <a:pt x="1709488" y="30333"/>
                  <a:pt x="1714241" y="28620"/>
                </a:cubicBezTo>
                <a:cubicBezTo>
                  <a:pt x="1718993" y="26906"/>
                  <a:pt x="1724500" y="26049"/>
                  <a:pt x="1730761" y="26049"/>
                </a:cubicBezTo>
                <a:cubicBezTo>
                  <a:pt x="1736976" y="26049"/>
                  <a:pt x="1742026" y="26780"/>
                  <a:pt x="1745911" y="28243"/>
                </a:cubicBezTo>
                <a:cubicBezTo>
                  <a:pt x="1749795" y="29705"/>
                  <a:pt x="1752651" y="31544"/>
                  <a:pt x="1754479" y="33761"/>
                </a:cubicBezTo>
                <a:cubicBezTo>
                  <a:pt x="1756307" y="35977"/>
                  <a:pt x="1757587" y="38776"/>
                  <a:pt x="1758318" y="42158"/>
                </a:cubicBezTo>
                <a:cubicBezTo>
                  <a:pt x="1758729" y="44260"/>
                  <a:pt x="1758935" y="48053"/>
                  <a:pt x="1758935" y="53537"/>
                </a:cubicBezTo>
                <a:lnTo>
                  <a:pt x="1758935" y="69989"/>
                </a:lnTo>
                <a:cubicBezTo>
                  <a:pt x="1758935" y="81460"/>
                  <a:pt x="1759198" y="88715"/>
                  <a:pt x="1759723" y="91754"/>
                </a:cubicBezTo>
                <a:cubicBezTo>
                  <a:pt x="1760249" y="94793"/>
                  <a:pt x="1761289" y="97706"/>
                  <a:pt x="1762842" y="100494"/>
                </a:cubicBezTo>
                <a:lnTo>
                  <a:pt x="1749955" y="100494"/>
                </a:lnTo>
                <a:cubicBezTo>
                  <a:pt x="1748675" y="97935"/>
                  <a:pt x="1747853" y="94942"/>
                  <a:pt x="1747487" y="91514"/>
                </a:cubicBezTo>
                <a:moveTo>
                  <a:pt x="1746459" y="63957"/>
                </a:moveTo>
                <a:cubicBezTo>
                  <a:pt x="1741980" y="65785"/>
                  <a:pt x="1735263" y="67339"/>
                  <a:pt x="1726305" y="68618"/>
                </a:cubicBezTo>
                <a:cubicBezTo>
                  <a:pt x="1721233" y="69350"/>
                  <a:pt x="1717645" y="70172"/>
                  <a:pt x="1715543" y="71086"/>
                </a:cubicBezTo>
                <a:cubicBezTo>
                  <a:pt x="1713441" y="72000"/>
                  <a:pt x="1711818" y="73337"/>
                  <a:pt x="1710676" y="75096"/>
                </a:cubicBezTo>
                <a:cubicBezTo>
                  <a:pt x="1709533" y="76856"/>
                  <a:pt x="1708962" y="78810"/>
                  <a:pt x="1708962" y="80957"/>
                </a:cubicBezTo>
                <a:cubicBezTo>
                  <a:pt x="1708962" y="84248"/>
                  <a:pt x="1710208" y="86990"/>
                  <a:pt x="1712698" y="89183"/>
                </a:cubicBezTo>
                <a:cubicBezTo>
                  <a:pt x="1715189" y="91377"/>
                  <a:pt x="1718833" y="92474"/>
                  <a:pt x="1723632" y="92474"/>
                </a:cubicBezTo>
                <a:cubicBezTo>
                  <a:pt x="1728385" y="92474"/>
                  <a:pt x="1732612" y="91434"/>
                  <a:pt x="1736314" y="89355"/>
                </a:cubicBezTo>
                <a:cubicBezTo>
                  <a:pt x="1740015" y="87275"/>
                  <a:pt x="1742734" y="84431"/>
                  <a:pt x="1744471" y="80820"/>
                </a:cubicBezTo>
                <a:cubicBezTo>
                  <a:pt x="1745796" y="78033"/>
                  <a:pt x="1746459" y="73920"/>
                  <a:pt x="1746459" y="68481"/>
                </a:cubicBezTo>
                <a:lnTo>
                  <a:pt x="1746459" y="63957"/>
                </a:lnTo>
                <a:close/>
                <a:moveTo>
                  <a:pt x="1789138" y="100494"/>
                </a:moveTo>
                <a:lnTo>
                  <a:pt x="1777690" y="100494"/>
                </a:lnTo>
                <a:lnTo>
                  <a:pt x="1777690" y="0"/>
                </a:lnTo>
                <a:lnTo>
                  <a:pt x="1790029" y="0"/>
                </a:lnTo>
                <a:lnTo>
                  <a:pt x="1790029" y="35852"/>
                </a:lnTo>
                <a:cubicBezTo>
                  <a:pt x="1795238" y="29317"/>
                  <a:pt x="1801888" y="26049"/>
                  <a:pt x="1809977" y="26049"/>
                </a:cubicBezTo>
                <a:cubicBezTo>
                  <a:pt x="1814455" y="26049"/>
                  <a:pt x="1818694" y="26952"/>
                  <a:pt x="1822693" y="28757"/>
                </a:cubicBezTo>
                <a:cubicBezTo>
                  <a:pt x="1826691" y="30562"/>
                  <a:pt x="1829982" y="33098"/>
                  <a:pt x="1832564" y="36366"/>
                </a:cubicBezTo>
                <a:cubicBezTo>
                  <a:pt x="1835146" y="39633"/>
                  <a:pt x="1837168" y="43575"/>
                  <a:pt x="1838631" y="48191"/>
                </a:cubicBezTo>
                <a:cubicBezTo>
                  <a:pt x="1840093" y="52806"/>
                  <a:pt x="1840824" y="57742"/>
                  <a:pt x="1840824" y="62997"/>
                </a:cubicBezTo>
                <a:cubicBezTo>
                  <a:pt x="1840824" y="75473"/>
                  <a:pt x="1837739" y="85116"/>
                  <a:pt x="1831570" y="91925"/>
                </a:cubicBezTo>
                <a:cubicBezTo>
                  <a:pt x="1825400" y="98735"/>
                  <a:pt x="1817997" y="102139"/>
                  <a:pt x="1809360" y="102139"/>
                </a:cubicBezTo>
                <a:cubicBezTo>
                  <a:pt x="1800768" y="102139"/>
                  <a:pt x="1794027" y="98552"/>
                  <a:pt x="1789138" y="91377"/>
                </a:cubicBezTo>
                <a:lnTo>
                  <a:pt x="1789138" y="100494"/>
                </a:lnTo>
                <a:moveTo>
                  <a:pt x="1789000" y="63546"/>
                </a:moveTo>
                <a:cubicBezTo>
                  <a:pt x="1789000" y="72274"/>
                  <a:pt x="1790189" y="78581"/>
                  <a:pt x="1792565" y="82466"/>
                </a:cubicBezTo>
                <a:cubicBezTo>
                  <a:pt x="1796449" y="88818"/>
                  <a:pt x="1801705" y="91994"/>
                  <a:pt x="1808331" y="91994"/>
                </a:cubicBezTo>
                <a:cubicBezTo>
                  <a:pt x="1813724" y="91994"/>
                  <a:pt x="1818385" y="89652"/>
                  <a:pt x="1822316" y="84968"/>
                </a:cubicBezTo>
                <a:cubicBezTo>
                  <a:pt x="1826246" y="80283"/>
                  <a:pt x="1828211" y="73303"/>
                  <a:pt x="1828211" y="64026"/>
                </a:cubicBezTo>
                <a:cubicBezTo>
                  <a:pt x="1828211" y="54520"/>
                  <a:pt x="1826326" y="47505"/>
                  <a:pt x="1822556" y="42981"/>
                </a:cubicBezTo>
                <a:cubicBezTo>
                  <a:pt x="1818785" y="38457"/>
                  <a:pt x="1814227" y="36194"/>
                  <a:pt x="1808880" y="36194"/>
                </a:cubicBezTo>
                <a:cubicBezTo>
                  <a:pt x="1803487" y="36194"/>
                  <a:pt x="1798826" y="38536"/>
                  <a:pt x="1794896" y="43221"/>
                </a:cubicBezTo>
                <a:cubicBezTo>
                  <a:pt x="1790966" y="47905"/>
                  <a:pt x="1789000" y="54680"/>
                  <a:pt x="1789000" y="63546"/>
                </a:cubicBezTo>
                <a:close/>
                <a:moveTo>
                  <a:pt x="1855603" y="14190"/>
                </a:moveTo>
                <a:lnTo>
                  <a:pt x="1855603" y="0"/>
                </a:lnTo>
                <a:lnTo>
                  <a:pt x="1867942" y="0"/>
                </a:lnTo>
                <a:lnTo>
                  <a:pt x="1867942" y="14190"/>
                </a:lnTo>
                <a:lnTo>
                  <a:pt x="1855603" y="14190"/>
                </a:lnTo>
                <a:moveTo>
                  <a:pt x="1855603" y="100494"/>
                </a:moveTo>
                <a:lnTo>
                  <a:pt x="1855603" y="27694"/>
                </a:lnTo>
                <a:lnTo>
                  <a:pt x="1867942" y="27694"/>
                </a:lnTo>
                <a:lnTo>
                  <a:pt x="1867942" y="100494"/>
                </a:lnTo>
                <a:lnTo>
                  <a:pt x="1855603" y="100494"/>
                </a:lnTo>
                <a:close/>
                <a:moveTo>
                  <a:pt x="1886982" y="100494"/>
                </a:moveTo>
                <a:lnTo>
                  <a:pt x="1886982" y="27694"/>
                </a:lnTo>
                <a:lnTo>
                  <a:pt x="1898087" y="27694"/>
                </a:lnTo>
                <a:lnTo>
                  <a:pt x="1898087" y="38045"/>
                </a:lnTo>
                <a:cubicBezTo>
                  <a:pt x="1903434" y="30048"/>
                  <a:pt x="1911157" y="26049"/>
                  <a:pt x="1921257" y="26049"/>
                </a:cubicBezTo>
                <a:cubicBezTo>
                  <a:pt x="1925644" y="26049"/>
                  <a:pt x="1929677" y="26837"/>
                  <a:pt x="1933356" y="28414"/>
                </a:cubicBezTo>
                <a:cubicBezTo>
                  <a:pt x="1937035" y="29991"/>
                  <a:pt x="1939788" y="32059"/>
                  <a:pt x="1941616" y="34618"/>
                </a:cubicBezTo>
                <a:cubicBezTo>
                  <a:pt x="1943444" y="37177"/>
                  <a:pt x="1944724" y="40216"/>
                  <a:pt x="1945455" y="43735"/>
                </a:cubicBezTo>
                <a:cubicBezTo>
                  <a:pt x="1945912" y="46020"/>
                  <a:pt x="1946140" y="50019"/>
                  <a:pt x="1946140" y="55731"/>
                </a:cubicBezTo>
                <a:lnTo>
                  <a:pt x="1946140" y="100494"/>
                </a:lnTo>
                <a:lnTo>
                  <a:pt x="1933801" y="100494"/>
                </a:lnTo>
                <a:lnTo>
                  <a:pt x="1933801" y="56211"/>
                </a:lnTo>
                <a:cubicBezTo>
                  <a:pt x="1933801" y="51184"/>
                  <a:pt x="1933322" y="47425"/>
                  <a:pt x="1932362" y="44934"/>
                </a:cubicBezTo>
                <a:cubicBezTo>
                  <a:pt x="1931402" y="42444"/>
                  <a:pt x="1929700" y="40456"/>
                  <a:pt x="1927255" y="38971"/>
                </a:cubicBezTo>
                <a:cubicBezTo>
                  <a:pt x="1924810" y="37485"/>
                  <a:pt x="1921942" y="36743"/>
                  <a:pt x="1918652" y="36743"/>
                </a:cubicBezTo>
                <a:cubicBezTo>
                  <a:pt x="1913396" y="36743"/>
                  <a:pt x="1908861" y="38411"/>
                  <a:pt x="1905045" y="41747"/>
                </a:cubicBezTo>
                <a:cubicBezTo>
                  <a:pt x="1901229" y="45083"/>
                  <a:pt x="1899321" y="51412"/>
                  <a:pt x="1899321" y="60735"/>
                </a:cubicBezTo>
                <a:lnTo>
                  <a:pt x="1899321" y="100494"/>
                </a:lnTo>
                <a:lnTo>
                  <a:pt x="1886982" y="100494"/>
                </a:lnTo>
                <a:close/>
                <a:moveTo>
                  <a:pt x="2014594" y="77050"/>
                </a:moveTo>
                <a:lnTo>
                  <a:pt x="2027344" y="78627"/>
                </a:lnTo>
                <a:cubicBezTo>
                  <a:pt x="2025333" y="86076"/>
                  <a:pt x="2021609" y="91857"/>
                  <a:pt x="2016171" y="95970"/>
                </a:cubicBezTo>
                <a:cubicBezTo>
                  <a:pt x="2010732" y="100083"/>
                  <a:pt x="2003786" y="102139"/>
                  <a:pt x="1995331" y="102139"/>
                </a:cubicBezTo>
                <a:cubicBezTo>
                  <a:pt x="1984683" y="102139"/>
                  <a:pt x="1976240" y="98860"/>
                  <a:pt x="1970002" y="92302"/>
                </a:cubicBezTo>
                <a:cubicBezTo>
                  <a:pt x="1963764" y="85745"/>
                  <a:pt x="1960645" y="76547"/>
                  <a:pt x="1960645" y="64711"/>
                </a:cubicBezTo>
                <a:cubicBezTo>
                  <a:pt x="1960645" y="52464"/>
                  <a:pt x="1963798" y="42958"/>
                  <a:pt x="1970105" y="36194"/>
                </a:cubicBezTo>
                <a:cubicBezTo>
                  <a:pt x="1976412" y="29431"/>
                  <a:pt x="1984592" y="26049"/>
                  <a:pt x="1994646" y="26049"/>
                </a:cubicBezTo>
                <a:cubicBezTo>
                  <a:pt x="2004380" y="26049"/>
                  <a:pt x="2012332" y="29362"/>
                  <a:pt x="2018501" y="35989"/>
                </a:cubicBezTo>
                <a:cubicBezTo>
                  <a:pt x="2024671" y="42615"/>
                  <a:pt x="2027755" y="51938"/>
                  <a:pt x="2027755" y="63957"/>
                </a:cubicBezTo>
                <a:cubicBezTo>
                  <a:pt x="2027755" y="64688"/>
                  <a:pt x="2027733" y="65785"/>
                  <a:pt x="2027687" y="67247"/>
                </a:cubicBezTo>
                <a:lnTo>
                  <a:pt x="1973395" y="67247"/>
                </a:lnTo>
                <a:cubicBezTo>
                  <a:pt x="1973852" y="75245"/>
                  <a:pt x="1976115" y="81369"/>
                  <a:pt x="1980182" y="85619"/>
                </a:cubicBezTo>
                <a:cubicBezTo>
                  <a:pt x="1984249" y="89869"/>
                  <a:pt x="1989322" y="91994"/>
                  <a:pt x="1995400" y="91994"/>
                </a:cubicBezTo>
                <a:cubicBezTo>
                  <a:pt x="1999924" y="91994"/>
                  <a:pt x="2003786" y="90806"/>
                  <a:pt x="2006985" y="88429"/>
                </a:cubicBezTo>
                <a:cubicBezTo>
                  <a:pt x="2010184" y="86053"/>
                  <a:pt x="2012720" y="82260"/>
                  <a:pt x="2014594" y="77050"/>
                </a:cubicBezTo>
                <a:moveTo>
                  <a:pt x="1974081" y="57102"/>
                </a:moveTo>
                <a:lnTo>
                  <a:pt x="2014731" y="57102"/>
                </a:lnTo>
                <a:cubicBezTo>
                  <a:pt x="2014183" y="50978"/>
                  <a:pt x="2012629" y="46385"/>
                  <a:pt x="2010070" y="43324"/>
                </a:cubicBezTo>
                <a:cubicBezTo>
                  <a:pt x="2006139" y="38571"/>
                  <a:pt x="2001044" y="36194"/>
                  <a:pt x="1994783" y="36194"/>
                </a:cubicBezTo>
                <a:cubicBezTo>
                  <a:pt x="1989116" y="36194"/>
                  <a:pt x="1984352" y="38091"/>
                  <a:pt x="1980490" y="41884"/>
                </a:cubicBezTo>
                <a:cubicBezTo>
                  <a:pt x="1976629" y="45677"/>
                  <a:pt x="1974492" y="50750"/>
                  <a:pt x="1974081" y="57102"/>
                </a:cubicBezTo>
                <a:close/>
                <a:moveTo>
                  <a:pt x="2069475" y="89458"/>
                </a:moveTo>
                <a:lnTo>
                  <a:pt x="2071257" y="100357"/>
                </a:lnTo>
                <a:cubicBezTo>
                  <a:pt x="2067784" y="101088"/>
                  <a:pt x="2064676" y="101454"/>
                  <a:pt x="2061934" y="101454"/>
                </a:cubicBezTo>
                <a:cubicBezTo>
                  <a:pt x="2057455" y="101454"/>
                  <a:pt x="2053982" y="100746"/>
                  <a:pt x="2051514" y="99329"/>
                </a:cubicBezTo>
                <a:cubicBezTo>
                  <a:pt x="2049047" y="97912"/>
                  <a:pt x="2047310" y="96050"/>
                  <a:pt x="2046305" y="93742"/>
                </a:cubicBezTo>
                <a:cubicBezTo>
                  <a:pt x="2045299" y="91434"/>
                  <a:pt x="2044797" y="86579"/>
                  <a:pt x="2044797" y="79175"/>
                </a:cubicBezTo>
                <a:lnTo>
                  <a:pt x="2044797" y="37291"/>
                </a:lnTo>
                <a:lnTo>
                  <a:pt x="2035748" y="37291"/>
                </a:lnTo>
                <a:lnTo>
                  <a:pt x="2035748" y="27694"/>
                </a:lnTo>
                <a:lnTo>
                  <a:pt x="2044797" y="27694"/>
                </a:lnTo>
                <a:lnTo>
                  <a:pt x="2044797" y="9666"/>
                </a:lnTo>
                <a:lnTo>
                  <a:pt x="2057067" y="2262"/>
                </a:lnTo>
                <a:lnTo>
                  <a:pt x="2057067" y="27694"/>
                </a:lnTo>
                <a:lnTo>
                  <a:pt x="2069475" y="27694"/>
                </a:lnTo>
                <a:lnTo>
                  <a:pt x="2069475" y="37291"/>
                </a:lnTo>
                <a:lnTo>
                  <a:pt x="2057067" y="37291"/>
                </a:lnTo>
                <a:lnTo>
                  <a:pt x="2057067" y="79861"/>
                </a:lnTo>
                <a:cubicBezTo>
                  <a:pt x="2057067" y="83380"/>
                  <a:pt x="2057284" y="85642"/>
                  <a:pt x="2057718" y="86647"/>
                </a:cubicBezTo>
                <a:cubicBezTo>
                  <a:pt x="2058152" y="87653"/>
                  <a:pt x="2058861" y="88452"/>
                  <a:pt x="2059843" y="89046"/>
                </a:cubicBezTo>
                <a:cubicBezTo>
                  <a:pt x="2060826" y="89640"/>
                  <a:pt x="2062231" y="89938"/>
                  <a:pt x="2064059" y="89938"/>
                </a:cubicBezTo>
                <a:cubicBezTo>
                  <a:pt x="2065430" y="89938"/>
                  <a:pt x="2067235" y="89778"/>
                  <a:pt x="2069475" y="89458"/>
                </a:cubicBezTo>
                <a:close/>
                <a:moveTo>
                  <a:pt x="2084497" y="100494"/>
                </a:moveTo>
                <a:lnTo>
                  <a:pt x="2084497" y="86441"/>
                </a:lnTo>
                <a:lnTo>
                  <a:pt x="2098550" y="86441"/>
                </a:lnTo>
                <a:lnTo>
                  <a:pt x="2098550" y="100494"/>
                </a:lnTo>
                <a:lnTo>
                  <a:pt x="2084497" y="100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Question:Whichoneofthefollowing">
            <a:extLst xmlns:a="http://schemas.openxmlformats.org/drawingml/2006/main">
              <a:ext uri="{FF2B5EF4-FFF2-40B4-BE49-F238E27FC236}">
                <a16:creationId xmlns:a16="http://schemas.microsoft.com/office/drawing/2014/main" id="{0E5E46A5-092C-42CE-881D-830BC93B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714" y="6015223"/>
            <a:ext cx="2308144" cy="131753"/>
          </a:xfrm>
          <a:custGeom xmlns:a="http://schemas.openxmlformats.org/drawingml/2006/main">
            <a:pathLst>
              <a:path w="2308144" h="131753">
                <a:moveTo>
                  <a:pt x="85002" y="89458"/>
                </a:moveTo>
                <a:cubicBezTo>
                  <a:pt x="89983" y="93022"/>
                  <a:pt x="95399" y="95856"/>
                  <a:pt x="101248" y="97958"/>
                </a:cubicBezTo>
                <a:lnTo>
                  <a:pt x="93776" y="112285"/>
                </a:lnTo>
                <a:cubicBezTo>
                  <a:pt x="90714" y="111371"/>
                  <a:pt x="87721" y="110114"/>
                  <a:pt x="84796" y="108515"/>
                </a:cubicBezTo>
                <a:cubicBezTo>
                  <a:pt x="84156" y="108195"/>
                  <a:pt x="79655" y="105224"/>
                  <a:pt x="71292" y="99603"/>
                </a:cubicBezTo>
                <a:cubicBezTo>
                  <a:pt x="64711" y="102482"/>
                  <a:pt x="57422" y="103922"/>
                  <a:pt x="49424" y="103922"/>
                </a:cubicBezTo>
                <a:cubicBezTo>
                  <a:pt x="33978" y="103922"/>
                  <a:pt x="21879" y="99375"/>
                  <a:pt x="13127" y="90280"/>
                </a:cubicBezTo>
                <a:cubicBezTo>
                  <a:pt x="4376" y="81186"/>
                  <a:pt x="0" y="68413"/>
                  <a:pt x="0" y="51961"/>
                </a:cubicBezTo>
                <a:cubicBezTo>
                  <a:pt x="0" y="35555"/>
                  <a:pt x="4387" y="22793"/>
                  <a:pt x="13162" y="13676"/>
                </a:cubicBezTo>
                <a:cubicBezTo>
                  <a:pt x="21936" y="4559"/>
                  <a:pt x="33841" y="0"/>
                  <a:pt x="48876" y="0"/>
                </a:cubicBezTo>
                <a:cubicBezTo>
                  <a:pt x="63774" y="0"/>
                  <a:pt x="75588" y="4559"/>
                  <a:pt x="84316" y="13676"/>
                </a:cubicBezTo>
                <a:cubicBezTo>
                  <a:pt x="93045" y="22793"/>
                  <a:pt x="97409" y="35555"/>
                  <a:pt x="97409" y="51961"/>
                </a:cubicBezTo>
                <a:cubicBezTo>
                  <a:pt x="97409" y="60644"/>
                  <a:pt x="96198" y="68276"/>
                  <a:pt x="93776" y="74857"/>
                </a:cubicBezTo>
                <a:cubicBezTo>
                  <a:pt x="91948" y="79884"/>
                  <a:pt x="89024" y="84751"/>
                  <a:pt x="85002" y="89458"/>
                </a:cubicBezTo>
                <a:moveTo>
                  <a:pt x="68687" y="78010"/>
                </a:moveTo>
                <a:cubicBezTo>
                  <a:pt x="71292" y="74948"/>
                  <a:pt x="73246" y="71246"/>
                  <a:pt x="74548" y="66905"/>
                </a:cubicBezTo>
                <a:cubicBezTo>
                  <a:pt x="75850" y="62563"/>
                  <a:pt x="76502" y="57582"/>
                  <a:pt x="76502" y="51961"/>
                </a:cubicBezTo>
                <a:cubicBezTo>
                  <a:pt x="76502" y="40353"/>
                  <a:pt x="73943" y="31681"/>
                  <a:pt x="68824" y="25946"/>
                </a:cubicBezTo>
                <a:cubicBezTo>
                  <a:pt x="63706" y="20211"/>
                  <a:pt x="57011" y="17343"/>
                  <a:pt x="48739" y="17343"/>
                </a:cubicBezTo>
                <a:cubicBezTo>
                  <a:pt x="40467" y="17343"/>
                  <a:pt x="33761" y="20222"/>
                  <a:pt x="28620" y="25980"/>
                </a:cubicBezTo>
                <a:cubicBezTo>
                  <a:pt x="23478" y="31739"/>
                  <a:pt x="20908" y="40399"/>
                  <a:pt x="20908" y="51961"/>
                </a:cubicBezTo>
                <a:cubicBezTo>
                  <a:pt x="20908" y="63706"/>
                  <a:pt x="23478" y="72492"/>
                  <a:pt x="28620" y="78318"/>
                </a:cubicBezTo>
                <a:cubicBezTo>
                  <a:pt x="33761" y="84145"/>
                  <a:pt x="40262" y="87058"/>
                  <a:pt x="48122" y="87058"/>
                </a:cubicBezTo>
                <a:cubicBezTo>
                  <a:pt x="51047" y="87058"/>
                  <a:pt x="53812" y="86579"/>
                  <a:pt x="56417" y="85619"/>
                </a:cubicBezTo>
                <a:cubicBezTo>
                  <a:pt x="52304" y="82923"/>
                  <a:pt x="48122" y="80820"/>
                  <a:pt x="43872" y="79312"/>
                </a:cubicBezTo>
                <a:lnTo>
                  <a:pt x="49562" y="67727"/>
                </a:lnTo>
                <a:cubicBezTo>
                  <a:pt x="56234" y="70012"/>
                  <a:pt x="62609" y="73440"/>
                  <a:pt x="68687" y="78010"/>
                </a:cubicBezTo>
                <a:close/>
                <a:moveTo>
                  <a:pt x="160302" y="102208"/>
                </a:moveTo>
                <a:lnTo>
                  <a:pt x="160302" y="91309"/>
                </a:lnTo>
                <a:cubicBezTo>
                  <a:pt x="157651" y="95193"/>
                  <a:pt x="154166" y="98255"/>
                  <a:pt x="149848" y="100494"/>
                </a:cubicBezTo>
                <a:cubicBezTo>
                  <a:pt x="145529" y="102733"/>
                  <a:pt x="140971" y="103853"/>
                  <a:pt x="136172" y="103853"/>
                </a:cubicBezTo>
                <a:cubicBezTo>
                  <a:pt x="131282" y="103853"/>
                  <a:pt x="126895" y="102779"/>
                  <a:pt x="123010" y="100631"/>
                </a:cubicBezTo>
                <a:cubicBezTo>
                  <a:pt x="119126" y="98483"/>
                  <a:pt x="116315" y="95467"/>
                  <a:pt x="114579" y="91583"/>
                </a:cubicBezTo>
                <a:cubicBezTo>
                  <a:pt x="112842" y="87698"/>
                  <a:pt x="111974" y="82328"/>
                  <a:pt x="111974" y="75473"/>
                </a:cubicBezTo>
                <a:lnTo>
                  <a:pt x="111974" y="29408"/>
                </a:lnTo>
                <a:lnTo>
                  <a:pt x="131236" y="29408"/>
                </a:lnTo>
                <a:lnTo>
                  <a:pt x="131236" y="62860"/>
                </a:lnTo>
                <a:cubicBezTo>
                  <a:pt x="131236" y="73097"/>
                  <a:pt x="131591" y="79369"/>
                  <a:pt x="132299" y="81677"/>
                </a:cubicBezTo>
                <a:cubicBezTo>
                  <a:pt x="133007" y="83985"/>
                  <a:pt x="134298" y="85813"/>
                  <a:pt x="136172" y="87161"/>
                </a:cubicBezTo>
                <a:cubicBezTo>
                  <a:pt x="138046" y="88509"/>
                  <a:pt x="140422" y="89183"/>
                  <a:pt x="143301" y="89183"/>
                </a:cubicBezTo>
                <a:cubicBezTo>
                  <a:pt x="146592" y="89183"/>
                  <a:pt x="149539" y="88281"/>
                  <a:pt x="152144" y="86476"/>
                </a:cubicBezTo>
                <a:cubicBezTo>
                  <a:pt x="154749" y="84671"/>
                  <a:pt x="156531" y="82431"/>
                  <a:pt x="157491" y="79758"/>
                </a:cubicBezTo>
                <a:cubicBezTo>
                  <a:pt x="158451" y="77084"/>
                  <a:pt x="158931" y="70538"/>
                  <a:pt x="158931" y="60118"/>
                </a:cubicBezTo>
                <a:lnTo>
                  <a:pt x="158931" y="29408"/>
                </a:lnTo>
                <a:lnTo>
                  <a:pt x="178193" y="29408"/>
                </a:lnTo>
                <a:lnTo>
                  <a:pt x="178193" y="102208"/>
                </a:lnTo>
                <a:lnTo>
                  <a:pt x="160302" y="102208"/>
                </a:lnTo>
                <a:close/>
                <a:moveTo>
                  <a:pt x="240210" y="79038"/>
                </a:moveTo>
                <a:lnTo>
                  <a:pt x="259404" y="82260"/>
                </a:lnTo>
                <a:cubicBezTo>
                  <a:pt x="256936" y="89298"/>
                  <a:pt x="253040" y="94656"/>
                  <a:pt x="247716" y="98335"/>
                </a:cubicBezTo>
                <a:cubicBezTo>
                  <a:pt x="242392" y="102014"/>
                  <a:pt x="235731" y="103853"/>
                  <a:pt x="227733" y="103853"/>
                </a:cubicBezTo>
                <a:cubicBezTo>
                  <a:pt x="215075" y="103853"/>
                  <a:pt x="205706" y="99717"/>
                  <a:pt x="199628" y="91446"/>
                </a:cubicBezTo>
                <a:cubicBezTo>
                  <a:pt x="194830" y="84819"/>
                  <a:pt x="192430" y="76456"/>
                  <a:pt x="192430" y="66356"/>
                </a:cubicBezTo>
                <a:cubicBezTo>
                  <a:pt x="192430" y="54292"/>
                  <a:pt x="195584" y="44843"/>
                  <a:pt x="201890" y="38011"/>
                </a:cubicBezTo>
                <a:cubicBezTo>
                  <a:pt x="208197" y="31179"/>
                  <a:pt x="216171" y="27763"/>
                  <a:pt x="225814" y="27763"/>
                </a:cubicBezTo>
                <a:cubicBezTo>
                  <a:pt x="236645" y="27763"/>
                  <a:pt x="245191" y="31339"/>
                  <a:pt x="251452" y="38491"/>
                </a:cubicBezTo>
                <a:cubicBezTo>
                  <a:pt x="257713" y="45643"/>
                  <a:pt x="260706" y="56599"/>
                  <a:pt x="260432" y="71360"/>
                </a:cubicBezTo>
                <a:lnTo>
                  <a:pt x="212173" y="71360"/>
                </a:lnTo>
                <a:cubicBezTo>
                  <a:pt x="212310" y="77073"/>
                  <a:pt x="213864" y="81517"/>
                  <a:pt x="216834" y="84693"/>
                </a:cubicBezTo>
                <a:cubicBezTo>
                  <a:pt x="219805" y="87870"/>
                  <a:pt x="223506" y="89458"/>
                  <a:pt x="227939" y="89458"/>
                </a:cubicBezTo>
                <a:cubicBezTo>
                  <a:pt x="230955" y="89458"/>
                  <a:pt x="233492" y="88635"/>
                  <a:pt x="235548" y="86990"/>
                </a:cubicBezTo>
                <a:cubicBezTo>
                  <a:pt x="237605" y="85345"/>
                  <a:pt x="239158" y="82694"/>
                  <a:pt x="240210" y="79038"/>
                </a:cubicBezTo>
                <a:moveTo>
                  <a:pt x="241306" y="59570"/>
                </a:moveTo>
                <a:cubicBezTo>
                  <a:pt x="241169" y="53994"/>
                  <a:pt x="239730" y="49756"/>
                  <a:pt x="236988" y="46854"/>
                </a:cubicBezTo>
                <a:cubicBezTo>
                  <a:pt x="234246" y="43952"/>
                  <a:pt x="230910" y="42501"/>
                  <a:pt x="226979" y="42501"/>
                </a:cubicBezTo>
                <a:cubicBezTo>
                  <a:pt x="222775" y="42501"/>
                  <a:pt x="219302" y="44032"/>
                  <a:pt x="216560" y="47094"/>
                </a:cubicBezTo>
                <a:cubicBezTo>
                  <a:pt x="213818" y="50156"/>
                  <a:pt x="212470" y="54314"/>
                  <a:pt x="212515" y="59570"/>
                </a:cubicBezTo>
                <a:lnTo>
                  <a:pt x="241306" y="59570"/>
                </a:lnTo>
                <a:close/>
                <a:moveTo>
                  <a:pt x="269069" y="81437"/>
                </a:moveTo>
                <a:lnTo>
                  <a:pt x="288400" y="78490"/>
                </a:lnTo>
                <a:cubicBezTo>
                  <a:pt x="289223" y="82237"/>
                  <a:pt x="290891" y="85082"/>
                  <a:pt x="293404" y="87024"/>
                </a:cubicBezTo>
                <a:cubicBezTo>
                  <a:pt x="295918" y="88966"/>
                  <a:pt x="299437" y="89938"/>
                  <a:pt x="303961" y="89938"/>
                </a:cubicBezTo>
                <a:cubicBezTo>
                  <a:pt x="308942" y="89938"/>
                  <a:pt x="312690" y="89024"/>
                  <a:pt x="315203" y="87196"/>
                </a:cubicBezTo>
                <a:cubicBezTo>
                  <a:pt x="316894" y="85916"/>
                  <a:pt x="317740" y="84202"/>
                  <a:pt x="317740" y="82054"/>
                </a:cubicBezTo>
                <a:cubicBezTo>
                  <a:pt x="317740" y="80592"/>
                  <a:pt x="317283" y="79381"/>
                  <a:pt x="316369" y="78421"/>
                </a:cubicBezTo>
                <a:cubicBezTo>
                  <a:pt x="315409" y="77507"/>
                  <a:pt x="313261" y="76662"/>
                  <a:pt x="309925" y="75885"/>
                </a:cubicBezTo>
                <a:cubicBezTo>
                  <a:pt x="294387" y="72457"/>
                  <a:pt x="284539" y="69327"/>
                  <a:pt x="280380" y="66493"/>
                </a:cubicBezTo>
                <a:cubicBezTo>
                  <a:pt x="274622" y="62563"/>
                  <a:pt x="271743" y="57102"/>
                  <a:pt x="271743" y="50110"/>
                </a:cubicBezTo>
                <a:cubicBezTo>
                  <a:pt x="271743" y="43803"/>
                  <a:pt x="274233" y="38502"/>
                  <a:pt x="279215" y="34206"/>
                </a:cubicBezTo>
                <a:cubicBezTo>
                  <a:pt x="284196" y="29911"/>
                  <a:pt x="291919" y="27763"/>
                  <a:pt x="302384" y="27763"/>
                </a:cubicBezTo>
                <a:cubicBezTo>
                  <a:pt x="312347" y="27763"/>
                  <a:pt x="319750" y="29385"/>
                  <a:pt x="324595" y="32630"/>
                </a:cubicBezTo>
                <a:cubicBezTo>
                  <a:pt x="329439" y="35874"/>
                  <a:pt x="332775" y="40673"/>
                  <a:pt x="334603" y="47025"/>
                </a:cubicBezTo>
                <a:lnTo>
                  <a:pt x="316437" y="50384"/>
                </a:lnTo>
                <a:cubicBezTo>
                  <a:pt x="315660" y="47551"/>
                  <a:pt x="314187" y="45380"/>
                  <a:pt x="312016" y="43872"/>
                </a:cubicBezTo>
                <a:cubicBezTo>
                  <a:pt x="309845" y="42364"/>
                  <a:pt x="306749" y="41610"/>
                  <a:pt x="302727" y="41610"/>
                </a:cubicBezTo>
                <a:cubicBezTo>
                  <a:pt x="297655" y="41610"/>
                  <a:pt x="294021" y="42318"/>
                  <a:pt x="291828" y="43735"/>
                </a:cubicBezTo>
                <a:cubicBezTo>
                  <a:pt x="290365" y="44740"/>
                  <a:pt x="289634" y="46043"/>
                  <a:pt x="289634" y="47642"/>
                </a:cubicBezTo>
                <a:cubicBezTo>
                  <a:pt x="289634" y="49013"/>
                  <a:pt x="290274" y="50179"/>
                  <a:pt x="291554" y="51138"/>
                </a:cubicBezTo>
                <a:cubicBezTo>
                  <a:pt x="293290" y="52418"/>
                  <a:pt x="299288" y="54223"/>
                  <a:pt x="309548" y="56554"/>
                </a:cubicBezTo>
                <a:cubicBezTo>
                  <a:pt x="319808" y="58884"/>
                  <a:pt x="326971" y="61741"/>
                  <a:pt x="331038" y="65122"/>
                </a:cubicBezTo>
                <a:cubicBezTo>
                  <a:pt x="335060" y="68550"/>
                  <a:pt x="337071" y="73326"/>
                  <a:pt x="337071" y="79449"/>
                </a:cubicBezTo>
                <a:cubicBezTo>
                  <a:pt x="337071" y="86122"/>
                  <a:pt x="334283" y="91857"/>
                  <a:pt x="328708" y="96655"/>
                </a:cubicBezTo>
                <a:cubicBezTo>
                  <a:pt x="323132" y="101454"/>
                  <a:pt x="314883" y="103853"/>
                  <a:pt x="303961" y="103853"/>
                </a:cubicBezTo>
                <a:cubicBezTo>
                  <a:pt x="294044" y="103853"/>
                  <a:pt x="286195" y="101842"/>
                  <a:pt x="280414" y="97821"/>
                </a:cubicBezTo>
                <a:cubicBezTo>
                  <a:pt x="274633" y="93799"/>
                  <a:pt x="270852" y="88338"/>
                  <a:pt x="269069" y="81437"/>
                </a:cubicBezTo>
                <a:close/>
                <a:moveTo>
                  <a:pt x="387044" y="29408"/>
                </a:moveTo>
                <a:lnTo>
                  <a:pt x="387044" y="44763"/>
                </a:lnTo>
                <a:lnTo>
                  <a:pt x="373882" y="44763"/>
                </a:lnTo>
                <a:lnTo>
                  <a:pt x="373882" y="74102"/>
                </a:lnTo>
                <a:cubicBezTo>
                  <a:pt x="373882" y="80043"/>
                  <a:pt x="374008" y="83505"/>
                  <a:pt x="374259" y="84488"/>
                </a:cubicBezTo>
                <a:cubicBezTo>
                  <a:pt x="374511" y="85470"/>
                  <a:pt x="375082" y="86282"/>
                  <a:pt x="375973" y="86921"/>
                </a:cubicBezTo>
                <a:cubicBezTo>
                  <a:pt x="376864" y="87561"/>
                  <a:pt x="377949" y="87881"/>
                  <a:pt x="379229" y="87881"/>
                </a:cubicBezTo>
                <a:cubicBezTo>
                  <a:pt x="381011" y="87881"/>
                  <a:pt x="383593" y="87264"/>
                  <a:pt x="386975" y="86030"/>
                </a:cubicBezTo>
                <a:lnTo>
                  <a:pt x="388620" y="100974"/>
                </a:lnTo>
                <a:cubicBezTo>
                  <a:pt x="384142" y="102893"/>
                  <a:pt x="379069" y="103853"/>
                  <a:pt x="373402" y="103853"/>
                </a:cubicBezTo>
                <a:cubicBezTo>
                  <a:pt x="369929" y="103853"/>
                  <a:pt x="366799" y="103270"/>
                  <a:pt x="364011" y="102105"/>
                </a:cubicBezTo>
                <a:cubicBezTo>
                  <a:pt x="361223" y="100940"/>
                  <a:pt x="359178" y="99432"/>
                  <a:pt x="357876" y="97581"/>
                </a:cubicBezTo>
                <a:cubicBezTo>
                  <a:pt x="356573" y="95730"/>
                  <a:pt x="355671" y="93228"/>
                  <a:pt x="355168" y="90075"/>
                </a:cubicBezTo>
                <a:cubicBezTo>
                  <a:pt x="354757" y="87835"/>
                  <a:pt x="354551" y="83311"/>
                  <a:pt x="354551" y="76502"/>
                </a:cubicBezTo>
                <a:lnTo>
                  <a:pt x="354551" y="44763"/>
                </a:lnTo>
                <a:lnTo>
                  <a:pt x="345708" y="44763"/>
                </a:lnTo>
                <a:lnTo>
                  <a:pt x="345708" y="29408"/>
                </a:lnTo>
                <a:lnTo>
                  <a:pt x="354551" y="29408"/>
                </a:lnTo>
                <a:lnTo>
                  <a:pt x="354551" y="14944"/>
                </a:lnTo>
                <a:lnTo>
                  <a:pt x="373882" y="3702"/>
                </a:lnTo>
                <a:lnTo>
                  <a:pt x="373882" y="29408"/>
                </a:lnTo>
                <a:lnTo>
                  <a:pt x="387044" y="29408"/>
                </a:lnTo>
                <a:close/>
                <a:moveTo>
                  <a:pt x="400017" y="19537"/>
                </a:moveTo>
                <a:lnTo>
                  <a:pt x="400017" y="1714"/>
                </a:lnTo>
                <a:lnTo>
                  <a:pt x="419279" y="1714"/>
                </a:lnTo>
                <a:lnTo>
                  <a:pt x="419279" y="19537"/>
                </a:lnTo>
                <a:lnTo>
                  <a:pt x="400017" y="19537"/>
                </a:lnTo>
                <a:moveTo>
                  <a:pt x="400017" y="102208"/>
                </a:moveTo>
                <a:lnTo>
                  <a:pt x="400017" y="29408"/>
                </a:lnTo>
                <a:lnTo>
                  <a:pt x="419279" y="29408"/>
                </a:lnTo>
                <a:lnTo>
                  <a:pt x="419279" y="102208"/>
                </a:lnTo>
                <a:lnTo>
                  <a:pt x="400017" y="102208"/>
                </a:lnTo>
                <a:close/>
                <a:moveTo>
                  <a:pt x="434056" y="64780"/>
                </a:moveTo>
                <a:cubicBezTo>
                  <a:pt x="434056" y="58382"/>
                  <a:pt x="435633" y="52189"/>
                  <a:pt x="438786" y="46203"/>
                </a:cubicBezTo>
                <a:cubicBezTo>
                  <a:pt x="441939" y="40216"/>
                  <a:pt x="446406" y="35646"/>
                  <a:pt x="452187" y="32493"/>
                </a:cubicBezTo>
                <a:cubicBezTo>
                  <a:pt x="457968" y="29339"/>
                  <a:pt x="464424" y="27763"/>
                  <a:pt x="471553" y="27763"/>
                </a:cubicBezTo>
                <a:cubicBezTo>
                  <a:pt x="482566" y="27763"/>
                  <a:pt x="491592" y="31339"/>
                  <a:pt x="498630" y="38491"/>
                </a:cubicBezTo>
                <a:cubicBezTo>
                  <a:pt x="505668" y="45643"/>
                  <a:pt x="509187" y="54680"/>
                  <a:pt x="509187" y="65602"/>
                </a:cubicBezTo>
                <a:cubicBezTo>
                  <a:pt x="509187" y="76616"/>
                  <a:pt x="505634" y="85745"/>
                  <a:pt x="498527" y="92988"/>
                </a:cubicBezTo>
                <a:cubicBezTo>
                  <a:pt x="491421" y="100231"/>
                  <a:pt x="482475" y="103853"/>
                  <a:pt x="471690" y="103853"/>
                </a:cubicBezTo>
                <a:cubicBezTo>
                  <a:pt x="465018" y="103853"/>
                  <a:pt x="458654" y="102345"/>
                  <a:pt x="452599" y="99329"/>
                </a:cubicBezTo>
                <a:cubicBezTo>
                  <a:pt x="446543" y="96313"/>
                  <a:pt x="441939" y="91891"/>
                  <a:pt x="438786" y="86064"/>
                </a:cubicBezTo>
                <a:cubicBezTo>
                  <a:pt x="435633" y="80238"/>
                  <a:pt x="434056" y="73143"/>
                  <a:pt x="434056" y="64780"/>
                </a:cubicBezTo>
                <a:moveTo>
                  <a:pt x="453798" y="65808"/>
                </a:moveTo>
                <a:cubicBezTo>
                  <a:pt x="453798" y="73029"/>
                  <a:pt x="455512" y="78558"/>
                  <a:pt x="458940" y="82397"/>
                </a:cubicBezTo>
                <a:cubicBezTo>
                  <a:pt x="462367" y="86236"/>
                  <a:pt x="466594" y="88155"/>
                  <a:pt x="471621" y="88155"/>
                </a:cubicBezTo>
                <a:cubicBezTo>
                  <a:pt x="476648" y="88155"/>
                  <a:pt x="480864" y="86236"/>
                  <a:pt x="484269" y="82397"/>
                </a:cubicBezTo>
                <a:cubicBezTo>
                  <a:pt x="487673" y="78558"/>
                  <a:pt x="489376" y="72983"/>
                  <a:pt x="489376" y="65671"/>
                </a:cubicBezTo>
                <a:cubicBezTo>
                  <a:pt x="489376" y="58542"/>
                  <a:pt x="487673" y="53058"/>
                  <a:pt x="484269" y="49219"/>
                </a:cubicBezTo>
                <a:cubicBezTo>
                  <a:pt x="480864" y="45380"/>
                  <a:pt x="476648" y="43461"/>
                  <a:pt x="471621" y="43461"/>
                </a:cubicBezTo>
                <a:cubicBezTo>
                  <a:pt x="466594" y="43461"/>
                  <a:pt x="462367" y="45380"/>
                  <a:pt x="458940" y="49219"/>
                </a:cubicBezTo>
                <a:cubicBezTo>
                  <a:pt x="455512" y="53058"/>
                  <a:pt x="453798" y="58587"/>
                  <a:pt x="453798" y="65808"/>
                </a:cubicBezTo>
                <a:close/>
                <a:moveTo>
                  <a:pt x="590397" y="102208"/>
                </a:moveTo>
                <a:lnTo>
                  <a:pt x="571135" y="102208"/>
                </a:lnTo>
                <a:lnTo>
                  <a:pt x="571135" y="65054"/>
                </a:lnTo>
                <a:cubicBezTo>
                  <a:pt x="571135" y="57193"/>
                  <a:pt x="570723" y="52109"/>
                  <a:pt x="569901" y="49802"/>
                </a:cubicBezTo>
                <a:cubicBezTo>
                  <a:pt x="569078" y="47494"/>
                  <a:pt x="567741" y="45700"/>
                  <a:pt x="565890" y="44420"/>
                </a:cubicBezTo>
                <a:cubicBezTo>
                  <a:pt x="564040" y="43141"/>
                  <a:pt x="561812" y="42501"/>
                  <a:pt x="559207" y="42501"/>
                </a:cubicBezTo>
                <a:cubicBezTo>
                  <a:pt x="555871" y="42501"/>
                  <a:pt x="552877" y="43415"/>
                  <a:pt x="550227" y="45243"/>
                </a:cubicBezTo>
                <a:cubicBezTo>
                  <a:pt x="547576" y="47071"/>
                  <a:pt x="545760" y="49493"/>
                  <a:pt x="544777" y="52509"/>
                </a:cubicBezTo>
                <a:cubicBezTo>
                  <a:pt x="543795" y="55525"/>
                  <a:pt x="543303" y="61101"/>
                  <a:pt x="543303" y="69235"/>
                </a:cubicBezTo>
                <a:lnTo>
                  <a:pt x="543303" y="102208"/>
                </a:lnTo>
                <a:lnTo>
                  <a:pt x="524041" y="102208"/>
                </a:lnTo>
                <a:lnTo>
                  <a:pt x="524041" y="29408"/>
                </a:lnTo>
                <a:lnTo>
                  <a:pt x="541932" y="29408"/>
                </a:lnTo>
                <a:lnTo>
                  <a:pt x="541932" y="40102"/>
                </a:lnTo>
                <a:cubicBezTo>
                  <a:pt x="548285" y="31876"/>
                  <a:pt x="556282" y="27763"/>
                  <a:pt x="565925" y="27763"/>
                </a:cubicBezTo>
                <a:cubicBezTo>
                  <a:pt x="570175" y="27763"/>
                  <a:pt x="574059" y="28528"/>
                  <a:pt x="577578" y="30059"/>
                </a:cubicBezTo>
                <a:cubicBezTo>
                  <a:pt x="581097" y="31590"/>
                  <a:pt x="583759" y="33544"/>
                  <a:pt x="585564" y="35920"/>
                </a:cubicBezTo>
                <a:cubicBezTo>
                  <a:pt x="587369" y="38297"/>
                  <a:pt x="588626" y="40993"/>
                  <a:pt x="589335" y="44009"/>
                </a:cubicBezTo>
                <a:cubicBezTo>
                  <a:pt x="590043" y="47025"/>
                  <a:pt x="590397" y="51344"/>
                  <a:pt x="590397" y="56965"/>
                </a:cubicBezTo>
                <a:lnTo>
                  <a:pt x="590397" y="102208"/>
                </a:lnTo>
                <a:close/>
                <a:moveTo>
                  <a:pt x="613546" y="48670"/>
                </a:moveTo>
                <a:lnTo>
                  <a:pt x="613546" y="29408"/>
                </a:lnTo>
                <a:lnTo>
                  <a:pt x="632808" y="29408"/>
                </a:lnTo>
                <a:lnTo>
                  <a:pt x="632808" y="48670"/>
                </a:lnTo>
                <a:lnTo>
                  <a:pt x="613546" y="48670"/>
                </a:lnTo>
                <a:moveTo>
                  <a:pt x="613546" y="102208"/>
                </a:moveTo>
                <a:lnTo>
                  <a:pt x="613546" y="82945"/>
                </a:lnTo>
                <a:lnTo>
                  <a:pt x="632808" y="82945"/>
                </a:lnTo>
                <a:lnTo>
                  <a:pt x="632808" y="102208"/>
                </a:lnTo>
                <a:lnTo>
                  <a:pt x="613546" y="102208"/>
                </a:lnTo>
                <a:close/>
                <a:moveTo>
                  <a:pt x="712944" y="102208"/>
                </a:moveTo>
                <a:lnTo>
                  <a:pt x="686278" y="1714"/>
                </a:lnTo>
                <a:lnTo>
                  <a:pt x="699919" y="1714"/>
                </a:lnTo>
                <a:lnTo>
                  <a:pt x="715206" y="67590"/>
                </a:lnTo>
                <a:cubicBezTo>
                  <a:pt x="716851" y="74491"/>
                  <a:pt x="718268" y="81346"/>
                  <a:pt x="719456" y="88155"/>
                </a:cubicBezTo>
                <a:cubicBezTo>
                  <a:pt x="722015" y="77416"/>
                  <a:pt x="723523" y="71223"/>
                  <a:pt x="723980" y="69578"/>
                </a:cubicBezTo>
                <a:lnTo>
                  <a:pt x="743106" y="1714"/>
                </a:lnTo>
                <a:lnTo>
                  <a:pt x="759146" y="1714"/>
                </a:lnTo>
                <a:lnTo>
                  <a:pt x="773542" y="52578"/>
                </a:lnTo>
                <a:cubicBezTo>
                  <a:pt x="777152" y="65191"/>
                  <a:pt x="779757" y="77050"/>
                  <a:pt x="781357" y="88155"/>
                </a:cubicBezTo>
                <a:cubicBezTo>
                  <a:pt x="782636" y="81803"/>
                  <a:pt x="784304" y="74514"/>
                  <a:pt x="786361" y="66288"/>
                </a:cubicBezTo>
                <a:lnTo>
                  <a:pt x="802127" y="1714"/>
                </a:lnTo>
                <a:lnTo>
                  <a:pt x="815495" y="1714"/>
                </a:lnTo>
                <a:lnTo>
                  <a:pt x="787937" y="102208"/>
                </a:lnTo>
                <a:lnTo>
                  <a:pt x="775119" y="102208"/>
                </a:lnTo>
                <a:lnTo>
                  <a:pt x="753937" y="25638"/>
                </a:lnTo>
                <a:cubicBezTo>
                  <a:pt x="752154" y="19240"/>
                  <a:pt x="751103" y="15309"/>
                  <a:pt x="750783" y="13847"/>
                </a:cubicBezTo>
                <a:cubicBezTo>
                  <a:pt x="749732" y="18463"/>
                  <a:pt x="748750" y="22393"/>
                  <a:pt x="747836" y="25638"/>
                </a:cubicBezTo>
                <a:lnTo>
                  <a:pt x="726517" y="102208"/>
                </a:lnTo>
                <a:lnTo>
                  <a:pt x="712944" y="102208"/>
                </a:lnTo>
                <a:close/>
                <a:moveTo>
                  <a:pt x="825827" y="102208"/>
                </a:moveTo>
                <a:lnTo>
                  <a:pt x="825827" y="1714"/>
                </a:lnTo>
                <a:lnTo>
                  <a:pt x="838166" y="1714"/>
                </a:lnTo>
                <a:lnTo>
                  <a:pt x="838166" y="37771"/>
                </a:lnTo>
                <a:cubicBezTo>
                  <a:pt x="843925" y="31099"/>
                  <a:pt x="851191" y="27763"/>
                  <a:pt x="859965" y="27763"/>
                </a:cubicBezTo>
                <a:cubicBezTo>
                  <a:pt x="865358" y="27763"/>
                  <a:pt x="870042" y="28825"/>
                  <a:pt x="874018" y="30950"/>
                </a:cubicBezTo>
                <a:cubicBezTo>
                  <a:pt x="877994" y="33075"/>
                  <a:pt x="880839" y="36012"/>
                  <a:pt x="882552" y="39759"/>
                </a:cubicBezTo>
                <a:cubicBezTo>
                  <a:pt x="884266" y="43506"/>
                  <a:pt x="885123" y="48945"/>
                  <a:pt x="885123" y="56074"/>
                </a:cubicBezTo>
                <a:lnTo>
                  <a:pt x="885123" y="102208"/>
                </a:lnTo>
                <a:lnTo>
                  <a:pt x="872784" y="102208"/>
                </a:lnTo>
                <a:lnTo>
                  <a:pt x="872784" y="56074"/>
                </a:lnTo>
                <a:cubicBezTo>
                  <a:pt x="872784" y="49904"/>
                  <a:pt x="871447" y="45414"/>
                  <a:pt x="868774" y="42604"/>
                </a:cubicBezTo>
                <a:cubicBezTo>
                  <a:pt x="866100" y="39793"/>
                  <a:pt x="862319" y="38388"/>
                  <a:pt x="857429" y="38388"/>
                </a:cubicBezTo>
                <a:cubicBezTo>
                  <a:pt x="853773" y="38388"/>
                  <a:pt x="850334" y="39336"/>
                  <a:pt x="847112" y="41233"/>
                </a:cubicBezTo>
                <a:cubicBezTo>
                  <a:pt x="843890" y="43129"/>
                  <a:pt x="841594" y="45700"/>
                  <a:pt x="840223" y="48945"/>
                </a:cubicBezTo>
                <a:cubicBezTo>
                  <a:pt x="838852" y="52189"/>
                  <a:pt x="838166" y="56668"/>
                  <a:pt x="838166" y="62380"/>
                </a:cubicBezTo>
                <a:lnTo>
                  <a:pt x="838166" y="102208"/>
                </a:lnTo>
                <a:lnTo>
                  <a:pt x="825827" y="102208"/>
                </a:lnTo>
                <a:close/>
                <a:moveTo>
                  <a:pt x="903714" y="15904"/>
                </a:moveTo>
                <a:lnTo>
                  <a:pt x="903714" y="1714"/>
                </a:lnTo>
                <a:lnTo>
                  <a:pt x="916053" y="1714"/>
                </a:lnTo>
                <a:lnTo>
                  <a:pt x="916053" y="15904"/>
                </a:lnTo>
                <a:lnTo>
                  <a:pt x="903714" y="15904"/>
                </a:lnTo>
                <a:moveTo>
                  <a:pt x="903714" y="102208"/>
                </a:moveTo>
                <a:lnTo>
                  <a:pt x="903714" y="29408"/>
                </a:lnTo>
                <a:lnTo>
                  <a:pt x="916053" y="29408"/>
                </a:lnTo>
                <a:lnTo>
                  <a:pt x="916053" y="102208"/>
                </a:lnTo>
                <a:lnTo>
                  <a:pt x="903714" y="102208"/>
                </a:lnTo>
                <a:close/>
                <a:moveTo>
                  <a:pt x="982640" y="75542"/>
                </a:moveTo>
                <a:lnTo>
                  <a:pt x="994774" y="77119"/>
                </a:lnTo>
                <a:cubicBezTo>
                  <a:pt x="993448" y="85482"/>
                  <a:pt x="990055" y="92028"/>
                  <a:pt x="984594" y="96758"/>
                </a:cubicBezTo>
                <a:cubicBezTo>
                  <a:pt x="979133" y="101488"/>
                  <a:pt x="972426" y="103853"/>
                  <a:pt x="964475" y="103853"/>
                </a:cubicBezTo>
                <a:cubicBezTo>
                  <a:pt x="954512" y="103853"/>
                  <a:pt x="946503" y="100597"/>
                  <a:pt x="940448" y="94085"/>
                </a:cubicBezTo>
                <a:cubicBezTo>
                  <a:pt x="934393" y="87573"/>
                  <a:pt x="931365" y="78238"/>
                  <a:pt x="931365" y="66082"/>
                </a:cubicBezTo>
                <a:cubicBezTo>
                  <a:pt x="931365" y="58222"/>
                  <a:pt x="932667" y="51344"/>
                  <a:pt x="935272" y="45449"/>
                </a:cubicBezTo>
                <a:cubicBezTo>
                  <a:pt x="937877" y="39553"/>
                  <a:pt x="941842" y="35132"/>
                  <a:pt x="947166" y="32184"/>
                </a:cubicBezTo>
                <a:cubicBezTo>
                  <a:pt x="952490" y="29237"/>
                  <a:pt x="958282" y="27763"/>
                  <a:pt x="964543" y="27763"/>
                </a:cubicBezTo>
                <a:cubicBezTo>
                  <a:pt x="972449" y="27763"/>
                  <a:pt x="978916" y="29762"/>
                  <a:pt x="983943" y="33761"/>
                </a:cubicBezTo>
                <a:cubicBezTo>
                  <a:pt x="988970" y="37760"/>
                  <a:pt x="992192" y="43438"/>
                  <a:pt x="993608" y="50795"/>
                </a:cubicBezTo>
                <a:lnTo>
                  <a:pt x="981612" y="52646"/>
                </a:lnTo>
                <a:cubicBezTo>
                  <a:pt x="980470" y="47756"/>
                  <a:pt x="978447" y="44078"/>
                  <a:pt x="975545" y="41610"/>
                </a:cubicBezTo>
                <a:cubicBezTo>
                  <a:pt x="972643" y="39142"/>
                  <a:pt x="969136" y="37908"/>
                  <a:pt x="965023" y="37908"/>
                </a:cubicBezTo>
                <a:cubicBezTo>
                  <a:pt x="958808" y="37908"/>
                  <a:pt x="953758" y="40136"/>
                  <a:pt x="949873" y="44592"/>
                </a:cubicBezTo>
                <a:cubicBezTo>
                  <a:pt x="945989" y="49047"/>
                  <a:pt x="944047" y="56097"/>
                  <a:pt x="944047" y="65739"/>
                </a:cubicBezTo>
                <a:cubicBezTo>
                  <a:pt x="944047" y="75519"/>
                  <a:pt x="945920" y="82626"/>
                  <a:pt x="949668" y="87058"/>
                </a:cubicBezTo>
                <a:cubicBezTo>
                  <a:pt x="953415" y="91491"/>
                  <a:pt x="958305" y="93708"/>
                  <a:pt x="964338" y="93708"/>
                </a:cubicBezTo>
                <a:cubicBezTo>
                  <a:pt x="969182" y="93708"/>
                  <a:pt x="973226" y="92223"/>
                  <a:pt x="976471" y="89252"/>
                </a:cubicBezTo>
                <a:cubicBezTo>
                  <a:pt x="979716" y="86282"/>
                  <a:pt x="981772" y="81712"/>
                  <a:pt x="982640" y="75542"/>
                </a:cubicBezTo>
                <a:close/>
                <a:moveTo>
                  <a:pt x="1005092" y="102208"/>
                </a:moveTo>
                <a:lnTo>
                  <a:pt x="1005092" y="1714"/>
                </a:lnTo>
                <a:lnTo>
                  <a:pt x="1017431" y="1714"/>
                </a:lnTo>
                <a:lnTo>
                  <a:pt x="1017431" y="37771"/>
                </a:lnTo>
                <a:cubicBezTo>
                  <a:pt x="1023189" y="31099"/>
                  <a:pt x="1030455" y="27763"/>
                  <a:pt x="1039230" y="27763"/>
                </a:cubicBezTo>
                <a:cubicBezTo>
                  <a:pt x="1044622" y="27763"/>
                  <a:pt x="1049306" y="28825"/>
                  <a:pt x="1053282" y="30950"/>
                </a:cubicBezTo>
                <a:cubicBezTo>
                  <a:pt x="1057258" y="33075"/>
                  <a:pt x="1060103" y="36012"/>
                  <a:pt x="1061817" y="39759"/>
                </a:cubicBezTo>
                <a:cubicBezTo>
                  <a:pt x="1063531" y="43506"/>
                  <a:pt x="1064387" y="48945"/>
                  <a:pt x="1064387" y="56074"/>
                </a:cubicBezTo>
                <a:lnTo>
                  <a:pt x="1064387" y="102208"/>
                </a:lnTo>
                <a:lnTo>
                  <a:pt x="1052048" y="102208"/>
                </a:lnTo>
                <a:lnTo>
                  <a:pt x="1052048" y="56074"/>
                </a:lnTo>
                <a:cubicBezTo>
                  <a:pt x="1052048" y="49904"/>
                  <a:pt x="1050712" y="45414"/>
                  <a:pt x="1048038" y="42604"/>
                </a:cubicBezTo>
                <a:cubicBezTo>
                  <a:pt x="1045365" y="39793"/>
                  <a:pt x="1041583" y="38388"/>
                  <a:pt x="1036693" y="38388"/>
                </a:cubicBezTo>
                <a:cubicBezTo>
                  <a:pt x="1033037" y="38388"/>
                  <a:pt x="1029598" y="39336"/>
                  <a:pt x="1026376" y="41233"/>
                </a:cubicBezTo>
                <a:cubicBezTo>
                  <a:pt x="1023155" y="43129"/>
                  <a:pt x="1020858" y="45700"/>
                  <a:pt x="1019487" y="48945"/>
                </a:cubicBezTo>
                <a:cubicBezTo>
                  <a:pt x="1018116" y="52189"/>
                  <a:pt x="1017431" y="56668"/>
                  <a:pt x="1017431" y="62380"/>
                </a:cubicBezTo>
                <a:lnTo>
                  <a:pt x="1017431" y="102208"/>
                </a:lnTo>
                <a:lnTo>
                  <a:pt x="1005092" y="102208"/>
                </a:lnTo>
                <a:close/>
                <a:moveTo>
                  <a:pt x="1116826" y="65808"/>
                </a:moveTo>
                <a:cubicBezTo>
                  <a:pt x="1116826" y="52326"/>
                  <a:pt x="1120574" y="42341"/>
                  <a:pt x="1128068" y="35852"/>
                </a:cubicBezTo>
                <a:cubicBezTo>
                  <a:pt x="1134329" y="30459"/>
                  <a:pt x="1141961" y="27763"/>
                  <a:pt x="1150964" y="27763"/>
                </a:cubicBezTo>
                <a:cubicBezTo>
                  <a:pt x="1160972" y="27763"/>
                  <a:pt x="1169153" y="31042"/>
                  <a:pt x="1175505" y="37600"/>
                </a:cubicBezTo>
                <a:cubicBezTo>
                  <a:pt x="1181857" y="44158"/>
                  <a:pt x="1185033" y="53218"/>
                  <a:pt x="1185033" y="64780"/>
                </a:cubicBezTo>
                <a:cubicBezTo>
                  <a:pt x="1185033" y="74148"/>
                  <a:pt x="1183628" y="81517"/>
                  <a:pt x="1180818" y="86887"/>
                </a:cubicBezTo>
                <a:cubicBezTo>
                  <a:pt x="1178007" y="92257"/>
                  <a:pt x="1173917" y="96427"/>
                  <a:pt x="1168547" y="99397"/>
                </a:cubicBezTo>
                <a:cubicBezTo>
                  <a:pt x="1163177" y="102368"/>
                  <a:pt x="1157316" y="103853"/>
                  <a:pt x="1150964" y="103853"/>
                </a:cubicBezTo>
                <a:cubicBezTo>
                  <a:pt x="1140773" y="103853"/>
                  <a:pt x="1132536" y="100586"/>
                  <a:pt x="1126252" y="94051"/>
                </a:cubicBezTo>
                <a:cubicBezTo>
                  <a:pt x="1119968" y="87515"/>
                  <a:pt x="1116826" y="78101"/>
                  <a:pt x="1116826" y="65808"/>
                </a:cubicBezTo>
                <a:moveTo>
                  <a:pt x="1129508" y="65808"/>
                </a:moveTo>
                <a:cubicBezTo>
                  <a:pt x="1129508" y="75131"/>
                  <a:pt x="1131542" y="82111"/>
                  <a:pt x="1135609" y="86750"/>
                </a:cubicBezTo>
                <a:cubicBezTo>
                  <a:pt x="1139676" y="91388"/>
                  <a:pt x="1144795" y="93708"/>
                  <a:pt x="1150964" y="93708"/>
                </a:cubicBezTo>
                <a:cubicBezTo>
                  <a:pt x="1157088" y="93708"/>
                  <a:pt x="1162183" y="91377"/>
                  <a:pt x="1166251" y="86716"/>
                </a:cubicBezTo>
                <a:cubicBezTo>
                  <a:pt x="1170318" y="82054"/>
                  <a:pt x="1172352" y="74948"/>
                  <a:pt x="1172352" y="65397"/>
                </a:cubicBezTo>
                <a:cubicBezTo>
                  <a:pt x="1172352" y="56394"/>
                  <a:pt x="1170307" y="49573"/>
                  <a:pt x="1166216" y="44934"/>
                </a:cubicBezTo>
                <a:cubicBezTo>
                  <a:pt x="1162126" y="40296"/>
                  <a:pt x="1157042" y="37977"/>
                  <a:pt x="1150964" y="37977"/>
                </a:cubicBezTo>
                <a:cubicBezTo>
                  <a:pt x="1144795" y="37977"/>
                  <a:pt x="1139676" y="40285"/>
                  <a:pt x="1135609" y="44900"/>
                </a:cubicBezTo>
                <a:cubicBezTo>
                  <a:pt x="1131542" y="49516"/>
                  <a:pt x="1129508" y="56485"/>
                  <a:pt x="1129508" y="65808"/>
                </a:cubicBezTo>
                <a:close/>
                <a:moveTo>
                  <a:pt x="1199237" y="102208"/>
                </a:moveTo>
                <a:lnTo>
                  <a:pt x="1199237" y="29408"/>
                </a:lnTo>
                <a:lnTo>
                  <a:pt x="1210342" y="29408"/>
                </a:lnTo>
                <a:lnTo>
                  <a:pt x="1210342" y="39759"/>
                </a:lnTo>
                <a:cubicBezTo>
                  <a:pt x="1215689" y="31761"/>
                  <a:pt x="1223413" y="27763"/>
                  <a:pt x="1233512" y="27763"/>
                </a:cubicBezTo>
                <a:cubicBezTo>
                  <a:pt x="1237899" y="27763"/>
                  <a:pt x="1241932" y="28551"/>
                  <a:pt x="1245611" y="30128"/>
                </a:cubicBezTo>
                <a:cubicBezTo>
                  <a:pt x="1249290" y="31704"/>
                  <a:pt x="1252044" y="33772"/>
                  <a:pt x="1253872" y="36331"/>
                </a:cubicBezTo>
                <a:cubicBezTo>
                  <a:pt x="1255700" y="38891"/>
                  <a:pt x="1256979" y="41930"/>
                  <a:pt x="1257710" y="45449"/>
                </a:cubicBezTo>
                <a:cubicBezTo>
                  <a:pt x="1258167" y="47734"/>
                  <a:pt x="1258396" y="51732"/>
                  <a:pt x="1258396" y="57445"/>
                </a:cubicBezTo>
                <a:lnTo>
                  <a:pt x="1258396" y="102208"/>
                </a:lnTo>
                <a:lnTo>
                  <a:pt x="1246057" y="102208"/>
                </a:lnTo>
                <a:lnTo>
                  <a:pt x="1246057" y="57925"/>
                </a:lnTo>
                <a:cubicBezTo>
                  <a:pt x="1246057" y="52898"/>
                  <a:pt x="1245577" y="49139"/>
                  <a:pt x="1244617" y="46648"/>
                </a:cubicBezTo>
                <a:cubicBezTo>
                  <a:pt x="1243658" y="44158"/>
                  <a:pt x="1241955" y="42170"/>
                  <a:pt x="1239510" y="40684"/>
                </a:cubicBezTo>
                <a:cubicBezTo>
                  <a:pt x="1237065" y="39199"/>
                  <a:pt x="1234198" y="38457"/>
                  <a:pt x="1230907" y="38457"/>
                </a:cubicBezTo>
                <a:cubicBezTo>
                  <a:pt x="1225652" y="38457"/>
                  <a:pt x="1221116" y="40125"/>
                  <a:pt x="1217300" y="43461"/>
                </a:cubicBezTo>
                <a:cubicBezTo>
                  <a:pt x="1213484" y="46797"/>
                  <a:pt x="1211576" y="53126"/>
                  <a:pt x="1211576" y="62449"/>
                </a:cubicBezTo>
                <a:lnTo>
                  <a:pt x="1211576" y="102208"/>
                </a:lnTo>
                <a:lnTo>
                  <a:pt x="1199237" y="102208"/>
                </a:lnTo>
                <a:close/>
                <a:moveTo>
                  <a:pt x="1326892" y="78764"/>
                </a:moveTo>
                <a:lnTo>
                  <a:pt x="1339642" y="80341"/>
                </a:lnTo>
                <a:cubicBezTo>
                  <a:pt x="1337631" y="87790"/>
                  <a:pt x="1333906" y="93571"/>
                  <a:pt x="1328468" y="97684"/>
                </a:cubicBezTo>
                <a:cubicBezTo>
                  <a:pt x="1323030" y="101797"/>
                  <a:pt x="1316083" y="103853"/>
                  <a:pt x="1307629" y="103853"/>
                </a:cubicBezTo>
                <a:cubicBezTo>
                  <a:pt x="1296981" y="103853"/>
                  <a:pt x="1288538" y="100574"/>
                  <a:pt x="1282300" y="94016"/>
                </a:cubicBezTo>
                <a:cubicBezTo>
                  <a:pt x="1276062" y="87458"/>
                  <a:pt x="1272943" y="78261"/>
                  <a:pt x="1272943" y="66425"/>
                </a:cubicBezTo>
                <a:cubicBezTo>
                  <a:pt x="1272943" y="54177"/>
                  <a:pt x="1276096" y="44672"/>
                  <a:pt x="1282403" y="37908"/>
                </a:cubicBezTo>
                <a:cubicBezTo>
                  <a:pt x="1288709" y="31145"/>
                  <a:pt x="1296889" y="27763"/>
                  <a:pt x="1306943" y="27763"/>
                </a:cubicBezTo>
                <a:cubicBezTo>
                  <a:pt x="1316678" y="27763"/>
                  <a:pt x="1324629" y="31076"/>
                  <a:pt x="1330799" y="37702"/>
                </a:cubicBezTo>
                <a:cubicBezTo>
                  <a:pt x="1336968" y="44329"/>
                  <a:pt x="1340053" y="53652"/>
                  <a:pt x="1340053" y="65671"/>
                </a:cubicBezTo>
                <a:cubicBezTo>
                  <a:pt x="1340053" y="66402"/>
                  <a:pt x="1340030" y="67499"/>
                  <a:pt x="1339985" y="68961"/>
                </a:cubicBezTo>
                <a:lnTo>
                  <a:pt x="1285693" y="68961"/>
                </a:lnTo>
                <a:cubicBezTo>
                  <a:pt x="1286150" y="76959"/>
                  <a:pt x="1288412" y="83083"/>
                  <a:pt x="1292479" y="87333"/>
                </a:cubicBezTo>
                <a:cubicBezTo>
                  <a:pt x="1296547" y="91583"/>
                  <a:pt x="1301619" y="93708"/>
                  <a:pt x="1307698" y="93708"/>
                </a:cubicBezTo>
                <a:cubicBezTo>
                  <a:pt x="1312222" y="93708"/>
                  <a:pt x="1316083" y="92520"/>
                  <a:pt x="1319282" y="90143"/>
                </a:cubicBezTo>
                <a:cubicBezTo>
                  <a:pt x="1322481" y="87767"/>
                  <a:pt x="1325018" y="83974"/>
                  <a:pt x="1326892" y="78764"/>
                </a:cubicBezTo>
                <a:moveTo>
                  <a:pt x="1286379" y="58816"/>
                </a:moveTo>
                <a:lnTo>
                  <a:pt x="1327029" y="58816"/>
                </a:lnTo>
                <a:cubicBezTo>
                  <a:pt x="1326480" y="52692"/>
                  <a:pt x="1324926" y="48099"/>
                  <a:pt x="1322367" y="45037"/>
                </a:cubicBezTo>
                <a:cubicBezTo>
                  <a:pt x="1318437" y="40285"/>
                  <a:pt x="1313341" y="37908"/>
                  <a:pt x="1307081" y="37908"/>
                </a:cubicBezTo>
                <a:cubicBezTo>
                  <a:pt x="1301414" y="37908"/>
                  <a:pt x="1296650" y="39805"/>
                  <a:pt x="1292788" y="43598"/>
                </a:cubicBezTo>
                <a:cubicBezTo>
                  <a:pt x="1288926" y="47391"/>
                  <a:pt x="1286790" y="52464"/>
                  <a:pt x="1286379" y="58816"/>
                </a:cubicBezTo>
                <a:close/>
                <a:moveTo>
                  <a:pt x="1388790" y="65808"/>
                </a:moveTo>
                <a:cubicBezTo>
                  <a:pt x="1388790" y="52326"/>
                  <a:pt x="1392538" y="42341"/>
                  <a:pt x="1400032" y="35852"/>
                </a:cubicBezTo>
                <a:cubicBezTo>
                  <a:pt x="1406293" y="30459"/>
                  <a:pt x="1413925" y="27763"/>
                  <a:pt x="1422928" y="27763"/>
                </a:cubicBezTo>
                <a:cubicBezTo>
                  <a:pt x="1432936" y="27763"/>
                  <a:pt x="1441117" y="31042"/>
                  <a:pt x="1447469" y="37600"/>
                </a:cubicBezTo>
                <a:cubicBezTo>
                  <a:pt x="1453821" y="44158"/>
                  <a:pt x="1456997" y="53218"/>
                  <a:pt x="1456997" y="64780"/>
                </a:cubicBezTo>
                <a:cubicBezTo>
                  <a:pt x="1456997" y="74148"/>
                  <a:pt x="1455592" y="81517"/>
                  <a:pt x="1452782" y="86887"/>
                </a:cubicBezTo>
                <a:cubicBezTo>
                  <a:pt x="1449971" y="92257"/>
                  <a:pt x="1445881" y="96427"/>
                  <a:pt x="1440511" y="99397"/>
                </a:cubicBezTo>
                <a:cubicBezTo>
                  <a:pt x="1435141" y="102368"/>
                  <a:pt x="1429280" y="103853"/>
                  <a:pt x="1422928" y="103853"/>
                </a:cubicBezTo>
                <a:cubicBezTo>
                  <a:pt x="1412737" y="103853"/>
                  <a:pt x="1404500" y="100586"/>
                  <a:pt x="1398216" y="94051"/>
                </a:cubicBezTo>
                <a:cubicBezTo>
                  <a:pt x="1391932" y="87515"/>
                  <a:pt x="1388790" y="78101"/>
                  <a:pt x="1388790" y="65808"/>
                </a:cubicBezTo>
                <a:moveTo>
                  <a:pt x="1401472" y="65808"/>
                </a:moveTo>
                <a:cubicBezTo>
                  <a:pt x="1401472" y="75131"/>
                  <a:pt x="1403506" y="82111"/>
                  <a:pt x="1407573" y="86750"/>
                </a:cubicBezTo>
                <a:cubicBezTo>
                  <a:pt x="1411640" y="91388"/>
                  <a:pt x="1416759" y="93708"/>
                  <a:pt x="1422928" y="93708"/>
                </a:cubicBezTo>
                <a:cubicBezTo>
                  <a:pt x="1429052" y="93708"/>
                  <a:pt x="1434147" y="91377"/>
                  <a:pt x="1438215" y="86716"/>
                </a:cubicBezTo>
                <a:cubicBezTo>
                  <a:pt x="1442282" y="82054"/>
                  <a:pt x="1444316" y="74948"/>
                  <a:pt x="1444316" y="65397"/>
                </a:cubicBezTo>
                <a:cubicBezTo>
                  <a:pt x="1444316" y="56394"/>
                  <a:pt x="1442271" y="49573"/>
                  <a:pt x="1438180" y="44934"/>
                </a:cubicBezTo>
                <a:cubicBezTo>
                  <a:pt x="1434090" y="40296"/>
                  <a:pt x="1429006" y="37977"/>
                  <a:pt x="1422928" y="37977"/>
                </a:cubicBezTo>
                <a:cubicBezTo>
                  <a:pt x="1416759" y="37977"/>
                  <a:pt x="1411640" y="40285"/>
                  <a:pt x="1407573" y="44900"/>
                </a:cubicBezTo>
                <a:cubicBezTo>
                  <a:pt x="1403506" y="49516"/>
                  <a:pt x="1401472" y="56485"/>
                  <a:pt x="1401472" y="65808"/>
                </a:cubicBezTo>
                <a:close/>
                <a:moveTo>
                  <a:pt x="1474149" y="102208"/>
                </a:moveTo>
                <a:lnTo>
                  <a:pt x="1474149" y="39005"/>
                </a:lnTo>
                <a:lnTo>
                  <a:pt x="1463250" y="39005"/>
                </a:lnTo>
                <a:lnTo>
                  <a:pt x="1463250" y="29408"/>
                </a:lnTo>
                <a:lnTo>
                  <a:pt x="1474149" y="29408"/>
                </a:lnTo>
                <a:lnTo>
                  <a:pt x="1474149" y="21662"/>
                </a:lnTo>
                <a:cubicBezTo>
                  <a:pt x="1474149" y="16772"/>
                  <a:pt x="1474583" y="13139"/>
                  <a:pt x="1475452" y="10762"/>
                </a:cubicBezTo>
                <a:cubicBezTo>
                  <a:pt x="1476640" y="7563"/>
                  <a:pt x="1478731" y="4970"/>
                  <a:pt x="1481724" y="2982"/>
                </a:cubicBezTo>
                <a:cubicBezTo>
                  <a:pt x="1484717" y="994"/>
                  <a:pt x="1488910" y="0"/>
                  <a:pt x="1494303" y="0"/>
                </a:cubicBezTo>
                <a:cubicBezTo>
                  <a:pt x="1497776" y="0"/>
                  <a:pt x="1501615" y="411"/>
                  <a:pt x="1505819" y="1234"/>
                </a:cubicBezTo>
                <a:lnTo>
                  <a:pt x="1503968" y="11996"/>
                </a:lnTo>
                <a:cubicBezTo>
                  <a:pt x="1501409" y="11539"/>
                  <a:pt x="1498987" y="11311"/>
                  <a:pt x="1496702" y="11311"/>
                </a:cubicBezTo>
                <a:cubicBezTo>
                  <a:pt x="1492955" y="11311"/>
                  <a:pt x="1490304" y="12110"/>
                  <a:pt x="1488750" y="13710"/>
                </a:cubicBezTo>
                <a:cubicBezTo>
                  <a:pt x="1487196" y="15309"/>
                  <a:pt x="1486420" y="18303"/>
                  <a:pt x="1486420" y="22690"/>
                </a:cubicBezTo>
                <a:lnTo>
                  <a:pt x="1486420" y="29408"/>
                </a:lnTo>
                <a:lnTo>
                  <a:pt x="1500609" y="29408"/>
                </a:lnTo>
                <a:lnTo>
                  <a:pt x="1500609" y="39005"/>
                </a:lnTo>
                <a:lnTo>
                  <a:pt x="1486420" y="39005"/>
                </a:lnTo>
                <a:lnTo>
                  <a:pt x="1486420" y="102208"/>
                </a:lnTo>
                <a:lnTo>
                  <a:pt x="1474149" y="102208"/>
                </a:lnTo>
                <a:close/>
                <a:moveTo>
                  <a:pt x="1575160" y="91171"/>
                </a:moveTo>
                <a:lnTo>
                  <a:pt x="1576942" y="102071"/>
                </a:lnTo>
                <a:cubicBezTo>
                  <a:pt x="1573469" y="102802"/>
                  <a:pt x="1570361" y="103168"/>
                  <a:pt x="1567619" y="103168"/>
                </a:cubicBezTo>
                <a:cubicBezTo>
                  <a:pt x="1563141" y="103168"/>
                  <a:pt x="1559667" y="102459"/>
                  <a:pt x="1557200" y="101043"/>
                </a:cubicBezTo>
                <a:cubicBezTo>
                  <a:pt x="1554732" y="99626"/>
                  <a:pt x="1552995" y="97764"/>
                  <a:pt x="1551990" y="95456"/>
                </a:cubicBezTo>
                <a:cubicBezTo>
                  <a:pt x="1550984" y="93148"/>
                  <a:pt x="1550482" y="88292"/>
                  <a:pt x="1550482" y="80889"/>
                </a:cubicBezTo>
                <a:lnTo>
                  <a:pt x="1550482" y="39005"/>
                </a:lnTo>
                <a:lnTo>
                  <a:pt x="1541433" y="39005"/>
                </a:lnTo>
                <a:lnTo>
                  <a:pt x="1541433" y="29408"/>
                </a:lnTo>
                <a:lnTo>
                  <a:pt x="1550482" y="29408"/>
                </a:lnTo>
                <a:lnTo>
                  <a:pt x="1550482" y="11379"/>
                </a:lnTo>
                <a:lnTo>
                  <a:pt x="1562752" y="3976"/>
                </a:lnTo>
                <a:lnTo>
                  <a:pt x="1562752" y="29408"/>
                </a:lnTo>
                <a:lnTo>
                  <a:pt x="1575160" y="29408"/>
                </a:lnTo>
                <a:lnTo>
                  <a:pt x="1575160" y="39005"/>
                </a:lnTo>
                <a:lnTo>
                  <a:pt x="1562752" y="39005"/>
                </a:lnTo>
                <a:lnTo>
                  <a:pt x="1562752" y="81574"/>
                </a:lnTo>
                <a:cubicBezTo>
                  <a:pt x="1562752" y="85093"/>
                  <a:pt x="1562969" y="87355"/>
                  <a:pt x="1563403" y="88361"/>
                </a:cubicBezTo>
                <a:cubicBezTo>
                  <a:pt x="1563838" y="89366"/>
                  <a:pt x="1564546" y="90166"/>
                  <a:pt x="1565528" y="90760"/>
                </a:cubicBezTo>
                <a:cubicBezTo>
                  <a:pt x="1566511" y="91354"/>
                  <a:pt x="1567916" y="91651"/>
                  <a:pt x="1569744" y="91651"/>
                </a:cubicBezTo>
                <a:cubicBezTo>
                  <a:pt x="1571115" y="91651"/>
                  <a:pt x="1572920" y="91491"/>
                  <a:pt x="1575160" y="91171"/>
                </a:cubicBezTo>
                <a:close/>
                <a:moveTo>
                  <a:pt x="1586729" y="102208"/>
                </a:moveTo>
                <a:lnTo>
                  <a:pt x="1586729" y="1714"/>
                </a:lnTo>
                <a:lnTo>
                  <a:pt x="1599068" y="1714"/>
                </a:lnTo>
                <a:lnTo>
                  <a:pt x="1599068" y="37771"/>
                </a:lnTo>
                <a:cubicBezTo>
                  <a:pt x="1604826" y="31099"/>
                  <a:pt x="1612092" y="27763"/>
                  <a:pt x="1620867" y="27763"/>
                </a:cubicBezTo>
                <a:cubicBezTo>
                  <a:pt x="1626259" y="27763"/>
                  <a:pt x="1630943" y="28825"/>
                  <a:pt x="1634919" y="30950"/>
                </a:cubicBezTo>
                <a:cubicBezTo>
                  <a:pt x="1638895" y="33075"/>
                  <a:pt x="1641740" y="36012"/>
                  <a:pt x="1643454" y="39759"/>
                </a:cubicBezTo>
                <a:cubicBezTo>
                  <a:pt x="1645167" y="43506"/>
                  <a:pt x="1646024" y="48945"/>
                  <a:pt x="1646024" y="56074"/>
                </a:cubicBezTo>
                <a:lnTo>
                  <a:pt x="1646024" y="102208"/>
                </a:lnTo>
                <a:lnTo>
                  <a:pt x="1633685" y="102208"/>
                </a:lnTo>
                <a:lnTo>
                  <a:pt x="1633685" y="56074"/>
                </a:lnTo>
                <a:cubicBezTo>
                  <a:pt x="1633685" y="49904"/>
                  <a:pt x="1632349" y="45414"/>
                  <a:pt x="1629675" y="42604"/>
                </a:cubicBezTo>
                <a:cubicBezTo>
                  <a:pt x="1627002" y="39793"/>
                  <a:pt x="1623220" y="38388"/>
                  <a:pt x="1618330" y="38388"/>
                </a:cubicBezTo>
                <a:cubicBezTo>
                  <a:pt x="1614674" y="38388"/>
                  <a:pt x="1611235" y="39336"/>
                  <a:pt x="1608013" y="41233"/>
                </a:cubicBezTo>
                <a:cubicBezTo>
                  <a:pt x="1604792" y="43129"/>
                  <a:pt x="1602495" y="45700"/>
                  <a:pt x="1601124" y="48945"/>
                </a:cubicBezTo>
                <a:cubicBezTo>
                  <a:pt x="1599753" y="52189"/>
                  <a:pt x="1599068" y="56668"/>
                  <a:pt x="1599068" y="62380"/>
                </a:cubicBezTo>
                <a:lnTo>
                  <a:pt x="1599068" y="102208"/>
                </a:lnTo>
                <a:lnTo>
                  <a:pt x="1586729" y="102208"/>
                </a:lnTo>
                <a:close/>
                <a:moveTo>
                  <a:pt x="1714383" y="78764"/>
                </a:moveTo>
                <a:lnTo>
                  <a:pt x="1727133" y="80341"/>
                </a:lnTo>
                <a:cubicBezTo>
                  <a:pt x="1725122" y="87790"/>
                  <a:pt x="1721398" y="93571"/>
                  <a:pt x="1715959" y="97684"/>
                </a:cubicBezTo>
                <a:cubicBezTo>
                  <a:pt x="1710521" y="101797"/>
                  <a:pt x="1703575" y="103853"/>
                  <a:pt x="1695120" y="103853"/>
                </a:cubicBezTo>
                <a:cubicBezTo>
                  <a:pt x="1684472" y="103853"/>
                  <a:pt x="1676029" y="100574"/>
                  <a:pt x="1669791" y="94016"/>
                </a:cubicBezTo>
                <a:cubicBezTo>
                  <a:pt x="1663553" y="87458"/>
                  <a:pt x="1660434" y="78261"/>
                  <a:pt x="1660434" y="66425"/>
                </a:cubicBezTo>
                <a:cubicBezTo>
                  <a:pt x="1660434" y="54177"/>
                  <a:pt x="1663587" y="44672"/>
                  <a:pt x="1669894" y="37908"/>
                </a:cubicBezTo>
                <a:cubicBezTo>
                  <a:pt x="1676201" y="31145"/>
                  <a:pt x="1684381" y="27763"/>
                  <a:pt x="1694435" y="27763"/>
                </a:cubicBezTo>
                <a:cubicBezTo>
                  <a:pt x="1704169" y="27763"/>
                  <a:pt x="1712121" y="31076"/>
                  <a:pt x="1718290" y="37702"/>
                </a:cubicBezTo>
                <a:cubicBezTo>
                  <a:pt x="1724460" y="44329"/>
                  <a:pt x="1727544" y="53652"/>
                  <a:pt x="1727544" y="65671"/>
                </a:cubicBezTo>
                <a:cubicBezTo>
                  <a:pt x="1727544" y="66402"/>
                  <a:pt x="1727522" y="67499"/>
                  <a:pt x="1727476" y="68961"/>
                </a:cubicBezTo>
                <a:lnTo>
                  <a:pt x="1673184" y="68961"/>
                </a:lnTo>
                <a:cubicBezTo>
                  <a:pt x="1673641" y="76959"/>
                  <a:pt x="1675903" y="83083"/>
                  <a:pt x="1679971" y="87333"/>
                </a:cubicBezTo>
                <a:cubicBezTo>
                  <a:pt x="1684038" y="91583"/>
                  <a:pt x="1689111" y="93708"/>
                  <a:pt x="1695189" y="93708"/>
                </a:cubicBezTo>
                <a:cubicBezTo>
                  <a:pt x="1699713" y="93708"/>
                  <a:pt x="1703575" y="92520"/>
                  <a:pt x="1706774" y="90143"/>
                </a:cubicBezTo>
                <a:cubicBezTo>
                  <a:pt x="1709973" y="87767"/>
                  <a:pt x="1712509" y="83974"/>
                  <a:pt x="1714383" y="78764"/>
                </a:cubicBezTo>
                <a:moveTo>
                  <a:pt x="1673870" y="58816"/>
                </a:moveTo>
                <a:lnTo>
                  <a:pt x="1714520" y="58816"/>
                </a:lnTo>
                <a:cubicBezTo>
                  <a:pt x="1713972" y="52692"/>
                  <a:pt x="1712418" y="48099"/>
                  <a:pt x="1709859" y="45037"/>
                </a:cubicBezTo>
                <a:cubicBezTo>
                  <a:pt x="1705928" y="40285"/>
                  <a:pt x="1700833" y="37908"/>
                  <a:pt x="1694572" y="37908"/>
                </a:cubicBezTo>
                <a:cubicBezTo>
                  <a:pt x="1688905" y="37908"/>
                  <a:pt x="1684141" y="39805"/>
                  <a:pt x="1680279" y="43598"/>
                </a:cubicBezTo>
                <a:cubicBezTo>
                  <a:pt x="1676418" y="47391"/>
                  <a:pt x="1674281" y="52464"/>
                  <a:pt x="1673870" y="58816"/>
                </a:cubicBezTo>
                <a:close/>
                <a:moveTo>
                  <a:pt x="1783822" y="102208"/>
                </a:moveTo>
                <a:lnTo>
                  <a:pt x="1783822" y="39005"/>
                </a:lnTo>
                <a:lnTo>
                  <a:pt x="1772922" y="39005"/>
                </a:lnTo>
                <a:lnTo>
                  <a:pt x="1772922" y="29408"/>
                </a:lnTo>
                <a:lnTo>
                  <a:pt x="1783822" y="29408"/>
                </a:lnTo>
                <a:lnTo>
                  <a:pt x="1783822" y="21662"/>
                </a:lnTo>
                <a:cubicBezTo>
                  <a:pt x="1783822" y="16772"/>
                  <a:pt x="1784256" y="13139"/>
                  <a:pt x="1785124" y="10762"/>
                </a:cubicBezTo>
                <a:cubicBezTo>
                  <a:pt x="1786312" y="7563"/>
                  <a:pt x="1788403" y="4970"/>
                  <a:pt x="1791397" y="2982"/>
                </a:cubicBezTo>
                <a:cubicBezTo>
                  <a:pt x="1794390" y="994"/>
                  <a:pt x="1798583" y="0"/>
                  <a:pt x="1803975" y="0"/>
                </a:cubicBezTo>
                <a:cubicBezTo>
                  <a:pt x="1807449" y="0"/>
                  <a:pt x="1811287" y="411"/>
                  <a:pt x="1815492" y="1234"/>
                </a:cubicBezTo>
                <a:lnTo>
                  <a:pt x="1813641" y="11996"/>
                </a:lnTo>
                <a:cubicBezTo>
                  <a:pt x="1811082" y="11539"/>
                  <a:pt x="1808660" y="11311"/>
                  <a:pt x="1806375" y="11311"/>
                </a:cubicBezTo>
                <a:cubicBezTo>
                  <a:pt x="1802627" y="11311"/>
                  <a:pt x="1799977" y="12110"/>
                  <a:pt x="1798423" y="13710"/>
                </a:cubicBezTo>
                <a:cubicBezTo>
                  <a:pt x="1796869" y="15309"/>
                  <a:pt x="1796092" y="18303"/>
                  <a:pt x="1796092" y="22690"/>
                </a:cubicBezTo>
                <a:lnTo>
                  <a:pt x="1796092" y="29408"/>
                </a:lnTo>
                <a:lnTo>
                  <a:pt x="1810282" y="29408"/>
                </a:lnTo>
                <a:lnTo>
                  <a:pt x="1810282" y="39005"/>
                </a:lnTo>
                <a:lnTo>
                  <a:pt x="1796092" y="39005"/>
                </a:lnTo>
                <a:lnTo>
                  <a:pt x="1796092" y="102208"/>
                </a:lnTo>
                <a:lnTo>
                  <a:pt x="1783822" y="102208"/>
                </a:lnTo>
                <a:close/>
                <a:moveTo>
                  <a:pt x="1814790" y="65808"/>
                </a:moveTo>
                <a:cubicBezTo>
                  <a:pt x="1814790" y="52326"/>
                  <a:pt x="1818538" y="42341"/>
                  <a:pt x="1826033" y="35852"/>
                </a:cubicBezTo>
                <a:cubicBezTo>
                  <a:pt x="1832293" y="30459"/>
                  <a:pt x="1839925" y="27763"/>
                  <a:pt x="1848928" y="27763"/>
                </a:cubicBezTo>
                <a:cubicBezTo>
                  <a:pt x="1858937" y="27763"/>
                  <a:pt x="1867117" y="31042"/>
                  <a:pt x="1873469" y="37600"/>
                </a:cubicBezTo>
                <a:cubicBezTo>
                  <a:pt x="1879821" y="44158"/>
                  <a:pt x="1882998" y="53218"/>
                  <a:pt x="1882998" y="64780"/>
                </a:cubicBezTo>
                <a:cubicBezTo>
                  <a:pt x="1882998" y="74148"/>
                  <a:pt x="1881592" y="81517"/>
                  <a:pt x="1878782" y="86887"/>
                </a:cubicBezTo>
                <a:cubicBezTo>
                  <a:pt x="1875971" y="92257"/>
                  <a:pt x="1871881" y="96427"/>
                  <a:pt x="1866511" y="99397"/>
                </a:cubicBezTo>
                <a:cubicBezTo>
                  <a:pt x="1861142" y="102368"/>
                  <a:pt x="1855281" y="103853"/>
                  <a:pt x="1848928" y="103853"/>
                </a:cubicBezTo>
                <a:cubicBezTo>
                  <a:pt x="1838737" y="103853"/>
                  <a:pt x="1830500" y="100586"/>
                  <a:pt x="1824216" y="94051"/>
                </a:cubicBezTo>
                <a:cubicBezTo>
                  <a:pt x="1817932" y="87515"/>
                  <a:pt x="1814790" y="78101"/>
                  <a:pt x="1814790" y="65808"/>
                </a:cubicBezTo>
                <a:moveTo>
                  <a:pt x="1827472" y="65808"/>
                </a:moveTo>
                <a:cubicBezTo>
                  <a:pt x="1827472" y="75131"/>
                  <a:pt x="1829506" y="82111"/>
                  <a:pt x="1833573" y="86750"/>
                </a:cubicBezTo>
                <a:cubicBezTo>
                  <a:pt x="1837640" y="91388"/>
                  <a:pt x="1842759" y="93708"/>
                  <a:pt x="1848928" y="93708"/>
                </a:cubicBezTo>
                <a:cubicBezTo>
                  <a:pt x="1855052" y="93708"/>
                  <a:pt x="1860148" y="91377"/>
                  <a:pt x="1864215" y="86716"/>
                </a:cubicBezTo>
                <a:cubicBezTo>
                  <a:pt x="1868282" y="82054"/>
                  <a:pt x="1870316" y="74948"/>
                  <a:pt x="1870316" y="65397"/>
                </a:cubicBezTo>
                <a:cubicBezTo>
                  <a:pt x="1870316" y="56394"/>
                  <a:pt x="1868271" y="49573"/>
                  <a:pt x="1864181" y="44934"/>
                </a:cubicBezTo>
                <a:cubicBezTo>
                  <a:pt x="1860090" y="40296"/>
                  <a:pt x="1855006" y="37977"/>
                  <a:pt x="1848928" y="37977"/>
                </a:cubicBezTo>
                <a:cubicBezTo>
                  <a:pt x="1842759" y="37977"/>
                  <a:pt x="1837640" y="40285"/>
                  <a:pt x="1833573" y="44900"/>
                </a:cubicBezTo>
                <a:cubicBezTo>
                  <a:pt x="1829506" y="49516"/>
                  <a:pt x="1827472" y="56485"/>
                  <a:pt x="1827472" y="65808"/>
                </a:cubicBezTo>
                <a:close/>
                <a:moveTo>
                  <a:pt x="1896927" y="102208"/>
                </a:moveTo>
                <a:lnTo>
                  <a:pt x="1896927" y="1714"/>
                </a:lnTo>
                <a:lnTo>
                  <a:pt x="1909266" y="1714"/>
                </a:lnTo>
                <a:lnTo>
                  <a:pt x="1909266" y="102208"/>
                </a:lnTo>
                <a:lnTo>
                  <a:pt x="1896927" y="102208"/>
                </a:lnTo>
                <a:close/>
                <a:moveTo>
                  <a:pt x="1928417" y="102208"/>
                </a:moveTo>
                <a:lnTo>
                  <a:pt x="1928417" y="1714"/>
                </a:lnTo>
                <a:lnTo>
                  <a:pt x="1940756" y="1714"/>
                </a:lnTo>
                <a:lnTo>
                  <a:pt x="1940756" y="102208"/>
                </a:lnTo>
                <a:lnTo>
                  <a:pt x="1928417" y="102208"/>
                </a:lnTo>
                <a:close/>
                <a:moveTo>
                  <a:pt x="1955588" y="65808"/>
                </a:moveTo>
                <a:cubicBezTo>
                  <a:pt x="1955588" y="52326"/>
                  <a:pt x="1959335" y="42341"/>
                  <a:pt x="1966830" y="35852"/>
                </a:cubicBezTo>
                <a:cubicBezTo>
                  <a:pt x="1973091" y="30459"/>
                  <a:pt x="1980723" y="27763"/>
                  <a:pt x="1989726" y="27763"/>
                </a:cubicBezTo>
                <a:cubicBezTo>
                  <a:pt x="1999734" y="27763"/>
                  <a:pt x="2007914" y="31042"/>
                  <a:pt x="2014267" y="37600"/>
                </a:cubicBezTo>
                <a:cubicBezTo>
                  <a:pt x="2020619" y="44158"/>
                  <a:pt x="2023795" y="53218"/>
                  <a:pt x="2023795" y="64780"/>
                </a:cubicBezTo>
                <a:cubicBezTo>
                  <a:pt x="2023795" y="74148"/>
                  <a:pt x="2022390" y="81517"/>
                  <a:pt x="2019579" y="86887"/>
                </a:cubicBezTo>
                <a:cubicBezTo>
                  <a:pt x="2016769" y="92257"/>
                  <a:pt x="2012679" y="96427"/>
                  <a:pt x="2007309" y="99397"/>
                </a:cubicBezTo>
                <a:cubicBezTo>
                  <a:pt x="2001939" y="102368"/>
                  <a:pt x="1996078" y="103853"/>
                  <a:pt x="1989726" y="103853"/>
                </a:cubicBezTo>
                <a:cubicBezTo>
                  <a:pt x="1979535" y="103853"/>
                  <a:pt x="1971297" y="100586"/>
                  <a:pt x="1965014" y="94051"/>
                </a:cubicBezTo>
                <a:cubicBezTo>
                  <a:pt x="1958730" y="87515"/>
                  <a:pt x="1955588" y="78101"/>
                  <a:pt x="1955588" y="65808"/>
                </a:cubicBezTo>
                <a:moveTo>
                  <a:pt x="1968270" y="65808"/>
                </a:moveTo>
                <a:cubicBezTo>
                  <a:pt x="1968270" y="75131"/>
                  <a:pt x="1970303" y="82111"/>
                  <a:pt x="1974371" y="86750"/>
                </a:cubicBezTo>
                <a:cubicBezTo>
                  <a:pt x="1978438" y="91388"/>
                  <a:pt x="1983556" y="93708"/>
                  <a:pt x="1989726" y="93708"/>
                </a:cubicBezTo>
                <a:cubicBezTo>
                  <a:pt x="1995850" y="93708"/>
                  <a:pt x="2000945" y="91377"/>
                  <a:pt x="2005012" y="86716"/>
                </a:cubicBezTo>
                <a:cubicBezTo>
                  <a:pt x="2009080" y="82054"/>
                  <a:pt x="2011113" y="74948"/>
                  <a:pt x="2011113" y="65397"/>
                </a:cubicBezTo>
                <a:cubicBezTo>
                  <a:pt x="2011113" y="56394"/>
                  <a:pt x="2009068" y="49573"/>
                  <a:pt x="2004978" y="44934"/>
                </a:cubicBezTo>
                <a:cubicBezTo>
                  <a:pt x="2000888" y="40296"/>
                  <a:pt x="1995804" y="37977"/>
                  <a:pt x="1989726" y="37977"/>
                </a:cubicBezTo>
                <a:cubicBezTo>
                  <a:pt x="1983556" y="37977"/>
                  <a:pt x="1978438" y="40285"/>
                  <a:pt x="1974371" y="44900"/>
                </a:cubicBezTo>
                <a:cubicBezTo>
                  <a:pt x="1970303" y="49516"/>
                  <a:pt x="1968270" y="56485"/>
                  <a:pt x="1968270" y="65808"/>
                </a:cubicBezTo>
                <a:close/>
                <a:moveTo>
                  <a:pt x="2051435" y="102208"/>
                </a:moveTo>
                <a:lnTo>
                  <a:pt x="2029156" y="29408"/>
                </a:lnTo>
                <a:lnTo>
                  <a:pt x="2041906" y="29408"/>
                </a:lnTo>
                <a:lnTo>
                  <a:pt x="2053491" y="71429"/>
                </a:lnTo>
                <a:lnTo>
                  <a:pt x="2057810" y="87058"/>
                </a:lnTo>
                <a:cubicBezTo>
                  <a:pt x="2057993" y="86282"/>
                  <a:pt x="2059249" y="81277"/>
                  <a:pt x="2061580" y="72046"/>
                </a:cubicBezTo>
                <a:lnTo>
                  <a:pt x="2073165" y="29408"/>
                </a:lnTo>
                <a:lnTo>
                  <a:pt x="2085847" y="29408"/>
                </a:lnTo>
                <a:lnTo>
                  <a:pt x="2096746" y="71635"/>
                </a:lnTo>
                <a:lnTo>
                  <a:pt x="2100379" y="85550"/>
                </a:lnTo>
                <a:lnTo>
                  <a:pt x="2104561" y="71498"/>
                </a:lnTo>
                <a:lnTo>
                  <a:pt x="2117037" y="29408"/>
                </a:lnTo>
                <a:lnTo>
                  <a:pt x="2129033" y="29408"/>
                </a:lnTo>
                <a:lnTo>
                  <a:pt x="2106275" y="102208"/>
                </a:lnTo>
                <a:lnTo>
                  <a:pt x="2093456" y="102208"/>
                </a:lnTo>
                <a:lnTo>
                  <a:pt x="2081871" y="58610"/>
                </a:lnTo>
                <a:lnTo>
                  <a:pt x="2079060" y="46203"/>
                </a:lnTo>
                <a:lnTo>
                  <a:pt x="2064322" y="102208"/>
                </a:lnTo>
                <a:lnTo>
                  <a:pt x="2051435" y="102208"/>
                </a:lnTo>
                <a:close/>
                <a:moveTo>
                  <a:pt x="2139472" y="15904"/>
                </a:moveTo>
                <a:lnTo>
                  <a:pt x="2139472" y="1714"/>
                </a:lnTo>
                <a:lnTo>
                  <a:pt x="2151810" y="1714"/>
                </a:lnTo>
                <a:lnTo>
                  <a:pt x="2151810" y="15904"/>
                </a:lnTo>
                <a:lnTo>
                  <a:pt x="2139472" y="15904"/>
                </a:lnTo>
                <a:moveTo>
                  <a:pt x="2139472" y="102208"/>
                </a:moveTo>
                <a:lnTo>
                  <a:pt x="2139472" y="29408"/>
                </a:lnTo>
                <a:lnTo>
                  <a:pt x="2151810" y="29408"/>
                </a:lnTo>
                <a:lnTo>
                  <a:pt x="2151810" y="102208"/>
                </a:lnTo>
                <a:lnTo>
                  <a:pt x="2139472" y="102208"/>
                </a:lnTo>
                <a:close/>
                <a:moveTo>
                  <a:pt x="2170893" y="102208"/>
                </a:moveTo>
                <a:lnTo>
                  <a:pt x="2170893" y="29408"/>
                </a:lnTo>
                <a:lnTo>
                  <a:pt x="2181998" y="29408"/>
                </a:lnTo>
                <a:lnTo>
                  <a:pt x="2181998" y="39759"/>
                </a:lnTo>
                <a:cubicBezTo>
                  <a:pt x="2187345" y="31761"/>
                  <a:pt x="2195068" y="27763"/>
                  <a:pt x="2205168" y="27763"/>
                </a:cubicBezTo>
                <a:cubicBezTo>
                  <a:pt x="2209555" y="27763"/>
                  <a:pt x="2213588" y="28551"/>
                  <a:pt x="2217267" y="30128"/>
                </a:cubicBezTo>
                <a:cubicBezTo>
                  <a:pt x="2220945" y="31704"/>
                  <a:pt x="2223699" y="33772"/>
                  <a:pt x="2225527" y="36331"/>
                </a:cubicBezTo>
                <a:cubicBezTo>
                  <a:pt x="2227355" y="38891"/>
                  <a:pt x="2228634" y="41930"/>
                  <a:pt x="2229366" y="45449"/>
                </a:cubicBezTo>
                <a:cubicBezTo>
                  <a:pt x="2229823" y="47734"/>
                  <a:pt x="2230051" y="51732"/>
                  <a:pt x="2230051" y="57445"/>
                </a:cubicBezTo>
                <a:lnTo>
                  <a:pt x="2230051" y="102208"/>
                </a:lnTo>
                <a:lnTo>
                  <a:pt x="2217712" y="102208"/>
                </a:lnTo>
                <a:lnTo>
                  <a:pt x="2217712" y="57925"/>
                </a:lnTo>
                <a:cubicBezTo>
                  <a:pt x="2217712" y="52898"/>
                  <a:pt x="2217232" y="49139"/>
                  <a:pt x="2216273" y="46648"/>
                </a:cubicBezTo>
                <a:cubicBezTo>
                  <a:pt x="2215313" y="44158"/>
                  <a:pt x="2213611" y="42170"/>
                  <a:pt x="2211166" y="40684"/>
                </a:cubicBezTo>
                <a:cubicBezTo>
                  <a:pt x="2208721" y="39199"/>
                  <a:pt x="2205853" y="38457"/>
                  <a:pt x="2202563" y="38457"/>
                </a:cubicBezTo>
                <a:cubicBezTo>
                  <a:pt x="2197307" y="38457"/>
                  <a:pt x="2192771" y="40125"/>
                  <a:pt x="2188956" y="43461"/>
                </a:cubicBezTo>
                <a:cubicBezTo>
                  <a:pt x="2185140" y="46797"/>
                  <a:pt x="2183232" y="53126"/>
                  <a:pt x="2183232" y="62449"/>
                </a:cubicBezTo>
                <a:lnTo>
                  <a:pt x="2183232" y="102208"/>
                </a:lnTo>
                <a:lnTo>
                  <a:pt x="2170893" y="102208"/>
                </a:lnTo>
                <a:close/>
                <a:moveTo>
                  <a:pt x="2246449" y="108240"/>
                </a:moveTo>
                <a:lnTo>
                  <a:pt x="2258445" y="110023"/>
                </a:lnTo>
                <a:cubicBezTo>
                  <a:pt x="2258948" y="113724"/>
                  <a:pt x="2260341" y="116421"/>
                  <a:pt x="2262626" y="118112"/>
                </a:cubicBezTo>
                <a:cubicBezTo>
                  <a:pt x="2265688" y="120397"/>
                  <a:pt x="2269870" y="121539"/>
                  <a:pt x="2275171" y="121539"/>
                </a:cubicBezTo>
                <a:cubicBezTo>
                  <a:pt x="2280884" y="121539"/>
                  <a:pt x="2285294" y="120397"/>
                  <a:pt x="2288401" y="118112"/>
                </a:cubicBezTo>
                <a:cubicBezTo>
                  <a:pt x="2291509" y="115827"/>
                  <a:pt x="2293611" y="112628"/>
                  <a:pt x="2294708" y="108515"/>
                </a:cubicBezTo>
                <a:cubicBezTo>
                  <a:pt x="2295348" y="106001"/>
                  <a:pt x="2295645" y="100723"/>
                  <a:pt x="2295599" y="92680"/>
                </a:cubicBezTo>
                <a:cubicBezTo>
                  <a:pt x="2290206" y="99032"/>
                  <a:pt x="2283489" y="102208"/>
                  <a:pt x="2275445" y="102208"/>
                </a:cubicBezTo>
                <a:cubicBezTo>
                  <a:pt x="2265437" y="102208"/>
                  <a:pt x="2257691" y="98598"/>
                  <a:pt x="2252207" y="91377"/>
                </a:cubicBezTo>
                <a:cubicBezTo>
                  <a:pt x="2246723" y="84156"/>
                  <a:pt x="2243981" y="75496"/>
                  <a:pt x="2243981" y="65397"/>
                </a:cubicBezTo>
                <a:cubicBezTo>
                  <a:pt x="2243981" y="58450"/>
                  <a:pt x="2245238" y="52041"/>
                  <a:pt x="2247751" y="46168"/>
                </a:cubicBezTo>
                <a:cubicBezTo>
                  <a:pt x="2250265" y="40296"/>
                  <a:pt x="2253909" y="35760"/>
                  <a:pt x="2258685" y="32561"/>
                </a:cubicBezTo>
                <a:cubicBezTo>
                  <a:pt x="2263461" y="29362"/>
                  <a:pt x="2269070" y="27763"/>
                  <a:pt x="2275514" y="27763"/>
                </a:cubicBezTo>
                <a:cubicBezTo>
                  <a:pt x="2284105" y="27763"/>
                  <a:pt x="2291189" y="31236"/>
                  <a:pt x="2296764" y="38182"/>
                </a:cubicBezTo>
                <a:lnTo>
                  <a:pt x="2296764" y="29408"/>
                </a:lnTo>
                <a:lnTo>
                  <a:pt x="2308144" y="29408"/>
                </a:lnTo>
                <a:lnTo>
                  <a:pt x="2308144" y="92337"/>
                </a:lnTo>
                <a:cubicBezTo>
                  <a:pt x="2308144" y="103670"/>
                  <a:pt x="2306990" y="111702"/>
                  <a:pt x="2304682" y="116432"/>
                </a:cubicBezTo>
                <a:cubicBezTo>
                  <a:pt x="2302374" y="121162"/>
                  <a:pt x="2298718" y="124898"/>
                  <a:pt x="2293714" y="127640"/>
                </a:cubicBezTo>
                <a:cubicBezTo>
                  <a:pt x="2288710" y="130382"/>
                  <a:pt x="2282552" y="131753"/>
                  <a:pt x="2275240" y="131753"/>
                </a:cubicBezTo>
                <a:cubicBezTo>
                  <a:pt x="2266557" y="131753"/>
                  <a:pt x="2259542" y="129799"/>
                  <a:pt x="2254195" y="125892"/>
                </a:cubicBezTo>
                <a:cubicBezTo>
                  <a:pt x="2248848" y="121985"/>
                  <a:pt x="2246266" y="116101"/>
                  <a:pt x="2246449" y="108240"/>
                </a:cubicBezTo>
                <a:moveTo>
                  <a:pt x="2256663" y="64505"/>
                </a:moveTo>
                <a:cubicBezTo>
                  <a:pt x="2256663" y="74057"/>
                  <a:pt x="2258559" y="81026"/>
                  <a:pt x="2262352" y="85413"/>
                </a:cubicBezTo>
                <a:cubicBezTo>
                  <a:pt x="2266145" y="89800"/>
                  <a:pt x="2270898" y="91994"/>
                  <a:pt x="2276611" y="91994"/>
                </a:cubicBezTo>
                <a:cubicBezTo>
                  <a:pt x="2282277" y="91994"/>
                  <a:pt x="2287030" y="89812"/>
                  <a:pt x="2290869" y="85447"/>
                </a:cubicBezTo>
                <a:cubicBezTo>
                  <a:pt x="2294708" y="81083"/>
                  <a:pt x="2296627" y="74240"/>
                  <a:pt x="2296627" y="64917"/>
                </a:cubicBezTo>
                <a:cubicBezTo>
                  <a:pt x="2296627" y="56005"/>
                  <a:pt x="2294651" y="49287"/>
                  <a:pt x="2290698" y="44763"/>
                </a:cubicBezTo>
                <a:cubicBezTo>
                  <a:pt x="2286745" y="40239"/>
                  <a:pt x="2281980" y="37977"/>
                  <a:pt x="2276405" y="37977"/>
                </a:cubicBezTo>
                <a:cubicBezTo>
                  <a:pt x="2270921" y="37977"/>
                  <a:pt x="2266260" y="40205"/>
                  <a:pt x="2262421" y="44660"/>
                </a:cubicBezTo>
                <a:cubicBezTo>
                  <a:pt x="2258582" y="49116"/>
                  <a:pt x="2256663" y="55731"/>
                  <a:pt x="2256663" y="645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statementsismorelikelytobetrue?">
            <a:extLst xmlns:a="http://schemas.openxmlformats.org/drawingml/2006/main">
              <a:ext uri="{FF2B5EF4-FFF2-40B4-BE49-F238E27FC236}">
                <a16:creationId xmlns:a16="http://schemas.microsoft.com/office/drawing/2014/main" id="{2A08029F-752A-4E7E-8931-65604852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32" y="6183080"/>
            <a:ext cx="2224667" cy="131753"/>
          </a:xfrm>
          <a:custGeom xmlns:a="http://schemas.openxmlformats.org/drawingml/2006/main">
            <a:pathLst>
              <a:path w="2224667" h="131753">
                <a:moveTo>
                  <a:pt x="0" y="80478"/>
                </a:moveTo>
                <a:lnTo>
                  <a:pt x="12202" y="78558"/>
                </a:lnTo>
                <a:cubicBezTo>
                  <a:pt x="12887" y="83448"/>
                  <a:pt x="14795" y="87196"/>
                  <a:pt x="17926" y="89800"/>
                </a:cubicBezTo>
                <a:cubicBezTo>
                  <a:pt x="21056" y="92405"/>
                  <a:pt x="25432" y="93708"/>
                  <a:pt x="31053" y="93708"/>
                </a:cubicBezTo>
                <a:cubicBezTo>
                  <a:pt x="36720" y="93708"/>
                  <a:pt x="40924" y="92554"/>
                  <a:pt x="43666" y="90246"/>
                </a:cubicBezTo>
                <a:cubicBezTo>
                  <a:pt x="46408" y="87938"/>
                  <a:pt x="47779" y="85230"/>
                  <a:pt x="47779" y="82123"/>
                </a:cubicBezTo>
                <a:cubicBezTo>
                  <a:pt x="47779" y="79335"/>
                  <a:pt x="46568" y="77142"/>
                  <a:pt x="44146" y="75542"/>
                </a:cubicBezTo>
                <a:cubicBezTo>
                  <a:pt x="42455" y="74445"/>
                  <a:pt x="38251" y="73051"/>
                  <a:pt x="31533" y="71360"/>
                </a:cubicBezTo>
                <a:cubicBezTo>
                  <a:pt x="22484" y="69075"/>
                  <a:pt x="16212" y="67099"/>
                  <a:pt x="12716" y="65431"/>
                </a:cubicBezTo>
                <a:cubicBezTo>
                  <a:pt x="9220" y="63763"/>
                  <a:pt x="6569" y="61455"/>
                  <a:pt x="4764" y="58507"/>
                </a:cubicBezTo>
                <a:cubicBezTo>
                  <a:pt x="2959" y="55560"/>
                  <a:pt x="2056" y="52304"/>
                  <a:pt x="2056" y="48739"/>
                </a:cubicBezTo>
                <a:cubicBezTo>
                  <a:pt x="2056" y="45494"/>
                  <a:pt x="2799" y="42490"/>
                  <a:pt x="4284" y="39725"/>
                </a:cubicBezTo>
                <a:cubicBezTo>
                  <a:pt x="5770" y="36960"/>
                  <a:pt x="7792" y="34663"/>
                  <a:pt x="10351" y="32835"/>
                </a:cubicBezTo>
                <a:cubicBezTo>
                  <a:pt x="12270" y="31419"/>
                  <a:pt x="14887" y="30219"/>
                  <a:pt x="18200" y="29237"/>
                </a:cubicBezTo>
                <a:cubicBezTo>
                  <a:pt x="21513" y="28254"/>
                  <a:pt x="25066" y="27763"/>
                  <a:pt x="28860" y="27763"/>
                </a:cubicBezTo>
                <a:cubicBezTo>
                  <a:pt x="34572" y="27763"/>
                  <a:pt x="39588" y="28585"/>
                  <a:pt x="43906" y="30231"/>
                </a:cubicBezTo>
                <a:cubicBezTo>
                  <a:pt x="48225" y="31876"/>
                  <a:pt x="51412" y="34104"/>
                  <a:pt x="53469" y="36914"/>
                </a:cubicBezTo>
                <a:cubicBezTo>
                  <a:pt x="55525" y="39725"/>
                  <a:pt x="56942" y="43484"/>
                  <a:pt x="57719" y="48191"/>
                </a:cubicBezTo>
                <a:lnTo>
                  <a:pt x="45654" y="49836"/>
                </a:lnTo>
                <a:cubicBezTo>
                  <a:pt x="45106" y="46088"/>
                  <a:pt x="43518" y="43164"/>
                  <a:pt x="40890" y="41061"/>
                </a:cubicBezTo>
                <a:cubicBezTo>
                  <a:pt x="38262" y="38959"/>
                  <a:pt x="34549" y="37908"/>
                  <a:pt x="29751" y="37908"/>
                </a:cubicBezTo>
                <a:cubicBezTo>
                  <a:pt x="24084" y="37908"/>
                  <a:pt x="20039" y="38845"/>
                  <a:pt x="17617" y="40719"/>
                </a:cubicBezTo>
                <a:cubicBezTo>
                  <a:pt x="15195" y="42592"/>
                  <a:pt x="13984" y="44786"/>
                  <a:pt x="13984" y="47299"/>
                </a:cubicBezTo>
                <a:cubicBezTo>
                  <a:pt x="13984" y="48899"/>
                  <a:pt x="14487" y="50338"/>
                  <a:pt x="15492" y="51618"/>
                </a:cubicBezTo>
                <a:cubicBezTo>
                  <a:pt x="16498" y="52943"/>
                  <a:pt x="18074" y="54040"/>
                  <a:pt x="20222" y="54908"/>
                </a:cubicBezTo>
                <a:cubicBezTo>
                  <a:pt x="21456" y="55365"/>
                  <a:pt x="25089" y="56417"/>
                  <a:pt x="31122" y="58062"/>
                </a:cubicBezTo>
                <a:cubicBezTo>
                  <a:pt x="39850" y="60392"/>
                  <a:pt x="45940" y="62300"/>
                  <a:pt x="49390" y="63786"/>
                </a:cubicBezTo>
                <a:cubicBezTo>
                  <a:pt x="52841" y="65271"/>
                  <a:pt x="55548" y="67430"/>
                  <a:pt x="57513" y="70264"/>
                </a:cubicBezTo>
                <a:cubicBezTo>
                  <a:pt x="59478" y="73097"/>
                  <a:pt x="60461" y="76616"/>
                  <a:pt x="60461" y="80820"/>
                </a:cubicBezTo>
                <a:cubicBezTo>
                  <a:pt x="60461" y="84933"/>
                  <a:pt x="59261" y="88806"/>
                  <a:pt x="56862" y="92440"/>
                </a:cubicBezTo>
                <a:cubicBezTo>
                  <a:pt x="54463" y="96073"/>
                  <a:pt x="51001" y="98883"/>
                  <a:pt x="46477" y="100871"/>
                </a:cubicBezTo>
                <a:cubicBezTo>
                  <a:pt x="41953" y="102859"/>
                  <a:pt x="36834" y="103853"/>
                  <a:pt x="31122" y="103853"/>
                </a:cubicBezTo>
                <a:cubicBezTo>
                  <a:pt x="21662" y="103853"/>
                  <a:pt x="14453" y="101888"/>
                  <a:pt x="9494" y="97958"/>
                </a:cubicBezTo>
                <a:cubicBezTo>
                  <a:pt x="4536" y="94028"/>
                  <a:pt x="1371" y="88201"/>
                  <a:pt x="0" y="80478"/>
                </a:cubicBezTo>
                <a:close/>
                <a:moveTo>
                  <a:pt x="101818" y="91171"/>
                </a:moveTo>
                <a:lnTo>
                  <a:pt x="103600" y="102071"/>
                </a:lnTo>
                <a:cubicBezTo>
                  <a:pt x="100127" y="102802"/>
                  <a:pt x="97020" y="103168"/>
                  <a:pt x="94278" y="103168"/>
                </a:cubicBezTo>
                <a:cubicBezTo>
                  <a:pt x="89799" y="103168"/>
                  <a:pt x="86326" y="102459"/>
                  <a:pt x="83858" y="101043"/>
                </a:cubicBezTo>
                <a:cubicBezTo>
                  <a:pt x="81390" y="99626"/>
                  <a:pt x="79654" y="97764"/>
                  <a:pt x="78648" y="95456"/>
                </a:cubicBezTo>
                <a:cubicBezTo>
                  <a:pt x="77643" y="93148"/>
                  <a:pt x="77140" y="88292"/>
                  <a:pt x="77140" y="80889"/>
                </a:cubicBezTo>
                <a:lnTo>
                  <a:pt x="77140" y="39005"/>
                </a:lnTo>
                <a:lnTo>
                  <a:pt x="68092" y="39005"/>
                </a:lnTo>
                <a:lnTo>
                  <a:pt x="68092" y="29408"/>
                </a:lnTo>
                <a:lnTo>
                  <a:pt x="77140" y="29408"/>
                </a:lnTo>
                <a:lnTo>
                  <a:pt x="77140" y="11379"/>
                </a:lnTo>
                <a:lnTo>
                  <a:pt x="89411" y="3976"/>
                </a:lnTo>
                <a:lnTo>
                  <a:pt x="89411" y="29408"/>
                </a:lnTo>
                <a:lnTo>
                  <a:pt x="101818" y="29408"/>
                </a:lnTo>
                <a:lnTo>
                  <a:pt x="101818" y="39005"/>
                </a:lnTo>
                <a:lnTo>
                  <a:pt x="89411" y="39005"/>
                </a:lnTo>
                <a:lnTo>
                  <a:pt x="89411" y="81574"/>
                </a:lnTo>
                <a:cubicBezTo>
                  <a:pt x="89411" y="85093"/>
                  <a:pt x="89628" y="87355"/>
                  <a:pt x="90062" y="88361"/>
                </a:cubicBezTo>
                <a:cubicBezTo>
                  <a:pt x="90496" y="89366"/>
                  <a:pt x="91204" y="90166"/>
                  <a:pt x="92187" y="90760"/>
                </a:cubicBezTo>
                <a:cubicBezTo>
                  <a:pt x="93169" y="91354"/>
                  <a:pt x="94575" y="91651"/>
                  <a:pt x="96403" y="91651"/>
                </a:cubicBezTo>
                <a:cubicBezTo>
                  <a:pt x="97774" y="91651"/>
                  <a:pt x="99579" y="91491"/>
                  <a:pt x="101818" y="91171"/>
                </a:cubicBezTo>
                <a:close/>
                <a:moveTo>
                  <a:pt x="160878" y="93228"/>
                </a:moveTo>
                <a:cubicBezTo>
                  <a:pt x="156308" y="97112"/>
                  <a:pt x="151910" y="99854"/>
                  <a:pt x="147682" y="101454"/>
                </a:cubicBezTo>
                <a:cubicBezTo>
                  <a:pt x="143455" y="103053"/>
                  <a:pt x="138919" y="103853"/>
                  <a:pt x="134075" y="103853"/>
                </a:cubicBezTo>
                <a:cubicBezTo>
                  <a:pt x="126078" y="103853"/>
                  <a:pt x="119931" y="101899"/>
                  <a:pt x="115635" y="97992"/>
                </a:cubicBezTo>
                <a:cubicBezTo>
                  <a:pt x="111339" y="94085"/>
                  <a:pt x="109191" y="89092"/>
                  <a:pt x="109191" y="83014"/>
                </a:cubicBezTo>
                <a:cubicBezTo>
                  <a:pt x="109191" y="79449"/>
                  <a:pt x="110003" y="76193"/>
                  <a:pt x="111625" y="73246"/>
                </a:cubicBezTo>
                <a:cubicBezTo>
                  <a:pt x="113247" y="70298"/>
                  <a:pt x="115372" y="67933"/>
                  <a:pt x="118000" y="66151"/>
                </a:cubicBezTo>
                <a:cubicBezTo>
                  <a:pt x="120628" y="64368"/>
                  <a:pt x="123587" y="63020"/>
                  <a:pt x="126877" y="62106"/>
                </a:cubicBezTo>
                <a:cubicBezTo>
                  <a:pt x="129299" y="61466"/>
                  <a:pt x="132955" y="60849"/>
                  <a:pt x="137845" y="60255"/>
                </a:cubicBezTo>
                <a:cubicBezTo>
                  <a:pt x="147808" y="59067"/>
                  <a:pt x="155143" y="57650"/>
                  <a:pt x="159850" y="56005"/>
                </a:cubicBezTo>
                <a:cubicBezTo>
                  <a:pt x="159896" y="54314"/>
                  <a:pt x="159918" y="53240"/>
                  <a:pt x="159918" y="52783"/>
                </a:cubicBezTo>
                <a:cubicBezTo>
                  <a:pt x="159918" y="47756"/>
                  <a:pt x="158753" y="44215"/>
                  <a:pt x="156422" y="42158"/>
                </a:cubicBezTo>
                <a:cubicBezTo>
                  <a:pt x="153269" y="39371"/>
                  <a:pt x="148585" y="37977"/>
                  <a:pt x="142370" y="37977"/>
                </a:cubicBezTo>
                <a:cubicBezTo>
                  <a:pt x="136566" y="37977"/>
                  <a:pt x="132281" y="38993"/>
                  <a:pt x="129517" y="41027"/>
                </a:cubicBezTo>
                <a:cubicBezTo>
                  <a:pt x="126752" y="43061"/>
                  <a:pt x="124707" y="46660"/>
                  <a:pt x="123381" y="51824"/>
                </a:cubicBezTo>
                <a:lnTo>
                  <a:pt x="111317" y="50179"/>
                </a:lnTo>
                <a:cubicBezTo>
                  <a:pt x="112413" y="45014"/>
                  <a:pt x="114218" y="40844"/>
                  <a:pt x="116732" y="37668"/>
                </a:cubicBezTo>
                <a:cubicBezTo>
                  <a:pt x="119245" y="34492"/>
                  <a:pt x="122879" y="32047"/>
                  <a:pt x="127631" y="30333"/>
                </a:cubicBezTo>
                <a:cubicBezTo>
                  <a:pt x="132384" y="28620"/>
                  <a:pt x="137891" y="27763"/>
                  <a:pt x="144152" y="27763"/>
                </a:cubicBezTo>
                <a:cubicBezTo>
                  <a:pt x="150367" y="27763"/>
                  <a:pt x="155417" y="28494"/>
                  <a:pt x="159301" y="29956"/>
                </a:cubicBezTo>
                <a:cubicBezTo>
                  <a:pt x="163186" y="31419"/>
                  <a:pt x="166042" y="33258"/>
                  <a:pt x="167870" y="35475"/>
                </a:cubicBezTo>
                <a:cubicBezTo>
                  <a:pt x="169698" y="37691"/>
                  <a:pt x="170978" y="40490"/>
                  <a:pt x="171709" y="43872"/>
                </a:cubicBezTo>
                <a:cubicBezTo>
                  <a:pt x="172120" y="45974"/>
                  <a:pt x="172326" y="49767"/>
                  <a:pt x="172326" y="55251"/>
                </a:cubicBezTo>
                <a:lnTo>
                  <a:pt x="172326" y="71703"/>
                </a:lnTo>
                <a:cubicBezTo>
                  <a:pt x="172326" y="83174"/>
                  <a:pt x="172589" y="90429"/>
                  <a:pt x="173114" y="93468"/>
                </a:cubicBezTo>
                <a:cubicBezTo>
                  <a:pt x="173640" y="96507"/>
                  <a:pt x="174680" y="99420"/>
                  <a:pt x="176233" y="102208"/>
                </a:cubicBezTo>
                <a:lnTo>
                  <a:pt x="163346" y="102208"/>
                </a:lnTo>
                <a:cubicBezTo>
                  <a:pt x="162066" y="99649"/>
                  <a:pt x="161244" y="96655"/>
                  <a:pt x="160878" y="93228"/>
                </a:cubicBezTo>
                <a:moveTo>
                  <a:pt x="159850" y="65671"/>
                </a:moveTo>
                <a:cubicBezTo>
                  <a:pt x="155371" y="67499"/>
                  <a:pt x="148653" y="69053"/>
                  <a:pt x="139696" y="70332"/>
                </a:cubicBezTo>
                <a:cubicBezTo>
                  <a:pt x="134624" y="71063"/>
                  <a:pt x="131036" y="71886"/>
                  <a:pt x="128934" y="72800"/>
                </a:cubicBezTo>
                <a:cubicBezTo>
                  <a:pt x="126832" y="73714"/>
                  <a:pt x="125209" y="75051"/>
                  <a:pt x="124067" y="76810"/>
                </a:cubicBezTo>
                <a:cubicBezTo>
                  <a:pt x="122924" y="78570"/>
                  <a:pt x="122353" y="80523"/>
                  <a:pt x="122353" y="82671"/>
                </a:cubicBezTo>
                <a:cubicBezTo>
                  <a:pt x="122353" y="85962"/>
                  <a:pt x="123598" y="88704"/>
                  <a:pt x="126089" y="90897"/>
                </a:cubicBezTo>
                <a:cubicBezTo>
                  <a:pt x="128580" y="93091"/>
                  <a:pt x="132224" y="94188"/>
                  <a:pt x="137023" y="94188"/>
                </a:cubicBezTo>
                <a:cubicBezTo>
                  <a:pt x="141776" y="94188"/>
                  <a:pt x="146003" y="93148"/>
                  <a:pt x="149704" y="91069"/>
                </a:cubicBezTo>
                <a:cubicBezTo>
                  <a:pt x="153406" y="88989"/>
                  <a:pt x="156125" y="86144"/>
                  <a:pt x="157862" y="82534"/>
                </a:cubicBezTo>
                <a:cubicBezTo>
                  <a:pt x="159187" y="79746"/>
                  <a:pt x="159850" y="75633"/>
                  <a:pt x="159850" y="70195"/>
                </a:cubicBezTo>
                <a:lnTo>
                  <a:pt x="159850" y="65671"/>
                </a:lnTo>
                <a:close/>
                <a:moveTo>
                  <a:pt x="218117" y="91171"/>
                </a:moveTo>
                <a:lnTo>
                  <a:pt x="219900" y="102071"/>
                </a:lnTo>
                <a:cubicBezTo>
                  <a:pt x="216427" y="102802"/>
                  <a:pt x="213319" y="103168"/>
                  <a:pt x="210577" y="103168"/>
                </a:cubicBezTo>
                <a:cubicBezTo>
                  <a:pt x="206098" y="103168"/>
                  <a:pt x="202625" y="102459"/>
                  <a:pt x="200157" y="101043"/>
                </a:cubicBezTo>
                <a:cubicBezTo>
                  <a:pt x="197690" y="99626"/>
                  <a:pt x="195953" y="97764"/>
                  <a:pt x="194948" y="95456"/>
                </a:cubicBezTo>
                <a:cubicBezTo>
                  <a:pt x="193942" y="93148"/>
                  <a:pt x="193439" y="88292"/>
                  <a:pt x="193439" y="80889"/>
                </a:cubicBezTo>
                <a:lnTo>
                  <a:pt x="193439" y="39005"/>
                </a:lnTo>
                <a:lnTo>
                  <a:pt x="184391" y="39005"/>
                </a:lnTo>
                <a:lnTo>
                  <a:pt x="184391" y="29408"/>
                </a:lnTo>
                <a:lnTo>
                  <a:pt x="193439" y="29408"/>
                </a:lnTo>
                <a:lnTo>
                  <a:pt x="193439" y="11379"/>
                </a:lnTo>
                <a:lnTo>
                  <a:pt x="205710" y="3976"/>
                </a:lnTo>
                <a:lnTo>
                  <a:pt x="205710" y="29408"/>
                </a:lnTo>
                <a:lnTo>
                  <a:pt x="218117" y="29408"/>
                </a:lnTo>
                <a:lnTo>
                  <a:pt x="218117" y="39005"/>
                </a:lnTo>
                <a:lnTo>
                  <a:pt x="205710" y="39005"/>
                </a:lnTo>
                <a:lnTo>
                  <a:pt x="205710" y="81574"/>
                </a:lnTo>
                <a:cubicBezTo>
                  <a:pt x="205710" y="85093"/>
                  <a:pt x="205927" y="87355"/>
                  <a:pt x="206361" y="88361"/>
                </a:cubicBezTo>
                <a:cubicBezTo>
                  <a:pt x="206795" y="89366"/>
                  <a:pt x="207504" y="90166"/>
                  <a:pt x="208486" y="90760"/>
                </a:cubicBezTo>
                <a:cubicBezTo>
                  <a:pt x="209469" y="91354"/>
                  <a:pt x="210874" y="91651"/>
                  <a:pt x="212702" y="91651"/>
                </a:cubicBezTo>
                <a:cubicBezTo>
                  <a:pt x="214073" y="91651"/>
                  <a:pt x="215878" y="91491"/>
                  <a:pt x="218117" y="91171"/>
                </a:cubicBezTo>
                <a:close/>
                <a:moveTo>
                  <a:pt x="279508" y="78764"/>
                </a:moveTo>
                <a:lnTo>
                  <a:pt x="292258" y="80341"/>
                </a:lnTo>
                <a:cubicBezTo>
                  <a:pt x="290248" y="87790"/>
                  <a:pt x="286523" y="93571"/>
                  <a:pt x="281085" y="97684"/>
                </a:cubicBezTo>
                <a:cubicBezTo>
                  <a:pt x="275646" y="101797"/>
                  <a:pt x="268700" y="103853"/>
                  <a:pt x="260246" y="103853"/>
                </a:cubicBezTo>
                <a:cubicBezTo>
                  <a:pt x="249597" y="103853"/>
                  <a:pt x="241154" y="100574"/>
                  <a:pt x="234916" y="94016"/>
                </a:cubicBezTo>
                <a:cubicBezTo>
                  <a:pt x="228678" y="87458"/>
                  <a:pt x="225559" y="78261"/>
                  <a:pt x="225559" y="66425"/>
                </a:cubicBezTo>
                <a:cubicBezTo>
                  <a:pt x="225559" y="54177"/>
                  <a:pt x="228713" y="44672"/>
                  <a:pt x="235019" y="37908"/>
                </a:cubicBezTo>
                <a:cubicBezTo>
                  <a:pt x="241326" y="31145"/>
                  <a:pt x="249506" y="27763"/>
                  <a:pt x="259560" y="27763"/>
                </a:cubicBezTo>
                <a:cubicBezTo>
                  <a:pt x="269294" y="27763"/>
                  <a:pt x="277246" y="31076"/>
                  <a:pt x="283415" y="37702"/>
                </a:cubicBezTo>
                <a:cubicBezTo>
                  <a:pt x="289585" y="44329"/>
                  <a:pt x="292670" y="53652"/>
                  <a:pt x="292670" y="65671"/>
                </a:cubicBezTo>
                <a:cubicBezTo>
                  <a:pt x="292670" y="66402"/>
                  <a:pt x="292647" y="67499"/>
                  <a:pt x="292601" y="68961"/>
                </a:cubicBezTo>
                <a:lnTo>
                  <a:pt x="238310" y="68961"/>
                </a:lnTo>
                <a:cubicBezTo>
                  <a:pt x="238767" y="76959"/>
                  <a:pt x="241029" y="83083"/>
                  <a:pt x="245096" y="87333"/>
                </a:cubicBezTo>
                <a:cubicBezTo>
                  <a:pt x="249163" y="91583"/>
                  <a:pt x="254236" y="93708"/>
                  <a:pt x="260314" y="93708"/>
                </a:cubicBezTo>
                <a:cubicBezTo>
                  <a:pt x="264838" y="93708"/>
                  <a:pt x="268700" y="92520"/>
                  <a:pt x="271899" y="90143"/>
                </a:cubicBezTo>
                <a:cubicBezTo>
                  <a:pt x="275098" y="87767"/>
                  <a:pt x="277634" y="83974"/>
                  <a:pt x="279508" y="78764"/>
                </a:cubicBezTo>
                <a:moveTo>
                  <a:pt x="238995" y="58816"/>
                </a:moveTo>
                <a:lnTo>
                  <a:pt x="279645" y="58816"/>
                </a:lnTo>
                <a:cubicBezTo>
                  <a:pt x="279097" y="52692"/>
                  <a:pt x="277543" y="48099"/>
                  <a:pt x="274984" y="45037"/>
                </a:cubicBezTo>
                <a:cubicBezTo>
                  <a:pt x="271054" y="40285"/>
                  <a:pt x="265958" y="37908"/>
                  <a:pt x="259697" y="37908"/>
                </a:cubicBezTo>
                <a:cubicBezTo>
                  <a:pt x="254030" y="37908"/>
                  <a:pt x="249266" y="39805"/>
                  <a:pt x="245405" y="43598"/>
                </a:cubicBezTo>
                <a:cubicBezTo>
                  <a:pt x="241543" y="47391"/>
                  <a:pt x="239406" y="52464"/>
                  <a:pt x="238995" y="58816"/>
                </a:cubicBezTo>
                <a:close/>
                <a:moveTo>
                  <a:pt x="307477" y="102208"/>
                </a:moveTo>
                <a:lnTo>
                  <a:pt x="307477" y="29408"/>
                </a:lnTo>
                <a:lnTo>
                  <a:pt x="318513" y="29408"/>
                </a:lnTo>
                <a:lnTo>
                  <a:pt x="318513" y="39622"/>
                </a:lnTo>
                <a:cubicBezTo>
                  <a:pt x="320798" y="36057"/>
                  <a:pt x="323837" y="33190"/>
                  <a:pt x="327630" y="31019"/>
                </a:cubicBezTo>
                <a:cubicBezTo>
                  <a:pt x="331423" y="28848"/>
                  <a:pt x="335742" y="27763"/>
                  <a:pt x="340586" y="27763"/>
                </a:cubicBezTo>
                <a:cubicBezTo>
                  <a:pt x="345979" y="27763"/>
                  <a:pt x="350400" y="28882"/>
                  <a:pt x="353851" y="31122"/>
                </a:cubicBezTo>
                <a:cubicBezTo>
                  <a:pt x="357301" y="33361"/>
                  <a:pt x="359734" y="36491"/>
                  <a:pt x="361151" y="40513"/>
                </a:cubicBezTo>
                <a:cubicBezTo>
                  <a:pt x="366909" y="32013"/>
                  <a:pt x="374404" y="27763"/>
                  <a:pt x="383636" y="27763"/>
                </a:cubicBezTo>
                <a:cubicBezTo>
                  <a:pt x="390856" y="27763"/>
                  <a:pt x="396409" y="29762"/>
                  <a:pt x="400293" y="33761"/>
                </a:cubicBezTo>
                <a:cubicBezTo>
                  <a:pt x="404178" y="37760"/>
                  <a:pt x="406120" y="43918"/>
                  <a:pt x="406120" y="52235"/>
                </a:cubicBezTo>
                <a:lnTo>
                  <a:pt x="406120" y="102208"/>
                </a:lnTo>
                <a:lnTo>
                  <a:pt x="393849" y="102208"/>
                </a:lnTo>
                <a:lnTo>
                  <a:pt x="393849" y="56348"/>
                </a:lnTo>
                <a:cubicBezTo>
                  <a:pt x="393849" y="51412"/>
                  <a:pt x="393450" y="47859"/>
                  <a:pt x="392650" y="45689"/>
                </a:cubicBezTo>
                <a:cubicBezTo>
                  <a:pt x="391850" y="43518"/>
                  <a:pt x="390399" y="41770"/>
                  <a:pt x="388297" y="40444"/>
                </a:cubicBezTo>
                <a:cubicBezTo>
                  <a:pt x="386195" y="39119"/>
                  <a:pt x="383727" y="38457"/>
                  <a:pt x="380894" y="38457"/>
                </a:cubicBezTo>
                <a:cubicBezTo>
                  <a:pt x="375775" y="38457"/>
                  <a:pt x="371525" y="40159"/>
                  <a:pt x="368143" y="43563"/>
                </a:cubicBezTo>
                <a:cubicBezTo>
                  <a:pt x="364761" y="46968"/>
                  <a:pt x="363071" y="52418"/>
                  <a:pt x="363071" y="59913"/>
                </a:cubicBezTo>
                <a:lnTo>
                  <a:pt x="363071" y="102208"/>
                </a:lnTo>
                <a:lnTo>
                  <a:pt x="350732" y="102208"/>
                </a:lnTo>
                <a:lnTo>
                  <a:pt x="350732" y="54908"/>
                </a:lnTo>
                <a:cubicBezTo>
                  <a:pt x="350732" y="49424"/>
                  <a:pt x="349726" y="45312"/>
                  <a:pt x="347715" y="42570"/>
                </a:cubicBezTo>
                <a:cubicBezTo>
                  <a:pt x="345705" y="39828"/>
                  <a:pt x="342414" y="38457"/>
                  <a:pt x="337844" y="38457"/>
                </a:cubicBezTo>
                <a:cubicBezTo>
                  <a:pt x="334371" y="38457"/>
                  <a:pt x="331161" y="39371"/>
                  <a:pt x="328213" y="41199"/>
                </a:cubicBezTo>
                <a:cubicBezTo>
                  <a:pt x="325265" y="43027"/>
                  <a:pt x="323129" y="45700"/>
                  <a:pt x="321804" y="49219"/>
                </a:cubicBezTo>
                <a:cubicBezTo>
                  <a:pt x="320478" y="52738"/>
                  <a:pt x="319816" y="57810"/>
                  <a:pt x="319816" y="64437"/>
                </a:cubicBezTo>
                <a:lnTo>
                  <a:pt x="319816" y="102208"/>
                </a:lnTo>
                <a:lnTo>
                  <a:pt x="307477" y="102208"/>
                </a:lnTo>
                <a:close/>
                <a:moveTo>
                  <a:pt x="473584" y="78764"/>
                </a:moveTo>
                <a:lnTo>
                  <a:pt x="486334" y="80341"/>
                </a:lnTo>
                <a:cubicBezTo>
                  <a:pt x="484323" y="87790"/>
                  <a:pt x="480599" y="93571"/>
                  <a:pt x="475160" y="97684"/>
                </a:cubicBezTo>
                <a:cubicBezTo>
                  <a:pt x="469722" y="101797"/>
                  <a:pt x="462776" y="103853"/>
                  <a:pt x="454321" y="103853"/>
                </a:cubicBezTo>
                <a:cubicBezTo>
                  <a:pt x="443673" y="103853"/>
                  <a:pt x="435230" y="100574"/>
                  <a:pt x="428992" y="94016"/>
                </a:cubicBezTo>
                <a:cubicBezTo>
                  <a:pt x="422754" y="87458"/>
                  <a:pt x="419635" y="78261"/>
                  <a:pt x="419635" y="66425"/>
                </a:cubicBezTo>
                <a:cubicBezTo>
                  <a:pt x="419635" y="54177"/>
                  <a:pt x="422788" y="44672"/>
                  <a:pt x="429095" y="37908"/>
                </a:cubicBezTo>
                <a:cubicBezTo>
                  <a:pt x="435401" y="31145"/>
                  <a:pt x="443582" y="27763"/>
                  <a:pt x="453636" y="27763"/>
                </a:cubicBezTo>
                <a:cubicBezTo>
                  <a:pt x="463370" y="27763"/>
                  <a:pt x="471321" y="31076"/>
                  <a:pt x="477491" y="37702"/>
                </a:cubicBezTo>
                <a:cubicBezTo>
                  <a:pt x="483660" y="44329"/>
                  <a:pt x="486745" y="53652"/>
                  <a:pt x="486745" y="65671"/>
                </a:cubicBezTo>
                <a:cubicBezTo>
                  <a:pt x="486745" y="66402"/>
                  <a:pt x="486722" y="67499"/>
                  <a:pt x="486677" y="68961"/>
                </a:cubicBezTo>
                <a:lnTo>
                  <a:pt x="432385" y="68961"/>
                </a:lnTo>
                <a:cubicBezTo>
                  <a:pt x="432842" y="76959"/>
                  <a:pt x="435104" y="83083"/>
                  <a:pt x="439172" y="87333"/>
                </a:cubicBezTo>
                <a:cubicBezTo>
                  <a:pt x="443239" y="91583"/>
                  <a:pt x="448312" y="93708"/>
                  <a:pt x="454390" y="93708"/>
                </a:cubicBezTo>
                <a:cubicBezTo>
                  <a:pt x="458914" y="93708"/>
                  <a:pt x="462776" y="92520"/>
                  <a:pt x="465975" y="90143"/>
                </a:cubicBezTo>
                <a:cubicBezTo>
                  <a:pt x="469174" y="87767"/>
                  <a:pt x="471710" y="83974"/>
                  <a:pt x="473584" y="78764"/>
                </a:cubicBezTo>
                <a:moveTo>
                  <a:pt x="433071" y="58816"/>
                </a:moveTo>
                <a:lnTo>
                  <a:pt x="473721" y="58816"/>
                </a:lnTo>
                <a:cubicBezTo>
                  <a:pt x="473172" y="52692"/>
                  <a:pt x="471619" y="48099"/>
                  <a:pt x="469059" y="45037"/>
                </a:cubicBezTo>
                <a:cubicBezTo>
                  <a:pt x="465129" y="40285"/>
                  <a:pt x="460034" y="37908"/>
                  <a:pt x="453773" y="37908"/>
                </a:cubicBezTo>
                <a:cubicBezTo>
                  <a:pt x="448106" y="37908"/>
                  <a:pt x="443342" y="39805"/>
                  <a:pt x="439480" y="43598"/>
                </a:cubicBezTo>
                <a:cubicBezTo>
                  <a:pt x="435618" y="47391"/>
                  <a:pt x="433482" y="52464"/>
                  <a:pt x="433071" y="58816"/>
                </a:cubicBezTo>
                <a:close/>
                <a:moveTo>
                  <a:pt x="501552" y="102208"/>
                </a:moveTo>
                <a:lnTo>
                  <a:pt x="501552" y="29408"/>
                </a:lnTo>
                <a:lnTo>
                  <a:pt x="512657" y="29408"/>
                </a:lnTo>
                <a:lnTo>
                  <a:pt x="512657" y="39759"/>
                </a:lnTo>
                <a:cubicBezTo>
                  <a:pt x="518004" y="31761"/>
                  <a:pt x="525727" y="27763"/>
                  <a:pt x="535827" y="27763"/>
                </a:cubicBezTo>
                <a:cubicBezTo>
                  <a:pt x="540214" y="27763"/>
                  <a:pt x="544247" y="28551"/>
                  <a:pt x="547926" y="30128"/>
                </a:cubicBezTo>
                <a:cubicBezTo>
                  <a:pt x="551605" y="31704"/>
                  <a:pt x="554358" y="33772"/>
                  <a:pt x="556186" y="36331"/>
                </a:cubicBezTo>
                <a:cubicBezTo>
                  <a:pt x="558014" y="38891"/>
                  <a:pt x="559294" y="41930"/>
                  <a:pt x="560025" y="45449"/>
                </a:cubicBezTo>
                <a:cubicBezTo>
                  <a:pt x="560482" y="47734"/>
                  <a:pt x="560711" y="51732"/>
                  <a:pt x="560711" y="57445"/>
                </a:cubicBezTo>
                <a:lnTo>
                  <a:pt x="560711" y="102208"/>
                </a:lnTo>
                <a:lnTo>
                  <a:pt x="548372" y="102208"/>
                </a:lnTo>
                <a:lnTo>
                  <a:pt x="548372" y="57925"/>
                </a:lnTo>
                <a:cubicBezTo>
                  <a:pt x="548372" y="52898"/>
                  <a:pt x="547892" y="49139"/>
                  <a:pt x="546932" y="46648"/>
                </a:cubicBezTo>
                <a:cubicBezTo>
                  <a:pt x="545972" y="44158"/>
                  <a:pt x="544270" y="42170"/>
                  <a:pt x="541825" y="40684"/>
                </a:cubicBezTo>
                <a:cubicBezTo>
                  <a:pt x="539380" y="39199"/>
                  <a:pt x="536513" y="38457"/>
                  <a:pt x="533222" y="38457"/>
                </a:cubicBezTo>
                <a:cubicBezTo>
                  <a:pt x="527967" y="38457"/>
                  <a:pt x="523431" y="40125"/>
                  <a:pt x="519615" y="43461"/>
                </a:cubicBezTo>
                <a:cubicBezTo>
                  <a:pt x="515799" y="46797"/>
                  <a:pt x="513891" y="53126"/>
                  <a:pt x="513891" y="62449"/>
                </a:cubicBezTo>
                <a:lnTo>
                  <a:pt x="513891" y="102208"/>
                </a:lnTo>
                <a:lnTo>
                  <a:pt x="501552" y="102208"/>
                </a:lnTo>
                <a:close/>
                <a:moveTo>
                  <a:pt x="606296" y="91171"/>
                </a:moveTo>
                <a:lnTo>
                  <a:pt x="608079" y="102071"/>
                </a:lnTo>
                <a:cubicBezTo>
                  <a:pt x="604606" y="102802"/>
                  <a:pt x="601498" y="103168"/>
                  <a:pt x="598756" y="103168"/>
                </a:cubicBezTo>
                <a:cubicBezTo>
                  <a:pt x="594277" y="103168"/>
                  <a:pt x="590804" y="102459"/>
                  <a:pt x="588336" y="101043"/>
                </a:cubicBezTo>
                <a:cubicBezTo>
                  <a:pt x="585869" y="99626"/>
                  <a:pt x="584132" y="97764"/>
                  <a:pt x="583127" y="95456"/>
                </a:cubicBezTo>
                <a:cubicBezTo>
                  <a:pt x="582121" y="93148"/>
                  <a:pt x="581618" y="88292"/>
                  <a:pt x="581618" y="80889"/>
                </a:cubicBezTo>
                <a:lnTo>
                  <a:pt x="581618" y="39005"/>
                </a:lnTo>
                <a:lnTo>
                  <a:pt x="572570" y="39005"/>
                </a:lnTo>
                <a:lnTo>
                  <a:pt x="572570" y="29408"/>
                </a:lnTo>
                <a:lnTo>
                  <a:pt x="581618" y="29408"/>
                </a:lnTo>
                <a:lnTo>
                  <a:pt x="581618" y="11379"/>
                </a:lnTo>
                <a:lnTo>
                  <a:pt x="593889" y="3976"/>
                </a:lnTo>
                <a:lnTo>
                  <a:pt x="593889" y="29408"/>
                </a:lnTo>
                <a:lnTo>
                  <a:pt x="606296" y="29408"/>
                </a:lnTo>
                <a:lnTo>
                  <a:pt x="606296" y="39005"/>
                </a:lnTo>
                <a:lnTo>
                  <a:pt x="593889" y="39005"/>
                </a:lnTo>
                <a:lnTo>
                  <a:pt x="593889" y="81574"/>
                </a:lnTo>
                <a:cubicBezTo>
                  <a:pt x="593889" y="85093"/>
                  <a:pt x="594106" y="87355"/>
                  <a:pt x="594540" y="88361"/>
                </a:cubicBezTo>
                <a:cubicBezTo>
                  <a:pt x="594974" y="89366"/>
                  <a:pt x="595683" y="90166"/>
                  <a:pt x="596665" y="90760"/>
                </a:cubicBezTo>
                <a:cubicBezTo>
                  <a:pt x="597648" y="91354"/>
                  <a:pt x="599053" y="91651"/>
                  <a:pt x="600881" y="91651"/>
                </a:cubicBezTo>
                <a:cubicBezTo>
                  <a:pt x="602252" y="91651"/>
                  <a:pt x="604057" y="91491"/>
                  <a:pt x="606296" y="91171"/>
                </a:cubicBezTo>
                <a:close/>
                <a:moveTo>
                  <a:pt x="612916" y="80478"/>
                </a:moveTo>
                <a:lnTo>
                  <a:pt x="625118" y="78558"/>
                </a:lnTo>
                <a:cubicBezTo>
                  <a:pt x="625803" y="83448"/>
                  <a:pt x="627711" y="87196"/>
                  <a:pt x="630842" y="89800"/>
                </a:cubicBezTo>
                <a:cubicBezTo>
                  <a:pt x="633972" y="92405"/>
                  <a:pt x="638348" y="93708"/>
                  <a:pt x="643969" y="93708"/>
                </a:cubicBezTo>
                <a:cubicBezTo>
                  <a:pt x="649636" y="93708"/>
                  <a:pt x="653840" y="92554"/>
                  <a:pt x="656582" y="90246"/>
                </a:cubicBezTo>
                <a:cubicBezTo>
                  <a:pt x="659324" y="87938"/>
                  <a:pt x="660695" y="85230"/>
                  <a:pt x="660695" y="82123"/>
                </a:cubicBezTo>
                <a:cubicBezTo>
                  <a:pt x="660695" y="79335"/>
                  <a:pt x="659484" y="77142"/>
                  <a:pt x="657062" y="75542"/>
                </a:cubicBezTo>
                <a:cubicBezTo>
                  <a:pt x="655371" y="74445"/>
                  <a:pt x="651167" y="73051"/>
                  <a:pt x="644449" y="71360"/>
                </a:cubicBezTo>
                <a:cubicBezTo>
                  <a:pt x="635400" y="69075"/>
                  <a:pt x="629128" y="67099"/>
                  <a:pt x="625632" y="65431"/>
                </a:cubicBezTo>
                <a:cubicBezTo>
                  <a:pt x="622136" y="63763"/>
                  <a:pt x="619485" y="61455"/>
                  <a:pt x="617680" y="58507"/>
                </a:cubicBezTo>
                <a:cubicBezTo>
                  <a:pt x="615875" y="55560"/>
                  <a:pt x="614972" y="52304"/>
                  <a:pt x="614972" y="48739"/>
                </a:cubicBezTo>
                <a:cubicBezTo>
                  <a:pt x="614972" y="45494"/>
                  <a:pt x="615715" y="42490"/>
                  <a:pt x="617200" y="39725"/>
                </a:cubicBezTo>
                <a:cubicBezTo>
                  <a:pt x="618685" y="36960"/>
                  <a:pt x="620708" y="34663"/>
                  <a:pt x="623267" y="32835"/>
                </a:cubicBezTo>
                <a:cubicBezTo>
                  <a:pt x="625186" y="31419"/>
                  <a:pt x="627803" y="30219"/>
                  <a:pt x="631116" y="29237"/>
                </a:cubicBezTo>
                <a:cubicBezTo>
                  <a:pt x="634429" y="28254"/>
                  <a:pt x="637982" y="27763"/>
                  <a:pt x="641775" y="27763"/>
                </a:cubicBezTo>
                <a:cubicBezTo>
                  <a:pt x="647488" y="27763"/>
                  <a:pt x="652503" y="28585"/>
                  <a:pt x="656822" y="30231"/>
                </a:cubicBezTo>
                <a:cubicBezTo>
                  <a:pt x="661141" y="31876"/>
                  <a:pt x="664328" y="34104"/>
                  <a:pt x="666385" y="36914"/>
                </a:cubicBezTo>
                <a:cubicBezTo>
                  <a:pt x="668441" y="39725"/>
                  <a:pt x="669858" y="43484"/>
                  <a:pt x="670635" y="48191"/>
                </a:cubicBezTo>
                <a:lnTo>
                  <a:pt x="658570" y="49836"/>
                </a:lnTo>
                <a:cubicBezTo>
                  <a:pt x="658022" y="46088"/>
                  <a:pt x="656434" y="43164"/>
                  <a:pt x="653806" y="41061"/>
                </a:cubicBezTo>
                <a:cubicBezTo>
                  <a:pt x="651178" y="38959"/>
                  <a:pt x="647465" y="37908"/>
                  <a:pt x="642667" y="37908"/>
                </a:cubicBezTo>
                <a:cubicBezTo>
                  <a:pt x="637000" y="37908"/>
                  <a:pt x="632955" y="38845"/>
                  <a:pt x="630533" y="40719"/>
                </a:cubicBezTo>
                <a:cubicBezTo>
                  <a:pt x="628111" y="42592"/>
                  <a:pt x="626900" y="44786"/>
                  <a:pt x="626900" y="47299"/>
                </a:cubicBezTo>
                <a:cubicBezTo>
                  <a:pt x="626900" y="48899"/>
                  <a:pt x="627403" y="50338"/>
                  <a:pt x="628408" y="51618"/>
                </a:cubicBezTo>
                <a:cubicBezTo>
                  <a:pt x="629414" y="52943"/>
                  <a:pt x="630990" y="54040"/>
                  <a:pt x="633138" y="54908"/>
                </a:cubicBezTo>
                <a:cubicBezTo>
                  <a:pt x="634372" y="55365"/>
                  <a:pt x="638005" y="56417"/>
                  <a:pt x="644037" y="58062"/>
                </a:cubicBezTo>
                <a:cubicBezTo>
                  <a:pt x="652766" y="60392"/>
                  <a:pt x="658856" y="62300"/>
                  <a:pt x="662306" y="63786"/>
                </a:cubicBezTo>
                <a:cubicBezTo>
                  <a:pt x="665756" y="65271"/>
                  <a:pt x="668464" y="67430"/>
                  <a:pt x="670429" y="70264"/>
                </a:cubicBezTo>
                <a:cubicBezTo>
                  <a:pt x="672394" y="73097"/>
                  <a:pt x="673377" y="76616"/>
                  <a:pt x="673377" y="80820"/>
                </a:cubicBezTo>
                <a:cubicBezTo>
                  <a:pt x="673377" y="84933"/>
                  <a:pt x="672177" y="88806"/>
                  <a:pt x="669778" y="92440"/>
                </a:cubicBezTo>
                <a:cubicBezTo>
                  <a:pt x="667379" y="96073"/>
                  <a:pt x="663917" y="98883"/>
                  <a:pt x="659393" y="100871"/>
                </a:cubicBezTo>
                <a:cubicBezTo>
                  <a:pt x="654868" y="102859"/>
                  <a:pt x="649750" y="103853"/>
                  <a:pt x="644037" y="103853"/>
                </a:cubicBezTo>
                <a:cubicBezTo>
                  <a:pt x="634578" y="103853"/>
                  <a:pt x="627368" y="101888"/>
                  <a:pt x="622410" y="97958"/>
                </a:cubicBezTo>
                <a:cubicBezTo>
                  <a:pt x="617452" y="94028"/>
                  <a:pt x="614287" y="88201"/>
                  <a:pt x="612916" y="80478"/>
                </a:cubicBezTo>
                <a:close/>
                <a:moveTo>
                  <a:pt x="726357" y="15904"/>
                </a:moveTo>
                <a:lnTo>
                  <a:pt x="726357" y="1714"/>
                </a:lnTo>
                <a:lnTo>
                  <a:pt x="738696" y="1714"/>
                </a:lnTo>
                <a:lnTo>
                  <a:pt x="738696" y="15904"/>
                </a:lnTo>
                <a:lnTo>
                  <a:pt x="726357" y="15904"/>
                </a:lnTo>
                <a:moveTo>
                  <a:pt x="726357" y="102208"/>
                </a:moveTo>
                <a:lnTo>
                  <a:pt x="726357" y="29408"/>
                </a:lnTo>
                <a:lnTo>
                  <a:pt x="738696" y="29408"/>
                </a:lnTo>
                <a:lnTo>
                  <a:pt x="738696" y="102208"/>
                </a:lnTo>
                <a:lnTo>
                  <a:pt x="726357" y="102208"/>
                </a:lnTo>
                <a:close/>
                <a:moveTo>
                  <a:pt x="752829" y="80478"/>
                </a:moveTo>
                <a:lnTo>
                  <a:pt x="765031" y="78558"/>
                </a:lnTo>
                <a:cubicBezTo>
                  <a:pt x="765716" y="83448"/>
                  <a:pt x="767624" y="87196"/>
                  <a:pt x="770755" y="89800"/>
                </a:cubicBezTo>
                <a:cubicBezTo>
                  <a:pt x="773885" y="92405"/>
                  <a:pt x="778261" y="93708"/>
                  <a:pt x="783882" y="93708"/>
                </a:cubicBezTo>
                <a:cubicBezTo>
                  <a:pt x="789549" y="93708"/>
                  <a:pt x="793753" y="92554"/>
                  <a:pt x="796495" y="90246"/>
                </a:cubicBezTo>
                <a:cubicBezTo>
                  <a:pt x="799237" y="87938"/>
                  <a:pt x="800608" y="85230"/>
                  <a:pt x="800608" y="82123"/>
                </a:cubicBezTo>
                <a:cubicBezTo>
                  <a:pt x="800608" y="79335"/>
                  <a:pt x="799397" y="77142"/>
                  <a:pt x="796975" y="75542"/>
                </a:cubicBezTo>
                <a:cubicBezTo>
                  <a:pt x="795284" y="74445"/>
                  <a:pt x="791080" y="73051"/>
                  <a:pt x="784362" y="71360"/>
                </a:cubicBezTo>
                <a:cubicBezTo>
                  <a:pt x="775313" y="69075"/>
                  <a:pt x="769041" y="67099"/>
                  <a:pt x="765545" y="65431"/>
                </a:cubicBezTo>
                <a:cubicBezTo>
                  <a:pt x="762049" y="63763"/>
                  <a:pt x="759398" y="61455"/>
                  <a:pt x="757593" y="58507"/>
                </a:cubicBezTo>
                <a:cubicBezTo>
                  <a:pt x="755788" y="55560"/>
                  <a:pt x="754885" y="52304"/>
                  <a:pt x="754885" y="48739"/>
                </a:cubicBezTo>
                <a:cubicBezTo>
                  <a:pt x="754885" y="45494"/>
                  <a:pt x="755628" y="42490"/>
                  <a:pt x="757113" y="39725"/>
                </a:cubicBezTo>
                <a:cubicBezTo>
                  <a:pt x="758598" y="36960"/>
                  <a:pt x="760621" y="34663"/>
                  <a:pt x="763180" y="32835"/>
                </a:cubicBezTo>
                <a:cubicBezTo>
                  <a:pt x="765099" y="31419"/>
                  <a:pt x="767716" y="30219"/>
                  <a:pt x="771029" y="29237"/>
                </a:cubicBezTo>
                <a:cubicBezTo>
                  <a:pt x="774342" y="28254"/>
                  <a:pt x="777895" y="27763"/>
                  <a:pt x="781688" y="27763"/>
                </a:cubicBezTo>
                <a:cubicBezTo>
                  <a:pt x="787401" y="27763"/>
                  <a:pt x="792416" y="28585"/>
                  <a:pt x="796735" y="30231"/>
                </a:cubicBezTo>
                <a:cubicBezTo>
                  <a:pt x="801054" y="31876"/>
                  <a:pt x="804241" y="34104"/>
                  <a:pt x="806298" y="36914"/>
                </a:cubicBezTo>
                <a:cubicBezTo>
                  <a:pt x="808354" y="39725"/>
                  <a:pt x="809771" y="43484"/>
                  <a:pt x="810548" y="48191"/>
                </a:cubicBezTo>
                <a:lnTo>
                  <a:pt x="798483" y="49836"/>
                </a:lnTo>
                <a:cubicBezTo>
                  <a:pt x="797935" y="46088"/>
                  <a:pt x="796347" y="43164"/>
                  <a:pt x="793719" y="41061"/>
                </a:cubicBezTo>
                <a:cubicBezTo>
                  <a:pt x="791091" y="38959"/>
                  <a:pt x="787378" y="37908"/>
                  <a:pt x="782579" y="37908"/>
                </a:cubicBezTo>
                <a:cubicBezTo>
                  <a:pt x="776913" y="37908"/>
                  <a:pt x="772868" y="38845"/>
                  <a:pt x="770446" y="40719"/>
                </a:cubicBezTo>
                <a:cubicBezTo>
                  <a:pt x="768024" y="42592"/>
                  <a:pt x="766813" y="44786"/>
                  <a:pt x="766813" y="47299"/>
                </a:cubicBezTo>
                <a:cubicBezTo>
                  <a:pt x="766813" y="48899"/>
                  <a:pt x="767316" y="50338"/>
                  <a:pt x="768321" y="51618"/>
                </a:cubicBezTo>
                <a:cubicBezTo>
                  <a:pt x="769326" y="52943"/>
                  <a:pt x="770903" y="54040"/>
                  <a:pt x="773051" y="54908"/>
                </a:cubicBezTo>
                <a:cubicBezTo>
                  <a:pt x="774285" y="55365"/>
                  <a:pt x="777918" y="56417"/>
                  <a:pt x="783950" y="58062"/>
                </a:cubicBezTo>
                <a:cubicBezTo>
                  <a:pt x="792679" y="60392"/>
                  <a:pt x="798769" y="62300"/>
                  <a:pt x="802219" y="63786"/>
                </a:cubicBezTo>
                <a:cubicBezTo>
                  <a:pt x="805669" y="65271"/>
                  <a:pt x="808377" y="67430"/>
                  <a:pt x="810342" y="70264"/>
                </a:cubicBezTo>
                <a:cubicBezTo>
                  <a:pt x="812307" y="73097"/>
                  <a:pt x="813290" y="76616"/>
                  <a:pt x="813290" y="80820"/>
                </a:cubicBezTo>
                <a:cubicBezTo>
                  <a:pt x="813290" y="84933"/>
                  <a:pt x="812090" y="88806"/>
                  <a:pt x="809691" y="92440"/>
                </a:cubicBezTo>
                <a:cubicBezTo>
                  <a:pt x="807292" y="96073"/>
                  <a:pt x="803830" y="98883"/>
                  <a:pt x="799306" y="100871"/>
                </a:cubicBezTo>
                <a:cubicBezTo>
                  <a:pt x="794781" y="102859"/>
                  <a:pt x="789663" y="103853"/>
                  <a:pt x="783950" y="103853"/>
                </a:cubicBezTo>
                <a:cubicBezTo>
                  <a:pt x="774491" y="103853"/>
                  <a:pt x="767281" y="101888"/>
                  <a:pt x="762323" y="97958"/>
                </a:cubicBezTo>
                <a:cubicBezTo>
                  <a:pt x="757364" y="94028"/>
                  <a:pt x="754200" y="88201"/>
                  <a:pt x="752829" y="80478"/>
                </a:cubicBezTo>
                <a:close/>
                <a:moveTo>
                  <a:pt x="866202" y="102208"/>
                </a:moveTo>
                <a:lnTo>
                  <a:pt x="866202" y="29408"/>
                </a:lnTo>
                <a:lnTo>
                  <a:pt x="877238" y="29408"/>
                </a:lnTo>
                <a:lnTo>
                  <a:pt x="877238" y="39622"/>
                </a:lnTo>
                <a:cubicBezTo>
                  <a:pt x="879523" y="36057"/>
                  <a:pt x="882562" y="33190"/>
                  <a:pt x="886355" y="31019"/>
                </a:cubicBezTo>
                <a:cubicBezTo>
                  <a:pt x="890148" y="28848"/>
                  <a:pt x="894467" y="27763"/>
                  <a:pt x="899311" y="27763"/>
                </a:cubicBezTo>
                <a:cubicBezTo>
                  <a:pt x="904704" y="27763"/>
                  <a:pt x="909125" y="28882"/>
                  <a:pt x="912576" y="31122"/>
                </a:cubicBezTo>
                <a:cubicBezTo>
                  <a:pt x="916026" y="33361"/>
                  <a:pt x="918460" y="36491"/>
                  <a:pt x="919876" y="40513"/>
                </a:cubicBezTo>
                <a:cubicBezTo>
                  <a:pt x="925634" y="32013"/>
                  <a:pt x="933129" y="27763"/>
                  <a:pt x="942361" y="27763"/>
                </a:cubicBezTo>
                <a:cubicBezTo>
                  <a:pt x="949581" y="27763"/>
                  <a:pt x="955134" y="29762"/>
                  <a:pt x="959018" y="33761"/>
                </a:cubicBezTo>
                <a:cubicBezTo>
                  <a:pt x="962903" y="37760"/>
                  <a:pt x="964845" y="43918"/>
                  <a:pt x="964845" y="52235"/>
                </a:cubicBezTo>
                <a:lnTo>
                  <a:pt x="964845" y="102208"/>
                </a:lnTo>
                <a:lnTo>
                  <a:pt x="952575" y="102208"/>
                </a:lnTo>
                <a:lnTo>
                  <a:pt x="952575" y="56348"/>
                </a:lnTo>
                <a:cubicBezTo>
                  <a:pt x="952575" y="51412"/>
                  <a:pt x="952175" y="47859"/>
                  <a:pt x="951375" y="45689"/>
                </a:cubicBezTo>
                <a:cubicBezTo>
                  <a:pt x="950575" y="43518"/>
                  <a:pt x="949124" y="41770"/>
                  <a:pt x="947022" y="40444"/>
                </a:cubicBezTo>
                <a:cubicBezTo>
                  <a:pt x="944920" y="39119"/>
                  <a:pt x="942452" y="38457"/>
                  <a:pt x="939619" y="38457"/>
                </a:cubicBezTo>
                <a:cubicBezTo>
                  <a:pt x="934500" y="38457"/>
                  <a:pt x="930250" y="40159"/>
                  <a:pt x="926868" y="43563"/>
                </a:cubicBezTo>
                <a:cubicBezTo>
                  <a:pt x="923487" y="46968"/>
                  <a:pt x="921796" y="52418"/>
                  <a:pt x="921796" y="59913"/>
                </a:cubicBezTo>
                <a:lnTo>
                  <a:pt x="921796" y="102208"/>
                </a:lnTo>
                <a:lnTo>
                  <a:pt x="909457" y="102208"/>
                </a:lnTo>
                <a:lnTo>
                  <a:pt x="909457" y="54908"/>
                </a:lnTo>
                <a:cubicBezTo>
                  <a:pt x="909457" y="49424"/>
                  <a:pt x="908451" y="45312"/>
                  <a:pt x="906440" y="42570"/>
                </a:cubicBezTo>
                <a:cubicBezTo>
                  <a:pt x="904430" y="39828"/>
                  <a:pt x="901139" y="38457"/>
                  <a:pt x="896569" y="38457"/>
                </a:cubicBezTo>
                <a:cubicBezTo>
                  <a:pt x="893096" y="38457"/>
                  <a:pt x="889886" y="39371"/>
                  <a:pt x="886938" y="41199"/>
                </a:cubicBezTo>
                <a:cubicBezTo>
                  <a:pt x="883990" y="43027"/>
                  <a:pt x="881854" y="45700"/>
                  <a:pt x="880529" y="49219"/>
                </a:cubicBezTo>
                <a:cubicBezTo>
                  <a:pt x="879203" y="52738"/>
                  <a:pt x="878541" y="57810"/>
                  <a:pt x="878541" y="64437"/>
                </a:cubicBezTo>
                <a:lnTo>
                  <a:pt x="878541" y="102208"/>
                </a:lnTo>
                <a:lnTo>
                  <a:pt x="866202" y="102208"/>
                </a:lnTo>
                <a:close/>
                <a:moveTo>
                  <a:pt x="977880" y="65808"/>
                </a:moveTo>
                <a:cubicBezTo>
                  <a:pt x="977880" y="52326"/>
                  <a:pt x="981627" y="42341"/>
                  <a:pt x="989122" y="35852"/>
                </a:cubicBezTo>
                <a:cubicBezTo>
                  <a:pt x="995383" y="30459"/>
                  <a:pt x="1003015" y="27763"/>
                  <a:pt x="1012018" y="27763"/>
                </a:cubicBezTo>
                <a:cubicBezTo>
                  <a:pt x="1022026" y="27763"/>
                  <a:pt x="1030206" y="31042"/>
                  <a:pt x="1036559" y="37600"/>
                </a:cubicBezTo>
                <a:cubicBezTo>
                  <a:pt x="1042911" y="44158"/>
                  <a:pt x="1046087" y="53218"/>
                  <a:pt x="1046087" y="64780"/>
                </a:cubicBezTo>
                <a:cubicBezTo>
                  <a:pt x="1046087" y="74148"/>
                  <a:pt x="1044682" y="81517"/>
                  <a:pt x="1041871" y="86887"/>
                </a:cubicBezTo>
                <a:cubicBezTo>
                  <a:pt x="1039061" y="92257"/>
                  <a:pt x="1034971" y="96427"/>
                  <a:pt x="1029601" y="99397"/>
                </a:cubicBezTo>
                <a:cubicBezTo>
                  <a:pt x="1024231" y="102368"/>
                  <a:pt x="1018370" y="103853"/>
                  <a:pt x="1012018" y="103853"/>
                </a:cubicBezTo>
                <a:cubicBezTo>
                  <a:pt x="1001827" y="103853"/>
                  <a:pt x="993589" y="100586"/>
                  <a:pt x="987306" y="94051"/>
                </a:cubicBezTo>
                <a:cubicBezTo>
                  <a:pt x="981022" y="87515"/>
                  <a:pt x="977880" y="78101"/>
                  <a:pt x="977880" y="65808"/>
                </a:cubicBezTo>
                <a:moveTo>
                  <a:pt x="990562" y="65808"/>
                </a:moveTo>
                <a:cubicBezTo>
                  <a:pt x="990562" y="75131"/>
                  <a:pt x="992595" y="82111"/>
                  <a:pt x="996663" y="86750"/>
                </a:cubicBezTo>
                <a:cubicBezTo>
                  <a:pt x="1000730" y="91388"/>
                  <a:pt x="1005848" y="93708"/>
                  <a:pt x="1012018" y="93708"/>
                </a:cubicBezTo>
                <a:cubicBezTo>
                  <a:pt x="1018142" y="93708"/>
                  <a:pt x="1023237" y="91377"/>
                  <a:pt x="1027305" y="86716"/>
                </a:cubicBezTo>
                <a:cubicBezTo>
                  <a:pt x="1031372" y="82054"/>
                  <a:pt x="1033405" y="74948"/>
                  <a:pt x="1033405" y="65397"/>
                </a:cubicBezTo>
                <a:cubicBezTo>
                  <a:pt x="1033405" y="56394"/>
                  <a:pt x="1031360" y="49573"/>
                  <a:pt x="1027270" y="44934"/>
                </a:cubicBezTo>
                <a:cubicBezTo>
                  <a:pt x="1023180" y="40296"/>
                  <a:pt x="1018096" y="37977"/>
                  <a:pt x="1012018" y="37977"/>
                </a:cubicBezTo>
                <a:cubicBezTo>
                  <a:pt x="1005848" y="37977"/>
                  <a:pt x="1000730" y="40285"/>
                  <a:pt x="996663" y="44900"/>
                </a:cubicBezTo>
                <a:cubicBezTo>
                  <a:pt x="992595" y="49516"/>
                  <a:pt x="990562" y="56485"/>
                  <a:pt x="990562" y="65808"/>
                </a:cubicBezTo>
                <a:close/>
                <a:moveTo>
                  <a:pt x="1060140" y="102208"/>
                </a:moveTo>
                <a:lnTo>
                  <a:pt x="1060140" y="29408"/>
                </a:lnTo>
                <a:lnTo>
                  <a:pt x="1071245" y="29408"/>
                </a:lnTo>
                <a:lnTo>
                  <a:pt x="1071245" y="40444"/>
                </a:lnTo>
                <a:cubicBezTo>
                  <a:pt x="1074079" y="35280"/>
                  <a:pt x="1076695" y="31876"/>
                  <a:pt x="1079094" y="30231"/>
                </a:cubicBezTo>
                <a:cubicBezTo>
                  <a:pt x="1081493" y="28585"/>
                  <a:pt x="1084133" y="27763"/>
                  <a:pt x="1087012" y="27763"/>
                </a:cubicBezTo>
                <a:cubicBezTo>
                  <a:pt x="1091170" y="27763"/>
                  <a:pt x="1095398" y="29088"/>
                  <a:pt x="1099693" y="31739"/>
                </a:cubicBezTo>
                <a:lnTo>
                  <a:pt x="1095443" y="43186"/>
                </a:lnTo>
                <a:cubicBezTo>
                  <a:pt x="1092427" y="41404"/>
                  <a:pt x="1089411" y="40513"/>
                  <a:pt x="1086395" y="40513"/>
                </a:cubicBezTo>
                <a:cubicBezTo>
                  <a:pt x="1083698" y="40513"/>
                  <a:pt x="1081276" y="41324"/>
                  <a:pt x="1079128" y="42947"/>
                </a:cubicBezTo>
                <a:cubicBezTo>
                  <a:pt x="1076980" y="44569"/>
                  <a:pt x="1075450" y="46820"/>
                  <a:pt x="1074536" y="49699"/>
                </a:cubicBezTo>
                <a:cubicBezTo>
                  <a:pt x="1073165" y="54086"/>
                  <a:pt x="1072479" y="58884"/>
                  <a:pt x="1072479" y="64094"/>
                </a:cubicBezTo>
                <a:lnTo>
                  <a:pt x="1072479" y="102208"/>
                </a:lnTo>
                <a:lnTo>
                  <a:pt x="1060140" y="102208"/>
                </a:lnTo>
                <a:close/>
                <a:moveTo>
                  <a:pt x="1156470" y="78764"/>
                </a:moveTo>
                <a:lnTo>
                  <a:pt x="1169220" y="80341"/>
                </a:lnTo>
                <a:cubicBezTo>
                  <a:pt x="1167209" y="87790"/>
                  <a:pt x="1163485" y="93571"/>
                  <a:pt x="1158047" y="97684"/>
                </a:cubicBezTo>
                <a:cubicBezTo>
                  <a:pt x="1152608" y="101797"/>
                  <a:pt x="1145662" y="103853"/>
                  <a:pt x="1137207" y="103853"/>
                </a:cubicBezTo>
                <a:cubicBezTo>
                  <a:pt x="1126559" y="103853"/>
                  <a:pt x="1118116" y="100574"/>
                  <a:pt x="1111878" y="94016"/>
                </a:cubicBezTo>
                <a:cubicBezTo>
                  <a:pt x="1105640" y="87458"/>
                  <a:pt x="1102521" y="78261"/>
                  <a:pt x="1102521" y="66425"/>
                </a:cubicBezTo>
                <a:cubicBezTo>
                  <a:pt x="1102521" y="54177"/>
                  <a:pt x="1105674" y="44672"/>
                  <a:pt x="1111981" y="37908"/>
                </a:cubicBezTo>
                <a:cubicBezTo>
                  <a:pt x="1118288" y="31145"/>
                  <a:pt x="1126468" y="27763"/>
                  <a:pt x="1136522" y="27763"/>
                </a:cubicBezTo>
                <a:cubicBezTo>
                  <a:pt x="1146256" y="27763"/>
                  <a:pt x="1154208" y="31076"/>
                  <a:pt x="1160377" y="37702"/>
                </a:cubicBezTo>
                <a:cubicBezTo>
                  <a:pt x="1166547" y="44329"/>
                  <a:pt x="1169632" y="53652"/>
                  <a:pt x="1169632" y="65671"/>
                </a:cubicBezTo>
                <a:cubicBezTo>
                  <a:pt x="1169632" y="66402"/>
                  <a:pt x="1169609" y="67499"/>
                  <a:pt x="1169563" y="68961"/>
                </a:cubicBezTo>
                <a:lnTo>
                  <a:pt x="1115271" y="68961"/>
                </a:lnTo>
                <a:cubicBezTo>
                  <a:pt x="1115728" y="76959"/>
                  <a:pt x="1117991" y="83083"/>
                  <a:pt x="1122058" y="87333"/>
                </a:cubicBezTo>
                <a:cubicBezTo>
                  <a:pt x="1126125" y="91583"/>
                  <a:pt x="1131198" y="93708"/>
                  <a:pt x="1137276" y="93708"/>
                </a:cubicBezTo>
                <a:cubicBezTo>
                  <a:pt x="1141800" y="93708"/>
                  <a:pt x="1145662" y="92520"/>
                  <a:pt x="1148861" y="90143"/>
                </a:cubicBezTo>
                <a:cubicBezTo>
                  <a:pt x="1152060" y="87767"/>
                  <a:pt x="1154596" y="83974"/>
                  <a:pt x="1156470" y="78764"/>
                </a:cubicBezTo>
                <a:moveTo>
                  <a:pt x="1115957" y="58816"/>
                </a:moveTo>
                <a:lnTo>
                  <a:pt x="1156607" y="58816"/>
                </a:lnTo>
                <a:cubicBezTo>
                  <a:pt x="1156059" y="52692"/>
                  <a:pt x="1154505" y="48099"/>
                  <a:pt x="1151946" y="45037"/>
                </a:cubicBezTo>
                <a:cubicBezTo>
                  <a:pt x="1148015" y="40285"/>
                  <a:pt x="1142920" y="37908"/>
                  <a:pt x="1136659" y="37908"/>
                </a:cubicBezTo>
                <a:cubicBezTo>
                  <a:pt x="1130992" y="37908"/>
                  <a:pt x="1126228" y="39805"/>
                  <a:pt x="1122366" y="43598"/>
                </a:cubicBezTo>
                <a:cubicBezTo>
                  <a:pt x="1118505" y="47391"/>
                  <a:pt x="1116368" y="52464"/>
                  <a:pt x="1115957" y="58816"/>
                </a:cubicBezTo>
                <a:close/>
                <a:moveTo>
                  <a:pt x="1222659" y="102208"/>
                </a:moveTo>
                <a:lnTo>
                  <a:pt x="1222659" y="1714"/>
                </a:lnTo>
                <a:lnTo>
                  <a:pt x="1234998" y="1714"/>
                </a:lnTo>
                <a:lnTo>
                  <a:pt x="1234998" y="102208"/>
                </a:lnTo>
                <a:lnTo>
                  <a:pt x="1222659" y="102208"/>
                </a:lnTo>
                <a:close/>
                <a:moveTo>
                  <a:pt x="1254477" y="15904"/>
                </a:moveTo>
                <a:lnTo>
                  <a:pt x="1254477" y="1714"/>
                </a:lnTo>
                <a:lnTo>
                  <a:pt x="1266816" y="1714"/>
                </a:lnTo>
                <a:lnTo>
                  <a:pt x="1266816" y="15904"/>
                </a:lnTo>
                <a:lnTo>
                  <a:pt x="1254477" y="15904"/>
                </a:lnTo>
                <a:moveTo>
                  <a:pt x="1254477" y="102208"/>
                </a:moveTo>
                <a:lnTo>
                  <a:pt x="1254477" y="29408"/>
                </a:lnTo>
                <a:lnTo>
                  <a:pt x="1266816" y="29408"/>
                </a:lnTo>
                <a:lnTo>
                  <a:pt x="1266816" y="102208"/>
                </a:lnTo>
                <a:lnTo>
                  <a:pt x="1254477" y="102208"/>
                </a:lnTo>
                <a:close/>
                <a:moveTo>
                  <a:pt x="1285953" y="102208"/>
                </a:moveTo>
                <a:lnTo>
                  <a:pt x="1285953" y="1714"/>
                </a:lnTo>
                <a:lnTo>
                  <a:pt x="1298292" y="1714"/>
                </a:lnTo>
                <a:lnTo>
                  <a:pt x="1298292" y="59021"/>
                </a:lnTo>
                <a:lnTo>
                  <a:pt x="1327494" y="29408"/>
                </a:lnTo>
                <a:lnTo>
                  <a:pt x="1343466" y="29408"/>
                </a:lnTo>
                <a:lnTo>
                  <a:pt x="1315635" y="56417"/>
                </a:lnTo>
                <a:lnTo>
                  <a:pt x="1346277" y="102208"/>
                </a:lnTo>
                <a:lnTo>
                  <a:pt x="1331059" y="102208"/>
                </a:lnTo>
                <a:lnTo>
                  <a:pt x="1306998" y="64985"/>
                </a:lnTo>
                <a:lnTo>
                  <a:pt x="1298292" y="73348"/>
                </a:lnTo>
                <a:lnTo>
                  <a:pt x="1298292" y="102208"/>
                </a:lnTo>
                <a:lnTo>
                  <a:pt x="1285953" y="102208"/>
                </a:lnTo>
                <a:close/>
                <a:moveTo>
                  <a:pt x="1405662" y="78764"/>
                </a:moveTo>
                <a:lnTo>
                  <a:pt x="1418413" y="80341"/>
                </a:lnTo>
                <a:cubicBezTo>
                  <a:pt x="1416402" y="87790"/>
                  <a:pt x="1412677" y="93571"/>
                  <a:pt x="1407239" y="97684"/>
                </a:cubicBezTo>
                <a:cubicBezTo>
                  <a:pt x="1401801" y="101797"/>
                  <a:pt x="1394854" y="103853"/>
                  <a:pt x="1386400" y="103853"/>
                </a:cubicBezTo>
                <a:cubicBezTo>
                  <a:pt x="1375752" y="103853"/>
                  <a:pt x="1367309" y="100574"/>
                  <a:pt x="1361071" y="94016"/>
                </a:cubicBezTo>
                <a:cubicBezTo>
                  <a:pt x="1354833" y="87458"/>
                  <a:pt x="1351714" y="78261"/>
                  <a:pt x="1351714" y="66425"/>
                </a:cubicBezTo>
                <a:cubicBezTo>
                  <a:pt x="1351714" y="54177"/>
                  <a:pt x="1354867" y="44672"/>
                  <a:pt x="1361174" y="37908"/>
                </a:cubicBezTo>
                <a:cubicBezTo>
                  <a:pt x="1367480" y="31145"/>
                  <a:pt x="1375660" y="27763"/>
                  <a:pt x="1385714" y="27763"/>
                </a:cubicBezTo>
                <a:cubicBezTo>
                  <a:pt x="1395449" y="27763"/>
                  <a:pt x="1403400" y="31076"/>
                  <a:pt x="1409570" y="37702"/>
                </a:cubicBezTo>
                <a:cubicBezTo>
                  <a:pt x="1415739" y="44329"/>
                  <a:pt x="1418824" y="53652"/>
                  <a:pt x="1418824" y="65671"/>
                </a:cubicBezTo>
                <a:cubicBezTo>
                  <a:pt x="1418824" y="66402"/>
                  <a:pt x="1418801" y="67499"/>
                  <a:pt x="1418756" y="68961"/>
                </a:cubicBezTo>
                <a:lnTo>
                  <a:pt x="1364464" y="68961"/>
                </a:lnTo>
                <a:cubicBezTo>
                  <a:pt x="1364921" y="76959"/>
                  <a:pt x="1367183" y="83083"/>
                  <a:pt x="1371250" y="87333"/>
                </a:cubicBezTo>
                <a:cubicBezTo>
                  <a:pt x="1375318" y="91583"/>
                  <a:pt x="1380390" y="93708"/>
                  <a:pt x="1386469" y="93708"/>
                </a:cubicBezTo>
                <a:cubicBezTo>
                  <a:pt x="1390993" y="93708"/>
                  <a:pt x="1394854" y="92520"/>
                  <a:pt x="1398053" y="90143"/>
                </a:cubicBezTo>
                <a:cubicBezTo>
                  <a:pt x="1401252" y="87767"/>
                  <a:pt x="1403789" y="83974"/>
                  <a:pt x="1405662" y="78764"/>
                </a:cubicBezTo>
                <a:moveTo>
                  <a:pt x="1365149" y="58816"/>
                </a:moveTo>
                <a:lnTo>
                  <a:pt x="1405800" y="58816"/>
                </a:lnTo>
                <a:cubicBezTo>
                  <a:pt x="1405251" y="52692"/>
                  <a:pt x="1403697" y="48099"/>
                  <a:pt x="1401138" y="45037"/>
                </a:cubicBezTo>
                <a:cubicBezTo>
                  <a:pt x="1397208" y="40285"/>
                  <a:pt x="1392112" y="37908"/>
                  <a:pt x="1385852" y="37908"/>
                </a:cubicBezTo>
                <a:cubicBezTo>
                  <a:pt x="1380185" y="37908"/>
                  <a:pt x="1375421" y="39805"/>
                  <a:pt x="1371559" y="43598"/>
                </a:cubicBezTo>
                <a:cubicBezTo>
                  <a:pt x="1367697" y="47391"/>
                  <a:pt x="1365561" y="52464"/>
                  <a:pt x="1365149" y="58816"/>
                </a:cubicBezTo>
                <a:close/>
                <a:moveTo>
                  <a:pt x="1433357" y="102208"/>
                </a:moveTo>
                <a:lnTo>
                  <a:pt x="1433357" y="1714"/>
                </a:lnTo>
                <a:lnTo>
                  <a:pt x="1445696" y="1714"/>
                </a:lnTo>
                <a:lnTo>
                  <a:pt x="1445696" y="102208"/>
                </a:lnTo>
                <a:lnTo>
                  <a:pt x="1433357" y="102208"/>
                </a:lnTo>
                <a:close/>
                <a:moveTo>
                  <a:pt x="1464558" y="130245"/>
                </a:moveTo>
                <a:lnTo>
                  <a:pt x="1463187" y="118660"/>
                </a:lnTo>
                <a:cubicBezTo>
                  <a:pt x="1465883" y="119391"/>
                  <a:pt x="1468237" y="119757"/>
                  <a:pt x="1470248" y="119757"/>
                </a:cubicBezTo>
                <a:cubicBezTo>
                  <a:pt x="1472990" y="119757"/>
                  <a:pt x="1475183" y="119300"/>
                  <a:pt x="1476829" y="118386"/>
                </a:cubicBezTo>
                <a:cubicBezTo>
                  <a:pt x="1478474" y="117472"/>
                  <a:pt x="1479822" y="116192"/>
                  <a:pt x="1480873" y="114547"/>
                </a:cubicBezTo>
                <a:cubicBezTo>
                  <a:pt x="1481650" y="113313"/>
                  <a:pt x="1482907" y="110251"/>
                  <a:pt x="1484643" y="105361"/>
                </a:cubicBezTo>
                <a:cubicBezTo>
                  <a:pt x="1484872" y="104676"/>
                  <a:pt x="1485237" y="103670"/>
                  <a:pt x="1485740" y="102345"/>
                </a:cubicBezTo>
                <a:lnTo>
                  <a:pt x="1458114" y="29408"/>
                </a:lnTo>
                <a:lnTo>
                  <a:pt x="1471413" y="29408"/>
                </a:lnTo>
                <a:lnTo>
                  <a:pt x="1486563" y="71566"/>
                </a:lnTo>
                <a:cubicBezTo>
                  <a:pt x="1488528" y="76913"/>
                  <a:pt x="1490287" y="82534"/>
                  <a:pt x="1491841" y="88429"/>
                </a:cubicBezTo>
                <a:cubicBezTo>
                  <a:pt x="1493258" y="82763"/>
                  <a:pt x="1494949" y="77233"/>
                  <a:pt x="1496914" y="71840"/>
                </a:cubicBezTo>
                <a:lnTo>
                  <a:pt x="1512474" y="29408"/>
                </a:lnTo>
                <a:lnTo>
                  <a:pt x="1524813" y="29408"/>
                </a:lnTo>
                <a:lnTo>
                  <a:pt x="1497119" y="103442"/>
                </a:lnTo>
                <a:cubicBezTo>
                  <a:pt x="1494149" y="111439"/>
                  <a:pt x="1491841" y="116946"/>
                  <a:pt x="1490196" y="119962"/>
                </a:cubicBezTo>
                <a:cubicBezTo>
                  <a:pt x="1488002" y="124030"/>
                  <a:pt x="1485489" y="127012"/>
                  <a:pt x="1482655" y="128908"/>
                </a:cubicBezTo>
                <a:cubicBezTo>
                  <a:pt x="1479822" y="130805"/>
                  <a:pt x="1476440" y="131753"/>
                  <a:pt x="1472510" y="131753"/>
                </a:cubicBezTo>
                <a:cubicBezTo>
                  <a:pt x="1470133" y="131753"/>
                  <a:pt x="1467483" y="131250"/>
                  <a:pt x="1464558" y="130245"/>
                </a:cubicBezTo>
                <a:close/>
                <a:moveTo>
                  <a:pt x="1600484" y="91171"/>
                </a:moveTo>
                <a:lnTo>
                  <a:pt x="1602266" y="102071"/>
                </a:lnTo>
                <a:cubicBezTo>
                  <a:pt x="1598793" y="102802"/>
                  <a:pt x="1595686" y="103168"/>
                  <a:pt x="1592944" y="103168"/>
                </a:cubicBezTo>
                <a:cubicBezTo>
                  <a:pt x="1588465" y="103168"/>
                  <a:pt x="1584992" y="102459"/>
                  <a:pt x="1582524" y="101043"/>
                </a:cubicBezTo>
                <a:cubicBezTo>
                  <a:pt x="1580056" y="99626"/>
                  <a:pt x="1578320" y="97764"/>
                  <a:pt x="1577314" y="95456"/>
                </a:cubicBezTo>
                <a:cubicBezTo>
                  <a:pt x="1576309" y="93148"/>
                  <a:pt x="1575806" y="88292"/>
                  <a:pt x="1575806" y="80889"/>
                </a:cubicBezTo>
                <a:lnTo>
                  <a:pt x="1575806" y="39005"/>
                </a:lnTo>
                <a:lnTo>
                  <a:pt x="1566758" y="39005"/>
                </a:lnTo>
                <a:lnTo>
                  <a:pt x="1566758" y="29408"/>
                </a:lnTo>
                <a:lnTo>
                  <a:pt x="1575806" y="29408"/>
                </a:lnTo>
                <a:lnTo>
                  <a:pt x="1575806" y="11379"/>
                </a:lnTo>
                <a:lnTo>
                  <a:pt x="1588077" y="3976"/>
                </a:lnTo>
                <a:lnTo>
                  <a:pt x="1588077" y="29408"/>
                </a:lnTo>
                <a:lnTo>
                  <a:pt x="1600484" y="29408"/>
                </a:lnTo>
                <a:lnTo>
                  <a:pt x="1600484" y="39005"/>
                </a:lnTo>
                <a:lnTo>
                  <a:pt x="1588077" y="39005"/>
                </a:lnTo>
                <a:lnTo>
                  <a:pt x="1588077" y="81574"/>
                </a:lnTo>
                <a:cubicBezTo>
                  <a:pt x="1588077" y="85093"/>
                  <a:pt x="1588294" y="87355"/>
                  <a:pt x="1588728" y="88361"/>
                </a:cubicBezTo>
                <a:cubicBezTo>
                  <a:pt x="1589162" y="89366"/>
                  <a:pt x="1589870" y="90166"/>
                  <a:pt x="1590853" y="90760"/>
                </a:cubicBezTo>
                <a:cubicBezTo>
                  <a:pt x="1591835" y="91354"/>
                  <a:pt x="1593241" y="91651"/>
                  <a:pt x="1595069" y="91651"/>
                </a:cubicBezTo>
                <a:cubicBezTo>
                  <a:pt x="1596440" y="91651"/>
                  <a:pt x="1598245" y="91491"/>
                  <a:pt x="1600484" y="91171"/>
                </a:cubicBezTo>
                <a:close/>
                <a:moveTo>
                  <a:pt x="1607446" y="65808"/>
                </a:moveTo>
                <a:cubicBezTo>
                  <a:pt x="1607446" y="52326"/>
                  <a:pt x="1611194" y="42341"/>
                  <a:pt x="1618688" y="35852"/>
                </a:cubicBezTo>
                <a:cubicBezTo>
                  <a:pt x="1624949" y="30459"/>
                  <a:pt x="1632581" y="27763"/>
                  <a:pt x="1641584" y="27763"/>
                </a:cubicBezTo>
                <a:cubicBezTo>
                  <a:pt x="1651592" y="27763"/>
                  <a:pt x="1659773" y="31042"/>
                  <a:pt x="1666125" y="37600"/>
                </a:cubicBezTo>
                <a:cubicBezTo>
                  <a:pt x="1672477" y="44158"/>
                  <a:pt x="1675653" y="53218"/>
                  <a:pt x="1675653" y="64780"/>
                </a:cubicBezTo>
                <a:cubicBezTo>
                  <a:pt x="1675653" y="74148"/>
                  <a:pt x="1674248" y="81517"/>
                  <a:pt x="1671438" y="86887"/>
                </a:cubicBezTo>
                <a:cubicBezTo>
                  <a:pt x="1668627" y="92257"/>
                  <a:pt x="1664537" y="96427"/>
                  <a:pt x="1659167" y="99397"/>
                </a:cubicBezTo>
                <a:cubicBezTo>
                  <a:pt x="1653797" y="102368"/>
                  <a:pt x="1647936" y="103853"/>
                  <a:pt x="1641584" y="103853"/>
                </a:cubicBezTo>
                <a:cubicBezTo>
                  <a:pt x="1631393" y="103853"/>
                  <a:pt x="1623156" y="100586"/>
                  <a:pt x="1616872" y="94051"/>
                </a:cubicBezTo>
                <a:cubicBezTo>
                  <a:pt x="1610588" y="87515"/>
                  <a:pt x="1607446" y="78101"/>
                  <a:pt x="1607446" y="65808"/>
                </a:cubicBezTo>
                <a:moveTo>
                  <a:pt x="1620128" y="65808"/>
                </a:moveTo>
                <a:cubicBezTo>
                  <a:pt x="1620128" y="75131"/>
                  <a:pt x="1622162" y="82111"/>
                  <a:pt x="1626229" y="86750"/>
                </a:cubicBezTo>
                <a:cubicBezTo>
                  <a:pt x="1630296" y="91388"/>
                  <a:pt x="1635415" y="93708"/>
                  <a:pt x="1641584" y="93708"/>
                </a:cubicBezTo>
                <a:cubicBezTo>
                  <a:pt x="1647708" y="93708"/>
                  <a:pt x="1652803" y="91377"/>
                  <a:pt x="1656871" y="86716"/>
                </a:cubicBezTo>
                <a:cubicBezTo>
                  <a:pt x="1660938" y="82054"/>
                  <a:pt x="1662972" y="74948"/>
                  <a:pt x="1662972" y="65397"/>
                </a:cubicBezTo>
                <a:cubicBezTo>
                  <a:pt x="1662972" y="56394"/>
                  <a:pt x="1660927" y="49573"/>
                  <a:pt x="1656836" y="44934"/>
                </a:cubicBezTo>
                <a:cubicBezTo>
                  <a:pt x="1652746" y="40296"/>
                  <a:pt x="1647662" y="37977"/>
                  <a:pt x="1641584" y="37977"/>
                </a:cubicBezTo>
                <a:cubicBezTo>
                  <a:pt x="1635415" y="37977"/>
                  <a:pt x="1630296" y="40285"/>
                  <a:pt x="1626229" y="44900"/>
                </a:cubicBezTo>
                <a:cubicBezTo>
                  <a:pt x="1622162" y="49516"/>
                  <a:pt x="1620128" y="56485"/>
                  <a:pt x="1620128" y="65808"/>
                </a:cubicBezTo>
                <a:close/>
                <a:moveTo>
                  <a:pt x="1739718" y="102208"/>
                </a:moveTo>
                <a:lnTo>
                  <a:pt x="1728270" y="102208"/>
                </a:lnTo>
                <a:lnTo>
                  <a:pt x="1728270" y="1714"/>
                </a:lnTo>
                <a:lnTo>
                  <a:pt x="1740609" y="1714"/>
                </a:lnTo>
                <a:lnTo>
                  <a:pt x="1740609" y="37565"/>
                </a:lnTo>
                <a:cubicBezTo>
                  <a:pt x="1745819" y="31030"/>
                  <a:pt x="1752468" y="27763"/>
                  <a:pt x="1760557" y="27763"/>
                </a:cubicBezTo>
                <a:cubicBezTo>
                  <a:pt x="1765036" y="27763"/>
                  <a:pt x="1769274" y="28665"/>
                  <a:pt x="1773273" y="30470"/>
                </a:cubicBezTo>
                <a:cubicBezTo>
                  <a:pt x="1777272" y="32276"/>
                  <a:pt x="1780562" y="34812"/>
                  <a:pt x="1783144" y="38079"/>
                </a:cubicBezTo>
                <a:cubicBezTo>
                  <a:pt x="1785726" y="41347"/>
                  <a:pt x="1787748" y="45289"/>
                  <a:pt x="1789211" y="49904"/>
                </a:cubicBezTo>
                <a:cubicBezTo>
                  <a:pt x="1790673" y="54520"/>
                  <a:pt x="1791404" y="59456"/>
                  <a:pt x="1791404" y="64711"/>
                </a:cubicBezTo>
                <a:cubicBezTo>
                  <a:pt x="1791404" y="77187"/>
                  <a:pt x="1788320" y="86830"/>
                  <a:pt x="1782150" y="93639"/>
                </a:cubicBezTo>
                <a:cubicBezTo>
                  <a:pt x="1775981" y="100448"/>
                  <a:pt x="1768577" y="103853"/>
                  <a:pt x="1759940" y="103853"/>
                </a:cubicBezTo>
                <a:cubicBezTo>
                  <a:pt x="1751348" y="103853"/>
                  <a:pt x="1744608" y="100266"/>
                  <a:pt x="1739718" y="93091"/>
                </a:cubicBezTo>
                <a:lnTo>
                  <a:pt x="1739718" y="102208"/>
                </a:lnTo>
                <a:moveTo>
                  <a:pt x="1739581" y="65260"/>
                </a:moveTo>
                <a:cubicBezTo>
                  <a:pt x="1739581" y="73988"/>
                  <a:pt x="1740769" y="80295"/>
                  <a:pt x="1743145" y="84179"/>
                </a:cubicBezTo>
                <a:cubicBezTo>
                  <a:pt x="1747030" y="90532"/>
                  <a:pt x="1752285" y="93708"/>
                  <a:pt x="1758912" y="93708"/>
                </a:cubicBezTo>
                <a:cubicBezTo>
                  <a:pt x="1764304" y="93708"/>
                  <a:pt x="1768966" y="91366"/>
                  <a:pt x="1772896" y="86681"/>
                </a:cubicBezTo>
                <a:cubicBezTo>
                  <a:pt x="1776826" y="81997"/>
                  <a:pt x="1778791" y="75016"/>
                  <a:pt x="1778791" y="65739"/>
                </a:cubicBezTo>
                <a:cubicBezTo>
                  <a:pt x="1778791" y="56234"/>
                  <a:pt x="1776906" y="49219"/>
                  <a:pt x="1773136" y="44695"/>
                </a:cubicBezTo>
                <a:cubicBezTo>
                  <a:pt x="1769366" y="40170"/>
                  <a:pt x="1764807" y="37908"/>
                  <a:pt x="1759460" y="37908"/>
                </a:cubicBezTo>
                <a:cubicBezTo>
                  <a:pt x="1754068" y="37908"/>
                  <a:pt x="1749406" y="40250"/>
                  <a:pt x="1745476" y="44934"/>
                </a:cubicBezTo>
                <a:cubicBezTo>
                  <a:pt x="1741546" y="49619"/>
                  <a:pt x="1739581" y="56394"/>
                  <a:pt x="1739581" y="65260"/>
                </a:cubicBezTo>
                <a:close/>
                <a:moveTo>
                  <a:pt x="1855979" y="78764"/>
                </a:moveTo>
                <a:lnTo>
                  <a:pt x="1868729" y="80341"/>
                </a:lnTo>
                <a:cubicBezTo>
                  <a:pt x="1866718" y="87790"/>
                  <a:pt x="1862994" y="93571"/>
                  <a:pt x="1857556" y="97684"/>
                </a:cubicBezTo>
                <a:cubicBezTo>
                  <a:pt x="1852117" y="101797"/>
                  <a:pt x="1845171" y="103853"/>
                  <a:pt x="1836716" y="103853"/>
                </a:cubicBezTo>
                <a:cubicBezTo>
                  <a:pt x="1826068" y="103853"/>
                  <a:pt x="1817625" y="100574"/>
                  <a:pt x="1811387" y="94016"/>
                </a:cubicBezTo>
                <a:cubicBezTo>
                  <a:pt x="1805149" y="87458"/>
                  <a:pt x="1802030" y="78261"/>
                  <a:pt x="1802030" y="66425"/>
                </a:cubicBezTo>
                <a:cubicBezTo>
                  <a:pt x="1802030" y="54177"/>
                  <a:pt x="1805183" y="44672"/>
                  <a:pt x="1811490" y="37908"/>
                </a:cubicBezTo>
                <a:cubicBezTo>
                  <a:pt x="1817797" y="31145"/>
                  <a:pt x="1825977" y="27763"/>
                  <a:pt x="1836031" y="27763"/>
                </a:cubicBezTo>
                <a:cubicBezTo>
                  <a:pt x="1845765" y="27763"/>
                  <a:pt x="1853717" y="31076"/>
                  <a:pt x="1859886" y="37702"/>
                </a:cubicBezTo>
                <a:cubicBezTo>
                  <a:pt x="1866056" y="44329"/>
                  <a:pt x="1869140" y="53652"/>
                  <a:pt x="1869140" y="65671"/>
                </a:cubicBezTo>
                <a:cubicBezTo>
                  <a:pt x="1869140" y="66402"/>
                  <a:pt x="1869118" y="67499"/>
                  <a:pt x="1869072" y="68961"/>
                </a:cubicBezTo>
                <a:lnTo>
                  <a:pt x="1814780" y="68961"/>
                </a:lnTo>
                <a:cubicBezTo>
                  <a:pt x="1815237" y="76959"/>
                  <a:pt x="1817500" y="83083"/>
                  <a:pt x="1821567" y="87333"/>
                </a:cubicBezTo>
                <a:cubicBezTo>
                  <a:pt x="1825634" y="91583"/>
                  <a:pt x="1830707" y="93708"/>
                  <a:pt x="1836785" y="93708"/>
                </a:cubicBezTo>
                <a:cubicBezTo>
                  <a:pt x="1841309" y="93708"/>
                  <a:pt x="1845171" y="92520"/>
                  <a:pt x="1848370" y="90143"/>
                </a:cubicBezTo>
                <a:cubicBezTo>
                  <a:pt x="1851569" y="87767"/>
                  <a:pt x="1854105" y="83974"/>
                  <a:pt x="1855979" y="78764"/>
                </a:cubicBezTo>
                <a:moveTo>
                  <a:pt x="1815466" y="58816"/>
                </a:moveTo>
                <a:lnTo>
                  <a:pt x="1856116" y="58816"/>
                </a:lnTo>
                <a:cubicBezTo>
                  <a:pt x="1855568" y="52692"/>
                  <a:pt x="1854014" y="48099"/>
                  <a:pt x="1851455" y="45037"/>
                </a:cubicBezTo>
                <a:cubicBezTo>
                  <a:pt x="1847524" y="40285"/>
                  <a:pt x="1842429" y="37908"/>
                  <a:pt x="1836168" y="37908"/>
                </a:cubicBezTo>
                <a:cubicBezTo>
                  <a:pt x="1830501" y="37908"/>
                  <a:pt x="1825737" y="39805"/>
                  <a:pt x="1821875" y="43598"/>
                </a:cubicBezTo>
                <a:cubicBezTo>
                  <a:pt x="1818014" y="47391"/>
                  <a:pt x="1815877" y="52464"/>
                  <a:pt x="1815466" y="58816"/>
                </a:cubicBezTo>
                <a:close/>
                <a:moveTo>
                  <a:pt x="1949383" y="91171"/>
                </a:moveTo>
                <a:lnTo>
                  <a:pt x="1951165" y="102071"/>
                </a:lnTo>
                <a:cubicBezTo>
                  <a:pt x="1947692" y="102802"/>
                  <a:pt x="1944584" y="103168"/>
                  <a:pt x="1941842" y="103168"/>
                </a:cubicBezTo>
                <a:cubicBezTo>
                  <a:pt x="1937363" y="103168"/>
                  <a:pt x="1933890" y="102459"/>
                  <a:pt x="1931422" y="101043"/>
                </a:cubicBezTo>
                <a:cubicBezTo>
                  <a:pt x="1928955" y="99626"/>
                  <a:pt x="1927218" y="97764"/>
                  <a:pt x="1926213" y="95456"/>
                </a:cubicBezTo>
                <a:cubicBezTo>
                  <a:pt x="1925207" y="93148"/>
                  <a:pt x="1924705" y="88292"/>
                  <a:pt x="1924705" y="80889"/>
                </a:cubicBezTo>
                <a:lnTo>
                  <a:pt x="1924705" y="39005"/>
                </a:lnTo>
                <a:lnTo>
                  <a:pt x="1915656" y="39005"/>
                </a:lnTo>
                <a:lnTo>
                  <a:pt x="1915656" y="29408"/>
                </a:lnTo>
                <a:lnTo>
                  <a:pt x="1924705" y="29408"/>
                </a:lnTo>
                <a:lnTo>
                  <a:pt x="1924705" y="11379"/>
                </a:lnTo>
                <a:lnTo>
                  <a:pt x="1936975" y="3976"/>
                </a:lnTo>
                <a:lnTo>
                  <a:pt x="1936975" y="29408"/>
                </a:lnTo>
                <a:lnTo>
                  <a:pt x="1949383" y="29408"/>
                </a:lnTo>
                <a:lnTo>
                  <a:pt x="1949383" y="39005"/>
                </a:lnTo>
                <a:lnTo>
                  <a:pt x="1936975" y="39005"/>
                </a:lnTo>
                <a:lnTo>
                  <a:pt x="1936975" y="81574"/>
                </a:lnTo>
                <a:cubicBezTo>
                  <a:pt x="1936975" y="85093"/>
                  <a:pt x="1937192" y="87355"/>
                  <a:pt x="1937626" y="88361"/>
                </a:cubicBezTo>
                <a:cubicBezTo>
                  <a:pt x="1938060" y="89366"/>
                  <a:pt x="1938769" y="90166"/>
                  <a:pt x="1939751" y="90760"/>
                </a:cubicBezTo>
                <a:cubicBezTo>
                  <a:pt x="1940734" y="91354"/>
                  <a:pt x="1942139" y="91651"/>
                  <a:pt x="1943967" y="91651"/>
                </a:cubicBezTo>
                <a:cubicBezTo>
                  <a:pt x="1945338" y="91651"/>
                  <a:pt x="1947143" y="91491"/>
                  <a:pt x="1949383" y="91171"/>
                </a:cubicBezTo>
                <a:close/>
                <a:moveTo>
                  <a:pt x="1960800" y="102208"/>
                </a:moveTo>
                <a:lnTo>
                  <a:pt x="1960800" y="29408"/>
                </a:lnTo>
                <a:lnTo>
                  <a:pt x="1971906" y="29408"/>
                </a:lnTo>
                <a:lnTo>
                  <a:pt x="1971906" y="40444"/>
                </a:lnTo>
                <a:cubicBezTo>
                  <a:pt x="1974739" y="35280"/>
                  <a:pt x="1977355" y="31876"/>
                  <a:pt x="1979755" y="30231"/>
                </a:cubicBezTo>
                <a:cubicBezTo>
                  <a:pt x="1982154" y="28585"/>
                  <a:pt x="1984793" y="27763"/>
                  <a:pt x="1987672" y="27763"/>
                </a:cubicBezTo>
                <a:cubicBezTo>
                  <a:pt x="1991831" y="27763"/>
                  <a:pt x="1996058" y="29088"/>
                  <a:pt x="2000354" y="31739"/>
                </a:cubicBezTo>
                <a:lnTo>
                  <a:pt x="1996104" y="43186"/>
                </a:lnTo>
                <a:cubicBezTo>
                  <a:pt x="1993087" y="41404"/>
                  <a:pt x="1990071" y="40513"/>
                  <a:pt x="1987055" y="40513"/>
                </a:cubicBezTo>
                <a:cubicBezTo>
                  <a:pt x="1984359" y="40513"/>
                  <a:pt x="1981937" y="41324"/>
                  <a:pt x="1979789" y="42947"/>
                </a:cubicBezTo>
                <a:cubicBezTo>
                  <a:pt x="1977641" y="44569"/>
                  <a:pt x="1976110" y="46820"/>
                  <a:pt x="1975196" y="49699"/>
                </a:cubicBezTo>
                <a:cubicBezTo>
                  <a:pt x="1973825" y="54086"/>
                  <a:pt x="1973139" y="58884"/>
                  <a:pt x="1973139" y="64094"/>
                </a:cubicBezTo>
                <a:lnTo>
                  <a:pt x="1973139" y="102208"/>
                </a:lnTo>
                <a:lnTo>
                  <a:pt x="1960800" y="102208"/>
                </a:lnTo>
                <a:close/>
                <a:moveTo>
                  <a:pt x="2055005" y="102208"/>
                </a:moveTo>
                <a:lnTo>
                  <a:pt x="2055005" y="91514"/>
                </a:lnTo>
                <a:cubicBezTo>
                  <a:pt x="2049338" y="99740"/>
                  <a:pt x="2041638" y="103853"/>
                  <a:pt x="2031904" y="103853"/>
                </a:cubicBezTo>
                <a:cubicBezTo>
                  <a:pt x="2027608" y="103853"/>
                  <a:pt x="2023598" y="103031"/>
                  <a:pt x="2019873" y="101385"/>
                </a:cubicBezTo>
                <a:cubicBezTo>
                  <a:pt x="2016149" y="99740"/>
                  <a:pt x="2013384" y="97672"/>
                  <a:pt x="2011579" y="95182"/>
                </a:cubicBezTo>
                <a:cubicBezTo>
                  <a:pt x="2009774" y="92691"/>
                  <a:pt x="2008506" y="89640"/>
                  <a:pt x="2007774" y="86030"/>
                </a:cubicBezTo>
                <a:cubicBezTo>
                  <a:pt x="2007272" y="83608"/>
                  <a:pt x="2007020" y="79769"/>
                  <a:pt x="2007020" y="74514"/>
                </a:cubicBezTo>
                <a:lnTo>
                  <a:pt x="2007020" y="29408"/>
                </a:lnTo>
                <a:lnTo>
                  <a:pt x="2019359" y="29408"/>
                </a:lnTo>
                <a:lnTo>
                  <a:pt x="2019359" y="69784"/>
                </a:lnTo>
                <a:cubicBezTo>
                  <a:pt x="2019359" y="76228"/>
                  <a:pt x="2019611" y="80569"/>
                  <a:pt x="2020113" y="82808"/>
                </a:cubicBezTo>
                <a:cubicBezTo>
                  <a:pt x="2020890" y="86053"/>
                  <a:pt x="2022535" y="88601"/>
                  <a:pt x="2025049" y="90452"/>
                </a:cubicBezTo>
                <a:cubicBezTo>
                  <a:pt x="2027562" y="92302"/>
                  <a:pt x="2030670" y="93228"/>
                  <a:pt x="2034372" y="93228"/>
                </a:cubicBezTo>
                <a:cubicBezTo>
                  <a:pt x="2038073" y="93228"/>
                  <a:pt x="2041547" y="92280"/>
                  <a:pt x="2044791" y="90383"/>
                </a:cubicBezTo>
                <a:cubicBezTo>
                  <a:pt x="2048036" y="88487"/>
                  <a:pt x="2050332" y="85904"/>
                  <a:pt x="2051681" y="82637"/>
                </a:cubicBezTo>
                <a:cubicBezTo>
                  <a:pt x="2053029" y="79369"/>
                  <a:pt x="2053703" y="74628"/>
                  <a:pt x="2053703" y="68413"/>
                </a:cubicBezTo>
                <a:lnTo>
                  <a:pt x="2053703" y="29408"/>
                </a:lnTo>
                <a:lnTo>
                  <a:pt x="2066042" y="29408"/>
                </a:lnTo>
                <a:lnTo>
                  <a:pt x="2066042" y="102208"/>
                </a:lnTo>
                <a:lnTo>
                  <a:pt x="2055005" y="102208"/>
                </a:lnTo>
                <a:close/>
                <a:moveTo>
                  <a:pt x="2134935" y="78764"/>
                </a:moveTo>
                <a:lnTo>
                  <a:pt x="2147685" y="80341"/>
                </a:lnTo>
                <a:cubicBezTo>
                  <a:pt x="2145674" y="87790"/>
                  <a:pt x="2141950" y="93571"/>
                  <a:pt x="2136511" y="97684"/>
                </a:cubicBezTo>
                <a:cubicBezTo>
                  <a:pt x="2131073" y="101797"/>
                  <a:pt x="2124127" y="103853"/>
                  <a:pt x="2115672" y="103853"/>
                </a:cubicBezTo>
                <a:cubicBezTo>
                  <a:pt x="2105024" y="103853"/>
                  <a:pt x="2096581" y="100574"/>
                  <a:pt x="2090343" y="94016"/>
                </a:cubicBezTo>
                <a:cubicBezTo>
                  <a:pt x="2084105" y="87458"/>
                  <a:pt x="2080986" y="78261"/>
                  <a:pt x="2080986" y="66425"/>
                </a:cubicBezTo>
                <a:cubicBezTo>
                  <a:pt x="2080986" y="54177"/>
                  <a:pt x="2084139" y="44672"/>
                  <a:pt x="2090446" y="37908"/>
                </a:cubicBezTo>
                <a:cubicBezTo>
                  <a:pt x="2096752" y="31145"/>
                  <a:pt x="2104933" y="27763"/>
                  <a:pt x="2114987" y="27763"/>
                </a:cubicBezTo>
                <a:cubicBezTo>
                  <a:pt x="2124721" y="27763"/>
                  <a:pt x="2132672" y="31076"/>
                  <a:pt x="2138842" y="37702"/>
                </a:cubicBezTo>
                <a:cubicBezTo>
                  <a:pt x="2145011" y="44329"/>
                  <a:pt x="2148096" y="53652"/>
                  <a:pt x="2148096" y="65671"/>
                </a:cubicBezTo>
                <a:cubicBezTo>
                  <a:pt x="2148096" y="66402"/>
                  <a:pt x="2148073" y="67499"/>
                  <a:pt x="2148028" y="68961"/>
                </a:cubicBezTo>
                <a:lnTo>
                  <a:pt x="2093736" y="68961"/>
                </a:lnTo>
                <a:cubicBezTo>
                  <a:pt x="2094193" y="76959"/>
                  <a:pt x="2096455" y="83083"/>
                  <a:pt x="2100523" y="87333"/>
                </a:cubicBezTo>
                <a:cubicBezTo>
                  <a:pt x="2104590" y="91583"/>
                  <a:pt x="2109663" y="93708"/>
                  <a:pt x="2115741" y="93708"/>
                </a:cubicBezTo>
                <a:cubicBezTo>
                  <a:pt x="2120265" y="93708"/>
                  <a:pt x="2124127" y="92520"/>
                  <a:pt x="2127326" y="90143"/>
                </a:cubicBezTo>
                <a:cubicBezTo>
                  <a:pt x="2130525" y="87767"/>
                  <a:pt x="2133061" y="83974"/>
                  <a:pt x="2134935" y="78764"/>
                </a:cubicBezTo>
                <a:moveTo>
                  <a:pt x="2094422" y="58816"/>
                </a:moveTo>
                <a:lnTo>
                  <a:pt x="2135072" y="58816"/>
                </a:lnTo>
                <a:cubicBezTo>
                  <a:pt x="2134523" y="52692"/>
                  <a:pt x="2132970" y="48099"/>
                  <a:pt x="2130410" y="45037"/>
                </a:cubicBezTo>
                <a:cubicBezTo>
                  <a:pt x="2126480" y="40285"/>
                  <a:pt x="2121385" y="37908"/>
                  <a:pt x="2115124" y="37908"/>
                </a:cubicBezTo>
                <a:cubicBezTo>
                  <a:pt x="2109457" y="37908"/>
                  <a:pt x="2104693" y="39805"/>
                  <a:pt x="2100831" y="43598"/>
                </a:cubicBezTo>
                <a:cubicBezTo>
                  <a:pt x="2096969" y="47391"/>
                  <a:pt x="2094833" y="52464"/>
                  <a:pt x="2094422" y="58816"/>
                </a:cubicBezTo>
                <a:close/>
                <a:moveTo>
                  <a:pt x="2186004" y="77461"/>
                </a:moveTo>
                <a:cubicBezTo>
                  <a:pt x="2185959" y="75816"/>
                  <a:pt x="2185936" y="74582"/>
                  <a:pt x="2185936" y="73760"/>
                </a:cubicBezTo>
                <a:cubicBezTo>
                  <a:pt x="2185936" y="68916"/>
                  <a:pt x="2186621" y="64734"/>
                  <a:pt x="2187992" y="61215"/>
                </a:cubicBezTo>
                <a:cubicBezTo>
                  <a:pt x="2188998" y="58564"/>
                  <a:pt x="2190620" y="55891"/>
                  <a:pt x="2192859" y="53195"/>
                </a:cubicBezTo>
                <a:cubicBezTo>
                  <a:pt x="2194505" y="51230"/>
                  <a:pt x="2197464" y="48362"/>
                  <a:pt x="2201737" y="44592"/>
                </a:cubicBezTo>
                <a:cubicBezTo>
                  <a:pt x="2206010" y="40821"/>
                  <a:pt x="2208786" y="37817"/>
                  <a:pt x="2210065" y="35577"/>
                </a:cubicBezTo>
                <a:cubicBezTo>
                  <a:pt x="2211345" y="33338"/>
                  <a:pt x="2211985" y="30893"/>
                  <a:pt x="2211985" y="28243"/>
                </a:cubicBezTo>
                <a:cubicBezTo>
                  <a:pt x="2211985" y="23444"/>
                  <a:pt x="2210111" y="19228"/>
                  <a:pt x="2206364" y="15595"/>
                </a:cubicBezTo>
                <a:cubicBezTo>
                  <a:pt x="2202616" y="11962"/>
                  <a:pt x="2198024" y="10145"/>
                  <a:pt x="2192585" y="10145"/>
                </a:cubicBezTo>
                <a:cubicBezTo>
                  <a:pt x="2187330" y="10145"/>
                  <a:pt x="2182943" y="11791"/>
                  <a:pt x="2179424" y="15081"/>
                </a:cubicBezTo>
                <a:cubicBezTo>
                  <a:pt x="2175905" y="18371"/>
                  <a:pt x="2173597" y="23513"/>
                  <a:pt x="2172500" y="30505"/>
                </a:cubicBezTo>
                <a:lnTo>
                  <a:pt x="2159818" y="28997"/>
                </a:lnTo>
                <a:cubicBezTo>
                  <a:pt x="2160961" y="19628"/>
                  <a:pt x="2164354" y="12453"/>
                  <a:pt x="2169998" y="7472"/>
                </a:cubicBezTo>
                <a:cubicBezTo>
                  <a:pt x="2175642" y="2491"/>
                  <a:pt x="2183102" y="0"/>
                  <a:pt x="2192380" y="0"/>
                </a:cubicBezTo>
                <a:cubicBezTo>
                  <a:pt x="2202205" y="0"/>
                  <a:pt x="2210043" y="2673"/>
                  <a:pt x="2215892" y="8020"/>
                </a:cubicBezTo>
                <a:cubicBezTo>
                  <a:pt x="2221742" y="13367"/>
                  <a:pt x="2224667" y="19834"/>
                  <a:pt x="2224667" y="27420"/>
                </a:cubicBezTo>
                <a:cubicBezTo>
                  <a:pt x="2224667" y="31807"/>
                  <a:pt x="2223638" y="35852"/>
                  <a:pt x="2221582" y="39553"/>
                </a:cubicBezTo>
                <a:cubicBezTo>
                  <a:pt x="2219525" y="43255"/>
                  <a:pt x="2215504" y="47756"/>
                  <a:pt x="2209517" y="53058"/>
                </a:cubicBezTo>
                <a:cubicBezTo>
                  <a:pt x="2205495" y="56622"/>
                  <a:pt x="2202868" y="59250"/>
                  <a:pt x="2201634" y="60941"/>
                </a:cubicBezTo>
                <a:cubicBezTo>
                  <a:pt x="2200400" y="62632"/>
                  <a:pt x="2199486" y="64574"/>
                  <a:pt x="2198892" y="66768"/>
                </a:cubicBezTo>
                <a:cubicBezTo>
                  <a:pt x="2198298" y="68961"/>
                  <a:pt x="2197955" y="72526"/>
                  <a:pt x="2197864" y="77461"/>
                </a:cubicBezTo>
                <a:lnTo>
                  <a:pt x="2186004" y="77461"/>
                </a:lnTo>
                <a:moveTo>
                  <a:pt x="2185250" y="102208"/>
                </a:moveTo>
                <a:lnTo>
                  <a:pt x="2185250" y="88155"/>
                </a:lnTo>
                <a:lnTo>
                  <a:pt x="2199303" y="88155"/>
                </a:lnTo>
                <a:lnTo>
                  <a:pt x="2199303" y="102208"/>
                </a:lnTo>
                <a:lnTo>
                  <a:pt x="2185250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(">
            <a:extLst xmlns:a="http://schemas.openxmlformats.org/drawingml/2006/main">
              <a:ext uri="{FF2B5EF4-FFF2-40B4-BE49-F238E27FC236}">
                <a16:creationId xmlns:a16="http://schemas.microsoft.com/office/drawing/2014/main" id="{3899E53E-86AD-4C66-8F9A-4B701979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8" y="6350939"/>
            <a:ext cx="51892" cy="131753"/>
          </a:xfrm>
          <a:custGeom xmlns:a="http://schemas.openxmlformats.org/drawingml/2006/main">
            <a:pathLst>
              <a:path w="51892" h="131753">
                <a:moveTo>
                  <a:pt x="24404" y="131753"/>
                </a:moveTo>
                <a:lnTo>
                  <a:pt x="11037" y="131753"/>
                </a:lnTo>
                <a:cubicBezTo>
                  <a:pt x="7289" y="123024"/>
                  <a:pt x="4513" y="114193"/>
                  <a:pt x="2708" y="105258"/>
                </a:cubicBezTo>
                <a:cubicBezTo>
                  <a:pt x="903" y="96324"/>
                  <a:pt x="0" y="88132"/>
                  <a:pt x="0" y="80683"/>
                </a:cubicBezTo>
                <a:cubicBezTo>
                  <a:pt x="0" y="71360"/>
                  <a:pt x="1497" y="62003"/>
                  <a:pt x="4490" y="52612"/>
                </a:cubicBezTo>
                <a:cubicBezTo>
                  <a:pt x="7483" y="43221"/>
                  <a:pt x="12065" y="33658"/>
                  <a:pt x="18234" y="23924"/>
                </a:cubicBezTo>
                <a:cubicBezTo>
                  <a:pt x="22119" y="17709"/>
                  <a:pt x="28357" y="9734"/>
                  <a:pt x="36948" y="0"/>
                </a:cubicBezTo>
                <a:lnTo>
                  <a:pt x="51892" y="0"/>
                </a:lnTo>
                <a:cubicBezTo>
                  <a:pt x="43164" y="10237"/>
                  <a:pt x="36434" y="19857"/>
                  <a:pt x="31704" y="28860"/>
                </a:cubicBezTo>
                <a:cubicBezTo>
                  <a:pt x="26974" y="37862"/>
                  <a:pt x="23444" y="47665"/>
                  <a:pt x="21113" y="58267"/>
                </a:cubicBezTo>
                <a:cubicBezTo>
                  <a:pt x="18783" y="68870"/>
                  <a:pt x="17617" y="79244"/>
                  <a:pt x="17617" y="89389"/>
                </a:cubicBezTo>
                <a:cubicBezTo>
                  <a:pt x="17617" y="96244"/>
                  <a:pt x="18131" y="102916"/>
                  <a:pt x="19160" y="109406"/>
                </a:cubicBezTo>
                <a:cubicBezTo>
                  <a:pt x="20188" y="115895"/>
                  <a:pt x="21936" y="123344"/>
                  <a:pt x="24404" y="131753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a">
            <a:extLst xmlns:a="http://schemas.openxmlformats.org/drawingml/2006/main">
              <a:ext uri="{FF2B5EF4-FFF2-40B4-BE49-F238E27FC236}">
                <a16:creationId xmlns:a16="http://schemas.microsoft.com/office/drawing/2014/main" id="{C94DA4CA-6EDE-41A9-BCE1-2D295AEB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49" y="6378633"/>
            <a:ext cx="68550" cy="76228"/>
          </a:xfrm>
          <a:custGeom xmlns:a="http://schemas.openxmlformats.org/drawingml/2006/main">
            <a:pathLst>
              <a:path w="68550" h="76228">
                <a:moveTo>
                  <a:pt x="27077" y="22347"/>
                </a:moveTo>
                <a:lnTo>
                  <a:pt x="7883" y="20702"/>
                </a:lnTo>
                <a:cubicBezTo>
                  <a:pt x="10077" y="14213"/>
                  <a:pt x="13904" y="9140"/>
                  <a:pt x="19365" y="5484"/>
                </a:cubicBezTo>
                <a:cubicBezTo>
                  <a:pt x="24826" y="1828"/>
                  <a:pt x="32059" y="0"/>
                  <a:pt x="41061" y="0"/>
                </a:cubicBezTo>
                <a:cubicBezTo>
                  <a:pt x="50430" y="0"/>
                  <a:pt x="57353" y="1885"/>
                  <a:pt x="61832" y="5655"/>
                </a:cubicBezTo>
                <a:cubicBezTo>
                  <a:pt x="66311" y="9426"/>
                  <a:pt x="68550" y="14030"/>
                  <a:pt x="68550" y="19468"/>
                </a:cubicBezTo>
                <a:cubicBezTo>
                  <a:pt x="68550" y="21662"/>
                  <a:pt x="68356" y="23992"/>
                  <a:pt x="67967" y="26460"/>
                </a:cubicBezTo>
                <a:cubicBezTo>
                  <a:pt x="67579" y="28928"/>
                  <a:pt x="66219" y="35417"/>
                  <a:pt x="63889" y="45928"/>
                </a:cubicBezTo>
                <a:cubicBezTo>
                  <a:pt x="61969" y="54611"/>
                  <a:pt x="61009" y="60690"/>
                  <a:pt x="61009" y="64163"/>
                </a:cubicBezTo>
                <a:cubicBezTo>
                  <a:pt x="61009" y="67270"/>
                  <a:pt x="61558" y="70721"/>
                  <a:pt x="62655" y="74514"/>
                </a:cubicBezTo>
                <a:lnTo>
                  <a:pt x="43529" y="74514"/>
                </a:lnTo>
                <a:cubicBezTo>
                  <a:pt x="42752" y="71863"/>
                  <a:pt x="42272" y="69121"/>
                  <a:pt x="42090" y="66288"/>
                </a:cubicBezTo>
                <a:cubicBezTo>
                  <a:pt x="39211" y="69487"/>
                  <a:pt x="35897" y="71943"/>
                  <a:pt x="32150" y="73657"/>
                </a:cubicBezTo>
                <a:cubicBezTo>
                  <a:pt x="28403" y="75371"/>
                  <a:pt x="24632" y="76228"/>
                  <a:pt x="20839" y="76228"/>
                </a:cubicBezTo>
                <a:cubicBezTo>
                  <a:pt x="14807" y="76228"/>
                  <a:pt x="9825" y="74251"/>
                  <a:pt x="5895" y="70298"/>
                </a:cubicBezTo>
                <a:cubicBezTo>
                  <a:pt x="1965" y="66345"/>
                  <a:pt x="0" y="61261"/>
                  <a:pt x="0" y="55046"/>
                </a:cubicBezTo>
                <a:cubicBezTo>
                  <a:pt x="0" y="48099"/>
                  <a:pt x="2159" y="42547"/>
                  <a:pt x="6478" y="38388"/>
                </a:cubicBezTo>
                <a:cubicBezTo>
                  <a:pt x="10797" y="34229"/>
                  <a:pt x="18508" y="31716"/>
                  <a:pt x="29614" y="30847"/>
                </a:cubicBezTo>
                <a:cubicBezTo>
                  <a:pt x="38982" y="30071"/>
                  <a:pt x="45243" y="29134"/>
                  <a:pt x="48396" y="28037"/>
                </a:cubicBezTo>
                <a:cubicBezTo>
                  <a:pt x="49219" y="25295"/>
                  <a:pt x="49630" y="23101"/>
                  <a:pt x="49630" y="21456"/>
                </a:cubicBezTo>
                <a:cubicBezTo>
                  <a:pt x="49630" y="19354"/>
                  <a:pt x="48785" y="17594"/>
                  <a:pt x="47094" y="16178"/>
                </a:cubicBezTo>
                <a:cubicBezTo>
                  <a:pt x="45403" y="14761"/>
                  <a:pt x="42889" y="14053"/>
                  <a:pt x="39553" y="14053"/>
                </a:cubicBezTo>
                <a:cubicBezTo>
                  <a:pt x="36034" y="14053"/>
                  <a:pt x="33258" y="14773"/>
                  <a:pt x="31224" y="16212"/>
                </a:cubicBezTo>
                <a:cubicBezTo>
                  <a:pt x="29191" y="17652"/>
                  <a:pt x="27808" y="19697"/>
                  <a:pt x="27077" y="22347"/>
                </a:cubicBezTo>
                <a:moveTo>
                  <a:pt x="45791" y="40582"/>
                </a:moveTo>
                <a:cubicBezTo>
                  <a:pt x="44603" y="40901"/>
                  <a:pt x="43027" y="41199"/>
                  <a:pt x="41061" y="41473"/>
                </a:cubicBezTo>
                <a:cubicBezTo>
                  <a:pt x="31190" y="42661"/>
                  <a:pt x="24747" y="44397"/>
                  <a:pt x="21730" y="46682"/>
                </a:cubicBezTo>
                <a:cubicBezTo>
                  <a:pt x="19582" y="48328"/>
                  <a:pt x="18508" y="50544"/>
                  <a:pt x="18508" y="53332"/>
                </a:cubicBezTo>
                <a:cubicBezTo>
                  <a:pt x="18508" y="55617"/>
                  <a:pt x="19331" y="57548"/>
                  <a:pt x="20976" y="59124"/>
                </a:cubicBezTo>
                <a:cubicBezTo>
                  <a:pt x="22621" y="60701"/>
                  <a:pt x="24792" y="61489"/>
                  <a:pt x="27489" y="61489"/>
                </a:cubicBezTo>
                <a:cubicBezTo>
                  <a:pt x="30459" y="61489"/>
                  <a:pt x="33258" y="60770"/>
                  <a:pt x="35886" y="59330"/>
                </a:cubicBezTo>
                <a:cubicBezTo>
                  <a:pt x="38514" y="57890"/>
                  <a:pt x="40479" y="56040"/>
                  <a:pt x="41781" y="53777"/>
                </a:cubicBezTo>
                <a:cubicBezTo>
                  <a:pt x="43084" y="51515"/>
                  <a:pt x="44238" y="47985"/>
                  <a:pt x="45243" y="43186"/>
                </a:cubicBezTo>
                <a:lnTo>
                  <a:pt x="45791" y="40582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)Jameshasbeentr">
            <a:extLst xmlns:a="http://schemas.openxmlformats.org/drawingml/2006/main">
              <a:ext uri="{FF2B5EF4-FFF2-40B4-BE49-F238E27FC236}">
                <a16:creationId xmlns:a16="http://schemas.microsoft.com/office/drawing/2014/main" id="{EED5A8BF-206C-461B-AC4B-2E67E3CD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50" y="6350939"/>
            <a:ext cx="1307673" cy="131753"/>
          </a:xfrm>
          <a:custGeom xmlns:a="http://schemas.openxmlformats.org/drawingml/2006/main">
            <a:pathLst>
              <a:path w="1307673" h="131753">
                <a:moveTo>
                  <a:pt x="27489" y="0"/>
                </a:moveTo>
                <a:lnTo>
                  <a:pt x="40856" y="0"/>
                </a:lnTo>
                <a:cubicBezTo>
                  <a:pt x="44603" y="8683"/>
                  <a:pt x="47379" y="17503"/>
                  <a:pt x="49185" y="26460"/>
                </a:cubicBezTo>
                <a:cubicBezTo>
                  <a:pt x="50990" y="35417"/>
                  <a:pt x="51892" y="43598"/>
                  <a:pt x="51892" y="51001"/>
                </a:cubicBezTo>
                <a:cubicBezTo>
                  <a:pt x="51892" y="60324"/>
                  <a:pt x="50396" y="69681"/>
                  <a:pt x="47402" y="79072"/>
                </a:cubicBezTo>
                <a:cubicBezTo>
                  <a:pt x="44409" y="88464"/>
                  <a:pt x="39828" y="98049"/>
                  <a:pt x="33658" y="107829"/>
                </a:cubicBezTo>
                <a:cubicBezTo>
                  <a:pt x="29728" y="114044"/>
                  <a:pt x="23490" y="122019"/>
                  <a:pt x="14944" y="131753"/>
                </a:cubicBezTo>
                <a:lnTo>
                  <a:pt x="0" y="131753"/>
                </a:lnTo>
                <a:cubicBezTo>
                  <a:pt x="8683" y="121516"/>
                  <a:pt x="15389" y="111919"/>
                  <a:pt x="20119" y="102962"/>
                </a:cubicBezTo>
                <a:cubicBezTo>
                  <a:pt x="24849" y="94005"/>
                  <a:pt x="28380" y="84214"/>
                  <a:pt x="30710" y="73588"/>
                </a:cubicBezTo>
                <a:cubicBezTo>
                  <a:pt x="33041" y="62963"/>
                  <a:pt x="34206" y="52555"/>
                  <a:pt x="34206" y="42364"/>
                </a:cubicBezTo>
                <a:cubicBezTo>
                  <a:pt x="34206" y="35463"/>
                  <a:pt x="33704" y="28780"/>
                  <a:pt x="32698" y="22313"/>
                </a:cubicBezTo>
                <a:cubicBezTo>
                  <a:pt x="31693" y="15846"/>
                  <a:pt x="29956" y="8409"/>
                  <a:pt x="27489" y="0"/>
                </a:cubicBezTo>
                <a:close/>
                <a:moveTo>
                  <a:pt x="139592" y="1714"/>
                </a:moveTo>
                <a:lnTo>
                  <a:pt x="159882" y="1714"/>
                </a:lnTo>
                <a:lnTo>
                  <a:pt x="147201" y="62586"/>
                </a:lnTo>
                <a:cubicBezTo>
                  <a:pt x="143819" y="78718"/>
                  <a:pt x="139386" y="89640"/>
                  <a:pt x="133902" y="95353"/>
                </a:cubicBezTo>
                <a:cubicBezTo>
                  <a:pt x="128418" y="101065"/>
                  <a:pt x="119986" y="103922"/>
                  <a:pt x="108607" y="103922"/>
                </a:cubicBezTo>
                <a:cubicBezTo>
                  <a:pt x="98964" y="103922"/>
                  <a:pt x="91744" y="101705"/>
                  <a:pt x="86945" y="97272"/>
                </a:cubicBezTo>
                <a:cubicBezTo>
                  <a:pt x="82147" y="92839"/>
                  <a:pt x="79748" y="86807"/>
                  <a:pt x="79748" y="79175"/>
                </a:cubicBezTo>
                <a:cubicBezTo>
                  <a:pt x="79748" y="77576"/>
                  <a:pt x="79862" y="75793"/>
                  <a:pt x="80090" y="73828"/>
                </a:cubicBezTo>
                <a:lnTo>
                  <a:pt x="99216" y="71772"/>
                </a:lnTo>
                <a:cubicBezTo>
                  <a:pt x="98942" y="73783"/>
                  <a:pt x="98804" y="75451"/>
                  <a:pt x="98804" y="76776"/>
                </a:cubicBezTo>
                <a:cubicBezTo>
                  <a:pt x="98804" y="79975"/>
                  <a:pt x="99718" y="82420"/>
                  <a:pt x="101546" y="84111"/>
                </a:cubicBezTo>
                <a:cubicBezTo>
                  <a:pt x="103374" y="85802"/>
                  <a:pt x="106185" y="86647"/>
                  <a:pt x="109978" y="86647"/>
                </a:cubicBezTo>
                <a:cubicBezTo>
                  <a:pt x="115279" y="86647"/>
                  <a:pt x="119004" y="85093"/>
                  <a:pt x="121152" y="81986"/>
                </a:cubicBezTo>
                <a:cubicBezTo>
                  <a:pt x="122751" y="79609"/>
                  <a:pt x="124694" y="72914"/>
                  <a:pt x="126979" y="61901"/>
                </a:cubicBezTo>
                <a:lnTo>
                  <a:pt x="139592" y="1714"/>
                </a:lnTo>
                <a:close/>
                <a:moveTo>
                  <a:pt x="186891" y="50041"/>
                </a:moveTo>
                <a:lnTo>
                  <a:pt x="167697" y="48396"/>
                </a:lnTo>
                <a:cubicBezTo>
                  <a:pt x="169891" y="41907"/>
                  <a:pt x="173718" y="36834"/>
                  <a:pt x="179179" y="33178"/>
                </a:cubicBezTo>
                <a:cubicBezTo>
                  <a:pt x="184641" y="29522"/>
                  <a:pt x="191873" y="27694"/>
                  <a:pt x="200875" y="27694"/>
                </a:cubicBezTo>
                <a:cubicBezTo>
                  <a:pt x="210244" y="27694"/>
                  <a:pt x="217167" y="29579"/>
                  <a:pt x="221646" y="33350"/>
                </a:cubicBezTo>
                <a:cubicBezTo>
                  <a:pt x="226125" y="37120"/>
                  <a:pt x="228364" y="41724"/>
                  <a:pt x="228364" y="47162"/>
                </a:cubicBezTo>
                <a:cubicBezTo>
                  <a:pt x="228364" y="49356"/>
                  <a:pt x="228170" y="51687"/>
                  <a:pt x="227781" y="54154"/>
                </a:cubicBezTo>
                <a:cubicBezTo>
                  <a:pt x="227393" y="56622"/>
                  <a:pt x="226033" y="63112"/>
                  <a:pt x="223703" y="73623"/>
                </a:cubicBezTo>
                <a:cubicBezTo>
                  <a:pt x="221783" y="82306"/>
                  <a:pt x="220823" y="88384"/>
                  <a:pt x="220823" y="91857"/>
                </a:cubicBezTo>
                <a:cubicBezTo>
                  <a:pt x="220823" y="94965"/>
                  <a:pt x="221372" y="98415"/>
                  <a:pt x="222469" y="102208"/>
                </a:cubicBezTo>
                <a:lnTo>
                  <a:pt x="203343" y="102208"/>
                </a:lnTo>
                <a:cubicBezTo>
                  <a:pt x="202566" y="99557"/>
                  <a:pt x="202086" y="96815"/>
                  <a:pt x="201904" y="93982"/>
                </a:cubicBezTo>
                <a:cubicBezTo>
                  <a:pt x="199025" y="97181"/>
                  <a:pt x="195711" y="99637"/>
                  <a:pt x="191964" y="101351"/>
                </a:cubicBezTo>
                <a:cubicBezTo>
                  <a:pt x="188217" y="103065"/>
                  <a:pt x="184446" y="103922"/>
                  <a:pt x="180653" y="103922"/>
                </a:cubicBezTo>
                <a:cubicBezTo>
                  <a:pt x="174621" y="103922"/>
                  <a:pt x="169640" y="101945"/>
                  <a:pt x="165709" y="97992"/>
                </a:cubicBezTo>
                <a:cubicBezTo>
                  <a:pt x="161779" y="94039"/>
                  <a:pt x="159814" y="88955"/>
                  <a:pt x="159814" y="82740"/>
                </a:cubicBezTo>
                <a:cubicBezTo>
                  <a:pt x="159814" y="75793"/>
                  <a:pt x="161973" y="70241"/>
                  <a:pt x="166292" y="66082"/>
                </a:cubicBezTo>
                <a:cubicBezTo>
                  <a:pt x="170611" y="61923"/>
                  <a:pt x="178323" y="59410"/>
                  <a:pt x="189428" y="58542"/>
                </a:cubicBezTo>
                <a:cubicBezTo>
                  <a:pt x="198796" y="57765"/>
                  <a:pt x="205057" y="56828"/>
                  <a:pt x="208210" y="55731"/>
                </a:cubicBezTo>
                <a:cubicBezTo>
                  <a:pt x="209033" y="52989"/>
                  <a:pt x="209444" y="50795"/>
                  <a:pt x="209444" y="49150"/>
                </a:cubicBezTo>
                <a:cubicBezTo>
                  <a:pt x="209444" y="47048"/>
                  <a:pt x="208599" y="45289"/>
                  <a:pt x="206908" y="43872"/>
                </a:cubicBezTo>
                <a:cubicBezTo>
                  <a:pt x="205217" y="42455"/>
                  <a:pt x="202703" y="41747"/>
                  <a:pt x="199367" y="41747"/>
                </a:cubicBezTo>
                <a:cubicBezTo>
                  <a:pt x="195848" y="41747"/>
                  <a:pt x="193072" y="42467"/>
                  <a:pt x="191039" y="43906"/>
                </a:cubicBezTo>
                <a:cubicBezTo>
                  <a:pt x="189005" y="45346"/>
                  <a:pt x="187622" y="47391"/>
                  <a:pt x="186891" y="50041"/>
                </a:cubicBezTo>
                <a:moveTo>
                  <a:pt x="205605" y="68276"/>
                </a:moveTo>
                <a:cubicBezTo>
                  <a:pt x="204417" y="68596"/>
                  <a:pt x="202841" y="68893"/>
                  <a:pt x="200875" y="69167"/>
                </a:cubicBezTo>
                <a:cubicBezTo>
                  <a:pt x="191004" y="70355"/>
                  <a:pt x="184561" y="72092"/>
                  <a:pt x="181544" y="74377"/>
                </a:cubicBezTo>
                <a:cubicBezTo>
                  <a:pt x="179396" y="76022"/>
                  <a:pt x="178323" y="78238"/>
                  <a:pt x="178323" y="81026"/>
                </a:cubicBezTo>
                <a:cubicBezTo>
                  <a:pt x="178323" y="83311"/>
                  <a:pt x="179145" y="85242"/>
                  <a:pt x="180790" y="86818"/>
                </a:cubicBezTo>
                <a:cubicBezTo>
                  <a:pt x="182436" y="88395"/>
                  <a:pt x="184606" y="89183"/>
                  <a:pt x="187303" y="89183"/>
                </a:cubicBezTo>
                <a:cubicBezTo>
                  <a:pt x="190273" y="89183"/>
                  <a:pt x="193072" y="88464"/>
                  <a:pt x="195700" y="87024"/>
                </a:cubicBezTo>
                <a:cubicBezTo>
                  <a:pt x="198328" y="85585"/>
                  <a:pt x="200293" y="83734"/>
                  <a:pt x="201595" y="81472"/>
                </a:cubicBezTo>
                <a:cubicBezTo>
                  <a:pt x="202898" y="79209"/>
                  <a:pt x="204052" y="75679"/>
                  <a:pt x="205057" y="70881"/>
                </a:cubicBezTo>
                <a:lnTo>
                  <a:pt x="205605" y="68276"/>
                </a:lnTo>
                <a:close/>
                <a:moveTo>
                  <a:pt x="251534" y="29408"/>
                </a:moveTo>
                <a:lnTo>
                  <a:pt x="270042" y="29408"/>
                </a:lnTo>
                <a:lnTo>
                  <a:pt x="268192" y="38251"/>
                </a:lnTo>
                <a:cubicBezTo>
                  <a:pt x="275412" y="31213"/>
                  <a:pt x="282998" y="27694"/>
                  <a:pt x="290950" y="27694"/>
                </a:cubicBezTo>
                <a:cubicBezTo>
                  <a:pt x="296434" y="27694"/>
                  <a:pt x="300661" y="28837"/>
                  <a:pt x="303632" y="31122"/>
                </a:cubicBezTo>
                <a:cubicBezTo>
                  <a:pt x="306602" y="33407"/>
                  <a:pt x="308499" y="36560"/>
                  <a:pt x="309322" y="40582"/>
                </a:cubicBezTo>
                <a:cubicBezTo>
                  <a:pt x="311835" y="36926"/>
                  <a:pt x="315445" y="33864"/>
                  <a:pt x="320152" y="31396"/>
                </a:cubicBezTo>
                <a:cubicBezTo>
                  <a:pt x="324860" y="28928"/>
                  <a:pt x="329749" y="27694"/>
                  <a:pt x="334822" y="27694"/>
                </a:cubicBezTo>
                <a:cubicBezTo>
                  <a:pt x="340626" y="27694"/>
                  <a:pt x="345150" y="29248"/>
                  <a:pt x="348395" y="32356"/>
                </a:cubicBezTo>
                <a:cubicBezTo>
                  <a:pt x="351640" y="35463"/>
                  <a:pt x="353262" y="39576"/>
                  <a:pt x="353262" y="44695"/>
                </a:cubicBezTo>
                <a:cubicBezTo>
                  <a:pt x="353262" y="47208"/>
                  <a:pt x="352622" y="51550"/>
                  <a:pt x="351343" y="57719"/>
                </a:cubicBezTo>
                <a:lnTo>
                  <a:pt x="342020" y="102208"/>
                </a:lnTo>
                <a:lnTo>
                  <a:pt x="322346" y="102208"/>
                </a:lnTo>
                <a:lnTo>
                  <a:pt x="331669" y="57719"/>
                </a:lnTo>
                <a:cubicBezTo>
                  <a:pt x="332811" y="52144"/>
                  <a:pt x="333383" y="48990"/>
                  <a:pt x="333383" y="48259"/>
                </a:cubicBezTo>
                <a:cubicBezTo>
                  <a:pt x="333383" y="46248"/>
                  <a:pt x="332777" y="44660"/>
                  <a:pt x="331566" y="43495"/>
                </a:cubicBezTo>
                <a:cubicBezTo>
                  <a:pt x="330355" y="42330"/>
                  <a:pt x="328538" y="41747"/>
                  <a:pt x="326116" y="41747"/>
                </a:cubicBezTo>
                <a:cubicBezTo>
                  <a:pt x="321226" y="41747"/>
                  <a:pt x="316862" y="44329"/>
                  <a:pt x="313023" y="49493"/>
                </a:cubicBezTo>
                <a:cubicBezTo>
                  <a:pt x="310236" y="53195"/>
                  <a:pt x="307859" y="59753"/>
                  <a:pt x="305894" y="69167"/>
                </a:cubicBezTo>
                <a:lnTo>
                  <a:pt x="298971" y="102208"/>
                </a:lnTo>
                <a:lnTo>
                  <a:pt x="279297" y="102208"/>
                </a:lnTo>
                <a:lnTo>
                  <a:pt x="288482" y="58199"/>
                </a:lnTo>
                <a:cubicBezTo>
                  <a:pt x="289533" y="53126"/>
                  <a:pt x="290059" y="49836"/>
                  <a:pt x="290059" y="48328"/>
                </a:cubicBezTo>
                <a:cubicBezTo>
                  <a:pt x="290059" y="46408"/>
                  <a:pt x="289408" y="44832"/>
                  <a:pt x="288105" y="43598"/>
                </a:cubicBezTo>
                <a:cubicBezTo>
                  <a:pt x="286803" y="42364"/>
                  <a:pt x="285009" y="41747"/>
                  <a:pt x="282724" y="41747"/>
                </a:cubicBezTo>
                <a:cubicBezTo>
                  <a:pt x="280576" y="41747"/>
                  <a:pt x="278360" y="42387"/>
                  <a:pt x="276075" y="43666"/>
                </a:cubicBezTo>
                <a:cubicBezTo>
                  <a:pt x="273790" y="44946"/>
                  <a:pt x="271790" y="46705"/>
                  <a:pt x="270077" y="48945"/>
                </a:cubicBezTo>
                <a:cubicBezTo>
                  <a:pt x="268363" y="51184"/>
                  <a:pt x="266889" y="54063"/>
                  <a:pt x="265655" y="57582"/>
                </a:cubicBezTo>
                <a:cubicBezTo>
                  <a:pt x="265107" y="59227"/>
                  <a:pt x="264216" y="62952"/>
                  <a:pt x="262982" y="68756"/>
                </a:cubicBezTo>
                <a:lnTo>
                  <a:pt x="255990" y="102208"/>
                </a:lnTo>
                <a:lnTo>
                  <a:pt x="236316" y="102208"/>
                </a:lnTo>
                <a:lnTo>
                  <a:pt x="251534" y="29408"/>
                </a:lnTo>
                <a:close/>
                <a:moveTo>
                  <a:pt x="431947" y="71909"/>
                </a:moveTo>
                <a:lnTo>
                  <a:pt x="382591" y="71909"/>
                </a:lnTo>
                <a:cubicBezTo>
                  <a:pt x="382545" y="72686"/>
                  <a:pt x="382522" y="73280"/>
                  <a:pt x="382522" y="73691"/>
                </a:cubicBezTo>
                <a:cubicBezTo>
                  <a:pt x="382522" y="78535"/>
                  <a:pt x="383904" y="82443"/>
                  <a:pt x="386669" y="85413"/>
                </a:cubicBezTo>
                <a:cubicBezTo>
                  <a:pt x="389434" y="88384"/>
                  <a:pt x="392804" y="89869"/>
                  <a:pt x="396780" y="89869"/>
                </a:cubicBezTo>
                <a:cubicBezTo>
                  <a:pt x="403315" y="89869"/>
                  <a:pt x="408411" y="86487"/>
                  <a:pt x="412067" y="79724"/>
                </a:cubicBezTo>
                <a:lnTo>
                  <a:pt x="429684" y="82671"/>
                </a:lnTo>
                <a:cubicBezTo>
                  <a:pt x="426257" y="89755"/>
                  <a:pt x="421675" y="95067"/>
                  <a:pt x="415940" y="98609"/>
                </a:cubicBezTo>
                <a:cubicBezTo>
                  <a:pt x="410205" y="102151"/>
                  <a:pt x="403772" y="103922"/>
                  <a:pt x="396643" y="103922"/>
                </a:cubicBezTo>
                <a:cubicBezTo>
                  <a:pt x="386864" y="103922"/>
                  <a:pt x="378912" y="100826"/>
                  <a:pt x="372788" y="94633"/>
                </a:cubicBezTo>
                <a:cubicBezTo>
                  <a:pt x="366664" y="88441"/>
                  <a:pt x="363602" y="80249"/>
                  <a:pt x="363602" y="70058"/>
                </a:cubicBezTo>
                <a:cubicBezTo>
                  <a:pt x="363602" y="60095"/>
                  <a:pt x="366367" y="51230"/>
                  <a:pt x="371897" y="43461"/>
                </a:cubicBezTo>
                <a:cubicBezTo>
                  <a:pt x="379437" y="32950"/>
                  <a:pt x="390200" y="27694"/>
                  <a:pt x="404184" y="27694"/>
                </a:cubicBezTo>
                <a:cubicBezTo>
                  <a:pt x="413095" y="27694"/>
                  <a:pt x="420179" y="30448"/>
                  <a:pt x="425434" y="35954"/>
                </a:cubicBezTo>
                <a:cubicBezTo>
                  <a:pt x="430690" y="41461"/>
                  <a:pt x="433318" y="49173"/>
                  <a:pt x="433318" y="59090"/>
                </a:cubicBezTo>
                <a:cubicBezTo>
                  <a:pt x="433318" y="63843"/>
                  <a:pt x="432861" y="68116"/>
                  <a:pt x="431947" y="71909"/>
                </a:cubicBezTo>
                <a:moveTo>
                  <a:pt x="415357" y="59913"/>
                </a:moveTo>
                <a:cubicBezTo>
                  <a:pt x="415403" y="59044"/>
                  <a:pt x="415426" y="58382"/>
                  <a:pt x="415426" y="57925"/>
                </a:cubicBezTo>
                <a:cubicBezTo>
                  <a:pt x="415426" y="52532"/>
                  <a:pt x="414215" y="48488"/>
                  <a:pt x="411793" y="45791"/>
                </a:cubicBezTo>
                <a:cubicBezTo>
                  <a:pt x="409371" y="43095"/>
                  <a:pt x="406126" y="41747"/>
                  <a:pt x="402059" y="41747"/>
                </a:cubicBezTo>
                <a:cubicBezTo>
                  <a:pt x="397991" y="41747"/>
                  <a:pt x="394347" y="43278"/>
                  <a:pt x="391125" y="46340"/>
                </a:cubicBezTo>
                <a:cubicBezTo>
                  <a:pt x="387903" y="49402"/>
                  <a:pt x="385721" y="53926"/>
                  <a:pt x="384579" y="59913"/>
                </a:cubicBezTo>
                <a:lnTo>
                  <a:pt x="415357" y="59913"/>
                </a:lnTo>
                <a:close/>
                <a:moveTo>
                  <a:pt x="436334" y="81849"/>
                </a:moveTo>
                <a:lnTo>
                  <a:pt x="455391" y="78832"/>
                </a:lnTo>
                <a:cubicBezTo>
                  <a:pt x="457082" y="82854"/>
                  <a:pt x="459184" y="85699"/>
                  <a:pt x="461697" y="87367"/>
                </a:cubicBezTo>
                <a:cubicBezTo>
                  <a:pt x="464211" y="89035"/>
                  <a:pt x="467638" y="89869"/>
                  <a:pt x="471980" y="89869"/>
                </a:cubicBezTo>
                <a:cubicBezTo>
                  <a:pt x="476458" y="89869"/>
                  <a:pt x="480046" y="88864"/>
                  <a:pt x="482742" y="86853"/>
                </a:cubicBezTo>
                <a:cubicBezTo>
                  <a:pt x="484616" y="85482"/>
                  <a:pt x="485553" y="83814"/>
                  <a:pt x="485553" y="81849"/>
                </a:cubicBezTo>
                <a:cubicBezTo>
                  <a:pt x="485553" y="80523"/>
                  <a:pt x="485073" y="79335"/>
                  <a:pt x="484113" y="78284"/>
                </a:cubicBezTo>
                <a:cubicBezTo>
                  <a:pt x="483108" y="77279"/>
                  <a:pt x="480389" y="76045"/>
                  <a:pt x="475956" y="74582"/>
                </a:cubicBezTo>
                <a:cubicBezTo>
                  <a:pt x="464074" y="70652"/>
                  <a:pt x="456716" y="67545"/>
                  <a:pt x="453883" y="65260"/>
                </a:cubicBezTo>
                <a:cubicBezTo>
                  <a:pt x="449450" y="61695"/>
                  <a:pt x="447233" y="57034"/>
                  <a:pt x="447233" y="51275"/>
                </a:cubicBezTo>
                <a:cubicBezTo>
                  <a:pt x="447233" y="45517"/>
                  <a:pt x="449381" y="40559"/>
                  <a:pt x="453677" y="36400"/>
                </a:cubicBezTo>
                <a:cubicBezTo>
                  <a:pt x="459664" y="30596"/>
                  <a:pt x="468552" y="27694"/>
                  <a:pt x="480343" y="27694"/>
                </a:cubicBezTo>
                <a:cubicBezTo>
                  <a:pt x="489711" y="27694"/>
                  <a:pt x="496795" y="29408"/>
                  <a:pt x="501593" y="32835"/>
                </a:cubicBezTo>
                <a:cubicBezTo>
                  <a:pt x="506392" y="36263"/>
                  <a:pt x="509431" y="40901"/>
                  <a:pt x="510710" y="46751"/>
                </a:cubicBezTo>
                <a:lnTo>
                  <a:pt x="492545" y="49904"/>
                </a:lnTo>
                <a:cubicBezTo>
                  <a:pt x="491585" y="47254"/>
                  <a:pt x="490031" y="45266"/>
                  <a:pt x="487883" y="43941"/>
                </a:cubicBezTo>
                <a:cubicBezTo>
                  <a:pt x="484959" y="42158"/>
                  <a:pt x="481440" y="41267"/>
                  <a:pt x="477327" y="41267"/>
                </a:cubicBezTo>
                <a:cubicBezTo>
                  <a:pt x="473214" y="41267"/>
                  <a:pt x="470255" y="41953"/>
                  <a:pt x="468449" y="43324"/>
                </a:cubicBezTo>
                <a:cubicBezTo>
                  <a:pt x="466644" y="44695"/>
                  <a:pt x="465742" y="46271"/>
                  <a:pt x="465742" y="48054"/>
                </a:cubicBezTo>
                <a:cubicBezTo>
                  <a:pt x="465742" y="49882"/>
                  <a:pt x="466656" y="51390"/>
                  <a:pt x="468484" y="52578"/>
                </a:cubicBezTo>
                <a:cubicBezTo>
                  <a:pt x="469626" y="53309"/>
                  <a:pt x="473305" y="54589"/>
                  <a:pt x="479520" y="56417"/>
                </a:cubicBezTo>
                <a:cubicBezTo>
                  <a:pt x="489117" y="59204"/>
                  <a:pt x="495538" y="61946"/>
                  <a:pt x="498783" y="64643"/>
                </a:cubicBezTo>
                <a:cubicBezTo>
                  <a:pt x="503353" y="68436"/>
                  <a:pt x="505638" y="73006"/>
                  <a:pt x="505638" y="78353"/>
                </a:cubicBezTo>
                <a:cubicBezTo>
                  <a:pt x="505638" y="85253"/>
                  <a:pt x="502736" y="91240"/>
                  <a:pt x="496932" y="96313"/>
                </a:cubicBezTo>
                <a:cubicBezTo>
                  <a:pt x="491128" y="101385"/>
                  <a:pt x="482948" y="103922"/>
                  <a:pt x="472391" y="103922"/>
                </a:cubicBezTo>
                <a:cubicBezTo>
                  <a:pt x="461880" y="103922"/>
                  <a:pt x="453757" y="101991"/>
                  <a:pt x="448022" y="98129"/>
                </a:cubicBezTo>
                <a:cubicBezTo>
                  <a:pt x="442286" y="94268"/>
                  <a:pt x="438390" y="88841"/>
                  <a:pt x="436334" y="81849"/>
                </a:cubicBezTo>
                <a:close/>
                <a:moveTo>
                  <a:pt x="575117" y="102208"/>
                </a:moveTo>
                <a:lnTo>
                  <a:pt x="555444" y="102208"/>
                </a:lnTo>
                <a:lnTo>
                  <a:pt x="576488" y="1714"/>
                </a:lnTo>
                <a:lnTo>
                  <a:pt x="596162" y="1714"/>
                </a:lnTo>
                <a:lnTo>
                  <a:pt x="588622" y="37497"/>
                </a:lnTo>
                <a:cubicBezTo>
                  <a:pt x="593055" y="34024"/>
                  <a:pt x="597191" y="31522"/>
                  <a:pt x="601029" y="29991"/>
                </a:cubicBezTo>
                <a:cubicBezTo>
                  <a:pt x="604868" y="28460"/>
                  <a:pt x="608981" y="27694"/>
                  <a:pt x="613368" y="27694"/>
                </a:cubicBezTo>
                <a:cubicBezTo>
                  <a:pt x="619264" y="27694"/>
                  <a:pt x="623925" y="29385"/>
                  <a:pt x="627353" y="32767"/>
                </a:cubicBezTo>
                <a:cubicBezTo>
                  <a:pt x="630780" y="36149"/>
                  <a:pt x="632494" y="40582"/>
                  <a:pt x="632494" y="46066"/>
                </a:cubicBezTo>
                <a:cubicBezTo>
                  <a:pt x="632494" y="48990"/>
                  <a:pt x="631854" y="53515"/>
                  <a:pt x="630574" y="59638"/>
                </a:cubicBezTo>
                <a:lnTo>
                  <a:pt x="621663" y="102208"/>
                </a:lnTo>
                <a:lnTo>
                  <a:pt x="601989" y="102208"/>
                </a:lnTo>
                <a:lnTo>
                  <a:pt x="611106" y="58816"/>
                </a:lnTo>
                <a:cubicBezTo>
                  <a:pt x="612066" y="54109"/>
                  <a:pt x="612546" y="51093"/>
                  <a:pt x="612546" y="49767"/>
                </a:cubicBezTo>
                <a:cubicBezTo>
                  <a:pt x="612546" y="47345"/>
                  <a:pt x="611792" y="45403"/>
                  <a:pt x="610284" y="43941"/>
                </a:cubicBezTo>
                <a:cubicBezTo>
                  <a:pt x="608775" y="42478"/>
                  <a:pt x="606719" y="41747"/>
                  <a:pt x="604114" y="41747"/>
                </a:cubicBezTo>
                <a:cubicBezTo>
                  <a:pt x="600824" y="41747"/>
                  <a:pt x="597670" y="42889"/>
                  <a:pt x="594654" y="45174"/>
                </a:cubicBezTo>
                <a:cubicBezTo>
                  <a:pt x="590724" y="48191"/>
                  <a:pt x="587731" y="51892"/>
                  <a:pt x="585674" y="56279"/>
                </a:cubicBezTo>
                <a:cubicBezTo>
                  <a:pt x="584532" y="58702"/>
                  <a:pt x="583024" y="64391"/>
                  <a:pt x="581150" y="73348"/>
                </a:cubicBezTo>
                <a:lnTo>
                  <a:pt x="575117" y="102208"/>
                </a:lnTo>
                <a:close/>
                <a:moveTo>
                  <a:pt x="668598" y="50041"/>
                </a:moveTo>
                <a:lnTo>
                  <a:pt x="649404" y="48396"/>
                </a:lnTo>
                <a:cubicBezTo>
                  <a:pt x="651598" y="41907"/>
                  <a:pt x="655425" y="36834"/>
                  <a:pt x="660886" y="33178"/>
                </a:cubicBezTo>
                <a:cubicBezTo>
                  <a:pt x="666348" y="29522"/>
                  <a:pt x="673580" y="27694"/>
                  <a:pt x="682582" y="27694"/>
                </a:cubicBezTo>
                <a:cubicBezTo>
                  <a:pt x="691951" y="27694"/>
                  <a:pt x="698875" y="29579"/>
                  <a:pt x="703353" y="33350"/>
                </a:cubicBezTo>
                <a:cubicBezTo>
                  <a:pt x="707832" y="37120"/>
                  <a:pt x="710071" y="41724"/>
                  <a:pt x="710071" y="47162"/>
                </a:cubicBezTo>
                <a:cubicBezTo>
                  <a:pt x="710071" y="49356"/>
                  <a:pt x="709877" y="51687"/>
                  <a:pt x="709488" y="54154"/>
                </a:cubicBezTo>
                <a:cubicBezTo>
                  <a:pt x="709100" y="56622"/>
                  <a:pt x="707740" y="63112"/>
                  <a:pt x="705410" y="73623"/>
                </a:cubicBezTo>
                <a:cubicBezTo>
                  <a:pt x="703490" y="82306"/>
                  <a:pt x="702531" y="88384"/>
                  <a:pt x="702531" y="91857"/>
                </a:cubicBezTo>
                <a:cubicBezTo>
                  <a:pt x="702531" y="94965"/>
                  <a:pt x="703079" y="98415"/>
                  <a:pt x="704176" y="102208"/>
                </a:cubicBezTo>
                <a:lnTo>
                  <a:pt x="685050" y="102208"/>
                </a:lnTo>
                <a:cubicBezTo>
                  <a:pt x="684273" y="99557"/>
                  <a:pt x="683794" y="96815"/>
                  <a:pt x="683611" y="93982"/>
                </a:cubicBezTo>
                <a:cubicBezTo>
                  <a:pt x="680732" y="97181"/>
                  <a:pt x="677418" y="99637"/>
                  <a:pt x="673671" y="101351"/>
                </a:cubicBezTo>
                <a:cubicBezTo>
                  <a:pt x="669924" y="103065"/>
                  <a:pt x="666153" y="103922"/>
                  <a:pt x="662360" y="103922"/>
                </a:cubicBezTo>
                <a:cubicBezTo>
                  <a:pt x="656328" y="103922"/>
                  <a:pt x="651347" y="101945"/>
                  <a:pt x="647416" y="97992"/>
                </a:cubicBezTo>
                <a:cubicBezTo>
                  <a:pt x="643486" y="94039"/>
                  <a:pt x="641521" y="88955"/>
                  <a:pt x="641521" y="82740"/>
                </a:cubicBezTo>
                <a:cubicBezTo>
                  <a:pt x="641521" y="75793"/>
                  <a:pt x="643680" y="70241"/>
                  <a:pt x="647999" y="66082"/>
                </a:cubicBezTo>
                <a:cubicBezTo>
                  <a:pt x="652318" y="61923"/>
                  <a:pt x="660030" y="59410"/>
                  <a:pt x="671135" y="58542"/>
                </a:cubicBezTo>
                <a:cubicBezTo>
                  <a:pt x="680503" y="57765"/>
                  <a:pt x="686764" y="56828"/>
                  <a:pt x="689917" y="55731"/>
                </a:cubicBezTo>
                <a:cubicBezTo>
                  <a:pt x="690740" y="52989"/>
                  <a:pt x="691151" y="50795"/>
                  <a:pt x="691151" y="49150"/>
                </a:cubicBezTo>
                <a:cubicBezTo>
                  <a:pt x="691151" y="47048"/>
                  <a:pt x="690306" y="45289"/>
                  <a:pt x="688615" y="43872"/>
                </a:cubicBezTo>
                <a:cubicBezTo>
                  <a:pt x="686924" y="42455"/>
                  <a:pt x="684410" y="41747"/>
                  <a:pt x="681074" y="41747"/>
                </a:cubicBezTo>
                <a:cubicBezTo>
                  <a:pt x="677556" y="41747"/>
                  <a:pt x="674779" y="42467"/>
                  <a:pt x="672746" y="43906"/>
                </a:cubicBezTo>
                <a:cubicBezTo>
                  <a:pt x="670712" y="45346"/>
                  <a:pt x="669330" y="47391"/>
                  <a:pt x="668598" y="50041"/>
                </a:cubicBezTo>
                <a:moveTo>
                  <a:pt x="687312" y="68276"/>
                </a:moveTo>
                <a:cubicBezTo>
                  <a:pt x="686124" y="68596"/>
                  <a:pt x="684548" y="68893"/>
                  <a:pt x="682582" y="69167"/>
                </a:cubicBezTo>
                <a:cubicBezTo>
                  <a:pt x="672711" y="70355"/>
                  <a:pt x="666268" y="72092"/>
                  <a:pt x="663251" y="74377"/>
                </a:cubicBezTo>
                <a:cubicBezTo>
                  <a:pt x="661104" y="76022"/>
                  <a:pt x="660030" y="78238"/>
                  <a:pt x="660030" y="81026"/>
                </a:cubicBezTo>
                <a:cubicBezTo>
                  <a:pt x="660030" y="83311"/>
                  <a:pt x="660852" y="85242"/>
                  <a:pt x="662497" y="86818"/>
                </a:cubicBezTo>
                <a:cubicBezTo>
                  <a:pt x="664143" y="88395"/>
                  <a:pt x="666313" y="89183"/>
                  <a:pt x="669010" y="89183"/>
                </a:cubicBezTo>
                <a:cubicBezTo>
                  <a:pt x="671980" y="89183"/>
                  <a:pt x="674779" y="88464"/>
                  <a:pt x="677407" y="87024"/>
                </a:cubicBezTo>
                <a:cubicBezTo>
                  <a:pt x="680035" y="85585"/>
                  <a:pt x="682000" y="83734"/>
                  <a:pt x="683302" y="81472"/>
                </a:cubicBezTo>
                <a:cubicBezTo>
                  <a:pt x="684605" y="79209"/>
                  <a:pt x="685759" y="75679"/>
                  <a:pt x="686764" y="70881"/>
                </a:cubicBezTo>
                <a:lnTo>
                  <a:pt x="687312" y="68276"/>
                </a:lnTo>
                <a:close/>
                <a:moveTo>
                  <a:pt x="716104" y="81849"/>
                </a:moveTo>
                <a:lnTo>
                  <a:pt x="735160" y="78832"/>
                </a:lnTo>
                <a:cubicBezTo>
                  <a:pt x="736851" y="82854"/>
                  <a:pt x="738953" y="85699"/>
                  <a:pt x="741467" y="87367"/>
                </a:cubicBezTo>
                <a:cubicBezTo>
                  <a:pt x="743980" y="89035"/>
                  <a:pt x="747408" y="89869"/>
                  <a:pt x="751749" y="89869"/>
                </a:cubicBezTo>
                <a:cubicBezTo>
                  <a:pt x="756228" y="89869"/>
                  <a:pt x="759816" y="88864"/>
                  <a:pt x="762512" y="86853"/>
                </a:cubicBezTo>
                <a:cubicBezTo>
                  <a:pt x="764386" y="85482"/>
                  <a:pt x="765322" y="83814"/>
                  <a:pt x="765322" y="81849"/>
                </a:cubicBezTo>
                <a:cubicBezTo>
                  <a:pt x="765322" y="80523"/>
                  <a:pt x="764843" y="79335"/>
                  <a:pt x="763883" y="78284"/>
                </a:cubicBezTo>
                <a:cubicBezTo>
                  <a:pt x="762877" y="77279"/>
                  <a:pt x="760158" y="76045"/>
                  <a:pt x="755725" y="74582"/>
                </a:cubicBezTo>
                <a:cubicBezTo>
                  <a:pt x="743843" y="70652"/>
                  <a:pt x="736486" y="67545"/>
                  <a:pt x="733652" y="65260"/>
                </a:cubicBezTo>
                <a:cubicBezTo>
                  <a:pt x="729219" y="61695"/>
                  <a:pt x="727003" y="57034"/>
                  <a:pt x="727003" y="51275"/>
                </a:cubicBezTo>
                <a:cubicBezTo>
                  <a:pt x="727003" y="45517"/>
                  <a:pt x="729151" y="40559"/>
                  <a:pt x="733447" y="36400"/>
                </a:cubicBezTo>
                <a:cubicBezTo>
                  <a:pt x="739433" y="30596"/>
                  <a:pt x="748322" y="27694"/>
                  <a:pt x="760113" y="27694"/>
                </a:cubicBezTo>
                <a:cubicBezTo>
                  <a:pt x="769481" y="27694"/>
                  <a:pt x="776565" y="29408"/>
                  <a:pt x="781363" y="32835"/>
                </a:cubicBezTo>
                <a:cubicBezTo>
                  <a:pt x="786162" y="36263"/>
                  <a:pt x="789201" y="40901"/>
                  <a:pt x="790480" y="46751"/>
                </a:cubicBezTo>
                <a:lnTo>
                  <a:pt x="772314" y="49904"/>
                </a:lnTo>
                <a:cubicBezTo>
                  <a:pt x="771355" y="47254"/>
                  <a:pt x="769801" y="45266"/>
                  <a:pt x="767653" y="43941"/>
                </a:cubicBezTo>
                <a:cubicBezTo>
                  <a:pt x="764728" y="42158"/>
                  <a:pt x="761209" y="41267"/>
                  <a:pt x="757096" y="41267"/>
                </a:cubicBezTo>
                <a:cubicBezTo>
                  <a:pt x="752983" y="41267"/>
                  <a:pt x="750024" y="41953"/>
                  <a:pt x="748219" y="43324"/>
                </a:cubicBezTo>
                <a:cubicBezTo>
                  <a:pt x="746414" y="44695"/>
                  <a:pt x="745511" y="46271"/>
                  <a:pt x="745511" y="48054"/>
                </a:cubicBezTo>
                <a:cubicBezTo>
                  <a:pt x="745511" y="49882"/>
                  <a:pt x="746425" y="51390"/>
                  <a:pt x="748253" y="52578"/>
                </a:cubicBezTo>
                <a:cubicBezTo>
                  <a:pt x="749396" y="53309"/>
                  <a:pt x="753075" y="54589"/>
                  <a:pt x="759290" y="56417"/>
                </a:cubicBezTo>
                <a:cubicBezTo>
                  <a:pt x="768887" y="59204"/>
                  <a:pt x="775308" y="61946"/>
                  <a:pt x="778552" y="64643"/>
                </a:cubicBezTo>
                <a:cubicBezTo>
                  <a:pt x="783122" y="68436"/>
                  <a:pt x="785407" y="73006"/>
                  <a:pt x="785407" y="78353"/>
                </a:cubicBezTo>
                <a:cubicBezTo>
                  <a:pt x="785407" y="85253"/>
                  <a:pt x="782506" y="91240"/>
                  <a:pt x="776702" y="96313"/>
                </a:cubicBezTo>
                <a:cubicBezTo>
                  <a:pt x="770898" y="101385"/>
                  <a:pt x="762717" y="103922"/>
                  <a:pt x="752161" y="103922"/>
                </a:cubicBezTo>
                <a:cubicBezTo>
                  <a:pt x="741650" y="103922"/>
                  <a:pt x="733527" y="101991"/>
                  <a:pt x="727791" y="98129"/>
                </a:cubicBezTo>
                <a:cubicBezTo>
                  <a:pt x="722056" y="94268"/>
                  <a:pt x="718160" y="88841"/>
                  <a:pt x="716104" y="81849"/>
                </a:cubicBezTo>
                <a:close/>
                <a:moveTo>
                  <a:pt x="834391" y="102208"/>
                </a:moveTo>
                <a:lnTo>
                  <a:pt x="855367" y="1714"/>
                </a:lnTo>
                <a:lnTo>
                  <a:pt x="875109" y="1714"/>
                </a:lnTo>
                <a:lnTo>
                  <a:pt x="868049" y="35303"/>
                </a:lnTo>
                <a:cubicBezTo>
                  <a:pt x="871659" y="32561"/>
                  <a:pt x="875030" y="30608"/>
                  <a:pt x="878160" y="29442"/>
                </a:cubicBezTo>
                <a:cubicBezTo>
                  <a:pt x="881290" y="28277"/>
                  <a:pt x="884706" y="27694"/>
                  <a:pt x="888408" y="27694"/>
                </a:cubicBezTo>
                <a:cubicBezTo>
                  <a:pt x="896086" y="27694"/>
                  <a:pt x="902232" y="30265"/>
                  <a:pt x="906848" y="35406"/>
                </a:cubicBezTo>
                <a:cubicBezTo>
                  <a:pt x="911464" y="40547"/>
                  <a:pt x="913772" y="48031"/>
                  <a:pt x="913772" y="57856"/>
                </a:cubicBezTo>
                <a:cubicBezTo>
                  <a:pt x="913772" y="64483"/>
                  <a:pt x="912686" y="70915"/>
                  <a:pt x="910516" y="77153"/>
                </a:cubicBezTo>
                <a:cubicBezTo>
                  <a:pt x="908345" y="83391"/>
                  <a:pt x="905443" y="88464"/>
                  <a:pt x="901810" y="92371"/>
                </a:cubicBezTo>
                <a:cubicBezTo>
                  <a:pt x="898177" y="96278"/>
                  <a:pt x="894361" y="99180"/>
                  <a:pt x="890362" y="101077"/>
                </a:cubicBezTo>
                <a:cubicBezTo>
                  <a:pt x="886363" y="102973"/>
                  <a:pt x="882170" y="103922"/>
                  <a:pt x="877783" y="103922"/>
                </a:cubicBezTo>
                <a:cubicBezTo>
                  <a:pt x="867363" y="103922"/>
                  <a:pt x="859709" y="99352"/>
                  <a:pt x="854819" y="90212"/>
                </a:cubicBezTo>
                <a:lnTo>
                  <a:pt x="852282" y="102208"/>
                </a:lnTo>
                <a:lnTo>
                  <a:pt x="834391" y="102208"/>
                </a:lnTo>
                <a:moveTo>
                  <a:pt x="860920" y="72526"/>
                </a:moveTo>
                <a:cubicBezTo>
                  <a:pt x="860920" y="77416"/>
                  <a:pt x="862302" y="81392"/>
                  <a:pt x="865067" y="84454"/>
                </a:cubicBezTo>
                <a:cubicBezTo>
                  <a:pt x="867832" y="87515"/>
                  <a:pt x="871088" y="89046"/>
                  <a:pt x="874835" y="89046"/>
                </a:cubicBezTo>
                <a:cubicBezTo>
                  <a:pt x="878126" y="89046"/>
                  <a:pt x="881268" y="87858"/>
                  <a:pt x="884261" y="85482"/>
                </a:cubicBezTo>
                <a:cubicBezTo>
                  <a:pt x="887254" y="83105"/>
                  <a:pt x="889745" y="79312"/>
                  <a:pt x="891733" y="74102"/>
                </a:cubicBezTo>
                <a:cubicBezTo>
                  <a:pt x="893721" y="68893"/>
                  <a:pt x="894715" y="63637"/>
                  <a:pt x="894715" y="58336"/>
                </a:cubicBezTo>
                <a:cubicBezTo>
                  <a:pt x="894715" y="53172"/>
                  <a:pt x="893378" y="49116"/>
                  <a:pt x="890705" y="46168"/>
                </a:cubicBezTo>
                <a:cubicBezTo>
                  <a:pt x="888031" y="43221"/>
                  <a:pt x="884798" y="41747"/>
                  <a:pt x="881005" y="41747"/>
                </a:cubicBezTo>
                <a:cubicBezTo>
                  <a:pt x="876069" y="41747"/>
                  <a:pt x="871819" y="44032"/>
                  <a:pt x="868254" y="48602"/>
                </a:cubicBezTo>
                <a:cubicBezTo>
                  <a:pt x="863365" y="54863"/>
                  <a:pt x="860920" y="62837"/>
                  <a:pt x="860920" y="72526"/>
                </a:cubicBezTo>
                <a:close/>
                <a:moveTo>
                  <a:pt x="991486" y="71909"/>
                </a:moveTo>
                <a:lnTo>
                  <a:pt x="942130" y="71909"/>
                </a:lnTo>
                <a:cubicBezTo>
                  <a:pt x="942084" y="72686"/>
                  <a:pt x="942061" y="73280"/>
                  <a:pt x="942061" y="73691"/>
                </a:cubicBezTo>
                <a:cubicBezTo>
                  <a:pt x="942061" y="78535"/>
                  <a:pt x="943444" y="82443"/>
                  <a:pt x="946209" y="85413"/>
                </a:cubicBezTo>
                <a:cubicBezTo>
                  <a:pt x="948974" y="88384"/>
                  <a:pt x="952344" y="89869"/>
                  <a:pt x="956320" y="89869"/>
                </a:cubicBezTo>
                <a:cubicBezTo>
                  <a:pt x="962855" y="89869"/>
                  <a:pt x="967951" y="86487"/>
                  <a:pt x="971606" y="79724"/>
                </a:cubicBezTo>
                <a:lnTo>
                  <a:pt x="989224" y="82671"/>
                </a:lnTo>
                <a:cubicBezTo>
                  <a:pt x="985796" y="89755"/>
                  <a:pt x="981215" y="95067"/>
                  <a:pt x="975480" y="98609"/>
                </a:cubicBezTo>
                <a:cubicBezTo>
                  <a:pt x="969744" y="102151"/>
                  <a:pt x="963312" y="103922"/>
                  <a:pt x="956183" y="103922"/>
                </a:cubicBezTo>
                <a:cubicBezTo>
                  <a:pt x="946403" y="103922"/>
                  <a:pt x="938451" y="100826"/>
                  <a:pt x="932327" y="94633"/>
                </a:cubicBezTo>
                <a:cubicBezTo>
                  <a:pt x="926204" y="88441"/>
                  <a:pt x="923142" y="80249"/>
                  <a:pt x="923142" y="70058"/>
                </a:cubicBezTo>
                <a:cubicBezTo>
                  <a:pt x="923142" y="60095"/>
                  <a:pt x="925907" y="51230"/>
                  <a:pt x="931436" y="43461"/>
                </a:cubicBezTo>
                <a:cubicBezTo>
                  <a:pt x="938977" y="32950"/>
                  <a:pt x="949739" y="27694"/>
                  <a:pt x="963723" y="27694"/>
                </a:cubicBezTo>
                <a:cubicBezTo>
                  <a:pt x="972635" y="27694"/>
                  <a:pt x="979718" y="30448"/>
                  <a:pt x="984974" y="35954"/>
                </a:cubicBezTo>
                <a:cubicBezTo>
                  <a:pt x="990229" y="41461"/>
                  <a:pt x="992857" y="49173"/>
                  <a:pt x="992857" y="59090"/>
                </a:cubicBezTo>
                <a:cubicBezTo>
                  <a:pt x="992857" y="63843"/>
                  <a:pt x="992400" y="68116"/>
                  <a:pt x="991486" y="71909"/>
                </a:cubicBezTo>
                <a:moveTo>
                  <a:pt x="974897" y="59913"/>
                </a:moveTo>
                <a:cubicBezTo>
                  <a:pt x="974943" y="59044"/>
                  <a:pt x="974965" y="58382"/>
                  <a:pt x="974965" y="57925"/>
                </a:cubicBezTo>
                <a:cubicBezTo>
                  <a:pt x="974965" y="52532"/>
                  <a:pt x="973754" y="48488"/>
                  <a:pt x="971332" y="45791"/>
                </a:cubicBezTo>
                <a:cubicBezTo>
                  <a:pt x="968910" y="43095"/>
                  <a:pt x="965666" y="41747"/>
                  <a:pt x="961598" y="41747"/>
                </a:cubicBezTo>
                <a:cubicBezTo>
                  <a:pt x="957531" y="41747"/>
                  <a:pt x="953886" y="43278"/>
                  <a:pt x="950664" y="46340"/>
                </a:cubicBezTo>
                <a:cubicBezTo>
                  <a:pt x="947443" y="49402"/>
                  <a:pt x="945260" y="53926"/>
                  <a:pt x="944118" y="59913"/>
                </a:cubicBezTo>
                <a:lnTo>
                  <a:pt x="974897" y="59913"/>
                </a:lnTo>
                <a:close/>
                <a:moveTo>
                  <a:pt x="1069290" y="71909"/>
                </a:moveTo>
                <a:lnTo>
                  <a:pt x="1019934" y="71909"/>
                </a:lnTo>
                <a:cubicBezTo>
                  <a:pt x="1019889" y="72686"/>
                  <a:pt x="1019866" y="73280"/>
                  <a:pt x="1019866" y="73691"/>
                </a:cubicBezTo>
                <a:cubicBezTo>
                  <a:pt x="1019866" y="78535"/>
                  <a:pt x="1021248" y="82443"/>
                  <a:pt x="1024013" y="85413"/>
                </a:cubicBezTo>
                <a:cubicBezTo>
                  <a:pt x="1026778" y="88384"/>
                  <a:pt x="1030148" y="89869"/>
                  <a:pt x="1034124" y="89869"/>
                </a:cubicBezTo>
                <a:cubicBezTo>
                  <a:pt x="1040659" y="89869"/>
                  <a:pt x="1045755" y="86487"/>
                  <a:pt x="1049411" y="79724"/>
                </a:cubicBezTo>
                <a:lnTo>
                  <a:pt x="1067028" y="82671"/>
                </a:lnTo>
                <a:cubicBezTo>
                  <a:pt x="1063601" y="89755"/>
                  <a:pt x="1059019" y="95067"/>
                  <a:pt x="1053284" y="98609"/>
                </a:cubicBezTo>
                <a:cubicBezTo>
                  <a:pt x="1047548" y="102151"/>
                  <a:pt x="1041116" y="103922"/>
                  <a:pt x="1033987" y="103922"/>
                </a:cubicBezTo>
                <a:cubicBezTo>
                  <a:pt x="1024207" y="103922"/>
                  <a:pt x="1016255" y="100826"/>
                  <a:pt x="1010132" y="94633"/>
                </a:cubicBezTo>
                <a:cubicBezTo>
                  <a:pt x="1004008" y="88441"/>
                  <a:pt x="1000946" y="80249"/>
                  <a:pt x="1000946" y="70058"/>
                </a:cubicBezTo>
                <a:cubicBezTo>
                  <a:pt x="1000946" y="60095"/>
                  <a:pt x="1003711" y="51230"/>
                  <a:pt x="1009240" y="43461"/>
                </a:cubicBezTo>
                <a:cubicBezTo>
                  <a:pt x="1016781" y="32950"/>
                  <a:pt x="1027543" y="27694"/>
                  <a:pt x="1041527" y="27694"/>
                </a:cubicBezTo>
                <a:cubicBezTo>
                  <a:pt x="1050439" y="27694"/>
                  <a:pt x="1057522" y="30448"/>
                  <a:pt x="1062778" y="35954"/>
                </a:cubicBezTo>
                <a:cubicBezTo>
                  <a:pt x="1068033" y="41461"/>
                  <a:pt x="1070661" y="49173"/>
                  <a:pt x="1070661" y="59090"/>
                </a:cubicBezTo>
                <a:cubicBezTo>
                  <a:pt x="1070661" y="63843"/>
                  <a:pt x="1070204" y="68116"/>
                  <a:pt x="1069290" y="71909"/>
                </a:cubicBezTo>
                <a:moveTo>
                  <a:pt x="1052701" y="59913"/>
                </a:moveTo>
                <a:cubicBezTo>
                  <a:pt x="1052747" y="59044"/>
                  <a:pt x="1052770" y="58382"/>
                  <a:pt x="1052770" y="57925"/>
                </a:cubicBezTo>
                <a:cubicBezTo>
                  <a:pt x="1052770" y="52532"/>
                  <a:pt x="1051559" y="48488"/>
                  <a:pt x="1049136" y="45791"/>
                </a:cubicBezTo>
                <a:cubicBezTo>
                  <a:pt x="1046714" y="43095"/>
                  <a:pt x="1043470" y="41747"/>
                  <a:pt x="1039402" y="41747"/>
                </a:cubicBezTo>
                <a:cubicBezTo>
                  <a:pt x="1035335" y="41747"/>
                  <a:pt x="1031691" y="43278"/>
                  <a:pt x="1028469" y="46340"/>
                </a:cubicBezTo>
                <a:cubicBezTo>
                  <a:pt x="1025247" y="49402"/>
                  <a:pt x="1023065" y="53926"/>
                  <a:pt x="1021922" y="59913"/>
                </a:cubicBezTo>
                <a:lnTo>
                  <a:pt x="1052701" y="59913"/>
                </a:lnTo>
                <a:close/>
                <a:moveTo>
                  <a:pt x="1091706" y="29408"/>
                </a:moveTo>
                <a:lnTo>
                  <a:pt x="1110352" y="29408"/>
                </a:lnTo>
                <a:lnTo>
                  <a:pt x="1108432" y="38868"/>
                </a:lnTo>
                <a:cubicBezTo>
                  <a:pt x="1113094" y="34846"/>
                  <a:pt x="1117447" y="31979"/>
                  <a:pt x="1121491" y="30265"/>
                </a:cubicBezTo>
                <a:cubicBezTo>
                  <a:pt x="1125536" y="28551"/>
                  <a:pt x="1129797" y="27694"/>
                  <a:pt x="1134276" y="27694"/>
                </a:cubicBezTo>
                <a:cubicBezTo>
                  <a:pt x="1140262" y="27694"/>
                  <a:pt x="1144981" y="29408"/>
                  <a:pt x="1148431" y="32835"/>
                </a:cubicBezTo>
                <a:cubicBezTo>
                  <a:pt x="1151882" y="36263"/>
                  <a:pt x="1153607" y="40810"/>
                  <a:pt x="1153607" y="46477"/>
                </a:cubicBezTo>
                <a:cubicBezTo>
                  <a:pt x="1153607" y="49036"/>
                  <a:pt x="1152853" y="53880"/>
                  <a:pt x="1151345" y="61009"/>
                </a:cubicBezTo>
                <a:lnTo>
                  <a:pt x="1142776" y="102208"/>
                </a:lnTo>
                <a:lnTo>
                  <a:pt x="1123102" y="102208"/>
                </a:lnTo>
                <a:lnTo>
                  <a:pt x="1131739" y="60872"/>
                </a:lnTo>
                <a:cubicBezTo>
                  <a:pt x="1133019" y="54703"/>
                  <a:pt x="1133659" y="51024"/>
                  <a:pt x="1133659" y="49836"/>
                </a:cubicBezTo>
                <a:cubicBezTo>
                  <a:pt x="1133659" y="47322"/>
                  <a:pt x="1132916" y="45346"/>
                  <a:pt x="1131431" y="43906"/>
                </a:cubicBezTo>
                <a:cubicBezTo>
                  <a:pt x="1129946" y="42467"/>
                  <a:pt x="1127878" y="41747"/>
                  <a:pt x="1125227" y="41747"/>
                </a:cubicBezTo>
                <a:cubicBezTo>
                  <a:pt x="1122348" y="41747"/>
                  <a:pt x="1119149" y="42958"/>
                  <a:pt x="1115630" y="45380"/>
                </a:cubicBezTo>
                <a:cubicBezTo>
                  <a:pt x="1112111" y="47802"/>
                  <a:pt x="1109346" y="51001"/>
                  <a:pt x="1107336" y="54977"/>
                </a:cubicBezTo>
                <a:cubicBezTo>
                  <a:pt x="1105873" y="57810"/>
                  <a:pt x="1104228" y="63591"/>
                  <a:pt x="1102400" y="72320"/>
                </a:cubicBezTo>
                <a:lnTo>
                  <a:pt x="1096162" y="102208"/>
                </a:lnTo>
                <a:lnTo>
                  <a:pt x="1076488" y="102208"/>
                </a:lnTo>
                <a:lnTo>
                  <a:pt x="1091706" y="29408"/>
                </a:lnTo>
                <a:close/>
                <a:moveTo>
                  <a:pt x="1205311" y="44009"/>
                </a:moveTo>
                <a:lnTo>
                  <a:pt x="1208327" y="29408"/>
                </a:lnTo>
                <a:lnTo>
                  <a:pt x="1217924" y="29408"/>
                </a:lnTo>
                <a:lnTo>
                  <a:pt x="1220323" y="17754"/>
                </a:lnTo>
                <a:lnTo>
                  <a:pt x="1242876" y="4182"/>
                </a:lnTo>
                <a:lnTo>
                  <a:pt x="1237598" y="29408"/>
                </a:lnTo>
                <a:lnTo>
                  <a:pt x="1249594" y="29408"/>
                </a:lnTo>
                <a:lnTo>
                  <a:pt x="1246578" y="44009"/>
                </a:lnTo>
                <a:lnTo>
                  <a:pt x="1234513" y="44009"/>
                </a:lnTo>
                <a:lnTo>
                  <a:pt x="1228138" y="74514"/>
                </a:lnTo>
                <a:cubicBezTo>
                  <a:pt x="1226995" y="80043"/>
                  <a:pt x="1226424" y="83197"/>
                  <a:pt x="1226424" y="83974"/>
                </a:cubicBezTo>
                <a:cubicBezTo>
                  <a:pt x="1226424" y="85482"/>
                  <a:pt x="1226904" y="86659"/>
                  <a:pt x="1227863" y="87504"/>
                </a:cubicBezTo>
                <a:cubicBezTo>
                  <a:pt x="1228823" y="88349"/>
                  <a:pt x="1230560" y="88772"/>
                  <a:pt x="1233073" y="88772"/>
                </a:cubicBezTo>
                <a:cubicBezTo>
                  <a:pt x="1233942" y="88772"/>
                  <a:pt x="1236112" y="88612"/>
                  <a:pt x="1239585" y="88292"/>
                </a:cubicBezTo>
                <a:lnTo>
                  <a:pt x="1236501" y="102893"/>
                </a:lnTo>
                <a:cubicBezTo>
                  <a:pt x="1233119" y="103579"/>
                  <a:pt x="1229646" y="103922"/>
                  <a:pt x="1226081" y="103922"/>
                </a:cubicBezTo>
                <a:cubicBezTo>
                  <a:pt x="1219135" y="103922"/>
                  <a:pt x="1214085" y="102585"/>
                  <a:pt x="1210932" y="99912"/>
                </a:cubicBezTo>
                <a:cubicBezTo>
                  <a:pt x="1207778" y="97238"/>
                  <a:pt x="1206202" y="93525"/>
                  <a:pt x="1206202" y="88772"/>
                </a:cubicBezTo>
                <a:cubicBezTo>
                  <a:pt x="1206202" y="86533"/>
                  <a:pt x="1207047" y="81369"/>
                  <a:pt x="1208738" y="73280"/>
                </a:cubicBezTo>
                <a:lnTo>
                  <a:pt x="1214839" y="44009"/>
                </a:lnTo>
                <a:lnTo>
                  <a:pt x="1205311" y="44009"/>
                </a:lnTo>
                <a:close/>
                <a:moveTo>
                  <a:pt x="1260853" y="29408"/>
                </a:moveTo>
                <a:lnTo>
                  <a:pt x="1279224" y="29408"/>
                </a:lnTo>
                <a:lnTo>
                  <a:pt x="1276277" y="43529"/>
                </a:lnTo>
                <a:cubicBezTo>
                  <a:pt x="1283132" y="32973"/>
                  <a:pt x="1290558" y="27694"/>
                  <a:pt x="1298555" y="27694"/>
                </a:cubicBezTo>
                <a:cubicBezTo>
                  <a:pt x="1301389" y="27694"/>
                  <a:pt x="1304428" y="28403"/>
                  <a:pt x="1307673" y="29819"/>
                </a:cubicBezTo>
                <a:lnTo>
                  <a:pt x="1300132" y="45928"/>
                </a:lnTo>
                <a:cubicBezTo>
                  <a:pt x="1298350" y="45289"/>
                  <a:pt x="1296453" y="44969"/>
                  <a:pt x="1294442" y="44969"/>
                </a:cubicBezTo>
                <a:cubicBezTo>
                  <a:pt x="1291061" y="44969"/>
                  <a:pt x="1287622" y="46248"/>
                  <a:pt x="1284126" y="48808"/>
                </a:cubicBezTo>
                <a:cubicBezTo>
                  <a:pt x="1280630" y="51367"/>
                  <a:pt x="1277899" y="54783"/>
                  <a:pt x="1275934" y="59056"/>
                </a:cubicBezTo>
                <a:cubicBezTo>
                  <a:pt x="1273969" y="63329"/>
                  <a:pt x="1272027" y="70104"/>
                  <a:pt x="1270107" y="79381"/>
                </a:cubicBezTo>
                <a:lnTo>
                  <a:pt x="1265309" y="102208"/>
                </a:lnTo>
                <a:lnTo>
                  <a:pt x="1245635" y="102208"/>
                </a:lnTo>
                <a:lnTo>
                  <a:pt x="1260853" y="29408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yingtogetabottleof">
            <a:extLst xmlns:a="http://schemas.openxmlformats.org/drawingml/2006/main">
              <a:ext uri="{FF2B5EF4-FFF2-40B4-BE49-F238E27FC236}">
                <a16:creationId xmlns:a16="http://schemas.microsoft.com/office/drawing/2014/main" id="{129F28A4-7F1D-4656-86F1-2CC1EED8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971" y="6350939"/>
            <a:ext cx="1430964" cy="131753"/>
          </a:xfrm>
          <a:custGeom xmlns:a="http://schemas.openxmlformats.org/drawingml/2006/main">
            <a:pathLst>
              <a:path w="1430964" h="131753">
                <a:moveTo>
                  <a:pt x="10831" y="29408"/>
                </a:moveTo>
                <a:lnTo>
                  <a:pt x="30436" y="29408"/>
                </a:lnTo>
                <a:lnTo>
                  <a:pt x="35372" y="65671"/>
                </a:lnTo>
                <a:cubicBezTo>
                  <a:pt x="36606" y="74994"/>
                  <a:pt x="37291" y="81529"/>
                  <a:pt x="37428" y="85276"/>
                </a:cubicBezTo>
                <a:cubicBezTo>
                  <a:pt x="39987" y="77827"/>
                  <a:pt x="43506" y="69967"/>
                  <a:pt x="47985" y="61695"/>
                </a:cubicBezTo>
                <a:lnTo>
                  <a:pt x="65397" y="29408"/>
                </a:lnTo>
                <a:lnTo>
                  <a:pt x="86236" y="29408"/>
                </a:lnTo>
                <a:lnTo>
                  <a:pt x="41267" y="109337"/>
                </a:lnTo>
                <a:cubicBezTo>
                  <a:pt x="37565" y="115964"/>
                  <a:pt x="34652" y="120602"/>
                  <a:pt x="32527" y="123253"/>
                </a:cubicBezTo>
                <a:cubicBezTo>
                  <a:pt x="30402" y="125903"/>
                  <a:pt x="27843" y="127983"/>
                  <a:pt x="24849" y="129491"/>
                </a:cubicBezTo>
                <a:cubicBezTo>
                  <a:pt x="21856" y="130999"/>
                  <a:pt x="18257" y="131753"/>
                  <a:pt x="14053" y="131753"/>
                </a:cubicBezTo>
                <a:cubicBezTo>
                  <a:pt x="9894" y="131753"/>
                  <a:pt x="5210" y="131022"/>
                  <a:pt x="0" y="129559"/>
                </a:cubicBezTo>
                <a:lnTo>
                  <a:pt x="1714" y="114890"/>
                </a:lnTo>
                <a:cubicBezTo>
                  <a:pt x="4090" y="115575"/>
                  <a:pt x="6398" y="115918"/>
                  <a:pt x="8637" y="115918"/>
                </a:cubicBezTo>
                <a:cubicBezTo>
                  <a:pt x="14670" y="115918"/>
                  <a:pt x="19628" y="111348"/>
                  <a:pt x="23513" y="102208"/>
                </a:cubicBezTo>
                <a:lnTo>
                  <a:pt x="10831" y="29408"/>
                </a:lnTo>
                <a:close/>
                <a:moveTo>
                  <a:pt x="103511" y="1714"/>
                </a:moveTo>
                <a:lnTo>
                  <a:pt x="123184" y="1714"/>
                </a:lnTo>
                <a:lnTo>
                  <a:pt x="119483" y="19537"/>
                </a:lnTo>
                <a:lnTo>
                  <a:pt x="99809" y="19537"/>
                </a:lnTo>
                <a:lnTo>
                  <a:pt x="103511" y="1714"/>
                </a:lnTo>
                <a:moveTo>
                  <a:pt x="97752" y="29408"/>
                </a:moveTo>
                <a:lnTo>
                  <a:pt x="117426" y="29408"/>
                </a:lnTo>
                <a:lnTo>
                  <a:pt x="102208" y="102208"/>
                </a:lnTo>
                <a:lnTo>
                  <a:pt x="82534" y="102208"/>
                </a:lnTo>
                <a:lnTo>
                  <a:pt x="97752" y="29408"/>
                </a:lnTo>
                <a:close/>
                <a:moveTo>
                  <a:pt x="136521" y="29408"/>
                </a:moveTo>
                <a:lnTo>
                  <a:pt x="155167" y="29408"/>
                </a:lnTo>
                <a:lnTo>
                  <a:pt x="153248" y="38868"/>
                </a:lnTo>
                <a:cubicBezTo>
                  <a:pt x="157909" y="34846"/>
                  <a:pt x="162262" y="31979"/>
                  <a:pt x="166306" y="30265"/>
                </a:cubicBezTo>
                <a:cubicBezTo>
                  <a:pt x="170351" y="28551"/>
                  <a:pt x="174612" y="27694"/>
                  <a:pt x="179091" y="27694"/>
                </a:cubicBezTo>
                <a:cubicBezTo>
                  <a:pt x="185078" y="27694"/>
                  <a:pt x="189796" y="29408"/>
                  <a:pt x="193246" y="32835"/>
                </a:cubicBezTo>
                <a:cubicBezTo>
                  <a:pt x="196697" y="36263"/>
                  <a:pt x="198422" y="40810"/>
                  <a:pt x="198422" y="46477"/>
                </a:cubicBezTo>
                <a:cubicBezTo>
                  <a:pt x="198422" y="49036"/>
                  <a:pt x="197668" y="53880"/>
                  <a:pt x="196160" y="61009"/>
                </a:cubicBezTo>
                <a:lnTo>
                  <a:pt x="187591" y="102208"/>
                </a:lnTo>
                <a:lnTo>
                  <a:pt x="167917" y="102208"/>
                </a:lnTo>
                <a:lnTo>
                  <a:pt x="176554" y="60872"/>
                </a:lnTo>
                <a:cubicBezTo>
                  <a:pt x="177834" y="54703"/>
                  <a:pt x="178474" y="51024"/>
                  <a:pt x="178474" y="49836"/>
                </a:cubicBezTo>
                <a:cubicBezTo>
                  <a:pt x="178474" y="47322"/>
                  <a:pt x="177731" y="45346"/>
                  <a:pt x="176246" y="43906"/>
                </a:cubicBezTo>
                <a:cubicBezTo>
                  <a:pt x="174761" y="42467"/>
                  <a:pt x="172693" y="41747"/>
                  <a:pt x="170042" y="41747"/>
                </a:cubicBezTo>
                <a:cubicBezTo>
                  <a:pt x="167163" y="41747"/>
                  <a:pt x="163964" y="42958"/>
                  <a:pt x="160445" y="45380"/>
                </a:cubicBezTo>
                <a:cubicBezTo>
                  <a:pt x="156926" y="47802"/>
                  <a:pt x="154162" y="51001"/>
                  <a:pt x="152151" y="54977"/>
                </a:cubicBezTo>
                <a:cubicBezTo>
                  <a:pt x="150688" y="57810"/>
                  <a:pt x="149043" y="63591"/>
                  <a:pt x="147215" y="72320"/>
                </a:cubicBezTo>
                <a:lnTo>
                  <a:pt x="140977" y="102208"/>
                </a:lnTo>
                <a:lnTo>
                  <a:pt x="121303" y="102208"/>
                </a:lnTo>
                <a:lnTo>
                  <a:pt x="136521" y="29408"/>
                </a:lnTo>
                <a:close/>
                <a:moveTo>
                  <a:pt x="205667" y="106047"/>
                </a:moveTo>
                <a:lnTo>
                  <a:pt x="226438" y="109063"/>
                </a:lnTo>
                <a:cubicBezTo>
                  <a:pt x="226438" y="111165"/>
                  <a:pt x="226780" y="112753"/>
                  <a:pt x="227466" y="113827"/>
                </a:cubicBezTo>
                <a:cubicBezTo>
                  <a:pt x="228151" y="114901"/>
                  <a:pt x="229260" y="115815"/>
                  <a:pt x="230790" y="116569"/>
                </a:cubicBezTo>
                <a:cubicBezTo>
                  <a:pt x="232321" y="117323"/>
                  <a:pt x="234412" y="117700"/>
                  <a:pt x="237063" y="117700"/>
                </a:cubicBezTo>
                <a:cubicBezTo>
                  <a:pt x="241222" y="117700"/>
                  <a:pt x="244558" y="116878"/>
                  <a:pt x="247071" y="115232"/>
                </a:cubicBezTo>
                <a:cubicBezTo>
                  <a:pt x="248945" y="113953"/>
                  <a:pt x="250476" y="111896"/>
                  <a:pt x="251664" y="109063"/>
                </a:cubicBezTo>
                <a:cubicBezTo>
                  <a:pt x="252395" y="107281"/>
                  <a:pt x="253332" y="103396"/>
                  <a:pt x="254474" y="97409"/>
                </a:cubicBezTo>
                <a:lnTo>
                  <a:pt x="255160" y="93982"/>
                </a:lnTo>
                <a:cubicBezTo>
                  <a:pt x="248351" y="99649"/>
                  <a:pt x="241313" y="102482"/>
                  <a:pt x="234047" y="102482"/>
                </a:cubicBezTo>
                <a:cubicBezTo>
                  <a:pt x="226917" y="102482"/>
                  <a:pt x="221068" y="99969"/>
                  <a:pt x="216498" y="94942"/>
                </a:cubicBezTo>
                <a:cubicBezTo>
                  <a:pt x="211928" y="89915"/>
                  <a:pt x="209643" y="82557"/>
                  <a:pt x="209643" y="72869"/>
                </a:cubicBezTo>
                <a:cubicBezTo>
                  <a:pt x="209643" y="64323"/>
                  <a:pt x="211197" y="56485"/>
                  <a:pt x="214304" y="49356"/>
                </a:cubicBezTo>
                <a:cubicBezTo>
                  <a:pt x="217412" y="42227"/>
                  <a:pt x="221776" y="36834"/>
                  <a:pt x="227397" y="33178"/>
                </a:cubicBezTo>
                <a:cubicBezTo>
                  <a:pt x="233018" y="29522"/>
                  <a:pt x="238754" y="27694"/>
                  <a:pt x="244603" y="27694"/>
                </a:cubicBezTo>
                <a:cubicBezTo>
                  <a:pt x="249447" y="27694"/>
                  <a:pt x="253880" y="28974"/>
                  <a:pt x="257902" y="31533"/>
                </a:cubicBezTo>
                <a:cubicBezTo>
                  <a:pt x="261924" y="34092"/>
                  <a:pt x="265054" y="37680"/>
                  <a:pt x="267293" y="42295"/>
                </a:cubicBezTo>
                <a:lnTo>
                  <a:pt x="270035" y="29408"/>
                </a:lnTo>
                <a:lnTo>
                  <a:pt x="288475" y="29408"/>
                </a:lnTo>
                <a:lnTo>
                  <a:pt x="275862" y="90075"/>
                </a:lnTo>
                <a:cubicBezTo>
                  <a:pt x="273806" y="99809"/>
                  <a:pt x="272069" y="106755"/>
                  <a:pt x="270652" y="110914"/>
                </a:cubicBezTo>
                <a:cubicBezTo>
                  <a:pt x="269236" y="115072"/>
                  <a:pt x="267613" y="118386"/>
                  <a:pt x="265785" y="120854"/>
                </a:cubicBezTo>
                <a:cubicBezTo>
                  <a:pt x="263957" y="123321"/>
                  <a:pt x="261649" y="125389"/>
                  <a:pt x="258862" y="127057"/>
                </a:cubicBezTo>
                <a:cubicBezTo>
                  <a:pt x="256074" y="128725"/>
                  <a:pt x="252784" y="129925"/>
                  <a:pt x="248990" y="130656"/>
                </a:cubicBezTo>
                <a:cubicBezTo>
                  <a:pt x="245197" y="131387"/>
                  <a:pt x="241084" y="131753"/>
                  <a:pt x="236652" y="131753"/>
                </a:cubicBezTo>
                <a:cubicBezTo>
                  <a:pt x="226369" y="131753"/>
                  <a:pt x="218600" y="129994"/>
                  <a:pt x="213345" y="126475"/>
                </a:cubicBezTo>
                <a:cubicBezTo>
                  <a:pt x="208089" y="122956"/>
                  <a:pt x="205461" y="117106"/>
                  <a:pt x="205461" y="108926"/>
                </a:cubicBezTo>
                <a:cubicBezTo>
                  <a:pt x="205461" y="108058"/>
                  <a:pt x="205530" y="107098"/>
                  <a:pt x="205667" y="106047"/>
                </a:cubicBezTo>
                <a:moveTo>
                  <a:pt x="228837" y="70881"/>
                </a:moveTo>
                <a:cubicBezTo>
                  <a:pt x="228837" y="76410"/>
                  <a:pt x="230082" y="80626"/>
                  <a:pt x="232573" y="83528"/>
                </a:cubicBezTo>
                <a:cubicBezTo>
                  <a:pt x="235063" y="86430"/>
                  <a:pt x="238182" y="87881"/>
                  <a:pt x="241930" y="87881"/>
                </a:cubicBezTo>
                <a:cubicBezTo>
                  <a:pt x="245357" y="87881"/>
                  <a:pt x="248682" y="86579"/>
                  <a:pt x="251904" y="83974"/>
                </a:cubicBezTo>
                <a:cubicBezTo>
                  <a:pt x="255126" y="81369"/>
                  <a:pt x="257594" y="77667"/>
                  <a:pt x="259307" y="72869"/>
                </a:cubicBezTo>
                <a:cubicBezTo>
                  <a:pt x="261021" y="68070"/>
                  <a:pt x="261878" y="63432"/>
                  <a:pt x="261878" y="58953"/>
                </a:cubicBezTo>
                <a:cubicBezTo>
                  <a:pt x="261878" y="53789"/>
                  <a:pt x="260484" y="49630"/>
                  <a:pt x="257696" y="46477"/>
                </a:cubicBezTo>
                <a:cubicBezTo>
                  <a:pt x="254909" y="43324"/>
                  <a:pt x="251687" y="41747"/>
                  <a:pt x="248031" y="41747"/>
                </a:cubicBezTo>
                <a:cubicBezTo>
                  <a:pt x="244512" y="41747"/>
                  <a:pt x="241279" y="43141"/>
                  <a:pt x="238331" y="45928"/>
                </a:cubicBezTo>
                <a:cubicBezTo>
                  <a:pt x="235383" y="48716"/>
                  <a:pt x="232950" y="53012"/>
                  <a:pt x="231030" y="58816"/>
                </a:cubicBezTo>
                <a:cubicBezTo>
                  <a:pt x="229568" y="63294"/>
                  <a:pt x="228837" y="67316"/>
                  <a:pt x="228837" y="70881"/>
                </a:cubicBezTo>
                <a:close/>
                <a:moveTo>
                  <a:pt x="335792" y="44009"/>
                </a:moveTo>
                <a:lnTo>
                  <a:pt x="338808" y="29408"/>
                </a:lnTo>
                <a:lnTo>
                  <a:pt x="348405" y="29408"/>
                </a:lnTo>
                <a:lnTo>
                  <a:pt x="350804" y="17754"/>
                </a:lnTo>
                <a:lnTo>
                  <a:pt x="373357" y="4182"/>
                </a:lnTo>
                <a:lnTo>
                  <a:pt x="368079" y="29408"/>
                </a:lnTo>
                <a:lnTo>
                  <a:pt x="380075" y="29408"/>
                </a:lnTo>
                <a:lnTo>
                  <a:pt x="377059" y="44009"/>
                </a:lnTo>
                <a:lnTo>
                  <a:pt x="364994" y="44009"/>
                </a:lnTo>
                <a:lnTo>
                  <a:pt x="358619" y="74514"/>
                </a:lnTo>
                <a:cubicBezTo>
                  <a:pt x="357477" y="80043"/>
                  <a:pt x="356905" y="83197"/>
                  <a:pt x="356905" y="83974"/>
                </a:cubicBezTo>
                <a:cubicBezTo>
                  <a:pt x="356905" y="85482"/>
                  <a:pt x="357385" y="86659"/>
                  <a:pt x="358345" y="87504"/>
                </a:cubicBezTo>
                <a:cubicBezTo>
                  <a:pt x="359305" y="88349"/>
                  <a:pt x="361041" y="88772"/>
                  <a:pt x="363555" y="88772"/>
                </a:cubicBezTo>
                <a:cubicBezTo>
                  <a:pt x="364423" y="88772"/>
                  <a:pt x="366594" y="88612"/>
                  <a:pt x="370067" y="88292"/>
                </a:cubicBezTo>
                <a:lnTo>
                  <a:pt x="366982" y="102893"/>
                </a:lnTo>
                <a:cubicBezTo>
                  <a:pt x="363600" y="103579"/>
                  <a:pt x="360127" y="103922"/>
                  <a:pt x="356563" y="103922"/>
                </a:cubicBezTo>
                <a:cubicBezTo>
                  <a:pt x="349616" y="103922"/>
                  <a:pt x="344566" y="102585"/>
                  <a:pt x="341413" y="99912"/>
                </a:cubicBezTo>
                <a:cubicBezTo>
                  <a:pt x="338260" y="97238"/>
                  <a:pt x="336683" y="93525"/>
                  <a:pt x="336683" y="88772"/>
                </a:cubicBezTo>
                <a:cubicBezTo>
                  <a:pt x="336683" y="86533"/>
                  <a:pt x="337529" y="81369"/>
                  <a:pt x="339219" y="73280"/>
                </a:cubicBezTo>
                <a:lnTo>
                  <a:pt x="345320" y="44009"/>
                </a:lnTo>
                <a:lnTo>
                  <a:pt x="335792" y="44009"/>
                </a:lnTo>
                <a:close/>
                <a:moveTo>
                  <a:pt x="380092" y="71977"/>
                </a:moveTo>
                <a:cubicBezTo>
                  <a:pt x="380092" y="58496"/>
                  <a:pt x="383897" y="47745"/>
                  <a:pt x="391506" y="39725"/>
                </a:cubicBezTo>
                <a:cubicBezTo>
                  <a:pt x="399115" y="31704"/>
                  <a:pt x="409112" y="27694"/>
                  <a:pt x="421496" y="27694"/>
                </a:cubicBezTo>
                <a:cubicBezTo>
                  <a:pt x="432236" y="27694"/>
                  <a:pt x="440622" y="30653"/>
                  <a:pt x="446654" y="36571"/>
                </a:cubicBezTo>
                <a:cubicBezTo>
                  <a:pt x="452687" y="42490"/>
                  <a:pt x="455703" y="50453"/>
                  <a:pt x="455703" y="60461"/>
                </a:cubicBezTo>
                <a:cubicBezTo>
                  <a:pt x="455703" y="72252"/>
                  <a:pt x="451932" y="82443"/>
                  <a:pt x="444392" y="91034"/>
                </a:cubicBezTo>
                <a:cubicBezTo>
                  <a:pt x="436852" y="99626"/>
                  <a:pt x="426752" y="103922"/>
                  <a:pt x="414093" y="103922"/>
                </a:cubicBezTo>
                <a:cubicBezTo>
                  <a:pt x="407238" y="103922"/>
                  <a:pt x="401160" y="102551"/>
                  <a:pt x="395859" y="99809"/>
                </a:cubicBezTo>
                <a:cubicBezTo>
                  <a:pt x="390557" y="97067"/>
                  <a:pt x="386604" y="93182"/>
                  <a:pt x="384000" y="88155"/>
                </a:cubicBezTo>
                <a:cubicBezTo>
                  <a:pt x="381395" y="83128"/>
                  <a:pt x="380092" y="77736"/>
                  <a:pt x="380092" y="71977"/>
                </a:cubicBezTo>
                <a:moveTo>
                  <a:pt x="436166" y="57925"/>
                </a:moveTo>
                <a:cubicBezTo>
                  <a:pt x="436166" y="53263"/>
                  <a:pt x="434806" y="49527"/>
                  <a:pt x="432087" y="46717"/>
                </a:cubicBezTo>
                <a:cubicBezTo>
                  <a:pt x="429368" y="43906"/>
                  <a:pt x="425861" y="42501"/>
                  <a:pt x="421565" y="42501"/>
                </a:cubicBezTo>
                <a:cubicBezTo>
                  <a:pt x="417315" y="42501"/>
                  <a:pt x="413545" y="43815"/>
                  <a:pt x="410254" y="46443"/>
                </a:cubicBezTo>
                <a:cubicBezTo>
                  <a:pt x="406964" y="49070"/>
                  <a:pt x="404405" y="52886"/>
                  <a:pt x="402577" y="57890"/>
                </a:cubicBezTo>
                <a:cubicBezTo>
                  <a:pt x="400749" y="62895"/>
                  <a:pt x="399835" y="67499"/>
                  <a:pt x="399835" y="71703"/>
                </a:cubicBezTo>
                <a:cubicBezTo>
                  <a:pt x="399835" y="76913"/>
                  <a:pt x="401251" y="81049"/>
                  <a:pt x="404085" y="84111"/>
                </a:cubicBezTo>
                <a:cubicBezTo>
                  <a:pt x="406918" y="87173"/>
                  <a:pt x="410483" y="88704"/>
                  <a:pt x="414778" y="88704"/>
                </a:cubicBezTo>
                <a:cubicBezTo>
                  <a:pt x="420171" y="88704"/>
                  <a:pt x="424695" y="86396"/>
                  <a:pt x="428351" y="81780"/>
                </a:cubicBezTo>
                <a:cubicBezTo>
                  <a:pt x="433561" y="75245"/>
                  <a:pt x="436166" y="67293"/>
                  <a:pt x="436166" y="57925"/>
                </a:cubicBezTo>
                <a:close/>
                <a:moveTo>
                  <a:pt x="500346" y="106047"/>
                </a:moveTo>
                <a:lnTo>
                  <a:pt x="521117" y="109063"/>
                </a:lnTo>
                <a:cubicBezTo>
                  <a:pt x="521117" y="111165"/>
                  <a:pt x="521460" y="112753"/>
                  <a:pt x="522145" y="113827"/>
                </a:cubicBezTo>
                <a:cubicBezTo>
                  <a:pt x="522831" y="114901"/>
                  <a:pt x="523939" y="115815"/>
                  <a:pt x="525470" y="116569"/>
                </a:cubicBezTo>
                <a:cubicBezTo>
                  <a:pt x="527001" y="117323"/>
                  <a:pt x="529092" y="117700"/>
                  <a:pt x="531742" y="117700"/>
                </a:cubicBezTo>
                <a:cubicBezTo>
                  <a:pt x="535901" y="117700"/>
                  <a:pt x="539237" y="116878"/>
                  <a:pt x="541750" y="115232"/>
                </a:cubicBezTo>
                <a:cubicBezTo>
                  <a:pt x="543624" y="113953"/>
                  <a:pt x="545155" y="111896"/>
                  <a:pt x="546343" y="109063"/>
                </a:cubicBezTo>
                <a:cubicBezTo>
                  <a:pt x="547075" y="107281"/>
                  <a:pt x="548011" y="103396"/>
                  <a:pt x="549154" y="97409"/>
                </a:cubicBezTo>
                <a:lnTo>
                  <a:pt x="549839" y="93982"/>
                </a:lnTo>
                <a:cubicBezTo>
                  <a:pt x="543030" y="99649"/>
                  <a:pt x="535992" y="102482"/>
                  <a:pt x="528726" y="102482"/>
                </a:cubicBezTo>
                <a:cubicBezTo>
                  <a:pt x="521597" y="102482"/>
                  <a:pt x="515747" y="99969"/>
                  <a:pt x="511177" y="94942"/>
                </a:cubicBezTo>
                <a:cubicBezTo>
                  <a:pt x="506607" y="89915"/>
                  <a:pt x="504322" y="82557"/>
                  <a:pt x="504322" y="72869"/>
                </a:cubicBezTo>
                <a:cubicBezTo>
                  <a:pt x="504322" y="64323"/>
                  <a:pt x="505876" y="56485"/>
                  <a:pt x="508984" y="49356"/>
                </a:cubicBezTo>
                <a:cubicBezTo>
                  <a:pt x="512091" y="42227"/>
                  <a:pt x="516456" y="36834"/>
                  <a:pt x="522077" y="33178"/>
                </a:cubicBezTo>
                <a:cubicBezTo>
                  <a:pt x="527698" y="29522"/>
                  <a:pt x="533433" y="27694"/>
                  <a:pt x="539283" y="27694"/>
                </a:cubicBezTo>
                <a:cubicBezTo>
                  <a:pt x="544127" y="27694"/>
                  <a:pt x="548560" y="28974"/>
                  <a:pt x="552581" y="31533"/>
                </a:cubicBezTo>
                <a:cubicBezTo>
                  <a:pt x="556603" y="34092"/>
                  <a:pt x="559733" y="37680"/>
                  <a:pt x="561973" y="42295"/>
                </a:cubicBezTo>
                <a:lnTo>
                  <a:pt x="564715" y="29408"/>
                </a:lnTo>
                <a:lnTo>
                  <a:pt x="583155" y="29408"/>
                </a:lnTo>
                <a:lnTo>
                  <a:pt x="570541" y="90075"/>
                </a:lnTo>
                <a:cubicBezTo>
                  <a:pt x="568485" y="99809"/>
                  <a:pt x="566748" y="106755"/>
                  <a:pt x="565332" y="110914"/>
                </a:cubicBezTo>
                <a:cubicBezTo>
                  <a:pt x="563915" y="115072"/>
                  <a:pt x="562293" y="118386"/>
                  <a:pt x="560465" y="120854"/>
                </a:cubicBezTo>
                <a:cubicBezTo>
                  <a:pt x="558637" y="123321"/>
                  <a:pt x="556329" y="125389"/>
                  <a:pt x="553541" y="127057"/>
                </a:cubicBezTo>
                <a:cubicBezTo>
                  <a:pt x="550753" y="128725"/>
                  <a:pt x="547463" y="129925"/>
                  <a:pt x="543670" y="130656"/>
                </a:cubicBezTo>
                <a:cubicBezTo>
                  <a:pt x="539877" y="131387"/>
                  <a:pt x="535764" y="131753"/>
                  <a:pt x="531331" y="131753"/>
                </a:cubicBezTo>
                <a:cubicBezTo>
                  <a:pt x="521048" y="131753"/>
                  <a:pt x="513279" y="129994"/>
                  <a:pt x="508024" y="126475"/>
                </a:cubicBezTo>
                <a:cubicBezTo>
                  <a:pt x="502768" y="122956"/>
                  <a:pt x="500141" y="117106"/>
                  <a:pt x="500141" y="108926"/>
                </a:cubicBezTo>
                <a:cubicBezTo>
                  <a:pt x="500141" y="108058"/>
                  <a:pt x="500209" y="107098"/>
                  <a:pt x="500346" y="106047"/>
                </a:cubicBezTo>
                <a:moveTo>
                  <a:pt x="523516" y="70881"/>
                </a:moveTo>
                <a:cubicBezTo>
                  <a:pt x="523516" y="76410"/>
                  <a:pt x="524762" y="80626"/>
                  <a:pt x="527252" y="83528"/>
                </a:cubicBezTo>
                <a:cubicBezTo>
                  <a:pt x="529743" y="86430"/>
                  <a:pt x="532862" y="87881"/>
                  <a:pt x="536609" y="87881"/>
                </a:cubicBezTo>
                <a:cubicBezTo>
                  <a:pt x="540037" y="87881"/>
                  <a:pt x="543361" y="86579"/>
                  <a:pt x="546583" y="83974"/>
                </a:cubicBezTo>
                <a:cubicBezTo>
                  <a:pt x="549805" y="81369"/>
                  <a:pt x="552273" y="77667"/>
                  <a:pt x="553987" y="72869"/>
                </a:cubicBezTo>
                <a:cubicBezTo>
                  <a:pt x="555700" y="68070"/>
                  <a:pt x="556557" y="63432"/>
                  <a:pt x="556557" y="58953"/>
                </a:cubicBezTo>
                <a:cubicBezTo>
                  <a:pt x="556557" y="53789"/>
                  <a:pt x="555163" y="49630"/>
                  <a:pt x="552376" y="46477"/>
                </a:cubicBezTo>
                <a:cubicBezTo>
                  <a:pt x="549588" y="43324"/>
                  <a:pt x="546366" y="41747"/>
                  <a:pt x="542710" y="41747"/>
                </a:cubicBezTo>
                <a:cubicBezTo>
                  <a:pt x="539191" y="41747"/>
                  <a:pt x="535958" y="43141"/>
                  <a:pt x="533010" y="45928"/>
                </a:cubicBezTo>
                <a:cubicBezTo>
                  <a:pt x="530063" y="48716"/>
                  <a:pt x="527629" y="53012"/>
                  <a:pt x="525710" y="58816"/>
                </a:cubicBezTo>
                <a:cubicBezTo>
                  <a:pt x="524247" y="63294"/>
                  <a:pt x="523516" y="67316"/>
                  <a:pt x="523516" y="70881"/>
                </a:cubicBezTo>
                <a:close/>
                <a:moveTo>
                  <a:pt x="657921" y="71909"/>
                </a:moveTo>
                <a:lnTo>
                  <a:pt x="608565" y="71909"/>
                </a:lnTo>
                <a:cubicBezTo>
                  <a:pt x="608520" y="72686"/>
                  <a:pt x="608497" y="73280"/>
                  <a:pt x="608497" y="73691"/>
                </a:cubicBezTo>
                <a:cubicBezTo>
                  <a:pt x="608497" y="78535"/>
                  <a:pt x="609879" y="82443"/>
                  <a:pt x="612644" y="85413"/>
                </a:cubicBezTo>
                <a:cubicBezTo>
                  <a:pt x="615409" y="88384"/>
                  <a:pt x="618779" y="89869"/>
                  <a:pt x="622755" y="89869"/>
                </a:cubicBezTo>
                <a:cubicBezTo>
                  <a:pt x="629290" y="89869"/>
                  <a:pt x="634386" y="86487"/>
                  <a:pt x="638042" y="79724"/>
                </a:cubicBezTo>
                <a:lnTo>
                  <a:pt x="655659" y="82671"/>
                </a:lnTo>
                <a:cubicBezTo>
                  <a:pt x="652232" y="89755"/>
                  <a:pt x="647650" y="95067"/>
                  <a:pt x="641915" y="98609"/>
                </a:cubicBezTo>
                <a:cubicBezTo>
                  <a:pt x="636180" y="102151"/>
                  <a:pt x="629747" y="103922"/>
                  <a:pt x="622618" y="103922"/>
                </a:cubicBezTo>
                <a:cubicBezTo>
                  <a:pt x="612838" y="103922"/>
                  <a:pt x="604887" y="100826"/>
                  <a:pt x="598763" y="94633"/>
                </a:cubicBezTo>
                <a:cubicBezTo>
                  <a:pt x="592639" y="88441"/>
                  <a:pt x="589577" y="80249"/>
                  <a:pt x="589577" y="70058"/>
                </a:cubicBezTo>
                <a:cubicBezTo>
                  <a:pt x="589577" y="60095"/>
                  <a:pt x="592342" y="51230"/>
                  <a:pt x="597872" y="43461"/>
                </a:cubicBezTo>
                <a:cubicBezTo>
                  <a:pt x="605412" y="32950"/>
                  <a:pt x="616174" y="27694"/>
                  <a:pt x="630159" y="27694"/>
                </a:cubicBezTo>
                <a:cubicBezTo>
                  <a:pt x="639070" y="27694"/>
                  <a:pt x="646154" y="30448"/>
                  <a:pt x="651409" y="35954"/>
                </a:cubicBezTo>
                <a:cubicBezTo>
                  <a:pt x="656665" y="41461"/>
                  <a:pt x="659292" y="49173"/>
                  <a:pt x="659292" y="59090"/>
                </a:cubicBezTo>
                <a:cubicBezTo>
                  <a:pt x="659292" y="63843"/>
                  <a:pt x="658835" y="68116"/>
                  <a:pt x="657921" y="71909"/>
                </a:cubicBezTo>
                <a:moveTo>
                  <a:pt x="641332" y="59913"/>
                </a:moveTo>
                <a:cubicBezTo>
                  <a:pt x="641378" y="59044"/>
                  <a:pt x="641401" y="58382"/>
                  <a:pt x="641401" y="57925"/>
                </a:cubicBezTo>
                <a:cubicBezTo>
                  <a:pt x="641401" y="52532"/>
                  <a:pt x="640190" y="48488"/>
                  <a:pt x="637768" y="45791"/>
                </a:cubicBezTo>
                <a:cubicBezTo>
                  <a:pt x="635346" y="43095"/>
                  <a:pt x="632101" y="41747"/>
                  <a:pt x="628034" y="41747"/>
                </a:cubicBezTo>
                <a:cubicBezTo>
                  <a:pt x="623966" y="41747"/>
                  <a:pt x="620322" y="43278"/>
                  <a:pt x="617100" y="46340"/>
                </a:cubicBezTo>
                <a:cubicBezTo>
                  <a:pt x="613878" y="49402"/>
                  <a:pt x="611696" y="53926"/>
                  <a:pt x="610553" y="59913"/>
                </a:cubicBezTo>
                <a:lnTo>
                  <a:pt x="641332" y="59913"/>
                </a:lnTo>
                <a:close/>
                <a:moveTo>
                  <a:pt x="669781" y="44009"/>
                </a:moveTo>
                <a:lnTo>
                  <a:pt x="672797" y="29408"/>
                </a:lnTo>
                <a:lnTo>
                  <a:pt x="682394" y="29408"/>
                </a:lnTo>
                <a:lnTo>
                  <a:pt x="684793" y="17754"/>
                </a:lnTo>
                <a:lnTo>
                  <a:pt x="707346" y="4182"/>
                </a:lnTo>
                <a:lnTo>
                  <a:pt x="702068" y="29408"/>
                </a:lnTo>
                <a:lnTo>
                  <a:pt x="714064" y="29408"/>
                </a:lnTo>
                <a:lnTo>
                  <a:pt x="711048" y="44009"/>
                </a:lnTo>
                <a:lnTo>
                  <a:pt x="698983" y="44009"/>
                </a:lnTo>
                <a:lnTo>
                  <a:pt x="692608" y="74514"/>
                </a:lnTo>
                <a:cubicBezTo>
                  <a:pt x="691465" y="80043"/>
                  <a:pt x="690894" y="83197"/>
                  <a:pt x="690894" y="83974"/>
                </a:cubicBezTo>
                <a:cubicBezTo>
                  <a:pt x="690894" y="85482"/>
                  <a:pt x="691374" y="86659"/>
                  <a:pt x="692334" y="87504"/>
                </a:cubicBezTo>
                <a:cubicBezTo>
                  <a:pt x="693293" y="88349"/>
                  <a:pt x="695030" y="88772"/>
                  <a:pt x="697543" y="88772"/>
                </a:cubicBezTo>
                <a:cubicBezTo>
                  <a:pt x="698412" y="88772"/>
                  <a:pt x="700582" y="88612"/>
                  <a:pt x="704056" y="88292"/>
                </a:cubicBezTo>
                <a:lnTo>
                  <a:pt x="700971" y="102893"/>
                </a:lnTo>
                <a:cubicBezTo>
                  <a:pt x="697589" y="103579"/>
                  <a:pt x="694116" y="103922"/>
                  <a:pt x="690551" y="103922"/>
                </a:cubicBezTo>
                <a:cubicBezTo>
                  <a:pt x="683605" y="103922"/>
                  <a:pt x="678555" y="102585"/>
                  <a:pt x="675402" y="99912"/>
                </a:cubicBezTo>
                <a:cubicBezTo>
                  <a:pt x="672248" y="97238"/>
                  <a:pt x="670672" y="93525"/>
                  <a:pt x="670672" y="88772"/>
                </a:cubicBezTo>
                <a:cubicBezTo>
                  <a:pt x="670672" y="86533"/>
                  <a:pt x="671517" y="81369"/>
                  <a:pt x="673208" y="73280"/>
                </a:cubicBezTo>
                <a:lnTo>
                  <a:pt x="679309" y="44009"/>
                </a:lnTo>
                <a:lnTo>
                  <a:pt x="669781" y="44009"/>
                </a:lnTo>
                <a:close/>
                <a:moveTo>
                  <a:pt x="777460" y="50041"/>
                </a:moveTo>
                <a:lnTo>
                  <a:pt x="758266" y="48396"/>
                </a:lnTo>
                <a:cubicBezTo>
                  <a:pt x="760459" y="41907"/>
                  <a:pt x="764287" y="36834"/>
                  <a:pt x="769748" y="33178"/>
                </a:cubicBezTo>
                <a:cubicBezTo>
                  <a:pt x="775209" y="29522"/>
                  <a:pt x="782441" y="27694"/>
                  <a:pt x="791444" y="27694"/>
                </a:cubicBezTo>
                <a:cubicBezTo>
                  <a:pt x="800812" y="27694"/>
                  <a:pt x="807736" y="29579"/>
                  <a:pt x="812215" y="33350"/>
                </a:cubicBezTo>
                <a:cubicBezTo>
                  <a:pt x="816693" y="37120"/>
                  <a:pt x="818932" y="41724"/>
                  <a:pt x="818932" y="47162"/>
                </a:cubicBezTo>
                <a:cubicBezTo>
                  <a:pt x="818932" y="49356"/>
                  <a:pt x="818738" y="51687"/>
                  <a:pt x="818350" y="54154"/>
                </a:cubicBezTo>
                <a:cubicBezTo>
                  <a:pt x="817961" y="56622"/>
                  <a:pt x="816602" y="63112"/>
                  <a:pt x="814271" y="73623"/>
                </a:cubicBezTo>
                <a:cubicBezTo>
                  <a:pt x="812352" y="82306"/>
                  <a:pt x="811392" y="88384"/>
                  <a:pt x="811392" y="91857"/>
                </a:cubicBezTo>
                <a:cubicBezTo>
                  <a:pt x="811392" y="94965"/>
                  <a:pt x="811940" y="98415"/>
                  <a:pt x="813037" y="102208"/>
                </a:cubicBezTo>
                <a:lnTo>
                  <a:pt x="793912" y="102208"/>
                </a:lnTo>
                <a:cubicBezTo>
                  <a:pt x="793135" y="99557"/>
                  <a:pt x="792655" y="96815"/>
                  <a:pt x="792472" y="93982"/>
                </a:cubicBezTo>
                <a:cubicBezTo>
                  <a:pt x="789593" y="97181"/>
                  <a:pt x="786280" y="99637"/>
                  <a:pt x="782532" y="101351"/>
                </a:cubicBezTo>
                <a:cubicBezTo>
                  <a:pt x="778785" y="103065"/>
                  <a:pt x="775015" y="103922"/>
                  <a:pt x="771222" y="103922"/>
                </a:cubicBezTo>
                <a:cubicBezTo>
                  <a:pt x="765189" y="103922"/>
                  <a:pt x="760208" y="101945"/>
                  <a:pt x="756278" y="97992"/>
                </a:cubicBezTo>
                <a:cubicBezTo>
                  <a:pt x="752348" y="94039"/>
                  <a:pt x="750383" y="88955"/>
                  <a:pt x="750383" y="82740"/>
                </a:cubicBezTo>
                <a:cubicBezTo>
                  <a:pt x="750383" y="75793"/>
                  <a:pt x="752542" y="70241"/>
                  <a:pt x="756861" y="66082"/>
                </a:cubicBezTo>
                <a:cubicBezTo>
                  <a:pt x="761179" y="61923"/>
                  <a:pt x="768891" y="59410"/>
                  <a:pt x="779996" y="58542"/>
                </a:cubicBezTo>
                <a:cubicBezTo>
                  <a:pt x="789365" y="57765"/>
                  <a:pt x="795626" y="56828"/>
                  <a:pt x="798779" y="55731"/>
                </a:cubicBezTo>
                <a:cubicBezTo>
                  <a:pt x="799601" y="52989"/>
                  <a:pt x="800013" y="50795"/>
                  <a:pt x="800013" y="49150"/>
                </a:cubicBezTo>
                <a:cubicBezTo>
                  <a:pt x="800013" y="47048"/>
                  <a:pt x="799167" y="45289"/>
                  <a:pt x="797476" y="43872"/>
                </a:cubicBezTo>
                <a:cubicBezTo>
                  <a:pt x="795785" y="42455"/>
                  <a:pt x="793272" y="41747"/>
                  <a:pt x="789936" y="41747"/>
                </a:cubicBezTo>
                <a:cubicBezTo>
                  <a:pt x="786417" y="41747"/>
                  <a:pt x="783641" y="42467"/>
                  <a:pt x="781607" y="43906"/>
                </a:cubicBezTo>
                <a:cubicBezTo>
                  <a:pt x="779573" y="45346"/>
                  <a:pt x="778191" y="47391"/>
                  <a:pt x="777460" y="50041"/>
                </a:cubicBezTo>
                <a:moveTo>
                  <a:pt x="796174" y="68276"/>
                </a:moveTo>
                <a:cubicBezTo>
                  <a:pt x="794986" y="68596"/>
                  <a:pt x="793409" y="68893"/>
                  <a:pt x="791444" y="69167"/>
                </a:cubicBezTo>
                <a:cubicBezTo>
                  <a:pt x="781573" y="70355"/>
                  <a:pt x="775129" y="72092"/>
                  <a:pt x="772113" y="74377"/>
                </a:cubicBezTo>
                <a:cubicBezTo>
                  <a:pt x="769965" y="76022"/>
                  <a:pt x="768891" y="78238"/>
                  <a:pt x="768891" y="81026"/>
                </a:cubicBezTo>
                <a:cubicBezTo>
                  <a:pt x="768891" y="83311"/>
                  <a:pt x="769714" y="85242"/>
                  <a:pt x="771359" y="86818"/>
                </a:cubicBezTo>
                <a:cubicBezTo>
                  <a:pt x="773004" y="88395"/>
                  <a:pt x="775175" y="89183"/>
                  <a:pt x="777871" y="89183"/>
                </a:cubicBezTo>
                <a:cubicBezTo>
                  <a:pt x="780842" y="89183"/>
                  <a:pt x="783641" y="88464"/>
                  <a:pt x="786268" y="87024"/>
                </a:cubicBezTo>
                <a:cubicBezTo>
                  <a:pt x="788896" y="85585"/>
                  <a:pt x="790861" y="83734"/>
                  <a:pt x="792164" y="81472"/>
                </a:cubicBezTo>
                <a:cubicBezTo>
                  <a:pt x="793466" y="79209"/>
                  <a:pt x="794620" y="75679"/>
                  <a:pt x="795626" y="70881"/>
                </a:cubicBezTo>
                <a:lnTo>
                  <a:pt x="796174" y="68276"/>
                </a:lnTo>
                <a:close/>
                <a:moveTo>
                  <a:pt x="865448" y="102208"/>
                </a:moveTo>
                <a:lnTo>
                  <a:pt x="886424" y="1714"/>
                </a:lnTo>
                <a:lnTo>
                  <a:pt x="906166" y="1714"/>
                </a:lnTo>
                <a:lnTo>
                  <a:pt x="899106" y="35303"/>
                </a:lnTo>
                <a:cubicBezTo>
                  <a:pt x="902716" y="32561"/>
                  <a:pt x="906086" y="30608"/>
                  <a:pt x="909217" y="29442"/>
                </a:cubicBezTo>
                <a:cubicBezTo>
                  <a:pt x="912347" y="28277"/>
                  <a:pt x="915763" y="27694"/>
                  <a:pt x="919465" y="27694"/>
                </a:cubicBezTo>
                <a:cubicBezTo>
                  <a:pt x="927143" y="27694"/>
                  <a:pt x="933289" y="30265"/>
                  <a:pt x="937905" y="35406"/>
                </a:cubicBezTo>
                <a:cubicBezTo>
                  <a:pt x="942521" y="40547"/>
                  <a:pt x="944829" y="48031"/>
                  <a:pt x="944829" y="57856"/>
                </a:cubicBezTo>
                <a:cubicBezTo>
                  <a:pt x="944829" y="64483"/>
                  <a:pt x="943743" y="70915"/>
                  <a:pt x="941572" y="77153"/>
                </a:cubicBezTo>
                <a:cubicBezTo>
                  <a:pt x="939402" y="83391"/>
                  <a:pt x="936500" y="88464"/>
                  <a:pt x="932867" y="92371"/>
                </a:cubicBezTo>
                <a:cubicBezTo>
                  <a:pt x="929233" y="96278"/>
                  <a:pt x="925418" y="99180"/>
                  <a:pt x="921419" y="101077"/>
                </a:cubicBezTo>
                <a:cubicBezTo>
                  <a:pt x="917420" y="102973"/>
                  <a:pt x="913227" y="103922"/>
                  <a:pt x="908840" y="103922"/>
                </a:cubicBezTo>
                <a:cubicBezTo>
                  <a:pt x="898420" y="103922"/>
                  <a:pt x="890766" y="99352"/>
                  <a:pt x="885876" y="90212"/>
                </a:cubicBezTo>
                <a:lnTo>
                  <a:pt x="883339" y="102208"/>
                </a:lnTo>
                <a:lnTo>
                  <a:pt x="865448" y="102208"/>
                </a:lnTo>
                <a:moveTo>
                  <a:pt x="891977" y="72526"/>
                </a:moveTo>
                <a:cubicBezTo>
                  <a:pt x="891977" y="77416"/>
                  <a:pt x="893359" y="81392"/>
                  <a:pt x="896124" y="84454"/>
                </a:cubicBezTo>
                <a:cubicBezTo>
                  <a:pt x="898889" y="87515"/>
                  <a:pt x="902145" y="89046"/>
                  <a:pt x="905892" y="89046"/>
                </a:cubicBezTo>
                <a:cubicBezTo>
                  <a:pt x="909183" y="89046"/>
                  <a:pt x="912324" y="87858"/>
                  <a:pt x="915318" y="85482"/>
                </a:cubicBezTo>
                <a:cubicBezTo>
                  <a:pt x="918311" y="83105"/>
                  <a:pt x="920802" y="79312"/>
                  <a:pt x="922790" y="74102"/>
                </a:cubicBezTo>
                <a:cubicBezTo>
                  <a:pt x="924778" y="68893"/>
                  <a:pt x="925772" y="63637"/>
                  <a:pt x="925772" y="58336"/>
                </a:cubicBezTo>
                <a:cubicBezTo>
                  <a:pt x="925772" y="53172"/>
                  <a:pt x="924435" y="49116"/>
                  <a:pt x="921762" y="46168"/>
                </a:cubicBezTo>
                <a:cubicBezTo>
                  <a:pt x="919088" y="43221"/>
                  <a:pt x="915855" y="41747"/>
                  <a:pt x="912062" y="41747"/>
                </a:cubicBezTo>
                <a:cubicBezTo>
                  <a:pt x="907126" y="41747"/>
                  <a:pt x="902876" y="44032"/>
                  <a:pt x="899311" y="48602"/>
                </a:cubicBezTo>
                <a:cubicBezTo>
                  <a:pt x="894422" y="54863"/>
                  <a:pt x="891977" y="62837"/>
                  <a:pt x="891977" y="72526"/>
                </a:cubicBezTo>
                <a:close/>
                <a:moveTo>
                  <a:pt x="954541" y="71977"/>
                </a:moveTo>
                <a:cubicBezTo>
                  <a:pt x="954541" y="58496"/>
                  <a:pt x="958346" y="47745"/>
                  <a:pt x="965955" y="39725"/>
                </a:cubicBezTo>
                <a:cubicBezTo>
                  <a:pt x="973564" y="31704"/>
                  <a:pt x="983561" y="27694"/>
                  <a:pt x="995946" y="27694"/>
                </a:cubicBezTo>
                <a:cubicBezTo>
                  <a:pt x="1006685" y="27694"/>
                  <a:pt x="1015071" y="30653"/>
                  <a:pt x="1021103" y="36571"/>
                </a:cubicBezTo>
                <a:cubicBezTo>
                  <a:pt x="1027136" y="42490"/>
                  <a:pt x="1030152" y="50453"/>
                  <a:pt x="1030152" y="60461"/>
                </a:cubicBezTo>
                <a:cubicBezTo>
                  <a:pt x="1030152" y="72252"/>
                  <a:pt x="1026382" y="82443"/>
                  <a:pt x="1018841" y="91034"/>
                </a:cubicBezTo>
                <a:cubicBezTo>
                  <a:pt x="1011301" y="99626"/>
                  <a:pt x="1001201" y="103922"/>
                  <a:pt x="988542" y="103922"/>
                </a:cubicBezTo>
                <a:cubicBezTo>
                  <a:pt x="981687" y="103922"/>
                  <a:pt x="975609" y="102551"/>
                  <a:pt x="970308" y="99809"/>
                </a:cubicBezTo>
                <a:cubicBezTo>
                  <a:pt x="965007" y="97067"/>
                  <a:pt x="961054" y="93182"/>
                  <a:pt x="958449" y="88155"/>
                </a:cubicBezTo>
                <a:cubicBezTo>
                  <a:pt x="955844" y="83128"/>
                  <a:pt x="954541" y="77736"/>
                  <a:pt x="954541" y="71977"/>
                </a:cubicBezTo>
                <a:moveTo>
                  <a:pt x="1010615" y="57925"/>
                </a:moveTo>
                <a:cubicBezTo>
                  <a:pt x="1010615" y="53263"/>
                  <a:pt x="1009256" y="49527"/>
                  <a:pt x="1006537" y="46717"/>
                </a:cubicBezTo>
                <a:cubicBezTo>
                  <a:pt x="1003817" y="43906"/>
                  <a:pt x="1000310" y="42501"/>
                  <a:pt x="996014" y="42501"/>
                </a:cubicBezTo>
                <a:cubicBezTo>
                  <a:pt x="991764" y="42501"/>
                  <a:pt x="987994" y="43815"/>
                  <a:pt x="984703" y="46443"/>
                </a:cubicBezTo>
                <a:cubicBezTo>
                  <a:pt x="981413" y="49070"/>
                  <a:pt x="978854" y="52886"/>
                  <a:pt x="977026" y="57890"/>
                </a:cubicBezTo>
                <a:cubicBezTo>
                  <a:pt x="975198" y="62895"/>
                  <a:pt x="974284" y="67499"/>
                  <a:pt x="974284" y="71703"/>
                </a:cubicBezTo>
                <a:cubicBezTo>
                  <a:pt x="974284" y="76913"/>
                  <a:pt x="975700" y="81049"/>
                  <a:pt x="978534" y="84111"/>
                </a:cubicBezTo>
                <a:cubicBezTo>
                  <a:pt x="981367" y="87173"/>
                  <a:pt x="984932" y="88704"/>
                  <a:pt x="989228" y="88704"/>
                </a:cubicBezTo>
                <a:cubicBezTo>
                  <a:pt x="994620" y="88704"/>
                  <a:pt x="999145" y="86396"/>
                  <a:pt x="1002801" y="81780"/>
                </a:cubicBezTo>
                <a:cubicBezTo>
                  <a:pt x="1008010" y="75245"/>
                  <a:pt x="1010615" y="67293"/>
                  <a:pt x="1010615" y="57925"/>
                </a:cubicBezTo>
                <a:close/>
                <a:moveTo>
                  <a:pt x="1042265" y="44009"/>
                </a:moveTo>
                <a:lnTo>
                  <a:pt x="1045281" y="29408"/>
                </a:lnTo>
                <a:lnTo>
                  <a:pt x="1054878" y="29408"/>
                </a:lnTo>
                <a:lnTo>
                  <a:pt x="1057277" y="17754"/>
                </a:lnTo>
                <a:lnTo>
                  <a:pt x="1079830" y="4182"/>
                </a:lnTo>
                <a:lnTo>
                  <a:pt x="1074552" y="29408"/>
                </a:lnTo>
                <a:lnTo>
                  <a:pt x="1086548" y="29408"/>
                </a:lnTo>
                <a:lnTo>
                  <a:pt x="1083532" y="44009"/>
                </a:lnTo>
                <a:lnTo>
                  <a:pt x="1071467" y="44009"/>
                </a:lnTo>
                <a:lnTo>
                  <a:pt x="1065092" y="74514"/>
                </a:lnTo>
                <a:cubicBezTo>
                  <a:pt x="1063949" y="80043"/>
                  <a:pt x="1063378" y="83197"/>
                  <a:pt x="1063378" y="83974"/>
                </a:cubicBezTo>
                <a:cubicBezTo>
                  <a:pt x="1063378" y="85482"/>
                  <a:pt x="1063858" y="86659"/>
                  <a:pt x="1064817" y="87504"/>
                </a:cubicBezTo>
                <a:cubicBezTo>
                  <a:pt x="1065777" y="88349"/>
                  <a:pt x="1067514" y="88772"/>
                  <a:pt x="1070027" y="88772"/>
                </a:cubicBezTo>
                <a:cubicBezTo>
                  <a:pt x="1070896" y="88772"/>
                  <a:pt x="1073066" y="88612"/>
                  <a:pt x="1076539" y="88292"/>
                </a:cubicBezTo>
                <a:lnTo>
                  <a:pt x="1073455" y="102893"/>
                </a:lnTo>
                <a:cubicBezTo>
                  <a:pt x="1070073" y="103579"/>
                  <a:pt x="1066600" y="103922"/>
                  <a:pt x="1063035" y="103922"/>
                </a:cubicBezTo>
                <a:cubicBezTo>
                  <a:pt x="1056089" y="103922"/>
                  <a:pt x="1051039" y="102585"/>
                  <a:pt x="1047886" y="99912"/>
                </a:cubicBezTo>
                <a:cubicBezTo>
                  <a:pt x="1044732" y="97238"/>
                  <a:pt x="1043156" y="93525"/>
                  <a:pt x="1043156" y="88772"/>
                </a:cubicBezTo>
                <a:cubicBezTo>
                  <a:pt x="1043156" y="86533"/>
                  <a:pt x="1044001" y="81369"/>
                  <a:pt x="1045692" y="73280"/>
                </a:cubicBezTo>
                <a:lnTo>
                  <a:pt x="1051793" y="44009"/>
                </a:lnTo>
                <a:lnTo>
                  <a:pt x="1042265" y="44009"/>
                </a:lnTo>
                <a:close/>
                <a:moveTo>
                  <a:pt x="1088621" y="44009"/>
                </a:moveTo>
                <a:lnTo>
                  <a:pt x="1091637" y="29408"/>
                </a:lnTo>
                <a:lnTo>
                  <a:pt x="1101234" y="29408"/>
                </a:lnTo>
                <a:lnTo>
                  <a:pt x="1103633" y="17754"/>
                </a:lnTo>
                <a:lnTo>
                  <a:pt x="1126186" y="4182"/>
                </a:lnTo>
                <a:lnTo>
                  <a:pt x="1120908" y="29408"/>
                </a:lnTo>
                <a:lnTo>
                  <a:pt x="1132904" y="29408"/>
                </a:lnTo>
                <a:lnTo>
                  <a:pt x="1129888" y="44009"/>
                </a:lnTo>
                <a:lnTo>
                  <a:pt x="1117823" y="44009"/>
                </a:lnTo>
                <a:lnTo>
                  <a:pt x="1111448" y="74514"/>
                </a:lnTo>
                <a:cubicBezTo>
                  <a:pt x="1110305" y="80043"/>
                  <a:pt x="1109734" y="83197"/>
                  <a:pt x="1109734" y="83974"/>
                </a:cubicBezTo>
                <a:cubicBezTo>
                  <a:pt x="1109734" y="85482"/>
                  <a:pt x="1110214" y="86659"/>
                  <a:pt x="1111174" y="87504"/>
                </a:cubicBezTo>
                <a:cubicBezTo>
                  <a:pt x="1112133" y="88349"/>
                  <a:pt x="1113870" y="88772"/>
                  <a:pt x="1116383" y="88772"/>
                </a:cubicBezTo>
                <a:cubicBezTo>
                  <a:pt x="1117252" y="88772"/>
                  <a:pt x="1119422" y="88612"/>
                  <a:pt x="1122896" y="88292"/>
                </a:cubicBezTo>
                <a:lnTo>
                  <a:pt x="1119811" y="102893"/>
                </a:lnTo>
                <a:cubicBezTo>
                  <a:pt x="1116429" y="103579"/>
                  <a:pt x="1112956" y="103922"/>
                  <a:pt x="1109391" y="103922"/>
                </a:cubicBezTo>
                <a:cubicBezTo>
                  <a:pt x="1102445" y="103922"/>
                  <a:pt x="1097395" y="102585"/>
                  <a:pt x="1094242" y="99912"/>
                </a:cubicBezTo>
                <a:cubicBezTo>
                  <a:pt x="1091088" y="97238"/>
                  <a:pt x="1089512" y="93525"/>
                  <a:pt x="1089512" y="88772"/>
                </a:cubicBezTo>
                <a:cubicBezTo>
                  <a:pt x="1089512" y="86533"/>
                  <a:pt x="1090357" y="81369"/>
                  <a:pt x="1092048" y="73280"/>
                </a:cubicBezTo>
                <a:lnTo>
                  <a:pt x="1098149" y="44009"/>
                </a:lnTo>
                <a:lnTo>
                  <a:pt x="1088621" y="44009"/>
                </a:lnTo>
                <a:close/>
                <a:moveTo>
                  <a:pt x="1129905" y="102208"/>
                </a:moveTo>
                <a:lnTo>
                  <a:pt x="1150950" y="1714"/>
                </a:lnTo>
                <a:lnTo>
                  <a:pt x="1170555" y="1714"/>
                </a:lnTo>
                <a:lnTo>
                  <a:pt x="1149579" y="102208"/>
                </a:lnTo>
                <a:lnTo>
                  <a:pt x="1129905" y="102208"/>
                </a:lnTo>
                <a:close/>
                <a:moveTo>
                  <a:pt x="1239418" y="71909"/>
                </a:moveTo>
                <a:lnTo>
                  <a:pt x="1190062" y="71909"/>
                </a:lnTo>
                <a:cubicBezTo>
                  <a:pt x="1190016" y="72686"/>
                  <a:pt x="1189993" y="73280"/>
                  <a:pt x="1189993" y="73691"/>
                </a:cubicBezTo>
                <a:cubicBezTo>
                  <a:pt x="1189993" y="78535"/>
                  <a:pt x="1191376" y="82443"/>
                  <a:pt x="1194141" y="85413"/>
                </a:cubicBezTo>
                <a:cubicBezTo>
                  <a:pt x="1196906" y="88384"/>
                  <a:pt x="1200276" y="89869"/>
                  <a:pt x="1204252" y="89869"/>
                </a:cubicBezTo>
                <a:cubicBezTo>
                  <a:pt x="1210787" y="89869"/>
                  <a:pt x="1215882" y="86487"/>
                  <a:pt x="1219538" y="79724"/>
                </a:cubicBezTo>
                <a:lnTo>
                  <a:pt x="1237156" y="82671"/>
                </a:lnTo>
                <a:cubicBezTo>
                  <a:pt x="1233728" y="89755"/>
                  <a:pt x="1229147" y="95067"/>
                  <a:pt x="1223412" y="98609"/>
                </a:cubicBezTo>
                <a:cubicBezTo>
                  <a:pt x="1217676" y="102151"/>
                  <a:pt x="1211244" y="103922"/>
                  <a:pt x="1204115" y="103922"/>
                </a:cubicBezTo>
                <a:cubicBezTo>
                  <a:pt x="1194335" y="103922"/>
                  <a:pt x="1186383" y="100826"/>
                  <a:pt x="1180259" y="94633"/>
                </a:cubicBezTo>
                <a:cubicBezTo>
                  <a:pt x="1174136" y="88441"/>
                  <a:pt x="1171074" y="80249"/>
                  <a:pt x="1171074" y="70058"/>
                </a:cubicBezTo>
                <a:cubicBezTo>
                  <a:pt x="1171074" y="60095"/>
                  <a:pt x="1173839" y="51230"/>
                  <a:pt x="1179368" y="43461"/>
                </a:cubicBezTo>
                <a:cubicBezTo>
                  <a:pt x="1186909" y="32950"/>
                  <a:pt x="1197671" y="27694"/>
                  <a:pt x="1211655" y="27694"/>
                </a:cubicBezTo>
                <a:cubicBezTo>
                  <a:pt x="1220567" y="27694"/>
                  <a:pt x="1227650" y="30448"/>
                  <a:pt x="1232906" y="35954"/>
                </a:cubicBezTo>
                <a:cubicBezTo>
                  <a:pt x="1238161" y="41461"/>
                  <a:pt x="1240789" y="49173"/>
                  <a:pt x="1240789" y="59090"/>
                </a:cubicBezTo>
                <a:cubicBezTo>
                  <a:pt x="1240789" y="63843"/>
                  <a:pt x="1240332" y="68116"/>
                  <a:pt x="1239418" y="71909"/>
                </a:cubicBezTo>
                <a:moveTo>
                  <a:pt x="1222829" y="59913"/>
                </a:moveTo>
                <a:cubicBezTo>
                  <a:pt x="1222875" y="59044"/>
                  <a:pt x="1222897" y="58382"/>
                  <a:pt x="1222897" y="57925"/>
                </a:cubicBezTo>
                <a:cubicBezTo>
                  <a:pt x="1222897" y="52532"/>
                  <a:pt x="1221686" y="48488"/>
                  <a:pt x="1219264" y="45791"/>
                </a:cubicBezTo>
                <a:cubicBezTo>
                  <a:pt x="1216842" y="43095"/>
                  <a:pt x="1213597" y="41747"/>
                  <a:pt x="1209530" y="41747"/>
                </a:cubicBezTo>
                <a:cubicBezTo>
                  <a:pt x="1205463" y="41747"/>
                  <a:pt x="1201818" y="43278"/>
                  <a:pt x="1198596" y="46340"/>
                </a:cubicBezTo>
                <a:cubicBezTo>
                  <a:pt x="1195375" y="49402"/>
                  <a:pt x="1193192" y="53926"/>
                  <a:pt x="1192050" y="59913"/>
                </a:cubicBezTo>
                <a:lnTo>
                  <a:pt x="1222829" y="59913"/>
                </a:lnTo>
                <a:close/>
                <a:moveTo>
                  <a:pt x="1287716" y="71977"/>
                </a:moveTo>
                <a:cubicBezTo>
                  <a:pt x="1287716" y="58496"/>
                  <a:pt x="1291520" y="47745"/>
                  <a:pt x="1299129" y="39725"/>
                </a:cubicBezTo>
                <a:cubicBezTo>
                  <a:pt x="1306738" y="31704"/>
                  <a:pt x="1316735" y="27694"/>
                  <a:pt x="1329120" y="27694"/>
                </a:cubicBezTo>
                <a:cubicBezTo>
                  <a:pt x="1339860" y="27694"/>
                  <a:pt x="1348245" y="30653"/>
                  <a:pt x="1354278" y="36571"/>
                </a:cubicBezTo>
                <a:cubicBezTo>
                  <a:pt x="1360310" y="42490"/>
                  <a:pt x="1363326" y="50453"/>
                  <a:pt x="1363326" y="60461"/>
                </a:cubicBezTo>
                <a:cubicBezTo>
                  <a:pt x="1363326" y="72252"/>
                  <a:pt x="1359556" y="82443"/>
                  <a:pt x="1352016" y="91034"/>
                </a:cubicBezTo>
                <a:cubicBezTo>
                  <a:pt x="1344475" y="99626"/>
                  <a:pt x="1334376" y="103922"/>
                  <a:pt x="1321717" y="103922"/>
                </a:cubicBezTo>
                <a:cubicBezTo>
                  <a:pt x="1314862" y="103922"/>
                  <a:pt x="1308784" y="102551"/>
                  <a:pt x="1303482" y="99809"/>
                </a:cubicBezTo>
                <a:cubicBezTo>
                  <a:pt x="1298181" y="97067"/>
                  <a:pt x="1294228" y="93182"/>
                  <a:pt x="1291623" y="88155"/>
                </a:cubicBezTo>
                <a:cubicBezTo>
                  <a:pt x="1289018" y="83128"/>
                  <a:pt x="1287716" y="77736"/>
                  <a:pt x="1287716" y="71977"/>
                </a:cubicBezTo>
                <a:moveTo>
                  <a:pt x="1343790" y="57925"/>
                </a:moveTo>
                <a:cubicBezTo>
                  <a:pt x="1343790" y="53263"/>
                  <a:pt x="1342430" y="49527"/>
                  <a:pt x="1339711" y="46717"/>
                </a:cubicBezTo>
                <a:cubicBezTo>
                  <a:pt x="1336992" y="43906"/>
                  <a:pt x="1333484" y="42501"/>
                  <a:pt x="1329189" y="42501"/>
                </a:cubicBezTo>
                <a:cubicBezTo>
                  <a:pt x="1324939" y="42501"/>
                  <a:pt x="1321168" y="43815"/>
                  <a:pt x="1317878" y="46443"/>
                </a:cubicBezTo>
                <a:cubicBezTo>
                  <a:pt x="1314587" y="49070"/>
                  <a:pt x="1312028" y="52886"/>
                  <a:pt x="1310200" y="57890"/>
                </a:cubicBezTo>
                <a:cubicBezTo>
                  <a:pt x="1308372" y="62895"/>
                  <a:pt x="1307458" y="67499"/>
                  <a:pt x="1307458" y="71703"/>
                </a:cubicBezTo>
                <a:cubicBezTo>
                  <a:pt x="1307458" y="76913"/>
                  <a:pt x="1308875" y="81049"/>
                  <a:pt x="1311708" y="84111"/>
                </a:cubicBezTo>
                <a:cubicBezTo>
                  <a:pt x="1314542" y="87173"/>
                  <a:pt x="1318106" y="88704"/>
                  <a:pt x="1322402" y="88704"/>
                </a:cubicBezTo>
                <a:cubicBezTo>
                  <a:pt x="1327795" y="88704"/>
                  <a:pt x="1332319" y="86396"/>
                  <a:pt x="1335975" y="81780"/>
                </a:cubicBezTo>
                <a:cubicBezTo>
                  <a:pt x="1341185" y="75245"/>
                  <a:pt x="1343790" y="67293"/>
                  <a:pt x="1343790" y="57925"/>
                </a:cubicBezTo>
                <a:close/>
                <a:moveTo>
                  <a:pt x="1421230" y="29408"/>
                </a:moveTo>
                <a:lnTo>
                  <a:pt x="1418214" y="43803"/>
                </a:lnTo>
                <a:lnTo>
                  <a:pt x="1404298" y="43803"/>
                </a:lnTo>
                <a:lnTo>
                  <a:pt x="1392096" y="102208"/>
                </a:lnTo>
                <a:lnTo>
                  <a:pt x="1372422" y="102208"/>
                </a:lnTo>
                <a:lnTo>
                  <a:pt x="1384624" y="43803"/>
                </a:lnTo>
                <a:lnTo>
                  <a:pt x="1373656" y="43803"/>
                </a:lnTo>
                <a:lnTo>
                  <a:pt x="1376672" y="29408"/>
                </a:lnTo>
                <a:lnTo>
                  <a:pt x="1387640" y="29408"/>
                </a:lnTo>
                <a:lnTo>
                  <a:pt x="1389217" y="21936"/>
                </a:lnTo>
                <a:cubicBezTo>
                  <a:pt x="1390497" y="15812"/>
                  <a:pt x="1391708" y="11676"/>
                  <a:pt x="1392850" y="9528"/>
                </a:cubicBezTo>
                <a:cubicBezTo>
                  <a:pt x="1394404" y="6604"/>
                  <a:pt x="1396723" y="4284"/>
                  <a:pt x="1399808" y="2571"/>
                </a:cubicBezTo>
                <a:cubicBezTo>
                  <a:pt x="1402893" y="857"/>
                  <a:pt x="1406926" y="0"/>
                  <a:pt x="1411907" y="0"/>
                </a:cubicBezTo>
                <a:cubicBezTo>
                  <a:pt x="1417939" y="0"/>
                  <a:pt x="1424292" y="1097"/>
                  <a:pt x="1430964" y="3290"/>
                </a:cubicBezTo>
                <a:lnTo>
                  <a:pt x="1427125" y="17343"/>
                </a:lnTo>
                <a:cubicBezTo>
                  <a:pt x="1422418" y="15744"/>
                  <a:pt x="1418602" y="14944"/>
                  <a:pt x="1415677" y="14944"/>
                </a:cubicBezTo>
                <a:cubicBezTo>
                  <a:pt x="1413438" y="14944"/>
                  <a:pt x="1411770" y="15652"/>
                  <a:pt x="1410673" y="17069"/>
                </a:cubicBezTo>
                <a:cubicBezTo>
                  <a:pt x="1409942" y="17983"/>
                  <a:pt x="1409188" y="20382"/>
                  <a:pt x="1408411" y="24267"/>
                </a:cubicBezTo>
                <a:lnTo>
                  <a:pt x="1407314" y="29408"/>
                </a:lnTo>
                <a:lnTo>
                  <a:pt x="1421230" y="29408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wine.">
            <a:extLst xmlns:a="http://schemas.openxmlformats.org/drawingml/2006/main">
              <a:ext uri="{FF2B5EF4-FFF2-40B4-BE49-F238E27FC236}">
                <a16:creationId xmlns:a16="http://schemas.microsoft.com/office/drawing/2014/main" id="{2CDA1C9C-06EC-48BF-96B6-6E9D6280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30" y="6520510"/>
            <a:ext cx="329911" cy="102208"/>
          </a:xfrm>
          <a:custGeom xmlns:a="http://schemas.openxmlformats.org/drawingml/2006/main">
            <a:pathLst>
              <a:path w="329911" h="102208">
                <a:moveTo>
                  <a:pt x="71635" y="100494"/>
                </a:moveTo>
                <a:lnTo>
                  <a:pt x="53126" y="100494"/>
                </a:lnTo>
                <a:lnTo>
                  <a:pt x="49562" y="54154"/>
                </a:lnTo>
                <a:lnTo>
                  <a:pt x="27351" y="100494"/>
                </a:lnTo>
                <a:lnTo>
                  <a:pt x="9117" y="100494"/>
                </a:lnTo>
                <a:lnTo>
                  <a:pt x="0" y="27694"/>
                </a:lnTo>
                <a:lnTo>
                  <a:pt x="17480" y="27694"/>
                </a:lnTo>
                <a:lnTo>
                  <a:pt x="22553" y="76502"/>
                </a:lnTo>
                <a:lnTo>
                  <a:pt x="45243" y="27694"/>
                </a:lnTo>
                <a:lnTo>
                  <a:pt x="63134" y="27694"/>
                </a:lnTo>
                <a:lnTo>
                  <a:pt x="65602" y="76502"/>
                </a:lnTo>
                <a:lnTo>
                  <a:pt x="88155" y="27694"/>
                </a:lnTo>
                <a:lnTo>
                  <a:pt x="107898" y="27694"/>
                </a:lnTo>
                <a:lnTo>
                  <a:pt x="71635" y="100494"/>
                </a:lnTo>
                <a:close/>
                <a:moveTo>
                  <a:pt x="124930" y="0"/>
                </a:moveTo>
                <a:lnTo>
                  <a:pt x="144604" y="0"/>
                </a:lnTo>
                <a:lnTo>
                  <a:pt x="140902" y="17823"/>
                </a:lnTo>
                <a:lnTo>
                  <a:pt x="121228" y="17823"/>
                </a:lnTo>
                <a:lnTo>
                  <a:pt x="124930" y="0"/>
                </a:lnTo>
                <a:moveTo>
                  <a:pt x="119172" y="27694"/>
                </a:moveTo>
                <a:lnTo>
                  <a:pt x="138846" y="27694"/>
                </a:lnTo>
                <a:lnTo>
                  <a:pt x="123627" y="100494"/>
                </a:lnTo>
                <a:lnTo>
                  <a:pt x="103954" y="100494"/>
                </a:lnTo>
                <a:lnTo>
                  <a:pt x="119172" y="27694"/>
                </a:lnTo>
                <a:close/>
                <a:moveTo>
                  <a:pt x="157941" y="27694"/>
                </a:moveTo>
                <a:lnTo>
                  <a:pt x="176586" y="27694"/>
                </a:lnTo>
                <a:lnTo>
                  <a:pt x="174667" y="37154"/>
                </a:lnTo>
                <a:cubicBezTo>
                  <a:pt x="179328" y="33132"/>
                  <a:pt x="183681" y="30265"/>
                  <a:pt x="187726" y="28551"/>
                </a:cubicBezTo>
                <a:cubicBezTo>
                  <a:pt x="191770" y="26837"/>
                  <a:pt x="196032" y="25980"/>
                  <a:pt x="200510" y="25980"/>
                </a:cubicBezTo>
                <a:cubicBezTo>
                  <a:pt x="206497" y="25980"/>
                  <a:pt x="211216" y="27694"/>
                  <a:pt x="214666" y="31122"/>
                </a:cubicBezTo>
                <a:cubicBezTo>
                  <a:pt x="218116" y="34549"/>
                  <a:pt x="219841" y="39096"/>
                  <a:pt x="219841" y="44763"/>
                </a:cubicBezTo>
                <a:cubicBezTo>
                  <a:pt x="219841" y="47322"/>
                  <a:pt x="219087" y="52166"/>
                  <a:pt x="217579" y="59296"/>
                </a:cubicBezTo>
                <a:lnTo>
                  <a:pt x="209011" y="100494"/>
                </a:lnTo>
                <a:lnTo>
                  <a:pt x="189337" y="100494"/>
                </a:lnTo>
                <a:lnTo>
                  <a:pt x="197974" y="59159"/>
                </a:lnTo>
                <a:cubicBezTo>
                  <a:pt x="199254" y="52989"/>
                  <a:pt x="199893" y="49310"/>
                  <a:pt x="199893" y="48122"/>
                </a:cubicBezTo>
                <a:cubicBezTo>
                  <a:pt x="199893" y="45609"/>
                  <a:pt x="199151" y="43632"/>
                  <a:pt x="197666" y="42192"/>
                </a:cubicBezTo>
                <a:cubicBezTo>
                  <a:pt x="196180" y="40753"/>
                  <a:pt x="194112" y="40033"/>
                  <a:pt x="191462" y="40033"/>
                </a:cubicBezTo>
                <a:cubicBezTo>
                  <a:pt x="188583" y="40033"/>
                  <a:pt x="185384" y="41244"/>
                  <a:pt x="181865" y="43666"/>
                </a:cubicBezTo>
                <a:cubicBezTo>
                  <a:pt x="178346" y="46088"/>
                  <a:pt x="175581" y="49287"/>
                  <a:pt x="173570" y="53263"/>
                </a:cubicBezTo>
                <a:cubicBezTo>
                  <a:pt x="172108" y="56097"/>
                  <a:pt x="170463" y="61878"/>
                  <a:pt x="168635" y="70606"/>
                </a:cubicBezTo>
                <a:lnTo>
                  <a:pt x="162397" y="100494"/>
                </a:lnTo>
                <a:lnTo>
                  <a:pt x="142723" y="100494"/>
                </a:lnTo>
                <a:lnTo>
                  <a:pt x="157941" y="27694"/>
                </a:lnTo>
                <a:close/>
                <a:moveTo>
                  <a:pt x="298995" y="70195"/>
                </a:moveTo>
                <a:lnTo>
                  <a:pt x="249639" y="70195"/>
                </a:lnTo>
                <a:cubicBezTo>
                  <a:pt x="249594" y="70972"/>
                  <a:pt x="249571" y="71566"/>
                  <a:pt x="249571" y="71977"/>
                </a:cubicBezTo>
                <a:cubicBezTo>
                  <a:pt x="249571" y="76822"/>
                  <a:pt x="250953" y="80729"/>
                  <a:pt x="253718" y="83699"/>
                </a:cubicBezTo>
                <a:cubicBezTo>
                  <a:pt x="256483" y="86670"/>
                  <a:pt x="259853" y="88155"/>
                  <a:pt x="263829" y="88155"/>
                </a:cubicBezTo>
                <a:cubicBezTo>
                  <a:pt x="270364" y="88155"/>
                  <a:pt x="275460" y="84773"/>
                  <a:pt x="279116" y="78010"/>
                </a:cubicBezTo>
                <a:lnTo>
                  <a:pt x="296733" y="80957"/>
                </a:lnTo>
                <a:cubicBezTo>
                  <a:pt x="293306" y="88041"/>
                  <a:pt x="288724" y="93354"/>
                  <a:pt x="282989" y="96895"/>
                </a:cubicBezTo>
                <a:cubicBezTo>
                  <a:pt x="277254" y="100437"/>
                  <a:pt x="270821" y="102208"/>
                  <a:pt x="263692" y="102208"/>
                </a:cubicBezTo>
                <a:cubicBezTo>
                  <a:pt x="253912" y="102208"/>
                  <a:pt x="245961" y="99112"/>
                  <a:pt x="239837" y="92919"/>
                </a:cubicBezTo>
                <a:cubicBezTo>
                  <a:pt x="233713" y="86727"/>
                  <a:pt x="230651" y="78535"/>
                  <a:pt x="230651" y="68344"/>
                </a:cubicBezTo>
                <a:cubicBezTo>
                  <a:pt x="230651" y="58382"/>
                  <a:pt x="233416" y="49516"/>
                  <a:pt x="238946" y="41747"/>
                </a:cubicBezTo>
                <a:cubicBezTo>
                  <a:pt x="246486" y="31236"/>
                  <a:pt x="257248" y="25980"/>
                  <a:pt x="271233" y="25980"/>
                </a:cubicBezTo>
                <a:cubicBezTo>
                  <a:pt x="280144" y="25980"/>
                  <a:pt x="287228" y="28734"/>
                  <a:pt x="292483" y="34241"/>
                </a:cubicBezTo>
                <a:cubicBezTo>
                  <a:pt x="297739" y="39748"/>
                  <a:pt x="300366" y="47459"/>
                  <a:pt x="300366" y="57376"/>
                </a:cubicBezTo>
                <a:cubicBezTo>
                  <a:pt x="300366" y="62129"/>
                  <a:pt x="299909" y="66402"/>
                  <a:pt x="298995" y="70195"/>
                </a:cubicBezTo>
                <a:moveTo>
                  <a:pt x="282406" y="58199"/>
                </a:moveTo>
                <a:cubicBezTo>
                  <a:pt x="282452" y="57331"/>
                  <a:pt x="282475" y="56668"/>
                  <a:pt x="282475" y="56211"/>
                </a:cubicBezTo>
                <a:cubicBezTo>
                  <a:pt x="282475" y="50818"/>
                  <a:pt x="281264" y="46774"/>
                  <a:pt x="278842" y="44078"/>
                </a:cubicBezTo>
                <a:cubicBezTo>
                  <a:pt x="276420" y="41381"/>
                  <a:pt x="273175" y="40033"/>
                  <a:pt x="269108" y="40033"/>
                </a:cubicBezTo>
                <a:cubicBezTo>
                  <a:pt x="265040" y="40033"/>
                  <a:pt x="261396" y="41564"/>
                  <a:pt x="258174" y="44626"/>
                </a:cubicBezTo>
                <a:cubicBezTo>
                  <a:pt x="254952" y="47688"/>
                  <a:pt x="252770" y="52212"/>
                  <a:pt x="251627" y="58199"/>
                </a:cubicBezTo>
                <a:lnTo>
                  <a:pt x="282406" y="58199"/>
                </a:lnTo>
                <a:close/>
                <a:moveTo>
                  <a:pt x="310443" y="81506"/>
                </a:moveTo>
                <a:lnTo>
                  <a:pt x="329911" y="81506"/>
                </a:lnTo>
                <a:lnTo>
                  <a:pt x="325936" y="100494"/>
                </a:lnTo>
                <a:lnTo>
                  <a:pt x="306467" y="100494"/>
                </a:lnTo>
                <a:lnTo>
                  <a:pt x="310443" y="81506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(b)Jameshasbeentryingtogetanapple.">
            <a:extLst xmlns:a="http://schemas.openxmlformats.org/drawingml/2006/main">
              <a:ext uri="{FF2B5EF4-FFF2-40B4-BE49-F238E27FC236}">
                <a16:creationId xmlns:a16="http://schemas.microsoft.com/office/drawing/2014/main" id="{11177014-1A07-40B1-B6FC-CA928FAF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14" y="6686654"/>
            <a:ext cx="2575724" cy="131753"/>
          </a:xfrm>
          <a:custGeom xmlns:a="http://schemas.openxmlformats.org/drawingml/2006/main">
            <a:pathLst>
              <a:path w="2575724" h="131753">
                <a:moveTo>
                  <a:pt x="24335" y="131753"/>
                </a:moveTo>
                <a:cubicBezTo>
                  <a:pt x="17526" y="123161"/>
                  <a:pt x="11768" y="113107"/>
                  <a:pt x="7061" y="101591"/>
                </a:cubicBezTo>
                <a:cubicBezTo>
                  <a:pt x="2354" y="90075"/>
                  <a:pt x="0" y="78147"/>
                  <a:pt x="0" y="65808"/>
                </a:cubicBezTo>
                <a:cubicBezTo>
                  <a:pt x="0" y="54931"/>
                  <a:pt x="1759" y="44512"/>
                  <a:pt x="5278" y="34549"/>
                </a:cubicBezTo>
                <a:cubicBezTo>
                  <a:pt x="9391" y="22987"/>
                  <a:pt x="15744" y="11471"/>
                  <a:pt x="24335" y="0"/>
                </a:cubicBezTo>
                <a:lnTo>
                  <a:pt x="33178" y="0"/>
                </a:lnTo>
                <a:cubicBezTo>
                  <a:pt x="27648" y="9506"/>
                  <a:pt x="23992" y="16292"/>
                  <a:pt x="22210" y="20359"/>
                </a:cubicBezTo>
                <a:cubicBezTo>
                  <a:pt x="19422" y="26666"/>
                  <a:pt x="17229" y="33247"/>
                  <a:pt x="15629" y="40102"/>
                </a:cubicBezTo>
                <a:cubicBezTo>
                  <a:pt x="13664" y="48648"/>
                  <a:pt x="12682" y="57239"/>
                  <a:pt x="12682" y="65876"/>
                </a:cubicBezTo>
                <a:cubicBezTo>
                  <a:pt x="12682" y="87858"/>
                  <a:pt x="19514" y="109817"/>
                  <a:pt x="33178" y="131753"/>
                </a:cubicBezTo>
                <a:lnTo>
                  <a:pt x="24335" y="131753"/>
                </a:lnTo>
                <a:close/>
                <a:moveTo>
                  <a:pt x="58462" y="102208"/>
                </a:moveTo>
                <a:lnTo>
                  <a:pt x="47014" y="102208"/>
                </a:lnTo>
                <a:lnTo>
                  <a:pt x="47014" y="1714"/>
                </a:lnTo>
                <a:lnTo>
                  <a:pt x="59353" y="1714"/>
                </a:lnTo>
                <a:lnTo>
                  <a:pt x="59353" y="37565"/>
                </a:lnTo>
                <a:cubicBezTo>
                  <a:pt x="64563" y="31030"/>
                  <a:pt x="71212" y="27763"/>
                  <a:pt x="79301" y="27763"/>
                </a:cubicBezTo>
                <a:cubicBezTo>
                  <a:pt x="83780" y="27763"/>
                  <a:pt x="88019" y="28665"/>
                  <a:pt x="92017" y="30470"/>
                </a:cubicBezTo>
                <a:cubicBezTo>
                  <a:pt x="96016" y="32276"/>
                  <a:pt x="99306" y="34812"/>
                  <a:pt x="101889" y="38079"/>
                </a:cubicBezTo>
                <a:cubicBezTo>
                  <a:pt x="104471" y="41347"/>
                  <a:pt x="106493" y="45289"/>
                  <a:pt x="107955" y="49904"/>
                </a:cubicBezTo>
                <a:cubicBezTo>
                  <a:pt x="109418" y="54520"/>
                  <a:pt x="110149" y="59456"/>
                  <a:pt x="110149" y="64711"/>
                </a:cubicBezTo>
                <a:cubicBezTo>
                  <a:pt x="110149" y="77187"/>
                  <a:pt x="107064" y="86830"/>
                  <a:pt x="100895" y="93639"/>
                </a:cubicBezTo>
                <a:cubicBezTo>
                  <a:pt x="94725" y="100448"/>
                  <a:pt x="87322" y="103853"/>
                  <a:pt x="78684" y="103853"/>
                </a:cubicBezTo>
                <a:cubicBezTo>
                  <a:pt x="70093" y="103853"/>
                  <a:pt x="63352" y="100266"/>
                  <a:pt x="58462" y="93091"/>
                </a:cubicBezTo>
                <a:lnTo>
                  <a:pt x="58462" y="102208"/>
                </a:lnTo>
                <a:moveTo>
                  <a:pt x="58325" y="65260"/>
                </a:moveTo>
                <a:cubicBezTo>
                  <a:pt x="58325" y="73988"/>
                  <a:pt x="59513" y="80295"/>
                  <a:pt x="61890" y="84179"/>
                </a:cubicBezTo>
                <a:cubicBezTo>
                  <a:pt x="65774" y="90532"/>
                  <a:pt x="71030" y="93708"/>
                  <a:pt x="77656" y="93708"/>
                </a:cubicBezTo>
                <a:cubicBezTo>
                  <a:pt x="83049" y="93708"/>
                  <a:pt x="87710" y="91366"/>
                  <a:pt x="91640" y="86681"/>
                </a:cubicBezTo>
                <a:cubicBezTo>
                  <a:pt x="95571" y="81997"/>
                  <a:pt x="97536" y="75016"/>
                  <a:pt x="97536" y="65739"/>
                </a:cubicBezTo>
                <a:cubicBezTo>
                  <a:pt x="97536" y="56234"/>
                  <a:pt x="95650" y="49219"/>
                  <a:pt x="91880" y="44695"/>
                </a:cubicBezTo>
                <a:cubicBezTo>
                  <a:pt x="88110" y="40170"/>
                  <a:pt x="83551" y="37908"/>
                  <a:pt x="78205" y="37908"/>
                </a:cubicBezTo>
                <a:cubicBezTo>
                  <a:pt x="72812" y="37908"/>
                  <a:pt x="68151" y="40250"/>
                  <a:pt x="64220" y="44934"/>
                </a:cubicBezTo>
                <a:cubicBezTo>
                  <a:pt x="60290" y="49619"/>
                  <a:pt x="58325" y="56394"/>
                  <a:pt x="58325" y="65260"/>
                </a:cubicBezTo>
                <a:close/>
                <a:moveTo>
                  <a:pt x="132948" y="131753"/>
                </a:moveTo>
                <a:lnTo>
                  <a:pt x="124105" y="131753"/>
                </a:lnTo>
                <a:cubicBezTo>
                  <a:pt x="137769" y="109817"/>
                  <a:pt x="144601" y="87858"/>
                  <a:pt x="144601" y="65876"/>
                </a:cubicBezTo>
                <a:cubicBezTo>
                  <a:pt x="144601" y="57285"/>
                  <a:pt x="143619" y="48762"/>
                  <a:pt x="141654" y="40307"/>
                </a:cubicBezTo>
                <a:cubicBezTo>
                  <a:pt x="140100" y="33452"/>
                  <a:pt x="137929" y="26872"/>
                  <a:pt x="135142" y="20565"/>
                </a:cubicBezTo>
                <a:cubicBezTo>
                  <a:pt x="133359" y="16452"/>
                  <a:pt x="129680" y="9597"/>
                  <a:pt x="124105" y="0"/>
                </a:cubicBezTo>
                <a:lnTo>
                  <a:pt x="132948" y="0"/>
                </a:lnTo>
                <a:cubicBezTo>
                  <a:pt x="141540" y="11471"/>
                  <a:pt x="147892" y="22987"/>
                  <a:pt x="152005" y="34549"/>
                </a:cubicBezTo>
                <a:cubicBezTo>
                  <a:pt x="155524" y="44512"/>
                  <a:pt x="157283" y="54931"/>
                  <a:pt x="157283" y="65808"/>
                </a:cubicBezTo>
                <a:cubicBezTo>
                  <a:pt x="157283" y="78147"/>
                  <a:pt x="154918" y="90075"/>
                  <a:pt x="150188" y="101591"/>
                </a:cubicBezTo>
                <a:cubicBezTo>
                  <a:pt x="145458" y="113107"/>
                  <a:pt x="139712" y="123161"/>
                  <a:pt x="132948" y="131753"/>
                </a:cubicBezTo>
                <a:close/>
                <a:moveTo>
                  <a:pt x="184384" y="73691"/>
                </a:moveTo>
                <a:lnTo>
                  <a:pt x="196381" y="72046"/>
                </a:lnTo>
                <a:cubicBezTo>
                  <a:pt x="196701" y="79724"/>
                  <a:pt x="198140" y="84979"/>
                  <a:pt x="200699" y="87812"/>
                </a:cubicBezTo>
                <a:cubicBezTo>
                  <a:pt x="203259" y="90646"/>
                  <a:pt x="206800" y="92063"/>
                  <a:pt x="211325" y="92063"/>
                </a:cubicBezTo>
                <a:cubicBezTo>
                  <a:pt x="214661" y="92063"/>
                  <a:pt x="217540" y="91297"/>
                  <a:pt x="219962" y="89766"/>
                </a:cubicBezTo>
                <a:cubicBezTo>
                  <a:pt x="222384" y="88235"/>
                  <a:pt x="224052" y="86156"/>
                  <a:pt x="224966" y="83528"/>
                </a:cubicBezTo>
                <a:cubicBezTo>
                  <a:pt x="225880" y="80900"/>
                  <a:pt x="226337" y="76707"/>
                  <a:pt x="226337" y="70949"/>
                </a:cubicBezTo>
                <a:lnTo>
                  <a:pt x="226337" y="1714"/>
                </a:lnTo>
                <a:lnTo>
                  <a:pt x="239636" y="1714"/>
                </a:lnTo>
                <a:lnTo>
                  <a:pt x="239636" y="70195"/>
                </a:lnTo>
                <a:cubicBezTo>
                  <a:pt x="239636" y="78604"/>
                  <a:pt x="238619" y="85116"/>
                  <a:pt x="236585" y="89732"/>
                </a:cubicBezTo>
                <a:cubicBezTo>
                  <a:pt x="234552" y="94348"/>
                  <a:pt x="231330" y="97866"/>
                  <a:pt x="226920" y="100289"/>
                </a:cubicBezTo>
                <a:cubicBezTo>
                  <a:pt x="222510" y="102711"/>
                  <a:pt x="217334" y="103922"/>
                  <a:pt x="211393" y="103922"/>
                </a:cubicBezTo>
                <a:cubicBezTo>
                  <a:pt x="202573" y="103922"/>
                  <a:pt x="195821" y="101385"/>
                  <a:pt x="191137" y="96313"/>
                </a:cubicBezTo>
                <a:cubicBezTo>
                  <a:pt x="186452" y="91240"/>
                  <a:pt x="184202" y="83699"/>
                  <a:pt x="184384" y="73691"/>
                </a:cubicBezTo>
                <a:close/>
                <a:moveTo>
                  <a:pt x="307042" y="93228"/>
                </a:moveTo>
                <a:cubicBezTo>
                  <a:pt x="302472" y="97112"/>
                  <a:pt x="298073" y="99854"/>
                  <a:pt x="293846" y="101454"/>
                </a:cubicBezTo>
                <a:cubicBezTo>
                  <a:pt x="289619" y="103053"/>
                  <a:pt x="285083" y="103853"/>
                  <a:pt x="280239" y="103853"/>
                </a:cubicBezTo>
                <a:cubicBezTo>
                  <a:pt x="272241" y="103853"/>
                  <a:pt x="266095" y="101899"/>
                  <a:pt x="261799" y="97992"/>
                </a:cubicBezTo>
                <a:cubicBezTo>
                  <a:pt x="257503" y="94085"/>
                  <a:pt x="255355" y="89092"/>
                  <a:pt x="255355" y="83014"/>
                </a:cubicBezTo>
                <a:cubicBezTo>
                  <a:pt x="255355" y="79449"/>
                  <a:pt x="256166" y="76193"/>
                  <a:pt x="257789" y="73246"/>
                </a:cubicBezTo>
                <a:cubicBezTo>
                  <a:pt x="259411" y="70298"/>
                  <a:pt x="261536" y="67933"/>
                  <a:pt x="264164" y="66151"/>
                </a:cubicBezTo>
                <a:cubicBezTo>
                  <a:pt x="266792" y="64368"/>
                  <a:pt x="269751" y="63020"/>
                  <a:pt x="273041" y="62106"/>
                </a:cubicBezTo>
                <a:cubicBezTo>
                  <a:pt x="275463" y="61466"/>
                  <a:pt x="279119" y="60849"/>
                  <a:pt x="284009" y="60255"/>
                </a:cubicBezTo>
                <a:cubicBezTo>
                  <a:pt x="293972" y="59067"/>
                  <a:pt x="301306" y="57650"/>
                  <a:pt x="306014" y="56005"/>
                </a:cubicBezTo>
                <a:cubicBezTo>
                  <a:pt x="306059" y="54314"/>
                  <a:pt x="306082" y="53240"/>
                  <a:pt x="306082" y="52783"/>
                </a:cubicBezTo>
                <a:cubicBezTo>
                  <a:pt x="306082" y="47756"/>
                  <a:pt x="304917" y="44215"/>
                  <a:pt x="302586" y="42158"/>
                </a:cubicBezTo>
                <a:cubicBezTo>
                  <a:pt x="299433" y="39371"/>
                  <a:pt x="294748" y="37977"/>
                  <a:pt x="288533" y="37977"/>
                </a:cubicBezTo>
                <a:cubicBezTo>
                  <a:pt x="282729" y="37977"/>
                  <a:pt x="278445" y="38993"/>
                  <a:pt x="275680" y="41027"/>
                </a:cubicBezTo>
                <a:cubicBezTo>
                  <a:pt x="272915" y="43061"/>
                  <a:pt x="270870" y="46660"/>
                  <a:pt x="269545" y="51824"/>
                </a:cubicBezTo>
                <a:lnTo>
                  <a:pt x="257480" y="50179"/>
                </a:lnTo>
                <a:cubicBezTo>
                  <a:pt x="258577" y="45014"/>
                  <a:pt x="260382" y="40844"/>
                  <a:pt x="262896" y="37668"/>
                </a:cubicBezTo>
                <a:cubicBezTo>
                  <a:pt x="265409" y="34492"/>
                  <a:pt x="269042" y="32047"/>
                  <a:pt x="273795" y="30333"/>
                </a:cubicBezTo>
                <a:cubicBezTo>
                  <a:pt x="278548" y="28620"/>
                  <a:pt x="284055" y="27763"/>
                  <a:pt x="290316" y="27763"/>
                </a:cubicBezTo>
                <a:cubicBezTo>
                  <a:pt x="296531" y="27763"/>
                  <a:pt x="301581" y="28494"/>
                  <a:pt x="305465" y="29956"/>
                </a:cubicBezTo>
                <a:cubicBezTo>
                  <a:pt x="309350" y="31419"/>
                  <a:pt x="312206" y="33258"/>
                  <a:pt x="314034" y="35475"/>
                </a:cubicBezTo>
                <a:cubicBezTo>
                  <a:pt x="315862" y="37691"/>
                  <a:pt x="317141" y="40490"/>
                  <a:pt x="317873" y="43872"/>
                </a:cubicBezTo>
                <a:cubicBezTo>
                  <a:pt x="318284" y="45974"/>
                  <a:pt x="318490" y="49767"/>
                  <a:pt x="318490" y="55251"/>
                </a:cubicBezTo>
                <a:lnTo>
                  <a:pt x="318490" y="71703"/>
                </a:lnTo>
                <a:cubicBezTo>
                  <a:pt x="318490" y="83174"/>
                  <a:pt x="318752" y="90429"/>
                  <a:pt x="319278" y="93468"/>
                </a:cubicBezTo>
                <a:cubicBezTo>
                  <a:pt x="319803" y="96507"/>
                  <a:pt x="320843" y="99420"/>
                  <a:pt x="322397" y="102208"/>
                </a:cubicBezTo>
                <a:lnTo>
                  <a:pt x="309510" y="102208"/>
                </a:lnTo>
                <a:cubicBezTo>
                  <a:pt x="308230" y="99649"/>
                  <a:pt x="307407" y="96655"/>
                  <a:pt x="307042" y="93228"/>
                </a:cubicBezTo>
                <a:moveTo>
                  <a:pt x="306014" y="65671"/>
                </a:moveTo>
                <a:cubicBezTo>
                  <a:pt x="301535" y="67499"/>
                  <a:pt x="294817" y="69053"/>
                  <a:pt x="285860" y="70332"/>
                </a:cubicBezTo>
                <a:cubicBezTo>
                  <a:pt x="280787" y="71063"/>
                  <a:pt x="277200" y="71886"/>
                  <a:pt x="275098" y="72800"/>
                </a:cubicBezTo>
                <a:cubicBezTo>
                  <a:pt x="272995" y="73714"/>
                  <a:pt x="271373" y="75051"/>
                  <a:pt x="270230" y="76810"/>
                </a:cubicBezTo>
                <a:cubicBezTo>
                  <a:pt x="269088" y="78570"/>
                  <a:pt x="268517" y="80523"/>
                  <a:pt x="268517" y="82671"/>
                </a:cubicBezTo>
                <a:cubicBezTo>
                  <a:pt x="268517" y="85962"/>
                  <a:pt x="269762" y="88704"/>
                  <a:pt x="272253" y="90897"/>
                </a:cubicBezTo>
                <a:cubicBezTo>
                  <a:pt x="274743" y="93091"/>
                  <a:pt x="278388" y="94188"/>
                  <a:pt x="283186" y="94188"/>
                </a:cubicBezTo>
                <a:cubicBezTo>
                  <a:pt x="287939" y="94188"/>
                  <a:pt x="292166" y="93148"/>
                  <a:pt x="295868" y="91069"/>
                </a:cubicBezTo>
                <a:cubicBezTo>
                  <a:pt x="299570" y="88989"/>
                  <a:pt x="302289" y="86144"/>
                  <a:pt x="304026" y="82534"/>
                </a:cubicBezTo>
                <a:cubicBezTo>
                  <a:pt x="305351" y="79746"/>
                  <a:pt x="306014" y="75633"/>
                  <a:pt x="306014" y="70195"/>
                </a:cubicBezTo>
                <a:lnTo>
                  <a:pt x="306014" y="65671"/>
                </a:lnTo>
                <a:close/>
                <a:moveTo>
                  <a:pt x="337341" y="102208"/>
                </a:moveTo>
                <a:lnTo>
                  <a:pt x="337341" y="29408"/>
                </a:lnTo>
                <a:lnTo>
                  <a:pt x="348377" y="29408"/>
                </a:lnTo>
                <a:lnTo>
                  <a:pt x="348377" y="39622"/>
                </a:lnTo>
                <a:cubicBezTo>
                  <a:pt x="350662" y="36057"/>
                  <a:pt x="353701" y="33190"/>
                  <a:pt x="357495" y="31019"/>
                </a:cubicBezTo>
                <a:cubicBezTo>
                  <a:pt x="361288" y="28848"/>
                  <a:pt x="365606" y="27763"/>
                  <a:pt x="370451" y="27763"/>
                </a:cubicBezTo>
                <a:cubicBezTo>
                  <a:pt x="375843" y="27763"/>
                  <a:pt x="380265" y="28882"/>
                  <a:pt x="383715" y="31122"/>
                </a:cubicBezTo>
                <a:cubicBezTo>
                  <a:pt x="387165" y="33361"/>
                  <a:pt x="389599" y="36491"/>
                  <a:pt x="391016" y="40513"/>
                </a:cubicBezTo>
                <a:cubicBezTo>
                  <a:pt x="396774" y="32013"/>
                  <a:pt x="404269" y="27763"/>
                  <a:pt x="413500" y="27763"/>
                </a:cubicBezTo>
                <a:cubicBezTo>
                  <a:pt x="420720" y="27763"/>
                  <a:pt x="426273" y="29762"/>
                  <a:pt x="430158" y="33761"/>
                </a:cubicBezTo>
                <a:cubicBezTo>
                  <a:pt x="434042" y="37760"/>
                  <a:pt x="435984" y="43918"/>
                  <a:pt x="435984" y="52235"/>
                </a:cubicBezTo>
                <a:lnTo>
                  <a:pt x="435984" y="102208"/>
                </a:lnTo>
                <a:lnTo>
                  <a:pt x="423714" y="102208"/>
                </a:lnTo>
                <a:lnTo>
                  <a:pt x="423714" y="56348"/>
                </a:lnTo>
                <a:cubicBezTo>
                  <a:pt x="423714" y="51412"/>
                  <a:pt x="423314" y="47859"/>
                  <a:pt x="422514" y="45689"/>
                </a:cubicBezTo>
                <a:cubicBezTo>
                  <a:pt x="421714" y="43518"/>
                  <a:pt x="420263" y="41770"/>
                  <a:pt x="418161" y="40444"/>
                </a:cubicBezTo>
                <a:cubicBezTo>
                  <a:pt x="416059" y="39119"/>
                  <a:pt x="413591" y="38457"/>
                  <a:pt x="410758" y="38457"/>
                </a:cubicBezTo>
                <a:cubicBezTo>
                  <a:pt x="405640" y="38457"/>
                  <a:pt x="401389" y="40159"/>
                  <a:pt x="398008" y="43563"/>
                </a:cubicBezTo>
                <a:cubicBezTo>
                  <a:pt x="394626" y="46968"/>
                  <a:pt x="392935" y="52418"/>
                  <a:pt x="392935" y="59913"/>
                </a:cubicBezTo>
                <a:lnTo>
                  <a:pt x="392935" y="102208"/>
                </a:lnTo>
                <a:lnTo>
                  <a:pt x="380596" y="102208"/>
                </a:lnTo>
                <a:lnTo>
                  <a:pt x="380596" y="54908"/>
                </a:lnTo>
                <a:cubicBezTo>
                  <a:pt x="380596" y="49424"/>
                  <a:pt x="379591" y="45312"/>
                  <a:pt x="377580" y="42570"/>
                </a:cubicBezTo>
                <a:cubicBezTo>
                  <a:pt x="375569" y="39828"/>
                  <a:pt x="372279" y="38457"/>
                  <a:pt x="367709" y="38457"/>
                </a:cubicBezTo>
                <a:cubicBezTo>
                  <a:pt x="364235" y="38457"/>
                  <a:pt x="361025" y="39371"/>
                  <a:pt x="358077" y="41199"/>
                </a:cubicBezTo>
                <a:cubicBezTo>
                  <a:pt x="355130" y="43027"/>
                  <a:pt x="352993" y="45700"/>
                  <a:pt x="351668" y="49219"/>
                </a:cubicBezTo>
                <a:cubicBezTo>
                  <a:pt x="350343" y="52738"/>
                  <a:pt x="349680" y="57810"/>
                  <a:pt x="349680" y="64437"/>
                </a:cubicBezTo>
                <a:lnTo>
                  <a:pt x="349680" y="102208"/>
                </a:lnTo>
                <a:lnTo>
                  <a:pt x="337341" y="102208"/>
                </a:lnTo>
                <a:close/>
                <a:moveTo>
                  <a:pt x="503448" y="78764"/>
                </a:moveTo>
                <a:lnTo>
                  <a:pt x="516198" y="80341"/>
                </a:lnTo>
                <a:cubicBezTo>
                  <a:pt x="514187" y="87790"/>
                  <a:pt x="510463" y="93571"/>
                  <a:pt x="505025" y="97684"/>
                </a:cubicBezTo>
                <a:cubicBezTo>
                  <a:pt x="499586" y="101797"/>
                  <a:pt x="492640" y="103853"/>
                  <a:pt x="484185" y="103853"/>
                </a:cubicBezTo>
                <a:cubicBezTo>
                  <a:pt x="473537" y="103853"/>
                  <a:pt x="465094" y="100574"/>
                  <a:pt x="458856" y="94016"/>
                </a:cubicBezTo>
                <a:cubicBezTo>
                  <a:pt x="452618" y="87458"/>
                  <a:pt x="449499" y="78261"/>
                  <a:pt x="449499" y="66425"/>
                </a:cubicBezTo>
                <a:cubicBezTo>
                  <a:pt x="449499" y="54177"/>
                  <a:pt x="452652" y="44672"/>
                  <a:pt x="458959" y="37908"/>
                </a:cubicBezTo>
                <a:cubicBezTo>
                  <a:pt x="465266" y="31145"/>
                  <a:pt x="473446" y="27763"/>
                  <a:pt x="483500" y="27763"/>
                </a:cubicBezTo>
                <a:cubicBezTo>
                  <a:pt x="493234" y="27763"/>
                  <a:pt x="501186" y="31076"/>
                  <a:pt x="507355" y="37702"/>
                </a:cubicBezTo>
                <a:cubicBezTo>
                  <a:pt x="513525" y="44329"/>
                  <a:pt x="516609" y="53652"/>
                  <a:pt x="516609" y="65671"/>
                </a:cubicBezTo>
                <a:cubicBezTo>
                  <a:pt x="516609" y="66402"/>
                  <a:pt x="516587" y="67499"/>
                  <a:pt x="516541" y="68961"/>
                </a:cubicBezTo>
                <a:lnTo>
                  <a:pt x="462249" y="68961"/>
                </a:lnTo>
                <a:cubicBezTo>
                  <a:pt x="462706" y="76959"/>
                  <a:pt x="464969" y="83083"/>
                  <a:pt x="469036" y="87333"/>
                </a:cubicBezTo>
                <a:cubicBezTo>
                  <a:pt x="473103" y="91583"/>
                  <a:pt x="478176" y="93708"/>
                  <a:pt x="484254" y="93708"/>
                </a:cubicBezTo>
                <a:cubicBezTo>
                  <a:pt x="488778" y="93708"/>
                  <a:pt x="492640" y="92520"/>
                  <a:pt x="495839" y="90143"/>
                </a:cubicBezTo>
                <a:cubicBezTo>
                  <a:pt x="499038" y="87767"/>
                  <a:pt x="501574" y="83974"/>
                  <a:pt x="503448" y="78764"/>
                </a:cubicBezTo>
                <a:moveTo>
                  <a:pt x="462935" y="58816"/>
                </a:moveTo>
                <a:lnTo>
                  <a:pt x="503585" y="58816"/>
                </a:lnTo>
                <a:cubicBezTo>
                  <a:pt x="503037" y="52692"/>
                  <a:pt x="501483" y="48099"/>
                  <a:pt x="498924" y="45037"/>
                </a:cubicBezTo>
                <a:cubicBezTo>
                  <a:pt x="494993" y="40285"/>
                  <a:pt x="489898" y="37908"/>
                  <a:pt x="483637" y="37908"/>
                </a:cubicBezTo>
                <a:cubicBezTo>
                  <a:pt x="477970" y="37908"/>
                  <a:pt x="473206" y="39805"/>
                  <a:pt x="469344" y="43598"/>
                </a:cubicBezTo>
                <a:cubicBezTo>
                  <a:pt x="465483" y="47391"/>
                  <a:pt x="463346" y="52464"/>
                  <a:pt x="462935" y="58816"/>
                </a:cubicBezTo>
                <a:close/>
                <a:moveTo>
                  <a:pt x="526481" y="80478"/>
                </a:moveTo>
                <a:lnTo>
                  <a:pt x="538683" y="78558"/>
                </a:lnTo>
                <a:cubicBezTo>
                  <a:pt x="539368" y="83448"/>
                  <a:pt x="541276" y="87196"/>
                  <a:pt x="544407" y="89800"/>
                </a:cubicBezTo>
                <a:cubicBezTo>
                  <a:pt x="547537" y="92405"/>
                  <a:pt x="551913" y="93708"/>
                  <a:pt x="557534" y="93708"/>
                </a:cubicBezTo>
                <a:cubicBezTo>
                  <a:pt x="563201" y="93708"/>
                  <a:pt x="567405" y="92554"/>
                  <a:pt x="570147" y="90246"/>
                </a:cubicBezTo>
                <a:cubicBezTo>
                  <a:pt x="572889" y="87938"/>
                  <a:pt x="574260" y="85230"/>
                  <a:pt x="574260" y="82123"/>
                </a:cubicBezTo>
                <a:cubicBezTo>
                  <a:pt x="574260" y="79335"/>
                  <a:pt x="573049" y="77142"/>
                  <a:pt x="570627" y="75542"/>
                </a:cubicBezTo>
                <a:cubicBezTo>
                  <a:pt x="568936" y="74445"/>
                  <a:pt x="564732" y="73051"/>
                  <a:pt x="558014" y="71360"/>
                </a:cubicBezTo>
                <a:cubicBezTo>
                  <a:pt x="548965" y="69075"/>
                  <a:pt x="542693" y="67099"/>
                  <a:pt x="539197" y="65431"/>
                </a:cubicBezTo>
                <a:cubicBezTo>
                  <a:pt x="535701" y="63763"/>
                  <a:pt x="533050" y="61455"/>
                  <a:pt x="531245" y="58507"/>
                </a:cubicBezTo>
                <a:cubicBezTo>
                  <a:pt x="529440" y="55560"/>
                  <a:pt x="528537" y="52304"/>
                  <a:pt x="528537" y="48739"/>
                </a:cubicBezTo>
                <a:cubicBezTo>
                  <a:pt x="528537" y="45494"/>
                  <a:pt x="529280" y="42490"/>
                  <a:pt x="530765" y="39725"/>
                </a:cubicBezTo>
                <a:cubicBezTo>
                  <a:pt x="532250" y="36960"/>
                  <a:pt x="534273" y="34663"/>
                  <a:pt x="536832" y="32835"/>
                </a:cubicBezTo>
                <a:cubicBezTo>
                  <a:pt x="538751" y="31419"/>
                  <a:pt x="541368" y="30219"/>
                  <a:pt x="544681" y="29237"/>
                </a:cubicBezTo>
                <a:cubicBezTo>
                  <a:pt x="547994" y="28254"/>
                  <a:pt x="551547" y="27763"/>
                  <a:pt x="555340" y="27763"/>
                </a:cubicBezTo>
                <a:cubicBezTo>
                  <a:pt x="561053" y="27763"/>
                  <a:pt x="566068" y="28585"/>
                  <a:pt x="570387" y="30231"/>
                </a:cubicBezTo>
                <a:cubicBezTo>
                  <a:pt x="574706" y="31876"/>
                  <a:pt x="577893" y="34104"/>
                  <a:pt x="579950" y="36914"/>
                </a:cubicBezTo>
                <a:cubicBezTo>
                  <a:pt x="582006" y="39725"/>
                  <a:pt x="583423" y="43484"/>
                  <a:pt x="584200" y="48191"/>
                </a:cubicBezTo>
                <a:lnTo>
                  <a:pt x="572135" y="49836"/>
                </a:lnTo>
                <a:cubicBezTo>
                  <a:pt x="571587" y="46088"/>
                  <a:pt x="569999" y="43164"/>
                  <a:pt x="567371" y="41061"/>
                </a:cubicBezTo>
                <a:cubicBezTo>
                  <a:pt x="564743" y="38959"/>
                  <a:pt x="561030" y="37908"/>
                  <a:pt x="556232" y="37908"/>
                </a:cubicBezTo>
                <a:cubicBezTo>
                  <a:pt x="550565" y="37908"/>
                  <a:pt x="546520" y="38845"/>
                  <a:pt x="544098" y="40719"/>
                </a:cubicBezTo>
                <a:cubicBezTo>
                  <a:pt x="541676" y="42592"/>
                  <a:pt x="540465" y="44786"/>
                  <a:pt x="540465" y="47299"/>
                </a:cubicBezTo>
                <a:cubicBezTo>
                  <a:pt x="540465" y="48899"/>
                  <a:pt x="540968" y="50338"/>
                  <a:pt x="541973" y="51618"/>
                </a:cubicBezTo>
                <a:cubicBezTo>
                  <a:pt x="542979" y="52943"/>
                  <a:pt x="544555" y="54040"/>
                  <a:pt x="546703" y="54908"/>
                </a:cubicBezTo>
                <a:cubicBezTo>
                  <a:pt x="547937" y="55365"/>
                  <a:pt x="551570" y="56417"/>
                  <a:pt x="557603" y="58062"/>
                </a:cubicBezTo>
                <a:cubicBezTo>
                  <a:pt x="566331" y="60392"/>
                  <a:pt x="572421" y="62300"/>
                  <a:pt x="575871" y="63786"/>
                </a:cubicBezTo>
                <a:cubicBezTo>
                  <a:pt x="579321" y="65271"/>
                  <a:pt x="582029" y="67430"/>
                  <a:pt x="583994" y="70264"/>
                </a:cubicBezTo>
                <a:cubicBezTo>
                  <a:pt x="585959" y="73097"/>
                  <a:pt x="586942" y="76616"/>
                  <a:pt x="586942" y="80820"/>
                </a:cubicBezTo>
                <a:cubicBezTo>
                  <a:pt x="586942" y="84933"/>
                  <a:pt x="585742" y="88806"/>
                  <a:pt x="583343" y="92440"/>
                </a:cubicBezTo>
                <a:cubicBezTo>
                  <a:pt x="580944" y="96073"/>
                  <a:pt x="577482" y="98883"/>
                  <a:pt x="572958" y="100871"/>
                </a:cubicBezTo>
                <a:cubicBezTo>
                  <a:pt x="568433" y="102859"/>
                  <a:pt x="563315" y="103853"/>
                  <a:pt x="557603" y="103853"/>
                </a:cubicBezTo>
                <a:cubicBezTo>
                  <a:pt x="548143" y="103853"/>
                  <a:pt x="540933" y="101888"/>
                  <a:pt x="535975" y="97958"/>
                </a:cubicBezTo>
                <a:cubicBezTo>
                  <a:pt x="531017" y="94028"/>
                  <a:pt x="527852" y="88201"/>
                  <a:pt x="526481" y="80478"/>
                </a:cubicBezTo>
                <a:close/>
                <a:moveTo>
                  <a:pt x="639854" y="102208"/>
                </a:moveTo>
                <a:lnTo>
                  <a:pt x="639854" y="1714"/>
                </a:lnTo>
                <a:lnTo>
                  <a:pt x="652193" y="1714"/>
                </a:lnTo>
                <a:lnTo>
                  <a:pt x="652193" y="37771"/>
                </a:lnTo>
                <a:cubicBezTo>
                  <a:pt x="657951" y="31099"/>
                  <a:pt x="665217" y="27763"/>
                  <a:pt x="673992" y="27763"/>
                </a:cubicBezTo>
                <a:cubicBezTo>
                  <a:pt x="679384" y="27763"/>
                  <a:pt x="684069" y="28825"/>
                  <a:pt x="688044" y="30950"/>
                </a:cubicBezTo>
                <a:cubicBezTo>
                  <a:pt x="692020" y="33075"/>
                  <a:pt x="694865" y="36012"/>
                  <a:pt x="696579" y="39759"/>
                </a:cubicBezTo>
                <a:cubicBezTo>
                  <a:pt x="698293" y="43506"/>
                  <a:pt x="699150" y="48945"/>
                  <a:pt x="699150" y="56074"/>
                </a:cubicBezTo>
                <a:lnTo>
                  <a:pt x="699150" y="102208"/>
                </a:lnTo>
                <a:lnTo>
                  <a:pt x="686811" y="102208"/>
                </a:lnTo>
                <a:lnTo>
                  <a:pt x="686811" y="56074"/>
                </a:lnTo>
                <a:cubicBezTo>
                  <a:pt x="686811" y="49904"/>
                  <a:pt x="685474" y="45414"/>
                  <a:pt x="682800" y="42604"/>
                </a:cubicBezTo>
                <a:cubicBezTo>
                  <a:pt x="680127" y="39793"/>
                  <a:pt x="676345" y="38388"/>
                  <a:pt x="671455" y="38388"/>
                </a:cubicBezTo>
                <a:cubicBezTo>
                  <a:pt x="667799" y="38388"/>
                  <a:pt x="664360" y="39336"/>
                  <a:pt x="661139" y="41233"/>
                </a:cubicBezTo>
                <a:cubicBezTo>
                  <a:pt x="657917" y="43129"/>
                  <a:pt x="655620" y="45700"/>
                  <a:pt x="654249" y="48945"/>
                </a:cubicBezTo>
                <a:cubicBezTo>
                  <a:pt x="652878" y="52189"/>
                  <a:pt x="652193" y="56668"/>
                  <a:pt x="652193" y="62380"/>
                </a:cubicBezTo>
                <a:lnTo>
                  <a:pt x="652193" y="102208"/>
                </a:lnTo>
                <a:lnTo>
                  <a:pt x="639854" y="102208"/>
                </a:lnTo>
                <a:close/>
                <a:moveTo>
                  <a:pt x="765163" y="93228"/>
                </a:moveTo>
                <a:cubicBezTo>
                  <a:pt x="760593" y="97112"/>
                  <a:pt x="756195" y="99854"/>
                  <a:pt x="751967" y="101454"/>
                </a:cubicBezTo>
                <a:cubicBezTo>
                  <a:pt x="747740" y="103053"/>
                  <a:pt x="743204" y="103853"/>
                  <a:pt x="738360" y="103853"/>
                </a:cubicBezTo>
                <a:cubicBezTo>
                  <a:pt x="730363" y="103853"/>
                  <a:pt x="724216" y="101899"/>
                  <a:pt x="719920" y="97992"/>
                </a:cubicBezTo>
                <a:cubicBezTo>
                  <a:pt x="715625" y="94085"/>
                  <a:pt x="713477" y="89092"/>
                  <a:pt x="713477" y="83014"/>
                </a:cubicBezTo>
                <a:cubicBezTo>
                  <a:pt x="713477" y="79449"/>
                  <a:pt x="714288" y="76193"/>
                  <a:pt x="715910" y="73246"/>
                </a:cubicBezTo>
                <a:cubicBezTo>
                  <a:pt x="717532" y="70298"/>
                  <a:pt x="719658" y="67933"/>
                  <a:pt x="722285" y="66151"/>
                </a:cubicBezTo>
                <a:cubicBezTo>
                  <a:pt x="724913" y="64368"/>
                  <a:pt x="727872" y="63020"/>
                  <a:pt x="731163" y="62106"/>
                </a:cubicBezTo>
                <a:cubicBezTo>
                  <a:pt x="733585" y="61466"/>
                  <a:pt x="737241" y="60849"/>
                  <a:pt x="742130" y="60255"/>
                </a:cubicBezTo>
                <a:cubicBezTo>
                  <a:pt x="752093" y="59067"/>
                  <a:pt x="759428" y="57650"/>
                  <a:pt x="764135" y="56005"/>
                </a:cubicBezTo>
                <a:cubicBezTo>
                  <a:pt x="764181" y="54314"/>
                  <a:pt x="764204" y="53240"/>
                  <a:pt x="764204" y="52783"/>
                </a:cubicBezTo>
                <a:cubicBezTo>
                  <a:pt x="764204" y="47756"/>
                  <a:pt x="763038" y="44215"/>
                  <a:pt x="760708" y="42158"/>
                </a:cubicBezTo>
                <a:cubicBezTo>
                  <a:pt x="757554" y="39371"/>
                  <a:pt x="752870" y="37977"/>
                  <a:pt x="746655" y="37977"/>
                </a:cubicBezTo>
                <a:cubicBezTo>
                  <a:pt x="740851" y="37977"/>
                  <a:pt x="736567" y="38993"/>
                  <a:pt x="733802" y="41027"/>
                </a:cubicBezTo>
                <a:cubicBezTo>
                  <a:pt x="731037" y="43061"/>
                  <a:pt x="728992" y="46660"/>
                  <a:pt x="727666" y="51824"/>
                </a:cubicBezTo>
                <a:lnTo>
                  <a:pt x="715602" y="50179"/>
                </a:lnTo>
                <a:cubicBezTo>
                  <a:pt x="716698" y="45014"/>
                  <a:pt x="718504" y="40844"/>
                  <a:pt x="721017" y="37668"/>
                </a:cubicBezTo>
                <a:cubicBezTo>
                  <a:pt x="723531" y="34492"/>
                  <a:pt x="727164" y="32047"/>
                  <a:pt x="731917" y="30333"/>
                </a:cubicBezTo>
                <a:cubicBezTo>
                  <a:pt x="736669" y="28620"/>
                  <a:pt x="742176" y="27763"/>
                  <a:pt x="748437" y="27763"/>
                </a:cubicBezTo>
                <a:cubicBezTo>
                  <a:pt x="754652" y="27763"/>
                  <a:pt x="759702" y="28494"/>
                  <a:pt x="763587" y="29956"/>
                </a:cubicBezTo>
                <a:cubicBezTo>
                  <a:pt x="767471" y="31419"/>
                  <a:pt x="770327" y="33258"/>
                  <a:pt x="772155" y="35475"/>
                </a:cubicBezTo>
                <a:cubicBezTo>
                  <a:pt x="773983" y="37691"/>
                  <a:pt x="775263" y="40490"/>
                  <a:pt x="775994" y="43872"/>
                </a:cubicBezTo>
                <a:cubicBezTo>
                  <a:pt x="776405" y="45974"/>
                  <a:pt x="776611" y="49767"/>
                  <a:pt x="776611" y="55251"/>
                </a:cubicBezTo>
                <a:lnTo>
                  <a:pt x="776611" y="71703"/>
                </a:lnTo>
                <a:cubicBezTo>
                  <a:pt x="776611" y="83174"/>
                  <a:pt x="776874" y="90429"/>
                  <a:pt x="777399" y="93468"/>
                </a:cubicBezTo>
                <a:cubicBezTo>
                  <a:pt x="777925" y="96507"/>
                  <a:pt x="778965" y="99420"/>
                  <a:pt x="780518" y="102208"/>
                </a:cubicBezTo>
                <a:lnTo>
                  <a:pt x="767631" y="102208"/>
                </a:lnTo>
                <a:cubicBezTo>
                  <a:pt x="766351" y="99649"/>
                  <a:pt x="765529" y="96655"/>
                  <a:pt x="765163" y="93228"/>
                </a:cubicBezTo>
                <a:moveTo>
                  <a:pt x="764135" y="65671"/>
                </a:moveTo>
                <a:cubicBezTo>
                  <a:pt x="759656" y="67499"/>
                  <a:pt x="752939" y="69053"/>
                  <a:pt x="743981" y="70332"/>
                </a:cubicBezTo>
                <a:cubicBezTo>
                  <a:pt x="738909" y="71063"/>
                  <a:pt x="735321" y="71886"/>
                  <a:pt x="733219" y="72800"/>
                </a:cubicBezTo>
                <a:cubicBezTo>
                  <a:pt x="731117" y="73714"/>
                  <a:pt x="729494" y="75051"/>
                  <a:pt x="728352" y="76810"/>
                </a:cubicBezTo>
                <a:cubicBezTo>
                  <a:pt x="727209" y="78570"/>
                  <a:pt x="726638" y="80523"/>
                  <a:pt x="726638" y="82671"/>
                </a:cubicBezTo>
                <a:cubicBezTo>
                  <a:pt x="726638" y="85962"/>
                  <a:pt x="727884" y="88704"/>
                  <a:pt x="730374" y="90897"/>
                </a:cubicBezTo>
                <a:cubicBezTo>
                  <a:pt x="732865" y="93091"/>
                  <a:pt x="736509" y="94188"/>
                  <a:pt x="741308" y="94188"/>
                </a:cubicBezTo>
                <a:cubicBezTo>
                  <a:pt x="746061" y="94188"/>
                  <a:pt x="750288" y="93148"/>
                  <a:pt x="753990" y="91069"/>
                </a:cubicBezTo>
                <a:cubicBezTo>
                  <a:pt x="757691" y="88989"/>
                  <a:pt x="760410" y="86144"/>
                  <a:pt x="762147" y="82534"/>
                </a:cubicBezTo>
                <a:cubicBezTo>
                  <a:pt x="763472" y="79746"/>
                  <a:pt x="764135" y="75633"/>
                  <a:pt x="764135" y="70195"/>
                </a:cubicBezTo>
                <a:lnTo>
                  <a:pt x="764135" y="65671"/>
                </a:lnTo>
                <a:close/>
                <a:moveTo>
                  <a:pt x="790527" y="80478"/>
                </a:moveTo>
                <a:lnTo>
                  <a:pt x="802729" y="78558"/>
                </a:lnTo>
                <a:cubicBezTo>
                  <a:pt x="803414" y="83448"/>
                  <a:pt x="805322" y="87196"/>
                  <a:pt x="808453" y="89800"/>
                </a:cubicBezTo>
                <a:cubicBezTo>
                  <a:pt x="811583" y="92405"/>
                  <a:pt x="815959" y="93708"/>
                  <a:pt x="821580" y="93708"/>
                </a:cubicBezTo>
                <a:cubicBezTo>
                  <a:pt x="827247" y="93708"/>
                  <a:pt x="831451" y="92554"/>
                  <a:pt x="834193" y="90246"/>
                </a:cubicBezTo>
                <a:cubicBezTo>
                  <a:pt x="836935" y="87938"/>
                  <a:pt x="838306" y="85230"/>
                  <a:pt x="838306" y="82123"/>
                </a:cubicBezTo>
                <a:cubicBezTo>
                  <a:pt x="838306" y="79335"/>
                  <a:pt x="837095" y="77142"/>
                  <a:pt x="834673" y="75542"/>
                </a:cubicBezTo>
                <a:cubicBezTo>
                  <a:pt x="832982" y="74445"/>
                  <a:pt x="828778" y="73051"/>
                  <a:pt x="822060" y="71360"/>
                </a:cubicBezTo>
                <a:cubicBezTo>
                  <a:pt x="813011" y="69075"/>
                  <a:pt x="806739" y="67099"/>
                  <a:pt x="803243" y="65431"/>
                </a:cubicBezTo>
                <a:cubicBezTo>
                  <a:pt x="799747" y="63763"/>
                  <a:pt x="797096" y="61455"/>
                  <a:pt x="795291" y="58507"/>
                </a:cubicBezTo>
                <a:cubicBezTo>
                  <a:pt x="793486" y="55560"/>
                  <a:pt x="792583" y="52304"/>
                  <a:pt x="792583" y="48739"/>
                </a:cubicBezTo>
                <a:cubicBezTo>
                  <a:pt x="792583" y="45494"/>
                  <a:pt x="793326" y="42490"/>
                  <a:pt x="794811" y="39725"/>
                </a:cubicBezTo>
                <a:cubicBezTo>
                  <a:pt x="796296" y="36960"/>
                  <a:pt x="798319" y="34663"/>
                  <a:pt x="800878" y="32835"/>
                </a:cubicBezTo>
                <a:cubicBezTo>
                  <a:pt x="802797" y="31419"/>
                  <a:pt x="805414" y="30219"/>
                  <a:pt x="808727" y="29237"/>
                </a:cubicBezTo>
                <a:cubicBezTo>
                  <a:pt x="812040" y="28254"/>
                  <a:pt x="815593" y="27763"/>
                  <a:pt x="819386" y="27763"/>
                </a:cubicBezTo>
                <a:cubicBezTo>
                  <a:pt x="825099" y="27763"/>
                  <a:pt x="830114" y="28585"/>
                  <a:pt x="834433" y="30231"/>
                </a:cubicBezTo>
                <a:cubicBezTo>
                  <a:pt x="838752" y="31876"/>
                  <a:pt x="841939" y="34104"/>
                  <a:pt x="843996" y="36914"/>
                </a:cubicBezTo>
                <a:cubicBezTo>
                  <a:pt x="846052" y="39725"/>
                  <a:pt x="847469" y="43484"/>
                  <a:pt x="848246" y="48191"/>
                </a:cubicBezTo>
                <a:lnTo>
                  <a:pt x="836181" y="49836"/>
                </a:lnTo>
                <a:cubicBezTo>
                  <a:pt x="835633" y="46088"/>
                  <a:pt x="834045" y="43164"/>
                  <a:pt x="831417" y="41061"/>
                </a:cubicBezTo>
                <a:cubicBezTo>
                  <a:pt x="828789" y="38959"/>
                  <a:pt x="825076" y="37908"/>
                  <a:pt x="820278" y="37908"/>
                </a:cubicBezTo>
                <a:cubicBezTo>
                  <a:pt x="814611" y="37908"/>
                  <a:pt x="810566" y="38845"/>
                  <a:pt x="808144" y="40719"/>
                </a:cubicBezTo>
                <a:cubicBezTo>
                  <a:pt x="805722" y="42592"/>
                  <a:pt x="804511" y="44786"/>
                  <a:pt x="804511" y="47299"/>
                </a:cubicBezTo>
                <a:cubicBezTo>
                  <a:pt x="804511" y="48899"/>
                  <a:pt x="805014" y="50338"/>
                  <a:pt x="806019" y="51618"/>
                </a:cubicBezTo>
                <a:cubicBezTo>
                  <a:pt x="807025" y="52943"/>
                  <a:pt x="808601" y="54040"/>
                  <a:pt x="810749" y="54908"/>
                </a:cubicBezTo>
                <a:cubicBezTo>
                  <a:pt x="811983" y="55365"/>
                  <a:pt x="815616" y="56417"/>
                  <a:pt x="821649" y="58062"/>
                </a:cubicBezTo>
                <a:cubicBezTo>
                  <a:pt x="830377" y="60392"/>
                  <a:pt x="836467" y="62300"/>
                  <a:pt x="839917" y="63786"/>
                </a:cubicBezTo>
                <a:cubicBezTo>
                  <a:pt x="843367" y="65271"/>
                  <a:pt x="846075" y="67430"/>
                  <a:pt x="848040" y="70264"/>
                </a:cubicBezTo>
                <a:cubicBezTo>
                  <a:pt x="850005" y="73097"/>
                  <a:pt x="850988" y="76616"/>
                  <a:pt x="850988" y="80820"/>
                </a:cubicBezTo>
                <a:cubicBezTo>
                  <a:pt x="850988" y="84933"/>
                  <a:pt x="849788" y="88806"/>
                  <a:pt x="847389" y="92440"/>
                </a:cubicBezTo>
                <a:cubicBezTo>
                  <a:pt x="844990" y="96073"/>
                  <a:pt x="841528" y="98883"/>
                  <a:pt x="837004" y="100871"/>
                </a:cubicBezTo>
                <a:cubicBezTo>
                  <a:pt x="832479" y="102859"/>
                  <a:pt x="827361" y="103853"/>
                  <a:pt x="821649" y="103853"/>
                </a:cubicBezTo>
                <a:cubicBezTo>
                  <a:pt x="812189" y="103853"/>
                  <a:pt x="804979" y="101888"/>
                  <a:pt x="800021" y="97958"/>
                </a:cubicBezTo>
                <a:cubicBezTo>
                  <a:pt x="795063" y="94028"/>
                  <a:pt x="791898" y="88201"/>
                  <a:pt x="790527" y="80478"/>
                </a:cubicBezTo>
                <a:close/>
                <a:moveTo>
                  <a:pt x="915279" y="102208"/>
                </a:moveTo>
                <a:lnTo>
                  <a:pt x="903831" y="102208"/>
                </a:lnTo>
                <a:lnTo>
                  <a:pt x="903831" y="1714"/>
                </a:lnTo>
                <a:lnTo>
                  <a:pt x="916170" y="1714"/>
                </a:lnTo>
                <a:lnTo>
                  <a:pt x="916170" y="37565"/>
                </a:lnTo>
                <a:cubicBezTo>
                  <a:pt x="921380" y="31030"/>
                  <a:pt x="928029" y="27763"/>
                  <a:pt x="936118" y="27763"/>
                </a:cubicBezTo>
                <a:cubicBezTo>
                  <a:pt x="940597" y="27763"/>
                  <a:pt x="944836" y="28665"/>
                  <a:pt x="948834" y="30470"/>
                </a:cubicBezTo>
                <a:cubicBezTo>
                  <a:pt x="952833" y="32276"/>
                  <a:pt x="956123" y="34812"/>
                  <a:pt x="958705" y="38079"/>
                </a:cubicBezTo>
                <a:cubicBezTo>
                  <a:pt x="961288" y="41347"/>
                  <a:pt x="963310" y="45289"/>
                  <a:pt x="964772" y="49904"/>
                </a:cubicBezTo>
                <a:cubicBezTo>
                  <a:pt x="966235" y="54520"/>
                  <a:pt x="966966" y="59456"/>
                  <a:pt x="966966" y="64711"/>
                </a:cubicBezTo>
                <a:cubicBezTo>
                  <a:pt x="966966" y="77187"/>
                  <a:pt x="963881" y="86830"/>
                  <a:pt x="957712" y="93639"/>
                </a:cubicBezTo>
                <a:cubicBezTo>
                  <a:pt x="951542" y="100448"/>
                  <a:pt x="944139" y="103853"/>
                  <a:pt x="935501" y="103853"/>
                </a:cubicBezTo>
                <a:cubicBezTo>
                  <a:pt x="926910" y="103853"/>
                  <a:pt x="920169" y="100266"/>
                  <a:pt x="915279" y="93091"/>
                </a:cubicBezTo>
                <a:lnTo>
                  <a:pt x="915279" y="102208"/>
                </a:lnTo>
                <a:moveTo>
                  <a:pt x="915142" y="65260"/>
                </a:moveTo>
                <a:cubicBezTo>
                  <a:pt x="915142" y="73988"/>
                  <a:pt x="916330" y="80295"/>
                  <a:pt x="918707" y="84179"/>
                </a:cubicBezTo>
                <a:cubicBezTo>
                  <a:pt x="922591" y="90532"/>
                  <a:pt x="927847" y="93708"/>
                  <a:pt x="934473" y="93708"/>
                </a:cubicBezTo>
                <a:cubicBezTo>
                  <a:pt x="939866" y="93708"/>
                  <a:pt x="944527" y="91366"/>
                  <a:pt x="948457" y="86681"/>
                </a:cubicBezTo>
                <a:cubicBezTo>
                  <a:pt x="952387" y="81997"/>
                  <a:pt x="954353" y="75016"/>
                  <a:pt x="954353" y="65739"/>
                </a:cubicBezTo>
                <a:cubicBezTo>
                  <a:pt x="954353" y="56234"/>
                  <a:pt x="952467" y="49219"/>
                  <a:pt x="948697" y="44695"/>
                </a:cubicBezTo>
                <a:cubicBezTo>
                  <a:pt x="944927" y="40170"/>
                  <a:pt x="940368" y="37908"/>
                  <a:pt x="935021" y="37908"/>
                </a:cubicBezTo>
                <a:cubicBezTo>
                  <a:pt x="929629" y="37908"/>
                  <a:pt x="924967" y="40250"/>
                  <a:pt x="921037" y="44934"/>
                </a:cubicBezTo>
                <a:cubicBezTo>
                  <a:pt x="917107" y="49619"/>
                  <a:pt x="915142" y="56394"/>
                  <a:pt x="915142" y="65260"/>
                </a:cubicBezTo>
                <a:close/>
                <a:moveTo>
                  <a:pt x="1031540" y="78764"/>
                </a:moveTo>
                <a:lnTo>
                  <a:pt x="1044290" y="80341"/>
                </a:lnTo>
                <a:cubicBezTo>
                  <a:pt x="1042279" y="87790"/>
                  <a:pt x="1038555" y="93571"/>
                  <a:pt x="1033117" y="97684"/>
                </a:cubicBezTo>
                <a:cubicBezTo>
                  <a:pt x="1027678" y="101797"/>
                  <a:pt x="1020732" y="103853"/>
                  <a:pt x="1012277" y="103853"/>
                </a:cubicBezTo>
                <a:cubicBezTo>
                  <a:pt x="1001629" y="103853"/>
                  <a:pt x="993186" y="100574"/>
                  <a:pt x="986948" y="94016"/>
                </a:cubicBezTo>
                <a:cubicBezTo>
                  <a:pt x="980710" y="87458"/>
                  <a:pt x="977591" y="78261"/>
                  <a:pt x="977591" y="66425"/>
                </a:cubicBezTo>
                <a:cubicBezTo>
                  <a:pt x="977591" y="54177"/>
                  <a:pt x="980744" y="44672"/>
                  <a:pt x="987051" y="37908"/>
                </a:cubicBezTo>
                <a:cubicBezTo>
                  <a:pt x="993358" y="31145"/>
                  <a:pt x="1001538" y="27763"/>
                  <a:pt x="1011592" y="27763"/>
                </a:cubicBezTo>
                <a:cubicBezTo>
                  <a:pt x="1021326" y="27763"/>
                  <a:pt x="1029278" y="31076"/>
                  <a:pt x="1035447" y="37702"/>
                </a:cubicBezTo>
                <a:cubicBezTo>
                  <a:pt x="1041617" y="44329"/>
                  <a:pt x="1044702" y="53652"/>
                  <a:pt x="1044702" y="65671"/>
                </a:cubicBezTo>
                <a:cubicBezTo>
                  <a:pt x="1044702" y="66402"/>
                  <a:pt x="1044679" y="67499"/>
                  <a:pt x="1044633" y="68961"/>
                </a:cubicBezTo>
                <a:lnTo>
                  <a:pt x="990341" y="68961"/>
                </a:lnTo>
                <a:cubicBezTo>
                  <a:pt x="990798" y="76959"/>
                  <a:pt x="993061" y="83083"/>
                  <a:pt x="997128" y="87333"/>
                </a:cubicBezTo>
                <a:cubicBezTo>
                  <a:pt x="1001195" y="91583"/>
                  <a:pt x="1006268" y="93708"/>
                  <a:pt x="1012346" y="93708"/>
                </a:cubicBezTo>
                <a:cubicBezTo>
                  <a:pt x="1016870" y="93708"/>
                  <a:pt x="1020732" y="92520"/>
                  <a:pt x="1023931" y="90143"/>
                </a:cubicBezTo>
                <a:cubicBezTo>
                  <a:pt x="1027130" y="87767"/>
                  <a:pt x="1029666" y="83974"/>
                  <a:pt x="1031540" y="78764"/>
                </a:cubicBezTo>
                <a:moveTo>
                  <a:pt x="991027" y="58816"/>
                </a:moveTo>
                <a:lnTo>
                  <a:pt x="1031677" y="58816"/>
                </a:lnTo>
                <a:cubicBezTo>
                  <a:pt x="1031129" y="52692"/>
                  <a:pt x="1029575" y="48099"/>
                  <a:pt x="1027016" y="45037"/>
                </a:cubicBezTo>
                <a:cubicBezTo>
                  <a:pt x="1023085" y="40285"/>
                  <a:pt x="1017990" y="37908"/>
                  <a:pt x="1011729" y="37908"/>
                </a:cubicBezTo>
                <a:cubicBezTo>
                  <a:pt x="1006062" y="37908"/>
                  <a:pt x="1001298" y="39805"/>
                  <a:pt x="997436" y="43598"/>
                </a:cubicBezTo>
                <a:cubicBezTo>
                  <a:pt x="993575" y="47391"/>
                  <a:pt x="991438" y="52464"/>
                  <a:pt x="991027" y="58816"/>
                </a:cubicBezTo>
                <a:close/>
                <a:moveTo>
                  <a:pt x="1109344" y="78764"/>
                </a:moveTo>
                <a:lnTo>
                  <a:pt x="1122095" y="80341"/>
                </a:lnTo>
                <a:cubicBezTo>
                  <a:pt x="1120084" y="87790"/>
                  <a:pt x="1116359" y="93571"/>
                  <a:pt x="1110921" y="97684"/>
                </a:cubicBezTo>
                <a:cubicBezTo>
                  <a:pt x="1105483" y="101797"/>
                  <a:pt x="1098536" y="103853"/>
                  <a:pt x="1090082" y="103853"/>
                </a:cubicBezTo>
                <a:cubicBezTo>
                  <a:pt x="1079434" y="103853"/>
                  <a:pt x="1070991" y="100574"/>
                  <a:pt x="1064753" y="94016"/>
                </a:cubicBezTo>
                <a:cubicBezTo>
                  <a:pt x="1058514" y="87458"/>
                  <a:pt x="1055395" y="78261"/>
                  <a:pt x="1055395" y="66425"/>
                </a:cubicBezTo>
                <a:cubicBezTo>
                  <a:pt x="1055395" y="54177"/>
                  <a:pt x="1058549" y="44672"/>
                  <a:pt x="1064855" y="37908"/>
                </a:cubicBezTo>
                <a:cubicBezTo>
                  <a:pt x="1071162" y="31145"/>
                  <a:pt x="1079342" y="27763"/>
                  <a:pt x="1089396" y="27763"/>
                </a:cubicBezTo>
                <a:cubicBezTo>
                  <a:pt x="1099130" y="27763"/>
                  <a:pt x="1107082" y="31076"/>
                  <a:pt x="1113252" y="37702"/>
                </a:cubicBezTo>
                <a:cubicBezTo>
                  <a:pt x="1119421" y="44329"/>
                  <a:pt x="1122506" y="53652"/>
                  <a:pt x="1122506" y="65671"/>
                </a:cubicBezTo>
                <a:cubicBezTo>
                  <a:pt x="1122506" y="66402"/>
                  <a:pt x="1122483" y="67499"/>
                  <a:pt x="1122437" y="68961"/>
                </a:cubicBezTo>
                <a:lnTo>
                  <a:pt x="1068146" y="68961"/>
                </a:lnTo>
                <a:cubicBezTo>
                  <a:pt x="1068603" y="76959"/>
                  <a:pt x="1070865" y="83083"/>
                  <a:pt x="1074932" y="87333"/>
                </a:cubicBezTo>
                <a:cubicBezTo>
                  <a:pt x="1078999" y="91583"/>
                  <a:pt x="1084072" y="93708"/>
                  <a:pt x="1090150" y="93708"/>
                </a:cubicBezTo>
                <a:cubicBezTo>
                  <a:pt x="1094675" y="93708"/>
                  <a:pt x="1098536" y="92520"/>
                  <a:pt x="1101735" y="90143"/>
                </a:cubicBezTo>
                <a:cubicBezTo>
                  <a:pt x="1104934" y="87767"/>
                  <a:pt x="1107471" y="83974"/>
                  <a:pt x="1109344" y="78764"/>
                </a:cubicBezTo>
                <a:moveTo>
                  <a:pt x="1068831" y="58816"/>
                </a:moveTo>
                <a:lnTo>
                  <a:pt x="1109481" y="58816"/>
                </a:lnTo>
                <a:cubicBezTo>
                  <a:pt x="1108933" y="52692"/>
                  <a:pt x="1107379" y="48099"/>
                  <a:pt x="1104820" y="45037"/>
                </a:cubicBezTo>
                <a:cubicBezTo>
                  <a:pt x="1100890" y="40285"/>
                  <a:pt x="1095794" y="37908"/>
                  <a:pt x="1089533" y="37908"/>
                </a:cubicBezTo>
                <a:cubicBezTo>
                  <a:pt x="1083867" y="37908"/>
                  <a:pt x="1079102" y="39805"/>
                  <a:pt x="1075241" y="43598"/>
                </a:cubicBezTo>
                <a:cubicBezTo>
                  <a:pt x="1071379" y="47391"/>
                  <a:pt x="1069243" y="52464"/>
                  <a:pt x="1068831" y="58816"/>
                </a:cubicBezTo>
                <a:close/>
                <a:moveTo>
                  <a:pt x="1137313" y="102208"/>
                </a:moveTo>
                <a:lnTo>
                  <a:pt x="1137313" y="29408"/>
                </a:lnTo>
                <a:lnTo>
                  <a:pt x="1148418" y="29408"/>
                </a:lnTo>
                <a:lnTo>
                  <a:pt x="1148418" y="39759"/>
                </a:lnTo>
                <a:cubicBezTo>
                  <a:pt x="1153765" y="31761"/>
                  <a:pt x="1161488" y="27763"/>
                  <a:pt x="1171588" y="27763"/>
                </a:cubicBezTo>
                <a:cubicBezTo>
                  <a:pt x="1175975" y="27763"/>
                  <a:pt x="1180008" y="28551"/>
                  <a:pt x="1183687" y="30128"/>
                </a:cubicBezTo>
                <a:cubicBezTo>
                  <a:pt x="1187366" y="31704"/>
                  <a:pt x="1190119" y="33772"/>
                  <a:pt x="1191947" y="36331"/>
                </a:cubicBezTo>
                <a:cubicBezTo>
                  <a:pt x="1193775" y="38891"/>
                  <a:pt x="1195055" y="41930"/>
                  <a:pt x="1195786" y="45449"/>
                </a:cubicBezTo>
                <a:cubicBezTo>
                  <a:pt x="1196243" y="47734"/>
                  <a:pt x="1196471" y="51732"/>
                  <a:pt x="1196471" y="57445"/>
                </a:cubicBezTo>
                <a:lnTo>
                  <a:pt x="1196471" y="102208"/>
                </a:lnTo>
                <a:lnTo>
                  <a:pt x="1184132" y="102208"/>
                </a:lnTo>
                <a:lnTo>
                  <a:pt x="1184132" y="57925"/>
                </a:lnTo>
                <a:cubicBezTo>
                  <a:pt x="1184132" y="52898"/>
                  <a:pt x="1183652" y="49139"/>
                  <a:pt x="1182693" y="46648"/>
                </a:cubicBezTo>
                <a:cubicBezTo>
                  <a:pt x="1181733" y="44158"/>
                  <a:pt x="1180031" y="42170"/>
                  <a:pt x="1177586" y="40684"/>
                </a:cubicBezTo>
                <a:cubicBezTo>
                  <a:pt x="1175141" y="39199"/>
                  <a:pt x="1172273" y="38457"/>
                  <a:pt x="1168983" y="38457"/>
                </a:cubicBezTo>
                <a:cubicBezTo>
                  <a:pt x="1163727" y="38457"/>
                  <a:pt x="1159192" y="40125"/>
                  <a:pt x="1155376" y="43461"/>
                </a:cubicBezTo>
                <a:cubicBezTo>
                  <a:pt x="1151560" y="46797"/>
                  <a:pt x="1149652" y="53126"/>
                  <a:pt x="1149652" y="62449"/>
                </a:cubicBezTo>
                <a:lnTo>
                  <a:pt x="1149652" y="102208"/>
                </a:lnTo>
                <a:lnTo>
                  <a:pt x="1137313" y="102208"/>
                </a:lnTo>
                <a:close/>
                <a:moveTo>
                  <a:pt x="1280552" y="91171"/>
                </a:moveTo>
                <a:lnTo>
                  <a:pt x="1282334" y="102071"/>
                </a:lnTo>
                <a:cubicBezTo>
                  <a:pt x="1278861" y="102802"/>
                  <a:pt x="1275754" y="103168"/>
                  <a:pt x="1273012" y="103168"/>
                </a:cubicBezTo>
                <a:cubicBezTo>
                  <a:pt x="1268533" y="103168"/>
                  <a:pt x="1265060" y="102459"/>
                  <a:pt x="1262592" y="101043"/>
                </a:cubicBezTo>
                <a:cubicBezTo>
                  <a:pt x="1260124" y="99626"/>
                  <a:pt x="1258388" y="97764"/>
                  <a:pt x="1257382" y="95456"/>
                </a:cubicBezTo>
                <a:cubicBezTo>
                  <a:pt x="1256377" y="93148"/>
                  <a:pt x="1255874" y="88292"/>
                  <a:pt x="1255874" y="80889"/>
                </a:cubicBezTo>
                <a:lnTo>
                  <a:pt x="1255874" y="39005"/>
                </a:lnTo>
                <a:lnTo>
                  <a:pt x="1246826" y="39005"/>
                </a:lnTo>
                <a:lnTo>
                  <a:pt x="1246826" y="29408"/>
                </a:lnTo>
                <a:lnTo>
                  <a:pt x="1255874" y="29408"/>
                </a:lnTo>
                <a:lnTo>
                  <a:pt x="1255874" y="11379"/>
                </a:lnTo>
                <a:lnTo>
                  <a:pt x="1268145" y="3976"/>
                </a:lnTo>
                <a:lnTo>
                  <a:pt x="1268145" y="29408"/>
                </a:lnTo>
                <a:lnTo>
                  <a:pt x="1280552" y="29408"/>
                </a:lnTo>
                <a:lnTo>
                  <a:pt x="1280552" y="39005"/>
                </a:lnTo>
                <a:lnTo>
                  <a:pt x="1268145" y="39005"/>
                </a:lnTo>
                <a:lnTo>
                  <a:pt x="1268145" y="81574"/>
                </a:lnTo>
                <a:cubicBezTo>
                  <a:pt x="1268145" y="85093"/>
                  <a:pt x="1268362" y="87355"/>
                  <a:pt x="1268796" y="88361"/>
                </a:cubicBezTo>
                <a:cubicBezTo>
                  <a:pt x="1269230" y="89366"/>
                  <a:pt x="1269938" y="90166"/>
                  <a:pt x="1270921" y="90760"/>
                </a:cubicBezTo>
                <a:cubicBezTo>
                  <a:pt x="1271903" y="91354"/>
                  <a:pt x="1273309" y="91651"/>
                  <a:pt x="1275137" y="91651"/>
                </a:cubicBezTo>
                <a:cubicBezTo>
                  <a:pt x="1276508" y="91651"/>
                  <a:pt x="1278313" y="91491"/>
                  <a:pt x="1280552" y="91171"/>
                </a:cubicBezTo>
                <a:close/>
                <a:moveTo>
                  <a:pt x="1291970" y="102208"/>
                </a:moveTo>
                <a:lnTo>
                  <a:pt x="1291970" y="29408"/>
                </a:lnTo>
                <a:lnTo>
                  <a:pt x="1303075" y="29408"/>
                </a:lnTo>
                <a:lnTo>
                  <a:pt x="1303075" y="40444"/>
                </a:lnTo>
                <a:cubicBezTo>
                  <a:pt x="1305908" y="35280"/>
                  <a:pt x="1308525" y="31876"/>
                  <a:pt x="1310924" y="30231"/>
                </a:cubicBezTo>
                <a:cubicBezTo>
                  <a:pt x="1313323" y="28585"/>
                  <a:pt x="1315962" y="27763"/>
                  <a:pt x="1318841" y="27763"/>
                </a:cubicBezTo>
                <a:cubicBezTo>
                  <a:pt x="1323000" y="27763"/>
                  <a:pt x="1327227" y="29088"/>
                  <a:pt x="1331523" y="31739"/>
                </a:cubicBezTo>
                <a:lnTo>
                  <a:pt x="1327273" y="43186"/>
                </a:lnTo>
                <a:cubicBezTo>
                  <a:pt x="1324257" y="41404"/>
                  <a:pt x="1321241" y="40513"/>
                  <a:pt x="1318224" y="40513"/>
                </a:cubicBezTo>
                <a:cubicBezTo>
                  <a:pt x="1315528" y="40513"/>
                  <a:pt x="1313106" y="41324"/>
                  <a:pt x="1310958" y="42947"/>
                </a:cubicBezTo>
                <a:cubicBezTo>
                  <a:pt x="1308810" y="44569"/>
                  <a:pt x="1307279" y="46820"/>
                  <a:pt x="1306365" y="49699"/>
                </a:cubicBezTo>
                <a:cubicBezTo>
                  <a:pt x="1304994" y="54086"/>
                  <a:pt x="1304309" y="58884"/>
                  <a:pt x="1304309" y="64094"/>
                </a:cubicBezTo>
                <a:lnTo>
                  <a:pt x="1304309" y="102208"/>
                </a:lnTo>
                <a:lnTo>
                  <a:pt x="1291970" y="102208"/>
                </a:lnTo>
                <a:close/>
                <a:moveTo>
                  <a:pt x="1337915" y="130245"/>
                </a:moveTo>
                <a:lnTo>
                  <a:pt x="1336544" y="118660"/>
                </a:lnTo>
                <a:cubicBezTo>
                  <a:pt x="1339241" y="119391"/>
                  <a:pt x="1341594" y="119757"/>
                  <a:pt x="1343605" y="119757"/>
                </a:cubicBezTo>
                <a:cubicBezTo>
                  <a:pt x="1346347" y="119757"/>
                  <a:pt x="1348541" y="119300"/>
                  <a:pt x="1350186" y="118386"/>
                </a:cubicBezTo>
                <a:cubicBezTo>
                  <a:pt x="1351831" y="117472"/>
                  <a:pt x="1353179" y="116192"/>
                  <a:pt x="1354230" y="114547"/>
                </a:cubicBezTo>
                <a:cubicBezTo>
                  <a:pt x="1355007" y="113313"/>
                  <a:pt x="1356264" y="110251"/>
                  <a:pt x="1358001" y="105361"/>
                </a:cubicBezTo>
                <a:cubicBezTo>
                  <a:pt x="1358229" y="104676"/>
                  <a:pt x="1358595" y="103670"/>
                  <a:pt x="1359097" y="102345"/>
                </a:cubicBezTo>
                <a:lnTo>
                  <a:pt x="1331472" y="29408"/>
                </a:lnTo>
                <a:lnTo>
                  <a:pt x="1344770" y="29408"/>
                </a:lnTo>
                <a:lnTo>
                  <a:pt x="1359920" y="71566"/>
                </a:lnTo>
                <a:cubicBezTo>
                  <a:pt x="1361885" y="76913"/>
                  <a:pt x="1363645" y="82534"/>
                  <a:pt x="1365198" y="88429"/>
                </a:cubicBezTo>
                <a:cubicBezTo>
                  <a:pt x="1366615" y="82763"/>
                  <a:pt x="1368306" y="77233"/>
                  <a:pt x="1370271" y="71840"/>
                </a:cubicBezTo>
                <a:lnTo>
                  <a:pt x="1385832" y="29408"/>
                </a:lnTo>
                <a:lnTo>
                  <a:pt x="1398171" y="29408"/>
                </a:lnTo>
                <a:lnTo>
                  <a:pt x="1370477" y="103442"/>
                </a:lnTo>
                <a:cubicBezTo>
                  <a:pt x="1367506" y="111439"/>
                  <a:pt x="1365198" y="116946"/>
                  <a:pt x="1363553" y="119962"/>
                </a:cubicBezTo>
                <a:cubicBezTo>
                  <a:pt x="1361360" y="124030"/>
                  <a:pt x="1358846" y="127012"/>
                  <a:pt x="1356013" y="128908"/>
                </a:cubicBezTo>
                <a:cubicBezTo>
                  <a:pt x="1353179" y="130805"/>
                  <a:pt x="1349797" y="131753"/>
                  <a:pt x="1345867" y="131753"/>
                </a:cubicBezTo>
                <a:cubicBezTo>
                  <a:pt x="1343491" y="131753"/>
                  <a:pt x="1340840" y="131250"/>
                  <a:pt x="1337915" y="130245"/>
                </a:cubicBezTo>
                <a:close/>
                <a:moveTo>
                  <a:pt x="1408475" y="15904"/>
                </a:moveTo>
                <a:lnTo>
                  <a:pt x="1408475" y="1714"/>
                </a:lnTo>
                <a:lnTo>
                  <a:pt x="1420814" y="1714"/>
                </a:lnTo>
                <a:lnTo>
                  <a:pt x="1420814" y="15904"/>
                </a:lnTo>
                <a:lnTo>
                  <a:pt x="1408475" y="15904"/>
                </a:lnTo>
                <a:moveTo>
                  <a:pt x="1408475" y="102208"/>
                </a:moveTo>
                <a:lnTo>
                  <a:pt x="1408475" y="29408"/>
                </a:lnTo>
                <a:lnTo>
                  <a:pt x="1420814" y="29408"/>
                </a:lnTo>
                <a:lnTo>
                  <a:pt x="1420814" y="102208"/>
                </a:lnTo>
                <a:lnTo>
                  <a:pt x="1408475" y="102208"/>
                </a:lnTo>
                <a:close/>
                <a:moveTo>
                  <a:pt x="1439882" y="102208"/>
                </a:moveTo>
                <a:lnTo>
                  <a:pt x="1439882" y="29408"/>
                </a:lnTo>
                <a:lnTo>
                  <a:pt x="1450987" y="29408"/>
                </a:lnTo>
                <a:lnTo>
                  <a:pt x="1450987" y="39759"/>
                </a:lnTo>
                <a:cubicBezTo>
                  <a:pt x="1456334" y="31761"/>
                  <a:pt x="1464057" y="27763"/>
                  <a:pt x="1474157" y="27763"/>
                </a:cubicBezTo>
                <a:cubicBezTo>
                  <a:pt x="1478544" y="27763"/>
                  <a:pt x="1482577" y="28551"/>
                  <a:pt x="1486256" y="30128"/>
                </a:cubicBezTo>
                <a:cubicBezTo>
                  <a:pt x="1489935" y="31704"/>
                  <a:pt x="1492688" y="33772"/>
                  <a:pt x="1494516" y="36331"/>
                </a:cubicBezTo>
                <a:cubicBezTo>
                  <a:pt x="1496344" y="38891"/>
                  <a:pt x="1497624" y="41930"/>
                  <a:pt x="1498355" y="45449"/>
                </a:cubicBezTo>
                <a:cubicBezTo>
                  <a:pt x="1498812" y="47734"/>
                  <a:pt x="1499040" y="51732"/>
                  <a:pt x="1499040" y="57445"/>
                </a:cubicBezTo>
                <a:lnTo>
                  <a:pt x="1499040" y="102208"/>
                </a:lnTo>
                <a:lnTo>
                  <a:pt x="1486701" y="102208"/>
                </a:lnTo>
                <a:lnTo>
                  <a:pt x="1486701" y="57925"/>
                </a:lnTo>
                <a:cubicBezTo>
                  <a:pt x="1486701" y="52898"/>
                  <a:pt x="1486221" y="49139"/>
                  <a:pt x="1485262" y="46648"/>
                </a:cubicBezTo>
                <a:cubicBezTo>
                  <a:pt x="1484302" y="44158"/>
                  <a:pt x="1482600" y="42170"/>
                  <a:pt x="1480155" y="40684"/>
                </a:cubicBezTo>
                <a:cubicBezTo>
                  <a:pt x="1477710" y="39199"/>
                  <a:pt x="1474842" y="38457"/>
                  <a:pt x="1471552" y="38457"/>
                </a:cubicBezTo>
                <a:cubicBezTo>
                  <a:pt x="1466296" y="38457"/>
                  <a:pt x="1461761" y="40125"/>
                  <a:pt x="1457945" y="43461"/>
                </a:cubicBezTo>
                <a:cubicBezTo>
                  <a:pt x="1454129" y="46797"/>
                  <a:pt x="1452221" y="53126"/>
                  <a:pt x="1452221" y="62449"/>
                </a:cubicBezTo>
                <a:lnTo>
                  <a:pt x="1452221" y="102208"/>
                </a:lnTo>
                <a:lnTo>
                  <a:pt x="1439882" y="102208"/>
                </a:lnTo>
                <a:close/>
                <a:moveTo>
                  <a:pt x="1515424" y="108240"/>
                </a:moveTo>
                <a:lnTo>
                  <a:pt x="1527420" y="110023"/>
                </a:lnTo>
                <a:cubicBezTo>
                  <a:pt x="1527923" y="113724"/>
                  <a:pt x="1529317" y="116421"/>
                  <a:pt x="1531602" y="118112"/>
                </a:cubicBezTo>
                <a:cubicBezTo>
                  <a:pt x="1534664" y="120397"/>
                  <a:pt x="1538845" y="121539"/>
                  <a:pt x="1544146" y="121539"/>
                </a:cubicBezTo>
                <a:cubicBezTo>
                  <a:pt x="1549859" y="121539"/>
                  <a:pt x="1554269" y="120397"/>
                  <a:pt x="1557376" y="118112"/>
                </a:cubicBezTo>
                <a:cubicBezTo>
                  <a:pt x="1560484" y="115827"/>
                  <a:pt x="1562586" y="112628"/>
                  <a:pt x="1563683" y="108515"/>
                </a:cubicBezTo>
                <a:cubicBezTo>
                  <a:pt x="1564323" y="106001"/>
                  <a:pt x="1564620" y="100723"/>
                  <a:pt x="1564574" y="92680"/>
                </a:cubicBezTo>
                <a:cubicBezTo>
                  <a:pt x="1559182" y="99032"/>
                  <a:pt x="1552464" y="102208"/>
                  <a:pt x="1544420" y="102208"/>
                </a:cubicBezTo>
                <a:cubicBezTo>
                  <a:pt x="1534412" y="102208"/>
                  <a:pt x="1526666" y="98598"/>
                  <a:pt x="1521182" y="91377"/>
                </a:cubicBezTo>
                <a:cubicBezTo>
                  <a:pt x="1515698" y="84156"/>
                  <a:pt x="1512956" y="75496"/>
                  <a:pt x="1512956" y="65397"/>
                </a:cubicBezTo>
                <a:cubicBezTo>
                  <a:pt x="1512956" y="58450"/>
                  <a:pt x="1514213" y="52041"/>
                  <a:pt x="1516726" y="46168"/>
                </a:cubicBezTo>
                <a:cubicBezTo>
                  <a:pt x="1519240" y="40296"/>
                  <a:pt x="1522884" y="35760"/>
                  <a:pt x="1527660" y="32561"/>
                </a:cubicBezTo>
                <a:cubicBezTo>
                  <a:pt x="1532436" y="29362"/>
                  <a:pt x="1538045" y="27763"/>
                  <a:pt x="1544489" y="27763"/>
                </a:cubicBezTo>
                <a:cubicBezTo>
                  <a:pt x="1553081" y="27763"/>
                  <a:pt x="1560164" y="31236"/>
                  <a:pt x="1565740" y="38182"/>
                </a:cubicBezTo>
                <a:lnTo>
                  <a:pt x="1565740" y="29408"/>
                </a:lnTo>
                <a:lnTo>
                  <a:pt x="1577119" y="29408"/>
                </a:lnTo>
                <a:lnTo>
                  <a:pt x="1577119" y="92337"/>
                </a:lnTo>
                <a:cubicBezTo>
                  <a:pt x="1577119" y="103670"/>
                  <a:pt x="1575965" y="111702"/>
                  <a:pt x="1573657" y="116432"/>
                </a:cubicBezTo>
                <a:cubicBezTo>
                  <a:pt x="1571349" y="121162"/>
                  <a:pt x="1567693" y="124898"/>
                  <a:pt x="1562689" y="127640"/>
                </a:cubicBezTo>
                <a:cubicBezTo>
                  <a:pt x="1557685" y="130382"/>
                  <a:pt x="1551527" y="131753"/>
                  <a:pt x="1544215" y="131753"/>
                </a:cubicBezTo>
                <a:cubicBezTo>
                  <a:pt x="1535532" y="131753"/>
                  <a:pt x="1528517" y="129799"/>
                  <a:pt x="1523170" y="125892"/>
                </a:cubicBezTo>
                <a:cubicBezTo>
                  <a:pt x="1517823" y="121985"/>
                  <a:pt x="1515241" y="116101"/>
                  <a:pt x="1515424" y="108240"/>
                </a:cubicBezTo>
                <a:moveTo>
                  <a:pt x="1525638" y="64505"/>
                </a:moveTo>
                <a:cubicBezTo>
                  <a:pt x="1525638" y="74057"/>
                  <a:pt x="1527534" y="81026"/>
                  <a:pt x="1531327" y="85413"/>
                </a:cubicBezTo>
                <a:cubicBezTo>
                  <a:pt x="1535121" y="89800"/>
                  <a:pt x="1539873" y="91994"/>
                  <a:pt x="1545586" y="91994"/>
                </a:cubicBezTo>
                <a:cubicBezTo>
                  <a:pt x="1551253" y="91994"/>
                  <a:pt x="1556005" y="89812"/>
                  <a:pt x="1559844" y="85447"/>
                </a:cubicBezTo>
                <a:cubicBezTo>
                  <a:pt x="1563683" y="81083"/>
                  <a:pt x="1565602" y="74240"/>
                  <a:pt x="1565602" y="64917"/>
                </a:cubicBezTo>
                <a:cubicBezTo>
                  <a:pt x="1565602" y="56005"/>
                  <a:pt x="1563626" y="49287"/>
                  <a:pt x="1559673" y="44763"/>
                </a:cubicBezTo>
                <a:cubicBezTo>
                  <a:pt x="1555720" y="40239"/>
                  <a:pt x="1550956" y="37977"/>
                  <a:pt x="1545380" y="37977"/>
                </a:cubicBezTo>
                <a:cubicBezTo>
                  <a:pt x="1539896" y="37977"/>
                  <a:pt x="1535235" y="40205"/>
                  <a:pt x="1531396" y="44660"/>
                </a:cubicBezTo>
                <a:cubicBezTo>
                  <a:pt x="1527557" y="49116"/>
                  <a:pt x="1525638" y="55731"/>
                  <a:pt x="1525638" y="64505"/>
                </a:cubicBezTo>
                <a:close/>
                <a:moveTo>
                  <a:pt x="1660925" y="91171"/>
                </a:moveTo>
                <a:lnTo>
                  <a:pt x="1662708" y="102071"/>
                </a:lnTo>
                <a:cubicBezTo>
                  <a:pt x="1659234" y="102802"/>
                  <a:pt x="1656127" y="103168"/>
                  <a:pt x="1653385" y="103168"/>
                </a:cubicBezTo>
                <a:cubicBezTo>
                  <a:pt x="1648906" y="103168"/>
                  <a:pt x="1645433" y="102459"/>
                  <a:pt x="1642965" y="101043"/>
                </a:cubicBezTo>
                <a:cubicBezTo>
                  <a:pt x="1640497" y="99626"/>
                  <a:pt x="1638761" y="97764"/>
                  <a:pt x="1637755" y="95456"/>
                </a:cubicBezTo>
                <a:cubicBezTo>
                  <a:pt x="1636750" y="93148"/>
                  <a:pt x="1636247" y="88292"/>
                  <a:pt x="1636247" y="80889"/>
                </a:cubicBezTo>
                <a:lnTo>
                  <a:pt x="1636247" y="39005"/>
                </a:lnTo>
                <a:lnTo>
                  <a:pt x="1627199" y="39005"/>
                </a:lnTo>
                <a:lnTo>
                  <a:pt x="1627199" y="29408"/>
                </a:lnTo>
                <a:lnTo>
                  <a:pt x="1636247" y="29408"/>
                </a:lnTo>
                <a:lnTo>
                  <a:pt x="1636247" y="11379"/>
                </a:lnTo>
                <a:lnTo>
                  <a:pt x="1648518" y="3976"/>
                </a:lnTo>
                <a:lnTo>
                  <a:pt x="1648518" y="29408"/>
                </a:lnTo>
                <a:lnTo>
                  <a:pt x="1660925" y="29408"/>
                </a:lnTo>
                <a:lnTo>
                  <a:pt x="1660925" y="39005"/>
                </a:lnTo>
                <a:lnTo>
                  <a:pt x="1648518" y="39005"/>
                </a:lnTo>
                <a:lnTo>
                  <a:pt x="1648518" y="81574"/>
                </a:lnTo>
                <a:cubicBezTo>
                  <a:pt x="1648518" y="85093"/>
                  <a:pt x="1648735" y="87355"/>
                  <a:pt x="1649169" y="88361"/>
                </a:cubicBezTo>
                <a:cubicBezTo>
                  <a:pt x="1649603" y="89366"/>
                  <a:pt x="1650311" y="90166"/>
                  <a:pt x="1651294" y="90760"/>
                </a:cubicBezTo>
                <a:cubicBezTo>
                  <a:pt x="1652277" y="91354"/>
                  <a:pt x="1653682" y="91651"/>
                  <a:pt x="1655510" y="91651"/>
                </a:cubicBezTo>
                <a:cubicBezTo>
                  <a:pt x="1656881" y="91651"/>
                  <a:pt x="1658686" y="91491"/>
                  <a:pt x="1660925" y="91171"/>
                </a:cubicBezTo>
                <a:close/>
                <a:moveTo>
                  <a:pt x="1667887" y="65808"/>
                </a:moveTo>
                <a:cubicBezTo>
                  <a:pt x="1667887" y="52326"/>
                  <a:pt x="1671635" y="42341"/>
                  <a:pt x="1679130" y="35852"/>
                </a:cubicBezTo>
                <a:cubicBezTo>
                  <a:pt x="1685390" y="30459"/>
                  <a:pt x="1693022" y="27763"/>
                  <a:pt x="1702025" y="27763"/>
                </a:cubicBezTo>
                <a:cubicBezTo>
                  <a:pt x="1712034" y="27763"/>
                  <a:pt x="1720214" y="31042"/>
                  <a:pt x="1726566" y="37600"/>
                </a:cubicBezTo>
                <a:cubicBezTo>
                  <a:pt x="1732918" y="44158"/>
                  <a:pt x="1736095" y="53218"/>
                  <a:pt x="1736095" y="64780"/>
                </a:cubicBezTo>
                <a:cubicBezTo>
                  <a:pt x="1736095" y="74148"/>
                  <a:pt x="1734689" y="81517"/>
                  <a:pt x="1731879" y="86887"/>
                </a:cubicBezTo>
                <a:cubicBezTo>
                  <a:pt x="1729068" y="92257"/>
                  <a:pt x="1724978" y="96427"/>
                  <a:pt x="1719608" y="99397"/>
                </a:cubicBezTo>
                <a:cubicBezTo>
                  <a:pt x="1714239" y="102368"/>
                  <a:pt x="1708378" y="103853"/>
                  <a:pt x="1702025" y="103853"/>
                </a:cubicBezTo>
                <a:cubicBezTo>
                  <a:pt x="1691834" y="103853"/>
                  <a:pt x="1683597" y="100586"/>
                  <a:pt x="1677313" y="94051"/>
                </a:cubicBezTo>
                <a:cubicBezTo>
                  <a:pt x="1671029" y="87515"/>
                  <a:pt x="1667887" y="78101"/>
                  <a:pt x="1667887" y="65808"/>
                </a:cubicBezTo>
                <a:moveTo>
                  <a:pt x="1680569" y="65808"/>
                </a:moveTo>
                <a:cubicBezTo>
                  <a:pt x="1680569" y="75131"/>
                  <a:pt x="1682603" y="82111"/>
                  <a:pt x="1686670" y="86750"/>
                </a:cubicBezTo>
                <a:cubicBezTo>
                  <a:pt x="1690737" y="91388"/>
                  <a:pt x="1695856" y="93708"/>
                  <a:pt x="1702025" y="93708"/>
                </a:cubicBezTo>
                <a:cubicBezTo>
                  <a:pt x="1708149" y="93708"/>
                  <a:pt x="1713245" y="91377"/>
                  <a:pt x="1717312" y="86716"/>
                </a:cubicBezTo>
                <a:cubicBezTo>
                  <a:pt x="1721379" y="82054"/>
                  <a:pt x="1723413" y="74948"/>
                  <a:pt x="1723413" y="65397"/>
                </a:cubicBezTo>
                <a:cubicBezTo>
                  <a:pt x="1723413" y="56394"/>
                  <a:pt x="1721368" y="49573"/>
                  <a:pt x="1717278" y="44934"/>
                </a:cubicBezTo>
                <a:cubicBezTo>
                  <a:pt x="1713187" y="40296"/>
                  <a:pt x="1708103" y="37977"/>
                  <a:pt x="1702025" y="37977"/>
                </a:cubicBezTo>
                <a:cubicBezTo>
                  <a:pt x="1695856" y="37977"/>
                  <a:pt x="1690737" y="40285"/>
                  <a:pt x="1686670" y="44900"/>
                </a:cubicBezTo>
                <a:cubicBezTo>
                  <a:pt x="1682603" y="49516"/>
                  <a:pt x="1680569" y="56485"/>
                  <a:pt x="1680569" y="65808"/>
                </a:cubicBezTo>
                <a:close/>
                <a:moveTo>
                  <a:pt x="1786517" y="108240"/>
                </a:moveTo>
                <a:lnTo>
                  <a:pt x="1798514" y="110023"/>
                </a:lnTo>
                <a:cubicBezTo>
                  <a:pt x="1799016" y="113724"/>
                  <a:pt x="1800410" y="116421"/>
                  <a:pt x="1802695" y="118112"/>
                </a:cubicBezTo>
                <a:cubicBezTo>
                  <a:pt x="1805757" y="120397"/>
                  <a:pt x="1809939" y="121539"/>
                  <a:pt x="1815240" y="121539"/>
                </a:cubicBezTo>
                <a:cubicBezTo>
                  <a:pt x="1820952" y="121539"/>
                  <a:pt x="1825362" y="120397"/>
                  <a:pt x="1828470" y="118112"/>
                </a:cubicBezTo>
                <a:cubicBezTo>
                  <a:pt x="1831578" y="115827"/>
                  <a:pt x="1833680" y="112628"/>
                  <a:pt x="1834777" y="108515"/>
                </a:cubicBezTo>
                <a:cubicBezTo>
                  <a:pt x="1835416" y="106001"/>
                  <a:pt x="1835713" y="100723"/>
                  <a:pt x="1835668" y="92680"/>
                </a:cubicBezTo>
                <a:cubicBezTo>
                  <a:pt x="1830275" y="99032"/>
                  <a:pt x="1823557" y="102208"/>
                  <a:pt x="1815514" y="102208"/>
                </a:cubicBezTo>
                <a:cubicBezTo>
                  <a:pt x="1805506" y="102208"/>
                  <a:pt x="1797760" y="98598"/>
                  <a:pt x="1792276" y="91377"/>
                </a:cubicBezTo>
                <a:cubicBezTo>
                  <a:pt x="1786792" y="84156"/>
                  <a:pt x="1784050" y="75496"/>
                  <a:pt x="1784050" y="65397"/>
                </a:cubicBezTo>
                <a:cubicBezTo>
                  <a:pt x="1784050" y="58450"/>
                  <a:pt x="1785306" y="52041"/>
                  <a:pt x="1787820" y="46168"/>
                </a:cubicBezTo>
                <a:cubicBezTo>
                  <a:pt x="1790333" y="40296"/>
                  <a:pt x="1793978" y="35760"/>
                  <a:pt x="1798754" y="32561"/>
                </a:cubicBezTo>
                <a:cubicBezTo>
                  <a:pt x="1803529" y="29362"/>
                  <a:pt x="1809139" y="27763"/>
                  <a:pt x="1815583" y="27763"/>
                </a:cubicBezTo>
                <a:cubicBezTo>
                  <a:pt x="1824174" y="27763"/>
                  <a:pt x="1831258" y="31236"/>
                  <a:pt x="1836833" y="38182"/>
                </a:cubicBezTo>
                <a:lnTo>
                  <a:pt x="1836833" y="29408"/>
                </a:lnTo>
                <a:lnTo>
                  <a:pt x="1848212" y="29408"/>
                </a:lnTo>
                <a:lnTo>
                  <a:pt x="1848212" y="92337"/>
                </a:lnTo>
                <a:cubicBezTo>
                  <a:pt x="1848212" y="103670"/>
                  <a:pt x="1847058" y="111702"/>
                  <a:pt x="1844751" y="116432"/>
                </a:cubicBezTo>
                <a:cubicBezTo>
                  <a:pt x="1842443" y="121162"/>
                  <a:pt x="1838787" y="124898"/>
                  <a:pt x="1833783" y="127640"/>
                </a:cubicBezTo>
                <a:cubicBezTo>
                  <a:pt x="1828778" y="130382"/>
                  <a:pt x="1822620" y="131753"/>
                  <a:pt x="1815308" y="131753"/>
                </a:cubicBezTo>
                <a:cubicBezTo>
                  <a:pt x="1806625" y="131753"/>
                  <a:pt x="1799610" y="129799"/>
                  <a:pt x="1794264" y="125892"/>
                </a:cubicBezTo>
                <a:cubicBezTo>
                  <a:pt x="1788917" y="121985"/>
                  <a:pt x="1786335" y="116101"/>
                  <a:pt x="1786517" y="108240"/>
                </a:cubicBezTo>
                <a:moveTo>
                  <a:pt x="1796731" y="64505"/>
                </a:moveTo>
                <a:cubicBezTo>
                  <a:pt x="1796731" y="74057"/>
                  <a:pt x="1798628" y="81026"/>
                  <a:pt x="1802421" y="85413"/>
                </a:cubicBezTo>
                <a:cubicBezTo>
                  <a:pt x="1806214" y="89800"/>
                  <a:pt x="1810967" y="91994"/>
                  <a:pt x="1816679" y="91994"/>
                </a:cubicBezTo>
                <a:cubicBezTo>
                  <a:pt x="1822346" y="91994"/>
                  <a:pt x="1827099" y="89812"/>
                  <a:pt x="1830938" y="85447"/>
                </a:cubicBezTo>
                <a:cubicBezTo>
                  <a:pt x="1834777" y="81083"/>
                  <a:pt x="1836696" y="74240"/>
                  <a:pt x="1836696" y="64917"/>
                </a:cubicBezTo>
                <a:cubicBezTo>
                  <a:pt x="1836696" y="56005"/>
                  <a:pt x="1834719" y="49287"/>
                  <a:pt x="1830766" y="44763"/>
                </a:cubicBezTo>
                <a:cubicBezTo>
                  <a:pt x="1826813" y="40239"/>
                  <a:pt x="1822049" y="37977"/>
                  <a:pt x="1816474" y="37977"/>
                </a:cubicBezTo>
                <a:cubicBezTo>
                  <a:pt x="1810990" y="37977"/>
                  <a:pt x="1806328" y="40205"/>
                  <a:pt x="1802490" y="44660"/>
                </a:cubicBezTo>
                <a:cubicBezTo>
                  <a:pt x="1798651" y="49116"/>
                  <a:pt x="1796731" y="55731"/>
                  <a:pt x="1796731" y="64505"/>
                </a:cubicBezTo>
                <a:close/>
                <a:moveTo>
                  <a:pt x="1916420" y="78764"/>
                </a:moveTo>
                <a:lnTo>
                  <a:pt x="1929170" y="80341"/>
                </a:lnTo>
                <a:cubicBezTo>
                  <a:pt x="1927159" y="87790"/>
                  <a:pt x="1923435" y="93571"/>
                  <a:pt x="1917996" y="97684"/>
                </a:cubicBezTo>
                <a:cubicBezTo>
                  <a:pt x="1912558" y="101797"/>
                  <a:pt x="1905612" y="103853"/>
                  <a:pt x="1897157" y="103853"/>
                </a:cubicBezTo>
                <a:cubicBezTo>
                  <a:pt x="1886509" y="103853"/>
                  <a:pt x="1878066" y="100574"/>
                  <a:pt x="1871828" y="94016"/>
                </a:cubicBezTo>
                <a:cubicBezTo>
                  <a:pt x="1865590" y="87458"/>
                  <a:pt x="1862471" y="78261"/>
                  <a:pt x="1862471" y="66425"/>
                </a:cubicBezTo>
                <a:cubicBezTo>
                  <a:pt x="1862471" y="54177"/>
                  <a:pt x="1865624" y="44672"/>
                  <a:pt x="1871931" y="37908"/>
                </a:cubicBezTo>
                <a:cubicBezTo>
                  <a:pt x="1878237" y="31145"/>
                  <a:pt x="1886418" y="27763"/>
                  <a:pt x="1896472" y="27763"/>
                </a:cubicBezTo>
                <a:cubicBezTo>
                  <a:pt x="1906206" y="27763"/>
                  <a:pt x="1914158" y="31076"/>
                  <a:pt x="1920327" y="37702"/>
                </a:cubicBezTo>
                <a:cubicBezTo>
                  <a:pt x="1926497" y="44329"/>
                  <a:pt x="1929581" y="53652"/>
                  <a:pt x="1929581" y="65671"/>
                </a:cubicBezTo>
                <a:cubicBezTo>
                  <a:pt x="1929581" y="66402"/>
                  <a:pt x="1929558" y="67499"/>
                  <a:pt x="1929513" y="68961"/>
                </a:cubicBezTo>
                <a:lnTo>
                  <a:pt x="1875221" y="68961"/>
                </a:lnTo>
                <a:cubicBezTo>
                  <a:pt x="1875678" y="76959"/>
                  <a:pt x="1877940" y="83083"/>
                  <a:pt x="1882008" y="87333"/>
                </a:cubicBezTo>
                <a:cubicBezTo>
                  <a:pt x="1886075" y="91583"/>
                  <a:pt x="1891148" y="93708"/>
                  <a:pt x="1897226" y="93708"/>
                </a:cubicBezTo>
                <a:cubicBezTo>
                  <a:pt x="1901750" y="93708"/>
                  <a:pt x="1905612" y="92520"/>
                  <a:pt x="1908811" y="90143"/>
                </a:cubicBezTo>
                <a:cubicBezTo>
                  <a:pt x="1912010" y="87767"/>
                  <a:pt x="1914546" y="83974"/>
                  <a:pt x="1916420" y="78764"/>
                </a:cubicBezTo>
                <a:moveTo>
                  <a:pt x="1875907" y="58816"/>
                </a:moveTo>
                <a:lnTo>
                  <a:pt x="1916557" y="58816"/>
                </a:lnTo>
                <a:cubicBezTo>
                  <a:pt x="1916008" y="52692"/>
                  <a:pt x="1914455" y="48099"/>
                  <a:pt x="1911895" y="45037"/>
                </a:cubicBezTo>
                <a:cubicBezTo>
                  <a:pt x="1907965" y="40285"/>
                  <a:pt x="1902870" y="37908"/>
                  <a:pt x="1896609" y="37908"/>
                </a:cubicBezTo>
                <a:cubicBezTo>
                  <a:pt x="1890942" y="37908"/>
                  <a:pt x="1886178" y="39805"/>
                  <a:pt x="1882316" y="43598"/>
                </a:cubicBezTo>
                <a:cubicBezTo>
                  <a:pt x="1878454" y="47391"/>
                  <a:pt x="1876318" y="52464"/>
                  <a:pt x="1875907" y="58816"/>
                </a:cubicBezTo>
                <a:close/>
                <a:moveTo>
                  <a:pt x="1971328" y="91171"/>
                </a:moveTo>
                <a:lnTo>
                  <a:pt x="1973111" y="102071"/>
                </a:lnTo>
                <a:cubicBezTo>
                  <a:pt x="1969637" y="102802"/>
                  <a:pt x="1966530" y="103168"/>
                  <a:pt x="1963788" y="103168"/>
                </a:cubicBezTo>
                <a:cubicBezTo>
                  <a:pt x="1959309" y="103168"/>
                  <a:pt x="1955836" y="102459"/>
                  <a:pt x="1953368" y="101043"/>
                </a:cubicBezTo>
                <a:cubicBezTo>
                  <a:pt x="1950900" y="99626"/>
                  <a:pt x="1949164" y="97764"/>
                  <a:pt x="1948158" y="95456"/>
                </a:cubicBezTo>
                <a:cubicBezTo>
                  <a:pt x="1947153" y="93148"/>
                  <a:pt x="1946650" y="88292"/>
                  <a:pt x="1946650" y="80889"/>
                </a:cubicBezTo>
                <a:lnTo>
                  <a:pt x="1946650" y="39005"/>
                </a:lnTo>
                <a:lnTo>
                  <a:pt x="1937602" y="39005"/>
                </a:lnTo>
                <a:lnTo>
                  <a:pt x="1937602" y="29408"/>
                </a:lnTo>
                <a:lnTo>
                  <a:pt x="1946650" y="29408"/>
                </a:lnTo>
                <a:lnTo>
                  <a:pt x="1946650" y="11379"/>
                </a:lnTo>
                <a:lnTo>
                  <a:pt x="1958921" y="3976"/>
                </a:lnTo>
                <a:lnTo>
                  <a:pt x="1958921" y="29408"/>
                </a:lnTo>
                <a:lnTo>
                  <a:pt x="1971328" y="29408"/>
                </a:lnTo>
                <a:lnTo>
                  <a:pt x="1971328" y="39005"/>
                </a:lnTo>
                <a:lnTo>
                  <a:pt x="1958921" y="39005"/>
                </a:lnTo>
                <a:lnTo>
                  <a:pt x="1958921" y="81574"/>
                </a:lnTo>
                <a:cubicBezTo>
                  <a:pt x="1958921" y="85093"/>
                  <a:pt x="1959138" y="87355"/>
                  <a:pt x="1959572" y="88361"/>
                </a:cubicBezTo>
                <a:cubicBezTo>
                  <a:pt x="1960006" y="89366"/>
                  <a:pt x="1960715" y="90166"/>
                  <a:pt x="1961697" y="90760"/>
                </a:cubicBezTo>
                <a:cubicBezTo>
                  <a:pt x="1962680" y="91354"/>
                  <a:pt x="1964085" y="91651"/>
                  <a:pt x="1965913" y="91651"/>
                </a:cubicBezTo>
                <a:cubicBezTo>
                  <a:pt x="1967284" y="91651"/>
                  <a:pt x="1969089" y="91491"/>
                  <a:pt x="1971328" y="91171"/>
                </a:cubicBezTo>
                <a:close/>
                <a:moveTo>
                  <a:pt x="2068883" y="93228"/>
                </a:moveTo>
                <a:cubicBezTo>
                  <a:pt x="2064313" y="97112"/>
                  <a:pt x="2059915" y="99854"/>
                  <a:pt x="2055688" y="101454"/>
                </a:cubicBezTo>
                <a:cubicBezTo>
                  <a:pt x="2051460" y="103053"/>
                  <a:pt x="2046925" y="103853"/>
                  <a:pt x="2042080" y="103853"/>
                </a:cubicBezTo>
                <a:cubicBezTo>
                  <a:pt x="2034083" y="103853"/>
                  <a:pt x="2027936" y="101899"/>
                  <a:pt x="2023641" y="97992"/>
                </a:cubicBezTo>
                <a:cubicBezTo>
                  <a:pt x="2019345" y="94085"/>
                  <a:pt x="2017197" y="89092"/>
                  <a:pt x="2017197" y="83014"/>
                </a:cubicBezTo>
                <a:cubicBezTo>
                  <a:pt x="2017197" y="79449"/>
                  <a:pt x="2018008" y="76193"/>
                  <a:pt x="2019630" y="73246"/>
                </a:cubicBezTo>
                <a:cubicBezTo>
                  <a:pt x="2021253" y="70298"/>
                  <a:pt x="2023378" y="67933"/>
                  <a:pt x="2026006" y="66151"/>
                </a:cubicBezTo>
                <a:cubicBezTo>
                  <a:pt x="2028633" y="64368"/>
                  <a:pt x="2031592" y="63020"/>
                  <a:pt x="2034883" y="62106"/>
                </a:cubicBezTo>
                <a:cubicBezTo>
                  <a:pt x="2037305" y="61466"/>
                  <a:pt x="2040961" y="60849"/>
                  <a:pt x="2045851" y="60255"/>
                </a:cubicBezTo>
                <a:cubicBezTo>
                  <a:pt x="2055813" y="59067"/>
                  <a:pt x="2063148" y="57650"/>
                  <a:pt x="2067855" y="56005"/>
                </a:cubicBezTo>
                <a:cubicBezTo>
                  <a:pt x="2067901" y="54314"/>
                  <a:pt x="2067924" y="53240"/>
                  <a:pt x="2067924" y="52783"/>
                </a:cubicBezTo>
                <a:cubicBezTo>
                  <a:pt x="2067924" y="47756"/>
                  <a:pt x="2066758" y="44215"/>
                  <a:pt x="2064428" y="42158"/>
                </a:cubicBezTo>
                <a:cubicBezTo>
                  <a:pt x="2061274" y="39371"/>
                  <a:pt x="2056590" y="37977"/>
                  <a:pt x="2050375" y="37977"/>
                </a:cubicBezTo>
                <a:cubicBezTo>
                  <a:pt x="2044571" y="37977"/>
                  <a:pt x="2040287" y="38993"/>
                  <a:pt x="2037522" y="41027"/>
                </a:cubicBezTo>
                <a:cubicBezTo>
                  <a:pt x="2034757" y="43061"/>
                  <a:pt x="2032712" y="46660"/>
                  <a:pt x="2031387" y="51824"/>
                </a:cubicBezTo>
                <a:lnTo>
                  <a:pt x="2019322" y="50179"/>
                </a:lnTo>
                <a:cubicBezTo>
                  <a:pt x="2020419" y="45014"/>
                  <a:pt x="2022224" y="40844"/>
                  <a:pt x="2024737" y="37668"/>
                </a:cubicBezTo>
                <a:cubicBezTo>
                  <a:pt x="2027251" y="34492"/>
                  <a:pt x="2030884" y="32047"/>
                  <a:pt x="2035637" y="30333"/>
                </a:cubicBezTo>
                <a:cubicBezTo>
                  <a:pt x="2040390" y="28620"/>
                  <a:pt x="2045896" y="27763"/>
                  <a:pt x="2052157" y="27763"/>
                </a:cubicBezTo>
                <a:cubicBezTo>
                  <a:pt x="2058373" y="27763"/>
                  <a:pt x="2063422" y="28494"/>
                  <a:pt x="2067307" y="29956"/>
                </a:cubicBezTo>
                <a:cubicBezTo>
                  <a:pt x="2071191" y="31419"/>
                  <a:pt x="2074048" y="33258"/>
                  <a:pt x="2075876" y="35475"/>
                </a:cubicBezTo>
                <a:cubicBezTo>
                  <a:pt x="2077704" y="37691"/>
                  <a:pt x="2078983" y="40490"/>
                  <a:pt x="2079714" y="43872"/>
                </a:cubicBezTo>
                <a:cubicBezTo>
                  <a:pt x="2080126" y="45974"/>
                  <a:pt x="2080331" y="49767"/>
                  <a:pt x="2080331" y="55251"/>
                </a:cubicBezTo>
                <a:lnTo>
                  <a:pt x="2080331" y="71703"/>
                </a:lnTo>
                <a:cubicBezTo>
                  <a:pt x="2080331" y="83174"/>
                  <a:pt x="2080594" y="90429"/>
                  <a:pt x="2081120" y="93468"/>
                </a:cubicBezTo>
                <a:cubicBezTo>
                  <a:pt x="2081645" y="96507"/>
                  <a:pt x="2082685" y="99420"/>
                  <a:pt x="2084239" y="102208"/>
                </a:cubicBezTo>
                <a:lnTo>
                  <a:pt x="2071351" y="102208"/>
                </a:lnTo>
                <a:cubicBezTo>
                  <a:pt x="2070072" y="99649"/>
                  <a:pt x="2069249" y="96655"/>
                  <a:pt x="2068883" y="93228"/>
                </a:cubicBezTo>
                <a:moveTo>
                  <a:pt x="2067855" y="65671"/>
                </a:moveTo>
                <a:cubicBezTo>
                  <a:pt x="2063377" y="67499"/>
                  <a:pt x="2056659" y="69053"/>
                  <a:pt x="2047702" y="70332"/>
                </a:cubicBezTo>
                <a:cubicBezTo>
                  <a:pt x="2042629" y="71063"/>
                  <a:pt x="2039041" y="71886"/>
                  <a:pt x="2036939" y="72800"/>
                </a:cubicBezTo>
                <a:cubicBezTo>
                  <a:pt x="2034837" y="73714"/>
                  <a:pt x="2033215" y="75051"/>
                  <a:pt x="2032072" y="76810"/>
                </a:cubicBezTo>
                <a:cubicBezTo>
                  <a:pt x="2030930" y="78570"/>
                  <a:pt x="2030358" y="80523"/>
                  <a:pt x="2030358" y="82671"/>
                </a:cubicBezTo>
                <a:cubicBezTo>
                  <a:pt x="2030358" y="85962"/>
                  <a:pt x="2031604" y="88704"/>
                  <a:pt x="2034094" y="90897"/>
                </a:cubicBezTo>
                <a:cubicBezTo>
                  <a:pt x="2036585" y="93091"/>
                  <a:pt x="2040230" y="94188"/>
                  <a:pt x="2045028" y="94188"/>
                </a:cubicBezTo>
                <a:cubicBezTo>
                  <a:pt x="2049781" y="94188"/>
                  <a:pt x="2054008" y="93148"/>
                  <a:pt x="2057710" y="91069"/>
                </a:cubicBezTo>
                <a:cubicBezTo>
                  <a:pt x="2061412" y="88989"/>
                  <a:pt x="2064131" y="86144"/>
                  <a:pt x="2065867" y="82534"/>
                </a:cubicBezTo>
                <a:cubicBezTo>
                  <a:pt x="2067193" y="79746"/>
                  <a:pt x="2067855" y="75633"/>
                  <a:pt x="2067855" y="70195"/>
                </a:cubicBezTo>
                <a:lnTo>
                  <a:pt x="2067855" y="65671"/>
                </a:lnTo>
                <a:close/>
                <a:moveTo>
                  <a:pt x="2099183" y="102208"/>
                </a:moveTo>
                <a:lnTo>
                  <a:pt x="2099183" y="29408"/>
                </a:lnTo>
                <a:lnTo>
                  <a:pt x="2110288" y="29408"/>
                </a:lnTo>
                <a:lnTo>
                  <a:pt x="2110288" y="39759"/>
                </a:lnTo>
                <a:cubicBezTo>
                  <a:pt x="2115635" y="31761"/>
                  <a:pt x="2123358" y="27763"/>
                  <a:pt x="2133458" y="27763"/>
                </a:cubicBezTo>
                <a:cubicBezTo>
                  <a:pt x="2137845" y="27763"/>
                  <a:pt x="2141878" y="28551"/>
                  <a:pt x="2145557" y="30128"/>
                </a:cubicBezTo>
                <a:cubicBezTo>
                  <a:pt x="2149236" y="31704"/>
                  <a:pt x="2151989" y="33772"/>
                  <a:pt x="2153817" y="36331"/>
                </a:cubicBezTo>
                <a:cubicBezTo>
                  <a:pt x="2155645" y="38891"/>
                  <a:pt x="2156925" y="41930"/>
                  <a:pt x="2157656" y="45449"/>
                </a:cubicBezTo>
                <a:cubicBezTo>
                  <a:pt x="2158113" y="47734"/>
                  <a:pt x="2158341" y="51732"/>
                  <a:pt x="2158341" y="57445"/>
                </a:cubicBezTo>
                <a:lnTo>
                  <a:pt x="2158341" y="102208"/>
                </a:lnTo>
                <a:lnTo>
                  <a:pt x="2146002" y="102208"/>
                </a:lnTo>
                <a:lnTo>
                  <a:pt x="2146002" y="57925"/>
                </a:lnTo>
                <a:cubicBezTo>
                  <a:pt x="2146002" y="52898"/>
                  <a:pt x="2145522" y="49139"/>
                  <a:pt x="2144563" y="46648"/>
                </a:cubicBezTo>
                <a:cubicBezTo>
                  <a:pt x="2143603" y="44158"/>
                  <a:pt x="2141901" y="42170"/>
                  <a:pt x="2139456" y="40684"/>
                </a:cubicBezTo>
                <a:cubicBezTo>
                  <a:pt x="2137011" y="39199"/>
                  <a:pt x="2134143" y="38457"/>
                  <a:pt x="2130853" y="38457"/>
                </a:cubicBezTo>
                <a:cubicBezTo>
                  <a:pt x="2125597" y="38457"/>
                  <a:pt x="2121062" y="40125"/>
                  <a:pt x="2117246" y="43461"/>
                </a:cubicBezTo>
                <a:cubicBezTo>
                  <a:pt x="2113430" y="46797"/>
                  <a:pt x="2111522" y="53126"/>
                  <a:pt x="2111522" y="62449"/>
                </a:cubicBezTo>
                <a:lnTo>
                  <a:pt x="2111522" y="102208"/>
                </a:lnTo>
                <a:lnTo>
                  <a:pt x="2099183" y="102208"/>
                </a:lnTo>
                <a:close/>
                <a:moveTo>
                  <a:pt x="2262987" y="93228"/>
                </a:moveTo>
                <a:cubicBezTo>
                  <a:pt x="2258417" y="97112"/>
                  <a:pt x="2254019" y="99854"/>
                  <a:pt x="2249792" y="101454"/>
                </a:cubicBezTo>
                <a:cubicBezTo>
                  <a:pt x="2245564" y="103053"/>
                  <a:pt x="2241029" y="103853"/>
                  <a:pt x="2236184" y="103853"/>
                </a:cubicBezTo>
                <a:cubicBezTo>
                  <a:pt x="2228187" y="103853"/>
                  <a:pt x="2222040" y="101899"/>
                  <a:pt x="2217745" y="97992"/>
                </a:cubicBezTo>
                <a:cubicBezTo>
                  <a:pt x="2213449" y="94085"/>
                  <a:pt x="2211301" y="89092"/>
                  <a:pt x="2211301" y="83014"/>
                </a:cubicBezTo>
                <a:cubicBezTo>
                  <a:pt x="2211301" y="79449"/>
                  <a:pt x="2212112" y="76193"/>
                  <a:pt x="2213734" y="73246"/>
                </a:cubicBezTo>
                <a:cubicBezTo>
                  <a:pt x="2215357" y="70298"/>
                  <a:pt x="2217482" y="67933"/>
                  <a:pt x="2220109" y="66151"/>
                </a:cubicBezTo>
                <a:cubicBezTo>
                  <a:pt x="2222737" y="64368"/>
                  <a:pt x="2225696" y="63020"/>
                  <a:pt x="2228987" y="62106"/>
                </a:cubicBezTo>
                <a:cubicBezTo>
                  <a:pt x="2231409" y="61466"/>
                  <a:pt x="2235065" y="60849"/>
                  <a:pt x="2239955" y="60255"/>
                </a:cubicBezTo>
                <a:cubicBezTo>
                  <a:pt x="2249917" y="59067"/>
                  <a:pt x="2257252" y="57650"/>
                  <a:pt x="2261959" y="56005"/>
                </a:cubicBezTo>
                <a:cubicBezTo>
                  <a:pt x="2262005" y="54314"/>
                  <a:pt x="2262028" y="53240"/>
                  <a:pt x="2262028" y="52783"/>
                </a:cubicBezTo>
                <a:cubicBezTo>
                  <a:pt x="2262028" y="47756"/>
                  <a:pt x="2260862" y="44215"/>
                  <a:pt x="2258532" y="42158"/>
                </a:cubicBezTo>
                <a:cubicBezTo>
                  <a:pt x="2255378" y="39371"/>
                  <a:pt x="2250694" y="37977"/>
                  <a:pt x="2244479" y="37977"/>
                </a:cubicBezTo>
                <a:cubicBezTo>
                  <a:pt x="2238675" y="37977"/>
                  <a:pt x="2234391" y="38993"/>
                  <a:pt x="2231626" y="41027"/>
                </a:cubicBezTo>
                <a:cubicBezTo>
                  <a:pt x="2228861" y="43061"/>
                  <a:pt x="2226816" y="46660"/>
                  <a:pt x="2225491" y="51824"/>
                </a:cubicBezTo>
                <a:lnTo>
                  <a:pt x="2213426" y="50179"/>
                </a:lnTo>
                <a:cubicBezTo>
                  <a:pt x="2214523" y="45014"/>
                  <a:pt x="2216328" y="40844"/>
                  <a:pt x="2218841" y="37668"/>
                </a:cubicBezTo>
                <a:cubicBezTo>
                  <a:pt x="2221355" y="34492"/>
                  <a:pt x="2224988" y="32047"/>
                  <a:pt x="2229741" y="30333"/>
                </a:cubicBezTo>
                <a:cubicBezTo>
                  <a:pt x="2234494" y="28620"/>
                  <a:pt x="2240000" y="27763"/>
                  <a:pt x="2246261" y="27763"/>
                </a:cubicBezTo>
                <a:cubicBezTo>
                  <a:pt x="2252476" y="27763"/>
                  <a:pt x="2257526" y="28494"/>
                  <a:pt x="2261411" y="29956"/>
                </a:cubicBezTo>
                <a:cubicBezTo>
                  <a:pt x="2265295" y="31419"/>
                  <a:pt x="2268152" y="33258"/>
                  <a:pt x="2269980" y="35475"/>
                </a:cubicBezTo>
                <a:cubicBezTo>
                  <a:pt x="2271808" y="37691"/>
                  <a:pt x="2273087" y="40490"/>
                  <a:pt x="2273818" y="43872"/>
                </a:cubicBezTo>
                <a:cubicBezTo>
                  <a:pt x="2274230" y="45974"/>
                  <a:pt x="2274435" y="49767"/>
                  <a:pt x="2274435" y="55251"/>
                </a:cubicBezTo>
                <a:lnTo>
                  <a:pt x="2274435" y="71703"/>
                </a:lnTo>
                <a:cubicBezTo>
                  <a:pt x="2274435" y="83174"/>
                  <a:pt x="2274698" y="90429"/>
                  <a:pt x="2275224" y="93468"/>
                </a:cubicBezTo>
                <a:cubicBezTo>
                  <a:pt x="2275749" y="96507"/>
                  <a:pt x="2276789" y="99420"/>
                  <a:pt x="2278343" y="102208"/>
                </a:cubicBezTo>
                <a:lnTo>
                  <a:pt x="2265455" y="102208"/>
                </a:lnTo>
                <a:cubicBezTo>
                  <a:pt x="2264176" y="99649"/>
                  <a:pt x="2263353" y="96655"/>
                  <a:pt x="2262987" y="93228"/>
                </a:cubicBezTo>
                <a:moveTo>
                  <a:pt x="2261959" y="65671"/>
                </a:moveTo>
                <a:cubicBezTo>
                  <a:pt x="2257481" y="67499"/>
                  <a:pt x="2250763" y="69053"/>
                  <a:pt x="2241806" y="70332"/>
                </a:cubicBezTo>
                <a:cubicBezTo>
                  <a:pt x="2236733" y="71063"/>
                  <a:pt x="2233145" y="71886"/>
                  <a:pt x="2231043" y="72800"/>
                </a:cubicBezTo>
                <a:cubicBezTo>
                  <a:pt x="2228941" y="73714"/>
                  <a:pt x="2227319" y="75051"/>
                  <a:pt x="2226176" y="76810"/>
                </a:cubicBezTo>
                <a:cubicBezTo>
                  <a:pt x="2225034" y="78570"/>
                  <a:pt x="2224462" y="80523"/>
                  <a:pt x="2224462" y="82671"/>
                </a:cubicBezTo>
                <a:cubicBezTo>
                  <a:pt x="2224462" y="85962"/>
                  <a:pt x="2225708" y="88704"/>
                  <a:pt x="2228198" y="90897"/>
                </a:cubicBezTo>
                <a:cubicBezTo>
                  <a:pt x="2230689" y="93091"/>
                  <a:pt x="2234334" y="94188"/>
                  <a:pt x="2239132" y="94188"/>
                </a:cubicBezTo>
                <a:cubicBezTo>
                  <a:pt x="2243885" y="94188"/>
                  <a:pt x="2248112" y="93148"/>
                  <a:pt x="2251814" y="91069"/>
                </a:cubicBezTo>
                <a:cubicBezTo>
                  <a:pt x="2255516" y="88989"/>
                  <a:pt x="2258235" y="86144"/>
                  <a:pt x="2259971" y="82534"/>
                </a:cubicBezTo>
                <a:cubicBezTo>
                  <a:pt x="2261297" y="79746"/>
                  <a:pt x="2261959" y="75633"/>
                  <a:pt x="2261959" y="70195"/>
                </a:cubicBezTo>
                <a:lnTo>
                  <a:pt x="2261959" y="65671"/>
                </a:lnTo>
                <a:close/>
                <a:moveTo>
                  <a:pt x="2293287" y="130108"/>
                </a:moveTo>
                <a:lnTo>
                  <a:pt x="2293287" y="29408"/>
                </a:lnTo>
                <a:lnTo>
                  <a:pt x="2304529" y="29408"/>
                </a:lnTo>
                <a:lnTo>
                  <a:pt x="2304529" y="38868"/>
                </a:lnTo>
                <a:cubicBezTo>
                  <a:pt x="2307179" y="35166"/>
                  <a:pt x="2310173" y="32390"/>
                  <a:pt x="2313509" y="30539"/>
                </a:cubicBezTo>
                <a:cubicBezTo>
                  <a:pt x="2316845" y="28688"/>
                  <a:pt x="2320889" y="27763"/>
                  <a:pt x="2325642" y="27763"/>
                </a:cubicBezTo>
                <a:cubicBezTo>
                  <a:pt x="2331857" y="27763"/>
                  <a:pt x="2337341" y="29362"/>
                  <a:pt x="2342094" y="32561"/>
                </a:cubicBezTo>
                <a:cubicBezTo>
                  <a:pt x="2346847" y="35760"/>
                  <a:pt x="2350434" y="40273"/>
                  <a:pt x="2352857" y="46100"/>
                </a:cubicBezTo>
                <a:cubicBezTo>
                  <a:pt x="2355279" y="51927"/>
                  <a:pt x="2356490" y="58313"/>
                  <a:pt x="2356490" y="65260"/>
                </a:cubicBezTo>
                <a:cubicBezTo>
                  <a:pt x="2356490" y="72709"/>
                  <a:pt x="2355153" y="79415"/>
                  <a:pt x="2352480" y="85379"/>
                </a:cubicBezTo>
                <a:cubicBezTo>
                  <a:pt x="2349806" y="91343"/>
                  <a:pt x="2345922" y="95913"/>
                  <a:pt x="2340826" y="99089"/>
                </a:cubicBezTo>
                <a:cubicBezTo>
                  <a:pt x="2335730" y="102265"/>
                  <a:pt x="2330372" y="103853"/>
                  <a:pt x="2324751" y="103853"/>
                </a:cubicBezTo>
                <a:cubicBezTo>
                  <a:pt x="2320638" y="103853"/>
                  <a:pt x="2316948" y="102985"/>
                  <a:pt x="2313680" y="101248"/>
                </a:cubicBezTo>
                <a:cubicBezTo>
                  <a:pt x="2310413" y="99512"/>
                  <a:pt x="2307728" y="97318"/>
                  <a:pt x="2305626" y="94667"/>
                </a:cubicBezTo>
                <a:lnTo>
                  <a:pt x="2305626" y="130108"/>
                </a:lnTo>
                <a:lnTo>
                  <a:pt x="2293287" y="130108"/>
                </a:lnTo>
                <a:moveTo>
                  <a:pt x="2304460" y="66219"/>
                </a:moveTo>
                <a:cubicBezTo>
                  <a:pt x="2304460" y="75588"/>
                  <a:pt x="2306357" y="82511"/>
                  <a:pt x="2310150" y="86990"/>
                </a:cubicBezTo>
                <a:cubicBezTo>
                  <a:pt x="2313943" y="91468"/>
                  <a:pt x="2318536" y="93708"/>
                  <a:pt x="2323928" y="93708"/>
                </a:cubicBezTo>
                <a:cubicBezTo>
                  <a:pt x="2329412" y="93708"/>
                  <a:pt x="2334108" y="91388"/>
                  <a:pt x="2338015" y="86750"/>
                </a:cubicBezTo>
                <a:cubicBezTo>
                  <a:pt x="2341923" y="82111"/>
                  <a:pt x="2343876" y="74925"/>
                  <a:pt x="2343876" y="65191"/>
                </a:cubicBezTo>
                <a:cubicBezTo>
                  <a:pt x="2343876" y="55914"/>
                  <a:pt x="2341969" y="48967"/>
                  <a:pt x="2338153" y="44352"/>
                </a:cubicBezTo>
                <a:cubicBezTo>
                  <a:pt x="2334337" y="39736"/>
                  <a:pt x="2329778" y="37428"/>
                  <a:pt x="2324477" y="37428"/>
                </a:cubicBezTo>
                <a:cubicBezTo>
                  <a:pt x="2319221" y="37428"/>
                  <a:pt x="2314571" y="39885"/>
                  <a:pt x="2310527" y="44797"/>
                </a:cubicBezTo>
                <a:cubicBezTo>
                  <a:pt x="2306482" y="49710"/>
                  <a:pt x="2304460" y="56851"/>
                  <a:pt x="2304460" y="66219"/>
                </a:cubicBezTo>
                <a:close/>
                <a:moveTo>
                  <a:pt x="2371091" y="130108"/>
                </a:moveTo>
                <a:lnTo>
                  <a:pt x="2371091" y="29408"/>
                </a:lnTo>
                <a:lnTo>
                  <a:pt x="2382333" y="29408"/>
                </a:lnTo>
                <a:lnTo>
                  <a:pt x="2382333" y="38868"/>
                </a:lnTo>
                <a:cubicBezTo>
                  <a:pt x="2384984" y="35166"/>
                  <a:pt x="2387977" y="32390"/>
                  <a:pt x="2391313" y="30539"/>
                </a:cubicBezTo>
                <a:cubicBezTo>
                  <a:pt x="2394649" y="28688"/>
                  <a:pt x="2398694" y="27763"/>
                  <a:pt x="2403446" y="27763"/>
                </a:cubicBezTo>
                <a:cubicBezTo>
                  <a:pt x="2409662" y="27763"/>
                  <a:pt x="2415146" y="29362"/>
                  <a:pt x="2419898" y="32561"/>
                </a:cubicBezTo>
                <a:cubicBezTo>
                  <a:pt x="2424651" y="35760"/>
                  <a:pt x="2428239" y="40273"/>
                  <a:pt x="2430661" y="46100"/>
                </a:cubicBezTo>
                <a:cubicBezTo>
                  <a:pt x="2433083" y="51927"/>
                  <a:pt x="2434294" y="58313"/>
                  <a:pt x="2434294" y="65260"/>
                </a:cubicBezTo>
                <a:cubicBezTo>
                  <a:pt x="2434294" y="72709"/>
                  <a:pt x="2432957" y="79415"/>
                  <a:pt x="2430284" y="85379"/>
                </a:cubicBezTo>
                <a:cubicBezTo>
                  <a:pt x="2427610" y="91343"/>
                  <a:pt x="2423726" y="95913"/>
                  <a:pt x="2418630" y="99089"/>
                </a:cubicBezTo>
                <a:cubicBezTo>
                  <a:pt x="2413535" y="102265"/>
                  <a:pt x="2408176" y="103853"/>
                  <a:pt x="2402555" y="103853"/>
                </a:cubicBezTo>
                <a:cubicBezTo>
                  <a:pt x="2398442" y="103853"/>
                  <a:pt x="2394752" y="102985"/>
                  <a:pt x="2391485" y="101248"/>
                </a:cubicBezTo>
                <a:cubicBezTo>
                  <a:pt x="2388217" y="99512"/>
                  <a:pt x="2385532" y="97318"/>
                  <a:pt x="2383430" y="94667"/>
                </a:cubicBezTo>
                <a:lnTo>
                  <a:pt x="2383430" y="130108"/>
                </a:lnTo>
                <a:lnTo>
                  <a:pt x="2371091" y="130108"/>
                </a:lnTo>
                <a:moveTo>
                  <a:pt x="2382265" y="66219"/>
                </a:moveTo>
                <a:cubicBezTo>
                  <a:pt x="2382265" y="75588"/>
                  <a:pt x="2384161" y="82511"/>
                  <a:pt x="2387954" y="86990"/>
                </a:cubicBezTo>
                <a:cubicBezTo>
                  <a:pt x="2391747" y="91468"/>
                  <a:pt x="2396340" y="93708"/>
                  <a:pt x="2401733" y="93708"/>
                </a:cubicBezTo>
                <a:cubicBezTo>
                  <a:pt x="2407217" y="93708"/>
                  <a:pt x="2411912" y="91388"/>
                  <a:pt x="2415820" y="86750"/>
                </a:cubicBezTo>
                <a:cubicBezTo>
                  <a:pt x="2419727" y="82111"/>
                  <a:pt x="2421681" y="74925"/>
                  <a:pt x="2421681" y="65191"/>
                </a:cubicBezTo>
                <a:cubicBezTo>
                  <a:pt x="2421681" y="55914"/>
                  <a:pt x="2419773" y="48967"/>
                  <a:pt x="2415957" y="44352"/>
                </a:cubicBezTo>
                <a:cubicBezTo>
                  <a:pt x="2412141" y="39736"/>
                  <a:pt x="2407582" y="37428"/>
                  <a:pt x="2402281" y="37428"/>
                </a:cubicBezTo>
                <a:cubicBezTo>
                  <a:pt x="2397026" y="37428"/>
                  <a:pt x="2392376" y="39885"/>
                  <a:pt x="2388331" y="44797"/>
                </a:cubicBezTo>
                <a:cubicBezTo>
                  <a:pt x="2384287" y="49710"/>
                  <a:pt x="2382265" y="56851"/>
                  <a:pt x="2382265" y="66219"/>
                </a:cubicBezTo>
                <a:close/>
                <a:moveTo>
                  <a:pt x="2448621" y="102208"/>
                </a:moveTo>
                <a:lnTo>
                  <a:pt x="2448621" y="1714"/>
                </a:lnTo>
                <a:lnTo>
                  <a:pt x="2460960" y="1714"/>
                </a:lnTo>
                <a:lnTo>
                  <a:pt x="2460960" y="102208"/>
                </a:lnTo>
                <a:lnTo>
                  <a:pt x="2448621" y="102208"/>
                </a:lnTo>
                <a:close/>
                <a:moveTo>
                  <a:pt x="2530207" y="78764"/>
                </a:moveTo>
                <a:lnTo>
                  <a:pt x="2542957" y="80341"/>
                </a:lnTo>
                <a:cubicBezTo>
                  <a:pt x="2540946" y="87790"/>
                  <a:pt x="2537222" y="93571"/>
                  <a:pt x="2531783" y="97684"/>
                </a:cubicBezTo>
                <a:cubicBezTo>
                  <a:pt x="2526345" y="101797"/>
                  <a:pt x="2519399" y="103853"/>
                  <a:pt x="2510944" y="103853"/>
                </a:cubicBezTo>
                <a:cubicBezTo>
                  <a:pt x="2500296" y="103853"/>
                  <a:pt x="2491853" y="100574"/>
                  <a:pt x="2485615" y="94016"/>
                </a:cubicBezTo>
                <a:cubicBezTo>
                  <a:pt x="2479377" y="87458"/>
                  <a:pt x="2476258" y="78261"/>
                  <a:pt x="2476258" y="66425"/>
                </a:cubicBezTo>
                <a:cubicBezTo>
                  <a:pt x="2476258" y="54177"/>
                  <a:pt x="2479411" y="44672"/>
                  <a:pt x="2485718" y="37908"/>
                </a:cubicBezTo>
                <a:cubicBezTo>
                  <a:pt x="2492024" y="31145"/>
                  <a:pt x="2500205" y="27763"/>
                  <a:pt x="2510259" y="27763"/>
                </a:cubicBezTo>
                <a:cubicBezTo>
                  <a:pt x="2519993" y="27763"/>
                  <a:pt x="2527945" y="31076"/>
                  <a:pt x="2534114" y="37702"/>
                </a:cubicBezTo>
                <a:cubicBezTo>
                  <a:pt x="2540284" y="44329"/>
                  <a:pt x="2543368" y="53652"/>
                  <a:pt x="2543368" y="65671"/>
                </a:cubicBezTo>
                <a:cubicBezTo>
                  <a:pt x="2543368" y="66402"/>
                  <a:pt x="2543345" y="67499"/>
                  <a:pt x="2543300" y="68961"/>
                </a:cubicBezTo>
                <a:lnTo>
                  <a:pt x="2489008" y="68961"/>
                </a:lnTo>
                <a:cubicBezTo>
                  <a:pt x="2489465" y="76959"/>
                  <a:pt x="2491727" y="83083"/>
                  <a:pt x="2495795" y="87333"/>
                </a:cubicBezTo>
                <a:cubicBezTo>
                  <a:pt x="2499862" y="91583"/>
                  <a:pt x="2504935" y="93708"/>
                  <a:pt x="2511013" y="93708"/>
                </a:cubicBezTo>
                <a:cubicBezTo>
                  <a:pt x="2515537" y="93708"/>
                  <a:pt x="2519399" y="92520"/>
                  <a:pt x="2522598" y="90143"/>
                </a:cubicBezTo>
                <a:cubicBezTo>
                  <a:pt x="2525797" y="87767"/>
                  <a:pt x="2528333" y="83974"/>
                  <a:pt x="2530207" y="78764"/>
                </a:cubicBezTo>
                <a:moveTo>
                  <a:pt x="2489694" y="58816"/>
                </a:moveTo>
                <a:lnTo>
                  <a:pt x="2530344" y="58816"/>
                </a:lnTo>
                <a:cubicBezTo>
                  <a:pt x="2529795" y="52692"/>
                  <a:pt x="2528242" y="48099"/>
                  <a:pt x="2525682" y="45037"/>
                </a:cubicBezTo>
                <a:cubicBezTo>
                  <a:pt x="2521752" y="40285"/>
                  <a:pt x="2516657" y="37908"/>
                  <a:pt x="2510396" y="37908"/>
                </a:cubicBezTo>
                <a:cubicBezTo>
                  <a:pt x="2504729" y="37908"/>
                  <a:pt x="2499965" y="39805"/>
                  <a:pt x="2496103" y="43598"/>
                </a:cubicBezTo>
                <a:cubicBezTo>
                  <a:pt x="2492241" y="47391"/>
                  <a:pt x="2490105" y="52464"/>
                  <a:pt x="2489694" y="58816"/>
                </a:cubicBezTo>
                <a:close/>
                <a:moveTo>
                  <a:pt x="2561671" y="102208"/>
                </a:moveTo>
                <a:lnTo>
                  <a:pt x="2561671" y="88155"/>
                </a:lnTo>
                <a:lnTo>
                  <a:pt x="2575724" y="88155"/>
                </a:lnTo>
                <a:lnTo>
                  <a:pt x="2575724" y="102208"/>
                </a:lnTo>
                <a:lnTo>
                  <a:pt x="2561671" y="10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e15a723b44ebd"/>
          <a:stretch xmlns:a="http://schemas.openxmlformats.org/drawingml/2006/main"/>
        </p:blipFill>
        <p:spPr>
          <a:xfrm xmlns:a="http://schemas.openxmlformats.org/drawingml/2006/main">
            <a:off x="1909847" y="3599863"/>
            <a:ext cx="1400850" cy="1097087"/>
          </a:xfrm>
          <a:prstGeom xmlns:a="http://schemas.openxmlformats.org/drawingml/2006/main" prst="rect">
            <a:avLst/>
          </a:prstGeom>
        </p:spPr>
      </p:pic>
      <p:pic>
        <p:nvPicPr>
          <p:cNvPr id="3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b1e23eca84dd3"/>
          <a:stretch xmlns:a="http://schemas.openxmlformats.org/drawingml/2006/main"/>
        </p:blipFill>
        <p:spPr>
          <a:xfrm xmlns:a="http://schemas.openxmlformats.org/drawingml/2006/main">
            <a:off x="424802" y="3592186"/>
            <a:ext cx="1441057" cy="11048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6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2026-09-05T18:19:58.0230000Z</dcterms:created>
  <dcterms:modified xsi:type="dcterms:W3CDTF">2026-09-05T18:19:58.0230000Z</dcterms:modified>
</coreProperties>
</file>