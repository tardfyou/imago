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df9b40c214c4f" /><Relationship Type="http://schemas.openxmlformats.org/officeDocument/2006/relationships/extended-properties" Target="/docProps/app.xml" Id="R332362d8aeac49bc" /><Relationship Type="http://schemas.openxmlformats.org/officeDocument/2006/relationships/officeDocument" Target="/ppt/presentation.xml" Id="Re50293bab50f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021a1d07948c0"/>
  </p:sldMasterIdLst>
  <p:notesMasterIdLst>
    <p:notesMasterId xmlns:r="http://schemas.openxmlformats.org/officeDocument/2006/relationships" r:id="Ra08b52ca2de342ca"/>
  </p:notesMasterIdLst>
  <p:sldIdLst>
    <p:sldId xmlns:r="http://schemas.openxmlformats.org/officeDocument/2006/relationships" id="256" r:id="R0641be31a7ff4c3b"/>
  </p:sldIdLst>
  <p:sldSz cx="12658725" cy="8343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fb2a125784007" /><Relationship Type="http://schemas.openxmlformats.org/officeDocument/2006/relationships/slideMaster" Target="/ppt/slideMasters/slideMaster1.xml" Id="R315021a1d07948c0" /><Relationship Type="http://schemas.openxmlformats.org/officeDocument/2006/relationships/notesMaster" Target="/ppt/notesMasters/notesMaster1.xml" Id="Ra08b52ca2de342ca" /><Relationship Type="http://schemas.openxmlformats.org/officeDocument/2006/relationships/presProps" Target="/ppt/presProps.xml" Id="R77319405224f44ca" /><Relationship Type="http://schemas.openxmlformats.org/officeDocument/2006/relationships/tableStyles" Target="/ppt/tableStyles.xml" Id="R6bdf5dedadfc4ee1" /><Relationship Type="http://schemas.openxmlformats.org/officeDocument/2006/relationships/slide" Target="/ppt/slides/slide1.xml" Id="R0641be31a7ff4c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334501079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011c2a43247da" /><Relationship Type="http://schemas.openxmlformats.org/officeDocument/2006/relationships/notesMaster" Target="/ppt/notesMasters/notesMaster1.xml" Id="Rcd1072366ee34ec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素材ID：AI-095</ns1:t>
            </ns1:r>
          </ns1:p>
          <ns1:p>
            <ns1:r>
              <ns1:t>论文：Efficient Rectification of Neuro-Symbolic Reasoning Inconsistencies by Abductive Reflection</ns1:t>
            </ns1:r>
          </ns1:p>
          <ns1:p>
            <ns1:r>
              <ns1:t>会议：AAAI 2025</ns1:t>
            </ns1:r>
          </ns1:p>
          <ns1:p>
            <ns1:r>
              <ns1:t>奖项：Outstanding Paper</ns1:t>
            </ns1:r>
          </ns1:p>
          <ns1:p>
            <ns1:r>
              <ns1:t>图号：Figure 5，PDF第12页</ns1:t>
            </ns1:r>
          </ns1:p>
          <ns1:p>
            <ns1:r>
              <ns1:t>类型：动机示例</ns1:t>
            </ns1:r>
          </ns1:p>
          <ns1:p>
            <ns1:r>
              <ns1:t>借鉴点：同一九宫格按问题、正确解、错误预测、置信度定位和约束定位排列，用着色与圈注解释错误语义。</ns1:t>
            </ns1:r>
          </ns1:p>
          <ns1:p>
            <ns1:r>
              <ns1:t>论文URL：https://arxiv.org/abs/2412.08457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编辑与保真说明：All405digits, fivegrids, cell fills and captions are native. Arial approximates source numeric font. Original red errors and green0 are retained; no Sudoku correction is performed.</ns1:t>
            </ns1:r>
          </ns1:p>
          <ns1:p>
            <ns1:r>
              <ns1:t>复刻方式：Native Sudoku cells, digit text, highlights and annotations;405cell XML readback against frozen transcription.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813cd9b6c4c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b257fdd2d74807" /><Relationship Type="http://schemas.openxmlformats.org/officeDocument/2006/relationships/slideLayout" Target="/ppt/slideLayouts/slideLayout1.xml" Id="R5097a40cf7044e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7a40cf7044e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4ef80caad4a9d" /><Relationship Type="http://schemas.openxmlformats.org/officeDocument/2006/relationships/notesSlide" Target="/ppt/notesSlides/notesSlide1.xml" Id="Rc651979aadd043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3" name="Cell background a-1-1">
            <a:extLst xmlns:a="http://schemas.openxmlformats.org/drawingml/2006/main">
              <a:ext uri="{FF2B5EF4-FFF2-40B4-BE49-F238E27FC236}">
                <a16:creationId xmlns:a16="http://schemas.microsoft.com/office/drawing/2014/main" id="{17723911-987A-479F-9446-6D3EFDD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Cell background a-1-2">
            <a:extLst xmlns:a="http://schemas.openxmlformats.org/drawingml/2006/main">
              <a:ext uri="{FF2B5EF4-FFF2-40B4-BE49-F238E27FC236}">
                <a16:creationId xmlns:a16="http://schemas.microsoft.com/office/drawing/2014/main" id="{7925266C-E75D-47D1-8C79-C21C2974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Cell background a-1-3">
            <a:extLst xmlns:a="http://schemas.openxmlformats.org/drawingml/2006/main">
              <a:ext uri="{FF2B5EF4-FFF2-40B4-BE49-F238E27FC236}">
                <a16:creationId xmlns:a16="http://schemas.microsoft.com/office/drawing/2014/main" id="{EBA71D3D-BE53-483C-9AFA-7BE582DA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Cell background a-1-4">
            <a:extLst xmlns:a="http://schemas.openxmlformats.org/drawingml/2006/main">
              <a:ext uri="{FF2B5EF4-FFF2-40B4-BE49-F238E27FC236}">
                <a16:creationId xmlns:a16="http://schemas.microsoft.com/office/drawing/2014/main" id="{50A4A78F-3D0F-4451-86B6-C6A2CC0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Cell background a-1-5">
            <a:extLst xmlns:a="http://schemas.openxmlformats.org/drawingml/2006/main">
              <a:ext uri="{FF2B5EF4-FFF2-40B4-BE49-F238E27FC236}">
                <a16:creationId xmlns:a16="http://schemas.microsoft.com/office/drawing/2014/main" id="{87D3C365-C471-42D1-83EF-9557FEC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ell background a-1-6">
            <a:extLst xmlns:a="http://schemas.openxmlformats.org/drawingml/2006/main">
              <a:ext uri="{FF2B5EF4-FFF2-40B4-BE49-F238E27FC236}">
                <a16:creationId xmlns:a16="http://schemas.microsoft.com/office/drawing/2014/main" id="{B869DED4-54FB-4DAD-ADA9-CAF29167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Cell background a-1-7">
            <a:extLst xmlns:a="http://schemas.openxmlformats.org/drawingml/2006/main">
              <a:ext uri="{FF2B5EF4-FFF2-40B4-BE49-F238E27FC236}">
                <a16:creationId xmlns:a16="http://schemas.microsoft.com/office/drawing/2014/main" id="{BCC45E23-CBCB-4E44-BD62-5B0E618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Cell background a-1-8">
            <a:extLst xmlns:a="http://schemas.openxmlformats.org/drawingml/2006/main">
              <a:ext uri="{FF2B5EF4-FFF2-40B4-BE49-F238E27FC236}">
                <a16:creationId xmlns:a16="http://schemas.microsoft.com/office/drawing/2014/main" id="{C8AF6476-7C21-4D8B-A398-B86A9736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Cell background a-1-9">
            <a:extLst xmlns:a="http://schemas.openxmlformats.org/drawingml/2006/main">
              <a:ext uri="{FF2B5EF4-FFF2-40B4-BE49-F238E27FC236}">
                <a16:creationId xmlns:a16="http://schemas.microsoft.com/office/drawing/2014/main" id="{81F3202B-86BB-4EC5-B528-A87714F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38069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Cell background a-2-1">
            <a:extLst xmlns:a="http://schemas.openxmlformats.org/drawingml/2006/main">
              <a:ext uri="{FF2B5EF4-FFF2-40B4-BE49-F238E27FC236}">
                <a16:creationId xmlns:a16="http://schemas.microsoft.com/office/drawing/2014/main" id="{4FC9DE6F-29F9-4FD8-A981-9EAB394D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Cell background a-2-2">
            <a:extLst xmlns:a="http://schemas.openxmlformats.org/drawingml/2006/main">
              <a:ext uri="{FF2B5EF4-FFF2-40B4-BE49-F238E27FC236}">
                <a16:creationId xmlns:a16="http://schemas.microsoft.com/office/drawing/2014/main" id="{25BE4081-4911-4C33-B24A-3F3B033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Cell background a-2-3">
            <a:extLst xmlns:a="http://schemas.openxmlformats.org/drawingml/2006/main">
              <a:ext uri="{FF2B5EF4-FFF2-40B4-BE49-F238E27FC236}">
                <a16:creationId xmlns:a16="http://schemas.microsoft.com/office/drawing/2014/main" id="{FE567D15-1CC9-4B67-8B0C-4EB0B62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Cell background a-2-4">
            <a:extLst xmlns:a="http://schemas.openxmlformats.org/drawingml/2006/main">
              <a:ext uri="{FF2B5EF4-FFF2-40B4-BE49-F238E27FC236}">
                <a16:creationId xmlns:a16="http://schemas.microsoft.com/office/drawing/2014/main" id="{BD1AA22A-C8DF-4CE1-B45A-DA33719C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Cell background a-2-5">
            <a:extLst xmlns:a="http://schemas.openxmlformats.org/drawingml/2006/main">
              <a:ext uri="{FF2B5EF4-FFF2-40B4-BE49-F238E27FC236}">
                <a16:creationId xmlns:a16="http://schemas.microsoft.com/office/drawing/2014/main" id="{826845E6-5985-413F-822E-22E8C27C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Cell background a-2-6">
            <a:extLst xmlns:a="http://schemas.openxmlformats.org/drawingml/2006/main">
              <a:ext uri="{FF2B5EF4-FFF2-40B4-BE49-F238E27FC236}">
                <a16:creationId xmlns:a16="http://schemas.microsoft.com/office/drawing/2014/main" id="{0323F78F-90A1-4213-9428-D27D70A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Cell background a-2-7">
            <a:extLst xmlns:a="http://schemas.openxmlformats.org/drawingml/2006/main">
              <a:ext uri="{FF2B5EF4-FFF2-40B4-BE49-F238E27FC236}">
                <a16:creationId xmlns:a16="http://schemas.microsoft.com/office/drawing/2014/main" id="{096F92EF-BEA0-42A7-BFF4-DE519E1A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Cell background a-2-8">
            <a:extLst xmlns:a="http://schemas.openxmlformats.org/drawingml/2006/main">
              <a:ext uri="{FF2B5EF4-FFF2-40B4-BE49-F238E27FC236}">
                <a16:creationId xmlns:a16="http://schemas.microsoft.com/office/drawing/2014/main" id="{8DA424C4-5B51-42CB-9373-3634A58E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Cell background a-2-9">
            <a:extLst xmlns:a="http://schemas.openxmlformats.org/drawingml/2006/main">
              <a:ext uri="{FF2B5EF4-FFF2-40B4-BE49-F238E27FC236}">
                <a16:creationId xmlns:a16="http://schemas.microsoft.com/office/drawing/2014/main" id="{A72B70B0-66FF-4057-8500-95183A8C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585815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Cell background a-3-1">
            <a:extLst xmlns:a="http://schemas.openxmlformats.org/drawingml/2006/main">
              <a:ext uri="{FF2B5EF4-FFF2-40B4-BE49-F238E27FC236}">
                <a16:creationId xmlns:a16="http://schemas.microsoft.com/office/drawing/2014/main" id="{2A29F3CA-BF73-4E76-B624-49AF263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Cell background a-3-2">
            <a:extLst xmlns:a="http://schemas.openxmlformats.org/drawingml/2006/main">
              <a:ext uri="{FF2B5EF4-FFF2-40B4-BE49-F238E27FC236}">
                <a16:creationId xmlns:a16="http://schemas.microsoft.com/office/drawing/2014/main" id="{C8D6C1EB-44FB-4914-BB5B-9DB015AF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Cell background a-3-3">
            <a:extLst xmlns:a="http://schemas.openxmlformats.org/drawingml/2006/main">
              <a:ext uri="{FF2B5EF4-FFF2-40B4-BE49-F238E27FC236}">
                <a16:creationId xmlns:a16="http://schemas.microsoft.com/office/drawing/2014/main" id="{0C92233A-AFF1-416B-90BF-0E9CAC5C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Cell background a-3-4">
            <a:extLst xmlns:a="http://schemas.openxmlformats.org/drawingml/2006/main">
              <a:ext uri="{FF2B5EF4-FFF2-40B4-BE49-F238E27FC236}">
                <a16:creationId xmlns:a16="http://schemas.microsoft.com/office/drawing/2014/main" id="{40732A7E-3CFF-4449-9CB6-90154B9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Cell background a-3-5">
            <a:extLst xmlns:a="http://schemas.openxmlformats.org/drawingml/2006/main">
              <a:ext uri="{FF2B5EF4-FFF2-40B4-BE49-F238E27FC236}">
                <a16:creationId xmlns:a16="http://schemas.microsoft.com/office/drawing/2014/main" id="{8ADF1F3D-245D-40AC-BA09-C28FA3A2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Cell background a-3-6">
            <a:extLst xmlns:a="http://schemas.openxmlformats.org/drawingml/2006/main">
              <a:ext uri="{FF2B5EF4-FFF2-40B4-BE49-F238E27FC236}">
                <a16:creationId xmlns:a16="http://schemas.microsoft.com/office/drawing/2014/main" id="{BA6E4C22-1B10-4E04-B17F-6AB2205E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Cell background a-3-7">
            <a:extLst xmlns:a="http://schemas.openxmlformats.org/drawingml/2006/main">
              <a:ext uri="{FF2B5EF4-FFF2-40B4-BE49-F238E27FC236}">
                <a16:creationId xmlns:a16="http://schemas.microsoft.com/office/drawing/2014/main" id="{D5133B21-8F0F-4E47-A838-0BC9CA02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Cell background a-3-8">
            <a:extLst xmlns:a="http://schemas.openxmlformats.org/drawingml/2006/main">
              <a:ext uri="{FF2B5EF4-FFF2-40B4-BE49-F238E27FC236}">
                <a16:creationId xmlns:a16="http://schemas.microsoft.com/office/drawing/2014/main" id="{87035CBE-0706-49CF-A749-EB54B63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Cell background a-3-9">
            <a:extLst xmlns:a="http://schemas.openxmlformats.org/drawingml/2006/main">
              <a:ext uri="{FF2B5EF4-FFF2-40B4-BE49-F238E27FC236}">
                <a16:creationId xmlns:a16="http://schemas.microsoft.com/office/drawing/2014/main" id="{D0DE2FBE-5B87-4FAD-8F8F-0DE3AB8C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933560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Cell background a-4-1">
            <a:extLst xmlns:a="http://schemas.openxmlformats.org/drawingml/2006/main">
              <a:ext uri="{FF2B5EF4-FFF2-40B4-BE49-F238E27FC236}">
                <a16:creationId xmlns:a16="http://schemas.microsoft.com/office/drawing/2014/main" id="{11FC9DE3-63EB-412D-B3E4-CEBCBB66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Cell background a-4-2">
            <a:extLst xmlns:a="http://schemas.openxmlformats.org/drawingml/2006/main">
              <a:ext uri="{FF2B5EF4-FFF2-40B4-BE49-F238E27FC236}">
                <a16:creationId xmlns:a16="http://schemas.microsoft.com/office/drawing/2014/main" id="{12255831-DFB5-4950-B819-0899F85C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Cell background a-4-3">
            <a:extLst xmlns:a="http://schemas.openxmlformats.org/drawingml/2006/main">
              <a:ext uri="{FF2B5EF4-FFF2-40B4-BE49-F238E27FC236}">
                <a16:creationId xmlns:a16="http://schemas.microsoft.com/office/drawing/2014/main" id="{8D8E799D-2844-4A6B-AEE5-DCBE175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Cell background a-4-4">
            <a:extLst xmlns:a="http://schemas.openxmlformats.org/drawingml/2006/main">
              <a:ext uri="{FF2B5EF4-FFF2-40B4-BE49-F238E27FC236}">
                <a16:creationId xmlns:a16="http://schemas.microsoft.com/office/drawing/2014/main" id="{5A413282-825A-4C57-AFFD-DD79BE1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Cell background a-4-5">
            <a:extLst xmlns:a="http://schemas.openxmlformats.org/drawingml/2006/main">
              <a:ext uri="{FF2B5EF4-FFF2-40B4-BE49-F238E27FC236}">
                <a16:creationId xmlns:a16="http://schemas.microsoft.com/office/drawing/2014/main" id="{F1C048E7-637E-4F1D-8C31-96663BA8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Cell background a-4-6">
            <a:extLst xmlns:a="http://schemas.openxmlformats.org/drawingml/2006/main">
              <a:ext uri="{FF2B5EF4-FFF2-40B4-BE49-F238E27FC236}">
                <a16:creationId xmlns:a16="http://schemas.microsoft.com/office/drawing/2014/main" id="{0E738D07-C893-4271-8843-F4A22289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Cell background a-4-7">
            <a:extLst xmlns:a="http://schemas.openxmlformats.org/drawingml/2006/main">
              <a:ext uri="{FF2B5EF4-FFF2-40B4-BE49-F238E27FC236}">
                <a16:creationId xmlns:a16="http://schemas.microsoft.com/office/drawing/2014/main" id="{EB89E10B-D625-444B-B016-C918F2A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Cell background a-4-8">
            <a:extLst xmlns:a="http://schemas.openxmlformats.org/drawingml/2006/main">
              <a:ext uri="{FF2B5EF4-FFF2-40B4-BE49-F238E27FC236}">
                <a16:creationId xmlns:a16="http://schemas.microsoft.com/office/drawing/2014/main" id="{EF7D45D3-5AB2-447F-A8AB-599E952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Cell background a-4-9">
            <a:extLst xmlns:a="http://schemas.openxmlformats.org/drawingml/2006/main">
              <a:ext uri="{FF2B5EF4-FFF2-40B4-BE49-F238E27FC236}">
                <a16:creationId xmlns:a16="http://schemas.microsoft.com/office/drawing/2014/main" id="{39F88303-D7F6-40B2-BCED-5E7DAFB7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1281305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Cell background a-5-1">
            <a:extLst xmlns:a="http://schemas.openxmlformats.org/drawingml/2006/main">
              <a:ext uri="{FF2B5EF4-FFF2-40B4-BE49-F238E27FC236}">
                <a16:creationId xmlns:a16="http://schemas.microsoft.com/office/drawing/2014/main" id="{3A797617-0A40-4F5E-88B0-E99ED4A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" name="Cell background a-5-2">
            <a:extLst xmlns:a="http://schemas.openxmlformats.org/drawingml/2006/main">
              <a:ext uri="{FF2B5EF4-FFF2-40B4-BE49-F238E27FC236}">
                <a16:creationId xmlns:a16="http://schemas.microsoft.com/office/drawing/2014/main" id="{530D156F-F1FB-4683-A84E-A6A72618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Cell background a-5-3">
            <a:extLst xmlns:a="http://schemas.openxmlformats.org/drawingml/2006/main">
              <a:ext uri="{FF2B5EF4-FFF2-40B4-BE49-F238E27FC236}">
                <a16:creationId xmlns:a16="http://schemas.microsoft.com/office/drawing/2014/main" id="{2BB65F56-4167-4EAB-A26F-5C7E0BB4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Cell background a-5-4">
            <a:extLst xmlns:a="http://schemas.openxmlformats.org/drawingml/2006/main">
              <a:ext uri="{FF2B5EF4-FFF2-40B4-BE49-F238E27FC236}">
                <a16:creationId xmlns:a16="http://schemas.microsoft.com/office/drawing/2014/main" id="{4533E5E6-5FE9-492E-8D4F-0813B76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Cell background a-5-5">
            <a:extLst xmlns:a="http://schemas.openxmlformats.org/drawingml/2006/main">
              <a:ext uri="{FF2B5EF4-FFF2-40B4-BE49-F238E27FC236}">
                <a16:creationId xmlns:a16="http://schemas.microsoft.com/office/drawing/2014/main" id="{4CA5C672-01D0-4FAE-88C7-73375684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Cell background a-5-6">
            <a:extLst xmlns:a="http://schemas.openxmlformats.org/drawingml/2006/main">
              <a:ext uri="{FF2B5EF4-FFF2-40B4-BE49-F238E27FC236}">
                <a16:creationId xmlns:a16="http://schemas.microsoft.com/office/drawing/2014/main" id="{0AF51B9A-33EF-4075-B6C4-71A969A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Cell background a-5-7">
            <a:extLst xmlns:a="http://schemas.openxmlformats.org/drawingml/2006/main">
              <a:ext uri="{FF2B5EF4-FFF2-40B4-BE49-F238E27FC236}">
                <a16:creationId xmlns:a16="http://schemas.microsoft.com/office/drawing/2014/main" id="{E048CA56-1AA5-4621-B1BC-8DB57D19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Cell background a-5-8">
            <a:extLst xmlns:a="http://schemas.openxmlformats.org/drawingml/2006/main">
              <a:ext uri="{FF2B5EF4-FFF2-40B4-BE49-F238E27FC236}">
                <a16:creationId xmlns:a16="http://schemas.microsoft.com/office/drawing/2014/main" id="{2C2340F2-D616-4021-93FE-EBDB4B0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Cell background a-5-9">
            <a:extLst xmlns:a="http://schemas.openxmlformats.org/drawingml/2006/main">
              <a:ext uri="{FF2B5EF4-FFF2-40B4-BE49-F238E27FC236}">
                <a16:creationId xmlns:a16="http://schemas.microsoft.com/office/drawing/2014/main" id="{7286ACDB-172C-4927-973F-8EFDFFA4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163038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6" name="Cell background a-6-1">
            <a:extLst xmlns:a="http://schemas.openxmlformats.org/drawingml/2006/main">
              <a:ext uri="{FF2B5EF4-FFF2-40B4-BE49-F238E27FC236}">
                <a16:creationId xmlns:a16="http://schemas.microsoft.com/office/drawing/2014/main" id="{D2476406-814F-49A6-8F79-0A9548DD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Cell background a-6-2">
            <a:extLst xmlns:a="http://schemas.openxmlformats.org/drawingml/2006/main">
              <a:ext uri="{FF2B5EF4-FFF2-40B4-BE49-F238E27FC236}">
                <a16:creationId xmlns:a16="http://schemas.microsoft.com/office/drawing/2014/main" id="{996742EB-B001-4E46-ABDC-9B10683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Cell background a-6-3">
            <a:extLst xmlns:a="http://schemas.openxmlformats.org/drawingml/2006/main">
              <a:ext uri="{FF2B5EF4-FFF2-40B4-BE49-F238E27FC236}">
                <a16:creationId xmlns:a16="http://schemas.microsoft.com/office/drawing/2014/main" id="{79FE41F1-E120-4FC8-8F5E-E3F92A4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Cell background a-6-4">
            <a:extLst xmlns:a="http://schemas.openxmlformats.org/drawingml/2006/main">
              <a:ext uri="{FF2B5EF4-FFF2-40B4-BE49-F238E27FC236}">
                <a16:creationId xmlns:a16="http://schemas.microsoft.com/office/drawing/2014/main" id="{0A40200B-43E0-40B6-85E0-3B1F928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Cell background a-6-5">
            <a:extLst xmlns:a="http://schemas.openxmlformats.org/drawingml/2006/main">
              <a:ext uri="{FF2B5EF4-FFF2-40B4-BE49-F238E27FC236}">
                <a16:creationId xmlns:a16="http://schemas.microsoft.com/office/drawing/2014/main" id="{47E33AAB-E7C2-44A6-9879-4242175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Cell background a-6-6">
            <a:extLst xmlns:a="http://schemas.openxmlformats.org/drawingml/2006/main">
              <a:ext uri="{FF2B5EF4-FFF2-40B4-BE49-F238E27FC236}">
                <a16:creationId xmlns:a16="http://schemas.microsoft.com/office/drawing/2014/main" id="{71444AA6-BD63-4F83-9074-D53D4BF0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2" name="Cell background a-6-7">
            <a:extLst xmlns:a="http://schemas.openxmlformats.org/drawingml/2006/main">
              <a:ext uri="{FF2B5EF4-FFF2-40B4-BE49-F238E27FC236}">
                <a16:creationId xmlns:a16="http://schemas.microsoft.com/office/drawing/2014/main" id="{DF46B557-27E4-423A-AA45-58785B2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3" name="Cell background a-6-8">
            <a:extLst xmlns:a="http://schemas.openxmlformats.org/drawingml/2006/main">
              <a:ext uri="{FF2B5EF4-FFF2-40B4-BE49-F238E27FC236}">
                <a16:creationId xmlns:a16="http://schemas.microsoft.com/office/drawing/2014/main" id="{04206C22-8AC5-4391-87B9-0419090B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Cell background a-6-9">
            <a:extLst xmlns:a="http://schemas.openxmlformats.org/drawingml/2006/main">
              <a:ext uri="{FF2B5EF4-FFF2-40B4-BE49-F238E27FC236}">
                <a16:creationId xmlns:a16="http://schemas.microsoft.com/office/drawing/2014/main" id="{45732F61-B29F-4892-8380-5ADA23B3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1978133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Cell background a-7-1">
            <a:extLst xmlns:a="http://schemas.openxmlformats.org/drawingml/2006/main">
              <a:ext uri="{FF2B5EF4-FFF2-40B4-BE49-F238E27FC236}">
                <a16:creationId xmlns:a16="http://schemas.microsoft.com/office/drawing/2014/main" id="{7DA890BC-C28A-48AD-B08F-7DCCC54E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" name="Cell background a-7-2">
            <a:extLst xmlns:a="http://schemas.openxmlformats.org/drawingml/2006/main">
              <a:ext uri="{FF2B5EF4-FFF2-40B4-BE49-F238E27FC236}">
                <a16:creationId xmlns:a16="http://schemas.microsoft.com/office/drawing/2014/main" id="{684B41DF-74D1-4292-95B8-05A135D7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Cell background a-7-3">
            <a:extLst xmlns:a="http://schemas.openxmlformats.org/drawingml/2006/main">
              <a:ext uri="{FF2B5EF4-FFF2-40B4-BE49-F238E27FC236}">
                <a16:creationId xmlns:a16="http://schemas.microsoft.com/office/drawing/2014/main" id="{E7E221F2-8F27-4B01-9216-9E9199F6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Cell background a-7-4">
            <a:extLst xmlns:a="http://schemas.openxmlformats.org/drawingml/2006/main">
              <a:ext uri="{FF2B5EF4-FFF2-40B4-BE49-F238E27FC236}">
                <a16:creationId xmlns:a16="http://schemas.microsoft.com/office/drawing/2014/main" id="{AA1A777E-6CC6-479F-9932-18277F2F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Cell background a-7-5">
            <a:extLst xmlns:a="http://schemas.openxmlformats.org/drawingml/2006/main">
              <a:ext uri="{FF2B5EF4-FFF2-40B4-BE49-F238E27FC236}">
                <a16:creationId xmlns:a16="http://schemas.microsoft.com/office/drawing/2014/main" id="{B6A15EB9-EA3C-4B9C-A11B-7644CFAE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Cell background a-7-6">
            <a:extLst xmlns:a="http://schemas.openxmlformats.org/drawingml/2006/main">
              <a:ext uri="{FF2B5EF4-FFF2-40B4-BE49-F238E27FC236}">
                <a16:creationId xmlns:a16="http://schemas.microsoft.com/office/drawing/2014/main" id="{A8B8D69A-B47B-42DC-91E0-5D5C2234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Cell background a-7-7">
            <a:extLst xmlns:a="http://schemas.openxmlformats.org/drawingml/2006/main">
              <a:ext uri="{FF2B5EF4-FFF2-40B4-BE49-F238E27FC236}">
                <a16:creationId xmlns:a16="http://schemas.microsoft.com/office/drawing/2014/main" id="{E0B44DF1-F651-4726-961B-C84367AC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Cell background a-7-8">
            <a:extLst xmlns:a="http://schemas.openxmlformats.org/drawingml/2006/main">
              <a:ext uri="{FF2B5EF4-FFF2-40B4-BE49-F238E27FC236}">
                <a16:creationId xmlns:a16="http://schemas.microsoft.com/office/drawing/2014/main" id="{E8A7AB1B-29ED-4620-AB59-EBD47B3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Cell background a-7-9">
            <a:extLst xmlns:a="http://schemas.openxmlformats.org/drawingml/2006/main">
              <a:ext uri="{FF2B5EF4-FFF2-40B4-BE49-F238E27FC236}">
                <a16:creationId xmlns:a16="http://schemas.microsoft.com/office/drawing/2014/main" id="{39A2B496-326D-4044-A5D2-30F72DC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325878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4" name="Cell background a-8-1">
            <a:extLst xmlns:a="http://schemas.openxmlformats.org/drawingml/2006/main">
              <a:ext uri="{FF2B5EF4-FFF2-40B4-BE49-F238E27FC236}">
                <a16:creationId xmlns:a16="http://schemas.microsoft.com/office/drawing/2014/main" id="{CE609F0B-60F0-445E-BF01-1EEE8E65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5" name="Cell background a-8-2">
            <a:extLst xmlns:a="http://schemas.openxmlformats.org/drawingml/2006/main">
              <a:ext uri="{FF2B5EF4-FFF2-40B4-BE49-F238E27FC236}">
                <a16:creationId xmlns:a16="http://schemas.microsoft.com/office/drawing/2014/main" id="{82D77204-3683-46F9-9AD7-00BBB103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6" name="Cell background a-8-3">
            <a:extLst xmlns:a="http://schemas.openxmlformats.org/drawingml/2006/main">
              <a:ext uri="{FF2B5EF4-FFF2-40B4-BE49-F238E27FC236}">
                <a16:creationId xmlns:a16="http://schemas.microsoft.com/office/drawing/2014/main" id="{3773EA46-2803-498A-86E5-FC9DF123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Cell background a-8-4">
            <a:extLst xmlns:a="http://schemas.openxmlformats.org/drawingml/2006/main">
              <a:ext uri="{FF2B5EF4-FFF2-40B4-BE49-F238E27FC236}">
                <a16:creationId xmlns:a16="http://schemas.microsoft.com/office/drawing/2014/main" id="{C974897D-EFD5-4D51-B910-C70E946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8" name="Cell background a-8-5">
            <a:extLst xmlns:a="http://schemas.openxmlformats.org/drawingml/2006/main">
              <a:ext uri="{FF2B5EF4-FFF2-40B4-BE49-F238E27FC236}">
                <a16:creationId xmlns:a16="http://schemas.microsoft.com/office/drawing/2014/main" id="{00AA6257-2E00-47C3-9873-2DA634A3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Cell background a-8-6">
            <a:extLst xmlns:a="http://schemas.openxmlformats.org/drawingml/2006/main">
              <a:ext uri="{FF2B5EF4-FFF2-40B4-BE49-F238E27FC236}">
                <a16:creationId xmlns:a16="http://schemas.microsoft.com/office/drawing/2014/main" id="{5A61B545-D8C2-4E50-934D-B1814B4A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0" name="Cell background a-8-7">
            <a:extLst xmlns:a="http://schemas.openxmlformats.org/drawingml/2006/main">
              <a:ext uri="{FF2B5EF4-FFF2-40B4-BE49-F238E27FC236}">
                <a16:creationId xmlns:a16="http://schemas.microsoft.com/office/drawing/2014/main" id="{0505F440-AEF1-477A-BB51-F5FB0C92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Cell background a-8-8">
            <a:extLst xmlns:a="http://schemas.openxmlformats.org/drawingml/2006/main">
              <a:ext uri="{FF2B5EF4-FFF2-40B4-BE49-F238E27FC236}">
                <a16:creationId xmlns:a16="http://schemas.microsoft.com/office/drawing/2014/main" id="{F5D445E9-E54B-41EF-9079-7BF2E621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2" name="Cell background a-8-9">
            <a:extLst xmlns:a="http://schemas.openxmlformats.org/drawingml/2006/main">
              <a:ext uri="{FF2B5EF4-FFF2-40B4-BE49-F238E27FC236}">
                <a16:creationId xmlns:a16="http://schemas.microsoft.com/office/drawing/2014/main" id="{7261223C-E8B4-411F-91B4-7B43362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673623"/>
            <a:ext cx="361120" cy="349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Cell background a-9-1">
            <a:extLst xmlns:a="http://schemas.openxmlformats.org/drawingml/2006/main">
              <a:ext uri="{FF2B5EF4-FFF2-40B4-BE49-F238E27FC236}">
                <a16:creationId xmlns:a16="http://schemas.microsoft.com/office/drawing/2014/main" id="{92EA0359-B637-442F-8860-1D29B551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" name="Cell background a-9-2">
            <a:extLst xmlns:a="http://schemas.openxmlformats.org/drawingml/2006/main">
              <a:ext uri="{FF2B5EF4-FFF2-40B4-BE49-F238E27FC236}">
                <a16:creationId xmlns:a16="http://schemas.microsoft.com/office/drawing/2014/main" id="{19C80702-E4C7-412F-94B6-A872ADE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Cell background a-9-3">
            <a:extLst xmlns:a="http://schemas.openxmlformats.org/drawingml/2006/main">
              <a:ext uri="{FF2B5EF4-FFF2-40B4-BE49-F238E27FC236}">
                <a16:creationId xmlns:a16="http://schemas.microsoft.com/office/drawing/2014/main" id="{08EBC3F2-37A2-44D8-AF6E-183AB490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" name="Cell background a-9-4">
            <a:extLst xmlns:a="http://schemas.openxmlformats.org/drawingml/2006/main">
              <a:ext uri="{FF2B5EF4-FFF2-40B4-BE49-F238E27FC236}">
                <a16:creationId xmlns:a16="http://schemas.microsoft.com/office/drawing/2014/main" id="{0190C1D5-0F2A-4043-BDD2-AA512305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" name="Cell background a-9-5">
            <a:extLst xmlns:a="http://schemas.openxmlformats.org/drawingml/2006/main">
              <a:ext uri="{FF2B5EF4-FFF2-40B4-BE49-F238E27FC236}">
                <a16:creationId xmlns:a16="http://schemas.microsoft.com/office/drawing/2014/main" id="{5A3C0D2C-24E6-4AEB-B75E-4AAC953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Cell background a-9-6">
            <a:extLst xmlns:a="http://schemas.openxmlformats.org/drawingml/2006/main">
              <a:ext uri="{FF2B5EF4-FFF2-40B4-BE49-F238E27FC236}">
                <a16:creationId xmlns:a16="http://schemas.microsoft.com/office/drawing/2014/main" id="{BA407E1B-C1E0-4009-9814-1DFB1E1A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Cell background a-9-7">
            <a:extLst xmlns:a="http://schemas.openxmlformats.org/drawingml/2006/main">
              <a:ext uri="{FF2B5EF4-FFF2-40B4-BE49-F238E27FC236}">
                <a16:creationId xmlns:a16="http://schemas.microsoft.com/office/drawing/2014/main" id="{284D1A57-158E-44B6-B4DA-352E2EF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Cell background a-9-8">
            <a:extLst xmlns:a="http://schemas.openxmlformats.org/drawingml/2006/main">
              <a:ext uri="{FF2B5EF4-FFF2-40B4-BE49-F238E27FC236}">
                <a16:creationId xmlns:a16="http://schemas.microsoft.com/office/drawing/2014/main" id="{CB205BB2-6085-48DB-A07A-F90F0C55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" name="Cell background a-9-9">
            <a:extLst xmlns:a="http://schemas.openxmlformats.org/drawingml/2006/main">
              <a:ext uri="{FF2B5EF4-FFF2-40B4-BE49-F238E27FC236}">
                <a16:creationId xmlns:a16="http://schemas.microsoft.com/office/drawing/2014/main" id="{A3369296-5E18-4A0A-AB38-322A508E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3022706"/>
            <a:ext cx="361120" cy="347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2" name="Path 1">
            <a:extLst xmlns:a="http://schemas.openxmlformats.org/drawingml/2006/main">
              <a:ext uri="{FF2B5EF4-FFF2-40B4-BE49-F238E27FC236}">
                <a16:creationId xmlns:a16="http://schemas.microsoft.com/office/drawing/2014/main" id="{8AA25DBD-C740-41CF-9F23-2140D56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3" name="Path 2">
            <a:extLst xmlns:a="http://schemas.openxmlformats.org/drawingml/2006/main">
              <a:ext uri="{FF2B5EF4-FFF2-40B4-BE49-F238E27FC236}">
                <a16:creationId xmlns:a16="http://schemas.microsoft.com/office/drawing/2014/main" id="{9D437945-D07E-4ED5-86C8-F110A4F9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8069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4" name="Path 3">
            <a:extLst xmlns:a="http://schemas.openxmlformats.org/drawingml/2006/main">
              <a:ext uri="{FF2B5EF4-FFF2-40B4-BE49-F238E27FC236}">
                <a16:creationId xmlns:a16="http://schemas.microsoft.com/office/drawing/2014/main" id="{47C77BE7-611E-47C1-9EEA-09846D52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5" name="Path 4">
            <a:extLst xmlns:a="http://schemas.openxmlformats.org/drawingml/2006/main">
              <a:ext uri="{FF2B5EF4-FFF2-40B4-BE49-F238E27FC236}">
                <a16:creationId xmlns:a16="http://schemas.microsoft.com/office/drawing/2014/main" id="{FB48E6EC-7D04-4484-89E2-50A1625B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585815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6" name="Path 5">
            <a:extLst xmlns:a="http://schemas.openxmlformats.org/drawingml/2006/main">
              <a:ext uri="{FF2B5EF4-FFF2-40B4-BE49-F238E27FC236}">
                <a16:creationId xmlns:a16="http://schemas.microsoft.com/office/drawing/2014/main" id="{242E20AF-E0D9-4F87-87D9-46B8148C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7" name="Path 6">
            <a:extLst xmlns:a="http://schemas.openxmlformats.org/drawingml/2006/main">
              <a:ext uri="{FF2B5EF4-FFF2-40B4-BE49-F238E27FC236}">
                <a16:creationId xmlns:a16="http://schemas.microsoft.com/office/drawing/2014/main" id="{6B0F3CFC-F7B7-4053-ABBD-CD3CBD7A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933560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8" name="Path 7">
            <a:extLst xmlns:a="http://schemas.openxmlformats.org/drawingml/2006/main">
              <a:ext uri="{FF2B5EF4-FFF2-40B4-BE49-F238E27FC236}">
                <a16:creationId xmlns:a16="http://schemas.microsoft.com/office/drawing/2014/main" id="{B68F7D31-157F-4792-B379-475330D5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9" name="Path 8">
            <a:extLst xmlns:a="http://schemas.openxmlformats.org/drawingml/2006/main">
              <a:ext uri="{FF2B5EF4-FFF2-40B4-BE49-F238E27FC236}">
                <a16:creationId xmlns:a16="http://schemas.microsoft.com/office/drawing/2014/main" id="{52C7EE1F-4E0D-4C4B-85D7-4D758BF8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281305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90" name="Path 9">
            <a:extLst xmlns:a="http://schemas.openxmlformats.org/drawingml/2006/main">
              <a:ext uri="{FF2B5EF4-FFF2-40B4-BE49-F238E27FC236}">
                <a16:creationId xmlns:a16="http://schemas.microsoft.com/office/drawing/2014/main" id="{80A3A6D6-2A70-4525-AD7A-E54927F2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1" name="Path 10">
            <a:extLst xmlns:a="http://schemas.openxmlformats.org/drawingml/2006/main">
              <a:ext uri="{FF2B5EF4-FFF2-40B4-BE49-F238E27FC236}">
                <a16:creationId xmlns:a16="http://schemas.microsoft.com/office/drawing/2014/main" id="{FCB60FB1-893F-4EE9-87AC-BACC0A1D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630388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2" name="Path 11">
            <a:extLst xmlns:a="http://schemas.openxmlformats.org/drawingml/2006/main">
              <a:ext uri="{FF2B5EF4-FFF2-40B4-BE49-F238E27FC236}">
                <a16:creationId xmlns:a16="http://schemas.microsoft.com/office/drawing/2014/main" id="{6560A69D-B3C4-4879-96DE-3348BE85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3" name="Path 12">
            <a:extLst xmlns:a="http://schemas.openxmlformats.org/drawingml/2006/main">
              <a:ext uri="{FF2B5EF4-FFF2-40B4-BE49-F238E27FC236}">
                <a16:creationId xmlns:a16="http://schemas.microsoft.com/office/drawing/2014/main" id="{7458735E-5CEE-4DE9-9413-F9F2A1D5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978133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4" name="Path 13">
            <a:extLst xmlns:a="http://schemas.openxmlformats.org/drawingml/2006/main">
              <a:ext uri="{FF2B5EF4-FFF2-40B4-BE49-F238E27FC236}">
                <a16:creationId xmlns:a16="http://schemas.microsoft.com/office/drawing/2014/main" id="{088A96AF-1EFC-4A2E-AF97-CD56137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95" name="Path 14">
            <a:extLst xmlns:a="http://schemas.openxmlformats.org/drawingml/2006/main">
              <a:ext uri="{FF2B5EF4-FFF2-40B4-BE49-F238E27FC236}">
                <a16:creationId xmlns:a16="http://schemas.microsoft.com/office/drawing/2014/main" id="{A663723E-2169-408A-B2DE-8AE32C07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25878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96" name="Path 15">
            <a:extLst xmlns:a="http://schemas.openxmlformats.org/drawingml/2006/main">
              <a:ext uri="{FF2B5EF4-FFF2-40B4-BE49-F238E27FC236}">
                <a16:creationId xmlns:a16="http://schemas.microsoft.com/office/drawing/2014/main" id="{AF1C0366-A205-4843-B823-00030E95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7" name="Path 16">
            <a:extLst xmlns:a="http://schemas.openxmlformats.org/drawingml/2006/main">
              <a:ext uri="{FF2B5EF4-FFF2-40B4-BE49-F238E27FC236}">
                <a16:creationId xmlns:a16="http://schemas.microsoft.com/office/drawing/2014/main" id="{DEEDD119-F661-44C7-94F4-A5BC51AD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673623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8" name="Path 17">
            <a:extLst xmlns:a="http://schemas.openxmlformats.org/drawingml/2006/main">
              <a:ext uri="{FF2B5EF4-FFF2-40B4-BE49-F238E27FC236}">
                <a16:creationId xmlns:a16="http://schemas.microsoft.com/office/drawing/2014/main" id="{930C0022-49EC-4DDC-8D60-E326C02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99" name="Path 18">
            <a:extLst xmlns:a="http://schemas.openxmlformats.org/drawingml/2006/main">
              <a:ext uri="{FF2B5EF4-FFF2-40B4-BE49-F238E27FC236}">
                <a16:creationId xmlns:a16="http://schemas.microsoft.com/office/drawing/2014/main" id="{1D022B51-B921-446B-ABFD-390BD293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3022706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100" name="Path 19">
            <a:extLst xmlns:a="http://schemas.openxmlformats.org/drawingml/2006/main">
              <a:ext uri="{FF2B5EF4-FFF2-40B4-BE49-F238E27FC236}">
                <a16:creationId xmlns:a16="http://schemas.microsoft.com/office/drawing/2014/main" id="{E1F8EFD3-D105-4357-A190-C5C80C42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016" y="238069"/>
            <a:ext cx="95" cy="3132382"/>
          </a:xfrm>
          <a:custGeom xmlns:a="http://schemas.openxmlformats.org/drawingml/2006/main">
            <a:pathLst>
              <a:path w="95" h="3132382">
                <a:moveTo>
                  <a:pt x="0" y="0"/>
                </a:moveTo>
                <a:lnTo>
                  <a:pt x="0" y="3132382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101" name="Path 20">
            <a:extLst xmlns:a="http://schemas.openxmlformats.org/drawingml/2006/main">
              <a:ext uri="{FF2B5EF4-FFF2-40B4-BE49-F238E27FC236}">
                <a16:creationId xmlns:a16="http://schemas.microsoft.com/office/drawing/2014/main" id="{C22D8524-06C6-4DA8-9B20-2FE0C331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3370451"/>
            <a:ext cx="3250080" cy="95"/>
          </a:xfrm>
          <a:custGeom xmlns:a="http://schemas.openxmlformats.org/drawingml/2006/main">
            <a:pathLst>
              <a:path w="3250080" h="95">
                <a:moveTo>
                  <a:pt x="0" y="0"/>
                </a:moveTo>
                <a:lnTo>
                  <a:pt x="3250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102" name="Sudoku-a-r01-c01">
            <a:extLst xmlns:a="http://schemas.openxmlformats.org/drawingml/2006/main">
              <a:ext uri="{FF2B5EF4-FFF2-40B4-BE49-F238E27FC236}">
                <a16:creationId xmlns:a16="http://schemas.microsoft.com/office/drawing/2014/main" id="{065CE4A6-A659-47EC-8A54-94AB6C36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3" name="Sudoku-a-r01-c02">
            <a:extLst xmlns:a="http://schemas.openxmlformats.org/drawingml/2006/main">
              <a:ext uri="{FF2B5EF4-FFF2-40B4-BE49-F238E27FC236}">
                <a16:creationId xmlns:a16="http://schemas.microsoft.com/office/drawing/2014/main" id="{D39BA442-5BCC-4E5B-BC01-AAEA674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4" name="Sudoku-a-r01-c03">
            <a:extLst xmlns:a="http://schemas.openxmlformats.org/drawingml/2006/main">
              <a:ext uri="{FF2B5EF4-FFF2-40B4-BE49-F238E27FC236}">
                <a16:creationId xmlns:a16="http://schemas.microsoft.com/office/drawing/2014/main" id="{35B4CC5C-1798-4DFA-9EA3-10AD5EE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5" name="Sudoku-a-r01-c04">
            <a:extLst xmlns:a="http://schemas.openxmlformats.org/drawingml/2006/main">
              <a:ext uri="{FF2B5EF4-FFF2-40B4-BE49-F238E27FC236}">
                <a16:creationId xmlns:a16="http://schemas.microsoft.com/office/drawing/2014/main" id="{811E11AC-4718-4594-82CC-BB1F5F8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6" name="Sudoku-a-r01-c05">
            <a:extLst xmlns:a="http://schemas.openxmlformats.org/drawingml/2006/main">
              <a:ext uri="{FF2B5EF4-FFF2-40B4-BE49-F238E27FC236}">
                <a16:creationId xmlns:a16="http://schemas.microsoft.com/office/drawing/2014/main" id="{8AE78323-5B04-49A2-9789-81665B0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7" name="Sudoku-a-r01-c06">
            <a:extLst xmlns:a="http://schemas.openxmlformats.org/drawingml/2006/main">
              <a:ext uri="{FF2B5EF4-FFF2-40B4-BE49-F238E27FC236}">
                <a16:creationId xmlns:a16="http://schemas.microsoft.com/office/drawing/2014/main" id="{08B30748-18AF-4378-8FB5-551623B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8" name="Sudoku-a-r01-c07">
            <a:extLst xmlns:a="http://schemas.openxmlformats.org/drawingml/2006/main">
              <a:ext uri="{FF2B5EF4-FFF2-40B4-BE49-F238E27FC236}">
                <a16:creationId xmlns:a16="http://schemas.microsoft.com/office/drawing/2014/main" id="{8CC4B0FF-4933-4146-AA13-1E9EBD2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Sudoku-a-r01-c08">
            <a:extLst xmlns:a="http://schemas.openxmlformats.org/drawingml/2006/main">
              <a:ext uri="{FF2B5EF4-FFF2-40B4-BE49-F238E27FC236}">
                <a16:creationId xmlns:a16="http://schemas.microsoft.com/office/drawing/2014/main" id="{2A1371EE-7CF6-4DC3-9050-BE004D01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0" name="Sudoku-a-r01-c09">
            <a:extLst xmlns:a="http://schemas.openxmlformats.org/drawingml/2006/main">
              <a:ext uri="{FF2B5EF4-FFF2-40B4-BE49-F238E27FC236}">
                <a16:creationId xmlns:a16="http://schemas.microsoft.com/office/drawing/2014/main" id="{5A5BC61B-E668-4766-AE8C-E2B9847F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38069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1" name="Sudoku-a-r02-c01">
            <a:extLst xmlns:a="http://schemas.openxmlformats.org/drawingml/2006/main">
              <a:ext uri="{FF2B5EF4-FFF2-40B4-BE49-F238E27FC236}">
                <a16:creationId xmlns:a16="http://schemas.microsoft.com/office/drawing/2014/main" id="{14F110FC-9235-447F-A3B3-2C68C857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2" name="Sudoku-a-r02-c02">
            <a:extLst xmlns:a="http://schemas.openxmlformats.org/drawingml/2006/main">
              <a:ext uri="{FF2B5EF4-FFF2-40B4-BE49-F238E27FC236}">
                <a16:creationId xmlns:a16="http://schemas.microsoft.com/office/drawing/2014/main" id="{0CE35A6F-C78A-42F1-AE48-EDE9D912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3" name="Sudoku-a-r02-c03">
            <a:extLst xmlns:a="http://schemas.openxmlformats.org/drawingml/2006/main">
              <a:ext uri="{FF2B5EF4-FFF2-40B4-BE49-F238E27FC236}">
                <a16:creationId xmlns:a16="http://schemas.microsoft.com/office/drawing/2014/main" id="{7FB86D4A-511B-4D63-87B4-20EB25E4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doku-a-r02-c04">
            <a:extLst xmlns:a="http://schemas.openxmlformats.org/drawingml/2006/main">
              <a:ext uri="{FF2B5EF4-FFF2-40B4-BE49-F238E27FC236}">
                <a16:creationId xmlns:a16="http://schemas.microsoft.com/office/drawing/2014/main" id="{466A4F92-A669-4CA4-99D2-9054C6B6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5" name="Sudoku-a-r02-c05">
            <a:extLst xmlns:a="http://schemas.openxmlformats.org/drawingml/2006/main">
              <a:ext uri="{FF2B5EF4-FFF2-40B4-BE49-F238E27FC236}">
                <a16:creationId xmlns:a16="http://schemas.microsoft.com/office/drawing/2014/main" id="{8E467817-58EC-42DE-807E-E37F9BD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6" name="Sudoku-a-r02-c06">
            <a:extLst xmlns:a="http://schemas.openxmlformats.org/drawingml/2006/main">
              <a:ext uri="{FF2B5EF4-FFF2-40B4-BE49-F238E27FC236}">
                <a16:creationId xmlns:a16="http://schemas.microsoft.com/office/drawing/2014/main" id="{EBB7DB18-95D8-4ADF-B57B-5B9315D6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7" name="Sudoku-a-r02-c07">
            <a:extLst xmlns:a="http://schemas.openxmlformats.org/drawingml/2006/main">
              <a:ext uri="{FF2B5EF4-FFF2-40B4-BE49-F238E27FC236}">
                <a16:creationId xmlns:a16="http://schemas.microsoft.com/office/drawing/2014/main" id="{46F530F9-08C2-4696-9AF3-A69BA62A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8" name="Sudoku-a-r02-c08">
            <a:extLst xmlns:a="http://schemas.openxmlformats.org/drawingml/2006/main">
              <a:ext uri="{FF2B5EF4-FFF2-40B4-BE49-F238E27FC236}">
                <a16:creationId xmlns:a16="http://schemas.microsoft.com/office/drawing/2014/main" id="{13ECC91F-D9F2-4033-8943-6737B93F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9" name="Sudoku-a-r02-c09">
            <a:extLst xmlns:a="http://schemas.openxmlformats.org/drawingml/2006/main">
              <a:ext uri="{FF2B5EF4-FFF2-40B4-BE49-F238E27FC236}">
                <a16:creationId xmlns:a16="http://schemas.microsoft.com/office/drawing/2014/main" id="{2C53185B-D7F9-4EC9-92FD-DC9C5733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585815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0" name="Sudoku-a-r03-c01">
            <a:extLst xmlns:a="http://schemas.openxmlformats.org/drawingml/2006/main">
              <a:ext uri="{FF2B5EF4-FFF2-40B4-BE49-F238E27FC236}">
                <a16:creationId xmlns:a16="http://schemas.microsoft.com/office/drawing/2014/main" id="{200DAE10-13E7-4203-99B3-328D7B83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1" name="Sudoku-a-r03-c02">
            <a:extLst xmlns:a="http://schemas.openxmlformats.org/drawingml/2006/main">
              <a:ext uri="{FF2B5EF4-FFF2-40B4-BE49-F238E27FC236}">
                <a16:creationId xmlns:a16="http://schemas.microsoft.com/office/drawing/2014/main" id="{974543BF-7401-4A4A-A829-4C54FE1C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2" name="Sudoku-a-r03-c03">
            <a:extLst xmlns:a="http://schemas.openxmlformats.org/drawingml/2006/main">
              <a:ext uri="{FF2B5EF4-FFF2-40B4-BE49-F238E27FC236}">
                <a16:creationId xmlns:a16="http://schemas.microsoft.com/office/drawing/2014/main" id="{9C677757-6F25-4463-A64E-98A2FE9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3" name="Sudoku-a-r03-c04">
            <a:extLst xmlns:a="http://schemas.openxmlformats.org/drawingml/2006/main">
              <a:ext uri="{FF2B5EF4-FFF2-40B4-BE49-F238E27FC236}">
                <a16:creationId xmlns:a16="http://schemas.microsoft.com/office/drawing/2014/main" id="{795621BF-7828-4514-B316-D9AC488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4" name="Sudoku-a-r03-c05">
            <a:extLst xmlns:a="http://schemas.openxmlformats.org/drawingml/2006/main">
              <a:ext uri="{FF2B5EF4-FFF2-40B4-BE49-F238E27FC236}">
                <a16:creationId xmlns:a16="http://schemas.microsoft.com/office/drawing/2014/main" id="{B5AA1D3B-88F4-4A4F-ADBC-1AC66D57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5" name="Sudoku-a-r03-c06">
            <a:extLst xmlns:a="http://schemas.openxmlformats.org/drawingml/2006/main">
              <a:ext uri="{FF2B5EF4-FFF2-40B4-BE49-F238E27FC236}">
                <a16:creationId xmlns:a16="http://schemas.microsoft.com/office/drawing/2014/main" id="{782B9EFB-65F4-41EE-89EF-0AA66CB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6" name="Sudoku-a-r03-c07">
            <a:extLst xmlns:a="http://schemas.openxmlformats.org/drawingml/2006/main">
              <a:ext uri="{FF2B5EF4-FFF2-40B4-BE49-F238E27FC236}">
                <a16:creationId xmlns:a16="http://schemas.microsoft.com/office/drawing/2014/main" id="{7C96ACC1-AA02-4EF8-9111-710FF7F9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7" name="Sudoku-a-r03-c08">
            <a:extLst xmlns:a="http://schemas.openxmlformats.org/drawingml/2006/main">
              <a:ext uri="{FF2B5EF4-FFF2-40B4-BE49-F238E27FC236}">
                <a16:creationId xmlns:a16="http://schemas.microsoft.com/office/drawing/2014/main" id="{581424E0-8CF5-4C91-8EB9-DF6362E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8" name="Sudoku-a-r03-c09">
            <a:extLst xmlns:a="http://schemas.openxmlformats.org/drawingml/2006/main">
              <a:ext uri="{FF2B5EF4-FFF2-40B4-BE49-F238E27FC236}">
                <a16:creationId xmlns:a16="http://schemas.microsoft.com/office/drawing/2014/main" id="{3333233F-87D0-45E5-8759-2FDE4D8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933560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9" name="Sudoku-a-r04-c01">
            <a:extLst xmlns:a="http://schemas.openxmlformats.org/drawingml/2006/main">
              <a:ext uri="{FF2B5EF4-FFF2-40B4-BE49-F238E27FC236}">
                <a16:creationId xmlns:a16="http://schemas.microsoft.com/office/drawing/2014/main" id="{EFA8A3ED-FD9A-448A-891E-35C35AC5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doku-a-r04-c02">
            <a:extLst xmlns:a="http://schemas.openxmlformats.org/drawingml/2006/main">
              <a:ext uri="{FF2B5EF4-FFF2-40B4-BE49-F238E27FC236}">
                <a16:creationId xmlns:a16="http://schemas.microsoft.com/office/drawing/2014/main" id="{918F0EF5-305A-49E9-9354-FF16341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1" name="Sudoku-a-r04-c03">
            <a:extLst xmlns:a="http://schemas.openxmlformats.org/drawingml/2006/main">
              <a:ext uri="{FF2B5EF4-FFF2-40B4-BE49-F238E27FC236}">
                <a16:creationId xmlns:a16="http://schemas.microsoft.com/office/drawing/2014/main" id="{CB463608-8F47-4B1B-B466-0A138BFC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2" name="Sudoku-a-r04-c04">
            <a:extLst xmlns:a="http://schemas.openxmlformats.org/drawingml/2006/main">
              <a:ext uri="{FF2B5EF4-FFF2-40B4-BE49-F238E27FC236}">
                <a16:creationId xmlns:a16="http://schemas.microsoft.com/office/drawing/2014/main" id="{96ECADF6-238A-49CB-A739-12CF27F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3" name="Sudoku-a-r04-c05">
            <a:extLst xmlns:a="http://schemas.openxmlformats.org/drawingml/2006/main">
              <a:ext uri="{FF2B5EF4-FFF2-40B4-BE49-F238E27FC236}">
                <a16:creationId xmlns:a16="http://schemas.microsoft.com/office/drawing/2014/main" id="{4CEC394F-AA19-48CB-B2B3-A7A0099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4" name="Sudoku-a-r04-c06">
            <a:extLst xmlns:a="http://schemas.openxmlformats.org/drawingml/2006/main">
              <a:ext uri="{FF2B5EF4-FFF2-40B4-BE49-F238E27FC236}">
                <a16:creationId xmlns:a16="http://schemas.microsoft.com/office/drawing/2014/main" id="{C2A1999C-EA18-4A02-A017-8897195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5" name="Sudoku-a-r04-c07">
            <a:extLst xmlns:a="http://schemas.openxmlformats.org/drawingml/2006/main">
              <a:ext uri="{FF2B5EF4-FFF2-40B4-BE49-F238E27FC236}">
                <a16:creationId xmlns:a16="http://schemas.microsoft.com/office/drawing/2014/main" id="{D24E03D1-81F1-4C82-9039-0BFF1910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6" name="Sudoku-a-r04-c08">
            <a:extLst xmlns:a="http://schemas.openxmlformats.org/drawingml/2006/main">
              <a:ext uri="{FF2B5EF4-FFF2-40B4-BE49-F238E27FC236}">
                <a16:creationId xmlns:a16="http://schemas.microsoft.com/office/drawing/2014/main" id="{FC89B268-8EB2-4158-BE1F-C564D31B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7" name="Sudoku-a-r04-c09">
            <a:extLst xmlns:a="http://schemas.openxmlformats.org/drawingml/2006/main">
              <a:ext uri="{FF2B5EF4-FFF2-40B4-BE49-F238E27FC236}">
                <a16:creationId xmlns:a16="http://schemas.microsoft.com/office/drawing/2014/main" id="{D468685C-8B40-47A6-BEFD-7214BEEC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1281305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8" name="Sudoku-a-r05-c01">
            <a:extLst xmlns:a="http://schemas.openxmlformats.org/drawingml/2006/main">
              <a:ext uri="{FF2B5EF4-FFF2-40B4-BE49-F238E27FC236}">
                <a16:creationId xmlns:a16="http://schemas.microsoft.com/office/drawing/2014/main" id="{FE6ECCD0-2E04-4CB7-AAA4-68B018C4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9" name="Sudoku-a-r05-c02">
            <a:extLst xmlns:a="http://schemas.openxmlformats.org/drawingml/2006/main">
              <a:ext uri="{FF2B5EF4-FFF2-40B4-BE49-F238E27FC236}">
                <a16:creationId xmlns:a16="http://schemas.microsoft.com/office/drawing/2014/main" id="{4214BC8C-5BB8-446C-BF30-E899B7E7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0" name="Sudoku-a-r05-c03">
            <a:extLst xmlns:a="http://schemas.openxmlformats.org/drawingml/2006/main">
              <a:ext uri="{FF2B5EF4-FFF2-40B4-BE49-F238E27FC236}">
                <a16:creationId xmlns:a16="http://schemas.microsoft.com/office/drawing/2014/main" id="{ABB5412F-1748-495B-9060-B7FB090A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1" name="Sudoku-a-r05-c04">
            <a:extLst xmlns:a="http://schemas.openxmlformats.org/drawingml/2006/main">
              <a:ext uri="{FF2B5EF4-FFF2-40B4-BE49-F238E27FC236}">
                <a16:creationId xmlns:a16="http://schemas.microsoft.com/office/drawing/2014/main" id="{614CB428-3C66-4B84-8189-749D471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2" name="Sudoku-a-r05-c05">
            <a:extLst xmlns:a="http://schemas.openxmlformats.org/drawingml/2006/main">
              <a:ext uri="{FF2B5EF4-FFF2-40B4-BE49-F238E27FC236}">
                <a16:creationId xmlns:a16="http://schemas.microsoft.com/office/drawing/2014/main" id="{21E2810F-EC44-48E0-B532-4FB3503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3" name="Sudoku-a-r05-c06">
            <a:extLst xmlns:a="http://schemas.openxmlformats.org/drawingml/2006/main">
              <a:ext uri="{FF2B5EF4-FFF2-40B4-BE49-F238E27FC236}">
                <a16:creationId xmlns:a16="http://schemas.microsoft.com/office/drawing/2014/main" id="{C5B691F1-E7E8-47CC-9307-CA415E79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4" name="Sudoku-a-r05-c07">
            <a:extLst xmlns:a="http://schemas.openxmlformats.org/drawingml/2006/main">
              <a:ext uri="{FF2B5EF4-FFF2-40B4-BE49-F238E27FC236}">
                <a16:creationId xmlns:a16="http://schemas.microsoft.com/office/drawing/2014/main" id="{DD449BC6-22C0-407D-BEB2-E6AF0DF6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5" name="Sudoku-a-r05-c08">
            <a:extLst xmlns:a="http://schemas.openxmlformats.org/drawingml/2006/main">
              <a:ext uri="{FF2B5EF4-FFF2-40B4-BE49-F238E27FC236}">
                <a16:creationId xmlns:a16="http://schemas.microsoft.com/office/drawing/2014/main" id="{2BFA03B6-C028-4DAA-A698-D1D5673B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6" name="Sudoku-a-r05-c09">
            <a:extLst xmlns:a="http://schemas.openxmlformats.org/drawingml/2006/main">
              <a:ext uri="{FF2B5EF4-FFF2-40B4-BE49-F238E27FC236}">
                <a16:creationId xmlns:a16="http://schemas.microsoft.com/office/drawing/2014/main" id="{D116CAD5-EBE1-4034-805F-9DBFCB7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163038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7" name="Sudoku-a-r06-c01">
            <a:extLst xmlns:a="http://schemas.openxmlformats.org/drawingml/2006/main">
              <a:ext uri="{FF2B5EF4-FFF2-40B4-BE49-F238E27FC236}">
                <a16:creationId xmlns:a16="http://schemas.microsoft.com/office/drawing/2014/main" id="{40D7C39C-8457-4B05-92A4-EACFD74F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8" name="Sudoku-a-r06-c02">
            <a:extLst xmlns:a="http://schemas.openxmlformats.org/drawingml/2006/main">
              <a:ext uri="{FF2B5EF4-FFF2-40B4-BE49-F238E27FC236}">
                <a16:creationId xmlns:a16="http://schemas.microsoft.com/office/drawing/2014/main" id="{901A6996-9ED4-483F-A8DC-228AFEB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9" name="Sudoku-a-r06-c03">
            <a:extLst xmlns:a="http://schemas.openxmlformats.org/drawingml/2006/main">
              <a:ext uri="{FF2B5EF4-FFF2-40B4-BE49-F238E27FC236}">
                <a16:creationId xmlns:a16="http://schemas.microsoft.com/office/drawing/2014/main" id="{22E4F64B-CC0F-49AD-81D7-309C59F0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0" name="Sudoku-a-r06-c04">
            <a:extLst xmlns:a="http://schemas.openxmlformats.org/drawingml/2006/main">
              <a:ext uri="{FF2B5EF4-FFF2-40B4-BE49-F238E27FC236}">
                <a16:creationId xmlns:a16="http://schemas.microsoft.com/office/drawing/2014/main" id="{B5DF6C32-0BCE-406C-8933-63D8ABA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1" name="Sudoku-a-r06-c05">
            <a:extLst xmlns:a="http://schemas.openxmlformats.org/drawingml/2006/main">
              <a:ext uri="{FF2B5EF4-FFF2-40B4-BE49-F238E27FC236}">
                <a16:creationId xmlns:a16="http://schemas.microsoft.com/office/drawing/2014/main" id="{DEEC66B4-6A9E-4C36-BB43-542007DD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2" name="Sudoku-a-r06-c06">
            <a:extLst xmlns:a="http://schemas.openxmlformats.org/drawingml/2006/main">
              <a:ext uri="{FF2B5EF4-FFF2-40B4-BE49-F238E27FC236}">
                <a16:creationId xmlns:a16="http://schemas.microsoft.com/office/drawing/2014/main" id="{BF0A167B-C9BB-4BA3-9FF9-222A446B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3" name="Sudoku-a-r06-c07">
            <a:extLst xmlns:a="http://schemas.openxmlformats.org/drawingml/2006/main">
              <a:ext uri="{FF2B5EF4-FFF2-40B4-BE49-F238E27FC236}">
                <a16:creationId xmlns:a16="http://schemas.microsoft.com/office/drawing/2014/main" id="{EDF288AB-1A2C-4A8A-BD93-1F57695E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4" name="Sudoku-a-r06-c08">
            <a:extLst xmlns:a="http://schemas.openxmlformats.org/drawingml/2006/main">
              <a:ext uri="{FF2B5EF4-FFF2-40B4-BE49-F238E27FC236}">
                <a16:creationId xmlns:a16="http://schemas.microsoft.com/office/drawing/2014/main" id="{D0A2DFEA-6859-4C4A-9550-DBA5F2F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5" name="Sudoku-a-r06-c09">
            <a:extLst xmlns:a="http://schemas.openxmlformats.org/drawingml/2006/main">
              <a:ext uri="{FF2B5EF4-FFF2-40B4-BE49-F238E27FC236}">
                <a16:creationId xmlns:a16="http://schemas.microsoft.com/office/drawing/2014/main" id="{9EAFA30D-16DA-4479-ADAE-F1B5573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1978133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6" name="Sudoku-a-r07-c01">
            <a:extLst xmlns:a="http://schemas.openxmlformats.org/drawingml/2006/main">
              <a:ext uri="{FF2B5EF4-FFF2-40B4-BE49-F238E27FC236}">
                <a16:creationId xmlns:a16="http://schemas.microsoft.com/office/drawing/2014/main" id="{6F47EB91-E478-475F-A1E6-CB852E99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7" name="Sudoku-a-r07-c02">
            <a:extLst xmlns:a="http://schemas.openxmlformats.org/drawingml/2006/main">
              <a:ext uri="{FF2B5EF4-FFF2-40B4-BE49-F238E27FC236}">
                <a16:creationId xmlns:a16="http://schemas.microsoft.com/office/drawing/2014/main" id="{C853C90A-6765-4DCE-B6BB-364440E8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8" name="Sudoku-a-r07-c03">
            <a:extLst xmlns:a="http://schemas.openxmlformats.org/drawingml/2006/main">
              <a:ext uri="{FF2B5EF4-FFF2-40B4-BE49-F238E27FC236}">
                <a16:creationId xmlns:a16="http://schemas.microsoft.com/office/drawing/2014/main" id="{2D9AA60A-7EA9-4ECC-808D-0C7815E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9" name="Sudoku-a-r07-c04">
            <a:extLst xmlns:a="http://schemas.openxmlformats.org/drawingml/2006/main">
              <a:ext uri="{FF2B5EF4-FFF2-40B4-BE49-F238E27FC236}">
                <a16:creationId xmlns:a16="http://schemas.microsoft.com/office/drawing/2014/main" id="{E40AB6ED-043A-4831-AB5A-19D19AD1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0" name="Sudoku-a-r07-c05">
            <a:extLst xmlns:a="http://schemas.openxmlformats.org/drawingml/2006/main">
              <a:ext uri="{FF2B5EF4-FFF2-40B4-BE49-F238E27FC236}">
                <a16:creationId xmlns:a16="http://schemas.microsoft.com/office/drawing/2014/main" id="{A8A4EF11-5B96-4E12-A641-8D128C72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1" name="Sudoku-a-r07-c06">
            <a:extLst xmlns:a="http://schemas.openxmlformats.org/drawingml/2006/main">
              <a:ext uri="{FF2B5EF4-FFF2-40B4-BE49-F238E27FC236}">
                <a16:creationId xmlns:a16="http://schemas.microsoft.com/office/drawing/2014/main" id="{65043378-E44D-4ED8-8FF2-CA655EBE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2" name="Sudoku-a-r07-c07">
            <a:extLst xmlns:a="http://schemas.openxmlformats.org/drawingml/2006/main">
              <a:ext uri="{FF2B5EF4-FFF2-40B4-BE49-F238E27FC236}">
                <a16:creationId xmlns:a16="http://schemas.microsoft.com/office/drawing/2014/main" id="{CB9D6596-F5F0-4BCA-803E-6E4B3463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3" name="Sudoku-a-r07-c08">
            <a:extLst xmlns:a="http://schemas.openxmlformats.org/drawingml/2006/main">
              <a:ext uri="{FF2B5EF4-FFF2-40B4-BE49-F238E27FC236}">
                <a16:creationId xmlns:a16="http://schemas.microsoft.com/office/drawing/2014/main" id="{2CF08432-C466-4844-8323-4B22E532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4" name="Sudoku-a-r07-c09">
            <a:extLst xmlns:a="http://schemas.openxmlformats.org/drawingml/2006/main">
              <a:ext uri="{FF2B5EF4-FFF2-40B4-BE49-F238E27FC236}">
                <a16:creationId xmlns:a16="http://schemas.microsoft.com/office/drawing/2014/main" id="{C6178E58-515E-409B-8A9F-C4E0CEF0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325878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5" name="Sudoku-a-r08-c01">
            <a:extLst xmlns:a="http://schemas.openxmlformats.org/drawingml/2006/main">
              <a:ext uri="{FF2B5EF4-FFF2-40B4-BE49-F238E27FC236}">
                <a16:creationId xmlns:a16="http://schemas.microsoft.com/office/drawing/2014/main" id="{9D6EAACC-F24E-492B-84D5-1E47FF3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6" name="Sudoku-a-r08-c02">
            <a:extLst xmlns:a="http://schemas.openxmlformats.org/drawingml/2006/main">
              <a:ext uri="{FF2B5EF4-FFF2-40B4-BE49-F238E27FC236}">
                <a16:creationId xmlns:a16="http://schemas.microsoft.com/office/drawing/2014/main" id="{A9AAD1E3-7ABD-4B33-823E-C7F46AD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7" name="Sudoku-a-r08-c03">
            <a:extLst xmlns:a="http://schemas.openxmlformats.org/drawingml/2006/main">
              <a:ext uri="{FF2B5EF4-FFF2-40B4-BE49-F238E27FC236}">
                <a16:creationId xmlns:a16="http://schemas.microsoft.com/office/drawing/2014/main" id="{460CE7CE-C248-4EFA-A553-2860A88A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8" name="Sudoku-a-r08-c04">
            <a:extLst xmlns:a="http://schemas.openxmlformats.org/drawingml/2006/main">
              <a:ext uri="{FF2B5EF4-FFF2-40B4-BE49-F238E27FC236}">
                <a16:creationId xmlns:a16="http://schemas.microsoft.com/office/drawing/2014/main" id="{226E4E3B-2504-4B1F-A756-6D4A130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9" name="Sudoku-a-r08-c05">
            <a:extLst xmlns:a="http://schemas.openxmlformats.org/drawingml/2006/main">
              <a:ext uri="{FF2B5EF4-FFF2-40B4-BE49-F238E27FC236}">
                <a16:creationId xmlns:a16="http://schemas.microsoft.com/office/drawing/2014/main" id="{F7D8162C-FA6B-478A-B0A5-7CC7BFF6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Sudoku-a-r08-c06">
            <a:extLst xmlns:a="http://schemas.openxmlformats.org/drawingml/2006/main">
              <a:ext uri="{FF2B5EF4-FFF2-40B4-BE49-F238E27FC236}">
                <a16:creationId xmlns:a16="http://schemas.microsoft.com/office/drawing/2014/main" id="{1D438D98-88BF-4D85-9441-22ED2F4B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71" name="Sudoku-a-r08-c07">
            <a:extLst xmlns:a="http://schemas.openxmlformats.org/drawingml/2006/main">
              <a:ext uri="{FF2B5EF4-FFF2-40B4-BE49-F238E27FC236}">
                <a16:creationId xmlns:a16="http://schemas.microsoft.com/office/drawing/2014/main" id="{C9F6BE8C-6B31-4425-9537-967A1BBD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2" name="Sudoku-a-r08-c08">
            <a:extLst xmlns:a="http://schemas.openxmlformats.org/drawingml/2006/main">
              <a:ext uri="{FF2B5EF4-FFF2-40B4-BE49-F238E27FC236}">
                <a16:creationId xmlns:a16="http://schemas.microsoft.com/office/drawing/2014/main" id="{54984407-481E-48C4-AEDE-5038962C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3" name="Sudoku-a-r08-c09">
            <a:extLst xmlns:a="http://schemas.openxmlformats.org/drawingml/2006/main">
              <a:ext uri="{FF2B5EF4-FFF2-40B4-BE49-F238E27FC236}">
                <a16:creationId xmlns:a16="http://schemas.microsoft.com/office/drawing/2014/main" id="{A981F0DB-E0E8-405E-B737-8A8E16D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2673623"/>
            <a:ext cx="361120" cy="34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doku-a-r09-c01">
            <a:extLst xmlns:a="http://schemas.openxmlformats.org/drawingml/2006/main">
              <a:ext uri="{FF2B5EF4-FFF2-40B4-BE49-F238E27FC236}">
                <a16:creationId xmlns:a16="http://schemas.microsoft.com/office/drawing/2014/main" id="{1A7CAEA5-3CDE-4838-B358-5BE626A5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5" name="Sudoku-a-r09-c02">
            <a:extLst xmlns:a="http://schemas.openxmlformats.org/drawingml/2006/main">
              <a:ext uri="{FF2B5EF4-FFF2-40B4-BE49-F238E27FC236}">
                <a16:creationId xmlns:a16="http://schemas.microsoft.com/office/drawing/2014/main" id="{0C4D51AC-E125-42B7-B0B9-E96C5769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6" name="Sudoku-a-r09-c03">
            <a:extLst xmlns:a="http://schemas.openxmlformats.org/drawingml/2006/main">
              <a:ext uri="{FF2B5EF4-FFF2-40B4-BE49-F238E27FC236}">
                <a16:creationId xmlns:a16="http://schemas.microsoft.com/office/drawing/2014/main" id="{5874D362-8815-48CB-A0A1-02C10A0D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7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77" name="Sudoku-a-r09-c04">
            <a:extLst xmlns:a="http://schemas.openxmlformats.org/drawingml/2006/main">
              <a:ext uri="{FF2B5EF4-FFF2-40B4-BE49-F238E27FC236}">
                <a16:creationId xmlns:a16="http://schemas.microsoft.com/office/drawing/2014/main" id="{DC877A74-1320-4723-A5A8-35452F4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8" name="Sudoku-a-r09-c05">
            <a:extLst xmlns:a="http://schemas.openxmlformats.org/drawingml/2006/main">
              <a:ext uri="{FF2B5EF4-FFF2-40B4-BE49-F238E27FC236}">
                <a16:creationId xmlns:a16="http://schemas.microsoft.com/office/drawing/2014/main" id="{F287052E-7202-45DE-BEAC-D93DA61B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1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9" name="Sudoku-a-r09-c06">
            <a:extLst xmlns:a="http://schemas.openxmlformats.org/drawingml/2006/main">
              <a:ext uri="{FF2B5EF4-FFF2-40B4-BE49-F238E27FC236}">
                <a16:creationId xmlns:a16="http://schemas.microsoft.com/office/drawing/2014/main" id="{8486025F-61FE-4D77-B1C7-635F230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3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0" name="Sudoku-a-r09-c07">
            <a:extLst xmlns:a="http://schemas.openxmlformats.org/drawingml/2006/main">
              <a:ext uri="{FF2B5EF4-FFF2-40B4-BE49-F238E27FC236}">
                <a16:creationId xmlns:a16="http://schemas.microsoft.com/office/drawing/2014/main" id="{6543A80B-B843-4CAB-A56C-77B339B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5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doku-a-r09-c08">
            <a:extLst xmlns:a="http://schemas.openxmlformats.org/drawingml/2006/main">
              <a:ext uri="{FF2B5EF4-FFF2-40B4-BE49-F238E27FC236}">
                <a16:creationId xmlns:a16="http://schemas.microsoft.com/office/drawing/2014/main" id="{572FBF58-1FC0-4502-BF56-A24C9DF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2" name="Sudoku-a-r09-c09">
            <a:extLst xmlns:a="http://schemas.openxmlformats.org/drawingml/2006/main">
              <a:ext uri="{FF2B5EF4-FFF2-40B4-BE49-F238E27FC236}">
                <a16:creationId xmlns:a16="http://schemas.microsoft.com/office/drawing/2014/main" id="{2135948D-5B12-4CA8-BD43-9730427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96" y="3022706"/>
            <a:ext cx="361120" cy="347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83" name="Cell background b-1-1">
            <a:extLst xmlns:a="http://schemas.openxmlformats.org/drawingml/2006/main">
              <a:ext uri="{FF2B5EF4-FFF2-40B4-BE49-F238E27FC236}">
                <a16:creationId xmlns:a16="http://schemas.microsoft.com/office/drawing/2014/main" id="{6AC38A14-4AF2-4D3A-8D1A-F27BA6A1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4" name="Cell background b-1-2">
            <a:extLst xmlns:a="http://schemas.openxmlformats.org/drawingml/2006/main">
              <a:ext uri="{FF2B5EF4-FFF2-40B4-BE49-F238E27FC236}">
                <a16:creationId xmlns:a16="http://schemas.microsoft.com/office/drawing/2014/main" id="{369AA233-A484-4C42-8CB7-48167334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5" name="Cell background b-1-3">
            <a:extLst xmlns:a="http://schemas.openxmlformats.org/drawingml/2006/main">
              <a:ext uri="{FF2B5EF4-FFF2-40B4-BE49-F238E27FC236}">
                <a16:creationId xmlns:a16="http://schemas.microsoft.com/office/drawing/2014/main" id="{709D0A98-F13F-44BC-8523-96F6B49C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6" name="Cell background b-1-4">
            <a:extLst xmlns:a="http://schemas.openxmlformats.org/drawingml/2006/main">
              <a:ext uri="{FF2B5EF4-FFF2-40B4-BE49-F238E27FC236}">
                <a16:creationId xmlns:a16="http://schemas.microsoft.com/office/drawing/2014/main" id="{09C9613B-6D08-4DBC-83A3-A4942FF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7" name="Cell background b-1-5">
            <a:extLst xmlns:a="http://schemas.openxmlformats.org/drawingml/2006/main">
              <a:ext uri="{FF2B5EF4-FFF2-40B4-BE49-F238E27FC236}">
                <a16:creationId xmlns:a16="http://schemas.microsoft.com/office/drawing/2014/main" id="{ACFFDAC7-4200-4352-BD01-70DA82F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8" name="Cell background b-1-6">
            <a:extLst xmlns:a="http://schemas.openxmlformats.org/drawingml/2006/main">
              <a:ext uri="{FF2B5EF4-FFF2-40B4-BE49-F238E27FC236}">
                <a16:creationId xmlns:a16="http://schemas.microsoft.com/office/drawing/2014/main" id="{D02B0077-275B-42AF-B529-48F5BA81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9" name="Cell background b-1-7">
            <a:extLst xmlns:a="http://schemas.openxmlformats.org/drawingml/2006/main">
              <a:ext uri="{FF2B5EF4-FFF2-40B4-BE49-F238E27FC236}">
                <a16:creationId xmlns:a16="http://schemas.microsoft.com/office/drawing/2014/main" id="{778DDD57-95E8-40AB-895C-368C6208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0" name="Cell background b-1-8">
            <a:extLst xmlns:a="http://schemas.openxmlformats.org/drawingml/2006/main">
              <a:ext uri="{FF2B5EF4-FFF2-40B4-BE49-F238E27FC236}">
                <a16:creationId xmlns:a16="http://schemas.microsoft.com/office/drawing/2014/main" id="{3BE0FD90-7D1A-4BBF-AE6F-DCB5D457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2578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1" name="Cell background b-1-9">
            <a:extLst xmlns:a="http://schemas.openxmlformats.org/drawingml/2006/main">
              <a:ext uri="{FF2B5EF4-FFF2-40B4-BE49-F238E27FC236}">
                <a16:creationId xmlns:a16="http://schemas.microsoft.com/office/drawing/2014/main" id="{FD59D377-40E5-48D8-825A-9A54BAEB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25783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2" name="Cell background b-2-1">
            <a:extLst xmlns:a="http://schemas.openxmlformats.org/drawingml/2006/main">
              <a:ext uri="{FF2B5EF4-FFF2-40B4-BE49-F238E27FC236}">
                <a16:creationId xmlns:a16="http://schemas.microsoft.com/office/drawing/2014/main" id="{092F34E1-69BA-4AC6-A3E9-5C94D1AC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3" name="Cell background b-2-2">
            <a:extLst xmlns:a="http://schemas.openxmlformats.org/drawingml/2006/main">
              <a:ext uri="{FF2B5EF4-FFF2-40B4-BE49-F238E27FC236}">
                <a16:creationId xmlns:a16="http://schemas.microsoft.com/office/drawing/2014/main" id="{7FCE9430-0718-49EE-A5E0-83D03808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4" name="Cell background b-2-3">
            <a:extLst xmlns:a="http://schemas.openxmlformats.org/drawingml/2006/main">
              <a:ext uri="{FF2B5EF4-FFF2-40B4-BE49-F238E27FC236}">
                <a16:creationId xmlns:a16="http://schemas.microsoft.com/office/drawing/2014/main" id="{3978C470-E3C8-488E-BA65-CD86D26F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5" name="Cell background b-2-4">
            <a:extLst xmlns:a="http://schemas.openxmlformats.org/drawingml/2006/main">
              <a:ext uri="{FF2B5EF4-FFF2-40B4-BE49-F238E27FC236}">
                <a16:creationId xmlns:a16="http://schemas.microsoft.com/office/drawing/2014/main" id="{74F2E6E7-977A-4FFA-8E1C-AB372714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6" name="Cell background b-2-5">
            <a:extLst xmlns:a="http://schemas.openxmlformats.org/drawingml/2006/main">
              <a:ext uri="{FF2B5EF4-FFF2-40B4-BE49-F238E27FC236}">
                <a16:creationId xmlns:a16="http://schemas.microsoft.com/office/drawing/2014/main" id="{A80D6513-7ADD-4634-AF73-95E5A8D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7" name="Cell background b-2-6">
            <a:extLst xmlns:a="http://schemas.openxmlformats.org/drawingml/2006/main">
              <a:ext uri="{FF2B5EF4-FFF2-40B4-BE49-F238E27FC236}">
                <a16:creationId xmlns:a16="http://schemas.microsoft.com/office/drawing/2014/main" id="{FD0A33C6-DAE6-4FAE-9A47-BAAA750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8" name="Cell background b-2-7">
            <a:extLst xmlns:a="http://schemas.openxmlformats.org/drawingml/2006/main">
              <a:ext uri="{FF2B5EF4-FFF2-40B4-BE49-F238E27FC236}">
                <a16:creationId xmlns:a16="http://schemas.microsoft.com/office/drawing/2014/main" id="{BF2026E5-EEC0-4A3F-8E47-3936E9D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9" name="Cell background b-2-8">
            <a:extLst xmlns:a="http://schemas.openxmlformats.org/drawingml/2006/main">
              <a:ext uri="{FF2B5EF4-FFF2-40B4-BE49-F238E27FC236}">
                <a16:creationId xmlns:a16="http://schemas.microsoft.com/office/drawing/2014/main" id="{EA39820E-BA3E-42FA-82B5-8845AA4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574821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0" name="Cell background b-2-9">
            <a:extLst xmlns:a="http://schemas.openxmlformats.org/drawingml/2006/main">
              <a:ext uri="{FF2B5EF4-FFF2-40B4-BE49-F238E27FC236}">
                <a16:creationId xmlns:a16="http://schemas.microsoft.com/office/drawing/2014/main" id="{8C3D0815-E51E-4DC3-AD0F-F36FBC3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574821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1" name="Cell background b-3-1">
            <a:extLst xmlns:a="http://schemas.openxmlformats.org/drawingml/2006/main">
              <a:ext uri="{FF2B5EF4-FFF2-40B4-BE49-F238E27FC236}">
                <a16:creationId xmlns:a16="http://schemas.microsoft.com/office/drawing/2014/main" id="{54397298-2DB3-492F-BD57-A4C838E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2" name="Cell background b-3-2">
            <a:extLst xmlns:a="http://schemas.openxmlformats.org/drawingml/2006/main">
              <a:ext uri="{FF2B5EF4-FFF2-40B4-BE49-F238E27FC236}">
                <a16:creationId xmlns:a16="http://schemas.microsoft.com/office/drawing/2014/main" id="{ABE543D9-177E-4CF6-842A-4DDEC6F0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3" name="Cell background b-3-3">
            <a:extLst xmlns:a="http://schemas.openxmlformats.org/drawingml/2006/main">
              <a:ext uri="{FF2B5EF4-FFF2-40B4-BE49-F238E27FC236}">
                <a16:creationId xmlns:a16="http://schemas.microsoft.com/office/drawing/2014/main" id="{B78A53D2-595D-406B-B4E8-700A9CFF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4" name="Cell background b-3-4">
            <a:extLst xmlns:a="http://schemas.openxmlformats.org/drawingml/2006/main">
              <a:ext uri="{FF2B5EF4-FFF2-40B4-BE49-F238E27FC236}">
                <a16:creationId xmlns:a16="http://schemas.microsoft.com/office/drawing/2014/main" id="{A33B13EB-3ACE-4ACA-AF9E-504DB0A3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5" name="Cell background b-3-5">
            <a:extLst xmlns:a="http://schemas.openxmlformats.org/drawingml/2006/main">
              <a:ext uri="{FF2B5EF4-FFF2-40B4-BE49-F238E27FC236}">
                <a16:creationId xmlns:a16="http://schemas.microsoft.com/office/drawing/2014/main" id="{9BA3E3CB-C862-4993-8DF9-F9EF2091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6" name="Cell background b-3-6">
            <a:extLst xmlns:a="http://schemas.openxmlformats.org/drawingml/2006/main">
              <a:ext uri="{FF2B5EF4-FFF2-40B4-BE49-F238E27FC236}">
                <a16:creationId xmlns:a16="http://schemas.microsoft.com/office/drawing/2014/main" id="{593D6850-93F4-48AF-B96A-A9AA07FA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7" name="Cell background b-3-7">
            <a:extLst xmlns:a="http://schemas.openxmlformats.org/drawingml/2006/main">
              <a:ext uri="{FF2B5EF4-FFF2-40B4-BE49-F238E27FC236}">
                <a16:creationId xmlns:a16="http://schemas.microsoft.com/office/drawing/2014/main" id="{6145F009-1166-4084-959D-0872DDC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8" name="Cell background b-3-8">
            <a:extLst xmlns:a="http://schemas.openxmlformats.org/drawingml/2006/main">
              <a:ext uri="{FF2B5EF4-FFF2-40B4-BE49-F238E27FC236}">
                <a16:creationId xmlns:a16="http://schemas.microsoft.com/office/drawing/2014/main" id="{90ECB204-8E68-490B-9DA9-0B0EE302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923859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9" name="Cell background b-3-9">
            <a:extLst xmlns:a="http://schemas.openxmlformats.org/drawingml/2006/main">
              <a:ext uri="{FF2B5EF4-FFF2-40B4-BE49-F238E27FC236}">
                <a16:creationId xmlns:a16="http://schemas.microsoft.com/office/drawing/2014/main" id="{ADF99C5A-4A78-4BEF-B8E9-280BBA7E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923859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0" name="Cell background b-4-1">
            <a:extLst xmlns:a="http://schemas.openxmlformats.org/drawingml/2006/main">
              <a:ext uri="{FF2B5EF4-FFF2-40B4-BE49-F238E27FC236}">
                <a16:creationId xmlns:a16="http://schemas.microsoft.com/office/drawing/2014/main" id="{CB65AB20-B49E-4347-8A4C-5C2AC16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1" name="Cell background b-4-2">
            <a:extLst xmlns:a="http://schemas.openxmlformats.org/drawingml/2006/main">
              <a:ext uri="{FF2B5EF4-FFF2-40B4-BE49-F238E27FC236}">
                <a16:creationId xmlns:a16="http://schemas.microsoft.com/office/drawing/2014/main" id="{99DFFAF0-B48B-4D60-87F1-4362E84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2" name="Cell background b-4-3">
            <a:extLst xmlns:a="http://schemas.openxmlformats.org/drawingml/2006/main">
              <a:ext uri="{FF2B5EF4-FFF2-40B4-BE49-F238E27FC236}">
                <a16:creationId xmlns:a16="http://schemas.microsoft.com/office/drawing/2014/main" id="{CE0DDFFA-B232-41DE-8DD1-C994142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3" name="Cell background b-4-4">
            <a:extLst xmlns:a="http://schemas.openxmlformats.org/drawingml/2006/main">
              <a:ext uri="{FF2B5EF4-FFF2-40B4-BE49-F238E27FC236}">
                <a16:creationId xmlns:a16="http://schemas.microsoft.com/office/drawing/2014/main" id="{BEDA6421-B2B5-4258-B5E8-2A9B0CE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4" name="Cell background b-4-5">
            <a:extLst xmlns:a="http://schemas.openxmlformats.org/drawingml/2006/main">
              <a:ext uri="{FF2B5EF4-FFF2-40B4-BE49-F238E27FC236}">
                <a16:creationId xmlns:a16="http://schemas.microsoft.com/office/drawing/2014/main" id="{DA0689DE-D432-4AD9-B76D-644EBE6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5" name="Cell background b-4-6">
            <a:extLst xmlns:a="http://schemas.openxmlformats.org/drawingml/2006/main">
              <a:ext uri="{FF2B5EF4-FFF2-40B4-BE49-F238E27FC236}">
                <a16:creationId xmlns:a16="http://schemas.microsoft.com/office/drawing/2014/main" id="{28017769-7FD1-4C39-8C11-889DE78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6" name="Cell background b-4-7">
            <a:extLst xmlns:a="http://schemas.openxmlformats.org/drawingml/2006/main">
              <a:ext uri="{FF2B5EF4-FFF2-40B4-BE49-F238E27FC236}">
                <a16:creationId xmlns:a16="http://schemas.microsoft.com/office/drawing/2014/main" id="{769532DA-6B36-4A00-A7B7-ED300A64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7" name="Cell background b-4-8">
            <a:extLst xmlns:a="http://schemas.openxmlformats.org/drawingml/2006/main">
              <a:ext uri="{FF2B5EF4-FFF2-40B4-BE49-F238E27FC236}">
                <a16:creationId xmlns:a16="http://schemas.microsoft.com/office/drawing/2014/main" id="{60FDF577-DDFD-4E96-8E0D-934E0969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1272897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8" name="Cell background b-4-9">
            <a:extLst xmlns:a="http://schemas.openxmlformats.org/drawingml/2006/main">
              <a:ext uri="{FF2B5EF4-FFF2-40B4-BE49-F238E27FC236}">
                <a16:creationId xmlns:a16="http://schemas.microsoft.com/office/drawing/2014/main" id="{978D6738-02A8-4D18-AC8A-FA2C624C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1272897"/>
            <a:ext cx="363805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9" name="Cell background b-5-1">
            <a:extLst xmlns:a="http://schemas.openxmlformats.org/drawingml/2006/main">
              <a:ext uri="{FF2B5EF4-FFF2-40B4-BE49-F238E27FC236}">
                <a16:creationId xmlns:a16="http://schemas.microsoft.com/office/drawing/2014/main" id="{10E93CCB-3523-4A76-B413-195C0AE0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0" name="Cell background b-5-2">
            <a:extLst xmlns:a="http://schemas.openxmlformats.org/drawingml/2006/main">
              <a:ext uri="{FF2B5EF4-FFF2-40B4-BE49-F238E27FC236}">
                <a16:creationId xmlns:a16="http://schemas.microsoft.com/office/drawing/2014/main" id="{C1D1D7DD-9928-4BC3-88E1-09CAB08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1" name="Cell background b-5-3">
            <a:extLst xmlns:a="http://schemas.openxmlformats.org/drawingml/2006/main">
              <a:ext uri="{FF2B5EF4-FFF2-40B4-BE49-F238E27FC236}">
                <a16:creationId xmlns:a16="http://schemas.microsoft.com/office/drawing/2014/main" id="{7747E7B1-24FE-4064-A380-F808508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2" name="Cell background b-5-4">
            <a:extLst xmlns:a="http://schemas.openxmlformats.org/drawingml/2006/main">
              <a:ext uri="{FF2B5EF4-FFF2-40B4-BE49-F238E27FC236}">
                <a16:creationId xmlns:a16="http://schemas.microsoft.com/office/drawing/2014/main" id="{72083EE2-1DAE-4F52-88BF-C51CCA62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3" name="Cell background b-5-5">
            <a:extLst xmlns:a="http://schemas.openxmlformats.org/drawingml/2006/main">
              <a:ext uri="{FF2B5EF4-FFF2-40B4-BE49-F238E27FC236}">
                <a16:creationId xmlns:a16="http://schemas.microsoft.com/office/drawing/2014/main" id="{4CC440E6-9901-4CEF-ACD8-F7FB33B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4" name="Cell background b-5-6">
            <a:extLst xmlns:a="http://schemas.openxmlformats.org/drawingml/2006/main">
              <a:ext uri="{FF2B5EF4-FFF2-40B4-BE49-F238E27FC236}">
                <a16:creationId xmlns:a16="http://schemas.microsoft.com/office/drawing/2014/main" id="{89A64469-B0D5-4252-8525-BB751B8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5" name="Cell background b-5-7">
            <a:extLst xmlns:a="http://schemas.openxmlformats.org/drawingml/2006/main">
              <a:ext uri="{FF2B5EF4-FFF2-40B4-BE49-F238E27FC236}">
                <a16:creationId xmlns:a16="http://schemas.microsoft.com/office/drawing/2014/main" id="{2358AACE-85CB-44B7-8A71-BDECA68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6" name="Cell background b-5-8">
            <a:extLst xmlns:a="http://schemas.openxmlformats.org/drawingml/2006/main">
              <a:ext uri="{FF2B5EF4-FFF2-40B4-BE49-F238E27FC236}">
                <a16:creationId xmlns:a16="http://schemas.microsoft.com/office/drawing/2014/main" id="{F68A5008-0480-44C4-A8FB-7ED8595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1623278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7" name="Cell background b-5-9">
            <a:extLst xmlns:a="http://schemas.openxmlformats.org/drawingml/2006/main">
              <a:ext uri="{FF2B5EF4-FFF2-40B4-BE49-F238E27FC236}">
                <a16:creationId xmlns:a16="http://schemas.microsoft.com/office/drawing/2014/main" id="{AF7B6444-BB13-481E-A6C1-DF2E970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1623278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8" name="Cell background b-6-1">
            <a:extLst xmlns:a="http://schemas.openxmlformats.org/drawingml/2006/main">
              <a:ext uri="{FF2B5EF4-FFF2-40B4-BE49-F238E27FC236}">
                <a16:creationId xmlns:a16="http://schemas.microsoft.com/office/drawing/2014/main" id="{D9153DC8-2556-4F84-B7A5-0FE5261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9" name="Cell background b-6-2">
            <a:extLst xmlns:a="http://schemas.openxmlformats.org/drawingml/2006/main">
              <a:ext uri="{FF2B5EF4-FFF2-40B4-BE49-F238E27FC236}">
                <a16:creationId xmlns:a16="http://schemas.microsoft.com/office/drawing/2014/main" id="{A6BC8A49-1534-4940-B966-7B01FFA0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0" name="Cell background b-6-3">
            <a:extLst xmlns:a="http://schemas.openxmlformats.org/drawingml/2006/main">
              <a:ext uri="{FF2B5EF4-FFF2-40B4-BE49-F238E27FC236}">
                <a16:creationId xmlns:a16="http://schemas.microsoft.com/office/drawing/2014/main" id="{225089D9-45F8-40D1-A1D9-8C352773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1" name="Cell background b-6-4">
            <a:extLst xmlns:a="http://schemas.openxmlformats.org/drawingml/2006/main">
              <a:ext uri="{FF2B5EF4-FFF2-40B4-BE49-F238E27FC236}">
                <a16:creationId xmlns:a16="http://schemas.microsoft.com/office/drawing/2014/main" id="{6D4CCE7B-E7C1-4841-B5CD-AE2347D4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2" name="Cell background b-6-5">
            <a:extLst xmlns:a="http://schemas.openxmlformats.org/drawingml/2006/main">
              <a:ext uri="{FF2B5EF4-FFF2-40B4-BE49-F238E27FC236}">
                <a16:creationId xmlns:a16="http://schemas.microsoft.com/office/drawing/2014/main" id="{50F0937F-D1FC-4233-ABFE-9DA2BBE0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3" name="Cell background b-6-6">
            <a:extLst xmlns:a="http://schemas.openxmlformats.org/drawingml/2006/main">
              <a:ext uri="{FF2B5EF4-FFF2-40B4-BE49-F238E27FC236}">
                <a16:creationId xmlns:a16="http://schemas.microsoft.com/office/drawing/2014/main" id="{D9426390-B51C-445D-935A-9F0706B0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4" name="Cell background b-6-7">
            <a:extLst xmlns:a="http://schemas.openxmlformats.org/drawingml/2006/main">
              <a:ext uri="{FF2B5EF4-FFF2-40B4-BE49-F238E27FC236}">
                <a16:creationId xmlns:a16="http://schemas.microsoft.com/office/drawing/2014/main" id="{BDB78520-40FA-4100-9794-CE7748E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5" name="Cell background b-6-8">
            <a:extLst xmlns:a="http://schemas.openxmlformats.org/drawingml/2006/main">
              <a:ext uri="{FF2B5EF4-FFF2-40B4-BE49-F238E27FC236}">
                <a16:creationId xmlns:a16="http://schemas.microsoft.com/office/drawing/2014/main" id="{73C7BB7A-E0C6-4E61-B684-E95D340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1972315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6" name="Cell background b-6-9">
            <a:extLst xmlns:a="http://schemas.openxmlformats.org/drawingml/2006/main">
              <a:ext uri="{FF2B5EF4-FFF2-40B4-BE49-F238E27FC236}">
                <a16:creationId xmlns:a16="http://schemas.microsoft.com/office/drawing/2014/main" id="{873529B4-33F0-4885-9A90-5C6E62EC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1972315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7" name="Cell background b-7-1">
            <a:extLst xmlns:a="http://schemas.openxmlformats.org/drawingml/2006/main">
              <a:ext uri="{FF2B5EF4-FFF2-40B4-BE49-F238E27FC236}">
                <a16:creationId xmlns:a16="http://schemas.microsoft.com/office/drawing/2014/main" id="{9DE39D9D-64D7-4EC2-9B16-5F38E37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8" name="Cell background b-7-2">
            <a:extLst xmlns:a="http://schemas.openxmlformats.org/drawingml/2006/main">
              <a:ext uri="{FF2B5EF4-FFF2-40B4-BE49-F238E27FC236}">
                <a16:creationId xmlns:a16="http://schemas.microsoft.com/office/drawing/2014/main" id="{E5C67997-79F7-47A7-AED5-4BB583D9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9" name="Cell background b-7-3">
            <a:extLst xmlns:a="http://schemas.openxmlformats.org/drawingml/2006/main">
              <a:ext uri="{FF2B5EF4-FFF2-40B4-BE49-F238E27FC236}">
                <a16:creationId xmlns:a16="http://schemas.microsoft.com/office/drawing/2014/main" id="{B2B666D2-E2FE-479C-B15E-93550B6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0" name="Cell background b-7-4">
            <a:extLst xmlns:a="http://schemas.openxmlformats.org/drawingml/2006/main">
              <a:ext uri="{FF2B5EF4-FFF2-40B4-BE49-F238E27FC236}">
                <a16:creationId xmlns:a16="http://schemas.microsoft.com/office/drawing/2014/main" id="{EC7CEF11-B375-4CC6-A75E-43D1246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1" name="Cell background b-7-5">
            <a:extLst xmlns:a="http://schemas.openxmlformats.org/drawingml/2006/main">
              <a:ext uri="{FF2B5EF4-FFF2-40B4-BE49-F238E27FC236}">
                <a16:creationId xmlns:a16="http://schemas.microsoft.com/office/drawing/2014/main" id="{B8280AC3-6DB7-47D6-90EC-15A67C75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2" name="Cell background b-7-6">
            <a:extLst xmlns:a="http://schemas.openxmlformats.org/drawingml/2006/main">
              <a:ext uri="{FF2B5EF4-FFF2-40B4-BE49-F238E27FC236}">
                <a16:creationId xmlns:a16="http://schemas.microsoft.com/office/drawing/2014/main" id="{441C8A72-8038-4F93-B4B5-18BB10E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3" name="Cell background b-7-7">
            <a:extLst xmlns:a="http://schemas.openxmlformats.org/drawingml/2006/main">
              <a:ext uri="{FF2B5EF4-FFF2-40B4-BE49-F238E27FC236}">
                <a16:creationId xmlns:a16="http://schemas.microsoft.com/office/drawing/2014/main" id="{828B9B6C-1963-4666-A60D-5AB30CA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4" name="Cell background b-7-8">
            <a:extLst xmlns:a="http://schemas.openxmlformats.org/drawingml/2006/main">
              <a:ext uri="{FF2B5EF4-FFF2-40B4-BE49-F238E27FC236}">
                <a16:creationId xmlns:a16="http://schemas.microsoft.com/office/drawing/2014/main" id="{14E74C3D-2886-4FA6-B0FE-DD8FA52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321353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5" name="Cell background b-7-9">
            <a:extLst xmlns:a="http://schemas.openxmlformats.org/drawingml/2006/main">
              <a:ext uri="{FF2B5EF4-FFF2-40B4-BE49-F238E27FC236}">
                <a16:creationId xmlns:a16="http://schemas.microsoft.com/office/drawing/2014/main" id="{26E06D15-9A11-4AB2-81F3-E3528757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321353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6" name="Cell background b-8-1">
            <a:extLst xmlns:a="http://schemas.openxmlformats.org/drawingml/2006/main">
              <a:ext uri="{FF2B5EF4-FFF2-40B4-BE49-F238E27FC236}">
                <a16:creationId xmlns:a16="http://schemas.microsoft.com/office/drawing/2014/main" id="{DF9F7394-C26F-4545-BB46-DD2F1215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7" name="Cell background b-8-2">
            <a:extLst xmlns:a="http://schemas.openxmlformats.org/drawingml/2006/main">
              <a:ext uri="{FF2B5EF4-FFF2-40B4-BE49-F238E27FC236}">
                <a16:creationId xmlns:a16="http://schemas.microsoft.com/office/drawing/2014/main" id="{ADC5426D-A433-4B2A-8A80-3512A60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8" name="Cell background b-8-3">
            <a:extLst xmlns:a="http://schemas.openxmlformats.org/drawingml/2006/main">
              <a:ext uri="{FF2B5EF4-FFF2-40B4-BE49-F238E27FC236}">
                <a16:creationId xmlns:a16="http://schemas.microsoft.com/office/drawing/2014/main" id="{4D91F3B0-C83C-40B1-9E96-D34B319B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9" name="Cell background b-8-4">
            <a:extLst xmlns:a="http://schemas.openxmlformats.org/drawingml/2006/main">
              <a:ext uri="{FF2B5EF4-FFF2-40B4-BE49-F238E27FC236}">
                <a16:creationId xmlns:a16="http://schemas.microsoft.com/office/drawing/2014/main" id="{77630E01-903F-4D27-A419-4A40821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0" name="Cell background b-8-5">
            <a:extLst xmlns:a="http://schemas.openxmlformats.org/drawingml/2006/main">
              <a:ext uri="{FF2B5EF4-FFF2-40B4-BE49-F238E27FC236}">
                <a16:creationId xmlns:a16="http://schemas.microsoft.com/office/drawing/2014/main" id="{463BCA6A-9178-48A8-ACD0-DEE3E2E7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1" name="Cell background b-8-6">
            <a:extLst xmlns:a="http://schemas.openxmlformats.org/drawingml/2006/main">
              <a:ext uri="{FF2B5EF4-FFF2-40B4-BE49-F238E27FC236}">
                <a16:creationId xmlns:a16="http://schemas.microsoft.com/office/drawing/2014/main" id="{25A01670-4003-4EA2-951F-731B712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2" name="Cell background b-8-7">
            <a:extLst xmlns:a="http://schemas.openxmlformats.org/drawingml/2006/main">
              <a:ext uri="{FF2B5EF4-FFF2-40B4-BE49-F238E27FC236}">
                <a16:creationId xmlns:a16="http://schemas.microsoft.com/office/drawing/2014/main" id="{892D08F4-353F-4268-A5BC-3B3EA657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3" name="Cell background b-8-8">
            <a:extLst xmlns:a="http://schemas.openxmlformats.org/drawingml/2006/main">
              <a:ext uri="{FF2B5EF4-FFF2-40B4-BE49-F238E27FC236}">
                <a16:creationId xmlns:a16="http://schemas.microsoft.com/office/drawing/2014/main" id="{FB186D5A-2D4D-40D5-B2BE-CB56F30C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670391"/>
            <a:ext cx="362462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4" name="Cell background b-8-9">
            <a:extLst xmlns:a="http://schemas.openxmlformats.org/drawingml/2006/main">
              <a:ext uri="{FF2B5EF4-FFF2-40B4-BE49-F238E27FC236}">
                <a16:creationId xmlns:a16="http://schemas.microsoft.com/office/drawing/2014/main" id="{44F4EFB4-60A6-4D80-A5A9-CE2651EE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670391"/>
            <a:ext cx="363805" cy="350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5" name="Cell background b-9-1">
            <a:extLst xmlns:a="http://schemas.openxmlformats.org/drawingml/2006/main">
              <a:ext uri="{FF2B5EF4-FFF2-40B4-BE49-F238E27FC236}">
                <a16:creationId xmlns:a16="http://schemas.microsoft.com/office/drawing/2014/main" id="{2883A5B3-C5DB-4898-867E-3501CBF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6" name="Cell background b-9-2">
            <a:extLst xmlns:a="http://schemas.openxmlformats.org/drawingml/2006/main">
              <a:ext uri="{FF2B5EF4-FFF2-40B4-BE49-F238E27FC236}">
                <a16:creationId xmlns:a16="http://schemas.microsoft.com/office/drawing/2014/main" id="{0F010471-690B-4EF4-B45A-7EAE10BE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7" name="Cell background b-9-3">
            <a:extLst xmlns:a="http://schemas.openxmlformats.org/drawingml/2006/main">
              <a:ext uri="{FF2B5EF4-FFF2-40B4-BE49-F238E27FC236}">
                <a16:creationId xmlns:a16="http://schemas.microsoft.com/office/drawing/2014/main" id="{60C576A9-222D-458A-BF76-5D3F695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8" name="Cell background b-9-4">
            <a:extLst xmlns:a="http://schemas.openxmlformats.org/drawingml/2006/main">
              <a:ext uri="{FF2B5EF4-FFF2-40B4-BE49-F238E27FC236}">
                <a16:creationId xmlns:a16="http://schemas.microsoft.com/office/drawing/2014/main" id="{20CF8AD1-9797-4FB1-843B-FE8B509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9" name="Cell background b-9-5">
            <a:extLst xmlns:a="http://schemas.openxmlformats.org/drawingml/2006/main">
              <a:ext uri="{FF2B5EF4-FFF2-40B4-BE49-F238E27FC236}">
                <a16:creationId xmlns:a16="http://schemas.microsoft.com/office/drawing/2014/main" id="{65A50A9B-D980-4823-AA12-2B7C6D1F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0" name="Cell background b-9-6">
            <a:extLst xmlns:a="http://schemas.openxmlformats.org/drawingml/2006/main">
              <a:ext uri="{FF2B5EF4-FFF2-40B4-BE49-F238E27FC236}">
                <a16:creationId xmlns:a16="http://schemas.microsoft.com/office/drawing/2014/main" id="{129F4375-3EC5-41E6-8967-AB02D674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1" name="Cell background b-9-7">
            <a:extLst xmlns:a="http://schemas.openxmlformats.org/drawingml/2006/main">
              <a:ext uri="{FF2B5EF4-FFF2-40B4-BE49-F238E27FC236}">
                <a16:creationId xmlns:a16="http://schemas.microsoft.com/office/drawing/2014/main" id="{CE3126C0-AC6D-4486-AAA1-EB985FCE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2" name="Cell background b-9-8">
            <a:extLst xmlns:a="http://schemas.openxmlformats.org/drawingml/2006/main">
              <a:ext uri="{FF2B5EF4-FFF2-40B4-BE49-F238E27FC236}">
                <a16:creationId xmlns:a16="http://schemas.microsoft.com/office/drawing/2014/main" id="{542D3E50-1A16-4E43-9B40-63773E1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3020772"/>
            <a:ext cx="362462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3" name="Cell background b-9-9">
            <a:extLst xmlns:a="http://schemas.openxmlformats.org/drawingml/2006/main">
              <a:ext uri="{FF2B5EF4-FFF2-40B4-BE49-F238E27FC236}">
                <a16:creationId xmlns:a16="http://schemas.microsoft.com/office/drawing/2014/main" id="{20673825-41F5-4743-8D18-435669E1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3020772"/>
            <a:ext cx="363805" cy="349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4" name="Path 21">
            <a:extLst xmlns:a="http://schemas.openxmlformats.org/drawingml/2006/main">
              <a:ext uri="{FF2B5EF4-FFF2-40B4-BE49-F238E27FC236}">
                <a16:creationId xmlns:a16="http://schemas.microsoft.com/office/drawing/2014/main" id="{8CE133F3-C145-4F7C-9789-A8EFC85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65" name="Path 22">
            <a:extLst xmlns:a="http://schemas.openxmlformats.org/drawingml/2006/main">
              <a:ext uri="{FF2B5EF4-FFF2-40B4-BE49-F238E27FC236}">
                <a16:creationId xmlns:a16="http://schemas.microsoft.com/office/drawing/2014/main" id="{B0D7B4E1-289D-4744-8DDC-36832F9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25783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66" name="Path 23">
            <a:extLst xmlns:a="http://schemas.openxmlformats.org/drawingml/2006/main">
              <a:ext uri="{FF2B5EF4-FFF2-40B4-BE49-F238E27FC236}">
                <a16:creationId xmlns:a16="http://schemas.microsoft.com/office/drawing/2014/main" id="{0DA7C240-7C3F-4F9C-8A4C-ACF790D4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67" name="Path 24">
            <a:extLst xmlns:a="http://schemas.openxmlformats.org/drawingml/2006/main">
              <a:ext uri="{FF2B5EF4-FFF2-40B4-BE49-F238E27FC236}">
                <a16:creationId xmlns:a16="http://schemas.microsoft.com/office/drawing/2014/main" id="{83C2961A-A75A-4352-A438-6385DD9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574821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68" name="Path 25">
            <a:extLst xmlns:a="http://schemas.openxmlformats.org/drawingml/2006/main">
              <a:ext uri="{FF2B5EF4-FFF2-40B4-BE49-F238E27FC236}">
                <a16:creationId xmlns:a16="http://schemas.microsoft.com/office/drawing/2014/main" id="{0143C55F-3C75-4331-A51A-A3813FE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69" name="Path 26">
            <a:extLst xmlns:a="http://schemas.openxmlformats.org/drawingml/2006/main">
              <a:ext uri="{FF2B5EF4-FFF2-40B4-BE49-F238E27FC236}">
                <a16:creationId xmlns:a16="http://schemas.microsoft.com/office/drawing/2014/main" id="{D6293C14-6D8E-4CED-A55E-1108CA93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923859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70" name="Path 27">
            <a:extLst xmlns:a="http://schemas.openxmlformats.org/drawingml/2006/main">
              <a:ext uri="{FF2B5EF4-FFF2-40B4-BE49-F238E27FC236}">
                <a16:creationId xmlns:a16="http://schemas.microsoft.com/office/drawing/2014/main" id="{FBAADBF6-D280-43B0-B0DA-D93BC0D7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71" name="Path 28">
            <a:extLst xmlns:a="http://schemas.openxmlformats.org/drawingml/2006/main">
              <a:ext uri="{FF2B5EF4-FFF2-40B4-BE49-F238E27FC236}">
                <a16:creationId xmlns:a16="http://schemas.microsoft.com/office/drawing/2014/main" id="{64DB8672-6A18-4819-BFC8-EF50351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272897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72" name="Path 29">
            <a:extLst xmlns:a="http://schemas.openxmlformats.org/drawingml/2006/main">
              <a:ext uri="{FF2B5EF4-FFF2-40B4-BE49-F238E27FC236}">
                <a16:creationId xmlns:a16="http://schemas.microsoft.com/office/drawing/2014/main" id="{09B1DFC2-5315-4255-BBAE-860C0412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73" name="Path 30">
            <a:extLst xmlns:a="http://schemas.openxmlformats.org/drawingml/2006/main">
              <a:ext uri="{FF2B5EF4-FFF2-40B4-BE49-F238E27FC236}">
                <a16:creationId xmlns:a16="http://schemas.microsoft.com/office/drawing/2014/main" id="{6CE68B8C-79C4-4293-AC1B-97C75A1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623278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74" name="Path 31">
            <a:extLst xmlns:a="http://schemas.openxmlformats.org/drawingml/2006/main">
              <a:ext uri="{FF2B5EF4-FFF2-40B4-BE49-F238E27FC236}">
                <a16:creationId xmlns:a16="http://schemas.microsoft.com/office/drawing/2014/main" id="{10C528F9-7078-4074-8D6A-FDCD9839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75" name="Path 32">
            <a:extLst xmlns:a="http://schemas.openxmlformats.org/drawingml/2006/main">
              <a:ext uri="{FF2B5EF4-FFF2-40B4-BE49-F238E27FC236}">
                <a16:creationId xmlns:a16="http://schemas.microsoft.com/office/drawing/2014/main" id="{0F802232-BC66-417B-BD14-8F10592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972315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76" name="Path 33">
            <a:extLst xmlns:a="http://schemas.openxmlformats.org/drawingml/2006/main">
              <a:ext uri="{FF2B5EF4-FFF2-40B4-BE49-F238E27FC236}">
                <a16:creationId xmlns:a16="http://schemas.microsoft.com/office/drawing/2014/main" id="{4E421C07-7860-4E7C-9303-25F0C6E9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77" name="Path 34">
            <a:extLst xmlns:a="http://schemas.openxmlformats.org/drawingml/2006/main">
              <a:ext uri="{FF2B5EF4-FFF2-40B4-BE49-F238E27FC236}">
                <a16:creationId xmlns:a16="http://schemas.microsoft.com/office/drawing/2014/main" id="{39FAC1F0-21FB-4D22-800E-A9BD9248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321353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78" name="Path 35">
            <a:extLst xmlns:a="http://schemas.openxmlformats.org/drawingml/2006/main">
              <a:ext uri="{FF2B5EF4-FFF2-40B4-BE49-F238E27FC236}">
                <a16:creationId xmlns:a16="http://schemas.microsoft.com/office/drawing/2014/main" id="{3AD7B314-03AA-40E9-89FB-B0C365B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79" name="Path 36">
            <a:extLst xmlns:a="http://schemas.openxmlformats.org/drawingml/2006/main">
              <a:ext uri="{FF2B5EF4-FFF2-40B4-BE49-F238E27FC236}">
                <a16:creationId xmlns:a16="http://schemas.microsoft.com/office/drawing/2014/main" id="{F1A80AF3-843C-47FF-AC4F-87405B15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670391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80" name="Path 37">
            <a:extLst xmlns:a="http://schemas.openxmlformats.org/drawingml/2006/main">
              <a:ext uri="{FF2B5EF4-FFF2-40B4-BE49-F238E27FC236}">
                <a16:creationId xmlns:a16="http://schemas.microsoft.com/office/drawing/2014/main" id="{B56DBBFD-EC91-4422-AD47-83A37AA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81" name="Path 38">
            <a:extLst xmlns:a="http://schemas.openxmlformats.org/drawingml/2006/main">
              <a:ext uri="{FF2B5EF4-FFF2-40B4-BE49-F238E27FC236}">
                <a16:creationId xmlns:a16="http://schemas.microsoft.com/office/drawing/2014/main" id="{8A45B844-A73E-4937-ABE7-C648D15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3020772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282" name="Path 39">
            <a:extLst xmlns:a="http://schemas.openxmlformats.org/drawingml/2006/main">
              <a:ext uri="{FF2B5EF4-FFF2-40B4-BE49-F238E27FC236}">
                <a16:creationId xmlns:a16="http://schemas.microsoft.com/office/drawing/2014/main" id="{F0589D00-B494-46FC-A8EE-58A17F9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737" y="225783"/>
            <a:ext cx="95" cy="3144026"/>
          </a:xfrm>
          <a:custGeom xmlns:a="http://schemas.openxmlformats.org/drawingml/2006/main">
            <a:pathLst>
              <a:path w="95" h="3144026">
                <a:moveTo>
                  <a:pt x="0" y="0"/>
                </a:moveTo>
                <a:lnTo>
                  <a:pt x="0" y="3144026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83" name="Path 40">
            <a:extLst xmlns:a="http://schemas.openxmlformats.org/drawingml/2006/main">
              <a:ext uri="{FF2B5EF4-FFF2-40B4-BE49-F238E27FC236}">
                <a16:creationId xmlns:a16="http://schemas.microsoft.com/office/drawing/2014/main" id="{3173466C-4466-40DA-908A-AFCD9DDC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3369810"/>
            <a:ext cx="3263505" cy="95"/>
          </a:xfrm>
          <a:custGeom xmlns:a="http://schemas.openxmlformats.org/drawingml/2006/main">
            <a:pathLst>
              <a:path w="3263505" h="95">
                <a:moveTo>
                  <a:pt x="0" y="0"/>
                </a:moveTo>
                <a:lnTo>
                  <a:pt x="326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284" name="Sudoku-b-r01-c01">
            <a:extLst xmlns:a="http://schemas.openxmlformats.org/drawingml/2006/main">
              <a:ext uri="{FF2B5EF4-FFF2-40B4-BE49-F238E27FC236}">
                <a16:creationId xmlns:a16="http://schemas.microsoft.com/office/drawing/2014/main" id="{EE2D1658-BF02-4AFF-BA88-A96EF907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5" name="Sudoku-b-r01-c02">
            <a:extLst xmlns:a="http://schemas.openxmlformats.org/drawingml/2006/main">
              <a:ext uri="{FF2B5EF4-FFF2-40B4-BE49-F238E27FC236}">
                <a16:creationId xmlns:a16="http://schemas.microsoft.com/office/drawing/2014/main" id="{13CF1180-EB5F-4CD8-9216-11309CD5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6" name="Sudoku-b-r01-c03">
            <a:extLst xmlns:a="http://schemas.openxmlformats.org/drawingml/2006/main">
              <a:ext uri="{FF2B5EF4-FFF2-40B4-BE49-F238E27FC236}">
                <a16:creationId xmlns:a16="http://schemas.microsoft.com/office/drawing/2014/main" id="{531A3FC4-1A21-46A4-9B70-F05D10A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7" name="Sudoku-b-r01-c04">
            <a:extLst xmlns:a="http://schemas.openxmlformats.org/drawingml/2006/main">
              <a:ext uri="{FF2B5EF4-FFF2-40B4-BE49-F238E27FC236}">
                <a16:creationId xmlns:a16="http://schemas.microsoft.com/office/drawing/2014/main" id="{4D098FFC-C6EC-4793-AAF9-00D1C58C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8" name="Sudoku-b-r01-c05">
            <a:extLst xmlns:a="http://schemas.openxmlformats.org/drawingml/2006/main">
              <a:ext uri="{FF2B5EF4-FFF2-40B4-BE49-F238E27FC236}">
                <a16:creationId xmlns:a16="http://schemas.microsoft.com/office/drawing/2014/main" id="{3BBEF8C2-939C-4A5F-8C5B-B3BF2AA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doku-b-r01-c06">
            <a:extLst xmlns:a="http://schemas.openxmlformats.org/drawingml/2006/main">
              <a:ext uri="{FF2B5EF4-FFF2-40B4-BE49-F238E27FC236}">
                <a16:creationId xmlns:a16="http://schemas.microsoft.com/office/drawing/2014/main" id="{F845E629-E617-4908-8C4F-3906666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90" name="Sudoku-b-r01-c07">
            <a:extLst xmlns:a="http://schemas.openxmlformats.org/drawingml/2006/main">
              <a:ext uri="{FF2B5EF4-FFF2-40B4-BE49-F238E27FC236}">
                <a16:creationId xmlns:a16="http://schemas.microsoft.com/office/drawing/2014/main" id="{482043FB-EF32-4373-B67A-89C0A84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1" name="Sudoku-b-r01-c08">
            <a:extLst xmlns:a="http://schemas.openxmlformats.org/drawingml/2006/main">
              <a:ext uri="{FF2B5EF4-FFF2-40B4-BE49-F238E27FC236}">
                <a16:creationId xmlns:a16="http://schemas.microsoft.com/office/drawing/2014/main" id="{30C5421F-100F-48A3-A034-54D02F3F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2578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2" name="Sudoku-b-r01-c09">
            <a:extLst xmlns:a="http://schemas.openxmlformats.org/drawingml/2006/main">
              <a:ext uri="{FF2B5EF4-FFF2-40B4-BE49-F238E27FC236}">
                <a16:creationId xmlns:a16="http://schemas.microsoft.com/office/drawing/2014/main" id="{7F5A01C6-99CC-499A-9C51-0CF17F5E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25783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3" name="Sudoku-b-r02-c01">
            <a:extLst xmlns:a="http://schemas.openxmlformats.org/drawingml/2006/main">
              <a:ext uri="{FF2B5EF4-FFF2-40B4-BE49-F238E27FC236}">
                <a16:creationId xmlns:a16="http://schemas.microsoft.com/office/drawing/2014/main" id="{A8234E3C-1130-4204-BB40-30B6442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4" name="Sudoku-b-r02-c02">
            <a:extLst xmlns:a="http://schemas.openxmlformats.org/drawingml/2006/main">
              <a:ext uri="{FF2B5EF4-FFF2-40B4-BE49-F238E27FC236}">
                <a16:creationId xmlns:a16="http://schemas.microsoft.com/office/drawing/2014/main" id="{9187500F-DDE2-4E40-B10F-61563591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5" name="Sudoku-b-r02-c03">
            <a:extLst xmlns:a="http://schemas.openxmlformats.org/drawingml/2006/main">
              <a:ext uri="{FF2B5EF4-FFF2-40B4-BE49-F238E27FC236}">
                <a16:creationId xmlns:a16="http://schemas.microsoft.com/office/drawing/2014/main" id="{009ECA4A-0302-4FC6-8863-B95A4E3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6" name="Sudoku-b-r02-c04">
            <a:extLst xmlns:a="http://schemas.openxmlformats.org/drawingml/2006/main">
              <a:ext uri="{FF2B5EF4-FFF2-40B4-BE49-F238E27FC236}">
                <a16:creationId xmlns:a16="http://schemas.microsoft.com/office/drawing/2014/main" id="{D8FDD193-8121-4CD4-A2BF-8484E232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97" name="Sudoku-b-r02-c05">
            <a:extLst xmlns:a="http://schemas.openxmlformats.org/drawingml/2006/main">
              <a:ext uri="{FF2B5EF4-FFF2-40B4-BE49-F238E27FC236}">
                <a16:creationId xmlns:a16="http://schemas.microsoft.com/office/drawing/2014/main" id="{337C93A3-0013-4FAF-9D2B-A917233B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98" name="Sudoku-b-r02-c06">
            <a:extLst xmlns:a="http://schemas.openxmlformats.org/drawingml/2006/main">
              <a:ext uri="{FF2B5EF4-FFF2-40B4-BE49-F238E27FC236}">
                <a16:creationId xmlns:a16="http://schemas.microsoft.com/office/drawing/2014/main" id="{251895AE-CD96-40EC-A6FA-4C6C26E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9" name="Sudoku-b-r02-c07">
            <a:extLst xmlns:a="http://schemas.openxmlformats.org/drawingml/2006/main">
              <a:ext uri="{FF2B5EF4-FFF2-40B4-BE49-F238E27FC236}">
                <a16:creationId xmlns:a16="http://schemas.microsoft.com/office/drawing/2014/main" id="{FC0F6342-6CE9-42C2-9133-B91621F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0" name="Sudoku-b-r02-c08">
            <a:extLst xmlns:a="http://schemas.openxmlformats.org/drawingml/2006/main">
              <a:ext uri="{FF2B5EF4-FFF2-40B4-BE49-F238E27FC236}">
                <a16:creationId xmlns:a16="http://schemas.microsoft.com/office/drawing/2014/main" id="{CD93BC73-C0E1-4B3C-956B-B4D7CBE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574821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1" name="Sudoku-b-r02-c09">
            <a:extLst xmlns:a="http://schemas.openxmlformats.org/drawingml/2006/main">
              <a:ext uri="{FF2B5EF4-FFF2-40B4-BE49-F238E27FC236}">
                <a16:creationId xmlns:a16="http://schemas.microsoft.com/office/drawing/2014/main" id="{5B7F3387-129F-4E84-9102-3489858E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574821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02" name="Sudoku-b-r03-c01">
            <a:extLst xmlns:a="http://schemas.openxmlformats.org/drawingml/2006/main">
              <a:ext uri="{FF2B5EF4-FFF2-40B4-BE49-F238E27FC236}">
                <a16:creationId xmlns:a16="http://schemas.microsoft.com/office/drawing/2014/main" id="{4440F8C9-42CD-4DF9-9FF9-FD80F26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3" name="Sudoku-b-r03-c02">
            <a:extLst xmlns:a="http://schemas.openxmlformats.org/drawingml/2006/main">
              <a:ext uri="{FF2B5EF4-FFF2-40B4-BE49-F238E27FC236}">
                <a16:creationId xmlns:a16="http://schemas.microsoft.com/office/drawing/2014/main" id="{14B87CB8-E8A1-407C-9453-41B901C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04" name="Sudoku-b-r03-c03">
            <a:extLst xmlns:a="http://schemas.openxmlformats.org/drawingml/2006/main">
              <a:ext uri="{FF2B5EF4-FFF2-40B4-BE49-F238E27FC236}">
                <a16:creationId xmlns:a16="http://schemas.microsoft.com/office/drawing/2014/main" id="{FEEB7581-F706-4F33-98EB-7FFE8808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5" name="Sudoku-b-r03-c04">
            <a:extLst xmlns:a="http://schemas.openxmlformats.org/drawingml/2006/main">
              <a:ext uri="{FF2B5EF4-FFF2-40B4-BE49-F238E27FC236}">
                <a16:creationId xmlns:a16="http://schemas.microsoft.com/office/drawing/2014/main" id="{0264E31A-54D7-4CBF-8B33-D3AE9B3B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6" name="Sudoku-b-r03-c05">
            <a:extLst xmlns:a="http://schemas.openxmlformats.org/drawingml/2006/main">
              <a:ext uri="{FF2B5EF4-FFF2-40B4-BE49-F238E27FC236}">
                <a16:creationId xmlns:a16="http://schemas.microsoft.com/office/drawing/2014/main" id="{D8B911EB-9DD9-4ADF-B02D-21F1560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7" name="Sudoku-b-r03-c06">
            <a:extLst xmlns:a="http://schemas.openxmlformats.org/drawingml/2006/main">
              <a:ext uri="{FF2B5EF4-FFF2-40B4-BE49-F238E27FC236}">
                <a16:creationId xmlns:a16="http://schemas.microsoft.com/office/drawing/2014/main" id="{9661199B-C2EA-4D41-AD9D-101FAA0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8" name="Sudoku-b-r03-c07">
            <a:extLst xmlns:a="http://schemas.openxmlformats.org/drawingml/2006/main">
              <a:ext uri="{FF2B5EF4-FFF2-40B4-BE49-F238E27FC236}">
                <a16:creationId xmlns:a16="http://schemas.microsoft.com/office/drawing/2014/main" id="{1786D0BF-E195-40C4-B34E-FDF50680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9" name="Sudoku-b-r03-c08">
            <a:extLst xmlns:a="http://schemas.openxmlformats.org/drawingml/2006/main">
              <a:ext uri="{FF2B5EF4-FFF2-40B4-BE49-F238E27FC236}">
                <a16:creationId xmlns:a16="http://schemas.microsoft.com/office/drawing/2014/main" id="{A01C3DF6-8355-456E-A2EA-E4D9D1F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923859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0" name="Sudoku-b-r03-c09">
            <a:extLst xmlns:a="http://schemas.openxmlformats.org/drawingml/2006/main">
              <a:ext uri="{FF2B5EF4-FFF2-40B4-BE49-F238E27FC236}">
                <a16:creationId xmlns:a16="http://schemas.microsoft.com/office/drawing/2014/main" id="{7A125D5C-0414-4FA7-8F54-74B690E0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923859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1" name="Sudoku-b-r04-c01">
            <a:extLst xmlns:a="http://schemas.openxmlformats.org/drawingml/2006/main">
              <a:ext uri="{FF2B5EF4-FFF2-40B4-BE49-F238E27FC236}">
                <a16:creationId xmlns:a16="http://schemas.microsoft.com/office/drawing/2014/main" id="{9991F8AB-B397-4A5B-BE3C-722DB64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2" name="Sudoku-b-r04-c02">
            <a:extLst xmlns:a="http://schemas.openxmlformats.org/drawingml/2006/main">
              <a:ext uri="{FF2B5EF4-FFF2-40B4-BE49-F238E27FC236}">
                <a16:creationId xmlns:a16="http://schemas.microsoft.com/office/drawing/2014/main" id="{A5AD08F6-468A-43B4-9325-55D3C57F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3" name="Sudoku-b-r04-c03">
            <a:extLst xmlns:a="http://schemas.openxmlformats.org/drawingml/2006/main">
              <a:ext uri="{FF2B5EF4-FFF2-40B4-BE49-F238E27FC236}">
                <a16:creationId xmlns:a16="http://schemas.microsoft.com/office/drawing/2014/main" id="{5FE5545C-6E09-483B-9593-028FB1A6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4" name="Sudoku-b-r04-c04">
            <a:extLst xmlns:a="http://schemas.openxmlformats.org/drawingml/2006/main">
              <a:ext uri="{FF2B5EF4-FFF2-40B4-BE49-F238E27FC236}">
                <a16:creationId xmlns:a16="http://schemas.microsoft.com/office/drawing/2014/main" id="{01427C3F-0DC1-4A5F-8499-284A8283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15" name="Sudoku-b-r04-c05">
            <a:extLst xmlns:a="http://schemas.openxmlformats.org/drawingml/2006/main">
              <a:ext uri="{FF2B5EF4-FFF2-40B4-BE49-F238E27FC236}">
                <a16:creationId xmlns:a16="http://schemas.microsoft.com/office/drawing/2014/main" id="{909D3708-15C1-460B-843D-E18B9E63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6" name="Sudoku-b-r04-c06">
            <a:extLst xmlns:a="http://schemas.openxmlformats.org/drawingml/2006/main">
              <a:ext uri="{FF2B5EF4-FFF2-40B4-BE49-F238E27FC236}">
                <a16:creationId xmlns:a16="http://schemas.microsoft.com/office/drawing/2014/main" id="{1114FF8A-0AF5-44CF-B925-8A39241E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7" name="Sudoku-b-r04-c07">
            <a:extLst xmlns:a="http://schemas.openxmlformats.org/drawingml/2006/main">
              <a:ext uri="{FF2B5EF4-FFF2-40B4-BE49-F238E27FC236}">
                <a16:creationId xmlns:a16="http://schemas.microsoft.com/office/drawing/2014/main" id="{55D5CFE9-F9A4-4E0A-989B-25CED758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8" name="Sudoku-b-r04-c08">
            <a:extLst xmlns:a="http://schemas.openxmlformats.org/drawingml/2006/main">
              <a:ext uri="{FF2B5EF4-FFF2-40B4-BE49-F238E27FC236}">
                <a16:creationId xmlns:a16="http://schemas.microsoft.com/office/drawing/2014/main" id="{B7078AC6-0F3F-4B19-ACBA-701E0D9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1272897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9" name="Sudoku-b-r04-c09">
            <a:extLst xmlns:a="http://schemas.openxmlformats.org/drawingml/2006/main">
              <a:ext uri="{FF2B5EF4-FFF2-40B4-BE49-F238E27FC236}">
                <a16:creationId xmlns:a16="http://schemas.microsoft.com/office/drawing/2014/main" id="{C9C541A5-BC8F-4D67-A324-0DBD99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1272897"/>
            <a:ext cx="363805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0" name="Sudoku-b-r05-c01">
            <a:extLst xmlns:a="http://schemas.openxmlformats.org/drawingml/2006/main">
              <a:ext uri="{FF2B5EF4-FFF2-40B4-BE49-F238E27FC236}">
                <a16:creationId xmlns:a16="http://schemas.microsoft.com/office/drawing/2014/main" id="{984378D7-C26B-4B8E-AC63-8485C68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1" name="Sudoku-b-r05-c02">
            <a:extLst xmlns:a="http://schemas.openxmlformats.org/drawingml/2006/main">
              <a:ext uri="{FF2B5EF4-FFF2-40B4-BE49-F238E27FC236}">
                <a16:creationId xmlns:a16="http://schemas.microsoft.com/office/drawing/2014/main" id="{668D194A-0673-4D0F-AF90-80AB1B0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2" name="Sudoku-b-r05-c03">
            <a:extLst xmlns:a="http://schemas.openxmlformats.org/drawingml/2006/main">
              <a:ext uri="{FF2B5EF4-FFF2-40B4-BE49-F238E27FC236}">
                <a16:creationId xmlns:a16="http://schemas.microsoft.com/office/drawing/2014/main" id="{CAE54092-D0EB-48BF-9AA5-AFC33CD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3" name="Sudoku-b-r05-c04">
            <a:extLst xmlns:a="http://schemas.openxmlformats.org/drawingml/2006/main">
              <a:ext uri="{FF2B5EF4-FFF2-40B4-BE49-F238E27FC236}">
                <a16:creationId xmlns:a16="http://schemas.microsoft.com/office/drawing/2014/main" id="{4E00ADC4-15BD-4E3D-B41C-44698347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24" name="Sudoku-b-r05-c05">
            <a:extLst xmlns:a="http://schemas.openxmlformats.org/drawingml/2006/main">
              <a:ext uri="{FF2B5EF4-FFF2-40B4-BE49-F238E27FC236}">
                <a16:creationId xmlns:a16="http://schemas.microsoft.com/office/drawing/2014/main" id="{BF81A474-D94B-4A69-854C-4C552D8B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5" name="Sudoku-b-r05-c06">
            <a:extLst xmlns:a="http://schemas.openxmlformats.org/drawingml/2006/main">
              <a:ext uri="{FF2B5EF4-FFF2-40B4-BE49-F238E27FC236}">
                <a16:creationId xmlns:a16="http://schemas.microsoft.com/office/drawing/2014/main" id="{F5B2F6B9-EEB2-464A-94FA-95279F82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26" name="Sudoku-b-r05-c07">
            <a:extLst xmlns:a="http://schemas.openxmlformats.org/drawingml/2006/main">
              <a:ext uri="{FF2B5EF4-FFF2-40B4-BE49-F238E27FC236}">
                <a16:creationId xmlns:a16="http://schemas.microsoft.com/office/drawing/2014/main" id="{FADD512C-4D01-41BE-8A11-0F578C7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27" name="Sudoku-b-r05-c08">
            <a:extLst xmlns:a="http://schemas.openxmlformats.org/drawingml/2006/main">
              <a:ext uri="{FF2B5EF4-FFF2-40B4-BE49-F238E27FC236}">
                <a16:creationId xmlns:a16="http://schemas.microsoft.com/office/drawing/2014/main" id="{03A0627F-C293-4D66-911C-CCC8EE5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1623278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8" name="Sudoku-b-r05-c09">
            <a:extLst xmlns:a="http://schemas.openxmlformats.org/drawingml/2006/main">
              <a:ext uri="{FF2B5EF4-FFF2-40B4-BE49-F238E27FC236}">
                <a16:creationId xmlns:a16="http://schemas.microsoft.com/office/drawing/2014/main" id="{9B72EF7A-BA03-4714-9682-C114475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1623278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9" name="Sudoku-b-r06-c01">
            <a:extLst xmlns:a="http://schemas.openxmlformats.org/drawingml/2006/main">
              <a:ext uri="{FF2B5EF4-FFF2-40B4-BE49-F238E27FC236}">
                <a16:creationId xmlns:a16="http://schemas.microsoft.com/office/drawing/2014/main" id="{28D7C40C-9898-4F9F-B585-3EFC130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30" name="Sudoku-b-r06-c02">
            <a:extLst xmlns:a="http://schemas.openxmlformats.org/drawingml/2006/main">
              <a:ext uri="{FF2B5EF4-FFF2-40B4-BE49-F238E27FC236}">
                <a16:creationId xmlns:a16="http://schemas.microsoft.com/office/drawing/2014/main" id="{B365C8FD-9C14-4196-B7A5-BC629F9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1" name="Sudoku-b-r06-c03">
            <a:extLst xmlns:a="http://schemas.openxmlformats.org/drawingml/2006/main">
              <a:ext uri="{FF2B5EF4-FFF2-40B4-BE49-F238E27FC236}">
                <a16:creationId xmlns:a16="http://schemas.microsoft.com/office/drawing/2014/main" id="{7F9B1643-8735-45C7-95BF-CF7C485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2" name="Sudoku-b-r06-c04">
            <a:extLst xmlns:a="http://schemas.openxmlformats.org/drawingml/2006/main">
              <a:ext uri="{FF2B5EF4-FFF2-40B4-BE49-F238E27FC236}">
                <a16:creationId xmlns:a16="http://schemas.microsoft.com/office/drawing/2014/main" id="{AF13EC1E-F234-47BB-8ACB-084DF31B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3" name="Sudoku-b-r06-c05">
            <a:extLst xmlns:a="http://schemas.openxmlformats.org/drawingml/2006/main">
              <a:ext uri="{FF2B5EF4-FFF2-40B4-BE49-F238E27FC236}">
                <a16:creationId xmlns:a16="http://schemas.microsoft.com/office/drawing/2014/main" id="{2DD056C7-CEB0-4034-A640-D122B052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4" name="Sudoku-b-r06-c06">
            <a:extLst xmlns:a="http://schemas.openxmlformats.org/drawingml/2006/main">
              <a:ext uri="{FF2B5EF4-FFF2-40B4-BE49-F238E27FC236}">
                <a16:creationId xmlns:a16="http://schemas.microsoft.com/office/drawing/2014/main" id="{33AB497F-B739-42F3-BA44-2707A72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5" name="Sudoku-b-r06-c07">
            <a:extLst xmlns:a="http://schemas.openxmlformats.org/drawingml/2006/main">
              <a:ext uri="{FF2B5EF4-FFF2-40B4-BE49-F238E27FC236}">
                <a16:creationId xmlns:a16="http://schemas.microsoft.com/office/drawing/2014/main" id="{483172A7-84DD-42B3-B4AD-2423B1E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36" name="Sudoku-b-r06-c08">
            <a:extLst xmlns:a="http://schemas.openxmlformats.org/drawingml/2006/main">
              <a:ext uri="{FF2B5EF4-FFF2-40B4-BE49-F238E27FC236}">
                <a16:creationId xmlns:a16="http://schemas.microsoft.com/office/drawing/2014/main" id="{4A67A515-C6DB-4741-B552-E5FFEFC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1972315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7" name="Sudoku-b-r06-c09">
            <a:extLst xmlns:a="http://schemas.openxmlformats.org/drawingml/2006/main">
              <a:ext uri="{FF2B5EF4-FFF2-40B4-BE49-F238E27FC236}">
                <a16:creationId xmlns:a16="http://schemas.microsoft.com/office/drawing/2014/main" id="{B92E5CFA-6481-4693-9632-95513EBD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1972315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8" name="Sudoku-b-r07-c01">
            <a:extLst xmlns:a="http://schemas.openxmlformats.org/drawingml/2006/main">
              <a:ext uri="{FF2B5EF4-FFF2-40B4-BE49-F238E27FC236}">
                <a16:creationId xmlns:a16="http://schemas.microsoft.com/office/drawing/2014/main" id="{81A45C07-C013-4C7A-B615-294BF238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9" name="Sudoku-b-r07-c02">
            <a:extLst xmlns:a="http://schemas.openxmlformats.org/drawingml/2006/main">
              <a:ext uri="{FF2B5EF4-FFF2-40B4-BE49-F238E27FC236}">
                <a16:creationId xmlns:a16="http://schemas.microsoft.com/office/drawing/2014/main" id="{B2014370-C4C1-4721-8D64-B25F3C6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40" name="Sudoku-b-r07-c03">
            <a:extLst xmlns:a="http://schemas.openxmlformats.org/drawingml/2006/main">
              <a:ext uri="{FF2B5EF4-FFF2-40B4-BE49-F238E27FC236}">
                <a16:creationId xmlns:a16="http://schemas.microsoft.com/office/drawing/2014/main" id="{FBCD98E3-2DD7-4E8A-86C1-F3609650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41" name="Sudoku-b-r07-c04">
            <a:extLst xmlns:a="http://schemas.openxmlformats.org/drawingml/2006/main">
              <a:ext uri="{FF2B5EF4-FFF2-40B4-BE49-F238E27FC236}">
                <a16:creationId xmlns:a16="http://schemas.microsoft.com/office/drawing/2014/main" id="{8A5A33E7-2CF6-4825-A2EA-2ADF4B34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2" name="Sudoku-b-r07-c05">
            <a:extLst xmlns:a="http://schemas.openxmlformats.org/drawingml/2006/main">
              <a:ext uri="{FF2B5EF4-FFF2-40B4-BE49-F238E27FC236}">
                <a16:creationId xmlns:a16="http://schemas.microsoft.com/office/drawing/2014/main" id="{A2B1AD6C-B1F4-44B3-B36B-186F96D5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43" name="Sudoku-b-r07-c06">
            <a:extLst xmlns:a="http://schemas.openxmlformats.org/drawingml/2006/main">
              <a:ext uri="{FF2B5EF4-FFF2-40B4-BE49-F238E27FC236}">
                <a16:creationId xmlns:a16="http://schemas.microsoft.com/office/drawing/2014/main" id="{8E4FF0FE-6A8F-4338-BC92-40203E7A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4" name="Sudoku-b-r07-c07">
            <a:extLst xmlns:a="http://schemas.openxmlformats.org/drawingml/2006/main">
              <a:ext uri="{FF2B5EF4-FFF2-40B4-BE49-F238E27FC236}">
                <a16:creationId xmlns:a16="http://schemas.microsoft.com/office/drawing/2014/main" id="{7D48926D-668B-466D-BFC2-257C4520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5" name="Sudoku-b-r07-c08">
            <a:extLst xmlns:a="http://schemas.openxmlformats.org/drawingml/2006/main">
              <a:ext uri="{FF2B5EF4-FFF2-40B4-BE49-F238E27FC236}">
                <a16:creationId xmlns:a16="http://schemas.microsoft.com/office/drawing/2014/main" id="{7788A1FC-3FA0-4548-A683-E68C0CF4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321353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6" name="Sudoku-b-r07-c09">
            <a:extLst xmlns:a="http://schemas.openxmlformats.org/drawingml/2006/main">
              <a:ext uri="{FF2B5EF4-FFF2-40B4-BE49-F238E27FC236}">
                <a16:creationId xmlns:a16="http://schemas.microsoft.com/office/drawing/2014/main" id="{CA0AD162-C4D7-4E9B-B5EB-7271C25A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321353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7" name="Sudoku-b-r08-c01">
            <a:extLst xmlns:a="http://schemas.openxmlformats.org/drawingml/2006/main">
              <a:ext uri="{FF2B5EF4-FFF2-40B4-BE49-F238E27FC236}">
                <a16:creationId xmlns:a16="http://schemas.microsoft.com/office/drawing/2014/main" id="{93B29C6A-06CA-47A3-943D-F12A4F9E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8" name="Sudoku-b-r08-c02">
            <a:extLst xmlns:a="http://schemas.openxmlformats.org/drawingml/2006/main">
              <a:ext uri="{FF2B5EF4-FFF2-40B4-BE49-F238E27FC236}">
                <a16:creationId xmlns:a16="http://schemas.microsoft.com/office/drawing/2014/main" id="{6C335687-99CA-46E3-B199-2C5348B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9" name="Sudoku-b-r08-c03">
            <a:extLst xmlns:a="http://schemas.openxmlformats.org/drawingml/2006/main">
              <a:ext uri="{FF2B5EF4-FFF2-40B4-BE49-F238E27FC236}">
                <a16:creationId xmlns:a16="http://schemas.microsoft.com/office/drawing/2014/main" id="{492BA46B-E2D6-4BAD-B220-E4655A2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0" name="Sudoku-b-r08-c04">
            <a:extLst xmlns:a="http://schemas.openxmlformats.org/drawingml/2006/main">
              <a:ext uri="{FF2B5EF4-FFF2-40B4-BE49-F238E27FC236}">
                <a16:creationId xmlns:a16="http://schemas.microsoft.com/office/drawing/2014/main" id="{B8A638EE-EEA4-404B-90C9-C9D76B09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1" name="Sudoku-b-r08-c05">
            <a:extLst xmlns:a="http://schemas.openxmlformats.org/drawingml/2006/main">
              <a:ext uri="{FF2B5EF4-FFF2-40B4-BE49-F238E27FC236}">
                <a16:creationId xmlns:a16="http://schemas.microsoft.com/office/drawing/2014/main" id="{123197A1-B879-4CBC-9C47-10A2920E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52" name="Sudoku-b-r08-c06">
            <a:extLst xmlns:a="http://schemas.openxmlformats.org/drawingml/2006/main">
              <a:ext uri="{FF2B5EF4-FFF2-40B4-BE49-F238E27FC236}">
                <a16:creationId xmlns:a16="http://schemas.microsoft.com/office/drawing/2014/main" id="{F1D5AA1B-B5A4-4DE3-8B53-168BF47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53" name="Sudoku-b-r08-c07">
            <a:extLst xmlns:a="http://schemas.openxmlformats.org/drawingml/2006/main">
              <a:ext uri="{FF2B5EF4-FFF2-40B4-BE49-F238E27FC236}">
                <a16:creationId xmlns:a16="http://schemas.microsoft.com/office/drawing/2014/main" id="{059BF924-2182-4243-82DE-5920946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4" name="Sudoku-b-r08-c08">
            <a:extLst xmlns:a="http://schemas.openxmlformats.org/drawingml/2006/main">
              <a:ext uri="{FF2B5EF4-FFF2-40B4-BE49-F238E27FC236}">
                <a16:creationId xmlns:a16="http://schemas.microsoft.com/office/drawing/2014/main" id="{183BEAE2-690B-460A-B3B6-FC827D78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2670391"/>
            <a:ext cx="362462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55" name="Sudoku-b-r08-c09">
            <a:extLst xmlns:a="http://schemas.openxmlformats.org/drawingml/2006/main">
              <a:ext uri="{FF2B5EF4-FFF2-40B4-BE49-F238E27FC236}">
                <a16:creationId xmlns:a16="http://schemas.microsoft.com/office/drawing/2014/main" id="{15C2A971-3E09-4AC3-99AB-DBF86DA4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2670391"/>
            <a:ext cx="363805" cy="350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5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55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6" name="Sudoku-b-r09-c01">
            <a:extLst xmlns:a="http://schemas.openxmlformats.org/drawingml/2006/main">
              <a:ext uri="{FF2B5EF4-FFF2-40B4-BE49-F238E27FC236}">
                <a16:creationId xmlns:a16="http://schemas.microsoft.com/office/drawing/2014/main" id="{978FD155-E363-4EFB-A8FF-99F055C7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33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7" name="Sudoku-b-r09-c02">
            <a:extLst xmlns:a="http://schemas.openxmlformats.org/drawingml/2006/main">
              <a:ext uri="{FF2B5EF4-FFF2-40B4-BE49-F238E27FC236}">
                <a16:creationId xmlns:a16="http://schemas.microsoft.com/office/drawing/2014/main" id="{54DB4330-8F7E-4AE8-880E-172C6D81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695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8" name="Sudoku-b-r09-c03">
            <a:extLst xmlns:a="http://schemas.openxmlformats.org/drawingml/2006/main">
              <a:ext uri="{FF2B5EF4-FFF2-40B4-BE49-F238E27FC236}">
                <a16:creationId xmlns:a16="http://schemas.microsoft.com/office/drawing/2014/main" id="{15D5A793-DA9C-472A-B06A-22CDAA5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58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59" name="Sudoku-b-r09-c04">
            <a:extLst xmlns:a="http://schemas.openxmlformats.org/drawingml/2006/main">
              <a:ext uri="{FF2B5EF4-FFF2-40B4-BE49-F238E27FC236}">
                <a16:creationId xmlns:a16="http://schemas.microsoft.com/office/drawing/2014/main" id="{85B6E988-F70D-4E3B-9B48-582093B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20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0" name="Sudoku-b-r09-c05">
            <a:extLst xmlns:a="http://schemas.openxmlformats.org/drawingml/2006/main">
              <a:ext uri="{FF2B5EF4-FFF2-40B4-BE49-F238E27FC236}">
                <a16:creationId xmlns:a16="http://schemas.microsoft.com/office/drawing/2014/main" id="{1A78580D-38D8-49FC-A2E4-2C7AA63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82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1" name="Sudoku-b-r09-c06">
            <a:extLst xmlns:a="http://schemas.openxmlformats.org/drawingml/2006/main">
              <a:ext uri="{FF2B5EF4-FFF2-40B4-BE49-F238E27FC236}">
                <a16:creationId xmlns:a16="http://schemas.microsoft.com/office/drawing/2014/main" id="{FFDE4613-6DE1-4702-B5AC-A88EE140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5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2" name="Sudoku-b-r09-c07">
            <a:extLst xmlns:a="http://schemas.openxmlformats.org/drawingml/2006/main">
              <a:ext uri="{FF2B5EF4-FFF2-40B4-BE49-F238E27FC236}">
                <a16:creationId xmlns:a16="http://schemas.microsoft.com/office/drawing/2014/main" id="{60057CA5-25DB-41B8-AECC-23ADE904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007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63" name="Sudoku-b-r09-c08">
            <a:extLst xmlns:a="http://schemas.openxmlformats.org/drawingml/2006/main">
              <a:ext uri="{FF2B5EF4-FFF2-40B4-BE49-F238E27FC236}">
                <a16:creationId xmlns:a16="http://schemas.microsoft.com/office/drawing/2014/main" id="{7314FCA5-4874-4E4B-B47E-71296C6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70" y="3020772"/>
            <a:ext cx="362462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4" name="Sudoku-b-r09-c09">
            <a:extLst xmlns:a="http://schemas.openxmlformats.org/drawingml/2006/main">
              <a:ext uri="{FF2B5EF4-FFF2-40B4-BE49-F238E27FC236}">
                <a16:creationId xmlns:a16="http://schemas.microsoft.com/office/drawing/2014/main" id="{49318679-7F89-4732-8358-F1B564E6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932" y="3020772"/>
            <a:ext cx="363805" cy="349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9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49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65" name="Cell background c-1-1">
            <a:extLst xmlns:a="http://schemas.openxmlformats.org/drawingml/2006/main">
              <a:ext uri="{FF2B5EF4-FFF2-40B4-BE49-F238E27FC236}">
                <a16:creationId xmlns:a16="http://schemas.microsoft.com/office/drawing/2014/main" id="{24BAEFF2-0AF6-499A-9A15-D3A57A0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6" name="Cell background c-1-2">
            <a:extLst xmlns:a="http://schemas.openxmlformats.org/drawingml/2006/main">
              <a:ext uri="{FF2B5EF4-FFF2-40B4-BE49-F238E27FC236}">
                <a16:creationId xmlns:a16="http://schemas.microsoft.com/office/drawing/2014/main" id="{93312E41-FED7-4A96-BF22-A3BD9EA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7" name="Cell background c-1-3">
            <a:extLst xmlns:a="http://schemas.openxmlformats.org/drawingml/2006/main">
              <a:ext uri="{FF2B5EF4-FFF2-40B4-BE49-F238E27FC236}">
                <a16:creationId xmlns:a16="http://schemas.microsoft.com/office/drawing/2014/main" id="{DD299348-366A-4F35-821C-CC14B637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8" name="Cell background c-1-4">
            <a:extLst xmlns:a="http://schemas.openxmlformats.org/drawingml/2006/main">
              <a:ext uri="{FF2B5EF4-FFF2-40B4-BE49-F238E27FC236}">
                <a16:creationId xmlns:a16="http://schemas.microsoft.com/office/drawing/2014/main" id="{BDCB3816-5F41-4D11-A8C4-DD46049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9" name="Cell background c-1-5">
            <a:extLst xmlns:a="http://schemas.openxmlformats.org/drawingml/2006/main">
              <a:ext uri="{FF2B5EF4-FFF2-40B4-BE49-F238E27FC236}">
                <a16:creationId xmlns:a16="http://schemas.microsoft.com/office/drawing/2014/main" id="{D77F6D1E-EAF2-4645-8441-FBEA898B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0" name="Cell background c-1-6">
            <a:extLst xmlns:a="http://schemas.openxmlformats.org/drawingml/2006/main">
              <a:ext uri="{FF2B5EF4-FFF2-40B4-BE49-F238E27FC236}">
                <a16:creationId xmlns:a16="http://schemas.microsoft.com/office/drawing/2014/main" id="{85DDB473-33BB-479F-8595-F68B1946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1" name="Cell background c-1-7">
            <a:extLst xmlns:a="http://schemas.openxmlformats.org/drawingml/2006/main">
              <a:ext uri="{FF2B5EF4-FFF2-40B4-BE49-F238E27FC236}">
                <a16:creationId xmlns:a16="http://schemas.microsoft.com/office/drawing/2014/main" id="{6191F0A7-2BFB-44A5-A998-70A9B71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2" name="Cell background c-1-8">
            <a:extLst xmlns:a="http://schemas.openxmlformats.org/drawingml/2006/main">
              <a:ext uri="{FF2B5EF4-FFF2-40B4-BE49-F238E27FC236}">
                <a16:creationId xmlns:a16="http://schemas.microsoft.com/office/drawing/2014/main" id="{E5107324-0EC0-4FF9-874C-AC97F600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3" name="Cell background c-1-9">
            <a:extLst xmlns:a="http://schemas.openxmlformats.org/drawingml/2006/main">
              <a:ext uri="{FF2B5EF4-FFF2-40B4-BE49-F238E27FC236}">
                <a16:creationId xmlns:a16="http://schemas.microsoft.com/office/drawing/2014/main" id="{963BE9D6-0032-4A28-8A12-BD6AD85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80707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4" name="Cell background c-2-1">
            <a:extLst xmlns:a="http://schemas.openxmlformats.org/drawingml/2006/main">
              <a:ext uri="{FF2B5EF4-FFF2-40B4-BE49-F238E27FC236}">
                <a16:creationId xmlns:a16="http://schemas.microsoft.com/office/drawing/2014/main" id="{4253C20A-9689-4580-8896-3BC3BDA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5" name="Cell background c-2-2">
            <a:extLst xmlns:a="http://schemas.openxmlformats.org/drawingml/2006/main">
              <a:ext uri="{FF2B5EF4-FFF2-40B4-BE49-F238E27FC236}">
                <a16:creationId xmlns:a16="http://schemas.microsoft.com/office/drawing/2014/main" id="{C3080E4C-DDDD-4997-97FD-AA2EC39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6" name="Cell background c-2-3">
            <a:extLst xmlns:a="http://schemas.openxmlformats.org/drawingml/2006/main">
              <a:ext uri="{FF2B5EF4-FFF2-40B4-BE49-F238E27FC236}">
                <a16:creationId xmlns:a16="http://schemas.microsoft.com/office/drawing/2014/main" id="{F88DCEF8-DB7D-440C-9D25-22E836E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7" name="Cell background c-2-4">
            <a:extLst xmlns:a="http://schemas.openxmlformats.org/drawingml/2006/main">
              <a:ext uri="{FF2B5EF4-FFF2-40B4-BE49-F238E27FC236}">
                <a16:creationId xmlns:a16="http://schemas.microsoft.com/office/drawing/2014/main" id="{2CBC56D2-3AFD-4C55-8279-070248D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8" name="Cell background c-2-5">
            <a:extLst xmlns:a="http://schemas.openxmlformats.org/drawingml/2006/main">
              <a:ext uri="{FF2B5EF4-FFF2-40B4-BE49-F238E27FC236}">
                <a16:creationId xmlns:a16="http://schemas.microsoft.com/office/drawing/2014/main" id="{2E285950-CDCD-4622-A7DD-DFADF1E2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9" name="Cell background c-2-6">
            <a:extLst xmlns:a="http://schemas.openxmlformats.org/drawingml/2006/main">
              <a:ext uri="{FF2B5EF4-FFF2-40B4-BE49-F238E27FC236}">
                <a16:creationId xmlns:a16="http://schemas.microsoft.com/office/drawing/2014/main" id="{6DBEE7ED-6864-4FA2-9FD8-501EC93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0" name="Cell background c-2-7">
            <a:extLst xmlns:a="http://schemas.openxmlformats.org/drawingml/2006/main">
              <a:ext uri="{FF2B5EF4-FFF2-40B4-BE49-F238E27FC236}">
                <a16:creationId xmlns:a16="http://schemas.microsoft.com/office/drawing/2014/main" id="{7A08E937-58F0-45E6-B569-38C5EE2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1" name="Cell background c-2-8">
            <a:extLst xmlns:a="http://schemas.openxmlformats.org/drawingml/2006/main">
              <a:ext uri="{FF2B5EF4-FFF2-40B4-BE49-F238E27FC236}">
                <a16:creationId xmlns:a16="http://schemas.microsoft.com/office/drawing/2014/main" id="{871FF8D0-0C51-45FC-82EE-4542DCE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2" name="Cell background c-2-9">
            <a:extLst xmlns:a="http://schemas.openxmlformats.org/drawingml/2006/main">
              <a:ext uri="{FF2B5EF4-FFF2-40B4-BE49-F238E27FC236}">
                <a16:creationId xmlns:a16="http://schemas.microsoft.com/office/drawing/2014/main" id="{B0235419-9B86-442A-A7E9-C336FB29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534488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3" name="Cell background c-3-1">
            <a:extLst xmlns:a="http://schemas.openxmlformats.org/drawingml/2006/main">
              <a:ext uri="{FF2B5EF4-FFF2-40B4-BE49-F238E27FC236}">
                <a16:creationId xmlns:a16="http://schemas.microsoft.com/office/drawing/2014/main" id="{E6E2EC86-5F78-4F5A-8281-9700304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4" name="Cell background c-3-2">
            <a:extLst xmlns:a="http://schemas.openxmlformats.org/drawingml/2006/main">
              <a:ext uri="{FF2B5EF4-FFF2-40B4-BE49-F238E27FC236}">
                <a16:creationId xmlns:a16="http://schemas.microsoft.com/office/drawing/2014/main" id="{7EF3452E-4A17-4C03-914D-B8EFBEB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5" name="Cell background c-3-3">
            <a:extLst xmlns:a="http://schemas.openxmlformats.org/drawingml/2006/main">
              <a:ext uri="{FF2B5EF4-FFF2-40B4-BE49-F238E27FC236}">
                <a16:creationId xmlns:a16="http://schemas.microsoft.com/office/drawing/2014/main" id="{82AE10A0-2BFF-476B-BA89-E5B83D08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6" name="Cell background c-3-4">
            <a:extLst xmlns:a="http://schemas.openxmlformats.org/drawingml/2006/main">
              <a:ext uri="{FF2B5EF4-FFF2-40B4-BE49-F238E27FC236}">
                <a16:creationId xmlns:a16="http://schemas.microsoft.com/office/drawing/2014/main" id="{3C0232D1-1688-47A9-A8FD-8E7D881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7" name="Cell background c-3-5">
            <a:extLst xmlns:a="http://schemas.openxmlformats.org/drawingml/2006/main">
              <a:ext uri="{FF2B5EF4-FFF2-40B4-BE49-F238E27FC236}">
                <a16:creationId xmlns:a16="http://schemas.microsoft.com/office/drawing/2014/main" id="{51EF78B9-78D0-4A87-9871-85338224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8" name="Cell background c-3-6">
            <a:extLst xmlns:a="http://schemas.openxmlformats.org/drawingml/2006/main">
              <a:ext uri="{FF2B5EF4-FFF2-40B4-BE49-F238E27FC236}">
                <a16:creationId xmlns:a16="http://schemas.microsoft.com/office/drawing/2014/main" id="{587A242C-6A57-42A8-AC15-17837E12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9" name="Cell background c-3-7">
            <a:extLst xmlns:a="http://schemas.openxmlformats.org/drawingml/2006/main">
              <a:ext uri="{FF2B5EF4-FFF2-40B4-BE49-F238E27FC236}">
                <a16:creationId xmlns:a16="http://schemas.microsoft.com/office/drawing/2014/main" id="{60A2E8EB-77A6-4FE1-8A28-1BCC7AFB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0" name="Cell background c-3-8">
            <a:extLst xmlns:a="http://schemas.openxmlformats.org/drawingml/2006/main">
              <a:ext uri="{FF2B5EF4-FFF2-40B4-BE49-F238E27FC236}">
                <a16:creationId xmlns:a16="http://schemas.microsoft.com/office/drawing/2014/main" id="{95528AA7-06ED-4FC1-B9CE-4B631C6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1" name="Cell background c-3-9">
            <a:extLst xmlns:a="http://schemas.openxmlformats.org/drawingml/2006/main">
              <a:ext uri="{FF2B5EF4-FFF2-40B4-BE49-F238E27FC236}">
                <a16:creationId xmlns:a16="http://schemas.microsoft.com/office/drawing/2014/main" id="{C6C77E03-5AC3-4CB0-9D69-60D66A77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888269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2" name="Cell background c-4-1">
            <a:extLst xmlns:a="http://schemas.openxmlformats.org/drawingml/2006/main">
              <a:ext uri="{FF2B5EF4-FFF2-40B4-BE49-F238E27FC236}">
                <a16:creationId xmlns:a16="http://schemas.microsoft.com/office/drawing/2014/main" id="{5EA00428-B266-4DF6-9B00-D87C080E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3" name="Cell background c-4-2">
            <a:extLst xmlns:a="http://schemas.openxmlformats.org/drawingml/2006/main">
              <a:ext uri="{FF2B5EF4-FFF2-40B4-BE49-F238E27FC236}">
                <a16:creationId xmlns:a16="http://schemas.microsoft.com/office/drawing/2014/main" id="{9C2DC52B-0E0B-4399-BF63-EFC6A7A5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4" name="Cell background c-4-3">
            <a:extLst xmlns:a="http://schemas.openxmlformats.org/drawingml/2006/main">
              <a:ext uri="{FF2B5EF4-FFF2-40B4-BE49-F238E27FC236}">
                <a16:creationId xmlns:a16="http://schemas.microsoft.com/office/drawing/2014/main" id="{C04C04E6-D256-434C-8D72-4A112695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5" name="Cell background c-4-4">
            <a:extLst xmlns:a="http://schemas.openxmlformats.org/drawingml/2006/main">
              <a:ext uri="{FF2B5EF4-FFF2-40B4-BE49-F238E27FC236}">
                <a16:creationId xmlns:a16="http://schemas.microsoft.com/office/drawing/2014/main" id="{EA5BCAAA-9937-49E7-96C4-622394E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6" name="Cell background c-4-5">
            <a:extLst xmlns:a="http://schemas.openxmlformats.org/drawingml/2006/main">
              <a:ext uri="{FF2B5EF4-FFF2-40B4-BE49-F238E27FC236}">
                <a16:creationId xmlns:a16="http://schemas.microsoft.com/office/drawing/2014/main" id="{867EDC2A-A81D-46B3-8702-5B373BB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7" name="Cell background c-4-6">
            <a:extLst xmlns:a="http://schemas.openxmlformats.org/drawingml/2006/main">
              <a:ext uri="{FF2B5EF4-FFF2-40B4-BE49-F238E27FC236}">
                <a16:creationId xmlns:a16="http://schemas.microsoft.com/office/drawing/2014/main" id="{A741B1F4-2C70-4D81-BA04-7FF645C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8" name="Cell background c-4-7">
            <a:extLst xmlns:a="http://schemas.openxmlformats.org/drawingml/2006/main">
              <a:ext uri="{FF2B5EF4-FFF2-40B4-BE49-F238E27FC236}">
                <a16:creationId xmlns:a16="http://schemas.microsoft.com/office/drawing/2014/main" id="{E0FE29B0-C2E9-4BC6-B51A-11A344B4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9" name="Cell background c-4-8">
            <a:extLst xmlns:a="http://schemas.openxmlformats.org/drawingml/2006/main">
              <a:ext uri="{FF2B5EF4-FFF2-40B4-BE49-F238E27FC236}">
                <a16:creationId xmlns:a16="http://schemas.microsoft.com/office/drawing/2014/main" id="{9C484AC6-9ADD-44B3-980C-D8BC7A5F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0" name="Cell background c-4-9">
            <a:extLst xmlns:a="http://schemas.openxmlformats.org/drawingml/2006/main">
              <a:ext uri="{FF2B5EF4-FFF2-40B4-BE49-F238E27FC236}">
                <a16:creationId xmlns:a16="http://schemas.microsoft.com/office/drawing/2014/main" id="{67FF8A5D-0ABA-4AB0-9191-642D0EC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242049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1" name="Cell background c-5-1">
            <a:extLst xmlns:a="http://schemas.openxmlformats.org/drawingml/2006/main">
              <a:ext uri="{FF2B5EF4-FFF2-40B4-BE49-F238E27FC236}">
                <a16:creationId xmlns:a16="http://schemas.microsoft.com/office/drawing/2014/main" id="{5B4737A2-E14E-4BAE-8F65-F30124B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2" name="Cell background c-5-2">
            <a:extLst xmlns:a="http://schemas.openxmlformats.org/drawingml/2006/main">
              <a:ext uri="{FF2B5EF4-FFF2-40B4-BE49-F238E27FC236}">
                <a16:creationId xmlns:a16="http://schemas.microsoft.com/office/drawing/2014/main" id="{8C564723-5CF2-4831-B480-434902C1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3" name="Cell background c-5-3">
            <a:extLst xmlns:a="http://schemas.openxmlformats.org/drawingml/2006/main">
              <a:ext uri="{FF2B5EF4-FFF2-40B4-BE49-F238E27FC236}">
                <a16:creationId xmlns:a16="http://schemas.microsoft.com/office/drawing/2014/main" id="{36760258-FE22-4770-8044-4C985F4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4" name="Cell background c-5-4">
            <a:extLst xmlns:a="http://schemas.openxmlformats.org/drawingml/2006/main">
              <a:ext uri="{FF2B5EF4-FFF2-40B4-BE49-F238E27FC236}">
                <a16:creationId xmlns:a16="http://schemas.microsoft.com/office/drawing/2014/main" id="{DF6179D6-62A0-4CBA-A694-D9779239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5" name="Cell background c-5-5">
            <a:extLst xmlns:a="http://schemas.openxmlformats.org/drawingml/2006/main">
              <a:ext uri="{FF2B5EF4-FFF2-40B4-BE49-F238E27FC236}">
                <a16:creationId xmlns:a16="http://schemas.microsoft.com/office/drawing/2014/main" id="{E42EA38E-F939-4CF3-AAC4-0785591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6" name="Cell background c-5-6">
            <a:extLst xmlns:a="http://schemas.openxmlformats.org/drawingml/2006/main">
              <a:ext uri="{FF2B5EF4-FFF2-40B4-BE49-F238E27FC236}">
                <a16:creationId xmlns:a16="http://schemas.microsoft.com/office/drawing/2014/main" id="{86AEC060-CB1C-4D77-8483-6EB79762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7" name="Cell background c-5-7">
            <a:extLst xmlns:a="http://schemas.openxmlformats.org/drawingml/2006/main">
              <a:ext uri="{FF2B5EF4-FFF2-40B4-BE49-F238E27FC236}">
                <a16:creationId xmlns:a16="http://schemas.microsoft.com/office/drawing/2014/main" id="{56BCB958-C44E-4A23-8D56-36A751EE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8" name="Cell background c-5-8">
            <a:extLst xmlns:a="http://schemas.openxmlformats.org/drawingml/2006/main">
              <a:ext uri="{FF2B5EF4-FFF2-40B4-BE49-F238E27FC236}">
                <a16:creationId xmlns:a16="http://schemas.microsoft.com/office/drawing/2014/main" id="{0344569B-AD92-4270-B765-1608A6FB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9" name="Cell background c-5-9">
            <a:extLst xmlns:a="http://schemas.openxmlformats.org/drawingml/2006/main">
              <a:ext uri="{FF2B5EF4-FFF2-40B4-BE49-F238E27FC236}">
                <a16:creationId xmlns:a16="http://schemas.microsoft.com/office/drawing/2014/main" id="{92172FBE-5A07-4AE0-B684-684FF99D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597191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0" name="Cell background c-6-1">
            <a:extLst xmlns:a="http://schemas.openxmlformats.org/drawingml/2006/main">
              <a:ext uri="{FF2B5EF4-FFF2-40B4-BE49-F238E27FC236}">
                <a16:creationId xmlns:a16="http://schemas.microsoft.com/office/drawing/2014/main" id="{356CE4EC-8DB8-4358-AD30-6D18B458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1" name="Cell background c-6-2">
            <a:extLst xmlns:a="http://schemas.openxmlformats.org/drawingml/2006/main">
              <a:ext uri="{FF2B5EF4-FFF2-40B4-BE49-F238E27FC236}">
                <a16:creationId xmlns:a16="http://schemas.microsoft.com/office/drawing/2014/main" id="{99F4AAE8-CA28-47FE-AAC2-E72A91B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2" name="Cell background c-6-3">
            <a:extLst xmlns:a="http://schemas.openxmlformats.org/drawingml/2006/main">
              <a:ext uri="{FF2B5EF4-FFF2-40B4-BE49-F238E27FC236}">
                <a16:creationId xmlns:a16="http://schemas.microsoft.com/office/drawing/2014/main" id="{56F7B9E1-7889-427E-A969-ACB9FDF7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3" name="Cell background c-6-4">
            <a:extLst xmlns:a="http://schemas.openxmlformats.org/drawingml/2006/main">
              <a:ext uri="{FF2B5EF4-FFF2-40B4-BE49-F238E27FC236}">
                <a16:creationId xmlns:a16="http://schemas.microsoft.com/office/drawing/2014/main" id="{6B2BAE75-BDE0-4E85-A1B1-7C60AE49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4" name="Cell background c-6-5">
            <a:extLst xmlns:a="http://schemas.openxmlformats.org/drawingml/2006/main">
              <a:ext uri="{FF2B5EF4-FFF2-40B4-BE49-F238E27FC236}">
                <a16:creationId xmlns:a16="http://schemas.microsoft.com/office/drawing/2014/main" id="{A7627DF5-2938-4102-A52D-339F5A9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5" name="Cell background c-6-6">
            <a:extLst xmlns:a="http://schemas.openxmlformats.org/drawingml/2006/main">
              <a:ext uri="{FF2B5EF4-FFF2-40B4-BE49-F238E27FC236}">
                <a16:creationId xmlns:a16="http://schemas.microsoft.com/office/drawing/2014/main" id="{DE188080-9210-4A96-96FD-2A23DBE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6" name="Cell background c-6-7">
            <a:extLst xmlns:a="http://schemas.openxmlformats.org/drawingml/2006/main">
              <a:ext uri="{FF2B5EF4-FFF2-40B4-BE49-F238E27FC236}">
                <a16:creationId xmlns:a16="http://schemas.microsoft.com/office/drawing/2014/main" id="{E2781FC8-F187-41F7-9C50-E00F21D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7" name="Cell background c-6-8">
            <a:extLst xmlns:a="http://schemas.openxmlformats.org/drawingml/2006/main">
              <a:ext uri="{FF2B5EF4-FFF2-40B4-BE49-F238E27FC236}">
                <a16:creationId xmlns:a16="http://schemas.microsoft.com/office/drawing/2014/main" id="{BC131FB4-00F3-4075-A2F8-2B58682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8" name="Cell background c-6-9">
            <a:extLst xmlns:a="http://schemas.openxmlformats.org/drawingml/2006/main">
              <a:ext uri="{FF2B5EF4-FFF2-40B4-BE49-F238E27FC236}">
                <a16:creationId xmlns:a16="http://schemas.microsoft.com/office/drawing/2014/main" id="{FA1447D1-7519-499C-939D-53816CB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950972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9" name="Cell background c-7-1">
            <a:extLst xmlns:a="http://schemas.openxmlformats.org/drawingml/2006/main">
              <a:ext uri="{FF2B5EF4-FFF2-40B4-BE49-F238E27FC236}">
                <a16:creationId xmlns:a16="http://schemas.microsoft.com/office/drawing/2014/main" id="{43CB69A7-F0A8-4F68-A769-6629791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0" name="Cell background c-7-2">
            <a:extLst xmlns:a="http://schemas.openxmlformats.org/drawingml/2006/main">
              <a:ext uri="{FF2B5EF4-FFF2-40B4-BE49-F238E27FC236}">
                <a16:creationId xmlns:a16="http://schemas.microsoft.com/office/drawing/2014/main" id="{6899BB11-76CF-48A0-A317-36FB6742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1" name="Cell background c-7-3">
            <a:extLst xmlns:a="http://schemas.openxmlformats.org/drawingml/2006/main">
              <a:ext uri="{FF2B5EF4-FFF2-40B4-BE49-F238E27FC236}">
                <a16:creationId xmlns:a16="http://schemas.microsoft.com/office/drawing/2014/main" id="{EB737F48-8415-4A76-807B-DCBD48A0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2" name="Cell background c-7-4">
            <a:extLst xmlns:a="http://schemas.openxmlformats.org/drawingml/2006/main">
              <a:ext uri="{FF2B5EF4-FFF2-40B4-BE49-F238E27FC236}">
                <a16:creationId xmlns:a16="http://schemas.microsoft.com/office/drawing/2014/main" id="{AA3691BA-C549-44ED-9082-7685A245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3" name="Cell background c-7-5">
            <a:extLst xmlns:a="http://schemas.openxmlformats.org/drawingml/2006/main">
              <a:ext uri="{FF2B5EF4-FFF2-40B4-BE49-F238E27FC236}">
                <a16:creationId xmlns:a16="http://schemas.microsoft.com/office/drawing/2014/main" id="{94A315D2-53E3-491C-BF2B-5844C391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4" name="Cell background c-7-6">
            <a:extLst xmlns:a="http://schemas.openxmlformats.org/drawingml/2006/main">
              <a:ext uri="{FF2B5EF4-FFF2-40B4-BE49-F238E27FC236}">
                <a16:creationId xmlns:a16="http://schemas.microsoft.com/office/drawing/2014/main" id="{04353940-A16A-4C4C-B796-81C37412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5" name="Cell background c-7-7">
            <a:extLst xmlns:a="http://schemas.openxmlformats.org/drawingml/2006/main">
              <a:ext uri="{FF2B5EF4-FFF2-40B4-BE49-F238E27FC236}">
                <a16:creationId xmlns:a16="http://schemas.microsoft.com/office/drawing/2014/main" id="{0399877F-6350-4CA4-AAF4-D74EAC81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6" name="Cell background c-7-8">
            <a:extLst xmlns:a="http://schemas.openxmlformats.org/drawingml/2006/main">
              <a:ext uri="{FF2B5EF4-FFF2-40B4-BE49-F238E27FC236}">
                <a16:creationId xmlns:a16="http://schemas.microsoft.com/office/drawing/2014/main" id="{5D07CEC4-1575-4059-BD50-6EF7CB0E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7" name="Cell background c-7-9">
            <a:extLst xmlns:a="http://schemas.openxmlformats.org/drawingml/2006/main">
              <a:ext uri="{FF2B5EF4-FFF2-40B4-BE49-F238E27FC236}">
                <a16:creationId xmlns:a16="http://schemas.microsoft.com/office/drawing/2014/main" id="{6749716B-4D95-425A-8522-3C928108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2304753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8" name="Cell background c-8-1">
            <a:extLst xmlns:a="http://schemas.openxmlformats.org/drawingml/2006/main">
              <a:ext uri="{FF2B5EF4-FFF2-40B4-BE49-F238E27FC236}">
                <a16:creationId xmlns:a16="http://schemas.microsoft.com/office/drawing/2014/main" id="{C72C95D6-DD13-4EB7-8209-29E061C4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9" name="Cell background c-8-2">
            <a:extLst xmlns:a="http://schemas.openxmlformats.org/drawingml/2006/main">
              <a:ext uri="{FF2B5EF4-FFF2-40B4-BE49-F238E27FC236}">
                <a16:creationId xmlns:a16="http://schemas.microsoft.com/office/drawing/2014/main" id="{CC43318B-AD1B-4A5A-B2D3-E57B221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0" name="Cell background c-8-3">
            <a:extLst xmlns:a="http://schemas.openxmlformats.org/drawingml/2006/main">
              <a:ext uri="{FF2B5EF4-FFF2-40B4-BE49-F238E27FC236}">
                <a16:creationId xmlns:a16="http://schemas.microsoft.com/office/drawing/2014/main" id="{81DEFE31-4E12-400D-8C0B-2119BB4D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1" name="Cell background c-8-4">
            <a:extLst xmlns:a="http://schemas.openxmlformats.org/drawingml/2006/main">
              <a:ext uri="{FF2B5EF4-FFF2-40B4-BE49-F238E27FC236}">
                <a16:creationId xmlns:a16="http://schemas.microsoft.com/office/drawing/2014/main" id="{4533DB95-633E-4A14-9295-9DB4033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2" name="Cell background c-8-5">
            <a:extLst xmlns:a="http://schemas.openxmlformats.org/drawingml/2006/main">
              <a:ext uri="{FF2B5EF4-FFF2-40B4-BE49-F238E27FC236}">
                <a16:creationId xmlns:a16="http://schemas.microsoft.com/office/drawing/2014/main" id="{019DC85C-E4DE-49F9-A86E-4E6D71BC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3" name="Cell background c-8-6">
            <a:extLst xmlns:a="http://schemas.openxmlformats.org/drawingml/2006/main">
              <a:ext uri="{FF2B5EF4-FFF2-40B4-BE49-F238E27FC236}">
                <a16:creationId xmlns:a16="http://schemas.microsoft.com/office/drawing/2014/main" id="{DCDF53EC-F606-4DAE-A0BD-7C20D22A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4" name="Cell background c-8-7">
            <a:extLst xmlns:a="http://schemas.openxmlformats.org/drawingml/2006/main">
              <a:ext uri="{FF2B5EF4-FFF2-40B4-BE49-F238E27FC236}">
                <a16:creationId xmlns:a16="http://schemas.microsoft.com/office/drawing/2014/main" id="{A3738B72-1529-4774-B700-A9192F4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5" name="Cell background c-8-8">
            <a:extLst xmlns:a="http://schemas.openxmlformats.org/drawingml/2006/main">
              <a:ext uri="{FF2B5EF4-FFF2-40B4-BE49-F238E27FC236}">
                <a16:creationId xmlns:a16="http://schemas.microsoft.com/office/drawing/2014/main" id="{B13C60B2-C214-44A3-8ED7-906A7FF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6" name="Cell background c-8-9">
            <a:extLst xmlns:a="http://schemas.openxmlformats.org/drawingml/2006/main">
              <a:ext uri="{FF2B5EF4-FFF2-40B4-BE49-F238E27FC236}">
                <a16:creationId xmlns:a16="http://schemas.microsoft.com/office/drawing/2014/main" id="{81229DC2-345B-4041-949C-0115419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2658534"/>
            <a:ext cx="367388" cy="3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7" name="Cell background c-9-1">
            <a:extLst xmlns:a="http://schemas.openxmlformats.org/drawingml/2006/main">
              <a:ext uri="{FF2B5EF4-FFF2-40B4-BE49-F238E27FC236}">
                <a16:creationId xmlns:a16="http://schemas.microsoft.com/office/drawing/2014/main" id="{897C7E8B-8CBE-4789-A4D7-93D6E4E0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8" name="Cell background c-9-2">
            <a:extLst xmlns:a="http://schemas.openxmlformats.org/drawingml/2006/main">
              <a:ext uri="{FF2B5EF4-FFF2-40B4-BE49-F238E27FC236}">
                <a16:creationId xmlns:a16="http://schemas.microsoft.com/office/drawing/2014/main" id="{2B25BF6F-9BF1-4E9E-85B8-11621D5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9" name="Cell background c-9-3">
            <a:extLst xmlns:a="http://schemas.openxmlformats.org/drawingml/2006/main">
              <a:ext uri="{FF2B5EF4-FFF2-40B4-BE49-F238E27FC236}">
                <a16:creationId xmlns:a16="http://schemas.microsoft.com/office/drawing/2014/main" id="{2B471D59-0E2D-4A0E-95E2-CF9D024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0" name="Cell background c-9-4">
            <a:extLst xmlns:a="http://schemas.openxmlformats.org/drawingml/2006/main">
              <a:ext uri="{FF2B5EF4-FFF2-40B4-BE49-F238E27FC236}">
                <a16:creationId xmlns:a16="http://schemas.microsoft.com/office/drawing/2014/main" id="{42AD05A7-FA8C-4085-BE0E-03E3760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1" name="Cell background c-9-5">
            <a:extLst xmlns:a="http://schemas.openxmlformats.org/drawingml/2006/main">
              <a:ext uri="{FF2B5EF4-FFF2-40B4-BE49-F238E27FC236}">
                <a16:creationId xmlns:a16="http://schemas.microsoft.com/office/drawing/2014/main" id="{1363DD8D-1C5C-467D-A289-BFB8740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2" name="Cell background c-9-6">
            <a:extLst xmlns:a="http://schemas.openxmlformats.org/drawingml/2006/main">
              <a:ext uri="{FF2B5EF4-FFF2-40B4-BE49-F238E27FC236}">
                <a16:creationId xmlns:a16="http://schemas.microsoft.com/office/drawing/2014/main" id="{252FD710-749A-412B-854A-2B85F367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3" name="Cell background c-9-7">
            <a:extLst xmlns:a="http://schemas.openxmlformats.org/drawingml/2006/main">
              <a:ext uri="{FF2B5EF4-FFF2-40B4-BE49-F238E27FC236}">
                <a16:creationId xmlns:a16="http://schemas.microsoft.com/office/drawing/2014/main" id="{B9D10510-B830-400E-840B-8EBE4B2B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4" name="Cell background c-9-8">
            <a:extLst xmlns:a="http://schemas.openxmlformats.org/drawingml/2006/main">
              <a:ext uri="{FF2B5EF4-FFF2-40B4-BE49-F238E27FC236}">
                <a16:creationId xmlns:a16="http://schemas.microsoft.com/office/drawing/2014/main" id="{4A548352-093D-486A-9413-4B82EEF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5" name="Cell background c-9-9">
            <a:extLst xmlns:a="http://schemas.openxmlformats.org/drawingml/2006/main">
              <a:ext uri="{FF2B5EF4-FFF2-40B4-BE49-F238E27FC236}">
                <a16:creationId xmlns:a16="http://schemas.microsoft.com/office/drawing/2014/main" id="{6AB1DB62-3DFE-4F2A-BE52-324700A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3013675"/>
            <a:ext cx="367388" cy="353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6" name="Path 41">
            <a:extLst xmlns:a="http://schemas.openxmlformats.org/drawingml/2006/main">
              <a:ext uri="{FF2B5EF4-FFF2-40B4-BE49-F238E27FC236}">
                <a16:creationId xmlns:a16="http://schemas.microsoft.com/office/drawing/2014/main" id="{C8AF74DD-C5A3-495C-A62A-B3DA643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47" name="Path 42">
            <a:extLst xmlns:a="http://schemas.openxmlformats.org/drawingml/2006/main">
              <a:ext uri="{FF2B5EF4-FFF2-40B4-BE49-F238E27FC236}">
                <a16:creationId xmlns:a16="http://schemas.microsoft.com/office/drawing/2014/main" id="{0FE27FB4-D02E-4A20-9B6E-A992C50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80707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48" name="Path 43">
            <a:extLst xmlns:a="http://schemas.openxmlformats.org/drawingml/2006/main">
              <a:ext uri="{FF2B5EF4-FFF2-40B4-BE49-F238E27FC236}">
                <a16:creationId xmlns:a16="http://schemas.microsoft.com/office/drawing/2014/main" id="{0AFE5010-37D0-499E-9152-F6422C9A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49" name="Path 44">
            <a:extLst xmlns:a="http://schemas.openxmlformats.org/drawingml/2006/main">
              <a:ext uri="{FF2B5EF4-FFF2-40B4-BE49-F238E27FC236}">
                <a16:creationId xmlns:a16="http://schemas.microsoft.com/office/drawing/2014/main" id="{BF635F61-BE8A-440C-8990-489A544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534488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0" name="Path 45">
            <a:extLst xmlns:a="http://schemas.openxmlformats.org/drawingml/2006/main">
              <a:ext uri="{FF2B5EF4-FFF2-40B4-BE49-F238E27FC236}">
                <a16:creationId xmlns:a16="http://schemas.microsoft.com/office/drawing/2014/main" id="{24771939-B4FF-422F-88BB-D5F5D64F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1" name="Path 46">
            <a:extLst xmlns:a="http://schemas.openxmlformats.org/drawingml/2006/main">
              <a:ext uri="{FF2B5EF4-FFF2-40B4-BE49-F238E27FC236}">
                <a16:creationId xmlns:a16="http://schemas.microsoft.com/office/drawing/2014/main" id="{90F0EFD8-037A-4738-B6EE-6A6D13BE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888269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2" name="Path 47">
            <a:extLst xmlns:a="http://schemas.openxmlformats.org/drawingml/2006/main">
              <a:ext uri="{FF2B5EF4-FFF2-40B4-BE49-F238E27FC236}">
                <a16:creationId xmlns:a16="http://schemas.microsoft.com/office/drawing/2014/main" id="{1DCDB61D-2300-4F7A-AEEB-D3979595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53" name="Path 48">
            <a:extLst xmlns:a="http://schemas.openxmlformats.org/drawingml/2006/main">
              <a:ext uri="{FF2B5EF4-FFF2-40B4-BE49-F238E27FC236}">
                <a16:creationId xmlns:a16="http://schemas.microsoft.com/office/drawing/2014/main" id="{0BC60225-4203-4CA0-9D95-A022FC4A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242049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54" name="Path 49">
            <a:extLst xmlns:a="http://schemas.openxmlformats.org/drawingml/2006/main">
              <a:ext uri="{FF2B5EF4-FFF2-40B4-BE49-F238E27FC236}">
                <a16:creationId xmlns:a16="http://schemas.microsoft.com/office/drawing/2014/main" id="{B7E0AD80-DC72-4C0E-B49B-31EC52E0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5" name="Path 50">
            <a:extLst xmlns:a="http://schemas.openxmlformats.org/drawingml/2006/main">
              <a:ext uri="{FF2B5EF4-FFF2-40B4-BE49-F238E27FC236}">
                <a16:creationId xmlns:a16="http://schemas.microsoft.com/office/drawing/2014/main" id="{B22E8A3C-EFB3-452F-8459-561FABF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597191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6" name="Path 51">
            <a:extLst xmlns:a="http://schemas.openxmlformats.org/drawingml/2006/main">
              <a:ext uri="{FF2B5EF4-FFF2-40B4-BE49-F238E27FC236}">
                <a16:creationId xmlns:a16="http://schemas.microsoft.com/office/drawing/2014/main" id="{0AC28AD8-D901-4FAC-9A91-0DAC0F93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7" name="Path 52">
            <a:extLst xmlns:a="http://schemas.openxmlformats.org/drawingml/2006/main">
              <a:ext uri="{FF2B5EF4-FFF2-40B4-BE49-F238E27FC236}">
                <a16:creationId xmlns:a16="http://schemas.microsoft.com/office/drawing/2014/main" id="{C5C5056A-DF1D-45F2-AB29-8DD21B8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950972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58" name="Path 53">
            <a:extLst xmlns:a="http://schemas.openxmlformats.org/drawingml/2006/main">
              <a:ext uri="{FF2B5EF4-FFF2-40B4-BE49-F238E27FC236}">
                <a16:creationId xmlns:a16="http://schemas.microsoft.com/office/drawing/2014/main" id="{B9D01D68-4E7D-41CE-84F5-74310BB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59" name="Path 54">
            <a:extLst xmlns:a="http://schemas.openxmlformats.org/drawingml/2006/main">
              <a:ext uri="{FF2B5EF4-FFF2-40B4-BE49-F238E27FC236}">
                <a16:creationId xmlns:a16="http://schemas.microsoft.com/office/drawing/2014/main" id="{42DF698A-BE02-4886-ADE6-ACAC3E9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2304753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60" name="Path 55">
            <a:extLst xmlns:a="http://schemas.openxmlformats.org/drawingml/2006/main">
              <a:ext uri="{FF2B5EF4-FFF2-40B4-BE49-F238E27FC236}">
                <a16:creationId xmlns:a16="http://schemas.microsoft.com/office/drawing/2014/main" id="{D5F37296-803C-4DCD-A227-D5B78A6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61" name="Path 56">
            <a:extLst xmlns:a="http://schemas.openxmlformats.org/drawingml/2006/main">
              <a:ext uri="{FF2B5EF4-FFF2-40B4-BE49-F238E27FC236}">
                <a16:creationId xmlns:a16="http://schemas.microsoft.com/office/drawing/2014/main" id="{805534D7-F2EF-4B4B-BA38-30F88A2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2658534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62" name="Path 57">
            <a:extLst xmlns:a="http://schemas.openxmlformats.org/drawingml/2006/main">
              <a:ext uri="{FF2B5EF4-FFF2-40B4-BE49-F238E27FC236}">
                <a16:creationId xmlns:a16="http://schemas.microsoft.com/office/drawing/2014/main" id="{51E23F31-269F-4C99-8BE5-CB73746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63" name="Path 58">
            <a:extLst xmlns:a="http://schemas.openxmlformats.org/drawingml/2006/main">
              <a:ext uri="{FF2B5EF4-FFF2-40B4-BE49-F238E27FC236}">
                <a16:creationId xmlns:a16="http://schemas.microsoft.com/office/drawing/2014/main" id="{AC807495-DD9C-4108-866D-0BAEAA3A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3013675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464" name="Path 59">
            <a:extLst xmlns:a="http://schemas.openxmlformats.org/drawingml/2006/main">
              <a:ext uri="{FF2B5EF4-FFF2-40B4-BE49-F238E27FC236}">
                <a16:creationId xmlns:a16="http://schemas.microsoft.com/office/drawing/2014/main" id="{B94B50D1-2480-4E99-99D5-0B637855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581" y="180707"/>
            <a:ext cx="95" cy="3186750"/>
          </a:xfrm>
          <a:custGeom xmlns:a="http://schemas.openxmlformats.org/drawingml/2006/main">
            <a:pathLst>
              <a:path w="95" h="3186750">
                <a:moveTo>
                  <a:pt x="0" y="0"/>
                </a:moveTo>
                <a:lnTo>
                  <a:pt x="0" y="318675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65" name="Path 60">
            <a:extLst xmlns:a="http://schemas.openxmlformats.org/drawingml/2006/main">
              <a:ext uri="{FF2B5EF4-FFF2-40B4-BE49-F238E27FC236}">
                <a16:creationId xmlns:a16="http://schemas.microsoft.com/office/drawing/2014/main" id="{400F30C8-4101-4A26-BD16-1A98C0F4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3367456"/>
            <a:ext cx="3306491" cy="95"/>
          </a:xfrm>
          <a:custGeom xmlns:a="http://schemas.openxmlformats.org/drawingml/2006/main">
            <a:pathLst>
              <a:path w="3306491" h="95">
                <a:moveTo>
                  <a:pt x="0" y="0"/>
                </a:moveTo>
                <a:lnTo>
                  <a:pt x="33064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466" name="Sudoku-c-r01-c01">
            <a:extLst xmlns:a="http://schemas.openxmlformats.org/drawingml/2006/main">
              <a:ext uri="{FF2B5EF4-FFF2-40B4-BE49-F238E27FC236}">
                <a16:creationId xmlns:a16="http://schemas.microsoft.com/office/drawing/2014/main" id="{B4F92786-D2C0-412D-8F06-A8C5BE87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67" name="Sudoku-c-r01-c02">
            <a:extLst xmlns:a="http://schemas.openxmlformats.org/drawingml/2006/main">
              <a:ext uri="{FF2B5EF4-FFF2-40B4-BE49-F238E27FC236}">
                <a16:creationId xmlns:a16="http://schemas.microsoft.com/office/drawing/2014/main" id="{DE503CD4-1A5D-4D9E-ADA8-E8C07EBE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68" name="Sudoku-c-r01-c03">
            <a:extLst xmlns:a="http://schemas.openxmlformats.org/drawingml/2006/main">
              <a:ext uri="{FF2B5EF4-FFF2-40B4-BE49-F238E27FC236}">
                <a16:creationId xmlns:a16="http://schemas.microsoft.com/office/drawing/2014/main" id="{CEBFA859-A484-4A44-9E49-93A38A1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9" name="Sudoku-c-r01-c04">
            <a:extLst xmlns:a="http://schemas.openxmlformats.org/drawingml/2006/main">
              <a:ext uri="{FF2B5EF4-FFF2-40B4-BE49-F238E27FC236}">
                <a16:creationId xmlns:a16="http://schemas.microsoft.com/office/drawing/2014/main" id="{A6A2C850-52C7-4312-A4C0-1FCBE2B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0" name="Sudoku-c-r01-c05">
            <a:extLst xmlns:a="http://schemas.openxmlformats.org/drawingml/2006/main">
              <a:ext uri="{FF2B5EF4-FFF2-40B4-BE49-F238E27FC236}">
                <a16:creationId xmlns:a16="http://schemas.microsoft.com/office/drawing/2014/main" id="{71A8E57A-7768-49FA-9486-126680CF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1" name="Sudoku-c-r01-c06">
            <a:extLst xmlns:a="http://schemas.openxmlformats.org/drawingml/2006/main">
              <a:ext uri="{FF2B5EF4-FFF2-40B4-BE49-F238E27FC236}">
                <a16:creationId xmlns:a16="http://schemas.microsoft.com/office/drawing/2014/main" id="{87B7A7F1-BB90-4CA9-95C5-4FAB6C8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72" name="Sudoku-c-r01-c07">
            <a:extLst xmlns:a="http://schemas.openxmlformats.org/drawingml/2006/main">
              <a:ext uri="{FF2B5EF4-FFF2-40B4-BE49-F238E27FC236}">
                <a16:creationId xmlns:a16="http://schemas.microsoft.com/office/drawing/2014/main" id="{1F34B531-99CA-4944-B037-FD13C03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3" name="Sudoku-c-r01-c08">
            <a:extLst xmlns:a="http://schemas.openxmlformats.org/drawingml/2006/main">
              <a:ext uri="{FF2B5EF4-FFF2-40B4-BE49-F238E27FC236}">
                <a16:creationId xmlns:a16="http://schemas.microsoft.com/office/drawing/2014/main" id="{897D0B57-5FAD-4707-BB27-5722E9DF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4" name="Sudoku-c-r01-c09">
            <a:extLst xmlns:a="http://schemas.openxmlformats.org/drawingml/2006/main">
              <a:ext uri="{FF2B5EF4-FFF2-40B4-BE49-F238E27FC236}">
                <a16:creationId xmlns:a16="http://schemas.microsoft.com/office/drawing/2014/main" id="{1D939E6A-03CE-406D-BB3D-791F4872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80707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75" name="Sudoku-c-r02-c01">
            <a:extLst xmlns:a="http://schemas.openxmlformats.org/drawingml/2006/main">
              <a:ext uri="{FF2B5EF4-FFF2-40B4-BE49-F238E27FC236}">
                <a16:creationId xmlns:a16="http://schemas.microsoft.com/office/drawing/2014/main" id="{8EB7EF4F-7893-4C64-9BC0-76281852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76" name="Sudoku-c-r02-c02">
            <a:extLst xmlns:a="http://schemas.openxmlformats.org/drawingml/2006/main">
              <a:ext uri="{FF2B5EF4-FFF2-40B4-BE49-F238E27FC236}">
                <a16:creationId xmlns:a16="http://schemas.microsoft.com/office/drawing/2014/main" id="{3FA2537F-6CE3-458C-BD82-469381DF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7" name="Sudoku-c-r02-c03">
            <a:extLst xmlns:a="http://schemas.openxmlformats.org/drawingml/2006/main">
              <a:ext uri="{FF2B5EF4-FFF2-40B4-BE49-F238E27FC236}">
                <a16:creationId xmlns:a16="http://schemas.microsoft.com/office/drawing/2014/main" id="{3BE1850B-3C71-47EB-AA13-CEBC30B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8" name="Sudoku-c-r02-c04">
            <a:extLst xmlns:a="http://schemas.openxmlformats.org/drawingml/2006/main">
              <a:ext uri="{FF2B5EF4-FFF2-40B4-BE49-F238E27FC236}">
                <a16:creationId xmlns:a16="http://schemas.microsoft.com/office/drawing/2014/main" id="{DD92B24F-C41C-48EF-972D-C79A279C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79" name="Sudoku-c-r02-c05">
            <a:extLst xmlns:a="http://schemas.openxmlformats.org/drawingml/2006/main">
              <a:ext uri="{FF2B5EF4-FFF2-40B4-BE49-F238E27FC236}">
                <a16:creationId xmlns:a16="http://schemas.microsoft.com/office/drawing/2014/main" id="{51B777AD-A72A-4AEA-8A4A-A197D14A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80" name="Sudoku-c-r02-c06">
            <a:extLst xmlns:a="http://schemas.openxmlformats.org/drawingml/2006/main">
              <a:ext uri="{FF2B5EF4-FFF2-40B4-BE49-F238E27FC236}">
                <a16:creationId xmlns:a16="http://schemas.microsoft.com/office/drawing/2014/main" id="{553A4FC1-B68B-4EEE-847B-C59A723F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81" name="Sudoku-c-r02-c07">
            <a:extLst xmlns:a="http://schemas.openxmlformats.org/drawingml/2006/main">
              <a:ext uri="{FF2B5EF4-FFF2-40B4-BE49-F238E27FC236}">
                <a16:creationId xmlns:a16="http://schemas.microsoft.com/office/drawing/2014/main" id="{3250EFFA-4FE3-4DB7-ABF4-32D9B67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2" name="Sudoku-c-r02-c08">
            <a:extLst xmlns:a="http://schemas.openxmlformats.org/drawingml/2006/main">
              <a:ext uri="{FF2B5EF4-FFF2-40B4-BE49-F238E27FC236}">
                <a16:creationId xmlns:a16="http://schemas.microsoft.com/office/drawing/2014/main" id="{79535AFE-EA2E-4F21-845C-95FB8564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83" name="Sudoku-c-r02-c09">
            <a:extLst xmlns:a="http://schemas.openxmlformats.org/drawingml/2006/main">
              <a:ext uri="{FF2B5EF4-FFF2-40B4-BE49-F238E27FC236}">
                <a16:creationId xmlns:a16="http://schemas.microsoft.com/office/drawing/2014/main" id="{D9A869A9-2600-48F4-AB03-D306117E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534488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84" name="Sudoku-c-r03-c01">
            <a:extLst xmlns:a="http://schemas.openxmlformats.org/drawingml/2006/main">
              <a:ext uri="{FF2B5EF4-FFF2-40B4-BE49-F238E27FC236}">
                <a16:creationId xmlns:a16="http://schemas.microsoft.com/office/drawing/2014/main" id="{173C19B0-5CB0-4988-870F-B868439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85" name="Sudoku-c-r03-c02">
            <a:extLst xmlns:a="http://schemas.openxmlformats.org/drawingml/2006/main">
              <a:ext uri="{FF2B5EF4-FFF2-40B4-BE49-F238E27FC236}">
                <a16:creationId xmlns:a16="http://schemas.microsoft.com/office/drawing/2014/main" id="{6901D930-C6AE-4DCE-BB13-CEA24F39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86" name="Sudoku-c-r03-c03">
            <a:extLst xmlns:a="http://schemas.openxmlformats.org/drawingml/2006/main">
              <a:ext uri="{FF2B5EF4-FFF2-40B4-BE49-F238E27FC236}">
                <a16:creationId xmlns:a16="http://schemas.microsoft.com/office/drawing/2014/main" id="{0A7E2AE3-C153-4D7B-8D2B-823493DA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FF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87" name="Sudoku-c-r03-c04">
            <a:extLst xmlns:a="http://schemas.openxmlformats.org/drawingml/2006/main">
              <a:ext uri="{FF2B5EF4-FFF2-40B4-BE49-F238E27FC236}">
                <a16:creationId xmlns:a16="http://schemas.microsoft.com/office/drawing/2014/main" id="{3ED43DB4-DE6F-4499-9315-E6B4D2FB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88" name="Sudoku-c-r03-c05">
            <a:extLst xmlns:a="http://schemas.openxmlformats.org/drawingml/2006/main">
              <a:ext uri="{FF2B5EF4-FFF2-40B4-BE49-F238E27FC236}">
                <a16:creationId xmlns:a16="http://schemas.microsoft.com/office/drawing/2014/main" id="{2721D5FA-1107-4B1F-8825-2C509A9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9" name="Sudoku-c-r03-c06">
            <a:extLst xmlns:a="http://schemas.openxmlformats.org/drawingml/2006/main">
              <a:ext uri="{FF2B5EF4-FFF2-40B4-BE49-F238E27FC236}">
                <a16:creationId xmlns:a16="http://schemas.microsoft.com/office/drawing/2014/main" id="{F9426FC4-E576-404B-BCA7-0CFED0F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90" name="Sudoku-c-r03-c07">
            <a:extLst xmlns:a="http://schemas.openxmlformats.org/drawingml/2006/main">
              <a:ext uri="{FF2B5EF4-FFF2-40B4-BE49-F238E27FC236}">
                <a16:creationId xmlns:a16="http://schemas.microsoft.com/office/drawing/2014/main" id="{8B870798-2525-4B7B-9FA8-1CA1D5C2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91" name="Sudoku-c-r03-c08">
            <a:extLst xmlns:a="http://schemas.openxmlformats.org/drawingml/2006/main">
              <a:ext uri="{FF2B5EF4-FFF2-40B4-BE49-F238E27FC236}">
                <a16:creationId xmlns:a16="http://schemas.microsoft.com/office/drawing/2014/main" id="{17FED718-042C-4274-AE54-A6E98F3C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92" name="Sudoku-c-r03-c09">
            <a:extLst xmlns:a="http://schemas.openxmlformats.org/drawingml/2006/main">
              <a:ext uri="{FF2B5EF4-FFF2-40B4-BE49-F238E27FC236}">
                <a16:creationId xmlns:a16="http://schemas.microsoft.com/office/drawing/2014/main" id="{C9C0B90A-A0D6-4305-849B-2FAB0125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888269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93" name="Sudoku-c-r04-c01">
            <a:extLst xmlns:a="http://schemas.openxmlformats.org/drawingml/2006/main">
              <a:ext uri="{FF2B5EF4-FFF2-40B4-BE49-F238E27FC236}">
                <a16:creationId xmlns:a16="http://schemas.microsoft.com/office/drawing/2014/main" id="{896FC879-9156-4345-87D7-A545A8B0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94" name="Sudoku-c-r04-c02">
            <a:extLst xmlns:a="http://schemas.openxmlformats.org/drawingml/2006/main">
              <a:ext uri="{FF2B5EF4-FFF2-40B4-BE49-F238E27FC236}">
                <a16:creationId xmlns:a16="http://schemas.microsoft.com/office/drawing/2014/main" id="{8DA86F8D-B128-460B-9F7D-98599DEC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95" name="Sudoku-c-r04-c03">
            <a:extLst xmlns:a="http://schemas.openxmlformats.org/drawingml/2006/main">
              <a:ext uri="{FF2B5EF4-FFF2-40B4-BE49-F238E27FC236}">
                <a16:creationId xmlns:a16="http://schemas.microsoft.com/office/drawing/2014/main" id="{460B07A7-115E-4966-A35F-373B5C8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96" name="Sudoku-c-r04-c04">
            <a:extLst xmlns:a="http://schemas.openxmlformats.org/drawingml/2006/main">
              <a:ext uri="{FF2B5EF4-FFF2-40B4-BE49-F238E27FC236}">
                <a16:creationId xmlns:a16="http://schemas.microsoft.com/office/drawing/2014/main" id="{5A77BEEC-D381-46BF-995D-6BD7956A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97" name="Sudoku-c-r04-c05">
            <a:extLst xmlns:a="http://schemas.openxmlformats.org/drawingml/2006/main">
              <a:ext uri="{FF2B5EF4-FFF2-40B4-BE49-F238E27FC236}">
                <a16:creationId xmlns:a16="http://schemas.microsoft.com/office/drawing/2014/main" id="{F6EE34BA-459B-4758-AF8C-6F0BF02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98" name="Sudoku-c-r04-c06">
            <a:extLst xmlns:a="http://schemas.openxmlformats.org/drawingml/2006/main">
              <a:ext uri="{FF2B5EF4-FFF2-40B4-BE49-F238E27FC236}">
                <a16:creationId xmlns:a16="http://schemas.microsoft.com/office/drawing/2014/main" id="{A07B0524-9386-456F-8D31-D94F30E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99" name="Sudoku-c-r04-c07">
            <a:extLst xmlns:a="http://schemas.openxmlformats.org/drawingml/2006/main">
              <a:ext uri="{FF2B5EF4-FFF2-40B4-BE49-F238E27FC236}">
                <a16:creationId xmlns:a16="http://schemas.microsoft.com/office/drawing/2014/main" id="{FF62E8BC-9246-4438-A754-68B2C2AF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0" name="Sudoku-c-r04-c08">
            <a:extLst xmlns:a="http://schemas.openxmlformats.org/drawingml/2006/main">
              <a:ext uri="{FF2B5EF4-FFF2-40B4-BE49-F238E27FC236}">
                <a16:creationId xmlns:a16="http://schemas.microsoft.com/office/drawing/2014/main" id="{0F477030-8242-4067-9954-E371DB7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01" name="Sudoku-c-r04-c09">
            <a:extLst xmlns:a="http://schemas.openxmlformats.org/drawingml/2006/main">
              <a:ext uri="{FF2B5EF4-FFF2-40B4-BE49-F238E27FC236}">
                <a16:creationId xmlns:a16="http://schemas.microsoft.com/office/drawing/2014/main" id="{00A2E75A-811C-4484-8D1C-C97F54D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242049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2" name="Sudoku-c-r05-c01">
            <a:extLst xmlns:a="http://schemas.openxmlformats.org/drawingml/2006/main">
              <a:ext uri="{FF2B5EF4-FFF2-40B4-BE49-F238E27FC236}">
                <a16:creationId xmlns:a16="http://schemas.microsoft.com/office/drawing/2014/main" id="{DC2D5726-387B-4609-A9E7-CBE456D8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3" name="Sudoku-c-r05-c02">
            <a:extLst xmlns:a="http://schemas.openxmlformats.org/drawingml/2006/main">
              <a:ext uri="{FF2B5EF4-FFF2-40B4-BE49-F238E27FC236}">
                <a16:creationId xmlns:a16="http://schemas.microsoft.com/office/drawing/2014/main" id="{58E1A9CA-EFA6-4507-8181-54F4032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04" name="Sudoku-c-r05-c03">
            <a:extLst xmlns:a="http://schemas.openxmlformats.org/drawingml/2006/main">
              <a:ext uri="{FF2B5EF4-FFF2-40B4-BE49-F238E27FC236}">
                <a16:creationId xmlns:a16="http://schemas.microsoft.com/office/drawing/2014/main" id="{7109BEEF-C237-460F-8329-A8D961D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5" name="Sudoku-c-r05-c04">
            <a:extLst xmlns:a="http://schemas.openxmlformats.org/drawingml/2006/main">
              <a:ext uri="{FF2B5EF4-FFF2-40B4-BE49-F238E27FC236}">
                <a16:creationId xmlns:a16="http://schemas.microsoft.com/office/drawing/2014/main" id="{118ED64A-0458-407B-B3EA-2D87F261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06" name="Sudoku-c-r05-c05">
            <a:extLst xmlns:a="http://schemas.openxmlformats.org/drawingml/2006/main">
              <a:ext uri="{FF2B5EF4-FFF2-40B4-BE49-F238E27FC236}">
                <a16:creationId xmlns:a16="http://schemas.microsoft.com/office/drawing/2014/main" id="{1326ADC6-C72E-466D-893F-37D5D73C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07" name="Sudoku-c-r05-c06">
            <a:extLst xmlns:a="http://schemas.openxmlformats.org/drawingml/2006/main">
              <a:ext uri="{FF2B5EF4-FFF2-40B4-BE49-F238E27FC236}">
                <a16:creationId xmlns:a16="http://schemas.microsoft.com/office/drawing/2014/main" id="{2E48993C-BCB8-404A-A2AC-47D28587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08" name="Sudoku-c-r05-c07">
            <a:extLst xmlns:a="http://schemas.openxmlformats.org/drawingml/2006/main">
              <a:ext uri="{FF2B5EF4-FFF2-40B4-BE49-F238E27FC236}">
                <a16:creationId xmlns:a16="http://schemas.microsoft.com/office/drawing/2014/main" id="{26EA3D3A-47C0-4803-9A8D-27AC9DF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09" name="Sudoku-c-r05-c08">
            <a:extLst xmlns:a="http://schemas.openxmlformats.org/drawingml/2006/main">
              <a:ext uri="{FF2B5EF4-FFF2-40B4-BE49-F238E27FC236}">
                <a16:creationId xmlns:a16="http://schemas.microsoft.com/office/drawing/2014/main" id="{A3A47FFC-89E8-4408-8DF1-60F855D7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0" name="Sudoku-c-r05-c09">
            <a:extLst xmlns:a="http://schemas.openxmlformats.org/drawingml/2006/main">
              <a:ext uri="{FF2B5EF4-FFF2-40B4-BE49-F238E27FC236}">
                <a16:creationId xmlns:a16="http://schemas.microsoft.com/office/drawing/2014/main" id="{FE8A43AF-2D3D-4758-B065-486A31B9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597191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1" name="Sudoku-c-r06-c01">
            <a:extLst xmlns:a="http://schemas.openxmlformats.org/drawingml/2006/main">
              <a:ext uri="{FF2B5EF4-FFF2-40B4-BE49-F238E27FC236}">
                <a16:creationId xmlns:a16="http://schemas.microsoft.com/office/drawing/2014/main" id="{AF3A815B-A60A-4FA7-88D3-1A7A6B82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12" name="Sudoku-c-r06-c02">
            <a:extLst xmlns:a="http://schemas.openxmlformats.org/drawingml/2006/main">
              <a:ext uri="{FF2B5EF4-FFF2-40B4-BE49-F238E27FC236}">
                <a16:creationId xmlns:a16="http://schemas.microsoft.com/office/drawing/2014/main" id="{E41B2E95-9459-407D-9A88-FA51EF51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13" name="Sudoku-c-r06-c03">
            <a:extLst xmlns:a="http://schemas.openxmlformats.org/drawingml/2006/main">
              <a:ext uri="{FF2B5EF4-FFF2-40B4-BE49-F238E27FC236}">
                <a16:creationId xmlns:a16="http://schemas.microsoft.com/office/drawing/2014/main" id="{6E775FF3-A07B-43C2-880D-4CD58C6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4" name="Sudoku-c-r06-c04">
            <a:extLst xmlns:a="http://schemas.openxmlformats.org/drawingml/2006/main">
              <a:ext uri="{FF2B5EF4-FFF2-40B4-BE49-F238E27FC236}">
                <a16:creationId xmlns:a16="http://schemas.microsoft.com/office/drawing/2014/main" id="{54BBDE75-0813-4EB1-BB93-B2B66AF3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15" name="Sudoku-c-r06-c05">
            <a:extLst xmlns:a="http://schemas.openxmlformats.org/drawingml/2006/main">
              <a:ext uri="{FF2B5EF4-FFF2-40B4-BE49-F238E27FC236}">
                <a16:creationId xmlns:a16="http://schemas.microsoft.com/office/drawing/2014/main" id="{AFB488D0-784F-4456-921E-7D198DB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16" name="Sudoku-c-r06-c06">
            <a:extLst xmlns:a="http://schemas.openxmlformats.org/drawingml/2006/main">
              <a:ext uri="{FF2B5EF4-FFF2-40B4-BE49-F238E27FC236}">
                <a16:creationId xmlns:a16="http://schemas.microsoft.com/office/drawing/2014/main" id="{94B819CE-4BAE-48B5-A046-CEAF0D24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7" name="Sudoku-c-r06-c07">
            <a:extLst xmlns:a="http://schemas.openxmlformats.org/drawingml/2006/main">
              <a:ext uri="{FF2B5EF4-FFF2-40B4-BE49-F238E27FC236}">
                <a16:creationId xmlns:a16="http://schemas.microsoft.com/office/drawing/2014/main" id="{E7827367-1A14-4570-BD83-9E4DD6D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18" name="Sudoku-c-r06-c08">
            <a:extLst xmlns:a="http://schemas.openxmlformats.org/drawingml/2006/main">
              <a:ext uri="{FF2B5EF4-FFF2-40B4-BE49-F238E27FC236}">
                <a16:creationId xmlns:a16="http://schemas.microsoft.com/office/drawing/2014/main" id="{6D778DC8-9822-45AB-A74E-6FD73C1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19" name="Sudoku-c-r06-c09">
            <a:extLst xmlns:a="http://schemas.openxmlformats.org/drawingml/2006/main">
              <a:ext uri="{FF2B5EF4-FFF2-40B4-BE49-F238E27FC236}">
                <a16:creationId xmlns:a16="http://schemas.microsoft.com/office/drawing/2014/main" id="{BE5DEBBF-8D2E-4C6D-8B6A-B577BA7F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1950972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0" name="Sudoku-c-r07-c01">
            <a:extLst xmlns:a="http://schemas.openxmlformats.org/drawingml/2006/main">
              <a:ext uri="{FF2B5EF4-FFF2-40B4-BE49-F238E27FC236}">
                <a16:creationId xmlns:a16="http://schemas.microsoft.com/office/drawing/2014/main" id="{7BACAA19-B1B2-4310-8E69-96E73493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1" name="Sudoku-c-r07-c02">
            <a:extLst xmlns:a="http://schemas.openxmlformats.org/drawingml/2006/main">
              <a:ext uri="{FF2B5EF4-FFF2-40B4-BE49-F238E27FC236}">
                <a16:creationId xmlns:a16="http://schemas.microsoft.com/office/drawing/2014/main" id="{478F6A96-F61B-4A52-BDAE-91C7FC7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22" name="Sudoku-c-r07-c03">
            <a:extLst xmlns:a="http://schemas.openxmlformats.org/drawingml/2006/main">
              <a:ext uri="{FF2B5EF4-FFF2-40B4-BE49-F238E27FC236}">
                <a16:creationId xmlns:a16="http://schemas.microsoft.com/office/drawing/2014/main" id="{F8C80130-70F1-4D5E-BDA4-6C233780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23" name="Sudoku-c-r07-c04">
            <a:extLst xmlns:a="http://schemas.openxmlformats.org/drawingml/2006/main">
              <a:ext uri="{FF2B5EF4-FFF2-40B4-BE49-F238E27FC236}">
                <a16:creationId xmlns:a16="http://schemas.microsoft.com/office/drawing/2014/main" id="{AA99488E-F974-46D3-9DE7-703BAADA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24" name="Sudoku-c-r07-c05">
            <a:extLst xmlns:a="http://schemas.openxmlformats.org/drawingml/2006/main">
              <a:ext uri="{FF2B5EF4-FFF2-40B4-BE49-F238E27FC236}">
                <a16:creationId xmlns:a16="http://schemas.microsoft.com/office/drawing/2014/main" id="{98DB5314-D3C2-4BD2-8AA4-63075228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25" name="Sudoku-c-r07-c06">
            <a:extLst xmlns:a="http://schemas.openxmlformats.org/drawingml/2006/main">
              <a:ext uri="{FF2B5EF4-FFF2-40B4-BE49-F238E27FC236}">
                <a16:creationId xmlns:a16="http://schemas.microsoft.com/office/drawing/2014/main" id="{BE26E5EF-B24A-4FBA-AFB8-56E277ED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6" name="Sudoku-c-r07-c07">
            <a:extLst xmlns:a="http://schemas.openxmlformats.org/drawingml/2006/main">
              <a:ext uri="{FF2B5EF4-FFF2-40B4-BE49-F238E27FC236}">
                <a16:creationId xmlns:a16="http://schemas.microsoft.com/office/drawing/2014/main" id="{55FCACFF-125A-4944-8EDB-BCE7C195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7" name="Sudoku-c-r07-c08">
            <a:extLst xmlns:a="http://schemas.openxmlformats.org/drawingml/2006/main">
              <a:ext uri="{FF2B5EF4-FFF2-40B4-BE49-F238E27FC236}">
                <a16:creationId xmlns:a16="http://schemas.microsoft.com/office/drawing/2014/main" id="{5B8C108E-96F5-4D54-AC76-0F21E4F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8" name="Sudoku-c-r07-c09">
            <a:extLst xmlns:a="http://schemas.openxmlformats.org/drawingml/2006/main">
              <a:ext uri="{FF2B5EF4-FFF2-40B4-BE49-F238E27FC236}">
                <a16:creationId xmlns:a16="http://schemas.microsoft.com/office/drawing/2014/main" id="{A30B3078-7D0B-40A0-A8DF-619D912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2304753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29" name="Sudoku-c-r08-c01">
            <a:extLst xmlns:a="http://schemas.openxmlformats.org/drawingml/2006/main">
              <a:ext uri="{FF2B5EF4-FFF2-40B4-BE49-F238E27FC236}">
                <a16:creationId xmlns:a16="http://schemas.microsoft.com/office/drawing/2014/main" id="{8FA79B1B-28BF-48C6-9C9F-BC6B49AF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0" name="Sudoku-c-r08-c02">
            <a:extLst xmlns:a="http://schemas.openxmlformats.org/drawingml/2006/main">
              <a:ext uri="{FF2B5EF4-FFF2-40B4-BE49-F238E27FC236}">
                <a16:creationId xmlns:a16="http://schemas.microsoft.com/office/drawing/2014/main" id="{3D5B7BB2-5E70-4DC3-A833-2C1A002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31" name="Sudoku-c-r08-c03">
            <a:extLst xmlns:a="http://schemas.openxmlformats.org/drawingml/2006/main">
              <a:ext uri="{FF2B5EF4-FFF2-40B4-BE49-F238E27FC236}">
                <a16:creationId xmlns:a16="http://schemas.microsoft.com/office/drawing/2014/main" id="{BC7385CF-6401-474B-BCA9-56C2016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32" name="Sudoku-c-r08-c04">
            <a:extLst xmlns:a="http://schemas.openxmlformats.org/drawingml/2006/main">
              <a:ext uri="{FF2B5EF4-FFF2-40B4-BE49-F238E27FC236}">
                <a16:creationId xmlns:a16="http://schemas.microsoft.com/office/drawing/2014/main" id="{EFEDD893-D36C-4AC7-84A9-6EA3F95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33" name="Sudoku-c-r08-c05">
            <a:extLst xmlns:a="http://schemas.openxmlformats.org/drawingml/2006/main">
              <a:ext uri="{FF2B5EF4-FFF2-40B4-BE49-F238E27FC236}">
                <a16:creationId xmlns:a16="http://schemas.microsoft.com/office/drawing/2014/main" id="{ACE0B6A0-49EA-47F6-AEBE-B1CBC1F9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34" name="Sudoku-c-r08-c06">
            <a:extLst xmlns:a="http://schemas.openxmlformats.org/drawingml/2006/main">
              <a:ext uri="{FF2B5EF4-FFF2-40B4-BE49-F238E27FC236}">
                <a16:creationId xmlns:a16="http://schemas.microsoft.com/office/drawing/2014/main" id="{4F6B5DC1-3D47-491A-901C-6ED5693C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35" name="Sudoku-c-r08-c07">
            <a:extLst xmlns:a="http://schemas.openxmlformats.org/drawingml/2006/main">
              <a:ext uri="{FF2B5EF4-FFF2-40B4-BE49-F238E27FC236}">
                <a16:creationId xmlns:a16="http://schemas.microsoft.com/office/drawing/2014/main" id="{74C603D9-9396-4F8F-801D-C7EBFEE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36" name="Sudoku-c-r08-c08">
            <a:extLst xmlns:a="http://schemas.openxmlformats.org/drawingml/2006/main">
              <a:ext uri="{FF2B5EF4-FFF2-40B4-BE49-F238E27FC236}">
                <a16:creationId xmlns:a16="http://schemas.microsoft.com/office/drawing/2014/main" id="{24128BD8-763B-4943-8FC3-9B210B2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FF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37" name="Sudoku-c-r08-c09">
            <a:extLst xmlns:a="http://schemas.openxmlformats.org/drawingml/2006/main">
              <a:ext uri="{FF2B5EF4-FFF2-40B4-BE49-F238E27FC236}">
                <a16:creationId xmlns:a16="http://schemas.microsoft.com/office/drawing/2014/main" id="{0BDA98CE-8B47-4F49-9B3E-34B5B9C8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2658534"/>
            <a:ext cx="367388" cy="355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8" name="Sudoku-c-r09-c01">
            <a:extLst xmlns:a="http://schemas.openxmlformats.org/drawingml/2006/main">
              <a:ext uri="{FF2B5EF4-FFF2-40B4-BE49-F238E27FC236}">
                <a16:creationId xmlns:a16="http://schemas.microsoft.com/office/drawing/2014/main" id="{0A52DAB7-5750-437C-B5F8-A9E5F3F0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90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9" name="Sudoku-c-r09-c02">
            <a:extLst xmlns:a="http://schemas.openxmlformats.org/drawingml/2006/main">
              <a:ext uri="{FF2B5EF4-FFF2-40B4-BE49-F238E27FC236}">
                <a16:creationId xmlns:a16="http://schemas.microsoft.com/office/drawing/2014/main" id="{701778E4-E593-4C08-94A3-C00C0C9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78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40" name="Sudoku-c-r09-c03">
            <a:extLst xmlns:a="http://schemas.openxmlformats.org/drawingml/2006/main">
              <a:ext uri="{FF2B5EF4-FFF2-40B4-BE49-F238E27FC236}">
                <a16:creationId xmlns:a16="http://schemas.microsoft.com/office/drawing/2014/main" id="{0383A1B0-445B-41E5-9406-E16280DA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866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41" name="Sudoku-c-r09-c04">
            <a:extLst xmlns:a="http://schemas.openxmlformats.org/drawingml/2006/main">
              <a:ext uri="{FF2B5EF4-FFF2-40B4-BE49-F238E27FC236}">
                <a16:creationId xmlns:a16="http://schemas.microsoft.com/office/drawing/2014/main" id="{833E6D34-D241-4CC7-8AFA-8BA2E5C6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254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42" name="Sudoku-c-r09-c05">
            <a:extLst xmlns:a="http://schemas.openxmlformats.org/drawingml/2006/main">
              <a:ext uri="{FF2B5EF4-FFF2-40B4-BE49-F238E27FC236}">
                <a16:creationId xmlns:a16="http://schemas.microsoft.com/office/drawing/2014/main" id="{EEBCCDA4-F464-4FED-8076-4F37667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2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3" name="Sudoku-c-r09-c06">
            <a:extLst xmlns:a="http://schemas.openxmlformats.org/drawingml/2006/main">
              <a:ext uri="{FF2B5EF4-FFF2-40B4-BE49-F238E27FC236}">
                <a16:creationId xmlns:a16="http://schemas.microsoft.com/office/drawing/2014/main" id="{20D60AE9-5E7F-4E99-9820-5D44FB97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30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4" name="Sudoku-c-r09-c07">
            <a:extLst xmlns:a="http://schemas.openxmlformats.org/drawingml/2006/main">
              <a:ext uri="{FF2B5EF4-FFF2-40B4-BE49-F238E27FC236}">
                <a16:creationId xmlns:a16="http://schemas.microsoft.com/office/drawing/2014/main" id="{952CF68A-C97E-4FCD-BCEC-B4AFBF43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418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45" name="Sudoku-c-r09-c08">
            <a:extLst xmlns:a="http://schemas.openxmlformats.org/drawingml/2006/main">
              <a:ext uri="{FF2B5EF4-FFF2-40B4-BE49-F238E27FC236}">
                <a16:creationId xmlns:a16="http://schemas.microsoft.com/office/drawing/2014/main" id="{F3509279-A47B-4988-A980-998B00C8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6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46" name="Sudoku-c-r09-c09">
            <a:extLst xmlns:a="http://schemas.openxmlformats.org/drawingml/2006/main">
              <a:ext uri="{FF2B5EF4-FFF2-40B4-BE49-F238E27FC236}">
                <a16:creationId xmlns:a16="http://schemas.microsoft.com/office/drawing/2014/main" id="{D2B2FCA9-FB0C-4EE2-A74A-780FE0C8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193" y="3013675"/>
            <a:ext cx="367388" cy="35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1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71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47" name="Cell background d-1-1">
            <a:extLst xmlns:a="http://schemas.openxmlformats.org/drawingml/2006/main">
              <a:ext uri="{FF2B5EF4-FFF2-40B4-BE49-F238E27FC236}">
                <a16:creationId xmlns:a16="http://schemas.microsoft.com/office/drawing/2014/main" id="{D90B7E09-F61E-4D57-AB90-36AE5835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548" name="Cell background d-1-2">
            <a:extLst xmlns:a="http://schemas.openxmlformats.org/drawingml/2006/main">
              <a:ext uri="{FF2B5EF4-FFF2-40B4-BE49-F238E27FC236}">
                <a16:creationId xmlns:a16="http://schemas.microsoft.com/office/drawing/2014/main" id="{D6EC9B80-C075-4893-83C9-80A18C1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9" name="Cell background d-1-3">
            <a:extLst xmlns:a="http://schemas.openxmlformats.org/drawingml/2006/main">
              <a:ext uri="{FF2B5EF4-FFF2-40B4-BE49-F238E27FC236}">
                <a16:creationId xmlns:a16="http://schemas.microsoft.com/office/drawing/2014/main" id="{208B6845-1DB4-4C43-A339-3E620D1B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0" name="Cell background d-1-4">
            <a:extLst xmlns:a="http://schemas.openxmlformats.org/drawingml/2006/main">
              <a:ext uri="{FF2B5EF4-FFF2-40B4-BE49-F238E27FC236}">
                <a16:creationId xmlns:a16="http://schemas.microsoft.com/office/drawing/2014/main" id="{4AD5C813-E685-43E5-9EA6-0159224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1" name="Cell background d-1-5">
            <a:extLst xmlns:a="http://schemas.openxmlformats.org/drawingml/2006/main">
              <a:ext uri="{FF2B5EF4-FFF2-40B4-BE49-F238E27FC236}">
                <a16:creationId xmlns:a16="http://schemas.microsoft.com/office/drawing/2014/main" id="{450447DC-FD11-4443-AC61-E2C1E4D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2" name="Cell background d-1-6">
            <a:extLst xmlns:a="http://schemas.openxmlformats.org/drawingml/2006/main">
              <a:ext uri="{FF2B5EF4-FFF2-40B4-BE49-F238E27FC236}">
                <a16:creationId xmlns:a16="http://schemas.microsoft.com/office/drawing/2014/main" id="{EDD065D5-7EC7-4FDA-8230-9A9FB301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3" name="Cell background d-1-7">
            <a:extLst xmlns:a="http://schemas.openxmlformats.org/drawingml/2006/main">
              <a:ext uri="{FF2B5EF4-FFF2-40B4-BE49-F238E27FC236}">
                <a16:creationId xmlns:a16="http://schemas.microsoft.com/office/drawing/2014/main" id="{E2D2730B-3B20-4662-8660-28029F67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4" name="Cell background d-1-8">
            <a:extLst xmlns:a="http://schemas.openxmlformats.org/drawingml/2006/main">
              <a:ext uri="{FF2B5EF4-FFF2-40B4-BE49-F238E27FC236}">
                <a16:creationId xmlns:a16="http://schemas.microsoft.com/office/drawing/2014/main" id="{9C041A06-00E1-44AF-B5F6-C1A555B1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5" name="Cell background d-1-9">
            <a:extLst xmlns:a="http://schemas.openxmlformats.org/drawingml/2006/main">
              <a:ext uri="{FF2B5EF4-FFF2-40B4-BE49-F238E27FC236}">
                <a16:creationId xmlns:a16="http://schemas.microsoft.com/office/drawing/2014/main" id="{91A16D0C-5701-44EC-AFB1-F0739AC5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4585313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6" name="Cell background d-2-1">
            <a:extLst xmlns:a="http://schemas.openxmlformats.org/drawingml/2006/main">
              <a:ext uri="{FF2B5EF4-FFF2-40B4-BE49-F238E27FC236}">
                <a16:creationId xmlns:a16="http://schemas.microsoft.com/office/drawing/2014/main" id="{DD40927A-34D6-4FDD-AE3B-60C9EE49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7" name="Cell background d-2-2">
            <a:extLst xmlns:a="http://schemas.openxmlformats.org/drawingml/2006/main">
              <a:ext uri="{FF2B5EF4-FFF2-40B4-BE49-F238E27FC236}">
                <a16:creationId xmlns:a16="http://schemas.microsoft.com/office/drawing/2014/main" id="{A56D3562-3E9F-4A0A-95F1-C319A958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8" name="Cell background d-2-3">
            <a:extLst xmlns:a="http://schemas.openxmlformats.org/drawingml/2006/main">
              <a:ext uri="{FF2B5EF4-FFF2-40B4-BE49-F238E27FC236}">
                <a16:creationId xmlns:a16="http://schemas.microsoft.com/office/drawing/2014/main" id="{AE269946-545C-403A-B8FB-CF0C2F7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9" name="Cell background d-2-4">
            <a:extLst xmlns:a="http://schemas.openxmlformats.org/drawingml/2006/main">
              <a:ext uri="{FF2B5EF4-FFF2-40B4-BE49-F238E27FC236}">
                <a16:creationId xmlns:a16="http://schemas.microsoft.com/office/drawing/2014/main" id="{583E708A-D6E8-4F92-9435-C202E163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0" name="Cell background d-2-5">
            <a:extLst xmlns:a="http://schemas.openxmlformats.org/drawingml/2006/main">
              <a:ext uri="{FF2B5EF4-FFF2-40B4-BE49-F238E27FC236}">
                <a16:creationId xmlns:a16="http://schemas.microsoft.com/office/drawing/2014/main" id="{2914AC58-8EBE-4DA3-99CB-ED5BA79B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1" name="Cell background d-2-6">
            <a:extLst xmlns:a="http://schemas.openxmlformats.org/drawingml/2006/main">
              <a:ext uri="{FF2B5EF4-FFF2-40B4-BE49-F238E27FC236}">
                <a16:creationId xmlns:a16="http://schemas.microsoft.com/office/drawing/2014/main" id="{FF1900EF-8505-471A-B8E5-10A5259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2" name="Cell background d-2-7">
            <a:extLst xmlns:a="http://schemas.openxmlformats.org/drawingml/2006/main">
              <a:ext uri="{FF2B5EF4-FFF2-40B4-BE49-F238E27FC236}">
                <a16:creationId xmlns:a16="http://schemas.microsoft.com/office/drawing/2014/main" id="{6A8DC5FE-6DDC-4E50-A4C3-D5DBAE2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3" name="Cell background d-2-8">
            <a:extLst xmlns:a="http://schemas.openxmlformats.org/drawingml/2006/main">
              <a:ext uri="{FF2B5EF4-FFF2-40B4-BE49-F238E27FC236}">
                <a16:creationId xmlns:a16="http://schemas.microsoft.com/office/drawing/2014/main" id="{9EA6623C-07C5-4F87-8543-0E5A665B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4" name="Cell background d-2-9">
            <a:extLst xmlns:a="http://schemas.openxmlformats.org/drawingml/2006/main">
              <a:ext uri="{FF2B5EF4-FFF2-40B4-BE49-F238E27FC236}">
                <a16:creationId xmlns:a16="http://schemas.microsoft.com/office/drawing/2014/main" id="{E29CEECB-CB74-4D5C-ACF1-6CD8A4F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492988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5" name="Cell background d-3-1">
            <a:extLst xmlns:a="http://schemas.openxmlformats.org/drawingml/2006/main">
              <a:ext uri="{FF2B5EF4-FFF2-40B4-BE49-F238E27FC236}">
                <a16:creationId xmlns:a16="http://schemas.microsoft.com/office/drawing/2014/main" id="{C561E470-7828-4CBB-91F9-ACEEB8D6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6" name="Cell background d-3-2">
            <a:extLst xmlns:a="http://schemas.openxmlformats.org/drawingml/2006/main">
              <a:ext uri="{FF2B5EF4-FFF2-40B4-BE49-F238E27FC236}">
                <a16:creationId xmlns:a16="http://schemas.microsoft.com/office/drawing/2014/main" id="{AF03E55C-1F13-456E-B6DF-76B9C7F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7" name="Cell background d-3-3">
            <a:extLst xmlns:a="http://schemas.openxmlformats.org/drawingml/2006/main">
              <a:ext uri="{FF2B5EF4-FFF2-40B4-BE49-F238E27FC236}">
                <a16:creationId xmlns:a16="http://schemas.microsoft.com/office/drawing/2014/main" id="{5640F7AB-D2BA-42D7-8448-B06A0447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8" name="Cell background d-3-4">
            <a:extLst xmlns:a="http://schemas.openxmlformats.org/drawingml/2006/main">
              <a:ext uri="{FF2B5EF4-FFF2-40B4-BE49-F238E27FC236}">
                <a16:creationId xmlns:a16="http://schemas.microsoft.com/office/drawing/2014/main" id="{74165AF6-0721-4271-90F4-40F6F8D2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9" name="Cell background d-3-5">
            <a:extLst xmlns:a="http://schemas.openxmlformats.org/drawingml/2006/main">
              <a:ext uri="{FF2B5EF4-FFF2-40B4-BE49-F238E27FC236}">
                <a16:creationId xmlns:a16="http://schemas.microsoft.com/office/drawing/2014/main" id="{B4D3C416-A6DF-4163-A683-3D74166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570" name="Cell background d-3-6">
            <a:extLst xmlns:a="http://schemas.openxmlformats.org/drawingml/2006/main">
              <a:ext uri="{FF2B5EF4-FFF2-40B4-BE49-F238E27FC236}">
                <a16:creationId xmlns:a16="http://schemas.microsoft.com/office/drawing/2014/main" id="{21BA08CA-82FB-4C9D-A19B-FE2E554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1" name="Cell background d-3-7">
            <a:extLst xmlns:a="http://schemas.openxmlformats.org/drawingml/2006/main">
              <a:ext uri="{FF2B5EF4-FFF2-40B4-BE49-F238E27FC236}">
                <a16:creationId xmlns:a16="http://schemas.microsoft.com/office/drawing/2014/main" id="{A29CBCF5-8155-45F8-8756-FE9D8E07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2" name="Cell background d-3-8">
            <a:extLst xmlns:a="http://schemas.openxmlformats.org/drawingml/2006/main">
              <a:ext uri="{FF2B5EF4-FFF2-40B4-BE49-F238E27FC236}">
                <a16:creationId xmlns:a16="http://schemas.microsoft.com/office/drawing/2014/main" id="{97AB5A60-E543-4D0A-801D-2B802B5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3" name="Cell background d-3-9">
            <a:extLst xmlns:a="http://schemas.openxmlformats.org/drawingml/2006/main">
              <a:ext uri="{FF2B5EF4-FFF2-40B4-BE49-F238E27FC236}">
                <a16:creationId xmlns:a16="http://schemas.microsoft.com/office/drawing/2014/main" id="{210CB6CA-9853-4D48-9003-E7EDC48D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5274455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574" name="Cell background d-4-1">
            <a:extLst xmlns:a="http://schemas.openxmlformats.org/drawingml/2006/main">
              <a:ext uri="{FF2B5EF4-FFF2-40B4-BE49-F238E27FC236}">
                <a16:creationId xmlns:a16="http://schemas.microsoft.com/office/drawing/2014/main" id="{C4F0C88D-6AD2-4BC8-A12D-2BF41B26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5" name="Cell background d-4-2">
            <a:extLst xmlns:a="http://schemas.openxmlformats.org/drawingml/2006/main">
              <a:ext uri="{FF2B5EF4-FFF2-40B4-BE49-F238E27FC236}">
                <a16:creationId xmlns:a16="http://schemas.microsoft.com/office/drawing/2014/main" id="{01CC4B26-703B-4BA1-ACDA-333DB5F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6" name="Cell background d-4-3">
            <a:extLst xmlns:a="http://schemas.openxmlformats.org/drawingml/2006/main">
              <a:ext uri="{FF2B5EF4-FFF2-40B4-BE49-F238E27FC236}">
                <a16:creationId xmlns:a16="http://schemas.microsoft.com/office/drawing/2014/main" id="{4EBD2664-4EE5-424B-9C80-335EB0D0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7" name="Cell background d-4-4">
            <a:extLst xmlns:a="http://schemas.openxmlformats.org/drawingml/2006/main">
              <a:ext uri="{FF2B5EF4-FFF2-40B4-BE49-F238E27FC236}">
                <a16:creationId xmlns:a16="http://schemas.microsoft.com/office/drawing/2014/main" id="{800A94FD-3310-4AC6-9A57-A5EEC26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8" name="Cell background d-4-5">
            <a:extLst xmlns:a="http://schemas.openxmlformats.org/drawingml/2006/main">
              <a:ext uri="{FF2B5EF4-FFF2-40B4-BE49-F238E27FC236}">
                <a16:creationId xmlns:a16="http://schemas.microsoft.com/office/drawing/2014/main" id="{F0C50F94-F162-41D8-8654-DF72C5C2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579" name="Cell background d-4-6">
            <a:extLst xmlns:a="http://schemas.openxmlformats.org/drawingml/2006/main">
              <a:ext uri="{FF2B5EF4-FFF2-40B4-BE49-F238E27FC236}">
                <a16:creationId xmlns:a16="http://schemas.microsoft.com/office/drawing/2014/main" id="{5BD83900-A1FF-4496-83F5-2E0604C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0" name="Cell background d-4-7">
            <a:extLst xmlns:a="http://schemas.openxmlformats.org/drawingml/2006/main">
              <a:ext uri="{FF2B5EF4-FFF2-40B4-BE49-F238E27FC236}">
                <a16:creationId xmlns:a16="http://schemas.microsoft.com/office/drawing/2014/main" id="{9B6538B2-23E5-4227-9E5C-91887BA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1" name="Cell background d-4-8">
            <a:extLst xmlns:a="http://schemas.openxmlformats.org/drawingml/2006/main">
              <a:ext uri="{FF2B5EF4-FFF2-40B4-BE49-F238E27FC236}">
                <a16:creationId xmlns:a16="http://schemas.microsoft.com/office/drawing/2014/main" id="{07A6FE7F-7360-411D-9F98-9E03959A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2" name="Cell background d-4-9">
            <a:extLst xmlns:a="http://schemas.openxmlformats.org/drawingml/2006/main">
              <a:ext uri="{FF2B5EF4-FFF2-40B4-BE49-F238E27FC236}">
                <a16:creationId xmlns:a16="http://schemas.microsoft.com/office/drawing/2014/main" id="{9B27EF33-9B0F-4187-9170-64DCB373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561902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3" name="Cell background d-5-1">
            <a:extLst xmlns:a="http://schemas.openxmlformats.org/drawingml/2006/main">
              <a:ext uri="{FF2B5EF4-FFF2-40B4-BE49-F238E27FC236}">
                <a16:creationId xmlns:a16="http://schemas.microsoft.com/office/drawing/2014/main" id="{53DD9C3A-1A99-4716-84C7-AD7ED805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4" name="Cell background d-5-2">
            <a:extLst xmlns:a="http://schemas.openxmlformats.org/drawingml/2006/main">
              <a:ext uri="{FF2B5EF4-FFF2-40B4-BE49-F238E27FC236}">
                <a16:creationId xmlns:a16="http://schemas.microsoft.com/office/drawing/2014/main" id="{064104E3-9DF1-4193-9890-66AA632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5" name="Cell background d-5-3">
            <a:extLst xmlns:a="http://schemas.openxmlformats.org/drawingml/2006/main">
              <a:ext uri="{FF2B5EF4-FFF2-40B4-BE49-F238E27FC236}">
                <a16:creationId xmlns:a16="http://schemas.microsoft.com/office/drawing/2014/main" id="{948F6E94-D1FC-4788-AB05-32A23D99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6" name="Cell background d-5-4">
            <a:extLst xmlns:a="http://schemas.openxmlformats.org/drawingml/2006/main">
              <a:ext uri="{FF2B5EF4-FFF2-40B4-BE49-F238E27FC236}">
                <a16:creationId xmlns:a16="http://schemas.microsoft.com/office/drawing/2014/main" id="{B3E5C97E-23D7-4C1D-8701-D14A870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7" name="Cell background d-5-5">
            <a:extLst xmlns:a="http://schemas.openxmlformats.org/drawingml/2006/main">
              <a:ext uri="{FF2B5EF4-FFF2-40B4-BE49-F238E27FC236}">
                <a16:creationId xmlns:a16="http://schemas.microsoft.com/office/drawing/2014/main" id="{C7A57CD0-58FD-4ACC-91AD-F3C2C81D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8" name="Cell background d-5-6">
            <a:extLst xmlns:a="http://schemas.openxmlformats.org/drawingml/2006/main">
              <a:ext uri="{FF2B5EF4-FFF2-40B4-BE49-F238E27FC236}">
                <a16:creationId xmlns:a16="http://schemas.microsoft.com/office/drawing/2014/main" id="{19CA6C4B-BD60-4413-B05A-5EE3A660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9" name="Cell background d-5-7">
            <a:extLst xmlns:a="http://schemas.openxmlformats.org/drawingml/2006/main">
              <a:ext uri="{FF2B5EF4-FFF2-40B4-BE49-F238E27FC236}">
                <a16:creationId xmlns:a16="http://schemas.microsoft.com/office/drawing/2014/main" id="{3ED00813-4E0A-45DB-B5F1-5756D69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0" name="Cell background d-5-8">
            <a:extLst xmlns:a="http://schemas.openxmlformats.org/drawingml/2006/main">
              <a:ext uri="{FF2B5EF4-FFF2-40B4-BE49-F238E27FC236}">
                <a16:creationId xmlns:a16="http://schemas.microsoft.com/office/drawing/2014/main" id="{8CACC2E2-6D97-457B-A915-C60C4893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1" name="Cell background d-5-9">
            <a:extLst xmlns:a="http://schemas.openxmlformats.org/drawingml/2006/main">
              <a:ext uri="{FF2B5EF4-FFF2-40B4-BE49-F238E27FC236}">
                <a16:creationId xmlns:a16="http://schemas.microsoft.com/office/drawing/2014/main" id="{A38B57CD-C09D-41BA-A0FB-2B01F7F7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5963598"/>
            <a:ext cx="357824" cy="3458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2" name="Cell background d-6-1">
            <a:extLst xmlns:a="http://schemas.openxmlformats.org/drawingml/2006/main">
              <a:ext uri="{FF2B5EF4-FFF2-40B4-BE49-F238E27FC236}">
                <a16:creationId xmlns:a16="http://schemas.microsoft.com/office/drawing/2014/main" id="{1D06D754-C9FC-4098-8663-2A4D44E1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3" name="Cell background d-6-2">
            <a:extLst xmlns:a="http://schemas.openxmlformats.org/drawingml/2006/main">
              <a:ext uri="{FF2B5EF4-FFF2-40B4-BE49-F238E27FC236}">
                <a16:creationId xmlns:a16="http://schemas.microsoft.com/office/drawing/2014/main" id="{EC6E9915-24C1-4A8A-BD11-BAC0AE81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4" name="Cell background d-6-3">
            <a:extLst xmlns:a="http://schemas.openxmlformats.org/drawingml/2006/main">
              <a:ext uri="{FF2B5EF4-FFF2-40B4-BE49-F238E27FC236}">
                <a16:creationId xmlns:a16="http://schemas.microsoft.com/office/drawing/2014/main" id="{AC8EE945-A3C2-4C70-A4D2-ACE05B4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5" name="Cell background d-6-4">
            <a:extLst xmlns:a="http://schemas.openxmlformats.org/drawingml/2006/main">
              <a:ext uri="{FF2B5EF4-FFF2-40B4-BE49-F238E27FC236}">
                <a16:creationId xmlns:a16="http://schemas.microsoft.com/office/drawing/2014/main" id="{4F1CA5C7-626B-4B80-9253-1D50F60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6" name="Cell background d-6-5">
            <a:extLst xmlns:a="http://schemas.openxmlformats.org/drawingml/2006/main">
              <a:ext uri="{FF2B5EF4-FFF2-40B4-BE49-F238E27FC236}">
                <a16:creationId xmlns:a16="http://schemas.microsoft.com/office/drawing/2014/main" id="{FDBBD531-6C59-401F-A98A-7E8D556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7" name="Cell background d-6-6">
            <a:extLst xmlns:a="http://schemas.openxmlformats.org/drawingml/2006/main">
              <a:ext uri="{FF2B5EF4-FFF2-40B4-BE49-F238E27FC236}">
                <a16:creationId xmlns:a16="http://schemas.microsoft.com/office/drawing/2014/main" id="{1F56D0B4-955E-456B-975E-D804A20A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8" name="Cell background d-6-7">
            <a:extLst xmlns:a="http://schemas.openxmlformats.org/drawingml/2006/main">
              <a:ext uri="{FF2B5EF4-FFF2-40B4-BE49-F238E27FC236}">
                <a16:creationId xmlns:a16="http://schemas.microsoft.com/office/drawing/2014/main" id="{7DA8FF63-5C49-4DEA-AADD-4D71D314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9" name="Cell background d-6-8">
            <a:extLst xmlns:a="http://schemas.openxmlformats.org/drawingml/2006/main">
              <a:ext uri="{FF2B5EF4-FFF2-40B4-BE49-F238E27FC236}">
                <a16:creationId xmlns:a16="http://schemas.microsoft.com/office/drawing/2014/main" id="{AD1E0916-FE8D-45FC-B499-09C74F5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0" name="Cell background d-6-9">
            <a:extLst xmlns:a="http://schemas.openxmlformats.org/drawingml/2006/main">
              <a:ext uri="{FF2B5EF4-FFF2-40B4-BE49-F238E27FC236}">
                <a16:creationId xmlns:a16="http://schemas.microsoft.com/office/drawing/2014/main" id="{56124625-11DD-4407-B0D6-8C0EB63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6309494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601" name="Cell background d-7-1">
            <a:extLst xmlns:a="http://schemas.openxmlformats.org/drawingml/2006/main">
              <a:ext uri="{FF2B5EF4-FFF2-40B4-BE49-F238E27FC236}">
                <a16:creationId xmlns:a16="http://schemas.microsoft.com/office/drawing/2014/main" id="{C3B18214-5EB9-41B1-AE67-6EF2576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2" name="Cell background d-7-2">
            <a:extLst xmlns:a="http://schemas.openxmlformats.org/drawingml/2006/main">
              <a:ext uri="{FF2B5EF4-FFF2-40B4-BE49-F238E27FC236}">
                <a16:creationId xmlns:a16="http://schemas.microsoft.com/office/drawing/2014/main" id="{6E0702C9-0D5A-458B-AFC7-B5F6573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3" name="Cell background d-7-3">
            <a:extLst xmlns:a="http://schemas.openxmlformats.org/drawingml/2006/main">
              <a:ext uri="{FF2B5EF4-FFF2-40B4-BE49-F238E27FC236}">
                <a16:creationId xmlns:a16="http://schemas.microsoft.com/office/drawing/2014/main" id="{6AF9C84D-7693-4BC1-A5C2-A9BD420F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4" name="Cell background d-7-4">
            <a:extLst xmlns:a="http://schemas.openxmlformats.org/drawingml/2006/main">
              <a:ext uri="{FF2B5EF4-FFF2-40B4-BE49-F238E27FC236}">
                <a16:creationId xmlns:a16="http://schemas.microsoft.com/office/drawing/2014/main" id="{6662E3B5-B506-42B9-A2F9-BDE7728D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5" name="Cell background d-7-5">
            <a:extLst xmlns:a="http://schemas.openxmlformats.org/drawingml/2006/main">
              <a:ext uri="{FF2B5EF4-FFF2-40B4-BE49-F238E27FC236}">
                <a16:creationId xmlns:a16="http://schemas.microsoft.com/office/drawing/2014/main" id="{461FBE78-167E-42A7-AFEF-0A8E88F1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6" name="Cell background d-7-6">
            <a:extLst xmlns:a="http://schemas.openxmlformats.org/drawingml/2006/main">
              <a:ext uri="{FF2B5EF4-FFF2-40B4-BE49-F238E27FC236}">
                <a16:creationId xmlns:a16="http://schemas.microsoft.com/office/drawing/2014/main" id="{70CD47C0-4813-449D-876F-AA921F9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7" name="Cell background d-7-7">
            <a:extLst xmlns:a="http://schemas.openxmlformats.org/drawingml/2006/main">
              <a:ext uri="{FF2B5EF4-FFF2-40B4-BE49-F238E27FC236}">
                <a16:creationId xmlns:a16="http://schemas.microsoft.com/office/drawing/2014/main" id="{92E025C7-19AF-4056-8549-3650AC2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8" name="Cell background d-7-8">
            <a:extLst xmlns:a="http://schemas.openxmlformats.org/drawingml/2006/main">
              <a:ext uri="{FF2B5EF4-FFF2-40B4-BE49-F238E27FC236}">
                <a16:creationId xmlns:a16="http://schemas.microsoft.com/office/drawing/2014/main" id="{F09556EC-C6C0-4E9E-AF22-9EA48CD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9" name="Cell background d-7-9">
            <a:extLst xmlns:a="http://schemas.openxmlformats.org/drawingml/2006/main">
              <a:ext uri="{FF2B5EF4-FFF2-40B4-BE49-F238E27FC236}">
                <a16:creationId xmlns:a16="http://schemas.microsoft.com/office/drawing/2014/main" id="{E00012BE-7364-45E6-AC51-AB5E0A2F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6654066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0" name="Cell background d-8-1">
            <a:extLst xmlns:a="http://schemas.openxmlformats.org/drawingml/2006/main">
              <a:ext uri="{FF2B5EF4-FFF2-40B4-BE49-F238E27FC236}">
                <a16:creationId xmlns:a16="http://schemas.microsoft.com/office/drawing/2014/main" id="{4A0B0214-8E65-4FE8-8252-EADB4C0D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1" name="Cell background d-8-2">
            <a:extLst xmlns:a="http://schemas.openxmlformats.org/drawingml/2006/main">
              <a:ext uri="{FF2B5EF4-FFF2-40B4-BE49-F238E27FC236}">
                <a16:creationId xmlns:a16="http://schemas.microsoft.com/office/drawing/2014/main" id="{34D4EA1E-2E93-42CE-86C3-16C5C42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612" name="Cell background d-8-3">
            <a:extLst xmlns:a="http://schemas.openxmlformats.org/drawingml/2006/main">
              <a:ext uri="{FF2B5EF4-FFF2-40B4-BE49-F238E27FC236}">
                <a16:creationId xmlns:a16="http://schemas.microsoft.com/office/drawing/2014/main" id="{5BC27F70-AAD4-4C8B-B3ED-7D6F08AC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3" name="Cell background d-8-4">
            <a:extLst xmlns:a="http://schemas.openxmlformats.org/drawingml/2006/main">
              <a:ext uri="{FF2B5EF4-FFF2-40B4-BE49-F238E27FC236}">
                <a16:creationId xmlns:a16="http://schemas.microsoft.com/office/drawing/2014/main" id="{A82DB8FC-F748-4672-A522-1019368E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4" name="Cell background d-8-5">
            <a:extLst xmlns:a="http://schemas.openxmlformats.org/drawingml/2006/main">
              <a:ext uri="{FF2B5EF4-FFF2-40B4-BE49-F238E27FC236}">
                <a16:creationId xmlns:a16="http://schemas.microsoft.com/office/drawing/2014/main" id="{E0785CC4-57C3-41F2-BD91-016C25FF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5" name="Cell background d-8-6">
            <a:extLst xmlns:a="http://schemas.openxmlformats.org/drawingml/2006/main">
              <a:ext uri="{FF2B5EF4-FFF2-40B4-BE49-F238E27FC236}">
                <a16:creationId xmlns:a16="http://schemas.microsoft.com/office/drawing/2014/main" id="{E4C6A844-6E8C-4571-8E45-393DA98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6" name="Cell background d-8-7">
            <a:extLst xmlns:a="http://schemas.openxmlformats.org/drawingml/2006/main">
              <a:ext uri="{FF2B5EF4-FFF2-40B4-BE49-F238E27FC236}">
                <a16:creationId xmlns:a16="http://schemas.microsoft.com/office/drawing/2014/main" id="{D53685C4-CBE1-438C-9526-1AE234B0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7" name="Cell background d-8-8">
            <a:extLst xmlns:a="http://schemas.openxmlformats.org/drawingml/2006/main">
              <a:ext uri="{FF2B5EF4-FFF2-40B4-BE49-F238E27FC236}">
                <a16:creationId xmlns:a16="http://schemas.microsoft.com/office/drawing/2014/main" id="{CBD68D40-4F1F-4512-A654-5E79A3D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618" name="Cell background d-8-9">
            <a:extLst xmlns:a="http://schemas.openxmlformats.org/drawingml/2006/main">
              <a:ext uri="{FF2B5EF4-FFF2-40B4-BE49-F238E27FC236}">
                <a16:creationId xmlns:a16="http://schemas.microsoft.com/office/drawing/2014/main" id="{8DD3272B-6CCB-4664-AD31-5A80027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6998637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9" name="Cell background d-9-1">
            <a:extLst xmlns:a="http://schemas.openxmlformats.org/drawingml/2006/main">
              <a:ext uri="{FF2B5EF4-FFF2-40B4-BE49-F238E27FC236}">
                <a16:creationId xmlns:a16="http://schemas.microsoft.com/office/drawing/2014/main" id="{DFE380DF-C1E0-4CAD-B97A-71C5117D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0" name="Cell background d-9-2">
            <a:extLst xmlns:a="http://schemas.openxmlformats.org/drawingml/2006/main">
              <a:ext uri="{FF2B5EF4-FFF2-40B4-BE49-F238E27FC236}">
                <a16:creationId xmlns:a16="http://schemas.microsoft.com/office/drawing/2014/main" id="{F50F7F34-FBC1-44F5-A904-9D38BCA4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1" name="Cell background d-9-3">
            <a:extLst xmlns:a="http://schemas.openxmlformats.org/drawingml/2006/main">
              <a:ext uri="{FF2B5EF4-FFF2-40B4-BE49-F238E27FC236}">
                <a16:creationId xmlns:a16="http://schemas.microsoft.com/office/drawing/2014/main" id="{7A1C6FBA-655D-4BB1-8759-5769F47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2" name="Cell background d-9-4">
            <a:extLst xmlns:a="http://schemas.openxmlformats.org/drawingml/2006/main">
              <a:ext uri="{FF2B5EF4-FFF2-40B4-BE49-F238E27FC236}">
                <a16:creationId xmlns:a16="http://schemas.microsoft.com/office/drawing/2014/main" id="{1A007C3E-11B9-42A2-9AFF-F39CBB7B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3" name="Cell background d-9-5">
            <a:extLst xmlns:a="http://schemas.openxmlformats.org/drawingml/2006/main">
              <a:ext uri="{FF2B5EF4-FFF2-40B4-BE49-F238E27FC236}">
                <a16:creationId xmlns:a16="http://schemas.microsoft.com/office/drawing/2014/main" id="{3169A9DB-40EB-483E-A90D-55364E7E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D8FF"/>
          </a:solidFill>
          <a:ln xmlns:a="http://schemas.openxmlformats.org/drawingml/2006/main" w="0">
            <a:noFill/>
          </a:ln>
        </p:spPr>
      </p:sp>
      <p:sp>
        <p:nvSpPr>
          <p:cNvPr id="624" name="Cell background d-9-6">
            <a:extLst xmlns:a="http://schemas.openxmlformats.org/drawingml/2006/main">
              <a:ext uri="{FF2B5EF4-FFF2-40B4-BE49-F238E27FC236}">
                <a16:creationId xmlns:a16="http://schemas.microsoft.com/office/drawing/2014/main" id="{47EFEB9A-F263-4988-81C5-5E9B9547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5" name="Cell background d-9-7">
            <a:extLst xmlns:a="http://schemas.openxmlformats.org/drawingml/2006/main">
              <a:ext uri="{FF2B5EF4-FFF2-40B4-BE49-F238E27FC236}">
                <a16:creationId xmlns:a16="http://schemas.microsoft.com/office/drawing/2014/main" id="{DFECA1F6-4677-4C67-98DD-C158029E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6" name="Cell background d-9-8">
            <a:extLst xmlns:a="http://schemas.openxmlformats.org/drawingml/2006/main">
              <a:ext uri="{FF2B5EF4-FFF2-40B4-BE49-F238E27FC236}">
                <a16:creationId xmlns:a16="http://schemas.microsoft.com/office/drawing/2014/main" id="{C2DE861B-BE04-4B19-B6F5-8521FA6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7" name="Cell background d-9-9">
            <a:extLst xmlns:a="http://schemas.openxmlformats.org/drawingml/2006/main">
              <a:ext uri="{FF2B5EF4-FFF2-40B4-BE49-F238E27FC236}">
                <a16:creationId xmlns:a16="http://schemas.microsoft.com/office/drawing/2014/main" id="{729A7AE7-49BC-4434-89D1-06F7ED1A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7343208"/>
            <a:ext cx="357824" cy="3445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8" name="Path 61">
            <a:extLst xmlns:a="http://schemas.openxmlformats.org/drawingml/2006/main">
              <a:ext uri="{FF2B5EF4-FFF2-40B4-BE49-F238E27FC236}">
                <a16:creationId xmlns:a16="http://schemas.microsoft.com/office/drawing/2014/main" id="{FDEF2EDA-AE10-420B-BB69-D1A7D605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29" name="Path 62">
            <a:extLst xmlns:a="http://schemas.openxmlformats.org/drawingml/2006/main">
              <a:ext uri="{FF2B5EF4-FFF2-40B4-BE49-F238E27FC236}">
                <a16:creationId xmlns:a16="http://schemas.microsoft.com/office/drawing/2014/main" id="{E305C728-8AFB-4186-A429-2EE6F762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585313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30" name="Path 63">
            <a:extLst xmlns:a="http://schemas.openxmlformats.org/drawingml/2006/main">
              <a:ext uri="{FF2B5EF4-FFF2-40B4-BE49-F238E27FC236}">
                <a16:creationId xmlns:a16="http://schemas.microsoft.com/office/drawing/2014/main" id="{1B29C7B9-1360-4A99-85D5-D32429B2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1" name="Path 64">
            <a:extLst xmlns:a="http://schemas.openxmlformats.org/drawingml/2006/main">
              <a:ext uri="{FF2B5EF4-FFF2-40B4-BE49-F238E27FC236}">
                <a16:creationId xmlns:a16="http://schemas.microsoft.com/office/drawing/2014/main" id="{C534E9D9-7703-467D-924F-2173321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929884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2" name="Path 65">
            <a:extLst xmlns:a="http://schemas.openxmlformats.org/drawingml/2006/main">
              <a:ext uri="{FF2B5EF4-FFF2-40B4-BE49-F238E27FC236}">
                <a16:creationId xmlns:a16="http://schemas.microsoft.com/office/drawing/2014/main" id="{356A9447-5120-418C-8B29-C7AA88F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3" name="Path 66">
            <a:extLst xmlns:a="http://schemas.openxmlformats.org/drawingml/2006/main">
              <a:ext uri="{FF2B5EF4-FFF2-40B4-BE49-F238E27FC236}">
                <a16:creationId xmlns:a16="http://schemas.microsoft.com/office/drawing/2014/main" id="{945BC17A-52EA-49A1-8A13-E7C852E8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274455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4" name="Path 67">
            <a:extLst xmlns:a="http://schemas.openxmlformats.org/drawingml/2006/main">
              <a:ext uri="{FF2B5EF4-FFF2-40B4-BE49-F238E27FC236}">
                <a16:creationId xmlns:a16="http://schemas.microsoft.com/office/drawing/2014/main" id="{9D66ED40-B51C-40BF-A637-E04D7A79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35" name="Path 68">
            <a:extLst xmlns:a="http://schemas.openxmlformats.org/drawingml/2006/main">
              <a:ext uri="{FF2B5EF4-FFF2-40B4-BE49-F238E27FC236}">
                <a16:creationId xmlns:a16="http://schemas.microsoft.com/office/drawing/2014/main" id="{073328AA-4568-4FFF-893B-21A1C6EF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619026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36" name="Path 69">
            <a:extLst xmlns:a="http://schemas.openxmlformats.org/drawingml/2006/main">
              <a:ext uri="{FF2B5EF4-FFF2-40B4-BE49-F238E27FC236}">
                <a16:creationId xmlns:a16="http://schemas.microsoft.com/office/drawing/2014/main" id="{2AD78955-F566-414F-9413-F087A8F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7" name="Path 70">
            <a:extLst xmlns:a="http://schemas.openxmlformats.org/drawingml/2006/main">
              <a:ext uri="{FF2B5EF4-FFF2-40B4-BE49-F238E27FC236}">
                <a16:creationId xmlns:a16="http://schemas.microsoft.com/office/drawing/2014/main" id="{BB491493-1178-4579-816E-2BAF149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963598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8" name="Path 71">
            <a:extLst xmlns:a="http://schemas.openxmlformats.org/drawingml/2006/main">
              <a:ext uri="{FF2B5EF4-FFF2-40B4-BE49-F238E27FC236}">
                <a16:creationId xmlns:a16="http://schemas.microsoft.com/office/drawing/2014/main" id="{1BA2D4DB-1AB8-4EF9-A74F-D0F0DA71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39" name="Path 72">
            <a:extLst xmlns:a="http://schemas.openxmlformats.org/drawingml/2006/main">
              <a:ext uri="{FF2B5EF4-FFF2-40B4-BE49-F238E27FC236}">
                <a16:creationId xmlns:a16="http://schemas.microsoft.com/office/drawing/2014/main" id="{BE355D3B-3FDA-4F31-94D4-81FCC4F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309494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40" name="Path 73">
            <a:extLst xmlns:a="http://schemas.openxmlformats.org/drawingml/2006/main">
              <a:ext uri="{FF2B5EF4-FFF2-40B4-BE49-F238E27FC236}">
                <a16:creationId xmlns:a16="http://schemas.microsoft.com/office/drawing/2014/main" id="{BB1022B8-87D7-4EE3-969D-B372BAE4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41" name="Path 74">
            <a:extLst xmlns:a="http://schemas.openxmlformats.org/drawingml/2006/main">
              <a:ext uri="{FF2B5EF4-FFF2-40B4-BE49-F238E27FC236}">
                <a16:creationId xmlns:a16="http://schemas.microsoft.com/office/drawing/2014/main" id="{7F9A783C-5B89-4C07-8F2C-D32DA0AD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654066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42" name="Path 75">
            <a:extLst xmlns:a="http://schemas.openxmlformats.org/drawingml/2006/main">
              <a:ext uri="{FF2B5EF4-FFF2-40B4-BE49-F238E27FC236}">
                <a16:creationId xmlns:a16="http://schemas.microsoft.com/office/drawing/2014/main" id="{B578ACB1-C07D-42BB-9FD4-3B921D2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43" name="Path 76">
            <a:extLst xmlns:a="http://schemas.openxmlformats.org/drawingml/2006/main">
              <a:ext uri="{FF2B5EF4-FFF2-40B4-BE49-F238E27FC236}">
                <a16:creationId xmlns:a16="http://schemas.microsoft.com/office/drawing/2014/main" id="{57E9BC5A-78D1-4614-BD6F-107580D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998637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44" name="Path 77">
            <a:extLst xmlns:a="http://schemas.openxmlformats.org/drawingml/2006/main">
              <a:ext uri="{FF2B5EF4-FFF2-40B4-BE49-F238E27FC236}">
                <a16:creationId xmlns:a16="http://schemas.microsoft.com/office/drawing/2014/main" id="{78843EAF-7259-4399-BB73-AF8C2A4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45" name="Path 78">
            <a:extLst xmlns:a="http://schemas.openxmlformats.org/drawingml/2006/main">
              <a:ext uri="{FF2B5EF4-FFF2-40B4-BE49-F238E27FC236}">
                <a16:creationId xmlns:a16="http://schemas.microsoft.com/office/drawing/2014/main" id="{5E62CD75-1607-46A8-8382-BA2C6FCD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7343208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646" name="Path 79">
            <a:extLst xmlns:a="http://schemas.openxmlformats.org/drawingml/2006/main">
              <a:ext uri="{FF2B5EF4-FFF2-40B4-BE49-F238E27FC236}">
                <a16:creationId xmlns:a16="http://schemas.microsoft.com/office/drawing/2014/main" id="{BDAF48D2-578B-45F6-9D14-2674362F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427" y="4585313"/>
            <a:ext cx="95" cy="3102467"/>
          </a:xfrm>
          <a:custGeom xmlns:a="http://schemas.openxmlformats.org/drawingml/2006/main">
            <a:pathLst>
              <a:path w="95" h="3102467">
                <a:moveTo>
                  <a:pt x="0" y="0"/>
                </a:moveTo>
                <a:lnTo>
                  <a:pt x="0" y="3102467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47" name="Path 80">
            <a:extLst xmlns:a="http://schemas.openxmlformats.org/drawingml/2006/main">
              <a:ext uri="{FF2B5EF4-FFF2-40B4-BE49-F238E27FC236}">
                <a16:creationId xmlns:a16="http://schemas.microsoft.com/office/drawing/2014/main" id="{9C83E39F-95C1-4029-AA49-FE5D850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7687779"/>
            <a:ext cx="3220417" cy="95"/>
          </a:xfrm>
          <a:custGeom xmlns:a="http://schemas.openxmlformats.org/drawingml/2006/main">
            <a:pathLst>
              <a:path w="3220417" h="95">
                <a:moveTo>
                  <a:pt x="0" y="0"/>
                </a:moveTo>
                <a:lnTo>
                  <a:pt x="3220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648" name="Sudoku-d-r01-c01">
            <a:extLst xmlns:a="http://schemas.openxmlformats.org/drawingml/2006/main">
              <a:ext uri="{FF2B5EF4-FFF2-40B4-BE49-F238E27FC236}">
                <a16:creationId xmlns:a16="http://schemas.microsoft.com/office/drawing/2014/main" id="{15D655A7-27B5-4DED-9B19-EEFDB3CF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49" name="Sudoku-d-r01-c02">
            <a:extLst xmlns:a="http://schemas.openxmlformats.org/drawingml/2006/main">
              <a:ext uri="{FF2B5EF4-FFF2-40B4-BE49-F238E27FC236}">
                <a16:creationId xmlns:a16="http://schemas.microsoft.com/office/drawing/2014/main" id="{261B1C2E-A91E-4DF8-9B2E-C0EC7BA0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50" name="Sudoku-d-r01-c03">
            <a:extLst xmlns:a="http://schemas.openxmlformats.org/drawingml/2006/main">
              <a:ext uri="{FF2B5EF4-FFF2-40B4-BE49-F238E27FC236}">
                <a16:creationId xmlns:a16="http://schemas.microsoft.com/office/drawing/2014/main" id="{249518AF-5F71-4732-BD1D-2A6C890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51" name="Sudoku-d-r01-c04">
            <a:extLst xmlns:a="http://schemas.openxmlformats.org/drawingml/2006/main">
              <a:ext uri="{FF2B5EF4-FFF2-40B4-BE49-F238E27FC236}">
                <a16:creationId xmlns:a16="http://schemas.microsoft.com/office/drawing/2014/main" id="{36E52BA3-C65E-4ABB-9B0F-F388A76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52" name="Sudoku-d-r01-c05">
            <a:extLst xmlns:a="http://schemas.openxmlformats.org/drawingml/2006/main">
              <a:ext uri="{FF2B5EF4-FFF2-40B4-BE49-F238E27FC236}">
                <a16:creationId xmlns:a16="http://schemas.microsoft.com/office/drawing/2014/main" id="{197BF96A-A972-45FC-B340-3288AAC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53" name="Sudoku-d-r01-c06">
            <a:extLst xmlns:a="http://schemas.openxmlformats.org/drawingml/2006/main">
              <a:ext uri="{FF2B5EF4-FFF2-40B4-BE49-F238E27FC236}">
                <a16:creationId xmlns:a16="http://schemas.microsoft.com/office/drawing/2014/main" id="{455A390B-3BC6-432E-AE8F-20C2113B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54" name="Sudoku-d-r01-c07">
            <a:extLst xmlns:a="http://schemas.openxmlformats.org/drawingml/2006/main">
              <a:ext uri="{FF2B5EF4-FFF2-40B4-BE49-F238E27FC236}">
                <a16:creationId xmlns:a16="http://schemas.microsoft.com/office/drawing/2014/main" id="{0DC720E6-364E-4E43-ACC4-24E4410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5" name="Sudoku-d-r01-c08">
            <a:extLst xmlns:a="http://schemas.openxmlformats.org/drawingml/2006/main">
              <a:ext uri="{FF2B5EF4-FFF2-40B4-BE49-F238E27FC236}">
                <a16:creationId xmlns:a16="http://schemas.microsoft.com/office/drawing/2014/main" id="{DB473EBE-3BD6-492A-8D23-A0558EFE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56" name="Sudoku-d-r01-c09">
            <a:extLst xmlns:a="http://schemas.openxmlformats.org/drawingml/2006/main">
              <a:ext uri="{FF2B5EF4-FFF2-40B4-BE49-F238E27FC236}">
                <a16:creationId xmlns:a16="http://schemas.microsoft.com/office/drawing/2014/main" id="{25444F3C-5436-44EA-A6AB-21F69BA8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4585313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57" name="Sudoku-d-r02-c01">
            <a:extLst xmlns:a="http://schemas.openxmlformats.org/drawingml/2006/main">
              <a:ext uri="{FF2B5EF4-FFF2-40B4-BE49-F238E27FC236}">
                <a16:creationId xmlns:a16="http://schemas.microsoft.com/office/drawing/2014/main" id="{61B48835-E159-4E2E-BC27-8AB3B4E5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58" name="Sudoku-d-r02-c02">
            <a:extLst xmlns:a="http://schemas.openxmlformats.org/drawingml/2006/main">
              <a:ext uri="{FF2B5EF4-FFF2-40B4-BE49-F238E27FC236}">
                <a16:creationId xmlns:a16="http://schemas.microsoft.com/office/drawing/2014/main" id="{8FA2EE79-F299-4FC8-9277-30BAE12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9" name="Sudoku-d-r02-c03">
            <a:extLst xmlns:a="http://schemas.openxmlformats.org/drawingml/2006/main">
              <a:ext uri="{FF2B5EF4-FFF2-40B4-BE49-F238E27FC236}">
                <a16:creationId xmlns:a16="http://schemas.microsoft.com/office/drawing/2014/main" id="{25C14E59-48B9-4EA1-B0F7-4493726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60" name="Sudoku-d-r02-c04">
            <a:extLst xmlns:a="http://schemas.openxmlformats.org/drawingml/2006/main">
              <a:ext uri="{FF2B5EF4-FFF2-40B4-BE49-F238E27FC236}">
                <a16:creationId xmlns:a16="http://schemas.microsoft.com/office/drawing/2014/main" id="{7D914C7B-9BA8-4C26-AEB9-5432F23B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61" name="Sudoku-d-r02-c05">
            <a:extLst xmlns:a="http://schemas.openxmlformats.org/drawingml/2006/main">
              <a:ext uri="{FF2B5EF4-FFF2-40B4-BE49-F238E27FC236}">
                <a16:creationId xmlns:a16="http://schemas.microsoft.com/office/drawing/2014/main" id="{BFF7059A-71E3-411B-8A6F-C78DBDC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62" name="Sudoku-d-r02-c06">
            <a:extLst xmlns:a="http://schemas.openxmlformats.org/drawingml/2006/main">
              <a:ext uri="{FF2B5EF4-FFF2-40B4-BE49-F238E27FC236}">
                <a16:creationId xmlns:a16="http://schemas.microsoft.com/office/drawing/2014/main" id="{CBCADA05-B7C8-432F-8637-6333826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63" name="Sudoku-d-r02-c07">
            <a:extLst xmlns:a="http://schemas.openxmlformats.org/drawingml/2006/main">
              <a:ext uri="{FF2B5EF4-FFF2-40B4-BE49-F238E27FC236}">
                <a16:creationId xmlns:a16="http://schemas.microsoft.com/office/drawing/2014/main" id="{3D7C513D-CCE7-4DD6-970B-EF1A780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64" name="Sudoku-d-r02-c08">
            <a:extLst xmlns:a="http://schemas.openxmlformats.org/drawingml/2006/main">
              <a:ext uri="{FF2B5EF4-FFF2-40B4-BE49-F238E27FC236}">
                <a16:creationId xmlns:a16="http://schemas.microsoft.com/office/drawing/2014/main" id="{1E73F38A-FFE6-44DF-B43C-5E2E794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65" name="Sudoku-d-r02-c09">
            <a:extLst xmlns:a="http://schemas.openxmlformats.org/drawingml/2006/main">
              <a:ext uri="{FF2B5EF4-FFF2-40B4-BE49-F238E27FC236}">
                <a16:creationId xmlns:a16="http://schemas.microsoft.com/office/drawing/2014/main" id="{35B0F0B7-C552-4943-B3DD-3D4573E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492988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66" name="Sudoku-d-r03-c01">
            <a:extLst xmlns:a="http://schemas.openxmlformats.org/drawingml/2006/main">
              <a:ext uri="{FF2B5EF4-FFF2-40B4-BE49-F238E27FC236}">
                <a16:creationId xmlns:a16="http://schemas.microsoft.com/office/drawing/2014/main" id="{4EF6C846-4DFE-4403-8C35-2DF0C93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67" name="Sudoku-d-r03-c02">
            <a:extLst xmlns:a="http://schemas.openxmlformats.org/drawingml/2006/main">
              <a:ext uri="{FF2B5EF4-FFF2-40B4-BE49-F238E27FC236}">
                <a16:creationId xmlns:a16="http://schemas.microsoft.com/office/drawing/2014/main" id="{EA56E170-5413-4243-8B97-54CE916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68" name="Sudoku-d-r03-c03">
            <a:extLst xmlns:a="http://schemas.openxmlformats.org/drawingml/2006/main">
              <a:ext uri="{FF2B5EF4-FFF2-40B4-BE49-F238E27FC236}">
                <a16:creationId xmlns:a16="http://schemas.microsoft.com/office/drawing/2014/main" id="{A5A7108C-D622-40A4-9393-ED6D1AC2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FF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69" name="Sudoku-d-r03-c04">
            <a:extLst xmlns:a="http://schemas.openxmlformats.org/drawingml/2006/main">
              <a:ext uri="{FF2B5EF4-FFF2-40B4-BE49-F238E27FC236}">
                <a16:creationId xmlns:a16="http://schemas.microsoft.com/office/drawing/2014/main" id="{E4B204CE-9879-4960-B88E-D4874C26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70" name="Sudoku-d-r03-c05">
            <a:extLst xmlns:a="http://schemas.openxmlformats.org/drawingml/2006/main">
              <a:ext uri="{FF2B5EF4-FFF2-40B4-BE49-F238E27FC236}">
                <a16:creationId xmlns:a16="http://schemas.microsoft.com/office/drawing/2014/main" id="{99832940-1C2D-4A93-B2DC-29AD66DF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1" name="Sudoku-d-r03-c06">
            <a:extLst xmlns:a="http://schemas.openxmlformats.org/drawingml/2006/main">
              <a:ext uri="{FF2B5EF4-FFF2-40B4-BE49-F238E27FC236}">
                <a16:creationId xmlns:a16="http://schemas.microsoft.com/office/drawing/2014/main" id="{30973298-5790-475E-A29B-7DC54953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2" name="Sudoku-d-r03-c07">
            <a:extLst xmlns:a="http://schemas.openxmlformats.org/drawingml/2006/main">
              <a:ext uri="{FF2B5EF4-FFF2-40B4-BE49-F238E27FC236}">
                <a16:creationId xmlns:a16="http://schemas.microsoft.com/office/drawing/2014/main" id="{73A37321-E7E1-457E-957B-3D7652F6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73" name="Sudoku-d-r03-c08">
            <a:extLst xmlns:a="http://schemas.openxmlformats.org/drawingml/2006/main">
              <a:ext uri="{FF2B5EF4-FFF2-40B4-BE49-F238E27FC236}">
                <a16:creationId xmlns:a16="http://schemas.microsoft.com/office/drawing/2014/main" id="{9C5F5001-3562-48F2-A741-8B8D0189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74" name="Sudoku-d-r03-c09">
            <a:extLst xmlns:a="http://schemas.openxmlformats.org/drawingml/2006/main">
              <a:ext uri="{FF2B5EF4-FFF2-40B4-BE49-F238E27FC236}">
                <a16:creationId xmlns:a16="http://schemas.microsoft.com/office/drawing/2014/main" id="{9B3C7BFA-4B1F-4843-B8F6-776EAF16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5274455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75" name="Sudoku-d-r04-c01">
            <a:extLst xmlns:a="http://schemas.openxmlformats.org/drawingml/2006/main">
              <a:ext uri="{FF2B5EF4-FFF2-40B4-BE49-F238E27FC236}">
                <a16:creationId xmlns:a16="http://schemas.microsoft.com/office/drawing/2014/main" id="{8700E455-8D74-4D3D-8420-175CE03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76" name="Sudoku-d-r04-c02">
            <a:extLst xmlns:a="http://schemas.openxmlformats.org/drawingml/2006/main">
              <a:ext uri="{FF2B5EF4-FFF2-40B4-BE49-F238E27FC236}">
                <a16:creationId xmlns:a16="http://schemas.microsoft.com/office/drawing/2014/main" id="{E57BA081-3367-4E25-831F-0028760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77" name="Sudoku-d-r04-c03">
            <a:extLst xmlns:a="http://schemas.openxmlformats.org/drawingml/2006/main">
              <a:ext uri="{FF2B5EF4-FFF2-40B4-BE49-F238E27FC236}">
                <a16:creationId xmlns:a16="http://schemas.microsoft.com/office/drawing/2014/main" id="{1DE896B4-BA82-4EAD-B863-8C3E9FFE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78" name="Sudoku-d-r04-c04">
            <a:extLst xmlns:a="http://schemas.openxmlformats.org/drawingml/2006/main">
              <a:ext uri="{FF2B5EF4-FFF2-40B4-BE49-F238E27FC236}">
                <a16:creationId xmlns:a16="http://schemas.microsoft.com/office/drawing/2014/main" id="{6D21ADBF-39B1-470C-94E7-A856DCAB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79" name="Sudoku-d-r04-c05">
            <a:extLst xmlns:a="http://schemas.openxmlformats.org/drawingml/2006/main">
              <a:ext uri="{FF2B5EF4-FFF2-40B4-BE49-F238E27FC236}">
                <a16:creationId xmlns:a16="http://schemas.microsoft.com/office/drawing/2014/main" id="{FEB843DD-8F9B-447E-AD04-F67D1F22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80" name="Sudoku-d-r04-c06">
            <a:extLst xmlns:a="http://schemas.openxmlformats.org/drawingml/2006/main">
              <a:ext uri="{FF2B5EF4-FFF2-40B4-BE49-F238E27FC236}">
                <a16:creationId xmlns:a16="http://schemas.microsoft.com/office/drawing/2014/main" id="{5CDBE009-3202-44F5-9CDE-E15416AF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81" name="Sudoku-d-r04-c07">
            <a:extLst xmlns:a="http://schemas.openxmlformats.org/drawingml/2006/main">
              <a:ext uri="{FF2B5EF4-FFF2-40B4-BE49-F238E27FC236}">
                <a16:creationId xmlns:a16="http://schemas.microsoft.com/office/drawing/2014/main" id="{137BEE0B-4D26-452E-846F-F65778C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82" name="Sudoku-d-r04-c08">
            <a:extLst xmlns:a="http://schemas.openxmlformats.org/drawingml/2006/main">
              <a:ext uri="{FF2B5EF4-FFF2-40B4-BE49-F238E27FC236}">
                <a16:creationId xmlns:a16="http://schemas.microsoft.com/office/drawing/2014/main" id="{D71EE3A3-698C-4AC6-9D56-B5F9DF77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83" name="Sudoku-d-r04-c09">
            <a:extLst xmlns:a="http://schemas.openxmlformats.org/drawingml/2006/main">
              <a:ext uri="{FF2B5EF4-FFF2-40B4-BE49-F238E27FC236}">
                <a16:creationId xmlns:a16="http://schemas.microsoft.com/office/drawing/2014/main" id="{EBACA423-E717-43BB-922A-8439777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561902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84" name="Sudoku-d-r05-c01">
            <a:extLst xmlns:a="http://schemas.openxmlformats.org/drawingml/2006/main">
              <a:ext uri="{FF2B5EF4-FFF2-40B4-BE49-F238E27FC236}">
                <a16:creationId xmlns:a16="http://schemas.microsoft.com/office/drawing/2014/main" id="{5C814E19-1E85-442E-A680-C3A118A8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85" name="Sudoku-d-r05-c02">
            <a:extLst xmlns:a="http://schemas.openxmlformats.org/drawingml/2006/main">
              <a:ext uri="{FF2B5EF4-FFF2-40B4-BE49-F238E27FC236}">
                <a16:creationId xmlns:a16="http://schemas.microsoft.com/office/drawing/2014/main" id="{7F52A680-3AF9-4DD1-8A0E-A368216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86" name="Sudoku-d-r05-c03">
            <a:extLst xmlns:a="http://schemas.openxmlformats.org/drawingml/2006/main">
              <a:ext uri="{FF2B5EF4-FFF2-40B4-BE49-F238E27FC236}">
                <a16:creationId xmlns:a16="http://schemas.microsoft.com/office/drawing/2014/main" id="{FF74F36E-5651-4AD5-A127-FD898E0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87" name="Sudoku-d-r05-c04">
            <a:extLst xmlns:a="http://schemas.openxmlformats.org/drawingml/2006/main">
              <a:ext uri="{FF2B5EF4-FFF2-40B4-BE49-F238E27FC236}">
                <a16:creationId xmlns:a16="http://schemas.microsoft.com/office/drawing/2014/main" id="{A4D4A1B4-AC58-4F49-94C3-FB542E2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88" name="Sudoku-d-r05-c05">
            <a:extLst xmlns:a="http://schemas.openxmlformats.org/drawingml/2006/main">
              <a:ext uri="{FF2B5EF4-FFF2-40B4-BE49-F238E27FC236}">
                <a16:creationId xmlns:a16="http://schemas.microsoft.com/office/drawing/2014/main" id="{45C5BE42-9D65-4F88-8280-A2308D2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89" name="Sudoku-d-r05-c06">
            <a:extLst xmlns:a="http://schemas.openxmlformats.org/drawingml/2006/main">
              <a:ext uri="{FF2B5EF4-FFF2-40B4-BE49-F238E27FC236}">
                <a16:creationId xmlns:a16="http://schemas.microsoft.com/office/drawing/2014/main" id="{7244B28D-0FDB-4666-AD22-0703A74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90" name="Sudoku-d-r05-c07">
            <a:extLst xmlns:a="http://schemas.openxmlformats.org/drawingml/2006/main">
              <a:ext uri="{FF2B5EF4-FFF2-40B4-BE49-F238E27FC236}">
                <a16:creationId xmlns:a16="http://schemas.microsoft.com/office/drawing/2014/main" id="{95222313-2006-4806-9000-AA4AA16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91" name="Sudoku-d-r05-c08">
            <a:extLst xmlns:a="http://schemas.openxmlformats.org/drawingml/2006/main">
              <a:ext uri="{FF2B5EF4-FFF2-40B4-BE49-F238E27FC236}">
                <a16:creationId xmlns:a16="http://schemas.microsoft.com/office/drawing/2014/main" id="{130E9A94-A8F9-4CFA-A04C-26088238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92" name="Sudoku-d-r05-c09">
            <a:extLst xmlns:a="http://schemas.openxmlformats.org/drawingml/2006/main">
              <a:ext uri="{FF2B5EF4-FFF2-40B4-BE49-F238E27FC236}">
                <a16:creationId xmlns:a16="http://schemas.microsoft.com/office/drawing/2014/main" id="{2987E4BF-2DDC-4C37-BDAE-2B455806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5963598"/>
            <a:ext cx="357824" cy="345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34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34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93" name="Sudoku-d-r06-c01">
            <a:extLst xmlns:a="http://schemas.openxmlformats.org/drawingml/2006/main">
              <a:ext uri="{FF2B5EF4-FFF2-40B4-BE49-F238E27FC236}">
                <a16:creationId xmlns:a16="http://schemas.microsoft.com/office/drawing/2014/main" id="{3E0E64D6-52E6-4D60-AF35-16EC9E7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94" name="Sudoku-d-r06-c02">
            <a:extLst xmlns:a="http://schemas.openxmlformats.org/drawingml/2006/main">
              <a:ext uri="{FF2B5EF4-FFF2-40B4-BE49-F238E27FC236}">
                <a16:creationId xmlns:a16="http://schemas.microsoft.com/office/drawing/2014/main" id="{40DEC05A-EA7E-4D2C-AA61-0CC4E70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95" name="Sudoku-d-r06-c03">
            <a:extLst xmlns:a="http://schemas.openxmlformats.org/drawingml/2006/main">
              <a:ext uri="{FF2B5EF4-FFF2-40B4-BE49-F238E27FC236}">
                <a16:creationId xmlns:a16="http://schemas.microsoft.com/office/drawing/2014/main" id="{03B80A60-1727-480D-A620-D59C7919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96" name="Sudoku-d-r06-c04">
            <a:extLst xmlns:a="http://schemas.openxmlformats.org/drawingml/2006/main">
              <a:ext uri="{FF2B5EF4-FFF2-40B4-BE49-F238E27FC236}">
                <a16:creationId xmlns:a16="http://schemas.microsoft.com/office/drawing/2014/main" id="{5F74E800-9954-4CEE-B7DA-4BE1AC7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97" name="Sudoku-d-r06-c05">
            <a:extLst xmlns:a="http://schemas.openxmlformats.org/drawingml/2006/main">
              <a:ext uri="{FF2B5EF4-FFF2-40B4-BE49-F238E27FC236}">
                <a16:creationId xmlns:a16="http://schemas.microsoft.com/office/drawing/2014/main" id="{8E627CA1-DAE7-45A5-B8E5-E3E659D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98" name="Sudoku-d-r06-c06">
            <a:extLst xmlns:a="http://schemas.openxmlformats.org/drawingml/2006/main">
              <a:ext uri="{FF2B5EF4-FFF2-40B4-BE49-F238E27FC236}">
                <a16:creationId xmlns:a16="http://schemas.microsoft.com/office/drawing/2014/main" id="{4E4D3B65-CB53-45FD-AEDA-872B0191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9" name="Sudoku-d-r06-c07">
            <a:extLst xmlns:a="http://schemas.openxmlformats.org/drawingml/2006/main">
              <a:ext uri="{FF2B5EF4-FFF2-40B4-BE49-F238E27FC236}">
                <a16:creationId xmlns:a16="http://schemas.microsoft.com/office/drawing/2014/main" id="{406A5F8D-2EDF-4C39-9933-92CDDA1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00" name="Sudoku-d-r06-c08">
            <a:extLst xmlns:a="http://schemas.openxmlformats.org/drawingml/2006/main">
              <a:ext uri="{FF2B5EF4-FFF2-40B4-BE49-F238E27FC236}">
                <a16:creationId xmlns:a16="http://schemas.microsoft.com/office/drawing/2014/main" id="{6DE9F439-ED18-4734-A6E7-6F49EE01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01" name="Sudoku-d-r06-c09">
            <a:extLst xmlns:a="http://schemas.openxmlformats.org/drawingml/2006/main">
              <a:ext uri="{FF2B5EF4-FFF2-40B4-BE49-F238E27FC236}">
                <a16:creationId xmlns:a16="http://schemas.microsoft.com/office/drawing/2014/main" id="{B5545B28-D27A-4EC9-9892-ED0589A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6309494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02" name="Sudoku-d-r07-c01">
            <a:extLst xmlns:a="http://schemas.openxmlformats.org/drawingml/2006/main">
              <a:ext uri="{FF2B5EF4-FFF2-40B4-BE49-F238E27FC236}">
                <a16:creationId xmlns:a16="http://schemas.microsoft.com/office/drawing/2014/main" id="{AC1FE15F-A545-40F3-B46F-CC7193B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03" name="Sudoku-d-r07-c02">
            <a:extLst xmlns:a="http://schemas.openxmlformats.org/drawingml/2006/main">
              <a:ext uri="{FF2B5EF4-FFF2-40B4-BE49-F238E27FC236}">
                <a16:creationId xmlns:a16="http://schemas.microsoft.com/office/drawing/2014/main" id="{031DF765-4A21-4AE9-8CEC-AAD21E3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04" name="Sudoku-d-r07-c03">
            <a:extLst xmlns:a="http://schemas.openxmlformats.org/drawingml/2006/main">
              <a:ext uri="{FF2B5EF4-FFF2-40B4-BE49-F238E27FC236}">
                <a16:creationId xmlns:a16="http://schemas.microsoft.com/office/drawing/2014/main" id="{606B36C5-CE2D-4E5D-AB56-97CD8D5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05" name="Sudoku-d-r07-c04">
            <a:extLst xmlns:a="http://schemas.openxmlformats.org/drawingml/2006/main">
              <a:ext uri="{FF2B5EF4-FFF2-40B4-BE49-F238E27FC236}">
                <a16:creationId xmlns:a16="http://schemas.microsoft.com/office/drawing/2014/main" id="{D7B6EFE0-717E-4B53-BF8F-C962667F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06" name="Sudoku-d-r07-c05">
            <a:extLst xmlns:a="http://schemas.openxmlformats.org/drawingml/2006/main">
              <a:ext uri="{FF2B5EF4-FFF2-40B4-BE49-F238E27FC236}">
                <a16:creationId xmlns:a16="http://schemas.microsoft.com/office/drawing/2014/main" id="{DBD621C7-1EA4-459E-9AC7-547DB37C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07" name="Sudoku-d-r07-c06">
            <a:extLst xmlns:a="http://schemas.openxmlformats.org/drawingml/2006/main">
              <a:ext uri="{FF2B5EF4-FFF2-40B4-BE49-F238E27FC236}">
                <a16:creationId xmlns:a16="http://schemas.microsoft.com/office/drawing/2014/main" id="{6B164D11-A668-42CA-8740-AA191AF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8" name="Sudoku-d-r07-c07">
            <a:extLst xmlns:a="http://schemas.openxmlformats.org/drawingml/2006/main">
              <a:ext uri="{FF2B5EF4-FFF2-40B4-BE49-F238E27FC236}">
                <a16:creationId xmlns:a16="http://schemas.microsoft.com/office/drawing/2014/main" id="{19092BA7-D3DC-41A4-86EF-73DB5D1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09" name="Sudoku-d-r07-c08">
            <a:extLst xmlns:a="http://schemas.openxmlformats.org/drawingml/2006/main">
              <a:ext uri="{FF2B5EF4-FFF2-40B4-BE49-F238E27FC236}">
                <a16:creationId xmlns:a16="http://schemas.microsoft.com/office/drawing/2014/main" id="{EE92F6E2-3BD1-446D-935C-01513C4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10" name="Sudoku-d-r07-c09">
            <a:extLst xmlns:a="http://schemas.openxmlformats.org/drawingml/2006/main">
              <a:ext uri="{FF2B5EF4-FFF2-40B4-BE49-F238E27FC236}">
                <a16:creationId xmlns:a16="http://schemas.microsoft.com/office/drawing/2014/main" id="{B3F778B0-0726-4743-AC02-CD25AFA5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6654066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11" name="Sudoku-d-r08-c01">
            <a:extLst xmlns:a="http://schemas.openxmlformats.org/drawingml/2006/main">
              <a:ext uri="{FF2B5EF4-FFF2-40B4-BE49-F238E27FC236}">
                <a16:creationId xmlns:a16="http://schemas.microsoft.com/office/drawing/2014/main" id="{47675784-9B6C-4A39-ACE8-49F22E0F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12" name="Sudoku-d-r08-c02">
            <a:extLst xmlns:a="http://schemas.openxmlformats.org/drawingml/2006/main">
              <a:ext uri="{FF2B5EF4-FFF2-40B4-BE49-F238E27FC236}">
                <a16:creationId xmlns:a16="http://schemas.microsoft.com/office/drawing/2014/main" id="{8C37F8CF-64A4-4379-A038-F611B5FE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13" name="Sudoku-d-r08-c03">
            <a:extLst xmlns:a="http://schemas.openxmlformats.org/drawingml/2006/main">
              <a:ext uri="{FF2B5EF4-FFF2-40B4-BE49-F238E27FC236}">
                <a16:creationId xmlns:a16="http://schemas.microsoft.com/office/drawing/2014/main" id="{59FF4173-C209-4351-89F6-1BA32AF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14" name="Sudoku-d-r08-c04">
            <a:extLst xmlns:a="http://schemas.openxmlformats.org/drawingml/2006/main">
              <a:ext uri="{FF2B5EF4-FFF2-40B4-BE49-F238E27FC236}">
                <a16:creationId xmlns:a16="http://schemas.microsoft.com/office/drawing/2014/main" id="{4F02E2DC-7F1D-47D7-BF96-186592D3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15" name="Sudoku-d-r08-c05">
            <a:extLst xmlns:a="http://schemas.openxmlformats.org/drawingml/2006/main">
              <a:ext uri="{FF2B5EF4-FFF2-40B4-BE49-F238E27FC236}">
                <a16:creationId xmlns:a16="http://schemas.microsoft.com/office/drawing/2014/main" id="{6CAC3DA0-D73C-472F-8AD2-3D700EFD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16" name="Sudoku-d-r08-c06">
            <a:extLst xmlns:a="http://schemas.openxmlformats.org/drawingml/2006/main">
              <a:ext uri="{FF2B5EF4-FFF2-40B4-BE49-F238E27FC236}">
                <a16:creationId xmlns:a16="http://schemas.microsoft.com/office/drawing/2014/main" id="{5E738F0A-5D37-4E0D-9EA2-73838B6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17" name="Sudoku-d-r08-c07">
            <a:extLst xmlns:a="http://schemas.openxmlformats.org/drawingml/2006/main">
              <a:ext uri="{FF2B5EF4-FFF2-40B4-BE49-F238E27FC236}">
                <a16:creationId xmlns:a16="http://schemas.microsoft.com/office/drawing/2014/main" id="{1F11771B-FCB9-4B2E-A412-C1E374E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18" name="Sudoku-d-r08-c08">
            <a:extLst xmlns:a="http://schemas.openxmlformats.org/drawingml/2006/main">
              <a:ext uri="{FF2B5EF4-FFF2-40B4-BE49-F238E27FC236}">
                <a16:creationId xmlns:a16="http://schemas.microsoft.com/office/drawing/2014/main" id="{789B0C60-8AF0-465D-9AAF-E2838670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FF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19" name="Sudoku-d-r08-c09">
            <a:extLst xmlns:a="http://schemas.openxmlformats.org/drawingml/2006/main">
              <a:ext uri="{FF2B5EF4-FFF2-40B4-BE49-F238E27FC236}">
                <a16:creationId xmlns:a16="http://schemas.microsoft.com/office/drawing/2014/main" id="{CB05822E-252E-46A4-88D0-9A86D932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6998637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20" name="Sudoku-d-r09-c01">
            <a:extLst xmlns:a="http://schemas.openxmlformats.org/drawingml/2006/main">
              <a:ext uri="{FF2B5EF4-FFF2-40B4-BE49-F238E27FC236}">
                <a16:creationId xmlns:a16="http://schemas.microsoft.com/office/drawing/2014/main" id="{7AD2A817-6032-45A0-A43F-50BDC8E4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011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21" name="Sudoku-d-r09-c02">
            <a:extLst xmlns:a="http://schemas.openxmlformats.org/drawingml/2006/main">
              <a:ext uri="{FF2B5EF4-FFF2-40B4-BE49-F238E27FC236}">
                <a16:creationId xmlns:a16="http://schemas.microsoft.com/office/drawing/2014/main" id="{1F2BADED-2CDE-4C92-9C5B-27AB2927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35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22" name="Sudoku-d-r09-c03">
            <a:extLst xmlns:a="http://schemas.openxmlformats.org/drawingml/2006/main">
              <a:ext uri="{FF2B5EF4-FFF2-40B4-BE49-F238E27FC236}">
                <a16:creationId xmlns:a16="http://schemas.microsoft.com/office/drawing/2014/main" id="{40BF1337-CAE0-4DFD-B4BD-EE0020A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59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23" name="Sudoku-d-r09-c04">
            <a:extLst xmlns:a="http://schemas.openxmlformats.org/drawingml/2006/main">
              <a:ext uri="{FF2B5EF4-FFF2-40B4-BE49-F238E27FC236}">
                <a16:creationId xmlns:a16="http://schemas.microsoft.com/office/drawing/2014/main" id="{B40646A4-71E6-4EB7-AD23-0F7F623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83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24" name="Sudoku-d-r09-c05">
            <a:extLst xmlns:a="http://schemas.openxmlformats.org/drawingml/2006/main">
              <a:ext uri="{FF2B5EF4-FFF2-40B4-BE49-F238E27FC236}">
                <a16:creationId xmlns:a16="http://schemas.microsoft.com/office/drawing/2014/main" id="{EABCBCC3-CDE4-4C39-A9FD-9840976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307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25" name="Sudoku-d-r09-c06">
            <a:extLst xmlns:a="http://schemas.openxmlformats.org/drawingml/2006/main">
              <a:ext uri="{FF2B5EF4-FFF2-40B4-BE49-F238E27FC236}">
                <a16:creationId xmlns:a16="http://schemas.microsoft.com/office/drawing/2014/main" id="{F4DE2D5E-8AA3-43E9-A449-259169DD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31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26" name="Sudoku-d-r09-c07">
            <a:extLst xmlns:a="http://schemas.openxmlformats.org/drawingml/2006/main">
              <a:ext uri="{FF2B5EF4-FFF2-40B4-BE49-F238E27FC236}">
                <a16:creationId xmlns:a16="http://schemas.microsoft.com/office/drawing/2014/main" id="{97F8C16F-B5C7-4FE7-8BFE-7030F857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55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27" name="Sudoku-d-r09-c08">
            <a:extLst xmlns:a="http://schemas.openxmlformats.org/drawingml/2006/main">
              <a:ext uri="{FF2B5EF4-FFF2-40B4-BE49-F238E27FC236}">
                <a16:creationId xmlns:a16="http://schemas.microsoft.com/office/drawing/2014/main" id="{0AB54F33-F5B9-45F8-9C6A-EFB278B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79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28" name="Sudoku-d-r09-c09">
            <a:extLst xmlns:a="http://schemas.openxmlformats.org/drawingml/2006/main">
              <a:ext uri="{FF2B5EF4-FFF2-40B4-BE49-F238E27FC236}">
                <a16:creationId xmlns:a16="http://schemas.microsoft.com/office/drawing/2014/main" id="{A1D92732-F13C-4B55-8A33-C61CD211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3" y="7343208"/>
            <a:ext cx="357824" cy="34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8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28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29" name="Cell background e-1-1">
            <a:extLst xmlns:a="http://schemas.openxmlformats.org/drawingml/2006/main">
              <a:ext uri="{FF2B5EF4-FFF2-40B4-BE49-F238E27FC236}">
                <a16:creationId xmlns:a16="http://schemas.microsoft.com/office/drawing/2014/main" id="{0C6DCFF9-34A4-479E-9313-2208221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0" name="Cell background e-1-2">
            <a:extLst xmlns:a="http://schemas.openxmlformats.org/drawingml/2006/main">
              <a:ext uri="{FF2B5EF4-FFF2-40B4-BE49-F238E27FC236}">
                <a16:creationId xmlns:a16="http://schemas.microsoft.com/office/drawing/2014/main" id="{4CF84935-AA08-469A-8C6A-84E3C8E7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1" name="Cell background e-1-3">
            <a:extLst xmlns:a="http://schemas.openxmlformats.org/drawingml/2006/main">
              <a:ext uri="{FF2B5EF4-FFF2-40B4-BE49-F238E27FC236}">
                <a16:creationId xmlns:a16="http://schemas.microsoft.com/office/drawing/2014/main" id="{347CD0D1-C055-4A44-B2C6-16D7233E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2" name="Cell background e-1-4">
            <a:extLst xmlns:a="http://schemas.openxmlformats.org/drawingml/2006/main">
              <a:ext uri="{FF2B5EF4-FFF2-40B4-BE49-F238E27FC236}">
                <a16:creationId xmlns:a16="http://schemas.microsoft.com/office/drawing/2014/main" id="{735EBEA7-CBD6-409A-B867-E548453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3" name="Cell background e-1-5">
            <a:extLst xmlns:a="http://schemas.openxmlformats.org/drawingml/2006/main">
              <a:ext uri="{FF2B5EF4-FFF2-40B4-BE49-F238E27FC236}">
                <a16:creationId xmlns:a16="http://schemas.microsoft.com/office/drawing/2014/main" id="{3D76ECA0-0B73-452F-B86B-A593700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4" name="Cell background e-1-6">
            <a:extLst xmlns:a="http://schemas.openxmlformats.org/drawingml/2006/main">
              <a:ext uri="{FF2B5EF4-FFF2-40B4-BE49-F238E27FC236}">
                <a16:creationId xmlns:a16="http://schemas.microsoft.com/office/drawing/2014/main" id="{DC570720-620E-452C-B42B-E2B8F6F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5" name="Cell background e-1-7">
            <a:extLst xmlns:a="http://schemas.openxmlformats.org/drawingml/2006/main">
              <a:ext uri="{FF2B5EF4-FFF2-40B4-BE49-F238E27FC236}">
                <a16:creationId xmlns:a16="http://schemas.microsoft.com/office/drawing/2014/main" id="{44A6F834-1DD0-419D-A97A-EDEB27FE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6" name="Cell background e-1-8">
            <a:extLst xmlns:a="http://schemas.openxmlformats.org/drawingml/2006/main">
              <a:ext uri="{FF2B5EF4-FFF2-40B4-BE49-F238E27FC236}">
                <a16:creationId xmlns:a16="http://schemas.microsoft.com/office/drawing/2014/main" id="{1ECDEF20-D952-4F4A-AA4B-F2180A4A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7" name="Cell background e-1-9">
            <a:extLst xmlns:a="http://schemas.openxmlformats.org/drawingml/2006/main">
              <a:ext uri="{FF2B5EF4-FFF2-40B4-BE49-F238E27FC236}">
                <a16:creationId xmlns:a16="http://schemas.microsoft.com/office/drawing/2014/main" id="{F9DE25AA-6D09-43C2-8163-7569D8CE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4521470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8" name="Cell background e-2-1">
            <a:extLst xmlns:a="http://schemas.openxmlformats.org/drawingml/2006/main">
              <a:ext uri="{FF2B5EF4-FFF2-40B4-BE49-F238E27FC236}">
                <a16:creationId xmlns:a16="http://schemas.microsoft.com/office/drawing/2014/main" id="{BABDA72F-AFCB-4C5F-BE20-29E8AB45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9" name="Cell background e-2-2">
            <a:extLst xmlns:a="http://schemas.openxmlformats.org/drawingml/2006/main">
              <a:ext uri="{FF2B5EF4-FFF2-40B4-BE49-F238E27FC236}">
                <a16:creationId xmlns:a16="http://schemas.microsoft.com/office/drawing/2014/main" id="{6E10B6DB-8E45-4801-9766-CD4B6E1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0" name="Cell background e-2-3">
            <a:extLst xmlns:a="http://schemas.openxmlformats.org/drawingml/2006/main">
              <a:ext uri="{FF2B5EF4-FFF2-40B4-BE49-F238E27FC236}">
                <a16:creationId xmlns:a16="http://schemas.microsoft.com/office/drawing/2014/main" id="{6BEDD0C9-E6D3-4FA2-85F1-088A88A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1" name="Cell background e-2-4">
            <a:extLst xmlns:a="http://schemas.openxmlformats.org/drawingml/2006/main">
              <a:ext uri="{FF2B5EF4-FFF2-40B4-BE49-F238E27FC236}">
                <a16:creationId xmlns:a16="http://schemas.microsoft.com/office/drawing/2014/main" id="{D136E1C6-1B67-415F-9E2C-DCCC8CC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2" name="Cell background e-2-5">
            <a:extLst xmlns:a="http://schemas.openxmlformats.org/drawingml/2006/main">
              <a:ext uri="{FF2B5EF4-FFF2-40B4-BE49-F238E27FC236}">
                <a16:creationId xmlns:a16="http://schemas.microsoft.com/office/drawing/2014/main" id="{FD782CE0-FD98-4B61-8BBB-7A29FEEB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3" name="Cell background e-2-6">
            <a:extLst xmlns:a="http://schemas.openxmlformats.org/drawingml/2006/main">
              <a:ext uri="{FF2B5EF4-FFF2-40B4-BE49-F238E27FC236}">
                <a16:creationId xmlns:a16="http://schemas.microsoft.com/office/drawing/2014/main" id="{0BC9C701-58AC-4D82-9993-144C39C7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4" name="Cell background e-2-7">
            <a:extLst xmlns:a="http://schemas.openxmlformats.org/drawingml/2006/main">
              <a:ext uri="{FF2B5EF4-FFF2-40B4-BE49-F238E27FC236}">
                <a16:creationId xmlns:a16="http://schemas.microsoft.com/office/drawing/2014/main" id="{C09A22DA-6F18-4A18-A0C1-65350AC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5" name="Cell background e-2-8">
            <a:extLst xmlns:a="http://schemas.openxmlformats.org/drawingml/2006/main">
              <a:ext uri="{FF2B5EF4-FFF2-40B4-BE49-F238E27FC236}">
                <a16:creationId xmlns:a16="http://schemas.microsoft.com/office/drawing/2014/main" id="{A8705518-2790-44CC-A7C7-7EA006ED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6" name="Cell background e-2-9">
            <a:extLst xmlns:a="http://schemas.openxmlformats.org/drawingml/2006/main">
              <a:ext uri="{FF2B5EF4-FFF2-40B4-BE49-F238E27FC236}">
                <a16:creationId xmlns:a16="http://schemas.microsoft.com/office/drawing/2014/main" id="{09E2C667-6E1C-4907-A462-4101B8D0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4872773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7" name="Cell background e-3-1">
            <a:extLst xmlns:a="http://schemas.openxmlformats.org/drawingml/2006/main">
              <a:ext uri="{FF2B5EF4-FFF2-40B4-BE49-F238E27FC236}">
                <a16:creationId xmlns:a16="http://schemas.microsoft.com/office/drawing/2014/main" id="{8B3B3CFB-7F89-4A49-B159-CCC76664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48" name="Cell background e-3-2">
            <a:extLst xmlns:a="http://schemas.openxmlformats.org/drawingml/2006/main">
              <a:ext uri="{FF2B5EF4-FFF2-40B4-BE49-F238E27FC236}">
                <a16:creationId xmlns:a16="http://schemas.microsoft.com/office/drawing/2014/main" id="{42D414FD-55CD-4731-905D-6428EF9C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9" name="Cell background e-3-3">
            <a:extLst xmlns:a="http://schemas.openxmlformats.org/drawingml/2006/main">
              <a:ext uri="{FF2B5EF4-FFF2-40B4-BE49-F238E27FC236}">
                <a16:creationId xmlns:a16="http://schemas.microsoft.com/office/drawing/2014/main" id="{BBDEA1B8-2548-4011-8144-25796D6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50" name="Cell background e-3-4">
            <a:extLst xmlns:a="http://schemas.openxmlformats.org/drawingml/2006/main">
              <a:ext uri="{FF2B5EF4-FFF2-40B4-BE49-F238E27FC236}">
                <a16:creationId xmlns:a16="http://schemas.microsoft.com/office/drawing/2014/main" id="{DCF49716-ED64-473F-9541-D5237B73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1" name="Cell background e-3-5">
            <a:extLst xmlns:a="http://schemas.openxmlformats.org/drawingml/2006/main">
              <a:ext uri="{FF2B5EF4-FFF2-40B4-BE49-F238E27FC236}">
                <a16:creationId xmlns:a16="http://schemas.microsoft.com/office/drawing/2014/main" id="{4BB273C7-C65D-49CB-9D3D-9D0CC22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2" name="Cell background e-3-6">
            <a:extLst xmlns:a="http://schemas.openxmlformats.org/drawingml/2006/main">
              <a:ext uri="{FF2B5EF4-FFF2-40B4-BE49-F238E27FC236}">
                <a16:creationId xmlns:a16="http://schemas.microsoft.com/office/drawing/2014/main" id="{B323FC20-F3AC-4304-B467-EE3B1F0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3" name="Cell background e-3-7">
            <a:extLst xmlns:a="http://schemas.openxmlformats.org/drawingml/2006/main">
              <a:ext uri="{FF2B5EF4-FFF2-40B4-BE49-F238E27FC236}">
                <a16:creationId xmlns:a16="http://schemas.microsoft.com/office/drawing/2014/main" id="{9B1685E8-3C02-4D7F-913F-21CDF02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4" name="Cell background e-3-8">
            <a:extLst xmlns:a="http://schemas.openxmlformats.org/drawingml/2006/main">
              <a:ext uri="{FF2B5EF4-FFF2-40B4-BE49-F238E27FC236}">
                <a16:creationId xmlns:a16="http://schemas.microsoft.com/office/drawing/2014/main" id="{AC6F9DF4-774E-4213-ABBB-B052167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5" name="Cell background e-3-9">
            <a:extLst xmlns:a="http://schemas.openxmlformats.org/drawingml/2006/main">
              <a:ext uri="{FF2B5EF4-FFF2-40B4-BE49-F238E27FC236}">
                <a16:creationId xmlns:a16="http://schemas.microsoft.com/office/drawing/2014/main" id="{A5BBC53F-95F6-4A67-A2FD-F38975E3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5224075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6" name="Cell background e-4-1">
            <a:extLst xmlns:a="http://schemas.openxmlformats.org/drawingml/2006/main">
              <a:ext uri="{FF2B5EF4-FFF2-40B4-BE49-F238E27FC236}">
                <a16:creationId xmlns:a16="http://schemas.microsoft.com/office/drawing/2014/main" id="{BFD3DB5D-23AC-4534-B0F8-C9C7E4E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7" name="Cell background e-4-2">
            <a:extLst xmlns:a="http://schemas.openxmlformats.org/drawingml/2006/main">
              <a:ext uri="{FF2B5EF4-FFF2-40B4-BE49-F238E27FC236}">
                <a16:creationId xmlns:a16="http://schemas.microsoft.com/office/drawing/2014/main" id="{38096C35-F3AB-4821-B04C-88B3BF1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8" name="Cell background e-4-3">
            <a:extLst xmlns:a="http://schemas.openxmlformats.org/drawingml/2006/main">
              <a:ext uri="{FF2B5EF4-FFF2-40B4-BE49-F238E27FC236}">
                <a16:creationId xmlns:a16="http://schemas.microsoft.com/office/drawing/2014/main" id="{BF8ED534-4E86-4F11-9BFA-BE6177D1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9" name="Cell background e-4-4">
            <a:extLst xmlns:a="http://schemas.openxmlformats.org/drawingml/2006/main">
              <a:ext uri="{FF2B5EF4-FFF2-40B4-BE49-F238E27FC236}">
                <a16:creationId xmlns:a16="http://schemas.microsoft.com/office/drawing/2014/main" id="{51422250-865B-41BE-A63B-3EB6CAC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0" name="Cell background e-4-5">
            <a:extLst xmlns:a="http://schemas.openxmlformats.org/drawingml/2006/main">
              <a:ext uri="{FF2B5EF4-FFF2-40B4-BE49-F238E27FC236}">
                <a16:creationId xmlns:a16="http://schemas.microsoft.com/office/drawing/2014/main" id="{F948BB50-A987-4A53-B649-F412101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1" name="Cell background e-4-6">
            <a:extLst xmlns:a="http://schemas.openxmlformats.org/drawingml/2006/main">
              <a:ext uri="{FF2B5EF4-FFF2-40B4-BE49-F238E27FC236}">
                <a16:creationId xmlns:a16="http://schemas.microsoft.com/office/drawing/2014/main" id="{92D717EA-4FAB-4B78-BECA-C0053B4D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2" name="Cell background e-4-7">
            <a:extLst xmlns:a="http://schemas.openxmlformats.org/drawingml/2006/main">
              <a:ext uri="{FF2B5EF4-FFF2-40B4-BE49-F238E27FC236}">
                <a16:creationId xmlns:a16="http://schemas.microsoft.com/office/drawing/2014/main" id="{FB3B91FC-9B98-44FC-9693-314EE191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3" name="Cell background e-4-8">
            <a:extLst xmlns:a="http://schemas.openxmlformats.org/drawingml/2006/main">
              <a:ext uri="{FF2B5EF4-FFF2-40B4-BE49-F238E27FC236}">
                <a16:creationId xmlns:a16="http://schemas.microsoft.com/office/drawing/2014/main" id="{DFA5F892-66D0-4008-9C1F-D2EF5D7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4" name="Cell background e-4-9">
            <a:extLst xmlns:a="http://schemas.openxmlformats.org/drawingml/2006/main">
              <a:ext uri="{FF2B5EF4-FFF2-40B4-BE49-F238E27FC236}">
                <a16:creationId xmlns:a16="http://schemas.microsoft.com/office/drawing/2014/main" id="{32D6DD47-ACA2-47E8-A282-85376C0A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557537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5" name="Cell background e-5-1">
            <a:extLst xmlns:a="http://schemas.openxmlformats.org/drawingml/2006/main">
              <a:ext uri="{FF2B5EF4-FFF2-40B4-BE49-F238E27FC236}">
                <a16:creationId xmlns:a16="http://schemas.microsoft.com/office/drawing/2014/main" id="{0218A067-FAA5-492B-A3B9-1E890EE6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6" name="Cell background e-5-2">
            <a:extLst xmlns:a="http://schemas.openxmlformats.org/drawingml/2006/main">
              <a:ext uri="{FF2B5EF4-FFF2-40B4-BE49-F238E27FC236}">
                <a16:creationId xmlns:a16="http://schemas.microsoft.com/office/drawing/2014/main" id="{370E6E21-0407-4F07-8B04-C41D2210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7" name="Cell background e-5-3">
            <a:extLst xmlns:a="http://schemas.openxmlformats.org/drawingml/2006/main">
              <a:ext uri="{FF2B5EF4-FFF2-40B4-BE49-F238E27FC236}">
                <a16:creationId xmlns:a16="http://schemas.microsoft.com/office/drawing/2014/main" id="{1C7BB61E-9B3B-4999-A1B9-3A2B63CD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8" name="Cell background e-5-4">
            <a:extLst xmlns:a="http://schemas.openxmlformats.org/drawingml/2006/main">
              <a:ext uri="{FF2B5EF4-FFF2-40B4-BE49-F238E27FC236}">
                <a16:creationId xmlns:a16="http://schemas.microsoft.com/office/drawing/2014/main" id="{1BFF17CA-CC13-42A7-924C-92FCCB7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9" name="Cell background e-5-5">
            <a:extLst xmlns:a="http://schemas.openxmlformats.org/drawingml/2006/main">
              <a:ext uri="{FF2B5EF4-FFF2-40B4-BE49-F238E27FC236}">
                <a16:creationId xmlns:a16="http://schemas.microsoft.com/office/drawing/2014/main" id="{3E5F7571-3801-43C5-A942-5FB08D49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70" name="Cell background e-5-6">
            <a:extLst xmlns:a="http://schemas.openxmlformats.org/drawingml/2006/main">
              <a:ext uri="{FF2B5EF4-FFF2-40B4-BE49-F238E27FC236}">
                <a16:creationId xmlns:a16="http://schemas.microsoft.com/office/drawing/2014/main" id="{B206AF55-0314-4CC8-AD57-3A117A2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1" name="Cell background e-5-7">
            <a:extLst xmlns:a="http://schemas.openxmlformats.org/drawingml/2006/main">
              <a:ext uri="{FF2B5EF4-FFF2-40B4-BE49-F238E27FC236}">
                <a16:creationId xmlns:a16="http://schemas.microsoft.com/office/drawing/2014/main" id="{B650BFF2-1AC0-4468-ACBA-D633E591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2" name="Cell background e-5-8">
            <a:extLst xmlns:a="http://schemas.openxmlformats.org/drawingml/2006/main">
              <a:ext uri="{FF2B5EF4-FFF2-40B4-BE49-F238E27FC236}">
                <a16:creationId xmlns:a16="http://schemas.microsoft.com/office/drawing/2014/main" id="{823D63E3-C98D-4A2A-95C7-EDEB8F3D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3" name="Cell background e-5-9">
            <a:extLst xmlns:a="http://schemas.openxmlformats.org/drawingml/2006/main">
              <a:ext uri="{FF2B5EF4-FFF2-40B4-BE49-F238E27FC236}">
                <a16:creationId xmlns:a16="http://schemas.microsoft.com/office/drawing/2014/main" id="{9D464994-13AE-4FCD-B92F-B0B5DFFF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5926680"/>
            <a:ext cx="364814" cy="352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4" name="Cell background e-6-1">
            <a:extLst xmlns:a="http://schemas.openxmlformats.org/drawingml/2006/main">
              <a:ext uri="{FF2B5EF4-FFF2-40B4-BE49-F238E27FC236}">
                <a16:creationId xmlns:a16="http://schemas.microsoft.com/office/drawing/2014/main" id="{054969B7-6D5C-45D9-830C-994AECA4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5" name="Cell background e-6-2">
            <a:extLst xmlns:a="http://schemas.openxmlformats.org/drawingml/2006/main">
              <a:ext uri="{FF2B5EF4-FFF2-40B4-BE49-F238E27FC236}">
                <a16:creationId xmlns:a16="http://schemas.microsoft.com/office/drawing/2014/main" id="{4D0FD24E-0003-45F2-A4DF-B3955D5A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6" name="Cell background e-6-3">
            <a:extLst xmlns:a="http://schemas.openxmlformats.org/drawingml/2006/main">
              <a:ext uri="{FF2B5EF4-FFF2-40B4-BE49-F238E27FC236}">
                <a16:creationId xmlns:a16="http://schemas.microsoft.com/office/drawing/2014/main" id="{77B9E90C-E7A7-4047-B291-DD05196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7" name="Cell background e-6-4">
            <a:extLst xmlns:a="http://schemas.openxmlformats.org/drawingml/2006/main">
              <a:ext uri="{FF2B5EF4-FFF2-40B4-BE49-F238E27FC236}">
                <a16:creationId xmlns:a16="http://schemas.microsoft.com/office/drawing/2014/main" id="{4254EA29-9992-4FE4-AFD5-B347ED57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8" name="Cell background e-6-5">
            <a:extLst xmlns:a="http://schemas.openxmlformats.org/drawingml/2006/main">
              <a:ext uri="{FF2B5EF4-FFF2-40B4-BE49-F238E27FC236}">
                <a16:creationId xmlns:a16="http://schemas.microsoft.com/office/drawing/2014/main" id="{5887C099-8E1C-4A59-8B45-34A0710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79" name="Cell background e-6-6">
            <a:extLst xmlns:a="http://schemas.openxmlformats.org/drawingml/2006/main">
              <a:ext uri="{FF2B5EF4-FFF2-40B4-BE49-F238E27FC236}">
                <a16:creationId xmlns:a16="http://schemas.microsoft.com/office/drawing/2014/main" id="{0954C0F8-5A9A-468E-8C1C-75D50353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0" name="Cell background e-6-7">
            <a:extLst xmlns:a="http://schemas.openxmlformats.org/drawingml/2006/main">
              <a:ext uri="{FF2B5EF4-FFF2-40B4-BE49-F238E27FC236}">
                <a16:creationId xmlns:a16="http://schemas.microsoft.com/office/drawing/2014/main" id="{1D49A277-C12C-4B42-9DCC-DAFC5844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1" name="Cell background e-6-8">
            <a:extLst xmlns:a="http://schemas.openxmlformats.org/drawingml/2006/main">
              <a:ext uri="{FF2B5EF4-FFF2-40B4-BE49-F238E27FC236}">
                <a16:creationId xmlns:a16="http://schemas.microsoft.com/office/drawing/2014/main" id="{717F6580-2347-453B-A30E-0579B5F4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82" name="Cell background e-6-9">
            <a:extLst xmlns:a="http://schemas.openxmlformats.org/drawingml/2006/main">
              <a:ext uri="{FF2B5EF4-FFF2-40B4-BE49-F238E27FC236}">
                <a16:creationId xmlns:a16="http://schemas.microsoft.com/office/drawing/2014/main" id="{F026BA2D-ABEA-49FF-AAAA-9483CD5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6279334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3" name="Cell background e-7-1">
            <a:extLst xmlns:a="http://schemas.openxmlformats.org/drawingml/2006/main">
              <a:ext uri="{FF2B5EF4-FFF2-40B4-BE49-F238E27FC236}">
                <a16:creationId xmlns:a16="http://schemas.microsoft.com/office/drawing/2014/main" id="{E9E9300D-5FA6-45B6-B3DC-9F8FA3A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84" name="Cell background e-7-2">
            <a:extLst xmlns:a="http://schemas.openxmlformats.org/drawingml/2006/main">
              <a:ext uri="{FF2B5EF4-FFF2-40B4-BE49-F238E27FC236}">
                <a16:creationId xmlns:a16="http://schemas.microsoft.com/office/drawing/2014/main" id="{0DC48D52-9FD1-499E-B1B2-A297931D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5" name="Cell background e-7-3">
            <a:extLst xmlns:a="http://schemas.openxmlformats.org/drawingml/2006/main">
              <a:ext uri="{FF2B5EF4-FFF2-40B4-BE49-F238E27FC236}">
                <a16:creationId xmlns:a16="http://schemas.microsoft.com/office/drawing/2014/main" id="{4869BDA9-CEBF-4759-85EB-19BEC6FA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6" name="Cell background e-7-4">
            <a:extLst xmlns:a="http://schemas.openxmlformats.org/drawingml/2006/main">
              <a:ext uri="{FF2B5EF4-FFF2-40B4-BE49-F238E27FC236}">
                <a16:creationId xmlns:a16="http://schemas.microsoft.com/office/drawing/2014/main" id="{E8662FF2-E2B7-47FE-841E-42B2584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7" name="Cell background e-7-5">
            <a:extLst xmlns:a="http://schemas.openxmlformats.org/drawingml/2006/main">
              <a:ext uri="{FF2B5EF4-FFF2-40B4-BE49-F238E27FC236}">
                <a16:creationId xmlns:a16="http://schemas.microsoft.com/office/drawing/2014/main" id="{012A37DA-83CA-4C03-8A12-8F387875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8" name="Cell background e-7-6">
            <a:extLst xmlns:a="http://schemas.openxmlformats.org/drawingml/2006/main">
              <a:ext uri="{FF2B5EF4-FFF2-40B4-BE49-F238E27FC236}">
                <a16:creationId xmlns:a16="http://schemas.microsoft.com/office/drawing/2014/main" id="{C777EC66-F639-48A1-9E98-C794B9AD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9" name="Cell background e-7-7">
            <a:extLst xmlns:a="http://schemas.openxmlformats.org/drawingml/2006/main">
              <a:ext uri="{FF2B5EF4-FFF2-40B4-BE49-F238E27FC236}">
                <a16:creationId xmlns:a16="http://schemas.microsoft.com/office/drawing/2014/main" id="{FE46F9A1-19F1-4D53-A241-25ED5B3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0" name="Cell background e-7-8">
            <a:extLst xmlns:a="http://schemas.openxmlformats.org/drawingml/2006/main">
              <a:ext uri="{FF2B5EF4-FFF2-40B4-BE49-F238E27FC236}">
                <a16:creationId xmlns:a16="http://schemas.microsoft.com/office/drawing/2014/main" id="{64DBEB34-F80D-43AD-84C9-B5D00D3A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1" name="Cell background e-7-9">
            <a:extLst xmlns:a="http://schemas.openxmlformats.org/drawingml/2006/main">
              <a:ext uri="{FF2B5EF4-FFF2-40B4-BE49-F238E27FC236}">
                <a16:creationId xmlns:a16="http://schemas.microsoft.com/office/drawing/2014/main" id="{C9674253-CF84-4473-9101-F005D7D5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6630636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2" name="Cell background e-8-1">
            <a:extLst xmlns:a="http://schemas.openxmlformats.org/drawingml/2006/main">
              <a:ext uri="{FF2B5EF4-FFF2-40B4-BE49-F238E27FC236}">
                <a16:creationId xmlns:a16="http://schemas.microsoft.com/office/drawing/2014/main" id="{CE3E8120-9C4D-4081-8788-0150C358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3" name="Cell background e-8-2">
            <a:extLst xmlns:a="http://schemas.openxmlformats.org/drawingml/2006/main">
              <a:ext uri="{FF2B5EF4-FFF2-40B4-BE49-F238E27FC236}">
                <a16:creationId xmlns:a16="http://schemas.microsoft.com/office/drawing/2014/main" id="{C93630AA-6BC5-408E-98C0-D4B14046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794" name="Cell background e-8-3">
            <a:extLst xmlns:a="http://schemas.openxmlformats.org/drawingml/2006/main">
              <a:ext uri="{FF2B5EF4-FFF2-40B4-BE49-F238E27FC236}">
                <a16:creationId xmlns:a16="http://schemas.microsoft.com/office/drawing/2014/main" id="{912AFE21-5D90-42E6-B5DD-52FE38B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5" name="Cell background e-8-4">
            <a:extLst xmlns:a="http://schemas.openxmlformats.org/drawingml/2006/main">
              <a:ext uri="{FF2B5EF4-FFF2-40B4-BE49-F238E27FC236}">
                <a16:creationId xmlns:a16="http://schemas.microsoft.com/office/drawing/2014/main" id="{5A99C321-62C0-452A-A446-D677664F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6" name="Cell background e-8-5">
            <a:extLst xmlns:a="http://schemas.openxmlformats.org/drawingml/2006/main">
              <a:ext uri="{FF2B5EF4-FFF2-40B4-BE49-F238E27FC236}">
                <a16:creationId xmlns:a16="http://schemas.microsoft.com/office/drawing/2014/main" id="{C0C2D69A-CD49-4EF6-94DD-D74CB99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7" name="Cell background e-8-6">
            <a:extLst xmlns:a="http://schemas.openxmlformats.org/drawingml/2006/main">
              <a:ext uri="{FF2B5EF4-FFF2-40B4-BE49-F238E27FC236}">
                <a16:creationId xmlns:a16="http://schemas.microsoft.com/office/drawing/2014/main" id="{85FECEA5-215A-4A7F-B5E2-8D89180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8" name="Cell background e-8-7">
            <a:extLst xmlns:a="http://schemas.openxmlformats.org/drawingml/2006/main">
              <a:ext uri="{FF2B5EF4-FFF2-40B4-BE49-F238E27FC236}">
                <a16:creationId xmlns:a16="http://schemas.microsoft.com/office/drawing/2014/main" id="{31AFC2E5-F4F6-4740-B04B-F8686090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9" name="Cell background e-8-8">
            <a:extLst xmlns:a="http://schemas.openxmlformats.org/drawingml/2006/main">
              <a:ext uri="{FF2B5EF4-FFF2-40B4-BE49-F238E27FC236}">
                <a16:creationId xmlns:a16="http://schemas.microsoft.com/office/drawing/2014/main" id="{BF77131F-29FC-46D4-8CB7-EC4CD7E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</a:ln>
        </p:spPr>
      </p:sp>
      <p:sp>
        <p:nvSpPr>
          <p:cNvPr id="800" name="Cell background e-8-9">
            <a:extLst xmlns:a="http://schemas.openxmlformats.org/drawingml/2006/main">
              <a:ext uri="{FF2B5EF4-FFF2-40B4-BE49-F238E27FC236}">
                <a16:creationId xmlns:a16="http://schemas.microsoft.com/office/drawing/2014/main" id="{68840715-7A8F-4F04-9DED-29D994AA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6981938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1" name="Cell background e-9-1">
            <a:extLst xmlns:a="http://schemas.openxmlformats.org/drawingml/2006/main">
              <a:ext uri="{FF2B5EF4-FFF2-40B4-BE49-F238E27FC236}">
                <a16:creationId xmlns:a16="http://schemas.microsoft.com/office/drawing/2014/main" id="{6EC60C51-FD19-4FA9-8D2E-19190EF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2" name="Cell background e-9-2">
            <a:extLst xmlns:a="http://schemas.openxmlformats.org/drawingml/2006/main">
              <a:ext uri="{FF2B5EF4-FFF2-40B4-BE49-F238E27FC236}">
                <a16:creationId xmlns:a16="http://schemas.microsoft.com/office/drawing/2014/main" id="{4C682BAD-4ABC-4BF4-B412-45B9A20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3" name="Cell background e-9-3">
            <a:extLst xmlns:a="http://schemas.openxmlformats.org/drawingml/2006/main">
              <a:ext uri="{FF2B5EF4-FFF2-40B4-BE49-F238E27FC236}">
                <a16:creationId xmlns:a16="http://schemas.microsoft.com/office/drawing/2014/main" id="{F42AF80F-4BFF-4DED-9206-CCAD35A1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4" name="Cell background e-9-4">
            <a:extLst xmlns:a="http://schemas.openxmlformats.org/drawingml/2006/main">
              <a:ext uri="{FF2B5EF4-FFF2-40B4-BE49-F238E27FC236}">
                <a16:creationId xmlns:a16="http://schemas.microsoft.com/office/drawing/2014/main" id="{1344DD13-11AC-4C37-B34C-899117B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5" name="Cell background e-9-5">
            <a:extLst xmlns:a="http://schemas.openxmlformats.org/drawingml/2006/main">
              <a:ext uri="{FF2B5EF4-FFF2-40B4-BE49-F238E27FC236}">
                <a16:creationId xmlns:a16="http://schemas.microsoft.com/office/drawing/2014/main" id="{B327B8FB-91D3-486D-87A3-D7C38E04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6" name="Cell background e-9-6">
            <a:extLst xmlns:a="http://schemas.openxmlformats.org/drawingml/2006/main">
              <a:ext uri="{FF2B5EF4-FFF2-40B4-BE49-F238E27FC236}">
                <a16:creationId xmlns:a16="http://schemas.microsoft.com/office/drawing/2014/main" id="{6C75CD6A-FC5B-4925-A90F-402154E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7" name="Cell background e-9-7">
            <a:extLst xmlns:a="http://schemas.openxmlformats.org/drawingml/2006/main">
              <a:ext uri="{FF2B5EF4-FFF2-40B4-BE49-F238E27FC236}">
                <a16:creationId xmlns:a16="http://schemas.microsoft.com/office/drawing/2014/main" id="{136532A3-2F21-4083-9368-2AFD025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8" name="Cell background e-9-8">
            <a:extLst xmlns:a="http://schemas.openxmlformats.org/drawingml/2006/main">
              <a:ext uri="{FF2B5EF4-FFF2-40B4-BE49-F238E27FC236}">
                <a16:creationId xmlns:a16="http://schemas.microsoft.com/office/drawing/2014/main" id="{158C32CD-7905-428A-858C-AE8A0C3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9" name="Cell background e-9-9">
            <a:extLst xmlns:a="http://schemas.openxmlformats.org/drawingml/2006/main">
              <a:ext uri="{FF2B5EF4-FFF2-40B4-BE49-F238E27FC236}">
                <a16:creationId xmlns:a16="http://schemas.microsoft.com/office/drawing/2014/main" id="{5ECB2C4F-C1E5-422A-8572-28F27330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7333241"/>
            <a:ext cx="364814" cy="35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0" name="Path 81">
            <a:extLst xmlns:a="http://schemas.openxmlformats.org/drawingml/2006/main">
              <a:ext uri="{FF2B5EF4-FFF2-40B4-BE49-F238E27FC236}">
                <a16:creationId xmlns:a16="http://schemas.microsoft.com/office/drawing/2014/main" id="{A0EC2486-8ED6-449B-A9E7-60DAFD75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11" name="Path 82">
            <a:extLst xmlns:a="http://schemas.openxmlformats.org/drawingml/2006/main">
              <a:ext uri="{FF2B5EF4-FFF2-40B4-BE49-F238E27FC236}">
                <a16:creationId xmlns:a16="http://schemas.microsoft.com/office/drawing/2014/main" id="{8C59AAF5-18AB-49BC-A19E-EB3CF2B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521470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12" name="Path 83">
            <a:extLst xmlns:a="http://schemas.openxmlformats.org/drawingml/2006/main">
              <a:ext uri="{FF2B5EF4-FFF2-40B4-BE49-F238E27FC236}">
                <a16:creationId xmlns:a16="http://schemas.microsoft.com/office/drawing/2014/main" id="{F3889B2F-65F7-4595-BD75-62619A44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13" name="Path 84">
            <a:extLst xmlns:a="http://schemas.openxmlformats.org/drawingml/2006/main">
              <a:ext uri="{FF2B5EF4-FFF2-40B4-BE49-F238E27FC236}">
                <a16:creationId xmlns:a16="http://schemas.microsoft.com/office/drawing/2014/main" id="{B61CE488-D455-428D-9267-E9772479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872773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14" name="Path 85">
            <a:extLst xmlns:a="http://schemas.openxmlformats.org/drawingml/2006/main">
              <a:ext uri="{FF2B5EF4-FFF2-40B4-BE49-F238E27FC236}">
                <a16:creationId xmlns:a16="http://schemas.microsoft.com/office/drawing/2014/main" id="{7C7D43C9-FD14-4700-879B-0CF4B499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15" name="Path 86">
            <a:extLst xmlns:a="http://schemas.openxmlformats.org/drawingml/2006/main">
              <a:ext uri="{FF2B5EF4-FFF2-40B4-BE49-F238E27FC236}">
                <a16:creationId xmlns:a16="http://schemas.microsoft.com/office/drawing/2014/main" id="{C35ED9A9-38E6-4FBC-B920-D62A907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224075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16" name="Path 87">
            <a:extLst xmlns:a="http://schemas.openxmlformats.org/drawingml/2006/main">
              <a:ext uri="{FF2B5EF4-FFF2-40B4-BE49-F238E27FC236}">
                <a16:creationId xmlns:a16="http://schemas.microsoft.com/office/drawing/2014/main" id="{6AFBDFE9-5081-482E-A5ED-E794886A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17" name="Path 88">
            <a:extLst xmlns:a="http://schemas.openxmlformats.org/drawingml/2006/main">
              <a:ext uri="{FF2B5EF4-FFF2-40B4-BE49-F238E27FC236}">
                <a16:creationId xmlns:a16="http://schemas.microsoft.com/office/drawing/2014/main" id="{0E064237-4E67-4F74-BC6F-628267F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575378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18" name="Path 89">
            <a:extLst xmlns:a="http://schemas.openxmlformats.org/drawingml/2006/main">
              <a:ext uri="{FF2B5EF4-FFF2-40B4-BE49-F238E27FC236}">
                <a16:creationId xmlns:a16="http://schemas.microsoft.com/office/drawing/2014/main" id="{43FF8DCB-E37D-4D10-8A9A-B80999BD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19" name="Path 90">
            <a:extLst xmlns:a="http://schemas.openxmlformats.org/drawingml/2006/main">
              <a:ext uri="{FF2B5EF4-FFF2-40B4-BE49-F238E27FC236}">
                <a16:creationId xmlns:a16="http://schemas.microsoft.com/office/drawing/2014/main" id="{B4BC7240-119F-4D95-8C9C-1C62A28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926680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0" name="Path 91">
            <a:extLst xmlns:a="http://schemas.openxmlformats.org/drawingml/2006/main">
              <a:ext uri="{FF2B5EF4-FFF2-40B4-BE49-F238E27FC236}">
                <a16:creationId xmlns:a16="http://schemas.microsoft.com/office/drawing/2014/main" id="{238A6BC5-703F-4610-B06B-9A6F7A93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1" name="Path 92">
            <a:extLst xmlns:a="http://schemas.openxmlformats.org/drawingml/2006/main">
              <a:ext uri="{FF2B5EF4-FFF2-40B4-BE49-F238E27FC236}">
                <a16:creationId xmlns:a16="http://schemas.microsoft.com/office/drawing/2014/main" id="{FD17B54B-0923-489E-94AF-E586E6F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279334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2" name="Path 93">
            <a:extLst xmlns:a="http://schemas.openxmlformats.org/drawingml/2006/main">
              <a:ext uri="{FF2B5EF4-FFF2-40B4-BE49-F238E27FC236}">
                <a16:creationId xmlns:a16="http://schemas.microsoft.com/office/drawing/2014/main" id="{C9FF5047-E244-41E1-B6C3-3B46201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23" name="Path 94">
            <a:extLst xmlns:a="http://schemas.openxmlformats.org/drawingml/2006/main">
              <a:ext uri="{FF2B5EF4-FFF2-40B4-BE49-F238E27FC236}">
                <a16:creationId xmlns:a16="http://schemas.microsoft.com/office/drawing/2014/main" id="{080C84E7-4000-4F56-AE13-51A68107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630636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24" name="Path 95">
            <a:extLst xmlns:a="http://schemas.openxmlformats.org/drawingml/2006/main">
              <a:ext uri="{FF2B5EF4-FFF2-40B4-BE49-F238E27FC236}">
                <a16:creationId xmlns:a16="http://schemas.microsoft.com/office/drawing/2014/main" id="{4D412C16-9718-4C32-8BB0-94AFE31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5" name="Path 96">
            <a:extLst xmlns:a="http://schemas.openxmlformats.org/drawingml/2006/main">
              <a:ext uri="{FF2B5EF4-FFF2-40B4-BE49-F238E27FC236}">
                <a16:creationId xmlns:a16="http://schemas.microsoft.com/office/drawing/2014/main" id="{2C1CEF16-65F5-4172-A43B-690E717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981938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6" name="Path 97">
            <a:extLst xmlns:a="http://schemas.openxmlformats.org/drawingml/2006/main">
              <a:ext uri="{FF2B5EF4-FFF2-40B4-BE49-F238E27FC236}">
                <a16:creationId xmlns:a16="http://schemas.microsoft.com/office/drawing/2014/main" id="{EE64B63F-44FE-4E01-832E-591A4D4B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7" name="Path 98">
            <a:extLst xmlns:a="http://schemas.openxmlformats.org/drawingml/2006/main">
              <a:ext uri="{FF2B5EF4-FFF2-40B4-BE49-F238E27FC236}">
                <a16:creationId xmlns:a16="http://schemas.microsoft.com/office/drawing/2014/main" id="{FCBDFC14-61BF-4385-A450-85E4999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7333241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</a:ln>
        </p:spPr>
      </p:sp>
      <p:sp>
        <p:nvSpPr>
          <p:cNvPr id="828" name="Path 99">
            <a:extLst xmlns:a="http://schemas.openxmlformats.org/drawingml/2006/main">
              <a:ext uri="{FF2B5EF4-FFF2-40B4-BE49-F238E27FC236}">
                <a16:creationId xmlns:a16="http://schemas.microsoft.com/office/drawing/2014/main" id="{9F4B6F47-8B62-44C9-8494-44AC9174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070" y="4521470"/>
            <a:ext cx="95" cy="3163073"/>
          </a:xfrm>
          <a:custGeom xmlns:a="http://schemas.openxmlformats.org/drawingml/2006/main">
            <a:pathLst>
              <a:path w="95" h="3163073">
                <a:moveTo>
                  <a:pt x="0" y="0"/>
                </a:moveTo>
                <a:lnTo>
                  <a:pt x="0" y="3163073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29" name="Path 100">
            <a:extLst xmlns:a="http://schemas.openxmlformats.org/drawingml/2006/main">
              <a:ext uri="{FF2B5EF4-FFF2-40B4-BE49-F238E27FC236}">
                <a16:creationId xmlns:a16="http://schemas.microsoft.com/office/drawing/2014/main" id="{B34FD303-0DAA-417A-83A6-FE511E9C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7684543"/>
            <a:ext cx="3283326" cy="95"/>
          </a:xfrm>
          <a:custGeom xmlns:a="http://schemas.openxmlformats.org/drawingml/2006/main">
            <a:pathLst>
              <a:path w="3283326" h="95">
                <a:moveTo>
                  <a:pt x="0" y="0"/>
                </a:moveTo>
                <a:lnTo>
                  <a:pt x="32833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000000"/>
            </a:solidFill>
          </a:ln>
        </p:spPr>
      </p:sp>
      <p:sp>
        <p:nvSpPr>
          <p:cNvPr id="830" name="Sudoku-e-r01-c01">
            <a:extLst xmlns:a="http://schemas.openxmlformats.org/drawingml/2006/main">
              <a:ext uri="{FF2B5EF4-FFF2-40B4-BE49-F238E27FC236}">
                <a16:creationId xmlns:a16="http://schemas.microsoft.com/office/drawing/2014/main" id="{6FA6F3C5-B339-4E53-BBB9-B16C3288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31" name="Sudoku-e-r01-c02">
            <a:extLst xmlns:a="http://schemas.openxmlformats.org/drawingml/2006/main">
              <a:ext uri="{FF2B5EF4-FFF2-40B4-BE49-F238E27FC236}">
                <a16:creationId xmlns:a16="http://schemas.microsoft.com/office/drawing/2014/main" id="{66D4F2AA-4C56-413E-9ADF-530D3031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32" name="Sudoku-e-r01-c03">
            <a:extLst xmlns:a="http://schemas.openxmlformats.org/drawingml/2006/main">
              <a:ext uri="{FF2B5EF4-FFF2-40B4-BE49-F238E27FC236}">
                <a16:creationId xmlns:a16="http://schemas.microsoft.com/office/drawing/2014/main" id="{349B9E66-B565-4428-BDCC-F2F11FB7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33" name="Sudoku-e-r01-c04">
            <a:extLst xmlns:a="http://schemas.openxmlformats.org/drawingml/2006/main">
              <a:ext uri="{FF2B5EF4-FFF2-40B4-BE49-F238E27FC236}">
                <a16:creationId xmlns:a16="http://schemas.microsoft.com/office/drawing/2014/main" id="{1DC7AFEE-B14A-4593-8DE2-8CB1496F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34" name="Sudoku-e-r01-c05">
            <a:extLst xmlns:a="http://schemas.openxmlformats.org/drawingml/2006/main">
              <a:ext uri="{FF2B5EF4-FFF2-40B4-BE49-F238E27FC236}">
                <a16:creationId xmlns:a16="http://schemas.microsoft.com/office/drawing/2014/main" id="{7D02E1D0-5FEC-4A51-8AD5-8B56E82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35" name="Sudoku-e-r01-c06">
            <a:extLst xmlns:a="http://schemas.openxmlformats.org/drawingml/2006/main">
              <a:ext uri="{FF2B5EF4-FFF2-40B4-BE49-F238E27FC236}">
                <a16:creationId xmlns:a16="http://schemas.microsoft.com/office/drawing/2014/main" id="{688FDC10-FB77-4014-993E-BB4C9A6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36" name="Sudoku-e-r01-c07">
            <a:extLst xmlns:a="http://schemas.openxmlformats.org/drawingml/2006/main">
              <a:ext uri="{FF2B5EF4-FFF2-40B4-BE49-F238E27FC236}">
                <a16:creationId xmlns:a16="http://schemas.microsoft.com/office/drawing/2014/main" id="{800477C5-AE9A-4469-BFC4-FE1336CF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37" name="Sudoku-e-r01-c08">
            <a:extLst xmlns:a="http://schemas.openxmlformats.org/drawingml/2006/main">
              <a:ext uri="{FF2B5EF4-FFF2-40B4-BE49-F238E27FC236}">
                <a16:creationId xmlns:a16="http://schemas.microsoft.com/office/drawing/2014/main" id="{534BDFF5-BCCD-45DA-9332-1BDD9D07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8" name="Sudoku-e-r01-c09">
            <a:extLst xmlns:a="http://schemas.openxmlformats.org/drawingml/2006/main">
              <a:ext uri="{FF2B5EF4-FFF2-40B4-BE49-F238E27FC236}">
                <a16:creationId xmlns:a16="http://schemas.microsoft.com/office/drawing/2014/main" id="{A5FDD16D-50FA-418D-A8A6-868B683C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4521470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39" name="Sudoku-e-r02-c01">
            <a:extLst xmlns:a="http://schemas.openxmlformats.org/drawingml/2006/main">
              <a:ext uri="{FF2B5EF4-FFF2-40B4-BE49-F238E27FC236}">
                <a16:creationId xmlns:a16="http://schemas.microsoft.com/office/drawing/2014/main" id="{804D70A9-3C99-4B7B-B5D4-B418802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40" name="Sudoku-e-r02-c02">
            <a:extLst xmlns:a="http://schemas.openxmlformats.org/drawingml/2006/main">
              <a:ext uri="{FF2B5EF4-FFF2-40B4-BE49-F238E27FC236}">
                <a16:creationId xmlns:a16="http://schemas.microsoft.com/office/drawing/2014/main" id="{51E518D0-BD01-4BF5-A7CC-57EFEEAC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1" name="Sudoku-e-r02-c03">
            <a:extLst xmlns:a="http://schemas.openxmlformats.org/drawingml/2006/main">
              <a:ext uri="{FF2B5EF4-FFF2-40B4-BE49-F238E27FC236}">
                <a16:creationId xmlns:a16="http://schemas.microsoft.com/office/drawing/2014/main" id="{5BF6A25B-710F-463B-99EA-C5F2372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42" name="Sudoku-e-r02-c04">
            <a:extLst xmlns:a="http://schemas.openxmlformats.org/drawingml/2006/main">
              <a:ext uri="{FF2B5EF4-FFF2-40B4-BE49-F238E27FC236}">
                <a16:creationId xmlns:a16="http://schemas.microsoft.com/office/drawing/2014/main" id="{F42F76BC-4203-49E2-8047-A3FF8045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43" name="Sudoku-e-r02-c05">
            <a:extLst xmlns:a="http://schemas.openxmlformats.org/drawingml/2006/main">
              <a:ext uri="{FF2B5EF4-FFF2-40B4-BE49-F238E27FC236}">
                <a16:creationId xmlns:a16="http://schemas.microsoft.com/office/drawing/2014/main" id="{AF9E6FAF-36EE-4CB5-AB99-16EF2CF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44" name="Sudoku-e-r02-c06">
            <a:extLst xmlns:a="http://schemas.openxmlformats.org/drawingml/2006/main">
              <a:ext uri="{FF2B5EF4-FFF2-40B4-BE49-F238E27FC236}">
                <a16:creationId xmlns:a16="http://schemas.microsoft.com/office/drawing/2014/main" id="{3325980A-954F-40A7-9966-690E1D1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45" name="Sudoku-e-r02-c07">
            <a:extLst xmlns:a="http://schemas.openxmlformats.org/drawingml/2006/main">
              <a:ext uri="{FF2B5EF4-FFF2-40B4-BE49-F238E27FC236}">
                <a16:creationId xmlns:a16="http://schemas.microsoft.com/office/drawing/2014/main" id="{290939B7-C4A8-4D79-959C-D4AB08BF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46" name="Sudoku-e-r02-c08">
            <a:extLst xmlns:a="http://schemas.openxmlformats.org/drawingml/2006/main">
              <a:ext uri="{FF2B5EF4-FFF2-40B4-BE49-F238E27FC236}">
                <a16:creationId xmlns:a16="http://schemas.microsoft.com/office/drawing/2014/main" id="{550F9213-CA6D-4BE0-BD6D-DC0D52FF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47" name="Sudoku-e-r02-c09">
            <a:extLst xmlns:a="http://schemas.openxmlformats.org/drawingml/2006/main">
              <a:ext uri="{FF2B5EF4-FFF2-40B4-BE49-F238E27FC236}">
                <a16:creationId xmlns:a16="http://schemas.microsoft.com/office/drawing/2014/main" id="{625D1A7F-3B83-465F-9347-E13C0790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4872773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48" name="Sudoku-e-r03-c01">
            <a:extLst xmlns:a="http://schemas.openxmlformats.org/drawingml/2006/main">
              <a:ext uri="{FF2B5EF4-FFF2-40B4-BE49-F238E27FC236}">
                <a16:creationId xmlns:a16="http://schemas.microsoft.com/office/drawing/2014/main" id="{8A8F3F36-F9A7-4E7F-89EC-46E598D9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49" name="Sudoku-e-r03-c02">
            <a:extLst xmlns:a="http://schemas.openxmlformats.org/drawingml/2006/main">
              <a:ext uri="{FF2B5EF4-FFF2-40B4-BE49-F238E27FC236}">
                <a16:creationId xmlns:a16="http://schemas.microsoft.com/office/drawing/2014/main" id="{A1C500A3-59F7-4C40-A8BD-2E06A126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50" name="Sudoku-e-r03-c03">
            <a:extLst xmlns:a="http://schemas.openxmlformats.org/drawingml/2006/main">
              <a:ext uri="{FF2B5EF4-FFF2-40B4-BE49-F238E27FC236}">
                <a16:creationId xmlns:a16="http://schemas.microsoft.com/office/drawing/2014/main" id="{54D5178D-AC68-4FF3-9F55-51A2A2F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FF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51" name="Sudoku-e-r03-c04">
            <a:extLst xmlns:a="http://schemas.openxmlformats.org/drawingml/2006/main">
              <a:ext uri="{FF2B5EF4-FFF2-40B4-BE49-F238E27FC236}">
                <a16:creationId xmlns:a16="http://schemas.microsoft.com/office/drawing/2014/main" id="{720EA967-104F-4F45-A756-D0A06FB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2" name="Sudoku-e-r03-c05">
            <a:extLst xmlns:a="http://schemas.openxmlformats.org/drawingml/2006/main">
              <a:ext uri="{FF2B5EF4-FFF2-40B4-BE49-F238E27FC236}">
                <a16:creationId xmlns:a16="http://schemas.microsoft.com/office/drawing/2014/main" id="{1E194BC2-A24C-4BB7-B7B4-AB1C510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53" name="Sudoku-e-r03-c06">
            <a:extLst xmlns:a="http://schemas.openxmlformats.org/drawingml/2006/main">
              <a:ext uri="{FF2B5EF4-FFF2-40B4-BE49-F238E27FC236}">
                <a16:creationId xmlns:a16="http://schemas.microsoft.com/office/drawing/2014/main" id="{FA29732F-BC61-4D5D-82F8-8C58AA5C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54" name="Sudoku-e-r03-c07">
            <a:extLst xmlns:a="http://schemas.openxmlformats.org/drawingml/2006/main">
              <a:ext uri="{FF2B5EF4-FFF2-40B4-BE49-F238E27FC236}">
                <a16:creationId xmlns:a16="http://schemas.microsoft.com/office/drawing/2014/main" id="{FBEFD08D-F312-4786-9F57-946DA504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55" name="Sudoku-e-r03-c08">
            <a:extLst xmlns:a="http://schemas.openxmlformats.org/drawingml/2006/main">
              <a:ext uri="{FF2B5EF4-FFF2-40B4-BE49-F238E27FC236}">
                <a16:creationId xmlns:a16="http://schemas.microsoft.com/office/drawing/2014/main" id="{BACAD476-A61A-4573-A473-1BFA721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56" name="Sudoku-e-r03-c09">
            <a:extLst xmlns:a="http://schemas.openxmlformats.org/drawingml/2006/main">
              <a:ext uri="{FF2B5EF4-FFF2-40B4-BE49-F238E27FC236}">
                <a16:creationId xmlns:a16="http://schemas.microsoft.com/office/drawing/2014/main" id="{25E8CF58-E01E-4637-87E5-635E2D82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5224075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57" name="Sudoku-e-r04-c01">
            <a:extLst xmlns:a="http://schemas.openxmlformats.org/drawingml/2006/main">
              <a:ext uri="{FF2B5EF4-FFF2-40B4-BE49-F238E27FC236}">
                <a16:creationId xmlns:a16="http://schemas.microsoft.com/office/drawing/2014/main" id="{C094C434-B62E-4A4B-AA71-C45CA2C2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58" name="Sudoku-e-r04-c02">
            <a:extLst xmlns:a="http://schemas.openxmlformats.org/drawingml/2006/main">
              <a:ext uri="{FF2B5EF4-FFF2-40B4-BE49-F238E27FC236}">
                <a16:creationId xmlns:a16="http://schemas.microsoft.com/office/drawing/2014/main" id="{2C232CD3-3830-4C7E-830B-EFB71215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59" name="Sudoku-e-r04-c03">
            <a:extLst xmlns:a="http://schemas.openxmlformats.org/drawingml/2006/main">
              <a:ext uri="{FF2B5EF4-FFF2-40B4-BE49-F238E27FC236}">
                <a16:creationId xmlns:a16="http://schemas.microsoft.com/office/drawing/2014/main" id="{297AB7CE-CBAF-49FF-AF29-CC03D9D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60" name="Sudoku-e-r04-c04">
            <a:extLst xmlns:a="http://schemas.openxmlformats.org/drawingml/2006/main">
              <a:ext uri="{FF2B5EF4-FFF2-40B4-BE49-F238E27FC236}">
                <a16:creationId xmlns:a16="http://schemas.microsoft.com/office/drawing/2014/main" id="{0B6F4BBD-64C1-4AD8-AA04-4F489F22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61" name="Sudoku-e-r04-c05">
            <a:extLst xmlns:a="http://schemas.openxmlformats.org/drawingml/2006/main">
              <a:ext uri="{FF2B5EF4-FFF2-40B4-BE49-F238E27FC236}">
                <a16:creationId xmlns:a16="http://schemas.microsoft.com/office/drawing/2014/main" id="{1249FDF1-C72E-4819-8430-1B5D5790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62" name="Sudoku-e-r04-c06">
            <a:extLst xmlns:a="http://schemas.openxmlformats.org/drawingml/2006/main">
              <a:ext uri="{FF2B5EF4-FFF2-40B4-BE49-F238E27FC236}">
                <a16:creationId xmlns:a16="http://schemas.microsoft.com/office/drawing/2014/main" id="{8A7340AC-A731-4C1F-A429-850A559B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63" name="Sudoku-e-r04-c07">
            <a:extLst xmlns:a="http://schemas.openxmlformats.org/drawingml/2006/main">
              <a:ext uri="{FF2B5EF4-FFF2-40B4-BE49-F238E27FC236}">
                <a16:creationId xmlns:a16="http://schemas.microsoft.com/office/drawing/2014/main" id="{95AD7196-BA7E-4D4E-8693-0C8CDC91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4" name="Sudoku-e-r04-c08">
            <a:extLst xmlns:a="http://schemas.openxmlformats.org/drawingml/2006/main">
              <a:ext uri="{FF2B5EF4-FFF2-40B4-BE49-F238E27FC236}">
                <a16:creationId xmlns:a16="http://schemas.microsoft.com/office/drawing/2014/main" id="{4C0D5F9B-879D-4767-A813-7FDBA649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65" name="Sudoku-e-r04-c09">
            <a:extLst xmlns:a="http://schemas.openxmlformats.org/drawingml/2006/main">
              <a:ext uri="{FF2B5EF4-FFF2-40B4-BE49-F238E27FC236}">
                <a16:creationId xmlns:a16="http://schemas.microsoft.com/office/drawing/2014/main" id="{FE9D177D-890B-48AE-AC2F-2802F3B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557537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66" name="Sudoku-e-r05-c01">
            <a:extLst xmlns:a="http://schemas.openxmlformats.org/drawingml/2006/main">
              <a:ext uri="{FF2B5EF4-FFF2-40B4-BE49-F238E27FC236}">
                <a16:creationId xmlns:a16="http://schemas.microsoft.com/office/drawing/2014/main" id="{D5B74C2E-776A-46C9-BD85-42798FE9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7" name="Sudoku-e-r05-c02">
            <a:extLst xmlns:a="http://schemas.openxmlformats.org/drawingml/2006/main">
              <a:ext uri="{FF2B5EF4-FFF2-40B4-BE49-F238E27FC236}">
                <a16:creationId xmlns:a16="http://schemas.microsoft.com/office/drawing/2014/main" id="{32030311-F427-46E8-B46F-A5F8F53C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68" name="Sudoku-e-r05-c03">
            <a:extLst xmlns:a="http://schemas.openxmlformats.org/drawingml/2006/main">
              <a:ext uri="{FF2B5EF4-FFF2-40B4-BE49-F238E27FC236}">
                <a16:creationId xmlns:a16="http://schemas.microsoft.com/office/drawing/2014/main" id="{AC851B56-0A0A-4488-9983-A7C236D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69" name="Sudoku-e-r05-c04">
            <a:extLst xmlns:a="http://schemas.openxmlformats.org/drawingml/2006/main">
              <a:ext uri="{FF2B5EF4-FFF2-40B4-BE49-F238E27FC236}">
                <a16:creationId xmlns:a16="http://schemas.microsoft.com/office/drawing/2014/main" id="{52AAD09F-1787-4F78-856E-57B40851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70" name="Sudoku-e-r05-c05">
            <a:extLst xmlns:a="http://schemas.openxmlformats.org/drawingml/2006/main">
              <a:ext uri="{FF2B5EF4-FFF2-40B4-BE49-F238E27FC236}">
                <a16:creationId xmlns:a16="http://schemas.microsoft.com/office/drawing/2014/main" id="{E5AC70A5-43A2-417F-932E-B001C4D9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71" name="Sudoku-e-r05-c06">
            <a:extLst xmlns:a="http://schemas.openxmlformats.org/drawingml/2006/main">
              <a:ext uri="{FF2B5EF4-FFF2-40B4-BE49-F238E27FC236}">
                <a16:creationId xmlns:a16="http://schemas.microsoft.com/office/drawing/2014/main" id="{FB37745D-5B5B-41BD-B99A-E216302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72" name="Sudoku-e-r05-c07">
            <a:extLst xmlns:a="http://schemas.openxmlformats.org/drawingml/2006/main">
              <a:ext uri="{FF2B5EF4-FFF2-40B4-BE49-F238E27FC236}">
                <a16:creationId xmlns:a16="http://schemas.microsoft.com/office/drawing/2014/main" id="{6384E7E1-4B9B-42DF-A877-F721FDC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73" name="Sudoku-e-r05-c08">
            <a:extLst xmlns:a="http://schemas.openxmlformats.org/drawingml/2006/main">
              <a:ext uri="{FF2B5EF4-FFF2-40B4-BE49-F238E27FC236}">
                <a16:creationId xmlns:a16="http://schemas.microsoft.com/office/drawing/2014/main" id="{CBDA9AE5-E188-4F03-9671-8D600E2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4" name="Sudoku-e-r05-c09">
            <a:extLst xmlns:a="http://schemas.openxmlformats.org/drawingml/2006/main">
              <a:ext uri="{FF2B5EF4-FFF2-40B4-BE49-F238E27FC236}">
                <a16:creationId xmlns:a16="http://schemas.microsoft.com/office/drawing/2014/main" id="{1BBE753D-F101-4C0B-9F25-F21890F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5926680"/>
            <a:ext cx="364814" cy="352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6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6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5" name="Sudoku-e-r06-c01">
            <a:extLst xmlns:a="http://schemas.openxmlformats.org/drawingml/2006/main">
              <a:ext uri="{FF2B5EF4-FFF2-40B4-BE49-F238E27FC236}">
                <a16:creationId xmlns:a16="http://schemas.microsoft.com/office/drawing/2014/main" id="{B8F97140-6C1C-471B-8C80-2F28CBD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76" name="Sudoku-e-r06-c02">
            <a:extLst xmlns:a="http://schemas.openxmlformats.org/drawingml/2006/main">
              <a:ext uri="{FF2B5EF4-FFF2-40B4-BE49-F238E27FC236}">
                <a16:creationId xmlns:a16="http://schemas.microsoft.com/office/drawing/2014/main" id="{58E863BC-AEDF-48A6-B158-24668B73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7" name="Sudoku-e-r06-c03">
            <a:extLst xmlns:a="http://schemas.openxmlformats.org/drawingml/2006/main">
              <a:ext uri="{FF2B5EF4-FFF2-40B4-BE49-F238E27FC236}">
                <a16:creationId xmlns:a16="http://schemas.microsoft.com/office/drawing/2014/main" id="{3662127E-8440-4E5F-ABD1-A71EEAC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8" name="Sudoku-e-r06-c04">
            <a:extLst xmlns:a="http://schemas.openxmlformats.org/drawingml/2006/main">
              <a:ext uri="{FF2B5EF4-FFF2-40B4-BE49-F238E27FC236}">
                <a16:creationId xmlns:a16="http://schemas.microsoft.com/office/drawing/2014/main" id="{CBFEF241-D850-4075-BBF8-6BA270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79" name="Sudoku-e-r06-c05">
            <a:extLst xmlns:a="http://schemas.openxmlformats.org/drawingml/2006/main">
              <a:ext uri="{FF2B5EF4-FFF2-40B4-BE49-F238E27FC236}">
                <a16:creationId xmlns:a16="http://schemas.microsoft.com/office/drawing/2014/main" id="{829AE1BE-4CFC-46C0-AE68-D1B11DDC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80" name="Sudoku-e-r06-c06">
            <a:extLst xmlns:a="http://schemas.openxmlformats.org/drawingml/2006/main">
              <a:ext uri="{FF2B5EF4-FFF2-40B4-BE49-F238E27FC236}">
                <a16:creationId xmlns:a16="http://schemas.microsoft.com/office/drawing/2014/main" id="{BC764B8A-4418-43A8-AB82-2800C1F2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81" name="Sudoku-e-r06-c07">
            <a:extLst xmlns:a="http://schemas.openxmlformats.org/drawingml/2006/main">
              <a:ext uri="{FF2B5EF4-FFF2-40B4-BE49-F238E27FC236}">
                <a16:creationId xmlns:a16="http://schemas.microsoft.com/office/drawing/2014/main" id="{BBE6B216-12DE-4895-A709-20B2CA95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82" name="Sudoku-e-r06-c08">
            <a:extLst xmlns:a="http://schemas.openxmlformats.org/drawingml/2006/main">
              <a:ext uri="{FF2B5EF4-FFF2-40B4-BE49-F238E27FC236}">
                <a16:creationId xmlns:a16="http://schemas.microsoft.com/office/drawing/2014/main" id="{81FC274F-26AD-488F-9D7E-058CCF05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83" name="Sudoku-e-r06-c09">
            <a:extLst xmlns:a="http://schemas.openxmlformats.org/drawingml/2006/main">
              <a:ext uri="{FF2B5EF4-FFF2-40B4-BE49-F238E27FC236}">
                <a16:creationId xmlns:a16="http://schemas.microsoft.com/office/drawing/2014/main" id="{52B1A9CC-DE7A-4B61-AE75-DD83D7D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6279334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84" name="Sudoku-e-r07-c01">
            <a:extLst xmlns:a="http://schemas.openxmlformats.org/drawingml/2006/main">
              <a:ext uri="{FF2B5EF4-FFF2-40B4-BE49-F238E27FC236}">
                <a16:creationId xmlns:a16="http://schemas.microsoft.com/office/drawing/2014/main" id="{B4109E97-44F2-4D98-A747-95BC3CDA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85" name="Sudoku-e-r07-c02">
            <a:extLst xmlns:a="http://schemas.openxmlformats.org/drawingml/2006/main">
              <a:ext uri="{FF2B5EF4-FFF2-40B4-BE49-F238E27FC236}">
                <a16:creationId xmlns:a16="http://schemas.microsoft.com/office/drawing/2014/main" id="{0C13DA20-C599-43F0-B6DC-B7C985ED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86" name="Sudoku-e-r07-c03">
            <a:extLst xmlns:a="http://schemas.openxmlformats.org/drawingml/2006/main">
              <a:ext uri="{FF2B5EF4-FFF2-40B4-BE49-F238E27FC236}">
                <a16:creationId xmlns:a16="http://schemas.microsoft.com/office/drawing/2014/main" id="{C8263336-82A3-45D9-A49A-4087E94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87" name="Sudoku-e-r07-c04">
            <a:extLst xmlns:a="http://schemas.openxmlformats.org/drawingml/2006/main">
              <a:ext uri="{FF2B5EF4-FFF2-40B4-BE49-F238E27FC236}">
                <a16:creationId xmlns:a16="http://schemas.microsoft.com/office/drawing/2014/main" id="{CB79202D-7BB9-4B22-8A12-6439EA9C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88" name="Sudoku-e-r07-c05">
            <a:extLst xmlns:a="http://schemas.openxmlformats.org/drawingml/2006/main">
              <a:ext uri="{FF2B5EF4-FFF2-40B4-BE49-F238E27FC236}">
                <a16:creationId xmlns:a16="http://schemas.microsoft.com/office/drawing/2014/main" id="{B0BFA2A3-7A5C-4D11-99CE-748A6ED9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89" name="Sudoku-e-r07-c06">
            <a:extLst xmlns:a="http://schemas.openxmlformats.org/drawingml/2006/main">
              <a:ext uri="{FF2B5EF4-FFF2-40B4-BE49-F238E27FC236}">
                <a16:creationId xmlns:a16="http://schemas.microsoft.com/office/drawing/2014/main" id="{3C6EF3D9-9F0A-498D-B8D5-E0959B7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90" name="Sudoku-e-r07-c07">
            <a:extLst xmlns:a="http://schemas.openxmlformats.org/drawingml/2006/main">
              <a:ext uri="{FF2B5EF4-FFF2-40B4-BE49-F238E27FC236}">
                <a16:creationId xmlns:a16="http://schemas.microsoft.com/office/drawing/2014/main" id="{FF5AAA4C-46A4-4866-B3D5-9CD2899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91" name="Sudoku-e-r07-c08">
            <a:extLst xmlns:a="http://schemas.openxmlformats.org/drawingml/2006/main">
              <a:ext uri="{FF2B5EF4-FFF2-40B4-BE49-F238E27FC236}">
                <a16:creationId xmlns:a16="http://schemas.microsoft.com/office/drawing/2014/main" id="{5433FD21-AEA8-41EB-8DAC-FB32B886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92" name="Sudoku-e-r07-c09">
            <a:extLst xmlns:a="http://schemas.openxmlformats.org/drawingml/2006/main">
              <a:ext uri="{FF2B5EF4-FFF2-40B4-BE49-F238E27FC236}">
                <a16:creationId xmlns:a16="http://schemas.microsoft.com/office/drawing/2014/main" id="{DDE399B0-0C1F-49A2-8EB1-0470422C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6630636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93" name="Sudoku-e-r08-c01">
            <a:extLst xmlns:a="http://schemas.openxmlformats.org/drawingml/2006/main">
              <a:ext uri="{FF2B5EF4-FFF2-40B4-BE49-F238E27FC236}">
                <a16:creationId xmlns:a16="http://schemas.microsoft.com/office/drawing/2014/main" id="{256C70FA-E155-4AF8-8CF9-10F9793A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94" name="Sudoku-e-r08-c02">
            <a:extLst xmlns:a="http://schemas.openxmlformats.org/drawingml/2006/main">
              <a:ext uri="{FF2B5EF4-FFF2-40B4-BE49-F238E27FC236}">
                <a16:creationId xmlns:a16="http://schemas.microsoft.com/office/drawing/2014/main" id="{BFD576EF-D2AD-4C63-94E7-ECCDEFDC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FF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5" name="Sudoku-e-r08-c03">
            <a:extLst xmlns:a="http://schemas.openxmlformats.org/drawingml/2006/main">
              <a:ext uri="{FF2B5EF4-FFF2-40B4-BE49-F238E27FC236}">
                <a16:creationId xmlns:a16="http://schemas.microsoft.com/office/drawing/2014/main" id="{23BC16AF-0366-4395-B49A-BB354DC2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96" name="Sudoku-e-r08-c04">
            <a:extLst xmlns:a="http://schemas.openxmlformats.org/drawingml/2006/main">
              <a:ext uri="{FF2B5EF4-FFF2-40B4-BE49-F238E27FC236}">
                <a16:creationId xmlns:a16="http://schemas.microsoft.com/office/drawing/2014/main" id="{BD89506F-AFA9-4F55-BEFA-365248F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7" name="Sudoku-e-r08-c05">
            <a:extLst xmlns:a="http://schemas.openxmlformats.org/drawingml/2006/main">
              <a:ext uri="{FF2B5EF4-FFF2-40B4-BE49-F238E27FC236}">
                <a16:creationId xmlns:a16="http://schemas.microsoft.com/office/drawing/2014/main" id="{FA8501EA-34F2-45A8-A740-004E5B5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98" name="Sudoku-e-r08-c06">
            <a:extLst xmlns:a="http://schemas.openxmlformats.org/drawingml/2006/main">
              <a:ext uri="{FF2B5EF4-FFF2-40B4-BE49-F238E27FC236}">
                <a16:creationId xmlns:a16="http://schemas.microsoft.com/office/drawing/2014/main" id="{2EDDB747-5ABA-415B-AAC4-D228AD8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99" name="Sudoku-e-r08-c07">
            <a:extLst xmlns:a="http://schemas.openxmlformats.org/drawingml/2006/main">
              <a:ext uri="{FF2B5EF4-FFF2-40B4-BE49-F238E27FC236}">
                <a16:creationId xmlns:a16="http://schemas.microsoft.com/office/drawing/2014/main" id="{8F324BB8-B766-42CD-9CE0-46A4CC82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0" name="Sudoku-e-r08-c08">
            <a:extLst xmlns:a="http://schemas.openxmlformats.org/drawingml/2006/main">
              <a:ext uri="{FF2B5EF4-FFF2-40B4-BE49-F238E27FC236}">
                <a16:creationId xmlns:a16="http://schemas.microsoft.com/office/drawing/2014/main" id="{0DFC2032-EFEC-4B6B-B0BE-973BAFCF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FF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01" name="Sudoku-e-r08-c09">
            <a:extLst xmlns:a="http://schemas.openxmlformats.org/drawingml/2006/main">
              <a:ext uri="{FF2B5EF4-FFF2-40B4-BE49-F238E27FC236}">
                <a16:creationId xmlns:a16="http://schemas.microsoft.com/office/drawing/2014/main" id="{C1997099-3A85-48E4-B593-15BC9050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6981938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2" name="Sudoku-e-r09-c01">
            <a:extLst xmlns:a="http://schemas.openxmlformats.org/drawingml/2006/main">
              <a:ext uri="{FF2B5EF4-FFF2-40B4-BE49-F238E27FC236}">
                <a16:creationId xmlns:a16="http://schemas.microsoft.com/office/drawing/2014/main" id="{6A6C1550-9B0A-4258-B296-A349035A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44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3" name="Sudoku-e-r09-c02">
            <a:extLst xmlns:a="http://schemas.openxmlformats.org/drawingml/2006/main">
              <a:ext uri="{FF2B5EF4-FFF2-40B4-BE49-F238E27FC236}">
                <a16:creationId xmlns:a16="http://schemas.microsoft.com/office/drawing/2014/main" id="{EBCA38D8-0FEF-4CD3-9024-139F934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58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4" name="Sudoku-e-r09-c03">
            <a:extLst xmlns:a="http://schemas.openxmlformats.org/drawingml/2006/main">
              <a:ext uri="{FF2B5EF4-FFF2-40B4-BE49-F238E27FC236}">
                <a16:creationId xmlns:a16="http://schemas.microsoft.com/office/drawing/2014/main" id="{41873BC1-D798-4268-806A-1EAB3EE9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372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05" name="Sudoku-e-r09-c04">
            <a:extLst xmlns:a="http://schemas.openxmlformats.org/drawingml/2006/main">
              <a:ext uri="{FF2B5EF4-FFF2-40B4-BE49-F238E27FC236}">
                <a16:creationId xmlns:a16="http://schemas.microsoft.com/office/drawing/2014/main" id="{D37FBA9D-82C6-4F61-AEF7-C0702D3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186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06" name="Sudoku-e-r09-c05">
            <a:extLst xmlns:a="http://schemas.openxmlformats.org/drawingml/2006/main">
              <a:ext uri="{FF2B5EF4-FFF2-40B4-BE49-F238E27FC236}">
                <a16:creationId xmlns:a16="http://schemas.microsoft.com/office/drawing/2014/main" id="{3805E740-35BA-4408-9D4A-8EB4166C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00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07" name="Sudoku-e-r09-c06">
            <a:extLst xmlns:a="http://schemas.openxmlformats.org/drawingml/2006/main">
              <a:ext uri="{FF2B5EF4-FFF2-40B4-BE49-F238E27FC236}">
                <a16:creationId xmlns:a16="http://schemas.microsoft.com/office/drawing/2014/main" id="{0808FA23-3135-4C66-9975-4FA7C140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814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08" name="Sudoku-e-r09-c07">
            <a:extLst xmlns:a="http://schemas.openxmlformats.org/drawingml/2006/main">
              <a:ext uri="{FF2B5EF4-FFF2-40B4-BE49-F238E27FC236}">
                <a16:creationId xmlns:a16="http://schemas.microsoft.com/office/drawing/2014/main" id="{0A32646D-D897-4F7A-AAB0-A1E34C9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628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09" name="Sudoku-e-r09-c08">
            <a:extLst xmlns:a="http://schemas.openxmlformats.org/drawingml/2006/main">
              <a:ext uri="{FF2B5EF4-FFF2-40B4-BE49-F238E27FC236}">
                <a16:creationId xmlns:a16="http://schemas.microsoft.com/office/drawing/2014/main" id="{CAB3F5F0-8EB2-4BC9-8494-8038E679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42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10" name="Sudoku-e-r09-c09">
            <a:extLst xmlns:a="http://schemas.openxmlformats.org/drawingml/2006/main">
              <a:ext uri="{FF2B5EF4-FFF2-40B4-BE49-F238E27FC236}">
                <a16:creationId xmlns:a16="http://schemas.microsoft.com/office/drawing/2014/main" id="{F018FE89-ACAC-4E24-857F-4E07D06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56" y="7333241"/>
            <a:ext cx="364814" cy="351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60">
                <a:solidFill>
                  <a:srgbClr val="009447"/>
                </a:solidFill>
                <a:latin typeface="Arial"/>
                <a:ea typeface="Arial"/>
                <a:cs typeface="Arial"/>
              </a:defRPr>
            </a:pPr>
            <a:r>
              <a:rPr sz="1660">
                <a:solidFill>
                  <a:srgbClr val="0094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11" name="Text (a) Sudoku problem">
            <a:extLst xmlns:a="http://schemas.openxmlformats.org/drawingml/2006/main">
              <a:ext uri="{FF2B5EF4-FFF2-40B4-BE49-F238E27FC236}">
                <a16:creationId xmlns:a16="http://schemas.microsoft.com/office/drawing/2014/main" id="{6217401F-DD76-40C9-9E63-9C5FA046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114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Sudoku problem</a:t>
            </a:r>
          </a:p>
        </p:txBody>
      </p:sp>
      <p:sp>
        <p:nvSpPr>
          <p:cNvPr id="912" name="Text (b) Sudoku solution">
            <a:extLst xmlns:a="http://schemas.openxmlformats.org/drawingml/2006/main">
              <a:ext uri="{FF2B5EF4-FFF2-40B4-BE49-F238E27FC236}">
                <a16:creationId xmlns:a16="http://schemas.microsoft.com/office/drawing/2014/main" id="{036BCD68-6513-4849-925A-CE9A2F42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38550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Sudoku solution</a:t>
            </a:r>
          </a:p>
        </p:txBody>
      </p:sp>
      <p:sp>
        <p:nvSpPr>
          <p:cNvPr id="913" name="Text (c) Neural network intuitive output">
            <a:extLst xmlns:a="http://schemas.openxmlformats.org/drawingml/2006/main">
              <a:ext uri="{FF2B5EF4-FFF2-40B4-BE49-F238E27FC236}">
                <a16:creationId xmlns:a16="http://schemas.microsoft.com/office/drawing/2014/main" id="{FE74A1BD-4951-429C-8619-24E4C5A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3676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Neural network intuitive output</a:t>
            </a:r>
          </a:p>
        </p:txBody>
      </p:sp>
      <p:sp>
        <p:nvSpPr>
          <p:cNvPr id="914" name="Text (d) Errors identified by NN confidence">
            <a:extLst xmlns:a="http://schemas.openxmlformats.org/drawingml/2006/main">
              <a:ext uri="{FF2B5EF4-FFF2-40B4-BE49-F238E27FC236}">
                <a16:creationId xmlns:a16="http://schemas.microsoft.com/office/drawing/2014/main" id="{A2124AE6-7D00-49E1-AD30-D0AE6D6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953375"/>
            <a:ext cx="4114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Errors identified by NN confidence</a:t>
            </a:r>
          </a:p>
        </p:txBody>
      </p:sp>
      <p:sp>
        <p:nvSpPr>
          <p:cNvPr id="915" name="Text (e) Errors identified by ABL-Refl">
            <a:extLst xmlns:a="http://schemas.openxmlformats.org/drawingml/2006/main">
              <a:ext uri="{FF2B5EF4-FFF2-40B4-BE49-F238E27FC236}">
                <a16:creationId xmlns:a16="http://schemas.microsoft.com/office/drawing/2014/main" id="{4A9473E3-4BC8-4479-A0F2-5462A1D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79533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(e) Errors identified by ABL-Refl</a:t>
            </a:r>
          </a:p>
        </p:txBody>
      </p:sp>
      <p:sp>
        <p:nvSpPr>
          <p:cNvPr id="916" name="Circled irrelevant datum">
            <a:extLst xmlns:a="http://schemas.openxmlformats.org/drawingml/2006/main">
              <a:ext uri="{FF2B5EF4-FFF2-40B4-BE49-F238E27FC236}">
                <a16:creationId xmlns:a16="http://schemas.microsoft.com/office/drawing/2014/main" id="{4FA46FC2-B383-49E8-8849-28A85A62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898" y="4548048"/>
            <a:ext cx="4000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518"/>
            </a:solidFill>
          </a:ln>
        </p:spPr>
      </p:sp>
      <p:sp>
        <p:nvSpPr>
          <p:cNvPr id="917" name="Circled incorrect datum">
            <a:extLst xmlns:a="http://schemas.openxmlformats.org/drawingml/2006/main">
              <a:ext uri="{FF2B5EF4-FFF2-40B4-BE49-F238E27FC236}">
                <a16:creationId xmlns:a16="http://schemas.microsoft.com/office/drawing/2014/main" id="{AF8F9504-569A-4001-B39A-4154B283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496" y="5218141"/>
            <a:ext cx="43815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518"/>
            </a:solidFill>
          </a:ln>
        </p:spPr>
      </p:sp>
      <p:sp>
        <p:nvSpPr>
          <p:cNvPr id="918" name="Path 101">
            <a:extLst xmlns:a="http://schemas.openxmlformats.org/drawingml/2006/main">
              <a:ext uri="{FF2B5EF4-FFF2-40B4-BE49-F238E27FC236}">
                <a16:creationId xmlns:a16="http://schemas.microsoft.com/office/drawing/2014/main" id="{E85C5D01-97B7-4A6C-BAFC-DA6E5F9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273" y="4362450"/>
            <a:ext cx="427177" cy="204648"/>
          </a:xfrm>
          <a:custGeom xmlns:a="http://schemas.openxmlformats.org/drawingml/2006/main">
            <a:pathLst>
              <a:path w="427177" h="204648">
                <a:moveTo>
                  <a:pt x="0" y="204648"/>
                </a:moveTo>
                <a:lnTo>
                  <a:pt x="4271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7518"/>
            </a:solidFill>
          </a:ln>
        </p:spPr>
      </p:sp>
      <p:sp>
        <p:nvSpPr>
          <p:cNvPr id="919" name="Path 102">
            <a:extLst xmlns:a="http://schemas.openxmlformats.org/drawingml/2006/main">
              <a:ext uri="{FF2B5EF4-FFF2-40B4-BE49-F238E27FC236}">
                <a16:creationId xmlns:a16="http://schemas.microsoft.com/office/drawing/2014/main" id="{7A29037C-2D61-489F-9089-DEA84222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62142"/>
            <a:ext cx="95250" cy="74728"/>
          </a:xfrm>
          <a:custGeom xmlns:a="http://schemas.openxmlformats.org/drawingml/2006/main">
            <a:pathLst>
              <a:path w="95250" h="74728">
                <a:moveTo>
                  <a:pt x="35800" y="74728"/>
                </a:moveTo>
                <a:lnTo>
                  <a:pt x="95250" y="3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7518"/>
          </a:solidFill>
          <a:ln xmlns:a="http://schemas.openxmlformats.org/drawingml/2006/main" w="9525">
            <a:solidFill>
              <a:srgbClr val="FF7518"/>
            </a:solidFill>
          </a:ln>
        </p:spPr>
      </p:sp>
      <p:sp>
        <p:nvSpPr>
          <p:cNvPr id="920" name="Path 103">
            <a:extLst xmlns:a="http://schemas.openxmlformats.org/drawingml/2006/main">
              <a:ext uri="{FF2B5EF4-FFF2-40B4-BE49-F238E27FC236}">
                <a16:creationId xmlns:a16="http://schemas.microsoft.com/office/drawing/2014/main" id="{7327E1A1-BC3F-4917-AB0A-21D1815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91025"/>
            <a:ext cx="2721" cy="827116"/>
          </a:xfrm>
          <a:custGeom xmlns:a="http://schemas.openxmlformats.org/drawingml/2006/main">
            <a:pathLst>
              <a:path w="2721" h="827116">
                <a:moveTo>
                  <a:pt x="2721" y="8271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7518"/>
            </a:solidFill>
          </a:ln>
        </p:spPr>
      </p:sp>
      <p:sp>
        <p:nvSpPr>
          <p:cNvPr id="921" name="Path 104">
            <a:extLst xmlns:a="http://schemas.openxmlformats.org/drawingml/2006/main">
              <a:ext uri="{FF2B5EF4-FFF2-40B4-BE49-F238E27FC236}">
                <a16:creationId xmlns:a16="http://schemas.microsoft.com/office/drawing/2014/main" id="{F371BB56-A01A-409A-BCCF-65AFDEA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552" y="4391025"/>
            <a:ext cx="82860" cy="85903"/>
          </a:xfrm>
          <a:custGeom xmlns:a="http://schemas.openxmlformats.org/drawingml/2006/main">
            <a:pathLst>
              <a:path w="82860" h="85903">
                <a:moveTo>
                  <a:pt x="82860" y="85631"/>
                </a:moveTo>
                <a:lnTo>
                  <a:pt x="41148" y="0"/>
                </a:lnTo>
                <a:lnTo>
                  <a:pt x="0" y="85903"/>
                </a:lnTo>
                <a:close/>
              </a:path>
            </a:pathLst>
          </a:custGeom>
          <a:solidFill xmlns:a="http://schemas.openxmlformats.org/drawingml/2006/main">
            <a:srgbClr val="FF7518"/>
          </a:solidFill>
          <a:ln xmlns:a="http://schemas.openxmlformats.org/drawingml/2006/main" w="9525">
            <a:solidFill>
              <a:srgbClr val="FF7518"/>
            </a:solidFill>
          </a:ln>
        </p:spPr>
      </p:sp>
      <p:sp>
        <p:nvSpPr>
          <p:cNvPr id="922" name="Text Irrelevant/Incorrect data pattern">
            <a:extLst xmlns:a="http://schemas.openxmlformats.org/drawingml/2006/main">
              <a:ext uri="{FF2B5EF4-FFF2-40B4-BE49-F238E27FC236}">
                <a16:creationId xmlns:a16="http://schemas.microsoft.com/office/drawing/2014/main" id="{DD18B23C-A364-4D31-B176-7EAF1406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86225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>
                <a:solidFill>
                  <a:srgbClr val="FF75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FF7518"/>
                </a:solidFill>
                <a:latin typeface="Arial"/>
                <a:ea typeface="Arial"/>
                <a:cs typeface="Arial"/>
              </a:rPr>
              <a:t>Irrelevant/Incorrect data pattern</a:t>
            </a:r>
          </a:p>
        </p:txBody>
      </p:sp>
    </p:spTree>
    <p:extLst>
      <p:ext uri="{BB962C8B-B14F-4D97-AF65-F5344CB8AC3E}">
        <p14:creationId xmlns:p14="http://schemas.microsoft.com/office/powerpoint/2010/main" val="1368205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2026-09-08T04:15:50.8670000Z</dcterms:created>
  <dcterms:modified xsi:type="dcterms:W3CDTF">2026-09-08T04:15:50.8670000Z</dcterms:modified>
</coreProperties>
</file>